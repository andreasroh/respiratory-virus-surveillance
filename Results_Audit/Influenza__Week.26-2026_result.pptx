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bin" ContentType="application/vnd.openxmlformats-officedocument.presentationml.printerSettings"/>
  <Default Extension="rels" ContentType="application/vnd.openxmlformats-package.relationships+xml"/>
  <Default Extension="gif" ContentType="image/gif"/>
  <Default Extension="png" ContentType="image/png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</Types>
</file>

<file path=_rels/.rels><?xml version="1.0" encoding="UTF-8" standalone="yes"?>

<Relationships  xmlns="http://schemas.openxmlformats.org/package/2006/relationships">
<Relationship Id="rId3" Type="http://schemas.openxmlformats.org/package/2006/relationships/metadata/core-properties" Target="docProps/core.xml"/>
<Relationship Id="rId4" Type="http://schemas.openxmlformats.org/officeDocument/2006/relationships/extended-properties" Target="docProps/app.xml"/>
<Relationship Id="rId1" Type="http://schemas.openxmlformats.org/officeDocument/2006/relationships/officeDocument" Target="ppt/presentation.xml"/>
<Relationship Id="rId2" Type="http://schemas.openxmlformats.org/package/2006/relationships/metadata/thumbnail" Target="docProps/thumbnail.jpeg"/>
</Relationships>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</p:sldIdLst>
  <p:sldSz cx="9144000" cy="6858000" type="screen4x3"/>
  <p:notesSz cx="6858000" cy="9144000"/>
  <p:custDataLst>
    <p:tags r:id="rId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2" d="100"/>
          <a:sy n="92" d="100"/>
        </p:scale>
        <p:origin x="-1376" y="-10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
<Relationships  xmlns="http://schemas.openxmlformats.org/package/2006/relationships">
<Relationship Id="rId3" Type="http://schemas.openxmlformats.org/officeDocument/2006/relationships/tags" Target="tags/tag1.xml"/>
<Relationship Id="rId4" Type="http://schemas.openxmlformats.org/officeDocument/2006/relationships/presProps" Target="presProps.xml"/>
<Relationship Id="rId5" Type="http://schemas.openxmlformats.org/officeDocument/2006/relationships/viewProps" Target="viewProps.xml"/>
<Relationship Id="rId6" Type="http://schemas.openxmlformats.org/officeDocument/2006/relationships/theme" Target="theme/theme1.xml"/>
<Relationship Id="rId7" Type="http://schemas.openxmlformats.org/officeDocument/2006/relationships/tableStyles" Target="tableStyles.xml"/>
<Relationship Id="rId1" Type="http://schemas.openxmlformats.org/officeDocument/2006/relationships/slideMaster" Target="slideMasters/slideMaster1.xml"/>
<Relationship Id="rId2" Type="http://schemas.openxmlformats.org/officeDocument/2006/relationships/printerSettings" Target="printerSettings/printerSettings1.bin"/>
<Relationship Id="rId8" Type="http://schemas.openxmlformats.org/officeDocument/2006/relationships/slide" Target="slides/slide1.xml"/>
<Relationship Id="rId9" Type="http://schemas.openxmlformats.org/officeDocument/2006/relationships/slide" Target="slides/slide2.xml"/>
<Relationship Id="rId10" Type="http://schemas.openxmlformats.org/officeDocument/2006/relationships/slide" Target="slides/slide3.xml"/>
<Relationship Id="rId11" Type="http://schemas.openxmlformats.org/officeDocument/2006/relationships/slide" Target="slides/slide4.xml"/>
<Relationship Id="rId12" Type="http://schemas.openxmlformats.org/officeDocument/2006/relationships/slide" Target="slides/slide5.xml"/>
<Relationship Id="rId13" Type="http://schemas.openxmlformats.org/officeDocument/2006/relationships/slide" Target="slides/slide6.xml"/>
<Relationship Id="rId14" Type="http://schemas.openxmlformats.org/officeDocument/2006/relationships/slide" Target="slides/slide7.xml"/>
<Relationship Id="rId15" Type="http://schemas.openxmlformats.org/officeDocument/2006/relationships/slide" Target="slides/slide8.xml"/>
<Relationship Id="rId16" Type="http://schemas.openxmlformats.org/officeDocument/2006/relationships/slide" Target="slides/slide9.xml"/>
<Relationship Id="rId17" Type="http://schemas.openxmlformats.org/officeDocument/2006/relationships/slide" Target="slides/slide10.xml"/>
<Relationship Id="rId18" Type="http://schemas.openxmlformats.org/officeDocument/2006/relationships/slide" Target="slides/slide11.xml"/>
<Relationship Id="rId19" Type="http://schemas.openxmlformats.org/officeDocument/2006/relationships/slide" Target="slides/slide12.xml"/>
<Relationship Id="rId20" Type="http://schemas.openxmlformats.org/officeDocument/2006/relationships/slide" Target="slides/slide13.xml"/>
<Relationship Id="rId21" Type="http://schemas.openxmlformats.org/officeDocument/2006/relationships/slide" Target="slides/slide14.xml"/>
<Relationship Id="rId22" Type="http://schemas.openxmlformats.org/officeDocument/2006/relationships/slide" Target="slides/slide15.xml"/>
<Relationship Id="rId23" Type="http://schemas.openxmlformats.org/officeDocument/2006/relationships/slide" Target="slides/slide16.xml"/>
<Relationship Id="rId24" Type="http://schemas.openxmlformats.org/officeDocument/2006/relationships/slide" Target="slides/slide17.xml"/>
<Relationship Id="rId25" Type="http://schemas.openxmlformats.org/officeDocument/2006/relationships/slide" Target="slides/slide18.xml"/>
<Relationship Id="rId26" Type="http://schemas.openxmlformats.org/officeDocument/2006/relationships/slide" Target="slides/slide19.xml"/>
<Relationship Id="rId27" Type="http://schemas.openxmlformats.org/officeDocument/2006/relationships/slide" Target="slides/slide20.xml"/>
<Relationship Id="rId28" Type="http://schemas.openxmlformats.org/officeDocument/2006/relationships/slide" Target="slides/slide21.xml"/>
<Relationship Id="rId29" Type="http://schemas.openxmlformats.org/officeDocument/2006/relationships/slide" Target="slides/slide22.xml"/>
<Relationship Id="rId30" Type="http://schemas.openxmlformats.org/officeDocument/2006/relationships/slide" Target="slides/slide23.xml"/>
<Relationship Id="rId31" Type="http://schemas.openxmlformats.org/officeDocument/2006/relationships/slide" Target="slides/slide24.xml"/>
<Relationship Id="rId32" Type="http://schemas.openxmlformats.org/officeDocument/2006/relationships/slide" Target="slides/slide25.xml"/>
<Relationship Id="rId33" Type="http://schemas.openxmlformats.org/officeDocument/2006/relationships/slide" Target="slides/slide26.xml"/>
<Relationship Id="rId34" Type="http://schemas.openxmlformats.org/officeDocument/2006/relationships/slide" Target="slides/slide27.xml"/>
<Relationship Id="rId35" Type="http://schemas.openxmlformats.org/officeDocument/2006/relationships/slide" Target="slides/slide28.xml"/>
<Relationship Id="rId36" Type="http://schemas.openxmlformats.org/officeDocument/2006/relationships/slide" Target="slides/slide29.xml"/>
<Relationship Id="rId37" Type="http://schemas.openxmlformats.org/officeDocument/2006/relationships/slide" Target="slides/slide30.xml"/>
<Relationship Id="rId38" Type="http://schemas.openxmlformats.org/officeDocument/2006/relationships/slide" Target="slides/slide31.xml"/>
<Relationship Id="rId39" Type="http://schemas.openxmlformats.org/officeDocument/2006/relationships/slide" Target="slides/slide32.xml"/>
<Relationship Id="rId40" Type="http://schemas.openxmlformats.org/officeDocument/2006/relationships/slide" Target="slides/slide33.xml"/>
<Relationship Id="rId41" Type="http://schemas.openxmlformats.org/officeDocument/2006/relationships/slide" Target="slides/slide34.xml"/>
<Relationship Id="rId42" Type="http://schemas.openxmlformats.org/officeDocument/2006/relationships/slide" Target="slides/slide35.xml"/>
<Relationship Id="rId43" Type="http://schemas.openxmlformats.org/officeDocument/2006/relationships/slide" Target="slides/slide36.xml"/>
<Relationship Id="rId44" Type="http://schemas.openxmlformats.org/officeDocument/2006/relationships/slide" Target="slides/slide37.xml"/>
<Relationship Id="rId45" Type="http://schemas.openxmlformats.org/officeDocument/2006/relationships/slide" Target="slides/slide38.xml"/>
<Relationship Id="rId46" Type="http://schemas.openxmlformats.org/officeDocument/2006/relationships/slide" Target="slides/slide39.xml"/>
<Relationship Id="rId47" Type="http://schemas.openxmlformats.org/officeDocument/2006/relationships/slide" Target="slides/slide40.xml"/>
<Relationship Id="rId48" Type="http://schemas.openxmlformats.org/officeDocument/2006/relationships/slide" Target="slides/slide41.xml"/>
<Relationship Id="rId49" Type="http://schemas.openxmlformats.org/officeDocument/2006/relationships/slide" Target="slides/slide42.xml"/>
<Relationship Id="rId50" Type="http://schemas.openxmlformats.org/officeDocument/2006/relationships/slide" Target="slides/slide43.xml"/>
<Relationship Id="rId51" Type="http://schemas.openxmlformats.org/officeDocument/2006/relationships/slide" Target="slides/slide44.xml"/>
<Relationship Id="rId52" Type="http://schemas.openxmlformats.org/officeDocument/2006/relationships/slide" Target="slides/slide45.xml"/>
<Relationship Id="rId53" Type="http://schemas.openxmlformats.org/officeDocument/2006/relationships/slide" Target="slides/slide46.xml"/>
<Relationship Id="rId54" Type="http://schemas.openxmlformats.org/officeDocument/2006/relationships/slide" Target="slides/slide47.xml"/>
<Relationship Id="rId55" Type="http://schemas.openxmlformats.org/officeDocument/2006/relationships/slide" Target="slides/slide48.xml"/>
<Relationship Id="rId56" Type="http://schemas.openxmlformats.org/officeDocument/2006/relationships/slide" Target="slides/slide49.xml"/>
<Relationship Id="rId57" Type="http://schemas.openxmlformats.org/officeDocument/2006/relationships/slide" Target="slides/slide50.xml"/>
<Relationship Id="rId58" Type="http://schemas.openxmlformats.org/officeDocument/2006/relationships/slide" Target="slides/slide51.xml"/>
<Relationship Id="rId59" Type="http://schemas.openxmlformats.org/officeDocument/2006/relationships/slide" Target="slides/slide52.xml"/>
<Relationship Id="rId60" Type="http://schemas.openxmlformats.org/officeDocument/2006/relationships/slide" Target="slides/slide53.xml"/>
<Relationship Id="rId61" Type="http://schemas.openxmlformats.org/officeDocument/2006/relationships/slide" Target="slides/slide54.xml"/>
<Relationship Id="rId62" Type="http://schemas.openxmlformats.org/officeDocument/2006/relationships/slide" Target="slides/slide55.xml"/>
<Relationship Id="rId63" Type="http://schemas.openxmlformats.org/officeDocument/2006/relationships/slide" Target="slides/slide56.xml"/>
<Relationship Id="rId64" Type="http://schemas.openxmlformats.org/officeDocument/2006/relationships/slide" Target="slides/slide57.xml"/>
<Relationship Id="rId65" Type="http://schemas.openxmlformats.org/officeDocument/2006/relationships/slide" Target="slides/slide58.xml"/>
<Relationship Id="rId66" Type="http://schemas.openxmlformats.org/officeDocument/2006/relationships/slide" Target="slides/slide59.xml"/>
<Relationship Id="rId67" Type="http://schemas.openxmlformats.org/officeDocument/2006/relationships/slide" Target="slides/slide60.xml"/>
<Relationship Id="rId68" Type="http://schemas.openxmlformats.org/officeDocument/2006/relationships/slide" Target="slides/slide61.xml"/>
<Relationship Id="rId69" Type="http://schemas.openxmlformats.org/officeDocument/2006/relationships/slide" Target="slides/slide62.xml"/>
<Relationship Id="rId70" Type="http://schemas.openxmlformats.org/officeDocument/2006/relationships/slide" Target="slides/slide63.xml"/>
<Relationship Id="rId71" Type="http://schemas.openxmlformats.org/officeDocument/2006/relationships/slide" Target="slides/slide64.xml"/>
<Relationship Id="rId72" Type="http://schemas.openxmlformats.org/officeDocument/2006/relationships/slide" Target="slides/slide65.xml"/>
<Relationship Id="rId73" Type="http://schemas.openxmlformats.org/officeDocument/2006/relationships/slide" Target="slides/slide66.xml"/>
<Relationship Id="rId74" Type="http://schemas.openxmlformats.org/officeDocument/2006/relationships/slide" Target="slides/slide67.xml"/>
<Relationship Id="rId75" Type="http://schemas.openxmlformats.org/officeDocument/2006/relationships/slide" Target="slides/slide68.xml"/>
<Relationship Id="rId76" Type="http://schemas.openxmlformats.org/officeDocument/2006/relationships/slide" Target="slides/slide69.xml"/>
<Relationship Id="rId77" Type="http://schemas.openxmlformats.org/officeDocument/2006/relationships/slide" Target="slides/slide70.xml"/>
<Relationship Id="rId78" Type="http://schemas.openxmlformats.org/officeDocument/2006/relationships/slide" Target="slides/slide71.xml"/>
<Relationship Id="rId79" Type="http://schemas.openxmlformats.org/officeDocument/2006/relationships/slide" Target="slides/slide72.xml"/>
<Relationship Id="rId80" Type="http://schemas.openxmlformats.org/officeDocument/2006/relationships/slide" Target="slides/slide73.xml"/>
<Relationship Id="rId81" Type="http://schemas.openxmlformats.org/officeDocument/2006/relationships/slide" Target="slides/slide74.xml"/>
<Relationship Id="rId82" Type="http://schemas.openxmlformats.org/officeDocument/2006/relationships/slide" Target="slides/slide75.xml"/>
<Relationship Id="rId83" Type="http://schemas.openxmlformats.org/officeDocument/2006/relationships/slide" Target="slides/slide76.xml"/>
<Relationship Id="rId84" Type="http://schemas.openxmlformats.org/officeDocument/2006/relationships/slide" Target="slides/slide77.xml"/>
<Relationship Id="rId85" Type="http://schemas.openxmlformats.org/officeDocument/2006/relationships/slide" Target="slides/slide78.xml"/>
<Relationship Id="rId86" Type="http://schemas.openxmlformats.org/officeDocument/2006/relationships/slide" Target="slides/slide79.xml"/>
<Relationship Id="rId87" Type="http://schemas.openxmlformats.org/officeDocument/2006/relationships/slide" Target="slides/slide80.xml"/>
<Relationship Id="rId88" Type="http://schemas.openxmlformats.org/officeDocument/2006/relationships/slide" Target="slides/slide81.xml"/>
<Relationship Id="rId89" Type="http://schemas.openxmlformats.org/officeDocument/2006/relationships/slide" Target="slides/slide82.xml"/>
<Relationship Id="rId90" Type="http://schemas.openxmlformats.org/officeDocument/2006/relationships/slide" Target="slides/slide83.xml"/>
<Relationship Id="rId91" Type="http://schemas.openxmlformats.org/officeDocument/2006/relationships/slide" Target="slides/slide84.xml"/>
<Relationship Id="rId92" Type="http://schemas.openxmlformats.org/officeDocument/2006/relationships/slide" Target="slides/slide85.xml"/>
<Relationship Id="rId93" Type="http://schemas.openxmlformats.org/officeDocument/2006/relationships/slide" Target="slides/slide86.xml"/>
<Relationship Id="rId94" Type="http://schemas.openxmlformats.org/officeDocument/2006/relationships/slide" Target="slides/slide87.xml"/>
<Relationship Id="rId95" Type="http://schemas.openxmlformats.org/officeDocument/2006/relationships/slide" Target="slides/slide88.xml"/>
<Relationship Id="rId96" Type="http://schemas.openxmlformats.org/officeDocument/2006/relationships/slide" Target="slides/slide89.xml"/>
<Relationship Id="rId97" Type="http://schemas.openxmlformats.org/officeDocument/2006/relationships/slide" Target="slides/slide90.xml"/>
<Relationship Id="rId98" Type="http://schemas.openxmlformats.org/officeDocument/2006/relationships/slide" Target="slides/slide91.xml"/>
<Relationship Id="rId99" Type="http://schemas.openxmlformats.org/officeDocument/2006/relationships/slide" Target="slides/slide92.xml"/>
<Relationship Id="rId100" Type="http://schemas.openxmlformats.org/officeDocument/2006/relationships/slide" Target="slides/slide93.xml"/>
<Relationship Id="rId101" Type="http://schemas.openxmlformats.org/officeDocument/2006/relationships/slide" Target="slides/slide94.xml"/>
<Relationship Id="rId102" Type="http://schemas.openxmlformats.org/officeDocument/2006/relationships/slide" Target="slides/slide95.xml"/>
<Relationship Id="rId103" Type="http://schemas.openxmlformats.org/officeDocument/2006/relationships/slide" Target="slides/slide96.xml"/>
<Relationship Id="rId104" Type="http://schemas.openxmlformats.org/officeDocument/2006/relationships/slide" Target="slides/slide97.xml"/>
<Relationship Id="rId105" Type="http://schemas.openxmlformats.org/officeDocument/2006/relationships/slide" Target="slides/slide98.xml"/>
<Relationship Id="rId106" Type="http://schemas.openxmlformats.org/officeDocument/2006/relationships/slide" Target="slides/slide99.xml"/>
<Relationship Id="rId107" Type="http://schemas.openxmlformats.org/officeDocument/2006/relationships/slide" Target="slides/slide100.xml"/>
<Relationship Id="rId108" Type="http://schemas.openxmlformats.org/officeDocument/2006/relationships/slide" Target="slides/slide101.xml"/>
<Relationship Id="rId109" Type="http://schemas.openxmlformats.org/officeDocument/2006/relationships/slide" Target="slides/slide102.xml"/>
<Relationship Id="rId110" Type="http://schemas.openxmlformats.org/officeDocument/2006/relationships/slide" Target="slides/slide103.xml"/>
<Relationship Id="rId111" Type="http://schemas.openxmlformats.org/officeDocument/2006/relationships/slide" Target="slides/slide104.xml"/>
<Relationship Id="rId112" Type="http://schemas.openxmlformats.org/officeDocument/2006/relationships/slide" Target="slides/slide105.xml"/>
<Relationship Id="rId113" Type="http://schemas.openxmlformats.org/officeDocument/2006/relationships/slide" Target="slides/slide106.xml"/>
<Relationship Id="rId114" Type="http://schemas.openxmlformats.org/officeDocument/2006/relationships/slide" Target="slides/slide107.xml"/>
<Relationship Id="rId115" Type="http://schemas.openxmlformats.org/officeDocument/2006/relationships/slide" Target="slides/slide108.xml"/>
<Relationship Id="rId116" Type="http://schemas.openxmlformats.org/officeDocument/2006/relationships/slide" Target="slides/slide109.xml"/>
<Relationship Id="rId117" Type="http://schemas.openxmlformats.org/officeDocument/2006/relationships/slide" Target="slides/slide110.xml"/>
<Relationship Id="rId118" Type="http://schemas.openxmlformats.org/officeDocument/2006/relationships/slide" Target="slides/slide111.xml"/>
<Relationship Id="rId119" Type="http://schemas.openxmlformats.org/officeDocument/2006/relationships/slide" Target="slides/slide112.xml"/>
<Relationship Id="rId120" Type="http://schemas.openxmlformats.org/officeDocument/2006/relationships/slide" Target="slides/slide113.xml"/>
<Relationship Id="rId121" Type="http://schemas.openxmlformats.org/officeDocument/2006/relationships/slide" Target="slides/slide114.xml"/>
<Relationship Id="rId122" Type="http://schemas.openxmlformats.org/officeDocument/2006/relationships/slide" Target="slides/slide115.xml"/>
<Relationship Id="rId123" Type="http://schemas.openxmlformats.org/officeDocument/2006/relationships/slide" Target="slides/slide116.xml"/>
<Relationship Id="rId124" Type="http://schemas.openxmlformats.org/officeDocument/2006/relationships/slide" Target="slides/slide117.xml"/>
<Relationship Id="rId125" Type="http://schemas.openxmlformats.org/officeDocument/2006/relationships/slide" Target="slides/slide118.xml"/>
<Relationship Id="rId126" Type="http://schemas.openxmlformats.org/officeDocument/2006/relationships/slide" Target="slides/slide119.xml"/>
<Relationship Id="rId127" Type="http://schemas.openxmlformats.org/officeDocument/2006/relationships/slide" Target="slides/slide120.xml"/>
<Relationship Id="rId128" Type="http://schemas.openxmlformats.org/officeDocument/2006/relationships/slide" Target="slides/slide121.xml"/>
<Relationship Id="rId129" Type="http://schemas.openxmlformats.org/officeDocument/2006/relationships/slide" Target="slides/slide122.xml"/>
<Relationship Id="rId130" Type="http://schemas.openxmlformats.org/officeDocument/2006/relationships/slide" Target="slides/slide123.xml"/>
<Relationship Id="rId131" Type="http://schemas.openxmlformats.org/officeDocument/2006/relationships/slide" Target="slides/slide124.xml"/>
<Relationship Id="rId132" Type="http://schemas.openxmlformats.org/officeDocument/2006/relationships/slide" Target="slides/slide125.xml"/>
<Relationship Id="rId133" Type="http://schemas.openxmlformats.org/officeDocument/2006/relationships/slide" Target="slides/slide126.xml"/>
<Relationship Id="rId134" Type="http://schemas.openxmlformats.org/officeDocument/2006/relationships/slide" Target="slides/slide127.xml"/>
<Relationship Id="rId135" Type="http://schemas.openxmlformats.org/officeDocument/2006/relationships/slide" Target="slides/slide128.xml"/>
<Relationship Id="rId136" Type="http://schemas.openxmlformats.org/officeDocument/2006/relationships/slide" Target="slides/slide129.xml"/>
<Relationship Id="rId137" Type="http://schemas.openxmlformats.org/officeDocument/2006/relationships/slide" Target="slides/slide130.xml"/>
<Relationship Id="rId138" Type="http://schemas.openxmlformats.org/officeDocument/2006/relationships/slide" Target="slides/slide131.xml"/>
<Relationship Id="rId139" Type="http://schemas.openxmlformats.org/officeDocument/2006/relationships/slide" Target="slides/slide132.xml"/>
<Relationship Id="rId140" Type="http://schemas.openxmlformats.org/officeDocument/2006/relationships/slide" Target="slides/slide133.xml"/>
<Relationship Id="rId141" Type="http://schemas.openxmlformats.org/officeDocument/2006/relationships/slide" Target="slides/slide134.xml"/>
<Relationship Id="rId142" Type="http://schemas.openxmlformats.org/officeDocument/2006/relationships/slide" Target="slides/slide135.xml"/>
<Relationship Id="rId143" Type="http://schemas.openxmlformats.org/officeDocument/2006/relationships/slide" Target="slides/slide136.xml"/>
<Relationship Id="rId144" Type="http://schemas.openxmlformats.org/officeDocument/2006/relationships/slide" Target="slides/slide137.xml"/>
<Relationship Id="rId145" Type="http://schemas.openxmlformats.org/officeDocument/2006/relationships/slide" Target="slides/slide138.xml"/>
<Relationship Id="rId146" Type="http://schemas.openxmlformats.org/officeDocument/2006/relationships/slide" Target="slides/slide139.xml"/>
<Relationship Id="rId147" Type="http://schemas.openxmlformats.org/officeDocument/2006/relationships/slide" Target="slides/slide140.xml"/>
<Relationship Id="rId148" Type="http://schemas.openxmlformats.org/officeDocument/2006/relationships/slide" Target="slides/slide141.xml"/>
<Relationship Id="rId149" Type="http://schemas.openxmlformats.org/officeDocument/2006/relationships/slide" Target="slides/slide142.xml"/>
<Relationship Id="rId150" Type="http://schemas.openxmlformats.org/officeDocument/2006/relationships/slide" Target="slides/slide143.xml"/>
<Relationship Id="rId151" Type="http://schemas.openxmlformats.org/officeDocument/2006/relationships/slide" Target="slides/slide144.xml"/>
<Relationship Id="rId152" Type="http://schemas.openxmlformats.org/officeDocument/2006/relationships/slide" Target="slides/slide145.xml"/>
<Relationship Id="rId153" Type="http://schemas.openxmlformats.org/officeDocument/2006/relationships/slide" Target="slides/slide146.xml"/>
<Relationship Id="rId154" Type="http://schemas.openxmlformats.org/officeDocument/2006/relationships/slide" Target="slides/slide147.xml"/>
<Relationship Id="rId155" Type="http://schemas.openxmlformats.org/officeDocument/2006/relationships/slide" Target="slides/slide148.xml"/>
<Relationship Id="rId156" Type="http://schemas.openxmlformats.org/officeDocument/2006/relationships/slide" Target="slides/slide149.xml"/>
<Relationship Id="rId157" Type="http://schemas.openxmlformats.org/officeDocument/2006/relationships/slide" Target="slides/slide150.xml"/>
<Relationship Id="rId158" Type="http://schemas.openxmlformats.org/officeDocument/2006/relationships/slide" Target="slides/slide151.xml"/>
<Relationship Id="rId159" Type="http://schemas.openxmlformats.org/officeDocument/2006/relationships/slide" Target="slides/slide152.xml"/>
<Relationship Id="rId160" Type="http://schemas.openxmlformats.org/officeDocument/2006/relationships/slide" Target="slides/slide153.xml"/>
<Relationship Id="rId161" Type="http://schemas.openxmlformats.org/officeDocument/2006/relationships/slide" Target="slides/slide154.xml"/>
<Relationship Id="rId162" Type="http://schemas.openxmlformats.org/officeDocument/2006/relationships/slide" Target="slides/slide155.xml"/>
<Relationship Id="rId163" Type="http://schemas.openxmlformats.org/officeDocument/2006/relationships/slide" Target="slides/slide156.xml"/>
<Relationship Id="rId164" Type="http://schemas.openxmlformats.org/officeDocument/2006/relationships/slide" Target="slides/slide157.xml"/>
<Relationship Id="rId165" Type="http://schemas.openxmlformats.org/officeDocument/2006/relationships/slide" Target="slides/slide158.xml"/>
<Relationship Id="rId166" Type="http://schemas.openxmlformats.org/officeDocument/2006/relationships/slide" Target="slides/slide159.xml"/>
<Relationship Id="rId167" Type="http://schemas.openxmlformats.org/officeDocument/2006/relationships/slide" Target="slides/slide160.xml"/>
<Relationship Id="rId168" Type="http://schemas.openxmlformats.org/officeDocument/2006/relationships/slide" Target="slides/slide161.xml"/>
<Relationship Id="rId169" Type="http://schemas.openxmlformats.org/officeDocument/2006/relationships/slide" Target="slides/slide162.xml"/>
<Relationship Id="rId170" Type="http://schemas.openxmlformats.org/officeDocument/2006/relationships/slide" Target="slides/slide163.xml"/>
<Relationship Id="rId171" Type="http://schemas.openxmlformats.org/officeDocument/2006/relationships/slide" Target="slides/slide164.xml"/>
<Relationship Id="rId172" Type="http://schemas.openxmlformats.org/officeDocument/2006/relationships/slide" Target="slides/slide165.xml"/>
<Relationship Id="rId173" Type="http://schemas.openxmlformats.org/officeDocument/2006/relationships/slide" Target="slides/slide166.xml"/>
<Relationship Id="rId174" Type="http://schemas.openxmlformats.org/officeDocument/2006/relationships/slide" Target="slides/slide167.xml"/>
<Relationship Id="rId175" Type="http://schemas.openxmlformats.org/officeDocument/2006/relationships/slide" Target="slides/slide168.xml"/>
<Relationship Id="rId176" Type="http://schemas.openxmlformats.org/officeDocument/2006/relationships/slide" Target="slides/slide169.xml"/>
<Relationship Id="rId177" Type="http://schemas.openxmlformats.org/officeDocument/2006/relationships/slide" Target="slides/slide170.xml"/>
<Relationship Id="rId178" Type="http://schemas.openxmlformats.org/officeDocument/2006/relationships/slide" Target="slides/slide171.xml"/>
<Relationship Id="rId179" Type="http://schemas.openxmlformats.org/officeDocument/2006/relationships/slide" Target="slides/slide172.xml"/>
<Relationship Id="rId180" Type="http://schemas.openxmlformats.org/officeDocument/2006/relationships/slide" Target="slides/slide173.xml"/>
<Relationship Id="rId181" Type="http://schemas.openxmlformats.org/officeDocument/2006/relationships/slide" Target="slides/slide174.xml"/>
<Relationship Id="rId182" Type="http://schemas.openxmlformats.org/officeDocument/2006/relationships/slide" Target="slides/slide175.xml"/>
</Relationships>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2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3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568aae70cf7df42a1d77570707e75043383d66.png"/>
</Relationships>

</file>

<file path=ppt/slides/_rels/slide4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4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5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6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6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7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7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7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7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7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7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7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7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7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7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8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8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8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8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8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8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8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8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8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8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9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9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9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9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9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9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9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9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9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9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0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0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0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0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0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0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0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0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0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0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1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1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9033bf980fbd3c6e73aa5bb87db34cd08c63d9.png"/>
</Relationships>

</file>

<file path=ppt/slides/_rels/slide12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9033bf980fbd3c6e73aa5bb87db34cd08c63d9.png"/>
</Relationships>

</file>

<file path=ppt/slides/_rels/slide12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9033bf980fbd3c6e73aa5bb87db34cd08c63d9.png"/>
</Relationships>

</file>

<file path=ppt/slides/_rels/slide12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2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2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2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9033bf980fbd3c6e73aa5bb87db34cd08c63d9.png"/>
</Relationships>

</file>

<file path=ppt/slides/_rels/slide12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9033bf980fbd3c6e73aa5bb87db34cd08c63d9.png"/>
</Relationships>

</file>

<file path=ppt/slides/_rels/slide12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9033bf980fbd3c6e73aa5bb87db34cd08c63d9.png"/>
</Relationships>

</file>

<file path=ppt/slides/_rels/slide12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9033bf980fbd3c6e73aa5bb87db34cd08c63d9.png"/>
</Relationships>

</file>

<file path=ppt/slides/_rels/slide12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9033bf980fbd3c6e73aa5bb87db34cd08c63d9.png"/>
</Relationships>

</file>

<file path=ppt/slides/_rels/slide13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4f9033bf980fbd3c6e73aa5bb87db34cd08c63d9.png"/>
</Relationships>

</file>

<file path=ppt/slides/_rels/slide13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3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3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3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3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3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3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3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3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4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4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4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4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4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4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226d85899ebf38274c8ed2927bbb98d9b267e15d.png"/>
</Relationships>

</file>

<file path=ppt/slides/_rels/slide14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4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5409cffef7e4be05fdb49609520bdeb05083b574.png"/>
</Relationships>

</file>

<file path=ppt/slides/_rels/slide14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4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5409cffef7e4be05fdb49609520bdeb05083b574.png"/>
</Relationships>

</file>

<file path=ppt/slides/_rels/slide15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5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6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5409cffef7e4be05fdb49609520bdeb05083b574.png"/>
</Relationships>

</file>

<file path=ppt/slides/_rels/slide16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6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6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6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6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66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67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68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Relationship Id="rId2" Type="http://schemas.openxmlformats.org/officeDocument/2006/relationships/image" Target="../media/5409cffef7e4be05fdb49609520bdeb05083b574.png"/>
</Relationships>

</file>

<file path=ppt/slides/_rels/slide169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70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7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72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73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74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_rels/slide175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2.xml"/>
</Relationships>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Seksjon: Data completeness og issues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r>
              <a:rPr/>
              <a:t>Datakompletthet, kvalitetsavvik og standardisert pasientmetadata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860502"/>
                <a:gridCol w="843107"/>
                <a:gridCol w="1200474"/>
                <a:gridCol w="889696"/>
                <a:gridCol w="998359"/>
                <a:gridCol w="835672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column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class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non_missing_n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missing_n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missing_pct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unique_n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628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prove_tatt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Date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858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8.92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191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month_year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858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8.92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week_year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numeric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858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8.92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year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numeric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858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8.92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prove_kategori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858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8.92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ngs_sekvens_resultat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858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8.92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53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nc_ha_clade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858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8.92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53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pasient_alder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numeric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942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pasient_aldersgruppe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942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53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pasient_status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942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53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pasient_landsdel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942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pasient_fylke_name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942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tessy_reportable_variable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942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53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nc_ha_subclade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character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942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Datakompletthet for standardiserte pasientmetadata-kolonner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806205"/>
                <a:gridCol w="594744"/>
              </a:tblGrid>
              <a:tr h="362411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metric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value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duplicate_key_n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missing_prove_tatt_n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241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future_prove_tatt_n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missing_pasient_alder_n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94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pasient_alder_lt_0_n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058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pasient_alder_gt_110_n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QC-avvik for pasientmetadata og dekning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Seksjon: GISAID-submisjon per run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r>
              <a:rPr/>
              <a:t>Siste 12 relevante runs, ett gen per lysbildesett, status basert på gen-spesifikk GISAID-ID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874280"/>
                <a:gridCol w="936354"/>
                <a:gridCol w="1262616"/>
                <a:gridCol w="1371347"/>
                <a:gridCol w="1021825"/>
                <a:gridCol w="1293721"/>
                <a:gridCol w="1130488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run_id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n_samples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median_coverage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submitted_n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not_submitted_n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submitted_pct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94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INF100_1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98.8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97.3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89.5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84.4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16.9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GISAID-submisjonssammendrag - HA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4800050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4022006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3243961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465917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5189073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92116" y="4411028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92116" y="3632984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92116" y="2854939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92116" y="2076894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9546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0105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0664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1223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41782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9234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42900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93459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4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59457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45136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695695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67954" y="2076894"/>
              <a:ext cx="455030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673543" y="2076894"/>
              <a:ext cx="455030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2179133" y="2076894"/>
              <a:ext cx="455030" cy="302918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179133" y="5106081"/>
              <a:ext cx="455030" cy="82991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684722" y="2076894"/>
              <a:ext cx="455030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190312" y="2076894"/>
              <a:ext cx="455030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695901" y="2076894"/>
              <a:ext cx="455030" cy="306641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695901" y="5143305"/>
              <a:ext cx="455030" cy="4576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201490" y="2076894"/>
              <a:ext cx="455030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707080" y="2076894"/>
              <a:ext cx="455030" cy="306641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4707080" y="5143305"/>
              <a:ext cx="455030" cy="4576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5212669" y="2076894"/>
              <a:ext cx="455030" cy="278458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5212669" y="4861475"/>
              <a:ext cx="455030" cy="32759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5718259" y="2076894"/>
              <a:ext cx="455030" cy="52494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5718259" y="2601840"/>
              <a:ext cx="455030" cy="258723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6223848" y="2076894"/>
              <a:ext cx="455030" cy="307422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6223848" y="5151119"/>
              <a:ext cx="455030" cy="3795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6729437" y="2076894"/>
              <a:ext cx="455030" cy="262716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6729437" y="4704058"/>
              <a:ext cx="455030" cy="48501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tx45"/>
            <p:cNvSpPr/>
            <p:nvPr/>
          </p:nvSpPr>
          <p:spPr>
            <a:xfrm>
              <a:off x="1236684" y="359681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1742273" y="359681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2233827" y="355532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2261944" y="5111412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%=2.7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2753452" y="359681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3259041" y="359681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3750595" y="357393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%=98.5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778712" y="5130024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%=1.5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4270220" y="359681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4761773" y="357393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%=98.5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4789891" y="5130024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%=1.5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5267363" y="343302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%=89.5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5267363" y="498910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%=10.5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5772952" y="230320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%=16.9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5772952" y="385929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%=83.1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6278542" y="357784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%=98.8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6306659" y="5133931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%=1.2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6784131" y="335431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%=84.4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784131" y="4910401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%=15.6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847770" y="5145456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780013" y="436741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780013" y="358936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780013" y="281132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712256" y="203327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108531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159090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209649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260208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2992004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36132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411885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462444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51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56356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614120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664679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3799250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82" name="tx82"/>
            <p:cNvSpPr/>
            <p:nvPr/>
          </p:nvSpPr>
          <p:spPr>
            <a:xfrm rot="-5400000">
              <a:off x="253126" y="3578394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7488052" y="3320980"/>
              <a:ext cx="97420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GISAID-status</a:t>
              </a:r>
            </a:p>
          </p:txBody>
        </p:sp>
        <p:sp>
          <p:nvSpPr>
            <p:cNvPr id="84" name="rc84"/>
            <p:cNvSpPr/>
            <p:nvPr/>
          </p:nvSpPr>
          <p:spPr>
            <a:xfrm>
              <a:off x="7497870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7497870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tx86"/>
            <p:cNvSpPr/>
            <p:nvPr/>
          </p:nvSpPr>
          <p:spPr>
            <a:xfrm>
              <a:off x="7783424" y="3588188"/>
              <a:ext cx="5484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Submitted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7783424" y="3807644"/>
              <a:ext cx="75154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submitted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1092116" y="1676115"/>
              <a:ext cx="3047878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GISAID-submisjon per run andel - HA</a:t>
              </a:r>
            </a:p>
          </p:txBody>
        </p:sp>
      </p:grpSp>
      <p:sp>
        <p:nvSpPr>
          <p:cNvPr id="8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 per run andel - HA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4814111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4064189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3314267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64344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5189073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6094" y="4439150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16094" y="3689228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16094" y="2939305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16094" y="2189383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22810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74812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26813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78815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308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8281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3482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8682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38824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590826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42827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694829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994096" y="2414360"/>
              <a:ext cx="468015" cy="277471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514114" y="2301871"/>
              <a:ext cx="468015" cy="288720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2034131" y="2376863"/>
              <a:ext cx="468015" cy="273721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034131" y="5114080"/>
              <a:ext cx="468015" cy="7499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554149" y="2451856"/>
              <a:ext cx="468015" cy="273721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074166" y="4814111"/>
              <a:ext cx="468015" cy="37496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594183" y="2639336"/>
              <a:ext cx="468015" cy="251224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594183" y="5151577"/>
              <a:ext cx="468015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114201" y="2226879"/>
              <a:ext cx="468015" cy="296219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634218" y="2639336"/>
              <a:ext cx="468015" cy="251224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4634218" y="5151577"/>
              <a:ext cx="468015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5154236" y="2339367"/>
              <a:ext cx="468015" cy="254973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5154236" y="4889104"/>
              <a:ext cx="468015" cy="29996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5674253" y="2076894"/>
              <a:ext cx="468015" cy="52494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5674253" y="2601840"/>
              <a:ext cx="468015" cy="258723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6194271" y="2114391"/>
              <a:ext cx="468015" cy="303718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6194271" y="5151577"/>
              <a:ext cx="468015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6714288" y="2301871"/>
              <a:ext cx="468015" cy="243724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6714288" y="4739119"/>
              <a:ext cx="468015" cy="44995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tx45"/>
            <p:cNvSpPr/>
            <p:nvPr/>
          </p:nvSpPr>
          <p:spPr>
            <a:xfrm>
              <a:off x="1114261" y="376555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1634279" y="370930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n=77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2154296" y="370930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n=73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2182414" y="5115412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2674314" y="378430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n=73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3194331" y="496542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n=10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3714348" y="385929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n=67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742466" y="513416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4234366" y="367181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n=79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4754383" y="385929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n=67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4782501" y="513416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5274401" y="357807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5302519" y="5002924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5794418" y="230320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n=14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5794418" y="385929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6314436" y="359681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n=81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6342553" y="513416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6834453" y="348433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n=65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834453" y="492793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n=12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780013" y="5145456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712256" y="439553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712256" y="364561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712256" y="289568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712256" y="214576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80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91795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143796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195798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247800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2882351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35180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40380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45580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507809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559810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611812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663814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371123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82" name="tx82"/>
            <p:cNvSpPr/>
            <p:nvPr/>
          </p:nvSpPr>
          <p:spPr>
            <a:xfrm rot="-5400000">
              <a:off x="282798" y="3578394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7488052" y="3320980"/>
              <a:ext cx="97420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GISAID-status</a:t>
              </a:r>
            </a:p>
          </p:txBody>
        </p:sp>
        <p:sp>
          <p:nvSpPr>
            <p:cNvPr id="84" name="rc84"/>
            <p:cNvSpPr/>
            <p:nvPr/>
          </p:nvSpPr>
          <p:spPr>
            <a:xfrm>
              <a:off x="7497870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7497870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tx86"/>
            <p:cNvSpPr/>
            <p:nvPr/>
          </p:nvSpPr>
          <p:spPr>
            <a:xfrm>
              <a:off x="7783424" y="3588188"/>
              <a:ext cx="5484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Submitted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7783424" y="3807644"/>
              <a:ext cx="75154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submitted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916094" y="1676115"/>
              <a:ext cx="3037545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GISAID-submisjon per run antall - HA</a:t>
              </a:r>
            </a:p>
          </p:txBody>
        </p:sp>
      </p:grpSp>
      <p:sp>
        <p:nvSpPr>
          <p:cNvPr id="8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 per run antall - HA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17684" y="5044265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17684" y="3857317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17684" y="2670369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17684" y="4450791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17684" y="3263843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17684" y="207689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34159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88145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4213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961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50103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40408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458075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51206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566046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62003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67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728004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g25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g29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g33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g37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350103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350103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g41"/>
            <p:cNvSpPr/>
            <p:nvPr/>
          </p:nvSpPr>
          <p:spPr>
            <a:xfrm>
              <a:off x="329858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29858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g45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g49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g53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g57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g61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g65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g69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1" name="pt71"/>
            <p:cNvSpPr/>
            <p:nvPr/>
          </p:nvSpPr>
          <p:spPr>
            <a:xfrm>
              <a:off x="12660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2"/>
            <p:cNvSpPr/>
            <p:nvPr/>
          </p:nvSpPr>
          <p:spPr>
            <a:xfrm>
              <a:off x="14212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3"/>
            <p:cNvSpPr/>
            <p:nvPr/>
          </p:nvSpPr>
          <p:spPr>
            <a:xfrm>
              <a:off x="12166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13678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14103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13165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12388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12737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13641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12695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12230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12606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14170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12379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12148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13416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12156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12080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13833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12586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12135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12599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13369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13149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5"/>
            <p:cNvSpPr/>
            <p:nvPr/>
          </p:nvSpPr>
          <p:spPr>
            <a:xfrm>
              <a:off x="12914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6"/>
            <p:cNvSpPr/>
            <p:nvPr/>
          </p:nvSpPr>
          <p:spPr>
            <a:xfrm>
              <a:off x="13492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7"/>
            <p:cNvSpPr/>
            <p:nvPr/>
          </p:nvSpPr>
          <p:spPr>
            <a:xfrm>
              <a:off x="13855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12424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9"/>
            <p:cNvSpPr/>
            <p:nvPr/>
          </p:nvSpPr>
          <p:spPr>
            <a:xfrm>
              <a:off x="14044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100"/>
            <p:cNvSpPr/>
            <p:nvPr/>
          </p:nvSpPr>
          <p:spPr>
            <a:xfrm>
              <a:off x="12109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14121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2"/>
            <p:cNvSpPr/>
            <p:nvPr/>
          </p:nvSpPr>
          <p:spPr>
            <a:xfrm>
              <a:off x="13911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3"/>
            <p:cNvSpPr/>
            <p:nvPr/>
          </p:nvSpPr>
          <p:spPr>
            <a:xfrm>
              <a:off x="12299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14134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5"/>
            <p:cNvSpPr/>
            <p:nvPr/>
          </p:nvSpPr>
          <p:spPr>
            <a:xfrm>
              <a:off x="12100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6"/>
            <p:cNvSpPr/>
            <p:nvPr/>
          </p:nvSpPr>
          <p:spPr>
            <a:xfrm>
              <a:off x="14068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7"/>
            <p:cNvSpPr/>
            <p:nvPr/>
          </p:nvSpPr>
          <p:spPr>
            <a:xfrm>
              <a:off x="12192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8"/>
            <p:cNvSpPr/>
            <p:nvPr/>
          </p:nvSpPr>
          <p:spPr>
            <a:xfrm>
              <a:off x="12663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9"/>
            <p:cNvSpPr/>
            <p:nvPr/>
          </p:nvSpPr>
          <p:spPr>
            <a:xfrm>
              <a:off x="14156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10"/>
            <p:cNvSpPr/>
            <p:nvPr/>
          </p:nvSpPr>
          <p:spPr>
            <a:xfrm>
              <a:off x="12487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1"/>
            <p:cNvSpPr/>
            <p:nvPr/>
          </p:nvSpPr>
          <p:spPr>
            <a:xfrm>
              <a:off x="13305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2"/>
            <p:cNvSpPr/>
            <p:nvPr/>
          </p:nvSpPr>
          <p:spPr>
            <a:xfrm>
              <a:off x="14075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13744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14035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13874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13668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12541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12655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12721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12568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13625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12818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12510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13576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12605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13805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12299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12675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12782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12807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13680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12216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12136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13943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13078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12591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12926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14158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12385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12924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13710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14107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13556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13731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23946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18411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18786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19520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18708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18539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17947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19146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19339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18361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18203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18106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19317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18546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17502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19096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18310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18544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18906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19060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18726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19179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19529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19328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19198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17708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18242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17838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18354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17851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18636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17490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17984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17530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18789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18580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19525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19350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17480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18934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18246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17673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18966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18092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18914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18317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19445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17532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17830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19260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23378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17481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18744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19355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18680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19520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18288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18411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19533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18527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17553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17850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19250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19036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18730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18901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19428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19477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17992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19274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18894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19426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18065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18124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19524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18140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17989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17855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19509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23113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22968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22880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23279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23752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24912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23482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24951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24843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24629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23855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23113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24574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23868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23339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23867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23809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23477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24425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24512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24612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24497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24748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23469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23009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23213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24351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23907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23087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23886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22892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24577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23381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24312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24749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22870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24174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28501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23190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23924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2450576" y="5162483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23997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23560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23412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23716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23552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24655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24394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24747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23679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28732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24428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24248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23501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29731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23616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24441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28928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29422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23588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24718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24055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24779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23920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23493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24783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23650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24691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23203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23968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29940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29506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29718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29655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23046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24578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24695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28955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24073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24565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24477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23872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29045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28339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23499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29764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29892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29946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28876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28371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28927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28919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29818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29256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29064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30388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29565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29733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28990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29354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29717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29399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28615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28762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28792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29404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28692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29742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29903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29554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28905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29857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29122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30196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30347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28326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29528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28980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29854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28504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28391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29679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30161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29870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28575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30255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29713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28659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29534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28765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30109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29783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28691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28599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3543955" y="206454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28864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28463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28532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29588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29138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29048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30286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28438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28914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30284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29745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41064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40425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39936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39566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39781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40062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34222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28525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40855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33679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40949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40388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39550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40534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40495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41150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40978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39531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39489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40561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39200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40320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3476967" y="219036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39965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39990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40310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40469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39079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40775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39815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39893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40974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39482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34923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39434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39181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40915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40248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39960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33807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40037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35051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40904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40875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39555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39074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34743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40083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40108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39625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40858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40674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40219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34164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33982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39723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39956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39392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40716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40510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40200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39388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40543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40917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40027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40600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41010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41066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39533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39416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40775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41179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40832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39173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39304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40852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39242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40074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45471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45207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45031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45921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2"/>
            <p:cNvSpPr/>
            <p:nvPr/>
          </p:nvSpPr>
          <p:spPr>
            <a:xfrm>
              <a:off x="44841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3"/>
            <p:cNvSpPr/>
            <p:nvPr/>
          </p:nvSpPr>
          <p:spPr>
            <a:xfrm>
              <a:off x="46328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4"/>
            <p:cNvSpPr/>
            <p:nvPr/>
          </p:nvSpPr>
          <p:spPr>
            <a:xfrm>
              <a:off x="44534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5"/>
            <p:cNvSpPr/>
            <p:nvPr/>
          </p:nvSpPr>
          <p:spPr>
            <a:xfrm>
              <a:off x="46322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6"/>
            <p:cNvSpPr/>
            <p:nvPr/>
          </p:nvSpPr>
          <p:spPr>
            <a:xfrm>
              <a:off x="45633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7"/>
            <p:cNvSpPr/>
            <p:nvPr/>
          </p:nvSpPr>
          <p:spPr>
            <a:xfrm>
              <a:off x="45715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8"/>
            <p:cNvSpPr/>
            <p:nvPr/>
          </p:nvSpPr>
          <p:spPr>
            <a:xfrm>
              <a:off x="45782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9"/>
            <p:cNvSpPr/>
            <p:nvPr/>
          </p:nvSpPr>
          <p:spPr>
            <a:xfrm>
              <a:off x="45198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60"/>
            <p:cNvSpPr/>
            <p:nvPr/>
          </p:nvSpPr>
          <p:spPr>
            <a:xfrm>
              <a:off x="46595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1"/>
            <p:cNvSpPr/>
            <p:nvPr/>
          </p:nvSpPr>
          <p:spPr>
            <a:xfrm>
              <a:off x="44955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2"/>
            <p:cNvSpPr/>
            <p:nvPr/>
          </p:nvSpPr>
          <p:spPr>
            <a:xfrm>
              <a:off x="45000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3"/>
            <p:cNvSpPr/>
            <p:nvPr/>
          </p:nvSpPr>
          <p:spPr>
            <a:xfrm>
              <a:off x="46580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4"/>
            <p:cNvSpPr/>
            <p:nvPr/>
          </p:nvSpPr>
          <p:spPr>
            <a:xfrm>
              <a:off x="45376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5"/>
            <p:cNvSpPr/>
            <p:nvPr/>
          </p:nvSpPr>
          <p:spPr>
            <a:xfrm>
              <a:off x="46464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6"/>
            <p:cNvSpPr/>
            <p:nvPr/>
          </p:nvSpPr>
          <p:spPr>
            <a:xfrm>
              <a:off x="44469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7"/>
            <p:cNvSpPr/>
            <p:nvPr/>
          </p:nvSpPr>
          <p:spPr>
            <a:xfrm>
              <a:off x="45864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8"/>
            <p:cNvSpPr/>
            <p:nvPr/>
          </p:nvSpPr>
          <p:spPr>
            <a:xfrm>
              <a:off x="44964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9"/>
            <p:cNvSpPr/>
            <p:nvPr/>
          </p:nvSpPr>
          <p:spPr>
            <a:xfrm>
              <a:off x="45867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70"/>
            <p:cNvSpPr/>
            <p:nvPr/>
          </p:nvSpPr>
          <p:spPr>
            <a:xfrm>
              <a:off x="45584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1"/>
            <p:cNvSpPr/>
            <p:nvPr/>
          </p:nvSpPr>
          <p:spPr>
            <a:xfrm>
              <a:off x="45208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2"/>
            <p:cNvSpPr/>
            <p:nvPr/>
          </p:nvSpPr>
          <p:spPr>
            <a:xfrm>
              <a:off x="45539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3"/>
            <p:cNvSpPr/>
            <p:nvPr/>
          </p:nvSpPr>
          <p:spPr>
            <a:xfrm>
              <a:off x="46333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4"/>
            <p:cNvSpPr/>
            <p:nvPr/>
          </p:nvSpPr>
          <p:spPr>
            <a:xfrm>
              <a:off x="46392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5"/>
            <p:cNvSpPr/>
            <p:nvPr/>
          </p:nvSpPr>
          <p:spPr>
            <a:xfrm>
              <a:off x="46109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6"/>
            <p:cNvSpPr/>
            <p:nvPr/>
          </p:nvSpPr>
          <p:spPr>
            <a:xfrm>
              <a:off x="44693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7"/>
            <p:cNvSpPr/>
            <p:nvPr/>
          </p:nvSpPr>
          <p:spPr>
            <a:xfrm>
              <a:off x="45205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8"/>
            <p:cNvSpPr/>
            <p:nvPr/>
          </p:nvSpPr>
          <p:spPr>
            <a:xfrm>
              <a:off x="45026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9"/>
            <p:cNvSpPr/>
            <p:nvPr/>
          </p:nvSpPr>
          <p:spPr>
            <a:xfrm>
              <a:off x="465545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80"/>
            <p:cNvSpPr/>
            <p:nvPr/>
          </p:nvSpPr>
          <p:spPr>
            <a:xfrm>
              <a:off x="45411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450552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2"/>
            <p:cNvSpPr/>
            <p:nvPr/>
          </p:nvSpPr>
          <p:spPr>
            <a:xfrm>
              <a:off x="44974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3"/>
            <p:cNvSpPr/>
            <p:nvPr/>
          </p:nvSpPr>
          <p:spPr>
            <a:xfrm>
              <a:off x="46138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4"/>
            <p:cNvSpPr/>
            <p:nvPr/>
          </p:nvSpPr>
          <p:spPr>
            <a:xfrm>
              <a:off x="46288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5"/>
            <p:cNvSpPr/>
            <p:nvPr/>
          </p:nvSpPr>
          <p:spPr>
            <a:xfrm>
              <a:off x="45815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6"/>
            <p:cNvSpPr/>
            <p:nvPr/>
          </p:nvSpPr>
          <p:spPr>
            <a:xfrm>
              <a:off x="45248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7"/>
            <p:cNvSpPr/>
            <p:nvPr/>
          </p:nvSpPr>
          <p:spPr>
            <a:xfrm>
              <a:off x="46500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46325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9"/>
            <p:cNvSpPr/>
            <p:nvPr/>
          </p:nvSpPr>
          <p:spPr>
            <a:xfrm>
              <a:off x="45999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90"/>
            <p:cNvSpPr/>
            <p:nvPr/>
          </p:nvSpPr>
          <p:spPr>
            <a:xfrm>
              <a:off x="45325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1"/>
            <p:cNvSpPr/>
            <p:nvPr/>
          </p:nvSpPr>
          <p:spPr>
            <a:xfrm>
              <a:off x="44588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2"/>
            <p:cNvSpPr/>
            <p:nvPr/>
          </p:nvSpPr>
          <p:spPr>
            <a:xfrm>
              <a:off x="45589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3"/>
            <p:cNvSpPr/>
            <p:nvPr/>
          </p:nvSpPr>
          <p:spPr>
            <a:xfrm>
              <a:off x="44894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4"/>
            <p:cNvSpPr/>
            <p:nvPr/>
          </p:nvSpPr>
          <p:spPr>
            <a:xfrm>
              <a:off x="46301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5"/>
            <p:cNvSpPr/>
            <p:nvPr/>
          </p:nvSpPr>
          <p:spPr>
            <a:xfrm>
              <a:off x="46588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6"/>
            <p:cNvSpPr/>
            <p:nvPr/>
          </p:nvSpPr>
          <p:spPr>
            <a:xfrm>
              <a:off x="44875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7"/>
            <p:cNvSpPr/>
            <p:nvPr/>
          </p:nvSpPr>
          <p:spPr>
            <a:xfrm>
              <a:off x="45643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8"/>
            <p:cNvSpPr/>
            <p:nvPr/>
          </p:nvSpPr>
          <p:spPr>
            <a:xfrm>
              <a:off x="46525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9"/>
            <p:cNvSpPr/>
            <p:nvPr/>
          </p:nvSpPr>
          <p:spPr>
            <a:xfrm>
              <a:off x="45258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500"/>
            <p:cNvSpPr/>
            <p:nvPr/>
          </p:nvSpPr>
          <p:spPr>
            <a:xfrm>
              <a:off x="45481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1"/>
            <p:cNvSpPr/>
            <p:nvPr/>
          </p:nvSpPr>
          <p:spPr>
            <a:xfrm>
              <a:off x="46146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2"/>
            <p:cNvSpPr/>
            <p:nvPr/>
          </p:nvSpPr>
          <p:spPr>
            <a:xfrm>
              <a:off x="45428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3"/>
            <p:cNvSpPr/>
            <p:nvPr/>
          </p:nvSpPr>
          <p:spPr>
            <a:xfrm>
              <a:off x="44845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4"/>
            <p:cNvSpPr/>
            <p:nvPr/>
          </p:nvSpPr>
          <p:spPr>
            <a:xfrm>
              <a:off x="46591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5"/>
            <p:cNvSpPr/>
            <p:nvPr/>
          </p:nvSpPr>
          <p:spPr>
            <a:xfrm>
              <a:off x="46526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6"/>
            <p:cNvSpPr/>
            <p:nvPr/>
          </p:nvSpPr>
          <p:spPr>
            <a:xfrm>
              <a:off x="46510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7"/>
            <p:cNvSpPr/>
            <p:nvPr/>
          </p:nvSpPr>
          <p:spPr>
            <a:xfrm>
              <a:off x="458819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8"/>
            <p:cNvSpPr/>
            <p:nvPr/>
          </p:nvSpPr>
          <p:spPr>
            <a:xfrm>
              <a:off x="45774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9"/>
            <p:cNvSpPr/>
            <p:nvPr/>
          </p:nvSpPr>
          <p:spPr>
            <a:xfrm>
              <a:off x="45799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10"/>
            <p:cNvSpPr/>
            <p:nvPr/>
          </p:nvSpPr>
          <p:spPr>
            <a:xfrm>
              <a:off x="45892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1"/>
            <p:cNvSpPr/>
            <p:nvPr/>
          </p:nvSpPr>
          <p:spPr>
            <a:xfrm>
              <a:off x="44683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2"/>
            <p:cNvSpPr/>
            <p:nvPr/>
          </p:nvSpPr>
          <p:spPr>
            <a:xfrm>
              <a:off x="44633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3"/>
            <p:cNvSpPr/>
            <p:nvPr/>
          </p:nvSpPr>
          <p:spPr>
            <a:xfrm>
              <a:off x="45522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4"/>
            <p:cNvSpPr/>
            <p:nvPr/>
          </p:nvSpPr>
          <p:spPr>
            <a:xfrm>
              <a:off x="45462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5"/>
            <p:cNvSpPr/>
            <p:nvPr/>
          </p:nvSpPr>
          <p:spPr>
            <a:xfrm>
              <a:off x="45997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6"/>
            <p:cNvSpPr/>
            <p:nvPr/>
          </p:nvSpPr>
          <p:spPr>
            <a:xfrm>
              <a:off x="44916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7"/>
            <p:cNvSpPr/>
            <p:nvPr/>
          </p:nvSpPr>
          <p:spPr>
            <a:xfrm>
              <a:off x="45689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8"/>
            <p:cNvSpPr/>
            <p:nvPr/>
          </p:nvSpPr>
          <p:spPr>
            <a:xfrm>
              <a:off x="45169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9"/>
            <p:cNvSpPr/>
            <p:nvPr/>
          </p:nvSpPr>
          <p:spPr>
            <a:xfrm>
              <a:off x="45656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20"/>
            <p:cNvSpPr/>
            <p:nvPr/>
          </p:nvSpPr>
          <p:spPr>
            <a:xfrm>
              <a:off x="44810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1"/>
            <p:cNvSpPr/>
            <p:nvPr/>
          </p:nvSpPr>
          <p:spPr>
            <a:xfrm>
              <a:off x="45232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2"/>
            <p:cNvSpPr/>
            <p:nvPr/>
          </p:nvSpPr>
          <p:spPr>
            <a:xfrm>
              <a:off x="45669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3"/>
            <p:cNvSpPr/>
            <p:nvPr/>
          </p:nvSpPr>
          <p:spPr>
            <a:xfrm>
              <a:off x="46157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4"/>
            <p:cNvSpPr/>
            <p:nvPr/>
          </p:nvSpPr>
          <p:spPr>
            <a:xfrm>
              <a:off x="46505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5"/>
            <p:cNvSpPr/>
            <p:nvPr/>
          </p:nvSpPr>
          <p:spPr>
            <a:xfrm>
              <a:off x="45892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6"/>
            <p:cNvSpPr/>
            <p:nvPr/>
          </p:nvSpPr>
          <p:spPr>
            <a:xfrm>
              <a:off x="45279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7"/>
            <p:cNvSpPr/>
            <p:nvPr/>
          </p:nvSpPr>
          <p:spPr>
            <a:xfrm>
              <a:off x="50332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8"/>
            <p:cNvSpPr/>
            <p:nvPr/>
          </p:nvSpPr>
          <p:spPr>
            <a:xfrm>
              <a:off x="50669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9"/>
            <p:cNvSpPr/>
            <p:nvPr/>
          </p:nvSpPr>
          <p:spPr>
            <a:xfrm>
              <a:off x="49945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30"/>
            <p:cNvSpPr/>
            <p:nvPr/>
          </p:nvSpPr>
          <p:spPr>
            <a:xfrm>
              <a:off x="50225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1"/>
            <p:cNvSpPr/>
            <p:nvPr/>
          </p:nvSpPr>
          <p:spPr>
            <a:xfrm>
              <a:off x="51583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2"/>
            <p:cNvSpPr/>
            <p:nvPr/>
          </p:nvSpPr>
          <p:spPr>
            <a:xfrm>
              <a:off x="51752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3"/>
            <p:cNvSpPr/>
            <p:nvPr/>
          </p:nvSpPr>
          <p:spPr>
            <a:xfrm>
              <a:off x="502313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4"/>
            <p:cNvSpPr/>
            <p:nvPr/>
          </p:nvSpPr>
          <p:spPr>
            <a:xfrm>
              <a:off x="515982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5"/>
            <p:cNvSpPr/>
            <p:nvPr/>
          </p:nvSpPr>
          <p:spPr>
            <a:xfrm>
              <a:off x="5141821" y="248235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6"/>
            <p:cNvSpPr/>
            <p:nvPr/>
          </p:nvSpPr>
          <p:spPr>
            <a:xfrm>
              <a:off x="50257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7"/>
            <p:cNvSpPr/>
            <p:nvPr/>
          </p:nvSpPr>
          <p:spPr>
            <a:xfrm>
              <a:off x="50339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8"/>
            <p:cNvSpPr/>
            <p:nvPr/>
          </p:nvSpPr>
          <p:spPr>
            <a:xfrm>
              <a:off x="50777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9"/>
            <p:cNvSpPr/>
            <p:nvPr/>
          </p:nvSpPr>
          <p:spPr>
            <a:xfrm>
              <a:off x="50272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40"/>
            <p:cNvSpPr/>
            <p:nvPr/>
          </p:nvSpPr>
          <p:spPr>
            <a:xfrm>
              <a:off x="50702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1"/>
            <p:cNvSpPr/>
            <p:nvPr/>
          </p:nvSpPr>
          <p:spPr>
            <a:xfrm>
              <a:off x="50768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2"/>
            <p:cNvSpPr/>
            <p:nvPr/>
          </p:nvSpPr>
          <p:spPr>
            <a:xfrm>
              <a:off x="51925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3"/>
            <p:cNvSpPr/>
            <p:nvPr/>
          </p:nvSpPr>
          <p:spPr>
            <a:xfrm>
              <a:off x="51743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4"/>
            <p:cNvSpPr/>
            <p:nvPr/>
          </p:nvSpPr>
          <p:spPr>
            <a:xfrm>
              <a:off x="51055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5"/>
            <p:cNvSpPr/>
            <p:nvPr/>
          </p:nvSpPr>
          <p:spPr>
            <a:xfrm>
              <a:off x="51525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6"/>
            <p:cNvSpPr/>
            <p:nvPr/>
          </p:nvSpPr>
          <p:spPr>
            <a:xfrm>
              <a:off x="51915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7"/>
            <p:cNvSpPr/>
            <p:nvPr/>
          </p:nvSpPr>
          <p:spPr>
            <a:xfrm>
              <a:off x="50483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8"/>
            <p:cNvSpPr/>
            <p:nvPr/>
          </p:nvSpPr>
          <p:spPr>
            <a:xfrm>
              <a:off x="50032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9"/>
            <p:cNvSpPr/>
            <p:nvPr/>
          </p:nvSpPr>
          <p:spPr>
            <a:xfrm>
              <a:off x="51144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50"/>
            <p:cNvSpPr/>
            <p:nvPr/>
          </p:nvSpPr>
          <p:spPr>
            <a:xfrm>
              <a:off x="51375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1"/>
            <p:cNvSpPr/>
            <p:nvPr/>
          </p:nvSpPr>
          <p:spPr>
            <a:xfrm>
              <a:off x="51119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2"/>
            <p:cNvSpPr/>
            <p:nvPr/>
          </p:nvSpPr>
          <p:spPr>
            <a:xfrm>
              <a:off x="51179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3"/>
            <p:cNvSpPr/>
            <p:nvPr/>
          </p:nvSpPr>
          <p:spPr>
            <a:xfrm>
              <a:off x="50977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4"/>
            <p:cNvSpPr/>
            <p:nvPr/>
          </p:nvSpPr>
          <p:spPr>
            <a:xfrm>
              <a:off x="51515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5"/>
            <p:cNvSpPr/>
            <p:nvPr/>
          </p:nvSpPr>
          <p:spPr>
            <a:xfrm>
              <a:off x="51573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6"/>
            <p:cNvSpPr/>
            <p:nvPr/>
          </p:nvSpPr>
          <p:spPr>
            <a:xfrm>
              <a:off x="51141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7"/>
            <p:cNvSpPr/>
            <p:nvPr/>
          </p:nvSpPr>
          <p:spPr>
            <a:xfrm>
              <a:off x="51187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8"/>
            <p:cNvSpPr/>
            <p:nvPr/>
          </p:nvSpPr>
          <p:spPr>
            <a:xfrm>
              <a:off x="51390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9"/>
            <p:cNvSpPr/>
            <p:nvPr/>
          </p:nvSpPr>
          <p:spPr>
            <a:xfrm>
              <a:off x="50449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60"/>
            <p:cNvSpPr/>
            <p:nvPr/>
          </p:nvSpPr>
          <p:spPr>
            <a:xfrm>
              <a:off x="51623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1"/>
            <p:cNvSpPr/>
            <p:nvPr/>
          </p:nvSpPr>
          <p:spPr>
            <a:xfrm>
              <a:off x="50493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2"/>
            <p:cNvSpPr/>
            <p:nvPr/>
          </p:nvSpPr>
          <p:spPr>
            <a:xfrm>
              <a:off x="51723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3"/>
            <p:cNvSpPr/>
            <p:nvPr/>
          </p:nvSpPr>
          <p:spPr>
            <a:xfrm>
              <a:off x="51013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4"/>
            <p:cNvSpPr/>
            <p:nvPr/>
          </p:nvSpPr>
          <p:spPr>
            <a:xfrm>
              <a:off x="50908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5"/>
            <p:cNvSpPr/>
            <p:nvPr/>
          </p:nvSpPr>
          <p:spPr>
            <a:xfrm>
              <a:off x="51389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6"/>
            <p:cNvSpPr/>
            <p:nvPr/>
          </p:nvSpPr>
          <p:spPr>
            <a:xfrm>
              <a:off x="566377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7"/>
            <p:cNvSpPr/>
            <p:nvPr/>
          </p:nvSpPr>
          <p:spPr>
            <a:xfrm>
              <a:off x="51374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8"/>
            <p:cNvSpPr/>
            <p:nvPr/>
          </p:nvSpPr>
          <p:spPr>
            <a:xfrm>
              <a:off x="51076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9"/>
            <p:cNvSpPr/>
            <p:nvPr/>
          </p:nvSpPr>
          <p:spPr>
            <a:xfrm>
              <a:off x="50233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70"/>
            <p:cNvSpPr/>
            <p:nvPr/>
          </p:nvSpPr>
          <p:spPr>
            <a:xfrm>
              <a:off x="51436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1"/>
            <p:cNvSpPr/>
            <p:nvPr/>
          </p:nvSpPr>
          <p:spPr>
            <a:xfrm>
              <a:off x="50952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2"/>
            <p:cNvSpPr/>
            <p:nvPr/>
          </p:nvSpPr>
          <p:spPr>
            <a:xfrm>
              <a:off x="50570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3"/>
            <p:cNvSpPr/>
            <p:nvPr/>
          </p:nvSpPr>
          <p:spPr>
            <a:xfrm>
              <a:off x="51011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4"/>
            <p:cNvSpPr/>
            <p:nvPr/>
          </p:nvSpPr>
          <p:spPr>
            <a:xfrm>
              <a:off x="51051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5"/>
            <p:cNvSpPr/>
            <p:nvPr/>
          </p:nvSpPr>
          <p:spPr>
            <a:xfrm>
              <a:off x="50968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6"/>
            <p:cNvSpPr/>
            <p:nvPr/>
          </p:nvSpPr>
          <p:spPr>
            <a:xfrm>
              <a:off x="50822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7"/>
            <p:cNvSpPr/>
            <p:nvPr/>
          </p:nvSpPr>
          <p:spPr>
            <a:xfrm>
              <a:off x="51262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8"/>
            <p:cNvSpPr/>
            <p:nvPr/>
          </p:nvSpPr>
          <p:spPr>
            <a:xfrm>
              <a:off x="49989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9"/>
            <p:cNvSpPr/>
            <p:nvPr/>
          </p:nvSpPr>
          <p:spPr>
            <a:xfrm>
              <a:off x="51920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80"/>
            <p:cNvSpPr/>
            <p:nvPr/>
          </p:nvSpPr>
          <p:spPr>
            <a:xfrm>
              <a:off x="50307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1"/>
            <p:cNvSpPr/>
            <p:nvPr/>
          </p:nvSpPr>
          <p:spPr>
            <a:xfrm>
              <a:off x="51364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2"/>
            <p:cNvSpPr/>
            <p:nvPr/>
          </p:nvSpPr>
          <p:spPr>
            <a:xfrm>
              <a:off x="51338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3"/>
            <p:cNvSpPr/>
            <p:nvPr/>
          </p:nvSpPr>
          <p:spPr>
            <a:xfrm>
              <a:off x="50027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4"/>
            <p:cNvSpPr/>
            <p:nvPr/>
          </p:nvSpPr>
          <p:spPr>
            <a:xfrm>
              <a:off x="51144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5"/>
            <p:cNvSpPr/>
            <p:nvPr/>
          </p:nvSpPr>
          <p:spPr>
            <a:xfrm>
              <a:off x="57113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6"/>
            <p:cNvSpPr/>
            <p:nvPr/>
          </p:nvSpPr>
          <p:spPr>
            <a:xfrm>
              <a:off x="51277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7"/>
            <p:cNvSpPr/>
            <p:nvPr/>
          </p:nvSpPr>
          <p:spPr>
            <a:xfrm>
              <a:off x="49959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8"/>
            <p:cNvSpPr/>
            <p:nvPr/>
          </p:nvSpPr>
          <p:spPr>
            <a:xfrm>
              <a:off x="51196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9"/>
            <p:cNvSpPr/>
            <p:nvPr/>
          </p:nvSpPr>
          <p:spPr>
            <a:xfrm>
              <a:off x="51035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90"/>
            <p:cNvSpPr/>
            <p:nvPr/>
          </p:nvSpPr>
          <p:spPr>
            <a:xfrm>
              <a:off x="51426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1"/>
            <p:cNvSpPr/>
            <p:nvPr/>
          </p:nvSpPr>
          <p:spPr>
            <a:xfrm>
              <a:off x="50768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2"/>
            <p:cNvSpPr/>
            <p:nvPr/>
          </p:nvSpPr>
          <p:spPr>
            <a:xfrm>
              <a:off x="49940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3"/>
            <p:cNvSpPr/>
            <p:nvPr/>
          </p:nvSpPr>
          <p:spPr>
            <a:xfrm>
              <a:off x="49959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4"/>
            <p:cNvSpPr/>
            <p:nvPr/>
          </p:nvSpPr>
          <p:spPr>
            <a:xfrm>
              <a:off x="51801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5"/>
            <p:cNvSpPr/>
            <p:nvPr/>
          </p:nvSpPr>
          <p:spPr>
            <a:xfrm>
              <a:off x="51745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6"/>
            <p:cNvSpPr/>
            <p:nvPr/>
          </p:nvSpPr>
          <p:spPr>
            <a:xfrm>
              <a:off x="51428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t597"/>
            <p:cNvSpPr/>
            <p:nvPr/>
          </p:nvSpPr>
          <p:spPr>
            <a:xfrm>
              <a:off x="564262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t598"/>
            <p:cNvSpPr/>
            <p:nvPr/>
          </p:nvSpPr>
          <p:spPr>
            <a:xfrm>
              <a:off x="55758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t599"/>
            <p:cNvSpPr/>
            <p:nvPr/>
          </p:nvSpPr>
          <p:spPr>
            <a:xfrm>
              <a:off x="56760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t600"/>
            <p:cNvSpPr/>
            <p:nvPr/>
          </p:nvSpPr>
          <p:spPr>
            <a:xfrm>
              <a:off x="55518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t601"/>
            <p:cNvSpPr/>
            <p:nvPr/>
          </p:nvSpPr>
          <p:spPr>
            <a:xfrm>
              <a:off x="55669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t602"/>
            <p:cNvSpPr/>
            <p:nvPr/>
          </p:nvSpPr>
          <p:spPr>
            <a:xfrm>
              <a:off x="557776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t603"/>
            <p:cNvSpPr/>
            <p:nvPr/>
          </p:nvSpPr>
          <p:spPr>
            <a:xfrm>
              <a:off x="57264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t604"/>
            <p:cNvSpPr/>
            <p:nvPr/>
          </p:nvSpPr>
          <p:spPr>
            <a:xfrm>
              <a:off x="56498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t605"/>
            <p:cNvSpPr/>
            <p:nvPr/>
          </p:nvSpPr>
          <p:spPr>
            <a:xfrm>
              <a:off x="56750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t606"/>
            <p:cNvSpPr/>
            <p:nvPr/>
          </p:nvSpPr>
          <p:spPr>
            <a:xfrm>
              <a:off x="56570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t607"/>
            <p:cNvSpPr/>
            <p:nvPr/>
          </p:nvSpPr>
          <p:spPr>
            <a:xfrm>
              <a:off x="55842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t608"/>
            <p:cNvSpPr/>
            <p:nvPr/>
          </p:nvSpPr>
          <p:spPr>
            <a:xfrm>
              <a:off x="55456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t609"/>
            <p:cNvSpPr/>
            <p:nvPr/>
          </p:nvSpPr>
          <p:spPr>
            <a:xfrm>
              <a:off x="57071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t610"/>
            <p:cNvSpPr/>
            <p:nvPr/>
          </p:nvSpPr>
          <p:spPr>
            <a:xfrm>
              <a:off x="55704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t611"/>
            <p:cNvSpPr/>
            <p:nvPr/>
          </p:nvSpPr>
          <p:spPr>
            <a:xfrm>
              <a:off x="561409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t612"/>
            <p:cNvSpPr/>
            <p:nvPr/>
          </p:nvSpPr>
          <p:spPr>
            <a:xfrm>
              <a:off x="56308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t613"/>
            <p:cNvSpPr/>
            <p:nvPr/>
          </p:nvSpPr>
          <p:spPr>
            <a:xfrm>
              <a:off x="55285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t614"/>
            <p:cNvSpPr/>
            <p:nvPr/>
          </p:nvSpPr>
          <p:spPr>
            <a:xfrm>
              <a:off x="5737009" y="206454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t615"/>
            <p:cNvSpPr/>
            <p:nvPr/>
          </p:nvSpPr>
          <p:spPr>
            <a:xfrm>
              <a:off x="55456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t616"/>
            <p:cNvSpPr/>
            <p:nvPr/>
          </p:nvSpPr>
          <p:spPr>
            <a:xfrm>
              <a:off x="55778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t617"/>
            <p:cNvSpPr/>
            <p:nvPr/>
          </p:nvSpPr>
          <p:spPr>
            <a:xfrm>
              <a:off x="56661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t618"/>
            <p:cNvSpPr/>
            <p:nvPr/>
          </p:nvSpPr>
          <p:spPr>
            <a:xfrm>
              <a:off x="55322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t619"/>
            <p:cNvSpPr/>
            <p:nvPr/>
          </p:nvSpPr>
          <p:spPr>
            <a:xfrm>
              <a:off x="56054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t620"/>
            <p:cNvSpPr/>
            <p:nvPr/>
          </p:nvSpPr>
          <p:spPr>
            <a:xfrm>
              <a:off x="56170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t621"/>
            <p:cNvSpPr/>
            <p:nvPr/>
          </p:nvSpPr>
          <p:spPr>
            <a:xfrm>
              <a:off x="55951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t622"/>
            <p:cNvSpPr/>
            <p:nvPr/>
          </p:nvSpPr>
          <p:spPr>
            <a:xfrm>
              <a:off x="57040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t623"/>
            <p:cNvSpPr/>
            <p:nvPr/>
          </p:nvSpPr>
          <p:spPr>
            <a:xfrm>
              <a:off x="56717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t624"/>
            <p:cNvSpPr/>
            <p:nvPr/>
          </p:nvSpPr>
          <p:spPr>
            <a:xfrm>
              <a:off x="56294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t625"/>
            <p:cNvSpPr/>
            <p:nvPr/>
          </p:nvSpPr>
          <p:spPr>
            <a:xfrm>
              <a:off x="55545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t626"/>
            <p:cNvSpPr/>
            <p:nvPr/>
          </p:nvSpPr>
          <p:spPr>
            <a:xfrm>
              <a:off x="56279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t627"/>
            <p:cNvSpPr/>
            <p:nvPr/>
          </p:nvSpPr>
          <p:spPr>
            <a:xfrm>
              <a:off x="559101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t628"/>
            <p:cNvSpPr/>
            <p:nvPr/>
          </p:nvSpPr>
          <p:spPr>
            <a:xfrm>
              <a:off x="55842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t629"/>
            <p:cNvSpPr/>
            <p:nvPr/>
          </p:nvSpPr>
          <p:spPr>
            <a:xfrm>
              <a:off x="56481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t630"/>
            <p:cNvSpPr/>
            <p:nvPr/>
          </p:nvSpPr>
          <p:spPr>
            <a:xfrm>
              <a:off x="56333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t631"/>
            <p:cNvSpPr/>
            <p:nvPr/>
          </p:nvSpPr>
          <p:spPr>
            <a:xfrm>
              <a:off x="55565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t632"/>
            <p:cNvSpPr/>
            <p:nvPr/>
          </p:nvSpPr>
          <p:spPr>
            <a:xfrm>
              <a:off x="565195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t633"/>
            <p:cNvSpPr/>
            <p:nvPr/>
          </p:nvSpPr>
          <p:spPr>
            <a:xfrm>
              <a:off x="55513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t634"/>
            <p:cNvSpPr/>
            <p:nvPr/>
          </p:nvSpPr>
          <p:spPr>
            <a:xfrm>
              <a:off x="55639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t635"/>
            <p:cNvSpPr/>
            <p:nvPr/>
          </p:nvSpPr>
          <p:spPr>
            <a:xfrm>
              <a:off x="55725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t636"/>
            <p:cNvSpPr/>
            <p:nvPr/>
          </p:nvSpPr>
          <p:spPr>
            <a:xfrm>
              <a:off x="55934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t637"/>
            <p:cNvSpPr/>
            <p:nvPr/>
          </p:nvSpPr>
          <p:spPr>
            <a:xfrm>
              <a:off x="56236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t638"/>
            <p:cNvSpPr/>
            <p:nvPr/>
          </p:nvSpPr>
          <p:spPr>
            <a:xfrm>
              <a:off x="566537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t639"/>
            <p:cNvSpPr/>
            <p:nvPr/>
          </p:nvSpPr>
          <p:spPr>
            <a:xfrm>
              <a:off x="56634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t640"/>
            <p:cNvSpPr/>
            <p:nvPr/>
          </p:nvSpPr>
          <p:spPr>
            <a:xfrm>
              <a:off x="56696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t641"/>
            <p:cNvSpPr/>
            <p:nvPr/>
          </p:nvSpPr>
          <p:spPr>
            <a:xfrm>
              <a:off x="56050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t642"/>
            <p:cNvSpPr/>
            <p:nvPr/>
          </p:nvSpPr>
          <p:spPr>
            <a:xfrm>
              <a:off x="57115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t643"/>
            <p:cNvSpPr/>
            <p:nvPr/>
          </p:nvSpPr>
          <p:spPr>
            <a:xfrm>
              <a:off x="56289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t644"/>
            <p:cNvSpPr/>
            <p:nvPr/>
          </p:nvSpPr>
          <p:spPr>
            <a:xfrm>
              <a:off x="55308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t645"/>
            <p:cNvSpPr/>
            <p:nvPr/>
          </p:nvSpPr>
          <p:spPr>
            <a:xfrm>
              <a:off x="55651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t646"/>
            <p:cNvSpPr/>
            <p:nvPr/>
          </p:nvSpPr>
          <p:spPr>
            <a:xfrm>
              <a:off x="55472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t647"/>
            <p:cNvSpPr/>
            <p:nvPr/>
          </p:nvSpPr>
          <p:spPr>
            <a:xfrm>
              <a:off x="56264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t648"/>
            <p:cNvSpPr/>
            <p:nvPr/>
          </p:nvSpPr>
          <p:spPr>
            <a:xfrm>
              <a:off x="56697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t649"/>
            <p:cNvSpPr/>
            <p:nvPr/>
          </p:nvSpPr>
          <p:spPr>
            <a:xfrm>
              <a:off x="56419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t650"/>
            <p:cNvSpPr/>
            <p:nvPr/>
          </p:nvSpPr>
          <p:spPr>
            <a:xfrm>
              <a:off x="56932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t651"/>
            <p:cNvSpPr/>
            <p:nvPr/>
          </p:nvSpPr>
          <p:spPr>
            <a:xfrm>
              <a:off x="56743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t652"/>
            <p:cNvSpPr/>
            <p:nvPr/>
          </p:nvSpPr>
          <p:spPr>
            <a:xfrm>
              <a:off x="56678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t653"/>
            <p:cNvSpPr/>
            <p:nvPr/>
          </p:nvSpPr>
          <p:spPr>
            <a:xfrm>
              <a:off x="57262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t654"/>
            <p:cNvSpPr/>
            <p:nvPr/>
          </p:nvSpPr>
          <p:spPr>
            <a:xfrm>
              <a:off x="56305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t655"/>
            <p:cNvSpPr/>
            <p:nvPr/>
          </p:nvSpPr>
          <p:spPr>
            <a:xfrm>
              <a:off x="56048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t656"/>
            <p:cNvSpPr/>
            <p:nvPr/>
          </p:nvSpPr>
          <p:spPr>
            <a:xfrm>
              <a:off x="55536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t657"/>
            <p:cNvSpPr/>
            <p:nvPr/>
          </p:nvSpPr>
          <p:spPr>
            <a:xfrm>
              <a:off x="570222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t658"/>
            <p:cNvSpPr/>
            <p:nvPr/>
          </p:nvSpPr>
          <p:spPr>
            <a:xfrm>
              <a:off x="561324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t659"/>
            <p:cNvSpPr/>
            <p:nvPr/>
          </p:nvSpPr>
          <p:spPr>
            <a:xfrm>
              <a:off x="57411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t660"/>
            <p:cNvSpPr/>
            <p:nvPr/>
          </p:nvSpPr>
          <p:spPr>
            <a:xfrm>
              <a:off x="55887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t661"/>
            <p:cNvSpPr/>
            <p:nvPr/>
          </p:nvSpPr>
          <p:spPr>
            <a:xfrm>
              <a:off x="57087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t662"/>
            <p:cNvSpPr/>
            <p:nvPr/>
          </p:nvSpPr>
          <p:spPr>
            <a:xfrm>
              <a:off x="55575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t663"/>
            <p:cNvSpPr/>
            <p:nvPr/>
          </p:nvSpPr>
          <p:spPr>
            <a:xfrm>
              <a:off x="55934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t664"/>
            <p:cNvSpPr/>
            <p:nvPr/>
          </p:nvSpPr>
          <p:spPr>
            <a:xfrm>
              <a:off x="56627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t665"/>
            <p:cNvSpPr/>
            <p:nvPr/>
          </p:nvSpPr>
          <p:spPr>
            <a:xfrm>
              <a:off x="56888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t666"/>
            <p:cNvSpPr/>
            <p:nvPr/>
          </p:nvSpPr>
          <p:spPr>
            <a:xfrm>
              <a:off x="56761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t667"/>
            <p:cNvSpPr/>
            <p:nvPr/>
          </p:nvSpPr>
          <p:spPr>
            <a:xfrm>
              <a:off x="56779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t668"/>
            <p:cNvSpPr/>
            <p:nvPr/>
          </p:nvSpPr>
          <p:spPr>
            <a:xfrm>
              <a:off x="563708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t669"/>
            <p:cNvSpPr/>
            <p:nvPr/>
          </p:nvSpPr>
          <p:spPr>
            <a:xfrm>
              <a:off x="560700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t670"/>
            <p:cNvSpPr/>
            <p:nvPr/>
          </p:nvSpPr>
          <p:spPr>
            <a:xfrm>
              <a:off x="55775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t671"/>
            <p:cNvSpPr/>
            <p:nvPr/>
          </p:nvSpPr>
          <p:spPr>
            <a:xfrm>
              <a:off x="61391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t672"/>
            <p:cNvSpPr/>
            <p:nvPr/>
          </p:nvSpPr>
          <p:spPr>
            <a:xfrm>
              <a:off x="61854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t673"/>
            <p:cNvSpPr/>
            <p:nvPr/>
          </p:nvSpPr>
          <p:spPr>
            <a:xfrm>
              <a:off x="622242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t674"/>
            <p:cNvSpPr/>
            <p:nvPr/>
          </p:nvSpPr>
          <p:spPr>
            <a:xfrm>
              <a:off x="610404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t675"/>
            <p:cNvSpPr/>
            <p:nvPr/>
          </p:nvSpPr>
          <p:spPr>
            <a:xfrm>
              <a:off x="622783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t676"/>
            <p:cNvSpPr/>
            <p:nvPr/>
          </p:nvSpPr>
          <p:spPr>
            <a:xfrm>
              <a:off x="621764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t677"/>
            <p:cNvSpPr/>
            <p:nvPr/>
          </p:nvSpPr>
          <p:spPr>
            <a:xfrm>
              <a:off x="612602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t678"/>
            <p:cNvSpPr/>
            <p:nvPr/>
          </p:nvSpPr>
          <p:spPr>
            <a:xfrm>
              <a:off x="611809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t679"/>
            <p:cNvSpPr/>
            <p:nvPr/>
          </p:nvSpPr>
          <p:spPr>
            <a:xfrm>
              <a:off x="616922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t680"/>
            <p:cNvSpPr/>
            <p:nvPr/>
          </p:nvSpPr>
          <p:spPr>
            <a:xfrm>
              <a:off x="62455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t681"/>
            <p:cNvSpPr/>
            <p:nvPr/>
          </p:nvSpPr>
          <p:spPr>
            <a:xfrm>
              <a:off x="623451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t682"/>
            <p:cNvSpPr/>
            <p:nvPr/>
          </p:nvSpPr>
          <p:spPr>
            <a:xfrm>
              <a:off x="61621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t683"/>
            <p:cNvSpPr/>
            <p:nvPr/>
          </p:nvSpPr>
          <p:spPr>
            <a:xfrm>
              <a:off x="609095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t684"/>
            <p:cNvSpPr/>
            <p:nvPr/>
          </p:nvSpPr>
          <p:spPr>
            <a:xfrm>
              <a:off x="610718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t685"/>
            <p:cNvSpPr/>
            <p:nvPr/>
          </p:nvSpPr>
          <p:spPr>
            <a:xfrm>
              <a:off x="615823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t686"/>
            <p:cNvSpPr/>
            <p:nvPr/>
          </p:nvSpPr>
          <p:spPr>
            <a:xfrm>
              <a:off x="611439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t687"/>
            <p:cNvSpPr/>
            <p:nvPr/>
          </p:nvSpPr>
          <p:spPr>
            <a:xfrm>
              <a:off x="611088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t688"/>
            <p:cNvSpPr/>
            <p:nvPr/>
          </p:nvSpPr>
          <p:spPr>
            <a:xfrm>
              <a:off x="60703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t689"/>
            <p:cNvSpPr/>
            <p:nvPr/>
          </p:nvSpPr>
          <p:spPr>
            <a:xfrm>
              <a:off x="614555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t690"/>
            <p:cNvSpPr/>
            <p:nvPr/>
          </p:nvSpPr>
          <p:spPr>
            <a:xfrm>
              <a:off x="61804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t691"/>
            <p:cNvSpPr/>
            <p:nvPr/>
          </p:nvSpPr>
          <p:spPr>
            <a:xfrm>
              <a:off x="61928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t692"/>
            <p:cNvSpPr/>
            <p:nvPr/>
          </p:nvSpPr>
          <p:spPr>
            <a:xfrm>
              <a:off x="61428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t693"/>
            <p:cNvSpPr/>
            <p:nvPr/>
          </p:nvSpPr>
          <p:spPr>
            <a:xfrm>
              <a:off x="62241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t694"/>
            <p:cNvSpPr/>
            <p:nvPr/>
          </p:nvSpPr>
          <p:spPr>
            <a:xfrm>
              <a:off x="61441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t695"/>
            <p:cNvSpPr/>
            <p:nvPr/>
          </p:nvSpPr>
          <p:spPr>
            <a:xfrm>
              <a:off x="61481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t696"/>
            <p:cNvSpPr/>
            <p:nvPr/>
          </p:nvSpPr>
          <p:spPr>
            <a:xfrm>
              <a:off x="62248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t697"/>
            <p:cNvSpPr/>
            <p:nvPr/>
          </p:nvSpPr>
          <p:spPr>
            <a:xfrm>
              <a:off x="61810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t698"/>
            <p:cNvSpPr/>
            <p:nvPr/>
          </p:nvSpPr>
          <p:spPr>
            <a:xfrm>
              <a:off x="62436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t699"/>
            <p:cNvSpPr/>
            <p:nvPr/>
          </p:nvSpPr>
          <p:spPr>
            <a:xfrm>
              <a:off x="60936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t700"/>
            <p:cNvSpPr/>
            <p:nvPr/>
          </p:nvSpPr>
          <p:spPr>
            <a:xfrm>
              <a:off x="61724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t701"/>
            <p:cNvSpPr/>
            <p:nvPr/>
          </p:nvSpPr>
          <p:spPr>
            <a:xfrm>
              <a:off x="62264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t702"/>
            <p:cNvSpPr/>
            <p:nvPr/>
          </p:nvSpPr>
          <p:spPr>
            <a:xfrm>
              <a:off x="62445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t703"/>
            <p:cNvSpPr/>
            <p:nvPr/>
          </p:nvSpPr>
          <p:spPr>
            <a:xfrm>
              <a:off x="608075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t704"/>
            <p:cNvSpPr/>
            <p:nvPr/>
          </p:nvSpPr>
          <p:spPr>
            <a:xfrm>
              <a:off x="626242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t705"/>
            <p:cNvSpPr/>
            <p:nvPr/>
          </p:nvSpPr>
          <p:spPr>
            <a:xfrm>
              <a:off x="62152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t706"/>
            <p:cNvSpPr/>
            <p:nvPr/>
          </p:nvSpPr>
          <p:spPr>
            <a:xfrm>
              <a:off x="60694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t707"/>
            <p:cNvSpPr/>
            <p:nvPr/>
          </p:nvSpPr>
          <p:spPr>
            <a:xfrm>
              <a:off x="62597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t708"/>
            <p:cNvSpPr/>
            <p:nvPr/>
          </p:nvSpPr>
          <p:spPr>
            <a:xfrm>
              <a:off x="60671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t709"/>
            <p:cNvSpPr/>
            <p:nvPr/>
          </p:nvSpPr>
          <p:spPr>
            <a:xfrm>
              <a:off x="60799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t710"/>
            <p:cNvSpPr/>
            <p:nvPr/>
          </p:nvSpPr>
          <p:spPr>
            <a:xfrm>
              <a:off x="61440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t711"/>
            <p:cNvSpPr/>
            <p:nvPr/>
          </p:nvSpPr>
          <p:spPr>
            <a:xfrm>
              <a:off x="62165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t712"/>
            <p:cNvSpPr/>
            <p:nvPr/>
          </p:nvSpPr>
          <p:spPr>
            <a:xfrm>
              <a:off x="62288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t713"/>
            <p:cNvSpPr/>
            <p:nvPr/>
          </p:nvSpPr>
          <p:spPr>
            <a:xfrm>
              <a:off x="62095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t714"/>
            <p:cNvSpPr/>
            <p:nvPr/>
          </p:nvSpPr>
          <p:spPr>
            <a:xfrm>
              <a:off x="61346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t715"/>
            <p:cNvSpPr/>
            <p:nvPr/>
          </p:nvSpPr>
          <p:spPr>
            <a:xfrm>
              <a:off x="60718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t716"/>
            <p:cNvSpPr/>
            <p:nvPr/>
          </p:nvSpPr>
          <p:spPr>
            <a:xfrm>
              <a:off x="62222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t717"/>
            <p:cNvSpPr/>
            <p:nvPr/>
          </p:nvSpPr>
          <p:spPr>
            <a:xfrm>
              <a:off x="60812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t718"/>
            <p:cNvSpPr/>
            <p:nvPr/>
          </p:nvSpPr>
          <p:spPr>
            <a:xfrm>
              <a:off x="61967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t719"/>
            <p:cNvSpPr/>
            <p:nvPr/>
          </p:nvSpPr>
          <p:spPr>
            <a:xfrm>
              <a:off x="61570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t720"/>
            <p:cNvSpPr/>
            <p:nvPr/>
          </p:nvSpPr>
          <p:spPr>
            <a:xfrm>
              <a:off x="616079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t721"/>
            <p:cNvSpPr/>
            <p:nvPr/>
          </p:nvSpPr>
          <p:spPr>
            <a:xfrm>
              <a:off x="61001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t722"/>
            <p:cNvSpPr/>
            <p:nvPr/>
          </p:nvSpPr>
          <p:spPr>
            <a:xfrm>
              <a:off x="62361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t723"/>
            <p:cNvSpPr/>
            <p:nvPr/>
          </p:nvSpPr>
          <p:spPr>
            <a:xfrm>
              <a:off x="61163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t724"/>
            <p:cNvSpPr/>
            <p:nvPr/>
          </p:nvSpPr>
          <p:spPr>
            <a:xfrm>
              <a:off x="62316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t725"/>
            <p:cNvSpPr/>
            <p:nvPr/>
          </p:nvSpPr>
          <p:spPr>
            <a:xfrm>
              <a:off x="62025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t726"/>
            <p:cNvSpPr/>
            <p:nvPr/>
          </p:nvSpPr>
          <p:spPr>
            <a:xfrm>
              <a:off x="61464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t727"/>
            <p:cNvSpPr/>
            <p:nvPr/>
          </p:nvSpPr>
          <p:spPr>
            <a:xfrm>
              <a:off x="61966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t728"/>
            <p:cNvSpPr/>
            <p:nvPr/>
          </p:nvSpPr>
          <p:spPr>
            <a:xfrm>
              <a:off x="62105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t729"/>
            <p:cNvSpPr/>
            <p:nvPr/>
          </p:nvSpPr>
          <p:spPr>
            <a:xfrm>
              <a:off x="60746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t730"/>
            <p:cNvSpPr/>
            <p:nvPr/>
          </p:nvSpPr>
          <p:spPr>
            <a:xfrm>
              <a:off x="60958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t731"/>
            <p:cNvSpPr/>
            <p:nvPr/>
          </p:nvSpPr>
          <p:spPr>
            <a:xfrm>
              <a:off x="61489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t732"/>
            <p:cNvSpPr/>
            <p:nvPr/>
          </p:nvSpPr>
          <p:spPr>
            <a:xfrm>
              <a:off x="620010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t733"/>
            <p:cNvSpPr/>
            <p:nvPr/>
          </p:nvSpPr>
          <p:spPr>
            <a:xfrm>
              <a:off x="62288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t734"/>
            <p:cNvSpPr/>
            <p:nvPr/>
          </p:nvSpPr>
          <p:spPr>
            <a:xfrm>
              <a:off x="62297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t735"/>
            <p:cNvSpPr/>
            <p:nvPr/>
          </p:nvSpPr>
          <p:spPr>
            <a:xfrm>
              <a:off x="62038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t736"/>
            <p:cNvSpPr/>
            <p:nvPr/>
          </p:nvSpPr>
          <p:spPr>
            <a:xfrm>
              <a:off x="61468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t737"/>
            <p:cNvSpPr/>
            <p:nvPr/>
          </p:nvSpPr>
          <p:spPr>
            <a:xfrm>
              <a:off x="62773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t738"/>
            <p:cNvSpPr/>
            <p:nvPr/>
          </p:nvSpPr>
          <p:spPr>
            <a:xfrm>
              <a:off x="60917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t739"/>
            <p:cNvSpPr/>
            <p:nvPr/>
          </p:nvSpPr>
          <p:spPr>
            <a:xfrm>
              <a:off x="60962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t740"/>
            <p:cNvSpPr/>
            <p:nvPr/>
          </p:nvSpPr>
          <p:spPr>
            <a:xfrm>
              <a:off x="60696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t741"/>
            <p:cNvSpPr/>
            <p:nvPr/>
          </p:nvSpPr>
          <p:spPr>
            <a:xfrm>
              <a:off x="62725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t742"/>
            <p:cNvSpPr/>
            <p:nvPr/>
          </p:nvSpPr>
          <p:spPr>
            <a:xfrm>
              <a:off x="61009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t743"/>
            <p:cNvSpPr/>
            <p:nvPr/>
          </p:nvSpPr>
          <p:spPr>
            <a:xfrm>
              <a:off x="62761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t744"/>
            <p:cNvSpPr/>
            <p:nvPr/>
          </p:nvSpPr>
          <p:spPr>
            <a:xfrm>
              <a:off x="61245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t745"/>
            <p:cNvSpPr/>
            <p:nvPr/>
          </p:nvSpPr>
          <p:spPr>
            <a:xfrm>
              <a:off x="60944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t746"/>
            <p:cNvSpPr/>
            <p:nvPr/>
          </p:nvSpPr>
          <p:spPr>
            <a:xfrm>
              <a:off x="60734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t747"/>
            <p:cNvSpPr/>
            <p:nvPr/>
          </p:nvSpPr>
          <p:spPr>
            <a:xfrm>
              <a:off x="61223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t748"/>
            <p:cNvSpPr/>
            <p:nvPr/>
          </p:nvSpPr>
          <p:spPr>
            <a:xfrm>
              <a:off x="61801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t749"/>
            <p:cNvSpPr/>
            <p:nvPr/>
          </p:nvSpPr>
          <p:spPr>
            <a:xfrm>
              <a:off x="61845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t750"/>
            <p:cNvSpPr/>
            <p:nvPr/>
          </p:nvSpPr>
          <p:spPr>
            <a:xfrm>
              <a:off x="61243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t751"/>
            <p:cNvSpPr/>
            <p:nvPr/>
          </p:nvSpPr>
          <p:spPr>
            <a:xfrm>
              <a:off x="61072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t752"/>
            <p:cNvSpPr/>
            <p:nvPr/>
          </p:nvSpPr>
          <p:spPr>
            <a:xfrm>
              <a:off x="60793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t753"/>
            <p:cNvSpPr/>
            <p:nvPr/>
          </p:nvSpPr>
          <p:spPr>
            <a:xfrm>
              <a:off x="61881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t754"/>
            <p:cNvSpPr/>
            <p:nvPr/>
          </p:nvSpPr>
          <p:spPr>
            <a:xfrm>
              <a:off x="67711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t755"/>
            <p:cNvSpPr/>
            <p:nvPr/>
          </p:nvSpPr>
          <p:spPr>
            <a:xfrm>
              <a:off x="67739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t756"/>
            <p:cNvSpPr/>
            <p:nvPr/>
          </p:nvSpPr>
          <p:spPr>
            <a:xfrm>
              <a:off x="66880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t757"/>
            <p:cNvSpPr/>
            <p:nvPr/>
          </p:nvSpPr>
          <p:spPr>
            <a:xfrm>
              <a:off x="67469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t758"/>
            <p:cNvSpPr/>
            <p:nvPr/>
          </p:nvSpPr>
          <p:spPr>
            <a:xfrm>
              <a:off x="67245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t759"/>
            <p:cNvSpPr/>
            <p:nvPr/>
          </p:nvSpPr>
          <p:spPr>
            <a:xfrm>
              <a:off x="68086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t760"/>
            <p:cNvSpPr/>
            <p:nvPr/>
          </p:nvSpPr>
          <p:spPr>
            <a:xfrm>
              <a:off x="66812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t761"/>
            <p:cNvSpPr/>
            <p:nvPr/>
          </p:nvSpPr>
          <p:spPr>
            <a:xfrm>
              <a:off x="67973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t762"/>
            <p:cNvSpPr/>
            <p:nvPr/>
          </p:nvSpPr>
          <p:spPr>
            <a:xfrm>
              <a:off x="67250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t763"/>
            <p:cNvSpPr/>
            <p:nvPr/>
          </p:nvSpPr>
          <p:spPr>
            <a:xfrm>
              <a:off x="66931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t764"/>
            <p:cNvSpPr/>
            <p:nvPr/>
          </p:nvSpPr>
          <p:spPr>
            <a:xfrm>
              <a:off x="66594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t765"/>
            <p:cNvSpPr/>
            <p:nvPr/>
          </p:nvSpPr>
          <p:spPr>
            <a:xfrm>
              <a:off x="67825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t766"/>
            <p:cNvSpPr/>
            <p:nvPr/>
          </p:nvSpPr>
          <p:spPr>
            <a:xfrm>
              <a:off x="67845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t767"/>
            <p:cNvSpPr/>
            <p:nvPr/>
          </p:nvSpPr>
          <p:spPr>
            <a:xfrm>
              <a:off x="67332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t768"/>
            <p:cNvSpPr/>
            <p:nvPr/>
          </p:nvSpPr>
          <p:spPr>
            <a:xfrm>
              <a:off x="66505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t769"/>
            <p:cNvSpPr/>
            <p:nvPr/>
          </p:nvSpPr>
          <p:spPr>
            <a:xfrm>
              <a:off x="67967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t770"/>
            <p:cNvSpPr/>
            <p:nvPr/>
          </p:nvSpPr>
          <p:spPr>
            <a:xfrm>
              <a:off x="67641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t771"/>
            <p:cNvSpPr/>
            <p:nvPr/>
          </p:nvSpPr>
          <p:spPr>
            <a:xfrm>
              <a:off x="67927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t772"/>
            <p:cNvSpPr/>
            <p:nvPr/>
          </p:nvSpPr>
          <p:spPr>
            <a:xfrm>
              <a:off x="66666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t773"/>
            <p:cNvSpPr/>
            <p:nvPr/>
          </p:nvSpPr>
          <p:spPr>
            <a:xfrm>
              <a:off x="66924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t774"/>
            <p:cNvSpPr/>
            <p:nvPr/>
          </p:nvSpPr>
          <p:spPr>
            <a:xfrm>
              <a:off x="66063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t775"/>
            <p:cNvSpPr/>
            <p:nvPr/>
          </p:nvSpPr>
          <p:spPr>
            <a:xfrm>
              <a:off x="66577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t776"/>
            <p:cNvSpPr/>
            <p:nvPr/>
          </p:nvSpPr>
          <p:spPr>
            <a:xfrm>
              <a:off x="66406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t777"/>
            <p:cNvSpPr/>
            <p:nvPr/>
          </p:nvSpPr>
          <p:spPr>
            <a:xfrm>
              <a:off x="66938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t778"/>
            <p:cNvSpPr/>
            <p:nvPr/>
          </p:nvSpPr>
          <p:spPr>
            <a:xfrm>
              <a:off x="68005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t779"/>
            <p:cNvSpPr/>
            <p:nvPr/>
          </p:nvSpPr>
          <p:spPr>
            <a:xfrm>
              <a:off x="67862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t780"/>
            <p:cNvSpPr/>
            <p:nvPr/>
          </p:nvSpPr>
          <p:spPr>
            <a:xfrm>
              <a:off x="66721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t781"/>
            <p:cNvSpPr/>
            <p:nvPr/>
          </p:nvSpPr>
          <p:spPr>
            <a:xfrm>
              <a:off x="66946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t782"/>
            <p:cNvSpPr/>
            <p:nvPr/>
          </p:nvSpPr>
          <p:spPr>
            <a:xfrm>
              <a:off x="67827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t783"/>
            <p:cNvSpPr/>
            <p:nvPr/>
          </p:nvSpPr>
          <p:spPr>
            <a:xfrm>
              <a:off x="66731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t784"/>
            <p:cNvSpPr/>
            <p:nvPr/>
          </p:nvSpPr>
          <p:spPr>
            <a:xfrm>
              <a:off x="66637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t785"/>
            <p:cNvSpPr/>
            <p:nvPr/>
          </p:nvSpPr>
          <p:spPr>
            <a:xfrm>
              <a:off x="67206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t786"/>
            <p:cNvSpPr/>
            <p:nvPr/>
          </p:nvSpPr>
          <p:spPr>
            <a:xfrm>
              <a:off x="66951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t787"/>
            <p:cNvSpPr/>
            <p:nvPr/>
          </p:nvSpPr>
          <p:spPr>
            <a:xfrm>
              <a:off x="66366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t788"/>
            <p:cNvSpPr/>
            <p:nvPr/>
          </p:nvSpPr>
          <p:spPr>
            <a:xfrm>
              <a:off x="67473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t789"/>
            <p:cNvSpPr/>
            <p:nvPr/>
          </p:nvSpPr>
          <p:spPr>
            <a:xfrm>
              <a:off x="68092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t790"/>
            <p:cNvSpPr/>
            <p:nvPr/>
          </p:nvSpPr>
          <p:spPr>
            <a:xfrm>
              <a:off x="66574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t791"/>
            <p:cNvSpPr/>
            <p:nvPr/>
          </p:nvSpPr>
          <p:spPr>
            <a:xfrm>
              <a:off x="67613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t792"/>
            <p:cNvSpPr/>
            <p:nvPr/>
          </p:nvSpPr>
          <p:spPr>
            <a:xfrm>
              <a:off x="66150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t793"/>
            <p:cNvSpPr/>
            <p:nvPr/>
          </p:nvSpPr>
          <p:spPr>
            <a:xfrm>
              <a:off x="68018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t794"/>
            <p:cNvSpPr/>
            <p:nvPr/>
          </p:nvSpPr>
          <p:spPr>
            <a:xfrm>
              <a:off x="66931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t795"/>
            <p:cNvSpPr/>
            <p:nvPr/>
          </p:nvSpPr>
          <p:spPr>
            <a:xfrm>
              <a:off x="66812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t796"/>
            <p:cNvSpPr/>
            <p:nvPr/>
          </p:nvSpPr>
          <p:spPr>
            <a:xfrm>
              <a:off x="67282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t797"/>
            <p:cNvSpPr/>
            <p:nvPr/>
          </p:nvSpPr>
          <p:spPr>
            <a:xfrm>
              <a:off x="68008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t798"/>
            <p:cNvSpPr/>
            <p:nvPr/>
          </p:nvSpPr>
          <p:spPr>
            <a:xfrm>
              <a:off x="71737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t799"/>
            <p:cNvSpPr/>
            <p:nvPr/>
          </p:nvSpPr>
          <p:spPr>
            <a:xfrm>
              <a:off x="67374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t800"/>
            <p:cNvSpPr/>
            <p:nvPr/>
          </p:nvSpPr>
          <p:spPr>
            <a:xfrm>
              <a:off x="66760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t801"/>
            <p:cNvSpPr/>
            <p:nvPr/>
          </p:nvSpPr>
          <p:spPr>
            <a:xfrm>
              <a:off x="68120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t802"/>
            <p:cNvSpPr/>
            <p:nvPr/>
          </p:nvSpPr>
          <p:spPr>
            <a:xfrm>
              <a:off x="66144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t803"/>
            <p:cNvSpPr/>
            <p:nvPr/>
          </p:nvSpPr>
          <p:spPr>
            <a:xfrm>
              <a:off x="66267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t804"/>
            <p:cNvSpPr/>
            <p:nvPr/>
          </p:nvSpPr>
          <p:spPr>
            <a:xfrm>
              <a:off x="67973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t805"/>
            <p:cNvSpPr/>
            <p:nvPr/>
          </p:nvSpPr>
          <p:spPr>
            <a:xfrm>
              <a:off x="67334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t806"/>
            <p:cNvSpPr/>
            <p:nvPr/>
          </p:nvSpPr>
          <p:spPr>
            <a:xfrm>
              <a:off x="663448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t807"/>
            <p:cNvSpPr/>
            <p:nvPr/>
          </p:nvSpPr>
          <p:spPr>
            <a:xfrm>
              <a:off x="67127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t808"/>
            <p:cNvSpPr/>
            <p:nvPr/>
          </p:nvSpPr>
          <p:spPr>
            <a:xfrm>
              <a:off x="734524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t809"/>
            <p:cNvSpPr/>
            <p:nvPr/>
          </p:nvSpPr>
          <p:spPr>
            <a:xfrm>
              <a:off x="681518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t810"/>
            <p:cNvSpPr/>
            <p:nvPr/>
          </p:nvSpPr>
          <p:spPr>
            <a:xfrm>
              <a:off x="67582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t811"/>
            <p:cNvSpPr/>
            <p:nvPr/>
          </p:nvSpPr>
          <p:spPr>
            <a:xfrm>
              <a:off x="67587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t812"/>
            <p:cNvSpPr/>
            <p:nvPr/>
          </p:nvSpPr>
          <p:spPr>
            <a:xfrm>
              <a:off x="66153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t813"/>
            <p:cNvSpPr/>
            <p:nvPr/>
          </p:nvSpPr>
          <p:spPr>
            <a:xfrm>
              <a:off x="66787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t814"/>
            <p:cNvSpPr/>
            <p:nvPr/>
          </p:nvSpPr>
          <p:spPr>
            <a:xfrm>
              <a:off x="67529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t815"/>
            <p:cNvSpPr/>
            <p:nvPr/>
          </p:nvSpPr>
          <p:spPr>
            <a:xfrm>
              <a:off x="67241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t816"/>
            <p:cNvSpPr/>
            <p:nvPr/>
          </p:nvSpPr>
          <p:spPr>
            <a:xfrm>
              <a:off x="677394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t817"/>
            <p:cNvSpPr/>
            <p:nvPr/>
          </p:nvSpPr>
          <p:spPr>
            <a:xfrm>
              <a:off x="67833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t818"/>
            <p:cNvSpPr/>
            <p:nvPr/>
          </p:nvSpPr>
          <p:spPr>
            <a:xfrm>
              <a:off x="72391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t819"/>
            <p:cNvSpPr/>
            <p:nvPr/>
          </p:nvSpPr>
          <p:spPr>
            <a:xfrm>
              <a:off x="66976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t820"/>
            <p:cNvSpPr/>
            <p:nvPr/>
          </p:nvSpPr>
          <p:spPr>
            <a:xfrm>
              <a:off x="68065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t821"/>
            <p:cNvSpPr/>
            <p:nvPr/>
          </p:nvSpPr>
          <p:spPr>
            <a:xfrm>
              <a:off x="66654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t822"/>
            <p:cNvSpPr/>
            <p:nvPr/>
          </p:nvSpPr>
          <p:spPr>
            <a:xfrm>
              <a:off x="66852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t823"/>
            <p:cNvSpPr/>
            <p:nvPr/>
          </p:nvSpPr>
          <p:spPr>
            <a:xfrm>
              <a:off x="67082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t824"/>
            <p:cNvSpPr/>
            <p:nvPr/>
          </p:nvSpPr>
          <p:spPr>
            <a:xfrm>
              <a:off x="73492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t825"/>
            <p:cNvSpPr/>
            <p:nvPr/>
          </p:nvSpPr>
          <p:spPr>
            <a:xfrm>
              <a:off x="66127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t826"/>
            <p:cNvSpPr/>
            <p:nvPr/>
          </p:nvSpPr>
          <p:spPr>
            <a:xfrm>
              <a:off x="67995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t827"/>
            <p:cNvSpPr/>
            <p:nvPr/>
          </p:nvSpPr>
          <p:spPr>
            <a:xfrm>
              <a:off x="679788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t828"/>
            <p:cNvSpPr/>
            <p:nvPr/>
          </p:nvSpPr>
          <p:spPr>
            <a:xfrm>
              <a:off x="673137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t829"/>
            <p:cNvSpPr/>
            <p:nvPr/>
          </p:nvSpPr>
          <p:spPr>
            <a:xfrm>
              <a:off x="727599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t830"/>
            <p:cNvSpPr/>
            <p:nvPr/>
          </p:nvSpPr>
          <p:spPr>
            <a:xfrm>
              <a:off x="674785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t831"/>
            <p:cNvSpPr/>
            <p:nvPr/>
          </p:nvSpPr>
          <p:spPr>
            <a:xfrm>
              <a:off x="72533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t832"/>
            <p:cNvSpPr/>
            <p:nvPr/>
          </p:nvSpPr>
          <p:spPr>
            <a:xfrm>
              <a:off x="66320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t833"/>
            <p:cNvSpPr/>
            <p:nvPr/>
          </p:nvSpPr>
          <p:spPr>
            <a:xfrm>
              <a:off x="72082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t834"/>
            <p:cNvSpPr/>
            <p:nvPr/>
          </p:nvSpPr>
          <p:spPr>
            <a:xfrm>
              <a:off x="68061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t835"/>
            <p:cNvSpPr/>
            <p:nvPr/>
          </p:nvSpPr>
          <p:spPr>
            <a:xfrm>
              <a:off x="677429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t836"/>
            <p:cNvSpPr/>
            <p:nvPr/>
          </p:nvSpPr>
          <p:spPr>
            <a:xfrm>
              <a:off x="671527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t837"/>
            <p:cNvSpPr/>
            <p:nvPr/>
          </p:nvSpPr>
          <p:spPr>
            <a:xfrm>
              <a:off x="66743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t838"/>
            <p:cNvSpPr/>
            <p:nvPr/>
          </p:nvSpPr>
          <p:spPr>
            <a:xfrm>
              <a:off x="720618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t839"/>
            <p:cNvSpPr/>
            <p:nvPr/>
          </p:nvSpPr>
          <p:spPr>
            <a:xfrm>
              <a:off x="71595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t840"/>
            <p:cNvSpPr/>
            <p:nvPr/>
          </p:nvSpPr>
          <p:spPr>
            <a:xfrm>
              <a:off x="734488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t841"/>
            <p:cNvSpPr/>
            <p:nvPr/>
          </p:nvSpPr>
          <p:spPr>
            <a:xfrm>
              <a:off x="66065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t842"/>
            <p:cNvSpPr/>
            <p:nvPr/>
          </p:nvSpPr>
          <p:spPr>
            <a:xfrm>
              <a:off x="72447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t843"/>
            <p:cNvSpPr/>
            <p:nvPr/>
          </p:nvSpPr>
          <p:spPr>
            <a:xfrm>
              <a:off x="67856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t844"/>
            <p:cNvSpPr/>
            <p:nvPr/>
          </p:nvSpPr>
          <p:spPr>
            <a:xfrm>
              <a:off x="66735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t845"/>
            <p:cNvSpPr/>
            <p:nvPr/>
          </p:nvSpPr>
          <p:spPr>
            <a:xfrm>
              <a:off x="71521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t846"/>
            <p:cNvSpPr/>
            <p:nvPr/>
          </p:nvSpPr>
          <p:spPr>
            <a:xfrm>
              <a:off x="72825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t847"/>
            <p:cNvSpPr/>
            <p:nvPr/>
          </p:nvSpPr>
          <p:spPr>
            <a:xfrm>
              <a:off x="676141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t848"/>
            <p:cNvSpPr/>
            <p:nvPr/>
          </p:nvSpPr>
          <p:spPr>
            <a:xfrm>
              <a:off x="71551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t849"/>
            <p:cNvSpPr/>
            <p:nvPr/>
          </p:nvSpPr>
          <p:spPr>
            <a:xfrm>
              <a:off x="67100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t850"/>
            <p:cNvSpPr/>
            <p:nvPr/>
          </p:nvSpPr>
          <p:spPr>
            <a:xfrm>
              <a:off x="72433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t851"/>
            <p:cNvSpPr/>
            <p:nvPr/>
          </p:nvSpPr>
          <p:spPr>
            <a:xfrm>
              <a:off x="730722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t852"/>
            <p:cNvSpPr/>
            <p:nvPr/>
          </p:nvSpPr>
          <p:spPr>
            <a:xfrm>
              <a:off x="730927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t853"/>
            <p:cNvSpPr/>
            <p:nvPr/>
          </p:nvSpPr>
          <p:spPr>
            <a:xfrm>
              <a:off x="71897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t854"/>
            <p:cNvSpPr/>
            <p:nvPr/>
          </p:nvSpPr>
          <p:spPr>
            <a:xfrm>
              <a:off x="71921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t855"/>
            <p:cNvSpPr/>
            <p:nvPr/>
          </p:nvSpPr>
          <p:spPr>
            <a:xfrm>
              <a:off x="735408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t856"/>
            <p:cNvSpPr/>
            <p:nvPr/>
          </p:nvSpPr>
          <p:spPr>
            <a:xfrm>
              <a:off x="71949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t857"/>
            <p:cNvSpPr/>
            <p:nvPr/>
          </p:nvSpPr>
          <p:spPr>
            <a:xfrm>
              <a:off x="73241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t858"/>
            <p:cNvSpPr/>
            <p:nvPr/>
          </p:nvSpPr>
          <p:spPr>
            <a:xfrm>
              <a:off x="72927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t859"/>
            <p:cNvSpPr/>
            <p:nvPr/>
          </p:nvSpPr>
          <p:spPr>
            <a:xfrm>
              <a:off x="71879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t860"/>
            <p:cNvSpPr/>
            <p:nvPr/>
          </p:nvSpPr>
          <p:spPr>
            <a:xfrm>
              <a:off x="71727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t861"/>
            <p:cNvSpPr/>
            <p:nvPr/>
          </p:nvSpPr>
          <p:spPr>
            <a:xfrm>
              <a:off x="73288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t862"/>
            <p:cNvSpPr/>
            <p:nvPr/>
          </p:nvSpPr>
          <p:spPr>
            <a:xfrm>
              <a:off x="719624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t863"/>
            <p:cNvSpPr/>
            <p:nvPr/>
          </p:nvSpPr>
          <p:spPr>
            <a:xfrm>
              <a:off x="72848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t864"/>
            <p:cNvSpPr/>
            <p:nvPr/>
          </p:nvSpPr>
          <p:spPr>
            <a:xfrm>
              <a:off x="72028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t865"/>
            <p:cNvSpPr/>
            <p:nvPr/>
          </p:nvSpPr>
          <p:spPr>
            <a:xfrm>
              <a:off x="734682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t866"/>
            <p:cNvSpPr/>
            <p:nvPr/>
          </p:nvSpPr>
          <p:spPr>
            <a:xfrm>
              <a:off x="717407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t867"/>
            <p:cNvSpPr/>
            <p:nvPr/>
          </p:nvSpPr>
          <p:spPr>
            <a:xfrm>
              <a:off x="72994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t868"/>
            <p:cNvSpPr/>
            <p:nvPr/>
          </p:nvSpPr>
          <p:spPr>
            <a:xfrm>
              <a:off x="71647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t869"/>
            <p:cNvSpPr/>
            <p:nvPr/>
          </p:nvSpPr>
          <p:spPr>
            <a:xfrm>
              <a:off x="72264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t870"/>
            <p:cNvSpPr/>
            <p:nvPr/>
          </p:nvSpPr>
          <p:spPr>
            <a:xfrm>
              <a:off x="720986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t871"/>
            <p:cNvSpPr/>
            <p:nvPr/>
          </p:nvSpPr>
          <p:spPr>
            <a:xfrm>
              <a:off x="735156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t872"/>
            <p:cNvSpPr/>
            <p:nvPr/>
          </p:nvSpPr>
          <p:spPr>
            <a:xfrm>
              <a:off x="721963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t873"/>
            <p:cNvSpPr/>
            <p:nvPr/>
          </p:nvSpPr>
          <p:spPr>
            <a:xfrm>
              <a:off x="73077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t874"/>
            <p:cNvSpPr/>
            <p:nvPr/>
          </p:nvSpPr>
          <p:spPr>
            <a:xfrm>
              <a:off x="73034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t875"/>
            <p:cNvSpPr/>
            <p:nvPr/>
          </p:nvSpPr>
          <p:spPr>
            <a:xfrm>
              <a:off x="71557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t876"/>
            <p:cNvSpPr/>
            <p:nvPr/>
          </p:nvSpPr>
          <p:spPr>
            <a:xfrm>
              <a:off x="732566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t877"/>
            <p:cNvSpPr/>
            <p:nvPr/>
          </p:nvSpPr>
          <p:spPr>
            <a:xfrm>
              <a:off x="72401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t878"/>
            <p:cNvSpPr/>
            <p:nvPr/>
          </p:nvSpPr>
          <p:spPr>
            <a:xfrm>
              <a:off x="720162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t879"/>
            <p:cNvSpPr/>
            <p:nvPr/>
          </p:nvSpPr>
          <p:spPr>
            <a:xfrm>
              <a:off x="731978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t880"/>
            <p:cNvSpPr/>
            <p:nvPr/>
          </p:nvSpPr>
          <p:spPr>
            <a:xfrm>
              <a:off x="71719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t881"/>
            <p:cNvSpPr/>
            <p:nvPr/>
          </p:nvSpPr>
          <p:spPr>
            <a:xfrm>
              <a:off x="714924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t882"/>
            <p:cNvSpPr/>
            <p:nvPr/>
          </p:nvSpPr>
          <p:spPr>
            <a:xfrm>
              <a:off x="71651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t883"/>
            <p:cNvSpPr/>
            <p:nvPr/>
          </p:nvSpPr>
          <p:spPr>
            <a:xfrm>
              <a:off x="72085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t884"/>
            <p:cNvSpPr/>
            <p:nvPr/>
          </p:nvSpPr>
          <p:spPr>
            <a:xfrm>
              <a:off x="720186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t885"/>
            <p:cNvSpPr/>
            <p:nvPr/>
          </p:nvSpPr>
          <p:spPr>
            <a:xfrm>
              <a:off x="718859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t886"/>
            <p:cNvSpPr/>
            <p:nvPr/>
          </p:nvSpPr>
          <p:spPr>
            <a:xfrm>
              <a:off x="73110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t887"/>
            <p:cNvSpPr/>
            <p:nvPr/>
          </p:nvSpPr>
          <p:spPr>
            <a:xfrm>
              <a:off x="72038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t888"/>
            <p:cNvSpPr/>
            <p:nvPr/>
          </p:nvSpPr>
          <p:spPr>
            <a:xfrm>
              <a:off x="71947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t889"/>
            <p:cNvSpPr/>
            <p:nvPr/>
          </p:nvSpPr>
          <p:spPr>
            <a:xfrm>
              <a:off x="73479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t890"/>
            <p:cNvSpPr/>
            <p:nvPr/>
          </p:nvSpPr>
          <p:spPr>
            <a:xfrm>
              <a:off x="718560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t891"/>
            <p:cNvSpPr/>
            <p:nvPr/>
          </p:nvSpPr>
          <p:spPr>
            <a:xfrm>
              <a:off x="724722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t892"/>
            <p:cNvSpPr/>
            <p:nvPr/>
          </p:nvSpPr>
          <p:spPr>
            <a:xfrm>
              <a:off x="72526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t893"/>
            <p:cNvSpPr/>
            <p:nvPr/>
          </p:nvSpPr>
          <p:spPr>
            <a:xfrm>
              <a:off x="71469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t894"/>
            <p:cNvSpPr/>
            <p:nvPr/>
          </p:nvSpPr>
          <p:spPr>
            <a:xfrm>
              <a:off x="732900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t895"/>
            <p:cNvSpPr/>
            <p:nvPr/>
          </p:nvSpPr>
          <p:spPr>
            <a:xfrm>
              <a:off x="72563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t896"/>
            <p:cNvSpPr/>
            <p:nvPr/>
          </p:nvSpPr>
          <p:spPr>
            <a:xfrm>
              <a:off x="723067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t897"/>
            <p:cNvSpPr/>
            <p:nvPr/>
          </p:nvSpPr>
          <p:spPr>
            <a:xfrm>
              <a:off x="735483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t898"/>
            <p:cNvSpPr/>
            <p:nvPr/>
          </p:nvSpPr>
          <p:spPr>
            <a:xfrm>
              <a:off x="71951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t899"/>
            <p:cNvSpPr/>
            <p:nvPr/>
          </p:nvSpPr>
          <p:spPr>
            <a:xfrm>
              <a:off x="72337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t900"/>
            <p:cNvSpPr/>
            <p:nvPr/>
          </p:nvSpPr>
          <p:spPr>
            <a:xfrm>
              <a:off x="728306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t901"/>
            <p:cNvSpPr/>
            <p:nvPr/>
          </p:nvSpPr>
          <p:spPr>
            <a:xfrm>
              <a:off x="72041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t902"/>
            <p:cNvSpPr/>
            <p:nvPr/>
          </p:nvSpPr>
          <p:spPr>
            <a:xfrm>
              <a:off x="72582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t903"/>
            <p:cNvSpPr/>
            <p:nvPr/>
          </p:nvSpPr>
          <p:spPr>
            <a:xfrm>
              <a:off x="72506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t904"/>
            <p:cNvSpPr/>
            <p:nvPr/>
          </p:nvSpPr>
          <p:spPr>
            <a:xfrm>
              <a:off x="72865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t905"/>
            <p:cNvSpPr/>
            <p:nvPr/>
          </p:nvSpPr>
          <p:spPr>
            <a:xfrm>
              <a:off x="73587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t906"/>
            <p:cNvSpPr/>
            <p:nvPr/>
          </p:nvSpPr>
          <p:spPr>
            <a:xfrm>
              <a:off x="733466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t907"/>
            <p:cNvSpPr/>
            <p:nvPr/>
          </p:nvSpPr>
          <p:spPr>
            <a:xfrm>
              <a:off x="716182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t908"/>
            <p:cNvSpPr/>
            <p:nvPr/>
          </p:nvSpPr>
          <p:spPr>
            <a:xfrm>
              <a:off x="71847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t909"/>
            <p:cNvSpPr/>
            <p:nvPr/>
          </p:nvSpPr>
          <p:spPr>
            <a:xfrm>
              <a:off x="734717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t910"/>
            <p:cNvSpPr/>
            <p:nvPr/>
          </p:nvSpPr>
          <p:spPr>
            <a:xfrm>
              <a:off x="72003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t911"/>
            <p:cNvSpPr/>
            <p:nvPr/>
          </p:nvSpPr>
          <p:spPr>
            <a:xfrm>
              <a:off x="733764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t912"/>
            <p:cNvSpPr/>
            <p:nvPr/>
          </p:nvSpPr>
          <p:spPr>
            <a:xfrm>
              <a:off x="728287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tx913"/>
            <p:cNvSpPr/>
            <p:nvPr/>
          </p:nvSpPr>
          <p:spPr>
            <a:xfrm>
              <a:off x="712256" y="4407174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0.90</a:t>
              </a:r>
            </a:p>
          </p:txBody>
        </p:sp>
        <p:sp>
          <p:nvSpPr>
            <p:cNvPr id="914" name="tx914"/>
            <p:cNvSpPr/>
            <p:nvPr/>
          </p:nvSpPr>
          <p:spPr>
            <a:xfrm>
              <a:off x="712256" y="3220226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0.95</a:t>
              </a:r>
            </a:p>
          </p:txBody>
        </p:sp>
        <p:sp>
          <p:nvSpPr>
            <p:cNvPr id="915" name="tx915"/>
            <p:cNvSpPr/>
            <p:nvPr/>
          </p:nvSpPr>
          <p:spPr>
            <a:xfrm>
              <a:off x="712256" y="2033278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916" name="tx916"/>
            <p:cNvSpPr/>
            <p:nvPr/>
          </p:nvSpPr>
          <p:spPr>
            <a:xfrm rot="-2700000">
              <a:off x="103144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917" name="tx917"/>
            <p:cNvSpPr/>
            <p:nvPr/>
          </p:nvSpPr>
          <p:spPr>
            <a:xfrm rot="-2700000">
              <a:off x="157130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918" name="tx918"/>
            <p:cNvSpPr/>
            <p:nvPr/>
          </p:nvSpPr>
          <p:spPr>
            <a:xfrm rot="-2700000">
              <a:off x="21111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919" name="tx919"/>
            <p:cNvSpPr/>
            <p:nvPr/>
          </p:nvSpPr>
          <p:spPr>
            <a:xfrm rot="-2700000">
              <a:off x="26510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920" name="tx920"/>
            <p:cNvSpPr/>
            <p:nvPr/>
          </p:nvSpPr>
          <p:spPr>
            <a:xfrm rot="-2700000">
              <a:off x="3075210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921" name="tx921"/>
            <p:cNvSpPr/>
            <p:nvPr/>
          </p:nvSpPr>
          <p:spPr>
            <a:xfrm rot="-2700000">
              <a:off x="37307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922" name="tx922"/>
            <p:cNvSpPr/>
            <p:nvPr/>
          </p:nvSpPr>
          <p:spPr>
            <a:xfrm rot="-2700000">
              <a:off x="427059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923" name="tx923"/>
            <p:cNvSpPr/>
            <p:nvPr/>
          </p:nvSpPr>
          <p:spPr>
            <a:xfrm rot="-2700000">
              <a:off x="48104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24" name="tx924"/>
            <p:cNvSpPr/>
            <p:nvPr/>
          </p:nvSpPr>
          <p:spPr>
            <a:xfrm rot="-2700000">
              <a:off x="535031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25" name="tx925"/>
            <p:cNvSpPr/>
            <p:nvPr/>
          </p:nvSpPr>
          <p:spPr>
            <a:xfrm rot="-2700000">
              <a:off x="58901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26" name="tx926"/>
            <p:cNvSpPr/>
            <p:nvPr/>
          </p:nvSpPr>
          <p:spPr>
            <a:xfrm rot="-2700000">
              <a:off x="64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27" name="tx927"/>
            <p:cNvSpPr/>
            <p:nvPr/>
          </p:nvSpPr>
          <p:spPr>
            <a:xfrm rot="-2700000">
              <a:off x="696988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28" name="tx928"/>
            <p:cNvSpPr/>
            <p:nvPr/>
          </p:nvSpPr>
          <p:spPr>
            <a:xfrm>
              <a:off x="393385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29" name="tx929"/>
            <p:cNvSpPr/>
            <p:nvPr/>
          </p:nvSpPr>
          <p:spPr>
            <a:xfrm rot="-5400000">
              <a:off x="-272059" y="3578394"/>
              <a:ext cx="171952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Normalisert dekning (0-1)</a:t>
              </a:r>
            </a:p>
          </p:txBody>
        </p:sp>
        <p:sp>
          <p:nvSpPr>
            <p:cNvPr id="930" name="tx930"/>
            <p:cNvSpPr/>
            <p:nvPr/>
          </p:nvSpPr>
          <p:spPr>
            <a:xfrm>
              <a:off x="7831704" y="3101524"/>
              <a:ext cx="70326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Undertype</a:t>
              </a:r>
            </a:p>
          </p:txBody>
        </p:sp>
        <p:sp>
          <p:nvSpPr>
            <p:cNvPr id="931" name="pt931"/>
            <p:cNvSpPr/>
            <p:nvPr/>
          </p:nvSpPr>
          <p:spPr>
            <a:xfrm>
              <a:off x="7914842" y="33857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t932"/>
            <p:cNvSpPr/>
            <p:nvPr/>
          </p:nvSpPr>
          <p:spPr>
            <a:xfrm>
              <a:off x="7914842" y="360521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t933"/>
            <p:cNvSpPr/>
            <p:nvPr/>
          </p:nvSpPr>
          <p:spPr>
            <a:xfrm>
              <a:off x="7914842" y="3824671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t934"/>
            <p:cNvSpPr/>
            <p:nvPr/>
          </p:nvSpPr>
          <p:spPr>
            <a:xfrm>
              <a:off x="7914842" y="4044127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tx935"/>
            <p:cNvSpPr/>
            <p:nvPr/>
          </p:nvSpPr>
          <p:spPr>
            <a:xfrm>
              <a:off x="8127075" y="3368732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H1N1</a:t>
              </a:r>
            </a:p>
          </p:txBody>
        </p:sp>
        <p:sp>
          <p:nvSpPr>
            <p:cNvPr id="936" name="tx936"/>
            <p:cNvSpPr/>
            <p:nvPr/>
          </p:nvSpPr>
          <p:spPr>
            <a:xfrm>
              <a:off x="8127075" y="3588188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H3N2</a:t>
              </a:r>
            </a:p>
          </p:txBody>
        </p:sp>
        <p:sp>
          <p:nvSpPr>
            <p:cNvPr id="937" name="tx937"/>
            <p:cNvSpPr/>
            <p:nvPr/>
          </p:nvSpPr>
          <p:spPr>
            <a:xfrm>
              <a:off x="8127075" y="3807644"/>
              <a:ext cx="28419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BVIC</a:t>
              </a:r>
            </a:p>
          </p:txBody>
        </p:sp>
        <p:sp>
          <p:nvSpPr>
            <p:cNvPr id="938" name="tx938"/>
            <p:cNvSpPr/>
            <p:nvPr/>
          </p:nvSpPr>
          <p:spPr>
            <a:xfrm>
              <a:off x="8127075" y="4027100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939" name="tx939"/>
            <p:cNvSpPr/>
            <p:nvPr/>
          </p:nvSpPr>
          <p:spPr>
            <a:xfrm>
              <a:off x="1017684" y="1676115"/>
              <a:ext cx="1717151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Dekning per run - HA</a:t>
              </a:r>
            </a:p>
          </p:txBody>
        </p:sp>
      </p:grpSp>
      <p:sp>
        <p:nvSpPr>
          <p:cNvPr id="94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Dekning per run - HA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874280"/>
                <a:gridCol w="936354"/>
                <a:gridCol w="1262616"/>
                <a:gridCol w="1371347"/>
                <a:gridCol w="1021825"/>
                <a:gridCol w="1293721"/>
                <a:gridCol w="1130488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run_id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n_samples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median_coverage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submitted_n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not_submitted_n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submitted_pct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94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INF100_1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98.8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0.987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97.3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89.5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0.964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80.5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16.9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GISAID-submisjonssammendrag - NA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4800050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4022006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3243961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465917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5189073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92116" y="4411028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92116" y="3632984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92116" y="2854939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92116" y="2076894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9546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0105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0664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1223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41782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9234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42900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93459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4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59457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45136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695695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67954" y="2076894"/>
              <a:ext cx="455030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673543" y="2076894"/>
              <a:ext cx="455030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2179133" y="2076894"/>
              <a:ext cx="455030" cy="302918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179133" y="5106081"/>
              <a:ext cx="455030" cy="82991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684722" y="2076894"/>
              <a:ext cx="455030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190312" y="2076894"/>
              <a:ext cx="455030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695901" y="2076894"/>
              <a:ext cx="455030" cy="306641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695901" y="5143305"/>
              <a:ext cx="455030" cy="4576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201490" y="2076894"/>
              <a:ext cx="455030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707080" y="2076894"/>
              <a:ext cx="455030" cy="306641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4707080" y="5143305"/>
              <a:ext cx="455030" cy="4576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5212669" y="2076894"/>
              <a:ext cx="455030" cy="278458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5212669" y="4861475"/>
              <a:ext cx="455030" cy="32759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5718259" y="2076894"/>
              <a:ext cx="455030" cy="52494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5718259" y="2601840"/>
              <a:ext cx="455030" cy="258723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6223848" y="2076894"/>
              <a:ext cx="455030" cy="307422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6223848" y="5151119"/>
              <a:ext cx="455030" cy="3795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6729437" y="2076894"/>
              <a:ext cx="455030" cy="250590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6729437" y="4582804"/>
              <a:ext cx="455030" cy="60626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tx45"/>
            <p:cNvSpPr/>
            <p:nvPr/>
          </p:nvSpPr>
          <p:spPr>
            <a:xfrm>
              <a:off x="1236684" y="359681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1742273" y="359681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2233827" y="355532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2261944" y="5111412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%=2.7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2753452" y="359681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3259041" y="359681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3750595" y="357393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%=98.5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778712" y="5130024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%=1.5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4270220" y="359681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4761773" y="357393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%=98.5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4789891" y="5130024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%=1.5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5267363" y="343302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%=89.5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5267363" y="498910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%=10.5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5772952" y="230320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%=16.9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5772952" y="385929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%=83.1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6278542" y="357784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%=98.8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6306659" y="5133931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%=1.2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6784131" y="329368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%=80.5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784131" y="484977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%=19.5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847770" y="5145456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780013" y="436741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780013" y="358936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780013" y="281132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712256" y="203327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108531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159090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209649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260208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2992004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36132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411885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462444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51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56356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614120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664679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3799250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82" name="tx82"/>
            <p:cNvSpPr/>
            <p:nvPr/>
          </p:nvSpPr>
          <p:spPr>
            <a:xfrm rot="-5400000">
              <a:off x="253126" y="3578394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7488052" y="3320980"/>
              <a:ext cx="97420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GISAID-status</a:t>
              </a:r>
            </a:p>
          </p:txBody>
        </p:sp>
        <p:sp>
          <p:nvSpPr>
            <p:cNvPr id="84" name="rc84"/>
            <p:cNvSpPr/>
            <p:nvPr/>
          </p:nvSpPr>
          <p:spPr>
            <a:xfrm>
              <a:off x="7497870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7497870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tx86"/>
            <p:cNvSpPr/>
            <p:nvPr/>
          </p:nvSpPr>
          <p:spPr>
            <a:xfrm>
              <a:off x="7783424" y="3588188"/>
              <a:ext cx="5484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Submitted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7783424" y="3807644"/>
              <a:ext cx="75154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submitted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1092116" y="1676115"/>
              <a:ext cx="3047878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GISAID-submisjon per run andel - NA</a:t>
              </a:r>
            </a:p>
          </p:txBody>
        </p:sp>
      </p:grpSp>
      <p:sp>
        <p:nvSpPr>
          <p:cNvPr id="8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 per run andel - NA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4814111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4064189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3314267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64344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5189073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6094" y="4439150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16094" y="3689228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16094" y="2939305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16094" y="2189383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22810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74812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26813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78815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308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8281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3482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8682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38824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590826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42827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694829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994096" y="2414360"/>
              <a:ext cx="468015" cy="277471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514114" y="2301871"/>
              <a:ext cx="468015" cy="288720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2034131" y="2376863"/>
              <a:ext cx="468015" cy="273721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034131" y="5114080"/>
              <a:ext cx="468015" cy="7499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554149" y="2451856"/>
              <a:ext cx="468015" cy="273721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074166" y="4814111"/>
              <a:ext cx="468015" cy="37496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594183" y="2639336"/>
              <a:ext cx="468015" cy="251224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594183" y="5151577"/>
              <a:ext cx="468015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114201" y="2226879"/>
              <a:ext cx="468015" cy="296219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634218" y="2639336"/>
              <a:ext cx="468015" cy="251224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4634218" y="5151577"/>
              <a:ext cx="468015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5154236" y="2339367"/>
              <a:ext cx="468015" cy="254973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5154236" y="4889104"/>
              <a:ext cx="468015" cy="29996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5674253" y="2076894"/>
              <a:ext cx="468015" cy="52494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5674253" y="2601840"/>
              <a:ext cx="468015" cy="258723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6194271" y="2114391"/>
              <a:ext cx="468015" cy="303718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6194271" y="5151577"/>
              <a:ext cx="468015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6714288" y="2301871"/>
              <a:ext cx="468015" cy="232475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6714288" y="4626631"/>
              <a:ext cx="468015" cy="562441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tx45"/>
            <p:cNvSpPr/>
            <p:nvPr/>
          </p:nvSpPr>
          <p:spPr>
            <a:xfrm>
              <a:off x="1114261" y="376555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1634279" y="370930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n=77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2154296" y="370930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n=73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2182414" y="5115412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2674314" y="378430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n=73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3194331" y="496542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n=10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3714348" y="385929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n=67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742466" y="513416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4234366" y="367181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n=79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4754383" y="385929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n=67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4782501" y="513416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5274401" y="357807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5302519" y="5002924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5794418" y="230320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n=14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5794418" y="385929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6314436" y="359681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n=81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6342553" y="513416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6834453" y="342808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n=62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834453" y="487168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n=15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780013" y="5145456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712256" y="439553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712256" y="364561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712256" y="289568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712256" y="214576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80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91795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143796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195798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247800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2882351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35180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40380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45580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507809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559810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611812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663814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371123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82" name="tx82"/>
            <p:cNvSpPr/>
            <p:nvPr/>
          </p:nvSpPr>
          <p:spPr>
            <a:xfrm rot="-5400000">
              <a:off x="282798" y="3578394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7488052" y="3320980"/>
              <a:ext cx="97420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GISAID-status</a:t>
              </a:r>
            </a:p>
          </p:txBody>
        </p:sp>
        <p:sp>
          <p:nvSpPr>
            <p:cNvPr id="84" name="rc84"/>
            <p:cNvSpPr/>
            <p:nvPr/>
          </p:nvSpPr>
          <p:spPr>
            <a:xfrm>
              <a:off x="7497870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7497870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tx86"/>
            <p:cNvSpPr/>
            <p:nvPr/>
          </p:nvSpPr>
          <p:spPr>
            <a:xfrm>
              <a:off x="7783424" y="3588188"/>
              <a:ext cx="5484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Submitted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7783424" y="3807644"/>
              <a:ext cx="75154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submitted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916094" y="1676115"/>
              <a:ext cx="3037545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GISAID-submisjon per run antall - NA</a:t>
              </a:r>
            </a:p>
          </p:txBody>
        </p:sp>
      </p:grpSp>
      <p:sp>
        <p:nvSpPr>
          <p:cNvPr id="8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 per run antall - NA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17684" y="4800050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17684" y="4022006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17684" y="3243961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17684" y="2465917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17684" y="5189073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17684" y="4411028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17684" y="363298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17684" y="2854939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17684" y="207689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4159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88145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213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61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50103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0408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8075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1206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66046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2003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7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28004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8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32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6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40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50103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350103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4"/>
            <p:cNvSpPr/>
            <p:nvPr/>
          </p:nvSpPr>
          <p:spPr>
            <a:xfrm>
              <a:off x="329858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329858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8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52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6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60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64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8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72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13448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12807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12081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12316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13872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13317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12984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13095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13599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13934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12947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13412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12988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13098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12263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12208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13285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13354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13859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12765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12336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5"/>
            <p:cNvSpPr/>
            <p:nvPr/>
          </p:nvSpPr>
          <p:spPr>
            <a:xfrm>
              <a:off x="13782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6"/>
            <p:cNvSpPr/>
            <p:nvPr/>
          </p:nvSpPr>
          <p:spPr>
            <a:xfrm>
              <a:off x="13871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7"/>
            <p:cNvSpPr/>
            <p:nvPr/>
          </p:nvSpPr>
          <p:spPr>
            <a:xfrm>
              <a:off x="12466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12133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9"/>
            <p:cNvSpPr/>
            <p:nvPr/>
          </p:nvSpPr>
          <p:spPr>
            <a:xfrm>
              <a:off x="12980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100"/>
            <p:cNvSpPr/>
            <p:nvPr/>
          </p:nvSpPr>
          <p:spPr>
            <a:xfrm>
              <a:off x="13232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12395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2"/>
            <p:cNvSpPr/>
            <p:nvPr/>
          </p:nvSpPr>
          <p:spPr>
            <a:xfrm>
              <a:off x="12473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3"/>
            <p:cNvSpPr/>
            <p:nvPr/>
          </p:nvSpPr>
          <p:spPr>
            <a:xfrm>
              <a:off x="13052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12846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5"/>
            <p:cNvSpPr/>
            <p:nvPr/>
          </p:nvSpPr>
          <p:spPr>
            <a:xfrm>
              <a:off x="12257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6"/>
            <p:cNvSpPr/>
            <p:nvPr/>
          </p:nvSpPr>
          <p:spPr>
            <a:xfrm>
              <a:off x="13745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7"/>
            <p:cNvSpPr/>
            <p:nvPr/>
          </p:nvSpPr>
          <p:spPr>
            <a:xfrm>
              <a:off x="13742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8"/>
            <p:cNvSpPr/>
            <p:nvPr/>
          </p:nvSpPr>
          <p:spPr>
            <a:xfrm>
              <a:off x="13533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9"/>
            <p:cNvSpPr/>
            <p:nvPr/>
          </p:nvSpPr>
          <p:spPr>
            <a:xfrm>
              <a:off x="14116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10"/>
            <p:cNvSpPr/>
            <p:nvPr/>
          </p:nvSpPr>
          <p:spPr>
            <a:xfrm>
              <a:off x="13347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1"/>
            <p:cNvSpPr/>
            <p:nvPr/>
          </p:nvSpPr>
          <p:spPr>
            <a:xfrm>
              <a:off x="12333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2"/>
            <p:cNvSpPr/>
            <p:nvPr/>
          </p:nvSpPr>
          <p:spPr>
            <a:xfrm>
              <a:off x="13210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12125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14228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13934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14139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13057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12716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12681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13145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13883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13089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12896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12972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13574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12199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14091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13156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12241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12550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12368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14078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13425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13952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12824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14183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13715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14183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12293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12322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13935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12160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13788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12500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13698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12119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13056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24577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17854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18895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19505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18716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18572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18936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18674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18144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18451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17883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19498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19014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18308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19100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18972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18007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19076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18492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17552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19116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17687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19450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18292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17958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17857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19085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19377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19285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17496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18265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18871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18149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18944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18489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19332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18167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19609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18352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19238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18464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19453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18383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18230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19436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17592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17919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18939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18155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19276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24464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17747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18521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18119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17804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17796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19246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18817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18047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18820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18371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17920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17533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18186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19419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18091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18228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18855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17740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19251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18089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18806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18286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18509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19092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19268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18598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17820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19142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24597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23152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23619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24527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24174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23273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23447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24332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24417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24660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24196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24620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23805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23798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23164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23555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24193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24043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24388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23253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23663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23585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23680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24804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23608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24269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23799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23208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24422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23040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23492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23904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24837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24849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23431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23064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23424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29294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24295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24370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2448683" y="5162483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23233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24730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23845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23505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23711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23317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24011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22961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23322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28706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24291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24549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23477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29187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23024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24183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29614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29722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23504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23959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24579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24239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23942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23850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24866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23345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22868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23600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23331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29858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29928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29926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28505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23592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22994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23869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29880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23197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23018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24589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24232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29296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29546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23774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29636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29761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29046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28517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28831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29479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28948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28492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28576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28965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30134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29612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29211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28530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28952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28717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29655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29378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28537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28532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30381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28970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28437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30099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29127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28866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29179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28363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28816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29800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29417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30126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29538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29338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28928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29034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30089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29691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29613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29538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28614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29411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29432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28414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28389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28523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30337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30012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29506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34922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29267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30198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29041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29607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29895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30291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28334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28325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30109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28369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29176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39329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39642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40490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40996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39275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39815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34269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30052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41045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35262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40843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39814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39685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40132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39261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39940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40010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41024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39456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40909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40133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39242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3434830" y="206804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39880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39344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40590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41135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39063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39194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41157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40973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39507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40934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34975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40049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39556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40779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39524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39842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33949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40773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35308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39828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40980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40116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39995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33668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40811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40971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40717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40731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39340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40207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33766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34985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41140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39579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40058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40794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40720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39516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39123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39220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39108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39667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40306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39201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41184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39648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39772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40661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39263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40484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39305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39864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40404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39580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40222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44985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2"/>
            <p:cNvSpPr/>
            <p:nvPr/>
          </p:nvSpPr>
          <p:spPr>
            <a:xfrm>
              <a:off x="45102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3"/>
            <p:cNvSpPr/>
            <p:nvPr/>
          </p:nvSpPr>
          <p:spPr>
            <a:xfrm>
              <a:off x="44753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4"/>
            <p:cNvSpPr/>
            <p:nvPr/>
          </p:nvSpPr>
          <p:spPr>
            <a:xfrm>
              <a:off x="45348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5"/>
            <p:cNvSpPr/>
            <p:nvPr/>
          </p:nvSpPr>
          <p:spPr>
            <a:xfrm>
              <a:off x="46537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6"/>
            <p:cNvSpPr/>
            <p:nvPr/>
          </p:nvSpPr>
          <p:spPr>
            <a:xfrm>
              <a:off x="45641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7"/>
            <p:cNvSpPr/>
            <p:nvPr/>
          </p:nvSpPr>
          <p:spPr>
            <a:xfrm>
              <a:off x="44807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8"/>
            <p:cNvSpPr/>
            <p:nvPr/>
          </p:nvSpPr>
          <p:spPr>
            <a:xfrm>
              <a:off x="45578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9"/>
            <p:cNvSpPr/>
            <p:nvPr/>
          </p:nvSpPr>
          <p:spPr>
            <a:xfrm>
              <a:off x="46526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60"/>
            <p:cNvSpPr/>
            <p:nvPr/>
          </p:nvSpPr>
          <p:spPr>
            <a:xfrm>
              <a:off x="45922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1"/>
            <p:cNvSpPr/>
            <p:nvPr/>
          </p:nvSpPr>
          <p:spPr>
            <a:xfrm>
              <a:off x="46442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2"/>
            <p:cNvSpPr/>
            <p:nvPr/>
          </p:nvSpPr>
          <p:spPr>
            <a:xfrm>
              <a:off x="46132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3"/>
            <p:cNvSpPr/>
            <p:nvPr/>
          </p:nvSpPr>
          <p:spPr>
            <a:xfrm>
              <a:off x="46178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4"/>
            <p:cNvSpPr/>
            <p:nvPr/>
          </p:nvSpPr>
          <p:spPr>
            <a:xfrm>
              <a:off x="45231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5"/>
            <p:cNvSpPr/>
            <p:nvPr/>
          </p:nvSpPr>
          <p:spPr>
            <a:xfrm>
              <a:off x="46113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6"/>
            <p:cNvSpPr/>
            <p:nvPr/>
          </p:nvSpPr>
          <p:spPr>
            <a:xfrm>
              <a:off x="44634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7"/>
            <p:cNvSpPr/>
            <p:nvPr/>
          </p:nvSpPr>
          <p:spPr>
            <a:xfrm>
              <a:off x="46487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8"/>
            <p:cNvSpPr/>
            <p:nvPr/>
          </p:nvSpPr>
          <p:spPr>
            <a:xfrm>
              <a:off x="45540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9"/>
            <p:cNvSpPr/>
            <p:nvPr/>
          </p:nvSpPr>
          <p:spPr>
            <a:xfrm>
              <a:off x="46053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70"/>
            <p:cNvSpPr/>
            <p:nvPr/>
          </p:nvSpPr>
          <p:spPr>
            <a:xfrm>
              <a:off x="45017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1"/>
            <p:cNvSpPr/>
            <p:nvPr/>
          </p:nvSpPr>
          <p:spPr>
            <a:xfrm>
              <a:off x="44924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2"/>
            <p:cNvSpPr/>
            <p:nvPr/>
          </p:nvSpPr>
          <p:spPr>
            <a:xfrm>
              <a:off x="45408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3"/>
            <p:cNvSpPr/>
            <p:nvPr/>
          </p:nvSpPr>
          <p:spPr>
            <a:xfrm>
              <a:off x="44621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4"/>
            <p:cNvSpPr/>
            <p:nvPr/>
          </p:nvSpPr>
          <p:spPr>
            <a:xfrm>
              <a:off x="45579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5"/>
            <p:cNvSpPr/>
            <p:nvPr/>
          </p:nvSpPr>
          <p:spPr>
            <a:xfrm>
              <a:off x="45079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6"/>
            <p:cNvSpPr/>
            <p:nvPr/>
          </p:nvSpPr>
          <p:spPr>
            <a:xfrm>
              <a:off x="46361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7"/>
            <p:cNvSpPr/>
            <p:nvPr/>
          </p:nvSpPr>
          <p:spPr>
            <a:xfrm>
              <a:off x="44666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8"/>
            <p:cNvSpPr/>
            <p:nvPr/>
          </p:nvSpPr>
          <p:spPr>
            <a:xfrm>
              <a:off x="46341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9"/>
            <p:cNvSpPr/>
            <p:nvPr/>
          </p:nvSpPr>
          <p:spPr>
            <a:xfrm>
              <a:off x="45046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80"/>
            <p:cNvSpPr/>
            <p:nvPr/>
          </p:nvSpPr>
          <p:spPr>
            <a:xfrm>
              <a:off x="44917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45916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2"/>
            <p:cNvSpPr/>
            <p:nvPr/>
          </p:nvSpPr>
          <p:spPr>
            <a:xfrm>
              <a:off x="446324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3"/>
            <p:cNvSpPr/>
            <p:nvPr/>
          </p:nvSpPr>
          <p:spPr>
            <a:xfrm>
              <a:off x="45095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4"/>
            <p:cNvSpPr/>
            <p:nvPr/>
          </p:nvSpPr>
          <p:spPr>
            <a:xfrm>
              <a:off x="458096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5"/>
            <p:cNvSpPr/>
            <p:nvPr/>
          </p:nvSpPr>
          <p:spPr>
            <a:xfrm>
              <a:off x="45668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6"/>
            <p:cNvSpPr/>
            <p:nvPr/>
          </p:nvSpPr>
          <p:spPr>
            <a:xfrm>
              <a:off x="44871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7"/>
            <p:cNvSpPr/>
            <p:nvPr/>
          </p:nvSpPr>
          <p:spPr>
            <a:xfrm>
              <a:off x="46395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45640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9"/>
            <p:cNvSpPr/>
            <p:nvPr/>
          </p:nvSpPr>
          <p:spPr>
            <a:xfrm>
              <a:off x="46351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90"/>
            <p:cNvSpPr/>
            <p:nvPr/>
          </p:nvSpPr>
          <p:spPr>
            <a:xfrm>
              <a:off x="46478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1"/>
            <p:cNvSpPr/>
            <p:nvPr/>
          </p:nvSpPr>
          <p:spPr>
            <a:xfrm>
              <a:off x="45909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2"/>
            <p:cNvSpPr/>
            <p:nvPr/>
          </p:nvSpPr>
          <p:spPr>
            <a:xfrm>
              <a:off x="45211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3"/>
            <p:cNvSpPr/>
            <p:nvPr/>
          </p:nvSpPr>
          <p:spPr>
            <a:xfrm>
              <a:off x="45136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4"/>
            <p:cNvSpPr/>
            <p:nvPr/>
          </p:nvSpPr>
          <p:spPr>
            <a:xfrm>
              <a:off x="46476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5"/>
            <p:cNvSpPr/>
            <p:nvPr/>
          </p:nvSpPr>
          <p:spPr>
            <a:xfrm>
              <a:off x="45848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6"/>
            <p:cNvSpPr/>
            <p:nvPr/>
          </p:nvSpPr>
          <p:spPr>
            <a:xfrm>
              <a:off x="46379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7"/>
            <p:cNvSpPr/>
            <p:nvPr/>
          </p:nvSpPr>
          <p:spPr>
            <a:xfrm>
              <a:off x="45797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8"/>
            <p:cNvSpPr/>
            <p:nvPr/>
          </p:nvSpPr>
          <p:spPr>
            <a:xfrm>
              <a:off x="44498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9"/>
            <p:cNvSpPr/>
            <p:nvPr/>
          </p:nvSpPr>
          <p:spPr>
            <a:xfrm>
              <a:off x="45978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500"/>
            <p:cNvSpPr/>
            <p:nvPr/>
          </p:nvSpPr>
          <p:spPr>
            <a:xfrm>
              <a:off x="45145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1"/>
            <p:cNvSpPr/>
            <p:nvPr/>
          </p:nvSpPr>
          <p:spPr>
            <a:xfrm>
              <a:off x="46385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2"/>
            <p:cNvSpPr/>
            <p:nvPr/>
          </p:nvSpPr>
          <p:spPr>
            <a:xfrm>
              <a:off x="44863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3"/>
            <p:cNvSpPr/>
            <p:nvPr/>
          </p:nvSpPr>
          <p:spPr>
            <a:xfrm>
              <a:off x="46280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4"/>
            <p:cNvSpPr/>
            <p:nvPr/>
          </p:nvSpPr>
          <p:spPr>
            <a:xfrm>
              <a:off x="45385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5"/>
            <p:cNvSpPr/>
            <p:nvPr/>
          </p:nvSpPr>
          <p:spPr>
            <a:xfrm>
              <a:off x="46437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6"/>
            <p:cNvSpPr/>
            <p:nvPr/>
          </p:nvSpPr>
          <p:spPr>
            <a:xfrm>
              <a:off x="45424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7"/>
            <p:cNvSpPr/>
            <p:nvPr/>
          </p:nvSpPr>
          <p:spPr>
            <a:xfrm>
              <a:off x="44947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8"/>
            <p:cNvSpPr/>
            <p:nvPr/>
          </p:nvSpPr>
          <p:spPr>
            <a:xfrm>
              <a:off x="46276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9"/>
            <p:cNvSpPr/>
            <p:nvPr/>
          </p:nvSpPr>
          <p:spPr>
            <a:xfrm>
              <a:off x="45647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10"/>
            <p:cNvSpPr/>
            <p:nvPr/>
          </p:nvSpPr>
          <p:spPr>
            <a:xfrm>
              <a:off x="452562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1"/>
            <p:cNvSpPr/>
            <p:nvPr/>
          </p:nvSpPr>
          <p:spPr>
            <a:xfrm>
              <a:off x="45046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2"/>
            <p:cNvSpPr/>
            <p:nvPr/>
          </p:nvSpPr>
          <p:spPr>
            <a:xfrm>
              <a:off x="44865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3"/>
            <p:cNvSpPr/>
            <p:nvPr/>
          </p:nvSpPr>
          <p:spPr>
            <a:xfrm>
              <a:off x="46153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4"/>
            <p:cNvSpPr/>
            <p:nvPr/>
          </p:nvSpPr>
          <p:spPr>
            <a:xfrm>
              <a:off x="45718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5"/>
            <p:cNvSpPr/>
            <p:nvPr/>
          </p:nvSpPr>
          <p:spPr>
            <a:xfrm>
              <a:off x="45818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6"/>
            <p:cNvSpPr/>
            <p:nvPr/>
          </p:nvSpPr>
          <p:spPr>
            <a:xfrm>
              <a:off x="45663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7"/>
            <p:cNvSpPr/>
            <p:nvPr/>
          </p:nvSpPr>
          <p:spPr>
            <a:xfrm>
              <a:off x="45813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8"/>
            <p:cNvSpPr/>
            <p:nvPr/>
          </p:nvSpPr>
          <p:spPr>
            <a:xfrm>
              <a:off x="44795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9"/>
            <p:cNvSpPr/>
            <p:nvPr/>
          </p:nvSpPr>
          <p:spPr>
            <a:xfrm>
              <a:off x="44592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20"/>
            <p:cNvSpPr/>
            <p:nvPr/>
          </p:nvSpPr>
          <p:spPr>
            <a:xfrm>
              <a:off x="45899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1"/>
            <p:cNvSpPr/>
            <p:nvPr/>
          </p:nvSpPr>
          <p:spPr>
            <a:xfrm>
              <a:off x="46347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2"/>
            <p:cNvSpPr/>
            <p:nvPr/>
          </p:nvSpPr>
          <p:spPr>
            <a:xfrm>
              <a:off x="46255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3"/>
            <p:cNvSpPr/>
            <p:nvPr/>
          </p:nvSpPr>
          <p:spPr>
            <a:xfrm>
              <a:off x="46446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4"/>
            <p:cNvSpPr/>
            <p:nvPr/>
          </p:nvSpPr>
          <p:spPr>
            <a:xfrm>
              <a:off x="44597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5"/>
            <p:cNvSpPr/>
            <p:nvPr/>
          </p:nvSpPr>
          <p:spPr>
            <a:xfrm>
              <a:off x="45472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6"/>
            <p:cNvSpPr/>
            <p:nvPr/>
          </p:nvSpPr>
          <p:spPr>
            <a:xfrm>
              <a:off x="45652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7"/>
            <p:cNvSpPr/>
            <p:nvPr/>
          </p:nvSpPr>
          <p:spPr>
            <a:xfrm>
              <a:off x="46489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8"/>
            <p:cNvSpPr/>
            <p:nvPr/>
          </p:nvSpPr>
          <p:spPr>
            <a:xfrm>
              <a:off x="45989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9"/>
            <p:cNvSpPr/>
            <p:nvPr/>
          </p:nvSpPr>
          <p:spPr>
            <a:xfrm>
              <a:off x="45130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30"/>
            <p:cNvSpPr/>
            <p:nvPr/>
          </p:nvSpPr>
          <p:spPr>
            <a:xfrm>
              <a:off x="51827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1"/>
            <p:cNvSpPr/>
            <p:nvPr/>
          </p:nvSpPr>
          <p:spPr>
            <a:xfrm>
              <a:off x="50123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2"/>
            <p:cNvSpPr/>
            <p:nvPr/>
          </p:nvSpPr>
          <p:spPr>
            <a:xfrm>
              <a:off x="50647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3"/>
            <p:cNvSpPr/>
            <p:nvPr/>
          </p:nvSpPr>
          <p:spPr>
            <a:xfrm>
              <a:off x="51274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4"/>
            <p:cNvSpPr/>
            <p:nvPr/>
          </p:nvSpPr>
          <p:spPr>
            <a:xfrm>
              <a:off x="50430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5"/>
            <p:cNvSpPr/>
            <p:nvPr/>
          </p:nvSpPr>
          <p:spPr>
            <a:xfrm>
              <a:off x="51438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6"/>
            <p:cNvSpPr/>
            <p:nvPr/>
          </p:nvSpPr>
          <p:spPr>
            <a:xfrm>
              <a:off x="509320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7"/>
            <p:cNvSpPr/>
            <p:nvPr/>
          </p:nvSpPr>
          <p:spPr>
            <a:xfrm>
              <a:off x="508210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8"/>
            <p:cNvSpPr/>
            <p:nvPr/>
          </p:nvSpPr>
          <p:spPr>
            <a:xfrm>
              <a:off x="51462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9"/>
            <p:cNvSpPr/>
            <p:nvPr/>
          </p:nvSpPr>
          <p:spPr>
            <a:xfrm>
              <a:off x="50632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40"/>
            <p:cNvSpPr/>
            <p:nvPr/>
          </p:nvSpPr>
          <p:spPr>
            <a:xfrm>
              <a:off x="49869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1"/>
            <p:cNvSpPr/>
            <p:nvPr/>
          </p:nvSpPr>
          <p:spPr>
            <a:xfrm>
              <a:off x="50980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2"/>
            <p:cNvSpPr/>
            <p:nvPr/>
          </p:nvSpPr>
          <p:spPr>
            <a:xfrm>
              <a:off x="51559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3"/>
            <p:cNvSpPr/>
            <p:nvPr/>
          </p:nvSpPr>
          <p:spPr>
            <a:xfrm>
              <a:off x="50848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4"/>
            <p:cNvSpPr/>
            <p:nvPr/>
          </p:nvSpPr>
          <p:spPr>
            <a:xfrm>
              <a:off x="50348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5"/>
            <p:cNvSpPr/>
            <p:nvPr/>
          </p:nvSpPr>
          <p:spPr>
            <a:xfrm>
              <a:off x="51292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6"/>
            <p:cNvSpPr/>
            <p:nvPr/>
          </p:nvSpPr>
          <p:spPr>
            <a:xfrm>
              <a:off x="51827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7"/>
            <p:cNvSpPr/>
            <p:nvPr/>
          </p:nvSpPr>
          <p:spPr>
            <a:xfrm>
              <a:off x="50177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8"/>
            <p:cNvSpPr/>
            <p:nvPr/>
          </p:nvSpPr>
          <p:spPr>
            <a:xfrm>
              <a:off x="50521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9"/>
            <p:cNvSpPr/>
            <p:nvPr/>
          </p:nvSpPr>
          <p:spPr>
            <a:xfrm>
              <a:off x="50455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50"/>
            <p:cNvSpPr/>
            <p:nvPr/>
          </p:nvSpPr>
          <p:spPr>
            <a:xfrm>
              <a:off x="51955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1"/>
            <p:cNvSpPr/>
            <p:nvPr/>
          </p:nvSpPr>
          <p:spPr>
            <a:xfrm>
              <a:off x="50441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2"/>
            <p:cNvSpPr/>
            <p:nvPr/>
          </p:nvSpPr>
          <p:spPr>
            <a:xfrm>
              <a:off x="51779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3"/>
            <p:cNvSpPr/>
            <p:nvPr/>
          </p:nvSpPr>
          <p:spPr>
            <a:xfrm>
              <a:off x="50927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4"/>
            <p:cNvSpPr/>
            <p:nvPr/>
          </p:nvSpPr>
          <p:spPr>
            <a:xfrm>
              <a:off x="50105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5"/>
            <p:cNvSpPr/>
            <p:nvPr/>
          </p:nvSpPr>
          <p:spPr>
            <a:xfrm>
              <a:off x="50480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6"/>
            <p:cNvSpPr/>
            <p:nvPr/>
          </p:nvSpPr>
          <p:spPr>
            <a:xfrm>
              <a:off x="51360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7"/>
            <p:cNvSpPr/>
            <p:nvPr/>
          </p:nvSpPr>
          <p:spPr>
            <a:xfrm>
              <a:off x="51464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8"/>
            <p:cNvSpPr/>
            <p:nvPr/>
          </p:nvSpPr>
          <p:spPr>
            <a:xfrm>
              <a:off x="50981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9"/>
            <p:cNvSpPr/>
            <p:nvPr/>
          </p:nvSpPr>
          <p:spPr>
            <a:xfrm>
              <a:off x="50273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60"/>
            <p:cNvSpPr/>
            <p:nvPr/>
          </p:nvSpPr>
          <p:spPr>
            <a:xfrm>
              <a:off x="50723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1"/>
            <p:cNvSpPr/>
            <p:nvPr/>
          </p:nvSpPr>
          <p:spPr>
            <a:xfrm>
              <a:off x="51322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2"/>
            <p:cNvSpPr/>
            <p:nvPr/>
          </p:nvSpPr>
          <p:spPr>
            <a:xfrm>
              <a:off x="50791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3"/>
            <p:cNvSpPr/>
            <p:nvPr/>
          </p:nvSpPr>
          <p:spPr>
            <a:xfrm>
              <a:off x="50304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4"/>
            <p:cNvSpPr/>
            <p:nvPr/>
          </p:nvSpPr>
          <p:spPr>
            <a:xfrm>
              <a:off x="51824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5"/>
            <p:cNvSpPr/>
            <p:nvPr/>
          </p:nvSpPr>
          <p:spPr>
            <a:xfrm>
              <a:off x="50738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6"/>
            <p:cNvSpPr/>
            <p:nvPr/>
          </p:nvSpPr>
          <p:spPr>
            <a:xfrm>
              <a:off x="50489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7"/>
            <p:cNvSpPr/>
            <p:nvPr/>
          </p:nvSpPr>
          <p:spPr>
            <a:xfrm>
              <a:off x="51259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8"/>
            <p:cNvSpPr/>
            <p:nvPr/>
          </p:nvSpPr>
          <p:spPr>
            <a:xfrm>
              <a:off x="50863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9"/>
            <p:cNvSpPr/>
            <p:nvPr/>
          </p:nvSpPr>
          <p:spPr>
            <a:xfrm>
              <a:off x="573246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70"/>
            <p:cNvSpPr/>
            <p:nvPr/>
          </p:nvSpPr>
          <p:spPr>
            <a:xfrm>
              <a:off x="50391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1"/>
            <p:cNvSpPr/>
            <p:nvPr/>
          </p:nvSpPr>
          <p:spPr>
            <a:xfrm>
              <a:off x="50124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2"/>
            <p:cNvSpPr/>
            <p:nvPr/>
          </p:nvSpPr>
          <p:spPr>
            <a:xfrm>
              <a:off x="50984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3"/>
            <p:cNvSpPr/>
            <p:nvPr/>
          </p:nvSpPr>
          <p:spPr>
            <a:xfrm>
              <a:off x="51155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4"/>
            <p:cNvSpPr/>
            <p:nvPr/>
          </p:nvSpPr>
          <p:spPr>
            <a:xfrm>
              <a:off x="51956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5"/>
            <p:cNvSpPr/>
            <p:nvPr/>
          </p:nvSpPr>
          <p:spPr>
            <a:xfrm>
              <a:off x="49885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6"/>
            <p:cNvSpPr/>
            <p:nvPr/>
          </p:nvSpPr>
          <p:spPr>
            <a:xfrm>
              <a:off x="50089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7"/>
            <p:cNvSpPr/>
            <p:nvPr/>
          </p:nvSpPr>
          <p:spPr>
            <a:xfrm>
              <a:off x="50249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8"/>
            <p:cNvSpPr/>
            <p:nvPr/>
          </p:nvSpPr>
          <p:spPr>
            <a:xfrm>
              <a:off x="50079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9"/>
            <p:cNvSpPr/>
            <p:nvPr/>
          </p:nvSpPr>
          <p:spPr>
            <a:xfrm>
              <a:off x="50699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80"/>
            <p:cNvSpPr/>
            <p:nvPr/>
          </p:nvSpPr>
          <p:spPr>
            <a:xfrm>
              <a:off x="49935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1"/>
            <p:cNvSpPr/>
            <p:nvPr/>
          </p:nvSpPr>
          <p:spPr>
            <a:xfrm>
              <a:off x="49998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2"/>
            <p:cNvSpPr/>
            <p:nvPr/>
          </p:nvSpPr>
          <p:spPr>
            <a:xfrm>
              <a:off x="51133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3"/>
            <p:cNvSpPr/>
            <p:nvPr/>
          </p:nvSpPr>
          <p:spPr>
            <a:xfrm>
              <a:off x="50017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4"/>
            <p:cNvSpPr/>
            <p:nvPr/>
          </p:nvSpPr>
          <p:spPr>
            <a:xfrm>
              <a:off x="49957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5"/>
            <p:cNvSpPr/>
            <p:nvPr/>
          </p:nvSpPr>
          <p:spPr>
            <a:xfrm>
              <a:off x="50163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6"/>
            <p:cNvSpPr/>
            <p:nvPr/>
          </p:nvSpPr>
          <p:spPr>
            <a:xfrm>
              <a:off x="50170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7"/>
            <p:cNvSpPr/>
            <p:nvPr/>
          </p:nvSpPr>
          <p:spPr>
            <a:xfrm>
              <a:off x="50534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8"/>
            <p:cNvSpPr/>
            <p:nvPr/>
          </p:nvSpPr>
          <p:spPr>
            <a:xfrm>
              <a:off x="57072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9"/>
            <p:cNvSpPr/>
            <p:nvPr/>
          </p:nvSpPr>
          <p:spPr>
            <a:xfrm>
              <a:off x="50177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90"/>
            <p:cNvSpPr/>
            <p:nvPr/>
          </p:nvSpPr>
          <p:spPr>
            <a:xfrm>
              <a:off x="50430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1"/>
            <p:cNvSpPr/>
            <p:nvPr/>
          </p:nvSpPr>
          <p:spPr>
            <a:xfrm>
              <a:off x="50301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2"/>
            <p:cNvSpPr/>
            <p:nvPr/>
          </p:nvSpPr>
          <p:spPr>
            <a:xfrm>
              <a:off x="51789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3"/>
            <p:cNvSpPr/>
            <p:nvPr/>
          </p:nvSpPr>
          <p:spPr>
            <a:xfrm>
              <a:off x="52015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4"/>
            <p:cNvSpPr/>
            <p:nvPr/>
          </p:nvSpPr>
          <p:spPr>
            <a:xfrm>
              <a:off x="51662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5"/>
            <p:cNvSpPr/>
            <p:nvPr/>
          </p:nvSpPr>
          <p:spPr>
            <a:xfrm>
              <a:off x="50267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6"/>
            <p:cNvSpPr/>
            <p:nvPr/>
          </p:nvSpPr>
          <p:spPr>
            <a:xfrm>
              <a:off x="49912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t597"/>
            <p:cNvSpPr/>
            <p:nvPr/>
          </p:nvSpPr>
          <p:spPr>
            <a:xfrm>
              <a:off x="51720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t598"/>
            <p:cNvSpPr/>
            <p:nvPr/>
          </p:nvSpPr>
          <p:spPr>
            <a:xfrm>
              <a:off x="51031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t599"/>
            <p:cNvSpPr/>
            <p:nvPr/>
          </p:nvSpPr>
          <p:spPr>
            <a:xfrm>
              <a:off x="51007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t600"/>
            <p:cNvSpPr/>
            <p:nvPr/>
          </p:nvSpPr>
          <p:spPr>
            <a:xfrm>
              <a:off x="565300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t601"/>
            <p:cNvSpPr/>
            <p:nvPr/>
          </p:nvSpPr>
          <p:spPr>
            <a:xfrm>
              <a:off x="56948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t602"/>
            <p:cNvSpPr/>
            <p:nvPr/>
          </p:nvSpPr>
          <p:spPr>
            <a:xfrm>
              <a:off x="55940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t603"/>
            <p:cNvSpPr/>
            <p:nvPr/>
          </p:nvSpPr>
          <p:spPr>
            <a:xfrm>
              <a:off x="55632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t604"/>
            <p:cNvSpPr/>
            <p:nvPr/>
          </p:nvSpPr>
          <p:spPr>
            <a:xfrm>
              <a:off x="57144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t605"/>
            <p:cNvSpPr/>
            <p:nvPr/>
          </p:nvSpPr>
          <p:spPr>
            <a:xfrm>
              <a:off x="561507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t606"/>
            <p:cNvSpPr/>
            <p:nvPr/>
          </p:nvSpPr>
          <p:spPr>
            <a:xfrm>
              <a:off x="55636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t607"/>
            <p:cNvSpPr/>
            <p:nvPr/>
          </p:nvSpPr>
          <p:spPr>
            <a:xfrm>
              <a:off x="56082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t608"/>
            <p:cNvSpPr/>
            <p:nvPr/>
          </p:nvSpPr>
          <p:spPr>
            <a:xfrm>
              <a:off x="56060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t609"/>
            <p:cNvSpPr/>
            <p:nvPr/>
          </p:nvSpPr>
          <p:spPr>
            <a:xfrm>
              <a:off x="55300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t610"/>
            <p:cNvSpPr/>
            <p:nvPr/>
          </p:nvSpPr>
          <p:spPr>
            <a:xfrm>
              <a:off x="55524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t611"/>
            <p:cNvSpPr/>
            <p:nvPr/>
          </p:nvSpPr>
          <p:spPr>
            <a:xfrm>
              <a:off x="56158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t612"/>
            <p:cNvSpPr/>
            <p:nvPr/>
          </p:nvSpPr>
          <p:spPr>
            <a:xfrm>
              <a:off x="55596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t613"/>
            <p:cNvSpPr/>
            <p:nvPr/>
          </p:nvSpPr>
          <p:spPr>
            <a:xfrm>
              <a:off x="57034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t614"/>
            <p:cNvSpPr/>
            <p:nvPr/>
          </p:nvSpPr>
          <p:spPr>
            <a:xfrm>
              <a:off x="563066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t615"/>
            <p:cNvSpPr/>
            <p:nvPr/>
          </p:nvSpPr>
          <p:spPr>
            <a:xfrm>
              <a:off x="55593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t616"/>
            <p:cNvSpPr/>
            <p:nvPr/>
          </p:nvSpPr>
          <p:spPr>
            <a:xfrm>
              <a:off x="56876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t617"/>
            <p:cNvSpPr/>
            <p:nvPr/>
          </p:nvSpPr>
          <p:spPr>
            <a:xfrm>
              <a:off x="56620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t618"/>
            <p:cNvSpPr/>
            <p:nvPr/>
          </p:nvSpPr>
          <p:spPr>
            <a:xfrm>
              <a:off x="56532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t619"/>
            <p:cNvSpPr/>
            <p:nvPr/>
          </p:nvSpPr>
          <p:spPr>
            <a:xfrm>
              <a:off x="56974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t620"/>
            <p:cNvSpPr/>
            <p:nvPr/>
          </p:nvSpPr>
          <p:spPr>
            <a:xfrm>
              <a:off x="57126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t621"/>
            <p:cNvSpPr/>
            <p:nvPr/>
          </p:nvSpPr>
          <p:spPr>
            <a:xfrm>
              <a:off x="56250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t622"/>
            <p:cNvSpPr/>
            <p:nvPr/>
          </p:nvSpPr>
          <p:spPr>
            <a:xfrm>
              <a:off x="57371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t623"/>
            <p:cNvSpPr/>
            <p:nvPr/>
          </p:nvSpPr>
          <p:spPr>
            <a:xfrm>
              <a:off x="55960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t624"/>
            <p:cNvSpPr/>
            <p:nvPr/>
          </p:nvSpPr>
          <p:spPr>
            <a:xfrm>
              <a:off x="56911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t625"/>
            <p:cNvSpPr/>
            <p:nvPr/>
          </p:nvSpPr>
          <p:spPr>
            <a:xfrm>
              <a:off x="56847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t626"/>
            <p:cNvSpPr/>
            <p:nvPr/>
          </p:nvSpPr>
          <p:spPr>
            <a:xfrm>
              <a:off x="57096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t627"/>
            <p:cNvSpPr/>
            <p:nvPr/>
          </p:nvSpPr>
          <p:spPr>
            <a:xfrm>
              <a:off x="55521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t628"/>
            <p:cNvSpPr/>
            <p:nvPr/>
          </p:nvSpPr>
          <p:spPr>
            <a:xfrm>
              <a:off x="56610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t629"/>
            <p:cNvSpPr/>
            <p:nvPr/>
          </p:nvSpPr>
          <p:spPr>
            <a:xfrm>
              <a:off x="55702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t630"/>
            <p:cNvSpPr/>
            <p:nvPr/>
          </p:nvSpPr>
          <p:spPr>
            <a:xfrm>
              <a:off x="556278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t631"/>
            <p:cNvSpPr/>
            <p:nvPr/>
          </p:nvSpPr>
          <p:spPr>
            <a:xfrm>
              <a:off x="55403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t632"/>
            <p:cNvSpPr/>
            <p:nvPr/>
          </p:nvSpPr>
          <p:spPr>
            <a:xfrm>
              <a:off x="57324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t633"/>
            <p:cNvSpPr/>
            <p:nvPr/>
          </p:nvSpPr>
          <p:spPr>
            <a:xfrm>
              <a:off x="55672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t634"/>
            <p:cNvSpPr/>
            <p:nvPr/>
          </p:nvSpPr>
          <p:spPr>
            <a:xfrm>
              <a:off x="55786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t635"/>
            <p:cNvSpPr/>
            <p:nvPr/>
          </p:nvSpPr>
          <p:spPr>
            <a:xfrm>
              <a:off x="573047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t636"/>
            <p:cNvSpPr/>
            <p:nvPr/>
          </p:nvSpPr>
          <p:spPr>
            <a:xfrm>
              <a:off x="55857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t637"/>
            <p:cNvSpPr/>
            <p:nvPr/>
          </p:nvSpPr>
          <p:spPr>
            <a:xfrm>
              <a:off x="55265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t638"/>
            <p:cNvSpPr/>
            <p:nvPr/>
          </p:nvSpPr>
          <p:spPr>
            <a:xfrm>
              <a:off x="56439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t639"/>
            <p:cNvSpPr/>
            <p:nvPr/>
          </p:nvSpPr>
          <p:spPr>
            <a:xfrm>
              <a:off x="56118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t640"/>
            <p:cNvSpPr/>
            <p:nvPr/>
          </p:nvSpPr>
          <p:spPr>
            <a:xfrm>
              <a:off x="55865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t641"/>
            <p:cNvSpPr/>
            <p:nvPr/>
          </p:nvSpPr>
          <p:spPr>
            <a:xfrm>
              <a:off x="573302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t642"/>
            <p:cNvSpPr/>
            <p:nvPr/>
          </p:nvSpPr>
          <p:spPr>
            <a:xfrm>
              <a:off x="57150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t643"/>
            <p:cNvSpPr/>
            <p:nvPr/>
          </p:nvSpPr>
          <p:spPr>
            <a:xfrm>
              <a:off x="56685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t644"/>
            <p:cNvSpPr/>
            <p:nvPr/>
          </p:nvSpPr>
          <p:spPr>
            <a:xfrm>
              <a:off x="55886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t645"/>
            <p:cNvSpPr/>
            <p:nvPr/>
          </p:nvSpPr>
          <p:spPr>
            <a:xfrm>
              <a:off x="55553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t646"/>
            <p:cNvSpPr/>
            <p:nvPr/>
          </p:nvSpPr>
          <p:spPr>
            <a:xfrm>
              <a:off x="56192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t647"/>
            <p:cNvSpPr/>
            <p:nvPr/>
          </p:nvSpPr>
          <p:spPr>
            <a:xfrm>
              <a:off x="56373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t648"/>
            <p:cNvSpPr/>
            <p:nvPr/>
          </p:nvSpPr>
          <p:spPr>
            <a:xfrm>
              <a:off x="56034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t649"/>
            <p:cNvSpPr/>
            <p:nvPr/>
          </p:nvSpPr>
          <p:spPr>
            <a:xfrm>
              <a:off x="56841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t650"/>
            <p:cNvSpPr/>
            <p:nvPr/>
          </p:nvSpPr>
          <p:spPr>
            <a:xfrm>
              <a:off x="56652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t651"/>
            <p:cNvSpPr/>
            <p:nvPr/>
          </p:nvSpPr>
          <p:spPr>
            <a:xfrm>
              <a:off x="56765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t652"/>
            <p:cNvSpPr/>
            <p:nvPr/>
          </p:nvSpPr>
          <p:spPr>
            <a:xfrm>
              <a:off x="55311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t653"/>
            <p:cNvSpPr/>
            <p:nvPr/>
          </p:nvSpPr>
          <p:spPr>
            <a:xfrm>
              <a:off x="55994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t654"/>
            <p:cNvSpPr/>
            <p:nvPr/>
          </p:nvSpPr>
          <p:spPr>
            <a:xfrm>
              <a:off x="57335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t655"/>
            <p:cNvSpPr/>
            <p:nvPr/>
          </p:nvSpPr>
          <p:spPr>
            <a:xfrm>
              <a:off x="57268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t656"/>
            <p:cNvSpPr/>
            <p:nvPr/>
          </p:nvSpPr>
          <p:spPr>
            <a:xfrm>
              <a:off x="56270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t657"/>
            <p:cNvSpPr/>
            <p:nvPr/>
          </p:nvSpPr>
          <p:spPr>
            <a:xfrm>
              <a:off x="55514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t658"/>
            <p:cNvSpPr/>
            <p:nvPr/>
          </p:nvSpPr>
          <p:spPr>
            <a:xfrm>
              <a:off x="55695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t659"/>
            <p:cNvSpPr/>
            <p:nvPr/>
          </p:nvSpPr>
          <p:spPr>
            <a:xfrm>
              <a:off x="56022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t660"/>
            <p:cNvSpPr/>
            <p:nvPr/>
          </p:nvSpPr>
          <p:spPr>
            <a:xfrm>
              <a:off x="564545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t661"/>
            <p:cNvSpPr/>
            <p:nvPr/>
          </p:nvSpPr>
          <p:spPr>
            <a:xfrm>
              <a:off x="570737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t662"/>
            <p:cNvSpPr/>
            <p:nvPr/>
          </p:nvSpPr>
          <p:spPr>
            <a:xfrm>
              <a:off x="55397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t663"/>
            <p:cNvSpPr/>
            <p:nvPr/>
          </p:nvSpPr>
          <p:spPr>
            <a:xfrm>
              <a:off x="56951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t664"/>
            <p:cNvSpPr/>
            <p:nvPr/>
          </p:nvSpPr>
          <p:spPr>
            <a:xfrm>
              <a:off x="55755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t665"/>
            <p:cNvSpPr/>
            <p:nvPr/>
          </p:nvSpPr>
          <p:spPr>
            <a:xfrm>
              <a:off x="55726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t666"/>
            <p:cNvSpPr/>
            <p:nvPr/>
          </p:nvSpPr>
          <p:spPr>
            <a:xfrm>
              <a:off x="56402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t667"/>
            <p:cNvSpPr/>
            <p:nvPr/>
          </p:nvSpPr>
          <p:spPr>
            <a:xfrm>
              <a:off x="56944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t668"/>
            <p:cNvSpPr/>
            <p:nvPr/>
          </p:nvSpPr>
          <p:spPr>
            <a:xfrm>
              <a:off x="55408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t669"/>
            <p:cNvSpPr/>
            <p:nvPr/>
          </p:nvSpPr>
          <p:spPr>
            <a:xfrm>
              <a:off x="57317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t670"/>
            <p:cNvSpPr/>
            <p:nvPr/>
          </p:nvSpPr>
          <p:spPr>
            <a:xfrm>
              <a:off x="56029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t671"/>
            <p:cNvSpPr/>
            <p:nvPr/>
          </p:nvSpPr>
          <p:spPr>
            <a:xfrm>
              <a:off x="565470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t672"/>
            <p:cNvSpPr/>
            <p:nvPr/>
          </p:nvSpPr>
          <p:spPr>
            <a:xfrm>
              <a:off x="568290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t673"/>
            <p:cNvSpPr/>
            <p:nvPr/>
          </p:nvSpPr>
          <p:spPr>
            <a:xfrm>
              <a:off x="56931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t674"/>
            <p:cNvSpPr/>
            <p:nvPr/>
          </p:nvSpPr>
          <p:spPr>
            <a:xfrm>
              <a:off x="60991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t675"/>
            <p:cNvSpPr/>
            <p:nvPr/>
          </p:nvSpPr>
          <p:spPr>
            <a:xfrm>
              <a:off x="60944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t676"/>
            <p:cNvSpPr/>
            <p:nvPr/>
          </p:nvSpPr>
          <p:spPr>
            <a:xfrm>
              <a:off x="611091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t677"/>
            <p:cNvSpPr/>
            <p:nvPr/>
          </p:nvSpPr>
          <p:spPr>
            <a:xfrm>
              <a:off x="613344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t678"/>
            <p:cNvSpPr/>
            <p:nvPr/>
          </p:nvSpPr>
          <p:spPr>
            <a:xfrm>
              <a:off x="622680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t679"/>
            <p:cNvSpPr/>
            <p:nvPr/>
          </p:nvSpPr>
          <p:spPr>
            <a:xfrm>
              <a:off x="628005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t680"/>
            <p:cNvSpPr/>
            <p:nvPr/>
          </p:nvSpPr>
          <p:spPr>
            <a:xfrm>
              <a:off x="611646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t681"/>
            <p:cNvSpPr/>
            <p:nvPr/>
          </p:nvSpPr>
          <p:spPr>
            <a:xfrm>
              <a:off x="617914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t682"/>
            <p:cNvSpPr/>
            <p:nvPr/>
          </p:nvSpPr>
          <p:spPr>
            <a:xfrm>
              <a:off x="616132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t683"/>
            <p:cNvSpPr/>
            <p:nvPr/>
          </p:nvSpPr>
          <p:spPr>
            <a:xfrm>
              <a:off x="60766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t684"/>
            <p:cNvSpPr/>
            <p:nvPr/>
          </p:nvSpPr>
          <p:spPr>
            <a:xfrm>
              <a:off x="611139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t685"/>
            <p:cNvSpPr/>
            <p:nvPr/>
          </p:nvSpPr>
          <p:spPr>
            <a:xfrm>
              <a:off x="61163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t686"/>
            <p:cNvSpPr/>
            <p:nvPr/>
          </p:nvSpPr>
          <p:spPr>
            <a:xfrm>
              <a:off x="617457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t687"/>
            <p:cNvSpPr/>
            <p:nvPr/>
          </p:nvSpPr>
          <p:spPr>
            <a:xfrm>
              <a:off x="619201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t688"/>
            <p:cNvSpPr/>
            <p:nvPr/>
          </p:nvSpPr>
          <p:spPr>
            <a:xfrm>
              <a:off x="615537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t689"/>
            <p:cNvSpPr/>
            <p:nvPr/>
          </p:nvSpPr>
          <p:spPr>
            <a:xfrm>
              <a:off x="612865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t690"/>
            <p:cNvSpPr/>
            <p:nvPr/>
          </p:nvSpPr>
          <p:spPr>
            <a:xfrm>
              <a:off x="616652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t691"/>
            <p:cNvSpPr/>
            <p:nvPr/>
          </p:nvSpPr>
          <p:spPr>
            <a:xfrm>
              <a:off x="61270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t692"/>
            <p:cNvSpPr/>
            <p:nvPr/>
          </p:nvSpPr>
          <p:spPr>
            <a:xfrm>
              <a:off x="612452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t693"/>
            <p:cNvSpPr/>
            <p:nvPr/>
          </p:nvSpPr>
          <p:spPr>
            <a:xfrm>
              <a:off x="62738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t694"/>
            <p:cNvSpPr/>
            <p:nvPr/>
          </p:nvSpPr>
          <p:spPr>
            <a:xfrm>
              <a:off x="61175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t695"/>
            <p:cNvSpPr/>
            <p:nvPr/>
          </p:nvSpPr>
          <p:spPr>
            <a:xfrm>
              <a:off x="61713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t696"/>
            <p:cNvSpPr/>
            <p:nvPr/>
          </p:nvSpPr>
          <p:spPr>
            <a:xfrm>
              <a:off x="61053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t697"/>
            <p:cNvSpPr/>
            <p:nvPr/>
          </p:nvSpPr>
          <p:spPr>
            <a:xfrm>
              <a:off x="62461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t698"/>
            <p:cNvSpPr/>
            <p:nvPr/>
          </p:nvSpPr>
          <p:spPr>
            <a:xfrm>
              <a:off x="62784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t699"/>
            <p:cNvSpPr/>
            <p:nvPr/>
          </p:nvSpPr>
          <p:spPr>
            <a:xfrm>
              <a:off x="62789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t700"/>
            <p:cNvSpPr/>
            <p:nvPr/>
          </p:nvSpPr>
          <p:spPr>
            <a:xfrm>
              <a:off x="62041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t701"/>
            <p:cNvSpPr/>
            <p:nvPr/>
          </p:nvSpPr>
          <p:spPr>
            <a:xfrm>
              <a:off x="60685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t702"/>
            <p:cNvSpPr/>
            <p:nvPr/>
          </p:nvSpPr>
          <p:spPr>
            <a:xfrm>
              <a:off x="61814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t703"/>
            <p:cNvSpPr/>
            <p:nvPr/>
          </p:nvSpPr>
          <p:spPr>
            <a:xfrm>
              <a:off x="62027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t704"/>
            <p:cNvSpPr/>
            <p:nvPr/>
          </p:nvSpPr>
          <p:spPr>
            <a:xfrm>
              <a:off x="62552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t705"/>
            <p:cNvSpPr/>
            <p:nvPr/>
          </p:nvSpPr>
          <p:spPr>
            <a:xfrm>
              <a:off x="62142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t706"/>
            <p:cNvSpPr/>
            <p:nvPr/>
          </p:nvSpPr>
          <p:spPr>
            <a:xfrm>
              <a:off x="622683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t707"/>
            <p:cNvSpPr/>
            <p:nvPr/>
          </p:nvSpPr>
          <p:spPr>
            <a:xfrm>
              <a:off x="611031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t708"/>
            <p:cNvSpPr/>
            <p:nvPr/>
          </p:nvSpPr>
          <p:spPr>
            <a:xfrm>
              <a:off x="60676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t709"/>
            <p:cNvSpPr/>
            <p:nvPr/>
          </p:nvSpPr>
          <p:spPr>
            <a:xfrm>
              <a:off x="61910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t710"/>
            <p:cNvSpPr/>
            <p:nvPr/>
          </p:nvSpPr>
          <p:spPr>
            <a:xfrm>
              <a:off x="61271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t711"/>
            <p:cNvSpPr/>
            <p:nvPr/>
          </p:nvSpPr>
          <p:spPr>
            <a:xfrm>
              <a:off x="62694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t712"/>
            <p:cNvSpPr/>
            <p:nvPr/>
          </p:nvSpPr>
          <p:spPr>
            <a:xfrm>
              <a:off x="62237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t713"/>
            <p:cNvSpPr/>
            <p:nvPr/>
          </p:nvSpPr>
          <p:spPr>
            <a:xfrm>
              <a:off x="62740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t714"/>
            <p:cNvSpPr/>
            <p:nvPr/>
          </p:nvSpPr>
          <p:spPr>
            <a:xfrm>
              <a:off x="61212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t715"/>
            <p:cNvSpPr/>
            <p:nvPr/>
          </p:nvSpPr>
          <p:spPr>
            <a:xfrm>
              <a:off x="61205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t716"/>
            <p:cNvSpPr/>
            <p:nvPr/>
          </p:nvSpPr>
          <p:spPr>
            <a:xfrm>
              <a:off x="61283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t717"/>
            <p:cNvSpPr/>
            <p:nvPr/>
          </p:nvSpPr>
          <p:spPr>
            <a:xfrm>
              <a:off x="62294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t718"/>
            <p:cNvSpPr/>
            <p:nvPr/>
          </p:nvSpPr>
          <p:spPr>
            <a:xfrm>
              <a:off x="62609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t719"/>
            <p:cNvSpPr/>
            <p:nvPr/>
          </p:nvSpPr>
          <p:spPr>
            <a:xfrm>
              <a:off x="62163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t720"/>
            <p:cNvSpPr/>
            <p:nvPr/>
          </p:nvSpPr>
          <p:spPr>
            <a:xfrm>
              <a:off x="62333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t721"/>
            <p:cNvSpPr/>
            <p:nvPr/>
          </p:nvSpPr>
          <p:spPr>
            <a:xfrm>
              <a:off x="60904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t722"/>
            <p:cNvSpPr/>
            <p:nvPr/>
          </p:nvSpPr>
          <p:spPr>
            <a:xfrm>
              <a:off x="61104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t723"/>
            <p:cNvSpPr/>
            <p:nvPr/>
          </p:nvSpPr>
          <p:spPr>
            <a:xfrm>
              <a:off x="611464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t724"/>
            <p:cNvSpPr/>
            <p:nvPr/>
          </p:nvSpPr>
          <p:spPr>
            <a:xfrm>
              <a:off x="60704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t725"/>
            <p:cNvSpPr/>
            <p:nvPr/>
          </p:nvSpPr>
          <p:spPr>
            <a:xfrm>
              <a:off x="62368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t726"/>
            <p:cNvSpPr/>
            <p:nvPr/>
          </p:nvSpPr>
          <p:spPr>
            <a:xfrm>
              <a:off x="60946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t727"/>
            <p:cNvSpPr/>
            <p:nvPr/>
          </p:nvSpPr>
          <p:spPr>
            <a:xfrm>
              <a:off x="62119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t728"/>
            <p:cNvSpPr/>
            <p:nvPr/>
          </p:nvSpPr>
          <p:spPr>
            <a:xfrm>
              <a:off x="62631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t729"/>
            <p:cNvSpPr/>
            <p:nvPr/>
          </p:nvSpPr>
          <p:spPr>
            <a:xfrm>
              <a:off x="62472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t730"/>
            <p:cNvSpPr/>
            <p:nvPr/>
          </p:nvSpPr>
          <p:spPr>
            <a:xfrm>
              <a:off x="61340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t731"/>
            <p:cNvSpPr/>
            <p:nvPr/>
          </p:nvSpPr>
          <p:spPr>
            <a:xfrm>
              <a:off x="62460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t732"/>
            <p:cNvSpPr/>
            <p:nvPr/>
          </p:nvSpPr>
          <p:spPr>
            <a:xfrm>
              <a:off x="61633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t733"/>
            <p:cNvSpPr/>
            <p:nvPr/>
          </p:nvSpPr>
          <p:spPr>
            <a:xfrm>
              <a:off x="62272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t734"/>
            <p:cNvSpPr/>
            <p:nvPr/>
          </p:nvSpPr>
          <p:spPr>
            <a:xfrm>
              <a:off x="60738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t735"/>
            <p:cNvSpPr/>
            <p:nvPr/>
          </p:nvSpPr>
          <p:spPr>
            <a:xfrm>
              <a:off x="621797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t736"/>
            <p:cNvSpPr/>
            <p:nvPr/>
          </p:nvSpPr>
          <p:spPr>
            <a:xfrm>
              <a:off x="61783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t737"/>
            <p:cNvSpPr/>
            <p:nvPr/>
          </p:nvSpPr>
          <p:spPr>
            <a:xfrm>
              <a:off x="60833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t738"/>
            <p:cNvSpPr/>
            <p:nvPr/>
          </p:nvSpPr>
          <p:spPr>
            <a:xfrm>
              <a:off x="61457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t739"/>
            <p:cNvSpPr/>
            <p:nvPr/>
          </p:nvSpPr>
          <p:spPr>
            <a:xfrm>
              <a:off x="61168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t740"/>
            <p:cNvSpPr/>
            <p:nvPr/>
          </p:nvSpPr>
          <p:spPr>
            <a:xfrm>
              <a:off x="61980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t741"/>
            <p:cNvSpPr/>
            <p:nvPr/>
          </p:nvSpPr>
          <p:spPr>
            <a:xfrm>
              <a:off x="62702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t742"/>
            <p:cNvSpPr/>
            <p:nvPr/>
          </p:nvSpPr>
          <p:spPr>
            <a:xfrm>
              <a:off x="61225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t743"/>
            <p:cNvSpPr/>
            <p:nvPr/>
          </p:nvSpPr>
          <p:spPr>
            <a:xfrm>
              <a:off x="62247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t744"/>
            <p:cNvSpPr/>
            <p:nvPr/>
          </p:nvSpPr>
          <p:spPr>
            <a:xfrm>
              <a:off x="62697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t745"/>
            <p:cNvSpPr/>
            <p:nvPr/>
          </p:nvSpPr>
          <p:spPr>
            <a:xfrm>
              <a:off x="61854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t746"/>
            <p:cNvSpPr/>
            <p:nvPr/>
          </p:nvSpPr>
          <p:spPr>
            <a:xfrm>
              <a:off x="62654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t747"/>
            <p:cNvSpPr/>
            <p:nvPr/>
          </p:nvSpPr>
          <p:spPr>
            <a:xfrm>
              <a:off x="61277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t748"/>
            <p:cNvSpPr/>
            <p:nvPr/>
          </p:nvSpPr>
          <p:spPr>
            <a:xfrm>
              <a:off x="61020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t749"/>
            <p:cNvSpPr/>
            <p:nvPr/>
          </p:nvSpPr>
          <p:spPr>
            <a:xfrm>
              <a:off x="62798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t750"/>
            <p:cNvSpPr/>
            <p:nvPr/>
          </p:nvSpPr>
          <p:spPr>
            <a:xfrm>
              <a:off x="61126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t751"/>
            <p:cNvSpPr/>
            <p:nvPr/>
          </p:nvSpPr>
          <p:spPr>
            <a:xfrm>
              <a:off x="61709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t752"/>
            <p:cNvSpPr/>
            <p:nvPr/>
          </p:nvSpPr>
          <p:spPr>
            <a:xfrm>
              <a:off x="62177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t753"/>
            <p:cNvSpPr/>
            <p:nvPr/>
          </p:nvSpPr>
          <p:spPr>
            <a:xfrm>
              <a:off x="61617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t754"/>
            <p:cNvSpPr/>
            <p:nvPr/>
          </p:nvSpPr>
          <p:spPr>
            <a:xfrm>
              <a:off x="62543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t755"/>
            <p:cNvSpPr/>
            <p:nvPr/>
          </p:nvSpPr>
          <p:spPr>
            <a:xfrm>
              <a:off x="61462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t756"/>
            <p:cNvSpPr/>
            <p:nvPr/>
          </p:nvSpPr>
          <p:spPr>
            <a:xfrm>
              <a:off x="62131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t757"/>
            <p:cNvSpPr/>
            <p:nvPr/>
          </p:nvSpPr>
          <p:spPr>
            <a:xfrm>
              <a:off x="66153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t758"/>
            <p:cNvSpPr/>
            <p:nvPr/>
          </p:nvSpPr>
          <p:spPr>
            <a:xfrm>
              <a:off x="66591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t759"/>
            <p:cNvSpPr/>
            <p:nvPr/>
          </p:nvSpPr>
          <p:spPr>
            <a:xfrm>
              <a:off x="66716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t760"/>
            <p:cNvSpPr/>
            <p:nvPr/>
          </p:nvSpPr>
          <p:spPr>
            <a:xfrm>
              <a:off x="67944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t761"/>
            <p:cNvSpPr/>
            <p:nvPr/>
          </p:nvSpPr>
          <p:spPr>
            <a:xfrm>
              <a:off x="66828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t762"/>
            <p:cNvSpPr/>
            <p:nvPr/>
          </p:nvSpPr>
          <p:spPr>
            <a:xfrm>
              <a:off x="66111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t763"/>
            <p:cNvSpPr/>
            <p:nvPr/>
          </p:nvSpPr>
          <p:spPr>
            <a:xfrm>
              <a:off x="67546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t764"/>
            <p:cNvSpPr/>
            <p:nvPr/>
          </p:nvSpPr>
          <p:spPr>
            <a:xfrm>
              <a:off x="66811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t765"/>
            <p:cNvSpPr/>
            <p:nvPr/>
          </p:nvSpPr>
          <p:spPr>
            <a:xfrm>
              <a:off x="66491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t766"/>
            <p:cNvSpPr/>
            <p:nvPr/>
          </p:nvSpPr>
          <p:spPr>
            <a:xfrm>
              <a:off x="67358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t767"/>
            <p:cNvSpPr/>
            <p:nvPr/>
          </p:nvSpPr>
          <p:spPr>
            <a:xfrm>
              <a:off x="67725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t768"/>
            <p:cNvSpPr/>
            <p:nvPr/>
          </p:nvSpPr>
          <p:spPr>
            <a:xfrm>
              <a:off x="67964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t769"/>
            <p:cNvSpPr/>
            <p:nvPr/>
          </p:nvSpPr>
          <p:spPr>
            <a:xfrm>
              <a:off x="66876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t770"/>
            <p:cNvSpPr/>
            <p:nvPr/>
          </p:nvSpPr>
          <p:spPr>
            <a:xfrm>
              <a:off x="66079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t771"/>
            <p:cNvSpPr/>
            <p:nvPr/>
          </p:nvSpPr>
          <p:spPr>
            <a:xfrm>
              <a:off x="67881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t772"/>
            <p:cNvSpPr/>
            <p:nvPr/>
          </p:nvSpPr>
          <p:spPr>
            <a:xfrm>
              <a:off x="67285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t773"/>
            <p:cNvSpPr/>
            <p:nvPr/>
          </p:nvSpPr>
          <p:spPr>
            <a:xfrm>
              <a:off x="66647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t774"/>
            <p:cNvSpPr/>
            <p:nvPr/>
          </p:nvSpPr>
          <p:spPr>
            <a:xfrm>
              <a:off x="67266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t775"/>
            <p:cNvSpPr/>
            <p:nvPr/>
          </p:nvSpPr>
          <p:spPr>
            <a:xfrm>
              <a:off x="66646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t776"/>
            <p:cNvSpPr/>
            <p:nvPr/>
          </p:nvSpPr>
          <p:spPr>
            <a:xfrm>
              <a:off x="67301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t777"/>
            <p:cNvSpPr/>
            <p:nvPr/>
          </p:nvSpPr>
          <p:spPr>
            <a:xfrm>
              <a:off x="66707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t778"/>
            <p:cNvSpPr/>
            <p:nvPr/>
          </p:nvSpPr>
          <p:spPr>
            <a:xfrm>
              <a:off x="66364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t779"/>
            <p:cNvSpPr/>
            <p:nvPr/>
          </p:nvSpPr>
          <p:spPr>
            <a:xfrm>
              <a:off x="67774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t780"/>
            <p:cNvSpPr/>
            <p:nvPr/>
          </p:nvSpPr>
          <p:spPr>
            <a:xfrm>
              <a:off x="67193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t781"/>
            <p:cNvSpPr/>
            <p:nvPr/>
          </p:nvSpPr>
          <p:spPr>
            <a:xfrm>
              <a:off x="66461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t782"/>
            <p:cNvSpPr/>
            <p:nvPr/>
          </p:nvSpPr>
          <p:spPr>
            <a:xfrm>
              <a:off x="66965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t783"/>
            <p:cNvSpPr/>
            <p:nvPr/>
          </p:nvSpPr>
          <p:spPr>
            <a:xfrm>
              <a:off x="66500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t784"/>
            <p:cNvSpPr/>
            <p:nvPr/>
          </p:nvSpPr>
          <p:spPr>
            <a:xfrm>
              <a:off x="66292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t785"/>
            <p:cNvSpPr/>
            <p:nvPr/>
          </p:nvSpPr>
          <p:spPr>
            <a:xfrm>
              <a:off x="68164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t786"/>
            <p:cNvSpPr/>
            <p:nvPr/>
          </p:nvSpPr>
          <p:spPr>
            <a:xfrm>
              <a:off x="66131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t787"/>
            <p:cNvSpPr/>
            <p:nvPr/>
          </p:nvSpPr>
          <p:spPr>
            <a:xfrm>
              <a:off x="68214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t788"/>
            <p:cNvSpPr/>
            <p:nvPr/>
          </p:nvSpPr>
          <p:spPr>
            <a:xfrm>
              <a:off x="67955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t789"/>
            <p:cNvSpPr/>
            <p:nvPr/>
          </p:nvSpPr>
          <p:spPr>
            <a:xfrm>
              <a:off x="66495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t790"/>
            <p:cNvSpPr/>
            <p:nvPr/>
          </p:nvSpPr>
          <p:spPr>
            <a:xfrm>
              <a:off x="66729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t791"/>
            <p:cNvSpPr/>
            <p:nvPr/>
          </p:nvSpPr>
          <p:spPr>
            <a:xfrm>
              <a:off x="66067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t792"/>
            <p:cNvSpPr/>
            <p:nvPr/>
          </p:nvSpPr>
          <p:spPr>
            <a:xfrm>
              <a:off x="66829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t793"/>
            <p:cNvSpPr/>
            <p:nvPr/>
          </p:nvSpPr>
          <p:spPr>
            <a:xfrm>
              <a:off x="66098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t794"/>
            <p:cNvSpPr/>
            <p:nvPr/>
          </p:nvSpPr>
          <p:spPr>
            <a:xfrm>
              <a:off x="67085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t795"/>
            <p:cNvSpPr/>
            <p:nvPr/>
          </p:nvSpPr>
          <p:spPr>
            <a:xfrm>
              <a:off x="66240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t796"/>
            <p:cNvSpPr/>
            <p:nvPr/>
          </p:nvSpPr>
          <p:spPr>
            <a:xfrm>
              <a:off x="67774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t797"/>
            <p:cNvSpPr/>
            <p:nvPr/>
          </p:nvSpPr>
          <p:spPr>
            <a:xfrm>
              <a:off x="66117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t798"/>
            <p:cNvSpPr/>
            <p:nvPr/>
          </p:nvSpPr>
          <p:spPr>
            <a:xfrm>
              <a:off x="66268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t799"/>
            <p:cNvSpPr/>
            <p:nvPr/>
          </p:nvSpPr>
          <p:spPr>
            <a:xfrm>
              <a:off x="67625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t800"/>
            <p:cNvSpPr/>
            <p:nvPr/>
          </p:nvSpPr>
          <p:spPr>
            <a:xfrm>
              <a:off x="66221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t801"/>
            <p:cNvSpPr/>
            <p:nvPr/>
          </p:nvSpPr>
          <p:spPr>
            <a:xfrm>
              <a:off x="73265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t802"/>
            <p:cNvSpPr/>
            <p:nvPr/>
          </p:nvSpPr>
          <p:spPr>
            <a:xfrm>
              <a:off x="67180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t803"/>
            <p:cNvSpPr/>
            <p:nvPr/>
          </p:nvSpPr>
          <p:spPr>
            <a:xfrm>
              <a:off x="66795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t804"/>
            <p:cNvSpPr/>
            <p:nvPr/>
          </p:nvSpPr>
          <p:spPr>
            <a:xfrm>
              <a:off x="67149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t805"/>
            <p:cNvSpPr/>
            <p:nvPr/>
          </p:nvSpPr>
          <p:spPr>
            <a:xfrm>
              <a:off x="67258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t806"/>
            <p:cNvSpPr/>
            <p:nvPr/>
          </p:nvSpPr>
          <p:spPr>
            <a:xfrm>
              <a:off x="67174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t807"/>
            <p:cNvSpPr/>
            <p:nvPr/>
          </p:nvSpPr>
          <p:spPr>
            <a:xfrm>
              <a:off x="67775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t808"/>
            <p:cNvSpPr/>
            <p:nvPr/>
          </p:nvSpPr>
          <p:spPr>
            <a:xfrm>
              <a:off x="67533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t809"/>
            <p:cNvSpPr/>
            <p:nvPr/>
          </p:nvSpPr>
          <p:spPr>
            <a:xfrm>
              <a:off x="661682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t810"/>
            <p:cNvSpPr/>
            <p:nvPr/>
          </p:nvSpPr>
          <p:spPr>
            <a:xfrm>
              <a:off x="66706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t811"/>
            <p:cNvSpPr/>
            <p:nvPr/>
          </p:nvSpPr>
          <p:spPr>
            <a:xfrm>
              <a:off x="7274971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t812"/>
            <p:cNvSpPr/>
            <p:nvPr/>
          </p:nvSpPr>
          <p:spPr>
            <a:xfrm>
              <a:off x="672237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t813"/>
            <p:cNvSpPr/>
            <p:nvPr/>
          </p:nvSpPr>
          <p:spPr>
            <a:xfrm>
              <a:off x="66353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t814"/>
            <p:cNvSpPr/>
            <p:nvPr/>
          </p:nvSpPr>
          <p:spPr>
            <a:xfrm>
              <a:off x="67836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t815"/>
            <p:cNvSpPr/>
            <p:nvPr/>
          </p:nvSpPr>
          <p:spPr>
            <a:xfrm>
              <a:off x="67492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t816"/>
            <p:cNvSpPr/>
            <p:nvPr/>
          </p:nvSpPr>
          <p:spPr>
            <a:xfrm>
              <a:off x="67178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t817"/>
            <p:cNvSpPr/>
            <p:nvPr/>
          </p:nvSpPr>
          <p:spPr>
            <a:xfrm>
              <a:off x="66303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t818"/>
            <p:cNvSpPr/>
            <p:nvPr/>
          </p:nvSpPr>
          <p:spPr>
            <a:xfrm>
              <a:off x="66265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t819"/>
            <p:cNvSpPr/>
            <p:nvPr/>
          </p:nvSpPr>
          <p:spPr>
            <a:xfrm>
              <a:off x="661398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t820"/>
            <p:cNvSpPr/>
            <p:nvPr/>
          </p:nvSpPr>
          <p:spPr>
            <a:xfrm>
              <a:off x="66279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t821"/>
            <p:cNvSpPr/>
            <p:nvPr/>
          </p:nvSpPr>
          <p:spPr>
            <a:xfrm>
              <a:off x="72437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t822"/>
            <p:cNvSpPr/>
            <p:nvPr/>
          </p:nvSpPr>
          <p:spPr>
            <a:xfrm>
              <a:off x="67437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t823"/>
            <p:cNvSpPr/>
            <p:nvPr/>
          </p:nvSpPr>
          <p:spPr>
            <a:xfrm>
              <a:off x="66918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t824"/>
            <p:cNvSpPr/>
            <p:nvPr/>
          </p:nvSpPr>
          <p:spPr>
            <a:xfrm>
              <a:off x="67933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t825"/>
            <p:cNvSpPr/>
            <p:nvPr/>
          </p:nvSpPr>
          <p:spPr>
            <a:xfrm>
              <a:off x="67639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t826"/>
            <p:cNvSpPr/>
            <p:nvPr/>
          </p:nvSpPr>
          <p:spPr>
            <a:xfrm>
              <a:off x="68162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t827"/>
            <p:cNvSpPr/>
            <p:nvPr/>
          </p:nvSpPr>
          <p:spPr>
            <a:xfrm>
              <a:off x="72858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t828"/>
            <p:cNvSpPr/>
            <p:nvPr/>
          </p:nvSpPr>
          <p:spPr>
            <a:xfrm>
              <a:off x="68069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t829"/>
            <p:cNvSpPr/>
            <p:nvPr/>
          </p:nvSpPr>
          <p:spPr>
            <a:xfrm>
              <a:off x="68024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t830"/>
            <p:cNvSpPr/>
            <p:nvPr/>
          </p:nvSpPr>
          <p:spPr>
            <a:xfrm>
              <a:off x="676983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t831"/>
            <p:cNvSpPr/>
            <p:nvPr/>
          </p:nvSpPr>
          <p:spPr>
            <a:xfrm>
              <a:off x="666496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t832"/>
            <p:cNvSpPr/>
            <p:nvPr/>
          </p:nvSpPr>
          <p:spPr>
            <a:xfrm>
              <a:off x="717391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t833"/>
            <p:cNvSpPr/>
            <p:nvPr/>
          </p:nvSpPr>
          <p:spPr>
            <a:xfrm>
              <a:off x="680713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t834"/>
            <p:cNvSpPr/>
            <p:nvPr/>
          </p:nvSpPr>
          <p:spPr>
            <a:xfrm>
              <a:off x="72041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t835"/>
            <p:cNvSpPr/>
            <p:nvPr/>
          </p:nvSpPr>
          <p:spPr>
            <a:xfrm>
              <a:off x="67616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t836"/>
            <p:cNvSpPr/>
            <p:nvPr/>
          </p:nvSpPr>
          <p:spPr>
            <a:xfrm>
              <a:off x="73526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t837"/>
            <p:cNvSpPr/>
            <p:nvPr/>
          </p:nvSpPr>
          <p:spPr>
            <a:xfrm>
              <a:off x="67622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t838"/>
            <p:cNvSpPr/>
            <p:nvPr/>
          </p:nvSpPr>
          <p:spPr>
            <a:xfrm>
              <a:off x="661761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t839"/>
            <p:cNvSpPr/>
            <p:nvPr/>
          </p:nvSpPr>
          <p:spPr>
            <a:xfrm>
              <a:off x="671773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t840"/>
            <p:cNvSpPr/>
            <p:nvPr/>
          </p:nvSpPr>
          <p:spPr>
            <a:xfrm>
              <a:off x="67774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t841"/>
            <p:cNvSpPr/>
            <p:nvPr/>
          </p:nvSpPr>
          <p:spPr>
            <a:xfrm>
              <a:off x="730495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t842"/>
            <p:cNvSpPr/>
            <p:nvPr/>
          </p:nvSpPr>
          <p:spPr>
            <a:xfrm>
              <a:off x="73396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t843"/>
            <p:cNvSpPr/>
            <p:nvPr/>
          </p:nvSpPr>
          <p:spPr>
            <a:xfrm>
              <a:off x="716752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t844"/>
            <p:cNvSpPr/>
            <p:nvPr/>
          </p:nvSpPr>
          <p:spPr>
            <a:xfrm>
              <a:off x="66645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t845"/>
            <p:cNvSpPr/>
            <p:nvPr/>
          </p:nvSpPr>
          <p:spPr>
            <a:xfrm>
              <a:off x="72992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t846"/>
            <p:cNvSpPr/>
            <p:nvPr/>
          </p:nvSpPr>
          <p:spPr>
            <a:xfrm>
              <a:off x="68022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t847"/>
            <p:cNvSpPr/>
            <p:nvPr/>
          </p:nvSpPr>
          <p:spPr>
            <a:xfrm>
              <a:off x="66878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t848"/>
            <p:cNvSpPr/>
            <p:nvPr/>
          </p:nvSpPr>
          <p:spPr>
            <a:xfrm>
              <a:off x="73151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t849"/>
            <p:cNvSpPr/>
            <p:nvPr/>
          </p:nvSpPr>
          <p:spPr>
            <a:xfrm>
              <a:off x="72150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t850"/>
            <p:cNvSpPr/>
            <p:nvPr/>
          </p:nvSpPr>
          <p:spPr>
            <a:xfrm>
              <a:off x="660651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t851"/>
            <p:cNvSpPr/>
            <p:nvPr/>
          </p:nvSpPr>
          <p:spPr>
            <a:xfrm>
              <a:off x="73511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t852"/>
            <p:cNvSpPr/>
            <p:nvPr/>
          </p:nvSpPr>
          <p:spPr>
            <a:xfrm>
              <a:off x="66551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t853"/>
            <p:cNvSpPr/>
            <p:nvPr/>
          </p:nvSpPr>
          <p:spPr>
            <a:xfrm>
              <a:off x="73058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t854"/>
            <p:cNvSpPr/>
            <p:nvPr/>
          </p:nvSpPr>
          <p:spPr>
            <a:xfrm>
              <a:off x="718430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t855"/>
            <p:cNvSpPr/>
            <p:nvPr/>
          </p:nvSpPr>
          <p:spPr>
            <a:xfrm>
              <a:off x="731814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t856"/>
            <p:cNvSpPr/>
            <p:nvPr/>
          </p:nvSpPr>
          <p:spPr>
            <a:xfrm>
              <a:off x="73500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t857"/>
            <p:cNvSpPr/>
            <p:nvPr/>
          </p:nvSpPr>
          <p:spPr>
            <a:xfrm>
              <a:off x="73514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t858"/>
            <p:cNvSpPr/>
            <p:nvPr/>
          </p:nvSpPr>
          <p:spPr>
            <a:xfrm>
              <a:off x="716764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t859"/>
            <p:cNvSpPr/>
            <p:nvPr/>
          </p:nvSpPr>
          <p:spPr>
            <a:xfrm>
              <a:off x="72855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t860"/>
            <p:cNvSpPr/>
            <p:nvPr/>
          </p:nvSpPr>
          <p:spPr>
            <a:xfrm>
              <a:off x="72094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t861"/>
            <p:cNvSpPr/>
            <p:nvPr/>
          </p:nvSpPr>
          <p:spPr>
            <a:xfrm>
              <a:off x="72026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t862"/>
            <p:cNvSpPr/>
            <p:nvPr/>
          </p:nvSpPr>
          <p:spPr>
            <a:xfrm>
              <a:off x="73376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t863"/>
            <p:cNvSpPr/>
            <p:nvPr/>
          </p:nvSpPr>
          <p:spPr>
            <a:xfrm>
              <a:off x="72792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t864"/>
            <p:cNvSpPr/>
            <p:nvPr/>
          </p:nvSpPr>
          <p:spPr>
            <a:xfrm>
              <a:off x="73364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t865"/>
            <p:cNvSpPr/>
            <p:nvPr/>
          </p:nvSpPr>
          <p:spPr>
            <a:xfrm>
              <a:off x="733312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t866"/>
            <p:cNvSpPr/>
            <p:nvPr/>
          </p:nvSpPr>
          <p:spPr>
            <a:xfrm>
              <a:off x="71925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t867"/>
            <p:cNvSpPr/>
            <p:nvPr/>
          </p:nvSpPr>
          <p:spPr>
            <a:xfrm>
              <a:off x="72240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t868"/>
            <p:cNvSpPr/>
            <p:nvPr/>
          </p:nvSpPr>
          <p:spPr>
            <a:xfrm>
              <a:off x="730994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t869"/>
            <p:cNvSpPr/>
            <p:nvPr/>
          </p:nvSpPr>
          <p:spPr>
            <a:xfrm>
              <a:off x="716681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t870"/>
            <p:cNvSpPr/>
            <p:nvPr/>
          </p:nvSpPr>
          <p:spPr>
            <a:xfrm>
              <a:off x="71773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t871"/>
            <p:cNvSpPr/>
            <p:nvPr/>
          </p:nvSpPr>
          <p:spPr>
            <a:xfrm>
              <a:off x="72567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t872"/>
            <p:cNvSpPr/>
            <p:nvPr/>
          </p:nvSpPr>
          <p:spPr>
            <a:xfrm>
              <a:off x="71732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t873"/>
            <p:cNvSpPr/>
            <p:nvPr/>
          </p:nvSpPr>
          <p:spPr>
            <a:xfrm>
              <a:off x="722462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t874"/>
            <p:cNvSpPr/>
            <p:nvPr/>
          </p:nvSpPr>
          <p:spPr>
            <a:xfrm>
              <a:off x="726807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t875"/>
            <p:cNvSpPr/>
            <p:nvPr/>
          </p:nvSpPr>
          <p:spPr>
            <a:xfrm>
              <a:off x="7260139" y="205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t876"/>
            <p:cNvSpPr/>
            <p:nvPr/>
          </p:nvSpPr>
          <p:spPr>
            <a:xfrm>
              <a:off x="73516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t877"/>
            <p:cNvSpPr/>
            <p:nvPr/>
          </p:nvSpPr>
          <p:spPr>
            <a:xfrm>
              <a:off x="73598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t878"/>
            <p:cNvSpPr/>
            <p:nvPr/>
          </p:nvSpPr>
          <p:spPr>
            <a:xfrm>
              <a:off x="72926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t879"/>
            <p:cNvSpPr/>
            <p:nvPr/>
          </p:nvSpPr>
          <p:spPr>
            <a:xfrm>
              <a:off x="727083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t880"/>
            <p:cNvSpPr/>
            <p:nvPr/>
          </p:nvSpPr>
          <p:spPr>
            <a:xfrm>
              <a:off x="71530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t881"/>
            <p:cNvSpPr/>
            <p:nvPr/>
          </p:nvSpPr>
          <p:spPr>
            <a:xfrm>
              <a:off x="734975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t882"/>
            <p:cNvSpPr/>
            <p:nvPr/>
          </p:nvSpPr>
          <p:spPr>
            <a:xfrm>
              <a:off x="723338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t883"/>
            <p:cNvSpPr/>
            <p:nvPr/>
          </p:nvSpPr>
          <p:spPr>
            <a:xfrm>
              <a:off x="72141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t884"/>
            <p:cNvSpPr/>
            <p:nvPr/>
          </p:nvSpPr>
          <p:spPr>
            <a:xfrm>
              <a:off x="733927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t885"/>
            <p:cNvSpPr/>
            <p:nvPr/>
          </p:nvSpPr>
          <p:spPr>
            <a:xfrm>
              <a:off x="73310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t886"/>
            <p:cNvSpPr/>
            <p:nvPr/>
          </p:nvSpPr>
          <p:spPr>
            <a:xfrm>
              <a:off x="72370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t887"/>
            <p:cNvSpPr/>
            <p:nvPr/>
          </p:nvSpPr>
          <p:spPr>
            <a:xfrm>
              <a:off x="724211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t888"/>
            <p:cNvSpPr/>
            <p:nvPr/>
          </p:nvSpPr>
          <p:spPr>
            <a:xfrm>
              <a:off x="729528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t889"/>
            <p:cNvSpPr/>
            <p:nvPr/>
          </p:nvSpPr>
          <p:spPr>
            <a:xfrm>
              <a:off x="72629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t890"/>
            <p:cNvSpPr/>
            <p:nvPr/>
          </p:nvSpPr>
          <p:spPr>
            <a:xfrm>
              <a:off x="72052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t891"/>
            <p:cNvSpPr/>
            <p:nvPr/>
          </p:nvSpPr>
          <p:spPr>
            <a:xfrm>
              <a:off x="73166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t892"/>
            <p:cNvSpPr/>
            <p:nvPr/>
          </p:nvSpPr>
          <p:spPr>
            <a:xfrm>
              <a:off x="72409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t893"/>
            <p:cNvSpPr/>
            <p:nvPr/>
          </p:nvSpPr>
          <p:spPr>
            <a:xfrm>
              <a:off x="722389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t894"/>
            <p:cNvSpPr/>
            <p:nvPr/>
          </p:nvSpPr>
          <p:spPr>
            <a:xfrm>
              <a:off x="7191433" y="4355806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t895"/>
            <p:cNvSpPr/>
            <p:nvPr/>
          </p:nvSpPr>
          <p:spPr>
            <a:xfrm>
              <a:off x="73053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t896"/>
            <p:cNvSpPr/>
            <p:nvPr/>
          </p:nvSpPr>
          <p:spPr>
            <a:xfrm>
              <a:off x="73441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t897"/>
            <p:cNvSpPr/>
            <p:nvPr/>
          </p:nvSpPr>
          <p:spPr>
            <a:xfrm>
              <a:off x="719488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t898"/>
            <p:cNvSpPr/>
            <p:nvPr/>
          </p:nvSpPr>
          <p:spPr>
            <a:xfrm>
              <a:off x="72666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t899"/>
            <p:cNvSpPr/>
            <p:nvPr/>
          </p:nvSpPr>
          <p:spPr>
            <a:xfrm>
              <a:off x="720948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t900"/>
            <p:cNvSpPr/>
            <p:nvPr/>
          </p:nvSpPr>
          <p:spPr>
            <a:xfrm>
              <a:off x="725701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t901"/>
            <p:cNvSpPr/>
            <p:nvPr/>
          </p:nvSpPr>
          <p:spPr>
            <a:xfrm>
              <a:off x="71921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t902"/>
            <p:cNvSpPr/>
            <p:nvPr/>
          </p:nvSpPr>
          <p:spPr>
            <a:xfrm>
              <a:off x="73150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t903"/>
            <p:cNvSpPr/>
            <p:nvPr/>
          </p:nvSpPr>
          <p:spPr>
            <a:xfrm>
              <a:off x="715392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t904"/>
            <p:cNvSpPr/>
            <p:nvPr/>
          </p:nvSpPr>
          <p:spPr>
            <a:xfrm>
              <a:off x="72708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t905"/>
            <p:cNvSpPr/>
            <p:nvPr/>
          </p:nvSpPr>
          <p:spPr>
            <a:xfrm>
              <a:off x="72669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t906"/>
            <p:cNvSpPr/>
            <p:nvPr/>
          </p:nvSpPr>
          <p:spPr>
            <a:xfrm>
              <a:off x="73479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t907"/>
            <p:cNvSpPr/>
            <p:nvPr/>
          </p:nvSpPr>
          <p:spPr>
            <a:xfrm>
              <a:off x="73347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t908"/>
            <p:cNvSpPr/>
            <p:nvPr/>
          </p:nvSpPr>
          <p:spPr>
            <a:xfrm>
              <a:off x="73017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t909"/>
            <p:cNvSpPr/>
            <p:nvPr/>
          </p:nvSpPr>
          <p:spPr>
            <a:xfrm>
              <a:off x="728793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t910"/>
            <p:cNvSpPr/>
            <p:nvPr/>
          </p:nvSpPr>
          <p:spPr>
            <a:xfrm>
              <a:off x="727596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t911"/>
            <p:cNvSpPr/>
            <p:nvPr/>
          </p:nvSpPr>
          <p:spPr>
            <a:xfrm>
              <a:off x="73008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t912"/>
            <p:cNvSpPr/>
            <p:nvPr/>
          </p:nvSpPr>
          <p:spPr>
            <a:xfrm>
              <a:off x="7205626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t913"/>
            <p:cNvSpPr/>
            <p:nvPr/>
          </p:nvSpPr>
          <p:spPr>
            <a:xfrm>
              <a:off x="72161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t914"/>
            <p:cNvSpPr/>
            <p:nvPr/>
          </p:nvSpPr>
          <p:spPr>
            <a:xfrm>
              <a:off x="725306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t915"/>
            <p:cNvSpPr/>
            <p:nvPr/>
          </p:nvSpPr>
          <p:spPr>
            <a:xfrm>
              <a:off x="717750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tx916"/>
            <p:cNvSpPr/>
            <p:nvPr/>
          </p:nvSpPr>
          <p:spPr>
            <a:xfrm>
              <a:off x="712256" y="5145456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917" name="tx917"/>
            <p:cNvSpPr/>
            <p:nvPr/>
          </p:nvSpPr>
          <p:spPr>
            <a:xfrm>
              <a:off x="712256" y="4367411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918" name="tx918"/>
            <p:cNvSpPr/>
            <p:nvPr/>
          </p:nvSpPr>
          <p:spPr>
            <a:xfrm>
              <a:off x="712256" y="3589367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919" name="tx919"/>
            <p:cNvSpPr/>
            <p:nvPr/>
          </p:nvSpPr>
          <p:spPr>
            <a:xfrm>
              <a:off x="712256" y="2811322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920" name="tx920"/>
            <p:cNvSpPr/>
            <p:nvPr/>
          </p:nvSpPr>
          <p:spPr>
            <a:xfrm>
              <a:off x="712256" y="2033278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921" name="tx921"/>
            <p:cNvSpPr/>
            <p:nvPr/>
          </p:nvSpPr>
          <p:spPr>
            <a:xfrm rot="-2700000">
              <a:off x="103144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922" name="tx922"/>
            <p:cNvSpPr/>
            <p:nvPr/>
          </p:nvSpPr>
          <p:spPr>
            <a:xfrm rot="-2700000">
              <a:off x="157130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923" name="tx923"/>
            <p:cNvSpPr/>
            <p:nvPr/>
          </p:nvSpPr>
          <p:spPr>
            <a:xfrm rot="-2700000">
              <a:off x="21111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924" name="tx924"/>
            <p:cNvSpPr/>
            <p:nvPr/>
          </p:nvSpPr>
          <p:spPr>
            <a:xfrm rot="-2700000">
              <a:off x="26510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925" name="tx925"/>
            <p:cNvSpPr/>
            <p:nvPr/>
          </p:nvSpPr>
          <p:spPr>
            <a:xfrm rot="-2700000">
              <a:off x="3075210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926" name="tx926"/>
            <p:cNvSpPr/>
            <p:nvPr/>
          </p:nvSpPr>
          <p:spPr>
            <a:xfrm rot="-2700000">
              <a:off x="37307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927" name="tx927"/>
            <p:cNvSpPr/>
            <p:nvPr/>
          </p:nvSpPr>
          <p:spPr>
            <a:xfrm rot="-2700000">
              <a:off x="427059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928" name="tx928"/>
            <p:cNvSpPr/>
            <p:nvPr/>
          </p:nvSpPr>
          <p:spPr>
            <a:xfrm rot="-2700000">
              <a:off x="48104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29" name="tx929"/>
            <p:cNvSpPr/>
            <p:nvPr/>
          </p:nvSpPr>
          <p:spPr>
            <a:xfrm rot="-2700000">
              <a:off x="535031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30" name="tx930"/>
            <p:cNvSpPr/>
            <p:nvPr/>
          </p:nvSpPr>
          <p:spPr>
            <a:xfrm rot="-2700000">
              <a:off x="58901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31" name="tx931"/>
            <p:cNvSpPr/>
            <p:nvPr/>
          </p:nvSpPr>
          <p:spPr>
            <a:xfrm rot="-2700000">
              <a:off x="64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32" name="tx932"/>
            <p:cNvSpPr/>
            <p:nvPr/>
          </p:nvSpPr>
          <p:spPr>
            <a:xfrm rot="-2700000">
              <a:off x="696988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33" name="tx933"/>
            <p:cNvSpPr/>
            <p:nvPr/>
          </p:nvSpPr>
          <p:spPr>
            <a:xfrm>
              <a:off x="393385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34" name="tx934"/>
            <p:cNvSpPr/>
            <p:nvPr/>
          </p:nvSpPr>
          <p:spPr>
            <a:xfrm rot="-5400000">
              <a:off x="-272059" y="3578394"/>
              <a:ext cx="171952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Normalisert dekning (0-1)</a:t>
              </a:r>
            </a:p>
          </p:txBody>
        </p:sp>
        <p:sp>
          <p:nvSpPr>
            <p:cNvPr id="935" name="tx935"/>
            <p:cNvSpPr/>
            <p:nvPr/>
          </p:nvSpPr>
          <p:spPr>
            <a:xfrm>
              <a:off x="7831704" y="3101524"/>
              <a:ext cx="70326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Undertype</a:t>
              </a:r>
            </a:p>
          </p:txBody>
        </p:sp>
        <p:sp>
          <p:nvSpPr>
            <p:cNvPr id="936" name="pt936"/>
            <p:cNvSpPr/>
            <p:nvPr/>
          </p:nvSpPr>
          <p:spPr>
            <a:xfrm>
              <a:off x="7914842" y="33857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t937"/>
            <p:cNvSpPr/>
            <p:nvPr/>
          </p:nvSpPr>
          <p:spPr>
            <a:xfrm>
              <a:off x="7914842" y="360521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t938"/>
            <p:cNvSpPr/>
            <p:nvPr/>
          </p:nvSpPr>
          <p:spPr>
            <a:xfrm>
              <a:off x="7914842" y="3824671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t939"/>
            <p:cNvSpPr/>
            <p:nvPr/>
          </p:nvSpPr>
          <p:spPr>
            <a:xfrm>
              <a:off x="7914842" y="4044127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tx940"/>
            <p:cNvSpPr/>
            <p:nvPr/>
          </p:nvSpPr>
          <p:spPr>
            <a:xfrm>
              <a:off x="8127075" y="3368732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H1N1</a:t>
              </a:r>
            </a:p>
          </p:txBody>
        </p:sp>
        <p:sp>
          <p:nvSpPr>
            <p:cNvPr id="941" name="tx941"/>
            <p:cNvSpPr/>
            <p:nvPr/>
          </p:nvSpPr>
          <p:spPr>
            <a:xfrm>
              <a:off x="8127075" y="3588188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H3N2</a:t>
              </a:r>
            </a:p>
          </p:txBody>
        </p:sp>
        <p:sp>
          <p:nvSpPr>
            <p:cNvPr id="942" name="tx942"/>
            <p:cNvSpPr/>
            <p:nvPr/>
          </p:nvSpPr>
          <p:spPr>
            <a:xfrm>
              <a:off x="8127075" y="3807644"/>
              <a:ext cx="28419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BVIC</a:t>
              </a:r>
            </a:p>
          </p:txBody>
        </p:sp>
        <p:sp>
          <p:nvSpPr>
            <p:cNvPr id="943" name="tx943"/>
            <p:cNvSpPr/>
            <p:nvPr/>
          </p:nvSpPr>
          <p:spPr>
            <a:xfrm>
              <a:off x="8127075" y="4027100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944" name="tx944"/>
            <p:cNvSpPr/>
            <p:nvPr/>
          </p:nvSpPr>
          <p:spPr>
            <a:xfrm>
              <a:off x="1017684" y="1676115"/>
              <a:ext cx="1717151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Dekning per run - NA</a:t>
              </a:r>
            </a:p>
          </p:txBody>
        </p:sp>
      </p:grpSp>
      <p:sp>
        <p:nvSpPr>
          <p:cNvPr id="94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Dekning per run - NA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874280"/>
                <a:gridCol w="936354"/>
                <a:gridCol w="1262616"/>
                <a:gridCol w="1371347"/>
                <a:gridCol w="1021825"/>
                <a:gridCol w="1293721"/>
                <a:gridCol w="1130488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run_id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n_samples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median_coverage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submitted_n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not_submitted_n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submitted_pct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94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INF100_1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98.8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97.3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97.1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96.2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84.4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77.6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16.9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GISAID-submisjonssammendrag - M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4800050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4022006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3243961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465917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5189073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92116" y="4411028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92116" y="3632984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92116" y="2854939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92116" y="2076894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9546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0105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0664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1223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41782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9234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42900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93459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4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59457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45136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695695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67954" y="2076894"/>
              <a:ext cx="455030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673543" y="2076894"/>
              <a:ext cx="455030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2179133" y="2076894"/>
              <a:ext cx="455030" cy="302918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179133" y="5106081"/>
              <a:ext cx="455030" cy="82991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684722" y="2076894"/>
              <a:ext cx="455030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190312" y="2076894"/>
              <a:ext cx="455030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695901" y="2076894"/>
              <a:ext cx="455030" cy="306641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695901" y="5143305"/>
              <a:ext cx="455030" cy="4576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201490" y="2076894"/>
              <a:ext cx="455030" cy="299399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201490" y="5070889"/>
              <a:ext cx="455030" cy="11818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4707080" y="2076894"/>
              <a:ext cx="455030" cy="302064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4707080" y="5097538"/>
              <a:ext cx="455030" cy="9153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5212669" y="2076894"/>
              <a:ext cx="455030" cy="241603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5212669" y="4492928"/>
              <a:ext cx="455030" cy="69614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5718259" y="2076894"/>
              <a:ext cx="455030" cy="52494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5718259" y="2601840"/>
              <a:ext cx="455030" cy="258723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6223848" y="2076894"/>
              <a:ext cx="455030" cy="307422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6223848" y="5151119"/>
              <a:ext cx="455030" cy="3795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6729437" y="2076894"/>
              <a:ext cx="455030" cy="262716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6729437" y="4704058"/>
              <a:ext cx="455030" cy="48501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tx46"/>
            <p:cNvSpPr/>
            <p:nvPr/>
          </p:nvSpPr>
          <p:spPr>
            <a:xfrm>
              <a:off x="1236684" y="359681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1742273" y="359681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2233827" y="355532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2261944" y="5111412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%=2.7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2753452" y="359681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3259041" y="359681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750595" y="357393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%=98.5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3778712" y="5130024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%=1.5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4256184" y="353772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%=96.2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4284302" y="5093816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%=3.8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4761773" y="355105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%=97.1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4789891" y="5107141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%=2.9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5267363" y="324874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%=77.6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5267363" y="480483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%=22.4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5772952" y="230320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%=16.9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5772952" y="385929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%=83.1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6278542" y="357784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%=98.8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306659" y="5133931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%=1.2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6784131" y="335431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%=84.4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6784131" y="4910401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%=15.6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847770" y="5145456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780013" y="436741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780013" y="358936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780013" y="281132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712256" y="203327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108531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159090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209649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260208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2992004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36132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411885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462444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51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56356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614120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664679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3799250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84" name="tx84"/>
            <p:cNvSpPr/>
            <p:nvPr/>
          </p:nvSpPr>
          <p:spPr>
            <a:xfrm rot="-5400000">
              <a:off x="253126" y="3578394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7488052" y="3320980"/>
              <a:ext cx="97420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GISAID-status</a:t>
              </a:r>
            </a:p>
          </p:txBody>
        </p:sp>
        <p:sp>
          <p:nvSpPr>
            <p:cNvPr id="86" name="rc86"/>
            <p:cNvSpPr/>
            <p:nvPr/>
          </p:nvSpPr>
          <p:spPr>
            <a:xfrm>
              <a:off x="7497870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7497870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tx88"/>
            <p:cNvSpPr/>
            <p:nvPr/>
          </p:nvSpPr>
          <p:spPr>
            <a:xfrm>
              <a:off x="7783424" y="3588188"/>
              <a:ext cx="5484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Submitted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7783424" y="3807644"/>
              <a:ext cx="75154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submitted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1092116" y="1676115"/>
              <a:ext cx="2946196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GISAID-submisjon per run andel - M</a:t>
              </a:r>
            </a:p>
          </p:txBody>
        </p:sp>
      </p:grpSp>
      <p:sp>
        <p:nvSpPr>
          <p:cNvPr id="9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 per run andel - M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4814111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4064189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3314267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64344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5189073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6094" y="4439150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16094" y="3689228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16094" y="2939305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16094" y="2189383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22810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74812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26813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78815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308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8281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3482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8682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38824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590826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42827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694829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994096" y="2414360"/>
              <a:ext cx="468015" cy="277471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514114" y="2301871"/>
              <a:ext cx="468015" cy="288720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2034131" y="2376863"/>
              <a:ext cx="468015" cy="273721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034131" y="5114080"/>
              <a:ext cx="468015" cy="7499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554149" y="2451856"/>
              <a:ext cx="468015" cy="273721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074166" y="4814111"/>
              <a:ext cx="468015" cy="37496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594183" y="2639336"/>
              <a:ext cx="468015" cy="251224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594183" y="5151577"/>
              <a:ext cx="468015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114201" y="2226879"/>
              <a:ext cx="468015" cy="284970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114201" y="5076584"/>
              <a:ext cx="468015" cy="11248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4634218" y="2639336"/>
              <a:ext cx="468015" cy="247474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4634218" y="5114080"/>
              <a:ext cx="468015" cy="7499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5154236" y="2339367"/>
              <a:ext cx="468015" cy="221227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5154236" y="4551639"/>
              <a:ext cx="468015" cy="63743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5674253" y="2076894"/>
              <a:ext cx="468015" cy="52494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5674253" y="2601840"/>
              <a:ext cx="468015" cy="258723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6194271" y="2114391"/>
              <a:ext cx="468015" cy="303718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6194271" y="5151577"/>
              <a:ext cx="468015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6714288" y="2301871"/>
              <a:ext cx="468015" cy="243724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6714288" y="4739119"/>
              <a:ext cx="468015" cy="44995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tx46"/>
            <p:cNvSpPr/>
            <p:nvPr/>
          </p:nvSpPr>
          <p:spPr>
            <a:xfrm>
              <a:off x="1114261" y="376555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1634279" y="370930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n=77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2154296" y="370930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n=73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2182414" y="5115412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2674314" y="378430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n=73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3194331" y="496542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714348" y="385929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n=67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3742466" y="513416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4234366" y="361556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n=76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4262484" y="5096664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4754383" y="384054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n=66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4782501" y="5115412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5274401" y="340933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n=59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5274401" y="483419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n=17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5794418" y="230320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n=14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5794418" y="385929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6314436" y="359681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n=81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342553" y="513416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6834453" y="348433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n=65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6834453" y="492793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n=12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780013" y="5145456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712256" y="439553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712256" y="364561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712256" y="289568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712256" y="214576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80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91795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143796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195798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247800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2882351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35180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40380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45580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507809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559810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611812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663814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371123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84" name="tx84"/>
            <p:cNvSpPr/>
            <p:nvPr/>
          </p:nvSpPr>
          <p:spPr>
            <a:xfrm rot="-5400000">
              <a:off x="282798" y="3578394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7488052" y="3320980"/>
              <a:ext cx="97420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GISAID-status</a:t>
              </a:r>
            </a:p>
          </p:txBody>
        </p:sp>
        <p:sp>
          <p:nvSpPr>
            <p:cNvPr id="86" name="rc86"/>
            <p:cNvSpPr/>
            <p:nvPr/>
          </p:nvSpPr>
          <p:spPr>
            <a:xfrm>
              <a:off x="7497870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7497870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tx88"/>
            <p:cNvSpPr/>
            <p:nvPr/>
          </p:nvSpPr>
          <p:spPr>
            <a:xfrm>
              <a:off x="7783424" y="3588188"/>
              <a:ext cx="5484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Submitted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7783424" y="3807644"/>
              <a:ext cx="75154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submitted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916094" y="1676115"/>
              <a:ext cx="2935864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GISAID-submisjon per run antall - M</a:t>
              </a:r>
            </a:p>
          </p:txBody>
        </p:sp>
      </p:grpSp>
      <p:sp>
        <p:nvSpPr>
          <p:cNvPr id="9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 per run antall - M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85441" y="4916757"/>
              <a:ext cx="6518517" cy="0"/>
            </a:xfrm>
            <a:custGeom>
              <a:avLst/>
              <a:pathLst>
                <a:path w="6518517" h="0">
                  <a:moveTo>
                    <a:pt x="0" y="0"/>
                  </a:moveTo>
                  <a:lnTo>
                    <a:pt x="6518517" y="0"/>
                  </a:lnTo>
                  <a:lnTo>
                    <a:pt x="6518517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85441" y="4060908"/>
              <a:ext cx="6518517" cy="0"/>
            </a:xfrm>
            <a:custGeom>
              <a:avLst/>
              <a:pathLst>
                <a:path w="6518517" h="0">
                  <a:moveTo>
                    <a:pt x="0" y="0"/>
                  </a:moveTo>
                  <a:lnTo>
                    <a:pt x="6518517" y="0"/>
                  </a:lnTo>
                  <a:lnTo>
                    <a:pt x="6518517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85441" y="3205059"/>
              <a:ext cx="6518517" cy="0"/>
            </a:xfrm>
            <a:custGeom>
              <a:avLst/>
              <a:pathLst>
                <a:path w="6518517" h="0">
                  <a:moveTo>
                    <a:pt x="0" y="0"/>
                  </a:moveTo>
                  <a:lnTo>
                    <a:pt x="6518517" y="0"/>
                  </a:lnTo>
                  <a:lnTo>
                    <a:pt x="6518517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85441" y="2349210"/>
              <a:ext cx="6518517" cy="0"/>
            </a:xfrm>
            <a:custGeom>
              <a:avLst/>
              <a:pathLst>
                <a:path w="6518517" h="0">
                  <a:moveTo>
                    <a:pt x="0" y="0"/>
                  </a:moveTo>
                  <a:lnTo>
                    <a:pt x="6518517" y="0"/>
                  </a:lnTo>
                  <a:lnTo>
                    <a:pt x="6518517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85441" y="5344682"/>
              <a:ext cx="6518517" cy="0"/>
            </a:xfrm>
            <a:custGeom>
              <a:avLst/>
              <a:pathLst>
                <a:path w="6518517" h="0">
                  <a:moveTo>
                    <a:pt x="0" y="0"/>
                  </a:moveTo>
                  <a:lnTo>
                    <a:pt x="6518517" y="0"/>
                  </a:lnTo>
                  <a:lnTo>
                    <a:pt x="651851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85441" y="4488833"/>
              <a:ext cx="6518517" cy="0"/>
            </a:xfrm>
            <a:custGeom>
              <a:avLst/>
              <a:pathLst>
                <a:path w="6518517" h="0">
                  <a:moveTo>
                    <a:pt x="0" y="0"/>
                  </a:moveTo>
                  <a:lnTo>
                    <a:pt x="6518517" y="0"/>
                  </a:lnTo>
                  <a:lnTo>
                    <a:pt x="651851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85441" y="3632984"/>
              <a:ext cx="6518517" cy="0"/>
            </a:xfrm>
            <a:custGeom>
              <a:avLst/>
              <a:pathLst>
                <a:path w="6518517" h="0">
                  <a:moveTo>
                    <a:pt x="0" y="0"/>
                  </a:moveTo>
                  <a:lnTo>
                    <a:pt x="6518517" y="0"/>
                  </a:lnTo>
                  <a:lnTo>
                    <a:pt x="651851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85441" y="2777135"/>
              <a:ext cx="6518517" cy="0"/>
            </a:xfrm>
            <a:custGeom>
              <a:avLst/>
              <a:pathLst>
                <a:path w="6518517" h="0">
                  <a:moveTo>
                    <a:pt x="0" y="0"/>
                  </a:moveTo>
                  <a:lnTo>
                    <a:pt x="6518517" y="0"/>
                  </a:lnTo>
                  <a:lnTo>
                    <a:pt x="651851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85441" y="1921286"/>
              <a:ext cx="6518517" cy="0"/>
            </a:xfrm>
            <a:custGeom>
              <a:avLst/>
              <a:pathLst>
                <a:path w="6518517" h="0">
                  <a:moveTo>
                    <a:pt x="0" y="0"/>
                  </a:moveTo>
                  <a:lnTo>
                    <a:pt x="6518517" y="0"/>
                  </a:lnTo>
                  <a:lnTo>
                    <a:pt x="651851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40602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4032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7463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00893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54324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07754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61185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14615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68046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21476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74907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28337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406023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406023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8"/>
            <p:cNvSpPr/>
            <p:nvPr/>
          </p:nvSpPr>
          <p:spPr>
            <a:xfrm>
              <a:off x="1205659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205659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940328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940328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32"/>
            <p:cNvSpPr/>
            <p:nvPr/>
          </p:nvSpPr>
          <p:spPr>
            <a:xfrm>
              <a:off x="1739964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739964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474633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474633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6"/>
            <p:cNvSpPr/>
            <p:nvPr/>
          </p:nvSpPr>
          <p:spPr>
            <a:xfrm>
              <a:off x="2274269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274269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3008937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3008937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40"/>
            <p:cNvSpPr/>
            <p:nvPr/>
          </p:nvSpPr>
          <p:spPr>
            <a:xfrm>
              <a:off x="2808573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808573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543242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3543242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4"/>
            <p:cNvSpPr/>
            <p:nvPr/>
          </p:nvSpPr>
          <p:spPr>
            <a:xfrm>
              <a:off x="3342878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3342878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077547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077547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8"/>
            <p:cNvSpPr/>
            <p:nvPr/>
          </p:nvSpPr>
          <p:spPr>
            <a:xfrm>
              <a:off x="3877183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3877183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611852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611852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52"/>
            <p:cNvSpPr/>
            <p:nvPr/>
          </p:nvSpPr>
          <p:spPr>
            <a:xfrm>
              <a:off x="4411487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411487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46156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46156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6"/>
            <p:cNvSpPr/>
            <p:nvPr/>
          </p:nvSpPr>
          <p:spPr>
            <a:xfrm>
              <a:off x="4945792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945792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680461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680461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60"/>
            <p:cNvSpPr/>
            <p:nvPr/>
          </p:nvSpPr>
          <p:spPr>
            <a:xfrm>
              <a:off x="5480097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480097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6214766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6214766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64"/>
            <p:cNvSpPr/>
            <p:nvPr/>
          </p:nvSpPr>
          <p:spPr>
            <a:xfrm>
              <a:off x="6014401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6014401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6749070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749070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8"/>
            <p:cNvSpPr/>
            <p:nvPr/>
          </p:nvSpPr>
          <p:spPr>
            <a:xfrm>
              <a:off x="6548706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6548706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283375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7283375" y="36329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72"/>
            <p:cNvSpPr/>
            <p:nvPr/>
          </p:nvSpPr>
          <p:spPr>
            <a:xfrm>
              <a:off x="7083011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7083011" y="3632984"/>
              <a:ext cx="400728" cy="0"/>
            </a:xfrm>
            <a:custGeom>
              <a:avLst/>
              <a:pathLst>
                <a:path w="400728" h="0">
                  <a:moveTo>
                    <a:pt x="0" y="0"/>
                  </a:moveTo>
                  <a:lnTo>
                    <a:pt x="400728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128777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143254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129592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147151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138281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143266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139375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130001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129688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139598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144597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144196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131176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137254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147405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146516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128330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135234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146551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132287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137180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5"/>
            <p:cNvSpPr/>
            <p:nvPr/>
          </p:nvSpPr>
          <p:spPr>
            <a:xfrm>
              <a:off x="134082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6"/>
            <p:cNvSpPr/>
            <p:nvPr/>
          </p:nvSpPr>
          <p:spPr>
            <a:xfrm>
              <a:off x="129378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7"/>
            <p:cNvSpPr/>
            <p:nvPr/>
          </p:nvSpPr>
          <p:spPr>
            <a:xfrm>
              <a:off x="138807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134117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9"/>
            <p:cNvSpPr/>
            <p:nvPr/>
          </p:nvSpPr>
          <p:spPr>
            <a:xfrm>
              <a:off x="133206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100"/>
            <p:cNvSpPr/>
            <p:nvPr/>
          </p:nvSpPr>
          <p:spPr>
            <a:xfrm>
              <a:off x="140769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130986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2"/>
            <p:cNvSpPr/>
            <p:nvPr/>
          </p:nvSpPr>
          <p:spPr>
            <a:xfrm>
              <a:off x="133128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3"/>
            <p:cNvSpPr/>
            <p:nvPr/>
          </p:nvSpPr>
          <p:spPr>
            <a:xfrm>
              <a:off x="142435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131992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5"/>
            <p:cNvSpPr/>
            <p:nvPr/>
          </p:nvSpPr>
          <p:spPr>
            <a:xfrm>
              <a:off x="142341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6"/>
            <p:cNvSpPr/>
            <p:nvPr/>
          </p:nvSpPr>
          <p:spPr>
            <a:xfrm>
              <a:off x="140598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7"/>
            <p:cNvSpPr/>
            <p:nvPr/>
          </p:nvSpPr>
          <p:spPr>
            <a:xfrm>
              <a:off x="135040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8"/>
            <p:cNvSpPr/>
            <p:nvPr/>
          </p:nvSpPr>
          <p:spPr>
            <a:xfrm>
              <a:off x="148038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9"/>
            <p:cNvSpPr/>
            <p:nvPr/>
          </p:nvSpPr>
          <p:spPr>
            <a:xfrm>
              <a:off x="131334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10"/>
            <p:cNvSpPr/>
            <p:nvPr/>
          </p:nvSpPr>
          <p:spPr>
            <a:xfrm>
              <a:off x="128567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1"/>
            <p:cNvSpPr/>
            <p:nvPr/>
          </p:nvSpPr>
          <p:spPr>
            <a:xfrm>
              <a:off x="138278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2"/>
            <p:cNvSpPr/>
            <p:nvPr/>
          </p:nvSpPr>
          <p:spPr>
            <a:xfrm>
              <a:off x="136693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140442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146469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132571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130731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127664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146985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141651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134182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134364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139300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133344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127571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140905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130482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127810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130573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145458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146159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133137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146003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136226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141437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136167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130932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140265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132433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141649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141421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129687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137244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146447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127381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140012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139861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138446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235044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197336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191909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201800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185216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193252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191274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183818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187753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198962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191220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191557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195269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199222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197201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189335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197085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189064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199068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196188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198368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192936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182237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192526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193699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186269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184057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201020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185502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201965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186530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192474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197228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195287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197497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193305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185413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193367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182913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182141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183232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197400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196791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191729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190577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186049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202059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191122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183786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183819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241868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201209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181177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192264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201205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195020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185093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189380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194421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180872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195065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189787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195563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185534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197812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197142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188701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192667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196739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200954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195368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194930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184177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194106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186093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195097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201072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191231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191508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236644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243039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238883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253290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242920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238755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247475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241259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249272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235875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241978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242651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247331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254866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250172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236927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252636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248974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241948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239185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254540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245885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252391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240219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235560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242546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251140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236620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252810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242961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241297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234347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239088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250713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247631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247625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237044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307168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251773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250990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2428217" y="3606393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242990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242339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248424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235304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243811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241545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255312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254889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244701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292222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239972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242592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254481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297671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252687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241903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301022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305291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254607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250868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235209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235219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245759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253337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238080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251078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243440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250682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238335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300136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304461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299647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302700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251983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237191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235837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308567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249052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242491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235326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249789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288429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308356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250735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308912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300142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289694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306487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295569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305269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307701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291777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298685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303025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288370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304681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305779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298395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300718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306778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292502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307305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302256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292183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295448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294549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295789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302788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308797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292777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298613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303462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297411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294053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307426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292699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302322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290093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303416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290284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302300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307629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302064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299736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297976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302840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291765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305676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288860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293072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300391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288902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302759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360607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291689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288282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288062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295784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303114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302894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292930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306091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299641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301666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299922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410707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402537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407894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395596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394766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409176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358433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302213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401965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342355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408161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406673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402017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413919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398707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412670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394848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409351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397357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407660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410363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403020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341737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405694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410208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414698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405609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413533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413264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410995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398758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399699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414728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351169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406254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398198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412419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402403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413616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350358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407798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351819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408269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407035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398462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395418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343047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395336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414878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401513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402639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414109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397076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360837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356260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407607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395043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408814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410496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403415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401347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414603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415045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405389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409610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399333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397643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408927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410907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406100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408688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396492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396352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409359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413986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406969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407805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413868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465625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2"/>
            <p:cNvSpPr/>
            <p:nvPr/>
          </p:nvSpPr>
          <p:spPr>
            <a:xfrm>
              <a:off x="457203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3"/>
            <p:cNvSpPr/>
            <p:nvPr/>
          </p:nvSpPr>
          <p:spPr>
            <a:xfrm>
              <a:off x="455109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4"/>
            <p:cNvSpPr/>
            <p:nvPr/>
          </p:nvSpPr>
          <p:spPr>
            <a:xfrm>
              <a:off x="462564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5"/>
            <p:cNvSpPr/>
            <p:nvPr/>
          </p:nvSpPr>
          <p:spPr>
            <a:xfrm>
              <a:off x="462342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6"/>
            <p:cNvSpPr/>
            <p:nvPr/>
          </p:nvSpPr>
          <p:spPr>
            <a:xfrm>
              <a:off x="450270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7"/>
            <p:cNvSpPr/>
            <p:nvPr/>
          </p:nvSpPr>
          <p:spPr>
            <a:xfrm>
              <a:off x="460198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8"/>
            <p:cNvSpPr/>
            <p:nvPr/>
          </p:nvSpPr>
          <p:spPr>
            <a:xfrm>
              <a:off x="467804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9"/>
            <p:cNvSpPr/>
            <p:nvPr/>
          </p:nvSpPr>
          <p:spPr>
            <a:xfrm>
              <a:off x="448113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60"/>
            <p:cNvSpPr/>
            <p:nvPr/>
          </p:nvSpPr>
          <p:spPr>
            <a:xfrm>
              <a:off x="449130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1"/>
            <p:cNvSpPr/>
            <p:nvPr/>
          </p:nvSpPr>
          <p:spPr>
            <a:xfrm>
              <a:off x="454702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2"/>
            <p:cNvSpPr/>
            <p:nvPr/>
          </p:nvSpPr>
          <p:spPr>
            <a:xfrm>
              <a:off x="455299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3"/>
            <p:cNvSpPr/>
            <p:nvPr/>
          </p:nvSpPr>
          <p:spPr>
            <a:xfrm>
              <a:off x="451282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4"/>
            <p:cNvSpPr/>
            <p:nvPr/>
          </p:nvSpPr>
          <p:spPr>
            <a:xfrm>
              <a:off x="447868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5"/>
            <p:cNvSpPr/>
            <p:nvPr/>
          </p:nvSpPr>
          <p:spPr>
            <a:xfrm>
              <a:off x="465555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6"/>
            <p:cNvSpPr/>
            <p:nvPr/>
          </p:nvSpPr>
          <p:spPr>
            <a:xfrm>
              <a:off x="453063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7"/>
            <p:cNvSpPr/>
            <p:nvPr/>
          </p:nvSpPr>
          <p:spPr>
            <a:xfrm>
              <a:off x="462884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8"/>
            <p:cNvSpPr/>
            <p:nvPr/>
          </p:nvSpPr>
          <p:spPr>
            <a:xfrm>
              <a:off x="448658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9"/>
            <p:cNvSpPr/>
            <p:nvPr/>
          </p:nvSpPr>
          <p:spPr>
            <a:xfrm>
              <a:off x="466454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70"/>
            <p:cNvSpPr/>
            <p:nvPr/>
          </p:nvSpPr>
          <p:spPr>
            <a:xfrm>
              <a:off x="459314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1"/>
            <p:cNvSpPr/>
            <p:nvPr/>
          </p:nvSpPr>
          <p:spPr>
            <a:xfrm>
              <a:off x="465291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2"/>
            <p:cNvSpPr/>
            <p:nvPr/>
          </p:nvSpPr>
          <p:spPr>
            <a:xfrm>
              <a:off x="462897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3"/>
            <p:cNvSpPr/>
            <p:nvPr/>
          </p:nvSpPr>
          <p:spPr>
            <a:xfrm>
              <a:off x="455058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4"/>
            <p:cNvSpPr/>
            <p:nvPr/>
          </p:nvSpPr>
          <p:spPr>
            <a:xfrm>
              <a:off x="448935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5"/>
            <p:cNvSpPr/>
            <p:nvPr/>
          </p:nvSpPr>
          <p:spPr>
            <a:xfrm>
              <a:off x="457193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6"/>
            <p:cNvSpPr/>
            <p:nvPr/>
          </p:nvSpPr>
          <p:spPr>
            <a:xfrm>
              <a:off x="461799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7"/>
            <p:cNvSpPr/>
            <p:nvPr/>
          </p:nvSpPr>
          <p:spPr>
            <a:xfrm>
              <a:off x="448559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8"/>
            <p:cNvSpPr/>
            <p:nvPr/>
          </p:nvSpPr>
          <p:spPr>
            <a:xfrm>
              <a:off x="450737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9"/>
            <p:cNvSpPr/>
            <p:nvPr/>
          </p:nvSpPr>
          <p:spPr>
            <a:xfrm>
              <a:off x="461606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80"/>
            <p:cNvSpPr/>
            <p:nvPr/>
          </p:nvSpPr>
          <p:spPr>
            <a:xfrm>
              <a:off x="456833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463982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2"/>
            <p:cNvSpPr/>
            <p:nvPr/>
          </p:nvSpPr>
          <p:spPr>
            <a:xfrm>
              <a:off x="465969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3"/>
            <p:cNvSpPr/>
            <p:nvPr/>
          </p:nvSpPr>
          <p:spPr>
            <a:xfrm>
              <a:off x="462456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4"/>
            <p:cNvSpPr/>
            <p:nvPr/>
          </p:nvSpPr>
          <p:spPr>
            <a:xfrm>
              <a:off x="468179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5"/>
            <p:cNvSpPr/>
            <p:nvPr/>
          </p:nvSpPr>
          <p:spPr>
            <a:xfrm>
              <a:off x="451329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6"/>
            <p:cNvSpPr/>
            <p:nvPr/>
          </p:nvSpPr>
          <p:spPr>
            <a:xfrm>
              <a:off x="449118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7"/>
            <p:cNvSpPr/>
            <p:nvPr/>
          </p:nvSpPr>
          <p:spPr>
            <a:xfrm>
              <a:off x="456497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464305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9"/>
            <p:cNvSpPr/>
            <p:nvPr/>
          </p:nvSpPr>
          <p:spPr>
            <a:xfrm>
              <a:off x="464131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90"/>
            <p:cNvSpPr/>
            <p:nvPr/>
          </p:nvSpPr>
          <p:spPr>
            <a:xfrm>
              <a:off x="468625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1"/>
            <p:cNvSpPr/>
            <p:nvPr/>
          </p:nvSpPr>
          <p:spPr>
            <a:xfrm>
              <a:off x="450509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2"/>
            <p:cNvSpPr/>
            <p:nvPr/>
          </p:nvSpPr>
          <p:spPr>
            <a:xfrm>
              <a:off x="462553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3"/>
            <p:cNvSpPr/>
            <p:nvPr/>
          </p:nvSpPr>
          <p:spPr>
            <a:xfrm>
              <a:off x="458865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4"/>
            <p:cNvSpPr/>
            <p:nvPr/>
          </p:nvSpPr>
          <p:spPr>
            <a:xfrm>
              <a:off x="463404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5"/>
            <p:cNvSpPr/>
            <p:nvPr/>
          </p:nvSpPr>
          <p:spPr>
            <a:xfrm>
              <a:off x="460006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6"/>
            <p:cNvSpPr/>
            <p:nvPr/>
          </p:nvSpPr>
          <p:spPr>
            <a:xfrm>
              <a:off x="450800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7"/>
            <p:cNvSpPr/>
            <p:nvPr/>
          </p:nvSpPr>
          <p:spPr>
            <a:xfrm>
              <a:off x="459800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8"/>
            <p:cNvSpPr/>
            <p:nvPr/>
          </p:nvSpPr>
          <p:spPr>
            <a:xfrm>
              <a:off x="450489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9"/>
            <p:cNvSpPr/>
            <p:nvPr/>
          </p:nvSpPr>
          <p:spPr>
            <a:xfrm>
              <a:off x="458970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500"/>
            <p:cNvSpPr/>
            <p:nvPr/>
          </p:nvSpPr>
          <p:spPr>
            <a:xfrm>
              <a:off x="455291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1"/>
            <p:cNvSpPr/>
            <p:nvPr/>
          </p:nvSpPr>
          <p:spPr>
            <a:xfrm>
              <a:off x="462998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2"/>
            <p:cNvSpPr/>
            <p:nvPr/>
          </p:nvSpPr>
          <p:spPr>
            <a:xfrm>
              <a:off x="451982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3"/>
            <p:cNvSpPr/>
            <p:nvPr/>
          </p:nvSpPr>
          <p:spPr>
            <a:xfrm>
              <a:off x="464266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4"/>
            <p:cNvSpPr/>
            <p:nvPr/>
          </p:nvSpPr>
          <p:spPr>
            <a:xfrm>
              <a:off x="451552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5"/>
            <p:cNvSpPr/>
            <p:nvPr/>
          </p:nvSpPr>
          <p:spPr>
            <a:xfrm>
              <a:off x="454092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6"/>
            <p:cNvSpPr/>
            <p:nvPr/>
          </p:nvSpPr>
          <p:spPr>
            <a:xfrm>
              <a:off x="454699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7"/>
            <p:cNvSpPr/>
            <p:nvPr/>
          </p:nvSpPr>
          <p:spPr>
            <a:xfrm>
              <a:off x="468871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8"/>
            <p:cNvSpPr/>
            <p:nvPr/>
          </p:nvSpPr>
          <p:spPr>
            <a:xfrm>
              <a:off x="457727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9"/>
            <p:cNvSpPr/>
            <p:nvPr/>
          </p:nvSpPr>
          <p:spPr>
            <a:xfrm>
              <a:off x="465269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10"/>
            <p:cNvSpPr/>
            <p:nvPr/>
          </p:nvSpPr>
          <p:spPr>
            <a:xfrm>
              <a:off x="456778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1"/>
            <p:cNvSpPr/>
            <p:nvPr/>
          </p:nvSpPr>
          <p:spPr>
            <a:xfrm>
              <a:off x="466808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2"/>
            <p:cNvSpPr/>
            <p:nvPr/>
          </p:nvSpPr>
          <p:spPr>
            <a:xfrm>
              <a:off x="453597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3"/>
            <p:cNvSpPr/>
            <p:nvPr/>
          </p:nvSpPr>
          <p:spPr>
            <a:xfrm>
              <a:off x="451559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4"/>
            <p:cNvSpPr/>
            <p:nvPr/>
          </p:nvSpPr>
          <p:spPr>
            <a:xfrm>
              <a:off x="453255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5"/>
            <p:cNvSpPr/>
            <p:nvPr/>
          </p:nvSpPr>
          <p:spPr>
            <a:xfrm>
              <a:off x="455508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6"/>
            <p:cNvSpPr/>
            <p:nvPr/>
          </p:nvSpPr>
          <p:spPr>
            <a:xfrm>
              <a:off x="460784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7"/>
            <p:cNvSpPr/>
            <p:nvPr/>
          </p:nvSpPr>
          <p:spPr>
            <a:xfrm>
              <a:off x="466707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8"/>
            <p:cNvSpPr/>
            <p:nvPr/>
          </p:nvSpPr>
          <p:spPr>
            <a:xfrm>
              <a:off x="464431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9"/>
            <p:cNvSpPr/>
            <p:nvPr/>
          </p:nvSpPr>
          <p:spPr>
            <a:xfrm>
              <a:off x="449556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20"/>
            <p:cNvSpPr/>
            <p:nvPr/>
          </p:nvSpPr>
          <p:spPr>
            <a:xfrm>
              <a:off x="467379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1"/>
            <p:cNvSpPr/>
            <p:nvPr/>
          </p:nvSpPr>
          <p:spPr>
            <a:xfrm>
              <a:off x="456781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2"/>
            <p:cNvSpPr/>
            <p:nvPr/>
          </p:nvSpPr>
          <p:spPr>
            <a:xfrm>
              <a:off x="454008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3"/>
            <p:cNvSpPr/>
            <p:nvPr/>
          </p:nvSpPr>
          <p:spPr>
            <a:xfrm>
              <a:off x="463252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4"/>
            <p:cNvSpPr/>
            <p:nvPr/>
          </p:nvSpPr>
          <p:spPr>
            <a:xfrm>
              <a:off x="449338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5"/>
            <p:cNvSpPr/>
            <p:nvPr/>
          </p:nvSpPr>
          <p:spPr>
            <a:xfrm>
              <a:off x="466734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6"/>
            <p:cNvSpPr/>
            <p:nvPr/>
          </p:nvSpPr>
          <p:spPr>
            <a:xfrm>
              <a:off x="465465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7"/>
            <p:cNvSpPr/>
            <p:nvPr/>
          </p:nvSpPr>
          <p:spPr>
            <a:xfrm>
              <a:off x="519248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8"/>
            <p:cNvSpPr/>
            <p:nvPr/>
          </p:nvSpPr>
          <p:spPr>
            <a:xfrm>
              <a:off x="518015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9"/>
            <p:cNvSpPr/>
            <p:nvPr/>
          </p:nvSpPr>
          <p:spPr>
            <a:xfrm>
              <a:off x="514785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30"/>
            <p:cNvSpPr/>
            <p:nvPr/>
          </p:nvSpPr>
          <p:spPr>
            <a:xfrm>
              <a:off x="504156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1"/>
            <p:cNvSpPr/>
            <p:nvPr/>
          </p:nvSpPr>
          <p:spPr>
            <a:xfrm>
              <a:off x="506754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2"/>
            <p:cNvSpPr/>
            <p:nvPr/>
          </p:nvSpPr>
          <p:spPr>
            <a:xfrm>
              <a:off x="520475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3"/>
            <p:cNvSpPr/>
            <p:nvPr/>
          </p:nvSpPr>
          <p:spPr>
            <a:xfrm>
              <a:off x="505841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4"/>
            <p:cNvSpPr/>
            <p:nvPr/>
          </p:nvSpPr>
          <p:spPr>
            <a:xfrm>
              <a:off x="509740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5"/>
            <p:cNvSpPr/>
            <p:nvPr/>
          </p:nvSpPr>
          <p:spPr>
            <a:xfrm>
              <a:off x="513283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6"/>
            <p:cNvSpPr/>
            <p:nvPr/>
          </p:nvSpPr>
          <p:spPr>
            <a:xfrm>
              <a:off x="502844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7"/>
            <p:cNvSpPr/>
            <p:nvPr/>
          </p:nvSpPr>
          <p:spPr>
            <a:xfrm>
              <a:off x="514968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8"/>
            <p:cNvSpPr/>
            <p:nvPr/>
          </p:nvSpPr>
          <p:spPr>
            <a:xfrm>
              <a:off x="509942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9"/>
            <p:cNvSpPr/>
            <p:nvPr/>
          </p:nvSpPr>
          <p:spPr>
            <a:xfrm>
              <a:off x="516050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40"/>
            <p:cNvSpPr/>
            <p:nvPr/>
          </p:nvSpPr>
          <p:spPr>
            <a:xfrm>
              <a:off x="517169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1"/>
            <p:cNvSpPr/>
            <p:nvPr/>
          </p:nvSpPr>
          <p:spPr>
            <a:xfrm>
              <a:off x="514098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2"/>
            <p:cNvSpPr/>
            <p:nvPr/>
          </p:nvSpPr>
          <p:spPr>
            <a:xfrm>
              <a:off x="507438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3"/>
            <p:cNvSpPr/>
            <p:nvPr/>
          </p:nvSpPr>
          <p:spPr>
            <a:xfrm>
              <a:off x="507812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4"/>
            <p:cNvSpPr/>
            <p:nvPr/>
          </p:nvSpPr>
          <p:spPr>
            <a:xfrm>
              <a:off x="517887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5"/>
            <p:cNvSpPr/>
            <p:nvPr/>
          </p:nvSpPr>
          <p:spPr>
            <a:xfrm>
              <a:off x="510917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6"/>
            <p:cNvSpPr/>
            <p:nvPr/>
          </p:nvSpPr>
          <p:spPr>
            <a:xfrm>
              <a:off x="508898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7"/>
            <p:cNvSpPr/>
            <p:nvPr/>
          </p:nvSpPr>
          <p:spPr>
            <a:xfrm>
              <a:off x="505530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8"/>
            <p:cNvSpPr/>
            <p:nvPr/>
          </p:nvSpPr>
          <p:spPr>
            <a:xfrm>
              <a:off x="519536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9"/>
            <p:cNvSpPr/>
            <p:nvPr/>
          </p:nvSpPr>
          <p:spPr>
            <a:xfrm>
              <a:off x="519835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50"/>
            <p:cNvSpPr/>
            <p:nvPr/>
          </p:nvSpPr>
          <p:spPr>
            <a:xfrm>
              <a:off x="504045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1"/>
            <p:cNvSpPr/>
            <p:nvPr/>
          </p:nvSpPr>
          <p:spPr>
            <a:xfrm>
              <a:off x="509754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2"/>
            <p:cNvSpPr/>
            <p:nvPr/>
          </p:nvSpPr>
          <p:spPr>
            <a:xfrm>
              <a:off x="508062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3"/>
            <p:cNvSpPr/>
            <p:nvPr/>
          </p:nvSpPr>
          <p:spPr>
            <a:xfrm>
              <a:off x="519677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4"/>
            <p:cNvSpPr/>
            <p:nvPr/>
          </p:nvSpPr>
          <p:spPr>
            <a:xfrm>
              <a:off x="506379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5"/>
            <p:cNvSpPr/>
            <p:nvPr/>
          </p:nvSpPr>
          <p:spPr>
            <a:xfrm>
              <a:off x="502660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6"/>
            <p:cNvSpPr/>
            <p:nvPr/>
          </p:nvSpPr>
          <p:spPr>
            <a:xfrm>
              <a:off x="504401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7"/>
            <p:cNvSpPr/>
            <p:nvPr/>
          </p:nvSpPr>
          <p:spPr>
            <a:xfrm>
              <a:off x="508286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8"/>
            <p:cNvSpPr/>
            <p:nvPr/>
          </p:nvSpPr>
          <p:spPr>
            <a:xfrm>
              <a:off x="515730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9"/>
            <p:cNvSpPr/>
            <p:nvPr/>
          </p:nvSpPr>
          <p:spPr>
            <a:xfrm>
              <a:off x="510633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60"/>
            <p:cNvSpPr/>
            <p:nvPr/>
          </p:nvSpPr>
          <p:spPr>
            <a:xfrm>
              <a:off x="522529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1"/>
            <p:cNvSpPr/>
            <p:nvPr/>
          </p:nvSpPr>
          <p:spPr>
            <a:xfrm>
              <a:off x="513152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2"/>
            <p:cNvSpPr/>
            <p:nvPr/>
          </p:nvSpPr>
          <p:spPr>
            <a:xfrm>
              <a:off x="516020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3"/>
            <p:cNvSpPr/>
            <p:nvPr/>
          </p:nvSpPr>
          <p:spPr>
            <a:xfrm>
              <a:off x="521449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4"/>
            <p:cNvSpPr/>
            <p:nvPr/>
          </p:nvSpPr>
          <p:spPr>
            <a:xfrm>
              <a:off x="510151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5"/>
            <p:cNvSpPr/>
            <p:nvPr/>
          </p:nvSpPr>
          <p:spPr>
            <a:xfrm>
              <a:off x="520934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6"/>
            <p:cNvSpPr/>
            <p:nvPr/>
          </p:nvSpPr>
          <p:spPr>
            <a:xfrm>
              <a:off x="510955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7"/>
            <p:cNvSpPr/>
            <p:nvPr/>
          </p:nvSpPr>
          <p:spPr>
            <a:xfrm>
              <a:off x="507681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8"/>
            <p:cNvSpPr/>
            <p:nvPr/>
          </p:nvSpPr>
          <p:spPr>
            <a:xfrm>
              <a:off x="517502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9"/>
            <p:cNvSpPr/>
            <p:nvPr/>
          </p:nvSpPr>
          <p:spPr>
            <a:xfrm>
              <a:off x="508326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70"/>
            <p:cNvSpPr/>
            <p:nvPr/>
          </p:nvSpPr>
          <p:spPr>
            <a:xfrm>
              <a:off x="508672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1"/>
            <p:cNvSpPr/>
            <p:nvPr/>
          </p:nvSpPr>
          <p:spPr>
            <a:xfrm>
              <a:off x="519636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2"/>
            <p:cNvSpPr/>
            <p:nvPr/>
          </p:nvSpPr>
          <p:spPr>
            <a:xfrm>
              <a:off x="516673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3"/>
            <p:cNvSpPr/>
            <p:nvPr/>
          </p:nvSpPr>
          <p:spPr>
            <a:xfrm>
              <a:off x="514156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4"/>
            <p:cNvSpPr/>
            <p:nvPr/>
          </p:nvSpPr>
          <p:spPr>
            <a:xfrm>
              <a:off x="514705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5"/>
            <p:cNvSpPr/>
            <p:nvPr/>
          </p:nvSpPr>
          <p:spPr>
            <a:xfrm>
              <a:off x="511383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6"/>
            <p:cNvSpPr/>
            <p:nvPr/>
          </p:nvSpPr>
          <p:spPr>
            <a:xfrm>
              <a:off x="503941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7"/>
            <p:cNvSpPr/>
            <p:nvPr/>
          </p:nvSpPr>
          <p:spPr>
            <a:xfrm>
              <a:off x="512886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8"/>
            <p:cNvSpPr/>
            <p:nvPr/>
          </p:nvSpPr>
          <p:spPr>
            <a:xfrm>
              <a:off x="507071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9"/>
            <p:cNvSpPr/>
            <p:nvPr/>
          </p:nvSpPr>
          <p:spPr>
            <a:xfrm>
              <a:off x="509235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80"/>
            <p:cNvSpPr/>
            <p:nvPr/>
          </p:nvSpPr>
          <p:spPr>
            <a:xfrm>
              <a:off x="521503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1"/>
            <p:cNvSpPr/>
            <p:nvPr/>
          </p:nvSpPr>
          <p:spPr>
            <a:xfrm>
              <a:off x="503886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2"/>
            <p:cNvSpPr/>
            <p:nvPr/>
          </p:nvSpPr>
          <p:spPr>
            <a:xfrm>
              <a:off x="573547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3"/>
            <p:cNvSpPr/>
            <p:nvPr/>
          </p:nvSpPr>
          <p:spPr>
            <a:xfrm>
              <a:off x="503682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4"/>
            <p:cNvSpPr/>
            <p:nvPr/>
          </p:nvSpPr>
          <p:spPr>
            <a:xfrm>
              <a:off x="510661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5"/>
            <p:cNvSpPr/>
            <p:nvPr/>
          </p:nvSpPr>
          <p:spPr>
            <a:xfrm>
              <a:off x="510488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6"/>
            <p:cNvSpPr/>
            <p:nvPr/>
          </p:nvSpPr>
          <p:spPr>
            <a:xfrm>
              <a:off x="517998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7"/>
            <p:cNvSpPr/>
            <p:nvPr/>
          </p:nvSpPr>
          <p:spPr>
            <a:xfrm>
              <a:off x="515508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8"/>
            <p:cNvSpPr/>
            <p:nvPr/>
          </p:nvSpPr>
          <p:spPr>
            <a:xfrm>
              <a:off x="503873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9"/>
            <p:cNvSpPr/>
            <p:nvPr/>
          </p:nvSpPr>
          <p:spPr>
            <a:xfrm>
              <a:off x="519802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90"/>
            <p:cNvSpPr/>
            <p:nvPr/>
          </p:nvSpPr>
          <p:spPr>
            <a:xfrm>
              <a:off x="509030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1"/>
            <p:cNvSpPr/>
            <p:nvPr/>
          </p:nvSpPr>
          <p:spPr>
            <a:xfrm>
              <a:off x="517601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2"/>
            <p:cNvSpPr/>
            <p:nvPr/>
          </p:nvSpPr>
          <p:spPr>
            <a:xfrm>
              <a:off x="519938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3"/>
            <p:cNvSpPr/>
            <p:nvPr/>
          </p:nvSpPr>
          <p:spPr>
            <a:xfrm>
              <a:off x="509173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4"/>
            <p:cNvSpPr/>
            <p:nvPr/>
          </p:nvSpPr>
          <p:spPr>
            <a:xfrm>
              <a:off x="568433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5"/>
            <p:cNvSpPr/>
            <p:nvPr/>
          </p:nvSpPr>
          <p:spPr>
            <a:xfrm>
              <a:off x="572419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6"/>
            <p:cNvSpPr/>
            <p:nvPr/>
          </p:nvSpPr>
          <p:spPr>
            <a:xfrm>
              <a:off x="564344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t597"/>
            <p:cNvSpPr/>
            <p:nvPr/>
          </p:nvSpPr>
          <p:spPr>
            <a:xfrm>
              <a:off x="574483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t598"/>
            <p:cNvSpPr/>
            <p:nvPr/>
          </p:nvSpPr>
          <p:spPr>
            <a:xfrm>
              <a:off x="559106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t599"/>
            <p:cNvSpPr/>
            <p:nvPr/>
          </p:nvSpPr>
          <p:spPr>
            <a:xfrm>
              <a:off x="568221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t600"/>
            <p:cNvSpPr/>
            <p:nvPr/>
          </p:nvSpPr>
          <p:spPr>
            <a:xfrm>
              <a:off x="555057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t601"/>
            <p:cNvSpPr/>
            <p:nvPr/>
          </p:nvSpPr>
          <p:spPr>
            <a:xfrm>
              <a:off x="573076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t602"/>
            <p:cNvSpPr/>
            <p:nvPr/>
          </p:nvSpPr>
          <p:spPr>
            <a:xfrm>
              <a:off x="575764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t603"/>
            <p:cNvSpPr/>
            <p:nvPr/>
          </p:nvSpPr>
          <p:spPr>
            <a:xfrm>
              <a:off x="564064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t604"/>
            <p:cNvSpPr/>
            <p:nvPr/>
          </p:nvSpPr>
          <p:spPr>
            <a:xfrm>
              <a:off x="557446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t605"/>
            <p:cNvSpPr/>
            <p:nvPr/>
          </p:nvSpPr>
          <p:spPr>
            <a:xfrm>
              <a:off x="560475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t606"/>
            <p:cNvSpPr/>
            <p:nvPr/>
          </p:nvSpPr>
          <p:spPr>
            <a:xfrm>
              <a:off x="568400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t607"/>
            <p:cNvSpPr/>
            <p:nvPr/>
          </p:nvSpPr>
          <p:spPr>
            <a:xfrm>
              <a:off x="555602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t608"/>
            <p:cNvSpPr/>
            <p:nvPr/>
          </p:nvSpPr>
          <p:spPr>
            <a:xfrm>
              <a:off x="559616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t609"/>
            <p:cNvSpPr/>
            <p:nvPr/>
          </p:nvSpPr>
          <p:spPr>
            <a:xfrm>
              <a:off x="558498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t610"/>
            <p:cNvSpPr/>
            <p:nvPr/>
          </p:nvSpPr>
          <p:spPr>
            <a:xfrm>
              <a:off x="559123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t611"/>
            <p:cNvSpPr/>
            <p:nvPr/>
          </p:nvSpPr>
          <p:spPr>
            <a:xfrm>
              <a:off x="574043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t612"/>
            <p:cNvSpPr/>
            <p:nvPr/>
          </p:nvSpPr>
          <p:spPr>
            <a:xfrm>
              <a:off x="569115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t613"/>
            <p:cNvSpPr/>
            <p:nvPr/>
          </p:nvSpPr>
          <p:spPr>
            <a:xfrm>
              <a:off x="566265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t614"/>
            <p:cNvSpPr/>
            <p:nvPr/>
          </p:nvSpPr>
          <p:spPr>
            <a:xfrm>
              <a:off x="566552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t615"/>
            <p:cNvSpPr/>
            <p:nvPr/>
          </p:nvSpPr>
          <p:spPr>
            <a:xfrm>
              <a:off x="555596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t616"/>
            <p:cNvSpPr/>
            <p:nvPr/>
          </p:nvSpPr>
          <p:spPr>
            <a:xfrm>
              <a:off x="562415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t617"/>
            <p:cNvSpPr/>
            <p:nvPr/>
          </p:nvSpPr>
          <p:spPr>
            <a:xfrm>
              <a:off x="574131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t618"/>
            <p:cNvSpPr/>
            <p:nvPr/>
          </p:nvSpPr>
          <p:spPr>
            <a:xfrm>
              <a:off x="569558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t619"/>
            <p:cNvSpPr/>
            <p:nvPr/>
          </p:nvSpPr>
          <p:spPr>
            <a:xfrm>
              <a:off x="572479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t620"/>
            <p:cNvSpPr/>
            <p:nvPr/>
          </p:nvSpPr>
          <p:spPr>
            <a:xfrm>
              <a:off x="573947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t621"/>
            <p:cNvSpPr/>
            <p:nvPr/>
          </p:nvSpPr>
          <p:spPr>
            <a:xfrm>
              <a:off x="567346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t622"/>
            <p:cNvSpPr/>
            <p:nvPr/>
          </p:nvSpPr>
          <p:spPr>
            <a:xfrm>
              <a:off x="567449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t623"/>
            <p:cNvSpPr/>
            <p:nvPr/>
          </p:nvSpPr>
          <p:spPr>
            <a:xfrm>
              <a:off x="558354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t624"/>
            <p:cNvSpPr/>
            <p:nvPr/>
          </p:nvSpPr>
          <p:spPr>
            <a:xfrm>
              <a:off x="571833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t625"/>
            <p:cNvSpPr/>
            <p:nvPr/>
          </p:nvSpPr>
          <p:spPr>
            <a:xfrm>
              <a:off x="566326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t626"/>
            <p:cNvSpPr/>
            <p:nvPr/>
          </p:nvSpPr>
          <p:spPr>
            <a:xfrm>
              <a:off x="562298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t627"/>
            <p:cNvSpPr/>
            <p:nvPr/>
          </p:nvSpPr>
          <p:spPr>
            <a:xfrm>
              <a:off x="560959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t628"/>
            <p:cNvSpPr/>
            <p:nvPr/>
          </p:nvSpPr>
          <p:spPr>
            <a:xfrm>
              <a:off x="567553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t629"/>
            <p:cNvSpPr/>
            <p:nvPr/>
          </p:nvSpPr>
          <p:spPr>
            <a:xfrm>
              <a:off x="563608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t630"/>
            <p:cNvSpPr/>
            <p:nvPr/>
          </p:nvSpPr>
          <p:spPr>
            <a:xfrm>
              <a:off x="564324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t631"/>
            <p:cNvSpPr/>
            <p:nvPr/>
          </p:nvSpPr>
          <p:spPr>
            <a:xfrm>
              <a:off x="573894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t632"/>
            <p:cNvSpPr/>
            <p:nvPr/>
          </p:nvSpPr>
          <p:spPr>
            <a:xfrm>
              <a:off x="557224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t633"/>
            <p:cNvSpPr/>
            <p:nvPr/>
          </p:nvSpPr>
          <p:spPr>
            <a:xfrm>
              <a:off x="557765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t634"/>
            <p:cNvSpPr/>
            <p:nvPr/>
          </p:nvSpPr>
          <p:spPr>
            <a:xfrm>
              <a:off x="570293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t635"/>
            <p:cNvSpPr/>
            <p:nvPr/>
          </p:nvSpPr>
          <p:spPr>
            <a:xfrm>
              <a:off x="558034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t636"/>
            <p:cNvSpPr/>
            <p:nvPr/>
          </p:nvSpPr>
          <p:spPr>
            <a:xfrm>
              <a:off x="556894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t637"/>
            <p:cNvSpPr/>
            <p:nvPr/>
          </p:nvSpPr>
          <p:spPr>
            <a:xfrm>
              <a:off x="569484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t638"/>
            <p:cNvSpPr/>
            <p:nvPr/>
          </p:nvSpPr>
          <p:spPr>
            <a:xfrm>
              <a:off x="574264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t639"/>
            <p:cNvSpPr/>
            <p:nvPr/>
          </p:nvSpPr>
          <p:spPr>
            <a:xfrm>
              <a:off x="559159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t640"/>
            <p:cNvSpPr/>
            <p:nvPr/>
          </p:nvSpPr>
          <p:spPr>
            <a:xfrm>
              <a:off x="568375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t641"/>
            <p:cNvSpPr/>
            <p:nvPr/>
          </p:nvSpPr>
          <p:spPr>
            <a:xfrm>
              <a:off x="569812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t642"/>
            <p:cNvSpPr/>
            <p:nvPr/>
          </p:nvSpPr>
          <p:spPr>
            <a:xfrm>
              <a:off x="565389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t643"/>
            <p:cNvSpPr/>
            <p:nvPr/>
          </p:nvSpPr>
          <p:spPr>
            <a:xfrm>
              <a:off x="554843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t644"/>
            <p:cNvSpPr/>
            <p:nvPr/>
          </p:nvSpPr>
          <p:spPr>
            <a:xfrm>
              <a:off x="556812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t645"/>
            <p:cNvSpPr/>
            <p:nvPr/>
          </p:nvSpPr>
          <p:spPr>
            <a:xfrm>
              <a:off x="565528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t646"/>
            <p:cNvSpPr/>
            <p:nvPr/>
          </p:nvSpPr>
          <p:spPr>
            <a:xfrm>
              <a:off x="559059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t647"/>
            <p:cNvSpPr/>
            <p:nvPr/>
          </p:nvSpPr>
          <p:spPr>
            <a:xfrm>
              <a:off x="573451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t648"/>
            <p:cNvSpPr/>
            <p:nvPr/>
          </p:nvSpPr>
          <p:spPr>
            <a:xfrm>
              <a:off x="564555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t649"/>
            <p:cNvSpPr/>
            <p:nvPr/>
          </p:nvSpPr>
          <p:spPr>
            <a:xfrm>
              <a:off x="561806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t650"/>
            <p:cNvSpPr/>
            <p:nvPr/>
          </p:nvSpPr>
          <p:spPr>
            <a:xfrm>
              <a:off x="568877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t651"/>
            <p:cNvSpPr/>
            <p:nvPr/>
          </p:nvSpPr>
          <p:spPr>
            <a:xfrm>
              <a:off x="565611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t652"/>
            <p:cNvSpPr/>
            <p:nvPr/>
          </p:nvSpPr>
          <p:spPr>
            <a:xfrm>
              <a:off x="564548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t653"/>
            <p:cNvSpPr/>
            <p:nvPr/>
          </p:nvSpPr>
          <p:spPr>
            <a:xfrm>
              <a:off x="572951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t654"/>
            <p:cNvSpPr/>
            <p:nvPr/>
          </p:nvSpPr>
          <p:spPr>
            <a:xfrm>
              <a:off x="572096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t655"/>
            <p:cNvSpPr/>
            <p:nvPr/>
          </p:nvSpPr>
          <p:spPr>
            <a:xfrm>
              <a:off x="564352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t656"/>
            <p:cNvSpPr/>
            <p:nvPr/>
          </p:nvSpPr>
          <p:spPr>
            <a:xfrm>
              <a:off x="565113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t657"/>
            <p:cNvSpPr/>
            <p:nvPr/>
          </p:nvSpPr>
          <p:spPr>
            <a:xfrm>
              <a:off x="561839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t658"/>
            <p:cNvSpPr/>
            <p:nvPr/>
          </p:nvSpPr>
          <p:spPr>
            <a:xfrm>
              <a:off x="615036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t659"/>
            <p:cNvSpPr/>
            <p:nvPr/>
          </p:nvSpPr>
          <p:spPr>
            <a:xfrm>
              <a:off x="609566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t660"/>
            <p:cNvSpPr/>
            <p:nvPr/>
          </p:nvSpPr>
          <p:spPr>
            <a:xfrm>
              <a:off x="621147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t661"/>
            <p:cNvSpPr/>
            <p:nvPr/>
          </p:nvSpPr>
          <p:spPr>
            <a:xfrm>
              <a:off x="614437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t662"/>
            <p:cNvSpPr/>
            <p:nvPr/>
          </p:nvSpPr>
          <p:spPr>
            <a:xfrm>
              <a:off x="609202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t663"/>
            <p:cNvSpPr/>
            <p:nvPr/>
          </p:nvSpPr>
          <p:spPr>
            <a:xfrm>
              <a:off x="615441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t664"/>
            <p:cNvSpPr/>
            <p:nvPr/>
          </p:nvSpPr>
          <p:spPr>
            <a:xfrm>
              <a:off x="626726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t665"/>
            <p:cNvSpPr/>
            <p:nvPr/>
          </p:nvSpPr>
          <p:spPr>
            <a:xfrm>
              <a:off x="619265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t666"/>
            <p:cNvSpPr/>
            <p:nvPr/>
          </p:nvSpPr>
          <p:spPr>
            <a:xfrm>
              <a:off x="615611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t667"/>
            <p:cNvSpPr/>
            <p:nvPr/>
          </p:nvSpPr>
          <p:spPr>
            <a:xfrm>
              <a:off x="613104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t668"/>
            <p:cNvSpPr/>
            <p:nvPr/>
          </p:nvSpPr>
          <p:spPr>
            <a:xfrm>
              <a:off x="612706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t669"/>
            <p:cNvSpPr/>
            <p:nvPr/>
          </p:nvSpPr>
          <p:spPr>
            <a:xfrm>
              <a:off x="624721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t670"/>
            <p:cNvSpPr/>
            <p:nvPr/>
          </p:nvSpPr>
          <p:spPr>
            <a:xfrm>
              <a:off x="628350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t671"/>
            <p:cNvSpPr/>
            <p:nvPr/>
          </p:nvSpPr>
          <p:spPr>
            <a:xfrm>
              <a:off x="621078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t672"/>
            <p:cNvSpPr/>
            <p:nvPr/>
          </p:nvSpPr>
          <p:spPr>
            <a:xfrm>
              <a:off x="617363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t673"/>
            <p:cNvSpPr/>
            <p:nvPr/>
          </p:nvSpPr>
          <p:spPr>
            <a:xfrm>
              <a:off x="615393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t674"/>
            <p:cNvSpPr/>
            <p:nvPr/>
          </p:nvSpPr>
          <p:spPr>
            <a:xfrm>
              <a:off x="619935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t675"/>
            <p:cNvSpPr/>
            <p:nvPr/>
          </p:nvSpPr>
          <p:spPr>
            <a:xfrm>
              <a:off x="627094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t676"/>
            <p:cNvSpPr/>
            <p:nvPr/>
          </p:nvSpPr>
          <p:spPr>
            <a:xfrm>
              <a:off x="614013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t677"/>
            <p:cNvSpPr/>
            <p:nvPr/>
          </p:nvSpPr>
          <p:spPr>
            <a:xfrm>
              <a:off x="615509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t678"/>
            <p:cNvSpPr/>
            <p:nvPr/>
          </p:nvSpPr>
          <p:spPr>
            <a:xfrm>
              <a:off x="619878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t679"/>
            <p:cNvSpPr/>
            <p:nvPr/>
          </p:nvSpPr>
          <p:spPr>
            <a:xfrm>
              <a:off x="611589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t680"/>
            <p:cNvSpPr/>
            <p:nvPr/>
          </p:nvSpPr>
          <p:spPr>
            <a:xfrm>
              <a:off x="628326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t681"/>
            <p:cNvSpPr/>
            <p:nvPr/>
          </p:nvSpPr>
          <p:spPr>
            <a:xfrm>
              <a:off x="625971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t682"/>
            <p:cNvSpPr/>
            <p:nvPr/>
          </p:nvSpPr>
          <p:spPr>
            <a:xfrm>
              <a:off x="620202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t683"/>
            <p:cNvSpPr/>
            <p:nvPr/>
          </p:nvSpPr>
          <p:spPr>
            <a:xfrm>
              <a:off x="610179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t684"/>
            <p:cNvSpPr/>
            <p:nvPr/>
          </p:nvSpPr>
          <p:spPr>
            <a:xfrm>
              <a:off x="613939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t685"/>
            <p:cNvSpPr/>
            <p:nvPr/>
          </p:nvSpPr>
          <p:spPr>
            <a:xfrm>
              <a:off x="619619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t686"/>
            <p:cNvSpPr/>
            <p:nvPr/>
          </p:nvSpPr>
          <p:spPr>
            <a:xfrm>
              <a:off x="619755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t687"/>
            <p:cNvSpPr/>
            <p:nvPr/>
          </p:nvSpPr>
          <p:spPr>
            <a:xfrm>
              <a:off x="612520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t688"/>
            <p:cNvSpPr/>
            <p:nvPr/>
          </p:nvSpPr>
          <p:spPr>
            <a:xfrm>
              <a:off x="609532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t689"/>
            <p:cNvSpPr/>
            <p:nvPr/>
          </p:nvSpPr>
          <p:spPr>
            <a:xfrm>
              <a:off x="618931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t690"/>
            <p:cNvSpPr/>
            <p:nvPr/>
          </p:nvSpPr>
          <p:spPr>
            <a:xfrm>
              <a:off x="610033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t691"/>
            <p:cNvSpPr/>
            <p:nvPr/>
          </p:nvSpPr>
          <p:spPr>
            <a:xfrm>
              <a:off x="623918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t692"/>
            <p:cNvSpPr/>
            <p:nvPr/>
          </p:nvSpPr>
          <p:spPr>
            <a:xfrm>
              <a:off x="621871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t693"/>
            <p:cNvSpPr/>
            <p:nvPr/>
          </p:nvSpPr>
          <p:spPr>
            <a:xfrm>
              <a:off x="626015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t694"/>
            <p:cNvSpPr/>
            <p:nvPr/>
          </p:nvSpPr>
          <p:spPr>
            <a:xfrm>
              <a:off x="620407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t695"/>
            <p:cNvSpPr/>
            <p:nvPr/>
          </p:nvSpPr>
          <p:spPr>
            <a:xfrm>
              <a:off x="611778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t696"/>
            <p:cNvSpPr/>
            <p:nvPr/>
          </p:nvSpPr>
          <p:spPr>
            <a:xfrm>
              <a:off x="611341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t697"/>
            <p:cNvSpPr/>
            <p:nvPr/>
          </p:nvSpPr>
          <p:spPr>
            <a:xfrm>
              <a:off x="623438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t698"/>
            <p:cNvSpPr/>
            <p:nvPr/>
          </p:nvSpPr>
          <p:spPr>
            <a:xfrm>
              <a:off x="608192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t699"/>
            <p:cNvSpPr/>
            <p:nvPr/>
          </p:nvSpPr>
          <p:spPr>
            <a:xfrm>
              <a:off x="618973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t700"/>
            <p:cNvSpPr/>
            <p:nvPr/>
          </p:nvSpPr>
          <p:spPr>
            <a:xfrm>
              <a:off x="621885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t701"/>
            <p:cNvSpPr/>
            <p:nvPr/>
          </p:nvSpPr>
          <p:spPr>
            <a:xfrm>
              <a:off x="616450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t702"/>
            <p:cNvSpPr/>
            <p:nvPr/>
          </p:nvSpPr>
          <p:spPr>
            <a:xfrm>
              <a:off x="623849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t703"/>
            <p:cNvSpPr/>
            <p:nvPr/>
          </p:nvSpPr>
          <p:spPr>
            <a:xfrm>
              <a:off x="609826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t704"/>
            <p:cNvSpPr/>
            <p:nvPr/>
          </p:nvSpPr>
          <p:spPr>
            <a:xfrm>
              <a:off x="618838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t705"/>
            <p:cNvSpPr/>
            <p:nvPr/>
          </p:nvSpPr>
          <p:spPr>
            <a:xfrm>
              <a:off x="617169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t706"/>
            <p:cNvSpPr/>
            <p:nvPr/>
          </p:nvSpPr>
          <p:spPr>
            <a:xfrm>
              <a:off x="625695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t707"/>
            <p:cNvSpPr/>
            <p:nvPr/>
          </p:nvSpPr>
          <p:spPr>
            <a:xfrm>
              <a:off x="622106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t708"/>
            <p:cNvSpPr/>
            <p:nvPr/>
          </p:nvSpPr>
          <p:spPr>
            <a:xfrm>
              <a:off x="626541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t709"/>
            <p:cNvSpPr/>
            <p:nvPr/>
          </p:nvSpPr>
          <p:spPr>
            <a:xfrm>
              <a:off x="608459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t710"/>
            <p:cNvSpPr/>
            <p:nvPr/>
          </p:nvSpPr>
          <p:spPr>
            <a:xfrm>
              <a:off x="614916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t711"/>
            <p:cNvSpPr/>
            <p:nvPr/>
          </p:nvSpPr>
          <p:spPr>
            <a:xfrm>
              <a:off x="610451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t712"/>
            <p:cNvSpPr/>
            <p:nvPr/>
          </p:nvSpPr>
          <p:spPr>
            <a:xfrm>
              <a:off x="610857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t713"/>
            <p:cNvSpPr/>
            <p:nvPr/>
          </p:nvSpPr>
          <p:spPr>
            <a:xfrm>
              <a:off x="610577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t714"/>
            <p:cNvSpPr/>
            <p:nvPr/>
          </p:nvSpPr>
          <p:spPr>
            <a:xfrm>
              <a:off x="615475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t715"/>
            <p:cNvSpPr/>
            <p:nvPr/>
          </p:nvSpPr>
          <p:spPr>
            <a:xfrm>
              <a:off x="626491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t716"/>
            <p:cNvSpPr/>
            <p:nvPr/>
          </p:nvSpPr>
          <p:spPr>
            <a:xfrm>
              <a:off x="608653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t717"/>
            <p:cNvSpPr/>
            <p:nvPr/>
          </p:nvSpPr>
          <p:spPr>
            <a:xfrm>
              <a:off x="624512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t718"/>
            <p:cNvSpPr/>
            <p:nvPr/>
          </p:nvSpPr>
          <p:spPr>
            <a:xfrm>
              <a:off x="613657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t719"/>
            <p:cNvSpPr/>
            <p:nvPr/>
          </p:nvSpPr>
          <p:spPr>
            <a:xfrm>
              <a:off x="620797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t720"/>
            <p:cNvSpPr/>
            <p:nvPr/>
          </p:nvSpPr>
          <p:spPr>
            <a:xfrm>
              <a:off x="610932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t721"/>
            <p:cNvSpPr/>
            <p:nvPr/>
          </p:nvSpPr>
          <p:spPr>
            <a:xfrm>
              <a:off x="629421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t722"/>
            <p:cNvSpPr/>
            <p:nvPr/>
          </p:nvSpPr>
          <p:spPr>
            <a:xfrm>
              <a:off x="609588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t723"/>
            <p:cNvSpPr/>
            <p:nvPr/>
          </p:nvSpPr>
          <p:spPr>
            <a:xfrm>
              <a:off x="674655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t724"/>
            <p:cNvSpPr/>
            <p:nvPr/>
          </p:nvSpPr>
          <p:spPr>
            <a:xfrm>
              <a:off x="670796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t725"/>
            <p:cNvSpPr/>
            <p:nvPr/>
          </p:nvSpPr>
          <p:spPr>
            <a:xfrm>
              <a:off x="676293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t726"/>
            <p:cNvSpPr/>
            <p:nvPr/>
          </p:nvSpPr>
          <p:spPr>
            <a:xfrm>
              <a:off x="672732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t727"/>
            <p:cNvSpPr/>
            <p:nvPr/>
          </p:nvSpPr>
          <p:spPr>
            <a:xfrm>
              <a:off x="673670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t728"/>
            <p:cNvSpPr/>
            <p:nvPr/>
          </p:nvSpPr>
          <p:spPr>
            <a:xfrm>
              <a:off x="671087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t729"/>
            <p:cNvSpPr/>
            <p:nvPr/>
          </p:nvSpPr>
          <p:spPr>
            <a:xfrm>
              <a:off x="676773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t730"/>
            <p:cNvSpPr/>
            <p:nvPr/>
          </p:nvSpPr>
          <p:spPr>
            <a:xfrm>
              <a:off x="672883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t731"/>
            <p:cNvSpPr/>
            <p:nvPr/>
          </p:nvSpPr>
          <p:spPr>
            <a:xfrm>
              <a:off x="668565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t732"/>
            <p:cNvSpPr/>
            <p:nvPr/>
          </p:nvSpPr>
          <p:spPr>
            <a:xfrm>
              <a:off x="677454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t733"/>
            <p:cNvSpPr/>
            <p:nvPr/>
          </p:nvSpPr>
          <p:spPr>
            <a:xfrm>
              <a:off x="673058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t734"/>
            <p:cNvSpPr/>
            <p:nvPr/>
          </p:nvSpPr>
          <p:spPr>
            <a:xfrm>
              <a:off x="676243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t735"/>
            <p:cNvSpPr/>
            <p:nvPr/>
          </p:nvSpPr>
          <p:spPr>
            <a:xfrm>
              <a:off x="681550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t736"/>
            <p:cNvSpPr/>
            <p:nvPr/>
          </p:nvSpPr>
          <p:spPr>
            <a:xfrm>
              <a:off x="670046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t737"/>
            <p:cNvSpPr/>
            <p:nvPr/>
          </p:nvSpPr>
          <p:spPr>
            <a:xfrm>
              <a:off x="665110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t738"/>
            <p:cNvSpPr/>
            <p:nvPr/>
          </p:nvSpPr>
          <p:spPr>
            <a:xfrm>
              <a:off x="661674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t739"/>
            <p:cNvSpPr/>
            <p:nvPr/>
          </p:nvSpPr>
          <p:spPr>
            <a:xfrm>
              <a:off x="681125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t740"/>
            <p:cNvSpPr/>
            <p:nvPr/>
          </p:nvSpPr>
          <p:spPr>
            <a:xfrm>
              <a:off x="661563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t741"/>
            <p:cNvSpPr/>
            <p:nvPr/>
          </p:nvSpPr>
          <p:spPr>
            <a:xfrm>
              <a:off x="675916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t742"/>
            <p:cNvSpPr/>
            <p:nvPr/>
          </p:nvSpPr>
          <p:spPr>
            <a:xfrm>
              <a:off x="669118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t743"/>
            <p:cNvSpPr/>
            <p:nvPr/>
          </p:nvSpPr>
          <p:spPr>
            <a:xfrm>
              <a:off x="669065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t744"/>
            <p:cNvSpPr/>
            <p:nvPr/>
          </p:nvSpPr>
          <p:spPr>
            <a:xfrm>
              <a:off x="667488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t745"/>
            <p:cNvSpPr/>
            <p:nvPr/>
          </p:nvSpPr>
          <p:spPr>
            <a:xfrm>
              <a:off x="667438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t746"/>
            <p:cNvSpPr/>
            <p:nvPr/>
          </p:nvSpPr>
          <p:spPr>
            <a:xfrm>
              <a:off x="669414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t747"/>
            <p:cNvSpPr/>
            <p:nvPr/>
          </p:nvSpPr>
          <p:spPr>
            <a:xfrm>
              <a:off x="666993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t748"/>
            <p:cNvSpPr/>
            <p:nvPr/>
          </p:nvSpPr>
          <p:spPr>
            <a:xfrm>
              <a:off x="671955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t749"/>
            <p:cNvSpPr/>
            <p:nvPr/>
          </p:nvSpPr>
          <p:spPr>
            <a:xfrm>
              <a:off x="675931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t750"/>
            <p:cNvSpPr/>
            <p:nvPr/>
          </p:nvSpPr>
          <p:spPr>
            <a:xfrm>
              <a:off x="669496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t751"/>
            <p:cNvSpPr/>
            <p:nvPr/>
          </p:nvSpPr>
          <p:spPr>
            <a:xfrm>
              <a:off x="671428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t752"/>
            <p:cNvSpPr/>
            <p:nvPr/>
          </p:nvSpPr>
          <p:spPr>
            <a:xfrm>
              <a:off x="670362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t753"/>
            <p:cNvSpPr/>
            <p:nvPr/>
          </p:nvSpPr>
          <p:spPr>
            <a:xfrm>
              <a:off x="679106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t754"/>
            <p:cNvSpPr/>
            <p:nvPr/>
          </p:nvSpPr>
          <p:spPr>
            <a:xfrm>
              <a:off x="667024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t755"/>
            <p:cNvSpPr/>
            <p:nvPr/>
          </p:nvSpPr>
          <p:spPr>
            <a:xfrm>
              <a:off x="682435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t756"/>
            <p:cNvSpPr/>
            <p:nvPr/>
          </p:nvSpPr>
          <p:spPr>
            <a:xfrm>
              <a:off x="666038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t757"/>
            <p:cNvSpPr/>
            <p:nvPr/>
          </p:nvSpPr>
          <p:spPr>
            <a:xfrm>
              <a:off x="673983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t758"/>
            <p:cNvSpPr/>
            <p:nvPr/>
          </p:nvSpPr>
          <p:spPr>
            <a:xfrm>
              <a:off x="664943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t759"/>
            <p:cNvSpPr/>
            <p:nvPr/>
          </p:nvSpPr>
          <p:spPr>
            <a:xfrm>
              <a:off x="666835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t760"/>
            <p:cNvSpPr/>
            <p:nvPr/>
          </p:nvSpPr>
          <p:spPr>
            <a:xfrm>
              <a:off x="670490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t761"/>
            <p:cNvSpPr/>
            <p:nvPr/>
          </p:nvSpPr>
          <p:spPr>
            <a:xfrm>
              <a:off x="665395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t762"/>
            <p:cNvSpPr/>
            <p:nvPr/>
          </p:nvSpPr>
          <p:spPr>
            <a:xfrm>
              <a:off x="662007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t763"/>
            <p:cNvSpPr/>
            <p:nvPr/>
          </p:nvSpPr>
          <p:spPr>
            <a:xfrm>
              <a:off x="681105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t764"/>
            <p:cNvSpPr/>
            <p:nvPr/>
          </p:nvSpPr>
          <p:spPr>
            <a:xfrm>
              <a:off x="674449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t765"/>
            <p:cNvSpPr/>
            <p:nvPr/>
          </p:nvSpPr>
          <p:spPr>
            <a:xfrm>
              <a:off x="664880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t766"/>
            <p:cNvSpPr/>
            <p:nvPr/>
          </p:nvSpPr>
          <p:spPr>
            <a:xfrm>
              <a:off x="665088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t767"/>
            <p:cNvSpPr/>
            <p:nvPr/>
          </p:nvSpPr>
          <p:spPr>
            <a:xfrm>
              <a:off x="722172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t768"/>
            <p:cNvSpPr/>
            <p:nvPr/>
          </p:nvSpPr>
          <p:spPr>
            <a:xfrm>
              <a:off x="669536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t769"/>
            <p:cNvSpPr/>
            <p:nvPr/>
          </p:nvSpPr>
          <p:spPr>
            <a:xfrm>
              <a:off x="677016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t770"/>
            <p:cNvSpPr/>
            <p:nvPr/>
          </p:nvSpPr>
          <p:spPr>
            <a:xfrm>
              <a:off x="668196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t771"/>
            <p:cNvSpPr/>
            <p:nvPr/>
          </p:nvSpPr>
          <p:spPr>
            <a:xfrm>
              <a:off x="668160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t772"/>
            <p:cNvSpPr/>
            <p:nvPr/>
          </p:nvSpPr>
          <p:spPr>
            <a:xfrm>
              <a:off x="678099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t773"/>
            <p:cNvSpPr/>
            <p:nvPr/>
          </p:nvSpPr>
          <p:spPr>
            <a:xfrm>
              <a:off x="671711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t774"/>
            <p:cNvSpPr/>
            <p:nvPr/>
          </p:nvSpPr>
          <p:spPr>
            <a:xfrm>
              <a:off x="667718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t775"/>
            <p:cNvSpPr/>
            <p:nvPr/>
          </p:nvSpPr>
          <p:spPr>
            <a:xfrm>
              <a:off x="667733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t776"/>
            <p:cNvSpPr/>
            <p:nvPr/>
          </p:nvSpPr>
          <p:spPr>
            <a:xfrm>
              <a:off x="668290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t777"/>
            <p:cNvSpPr/>
            <p:nvPr/>
          </p:nvSpPr>
          <p:spPr>
            <a:xfrm>
              <a:off x="681247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t778"/>
            <p:cNvSpPr/>
            <p:nvPr/>
          </p:nvSpPr>
          <p:spPr>
            <a:xfrm>
              <a:off x="667690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t779"/>
            <p:cNvSpPr/>
            <p:nvPr/>
          </p:nvSpPr>
          <p:spPr>
            <a:xfrm>
              <a:off x="6805713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t780"/>
            <p:cNvSpPr/>
            <p:nvPr/>
          </p:nvSpPr>
          <p:spPr>
            <a:xfrm>
              <a:off x="671950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t781"/>
            <p:cNvSpPr/>
            <p:nvPr/>
          </p:nvSpPr>
          <p:spPr>
            <a:xfrm>
              <a:off x="672312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t782"/>
            <p:cNvSpPr/>
            <p:nvPr/>
          </p:nvSpPr>
          <p:spPr>
            <a:xfrm>
              <a:off x="6800140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t783"/>
            <p:cNvSpPr/>
            <p:nvPr/>
          </p:nvSpPr>
          <p:spPr>
            <a:xfrm>
              <a:off x="731409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t784"/>
            <p:cNvSpPr/>
            <p:nvPr/>
          </p:nvSpPr>
          <p:spPr>
            <a:xfrm>
              <a:off x="673462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t785"/>
            <p:cNvSpPr/>
            <p:nvPr/>
          </p:nvSpPr>
          <p:spPr>
            <a:xfrm>
              <a:off x="663064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t786"/>
            <p:cNvSpPr/>
            <p:nvPr/>
          </p:nvSpPr>
          <p:spPr>
            <a:xfrm>
              <a:off x="668608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t787"/>
            <p:cNvSpPr/>
            <p:nvPr/>
          </p:nvSpPr>
          <p:spPr>
            <a:xfrm>
              <a:off x="665251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t788"/>
            <p:cNvSpPr/>
            <p:nvPr/>
          </p:nvSpPr>
          <p:spPr>
            <a:xfrm>
              <a:off x="678911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t789"/>
            <p:cNvSpPr/>
            <p:nvPr/>
          </p:nvSpPr>
          <p:spPr>
            <a:xfrm>
              <a:off x="716608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t790"/>
            <p:cNvSpPr/>
            <p:nvPr/>
          </p:nvSpPr>
          <p:spPr>
            <a:xfrm>
              <a:off x="665642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t791"/>
            <p:cNvSpPr/>
            <p:nvPr/>
          </p:nvSpPr>
          <p:spPr>
            <a:xfrm>
              <a:off x="661572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t792"/>
            <p:cNvSpPr/>
            <p:nvPr/>
          </p:nvSpPr>
          <p:spPr>
            <a:xfrm>
              <a:off x="728440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t793"/>
            <p:cNvSpPr/>
            <p:nvPr/>
          </p:nvSpPr>
          <p:spPr>
            <a:xfrm>
              <a:off x="672685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t794"/>
            <p:cNvSpPr/>
            <p:nvPr/>
          </p:nvSpPr>
          <p:spPr>
            <a:xfrm>
              <a:off x="716813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t795"/>
            <p:cNvSpPr/>
            <p:nvPr/>
          </p:nvSpPr>
          <p:spPr>
            <a:xfrm>
              <a:off x="680868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t796"/>
            <p:cNvSpPr/>
            <p:nvPr/>
          </p:nvSpPr>
          <p:spPr>
            <a:xfrm>
              <a:off x="679538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t797"/>
            <p:cNvSpPr/>
            <p:nvPr/>
          </p:nvSpPr>
          <p:spPr>
            <a:xfrm>
              <a:off x="726897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t798"/>
            <p:cNvSpPr/>
            <p:nvPr/>
          </p:nvSpPr>
          <p:spPr>
            <a:xfrm>
              <a:off x="663910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t799"/>
            <p:cNvSpPr/>
            <p:nvPr/>
          </p:nvSpPr>
          <p:spPr>
            <a:xfrm>
              <a:off x="720166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t800"/>
            <p:cNvSpPr/>
            <p:nvPr/>
          </p:nvSpPr>
          <p:spPr>
            <a:xfrm>
              <a:off x="6749686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t801"/>
            <p:cNvSpPr/>
            <p:nvPr/>
          </p:nvSpPr>
          <p:spPr>
            <a:xfrm>
              <a:off x="681179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t802"/>
            <p:cNvSpPr/>
            <p:nvPr/>
          </p:nvSpPr>
          <p:spPr>
            <a:xfrm>
              <a:off x="728646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t803"/>
            <p:cNvSpPr/>
            <p:nvPr/>
          </p:nvSpPr>
          <p:spPr>
            <a:xfrm>
              <a:off x="7294101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t804"/>
            <p:cNvSpPr/>
            <p:nvPr/>
          </p:nvSpPr>
          <p:spPr>
            <a:xfrm>
              <a:off x="728769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t805"/>
            <p:cNvSpPr/>
            <p:nvPr/>
          </p:nvSpPr>
          <p:spPr>
            <a:xfrm>
              <a:off x="679537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t806"/>
            <p:cNvSpPr/>
            <p:nvPr/>
          </p:nvSpPr>
          <p:spPr>
            <a:xfrm>
              <a:off x="735064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t807"/>
            <p:cNvSpPr/>
            <p:nvPr/>
          </p:nvSpPr>
          <p:spPr>
            <a:xfrm>
              <a:off x="717810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t808"/>
            <p:cNvSpPr/>
            <p:nvPr/>
          </p:nvSpPr>
          <p:spPr>
            <a:xfrm>
              <a:off x="722505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t809"/>
            <p:cNvSpPr/>
            <p:nvPr/>
          </p:nvSpPr>
          <p:spPr>
            <a:xfrm>
              <a:off x="7252283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t810"/>
            <p:cNvSpPr/>
            <p:nvPr/>
          </p:nvSpPr>
          <p:spPr>
            <a:xfrm>
              <a:off x="715091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t811"/>
            <p:cNvSpPr/>
            <p:nvPr/>
          </p:nvSpPr>
          <p:spPr>
            <a:xfrm>
              <a:off x="718944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t812"/>
            <p:cNvSpPr/>
            <p:nvPr/>
          </p:nvSpPr>
          <p:spPr>
            <a:xfrm>
              <a:off x="722208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t813"/>
            <p:cNvSpPr/>
            <p:nvPr/>
          </p:nvSpPr>
          <p:spPr>
            <a:xfrm>
              <a:off x="720219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t814"/>
            <p:cNvSpPr/>
            <p:nvPr/>
          </p:nvSpPr>
          <p:spPr>
            <a:xfrm>
              <a:off x="719433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t815"/>
            <p:cNvSpPr/>
            <p:nvPr/>
          </p:nvSpPr>
          <p:spPr>
            <a:xfrm>
              <a:off x="728808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t816"/>
            <p:cNvSpPr/>
            <p:nvPr/>
          </p:nvSpPr>
          <p:spPr>
            <a:xfrm>
              <a:off x="718154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t817"/>
            <p:cNvSpPr/>
            <p:nvPr/>
          </p:nvSpPr>
          <p:spPr>
            <a:xfrm>
              <a:off x="728382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t818"/>
            <p:cNvSpPr/>
            <p:nvPr/>
          </p:nvSpPr>
          <p:spPr>
            <a:xfrm>
              <a:off x="7226749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t819"/>
            <p:cNvSpPr/>
            <p:nvPr/>
          </p:nvSpPr>
          <p:spPr>
            <a:xfrm>
              <a:off x="727892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t820"/>
            <p:cNvSpPr/>
            <p:nvPr/>
          </p:nvSpPr>
          <p:spPr>
            <a:xfrm>
              <a:off x="734818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t821"/>
            <p:cNvSpPr/>
            <p:nvPr/>
          </p:nvSpPr>
          <p:spPr>
            <a:xfrm>
              <a:off x="7360384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t822"/>
            <p:cNvSpPr/>
            <p:nvPr/>
          </p:nvSpPr>
          <p:spPr>
            <a:xfrm>
              <a:off x="7246065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t823"/>
            <p:cNvSpPr/>
            <p:nvPr/>
          </p:nvSpPr>
          <p:spPr>
            <a:xfrm>
              <a:off x="7187934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t824"/>
            <p:cNvSpPr/>
            <p:nvPr/>
          </p:nvSpPr>
          <p:spPr>
            <a:xfrm>
              <a:off x="7285566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t825"/>
            <p:cNvSpPr/>
            <p:nvPr/>
          </p:nvSpPr>
          <p:spPr>
            <a:xfrm>
              <a:off x="727311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t826"/>
            <p:cNvSpPr/>
            <p:nvPr/>
          </p:nvSpPr>
          <p:spPr>
            <a:xfrm>
              <a:off x="730603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t827"/>
            <p:cNvSpPr/>
            <p:nvPr/>
          </p:nvSpPr>
          <p:spPr>
            <a:xfrm>
              <a:off x="7179189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t828"/>
            <p:cNvSpPr/>
            <p:nvPr/>
          </p:nvSpPr>
          <p:spPr>
            <a:xfrm>
              <a:off x="730977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t829"/>
            <p:cNvSpPr/>
            <p:nvPr/>
          </p:nvSpPr>
          <p:spPr>
            <a:xfrm>
              <a:off x="7216925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t830"/>
            <p:cNvSpPr/>
            <p:nvPr/>
          </p:nvSpPr>
          <p:spPr>
            <a:xfrm>
              <a:off x="728121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t831"/>
            <p:cNvSpPr/>
            <p:nvPr/>
          </p:nvSpPr>
          <p:spPr>
            <a:xfrm>
              <a:off x="7240712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t832"/>
            <p:cNvSpPr/>
            <p:nvPr/>
          </p:nvSpPr>
          <p:spPr>
            <a:xfrm>
              <a:off x="727393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t833"/>
            <p:cNvSpPr/>
            <p:nvPr/>
          </p:nvSpPr>
          <p:spPr>
            <a:xfrm>
              <a:off x="7173657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t834"/>
            <p:cNvSpPr/>
            <p:nvPr/>
          </p:nvSpPr>
          <p:spPr>
            <a:xfrm>
              <a:off x="715969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t835"/>
            <p:cNvSpPr/>
            <p:nvPr/>
          </p:nvSpPr>
          <p:spPr>
            <a:xfrm>
              <a:off x="722964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t836"/>
            <p:cNvSpPr/>
            <p:nvPr/>
          </p:nvSpPr>
          <p:spPr>
            <a:xfrm>
              <a:off x="729672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t837"/>
            <p:cNvSpPr/>
            <p:nvPr/>
          </p:nvSpPr>
          <p:spPr>
            <a:xfrm>
              <a:off x="7351972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t838"/>
            <p:cNvSpPr/>
            <p:nvPr/>
          </p:nvSpPr>
          <p:spPr>
            <a:xfrm>
              <a:off x="7360711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t839"/>
            <p:cNvSpPr/>
            <p:nvPr/>
          </p:nvSpPr>
          <p:spPr>
            <a:xfrm>
              <a:off x="7359200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t840"/>
            <p:cNvSpPr/>
            <p:nvPr/>
          </p:nvSpPr>
          <p:spPr>
            <a:xfrm>
              <a:off x="7167607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t841"/>
            <p:cNvSpPr/>
            <p:nvPr/>
          </p:nvSpPr>
          <p:spPr>
            <a:xfrm>
              <a:off x="7282608" y="360639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t842"/>
            <p:cNvSpPr/>
            <p:nvPr/>
          </p:nvSpPr>
          <p:spPr>
            <a:xfrm>
              <a:off x="7282818" y="36063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tx843"/>
            <p:cNvSpPr/>
            <p:nvPr/>
          </p:nvSpPr>
          <p:spPr>
            <a:xfrm>
              <a:off x="712256" y="5301065"/>
              <a:ext cx="30486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0.950</a:t>
              </a:r>
            </a:p>
          </p:txBody>
        </p:sp>
        <p:sp>
          <p:nvSpPr>
            <p:cNvPr id="844" name="tx844"/>
            <p:cNvSpPr/>
            <p:nvPr/>
          </p:nvSpPr>
          <p:spPr>
            <a:xfrm>
              <a:off x="712256" y="4445216"/>
              <a:ext cx="30486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0.975</a:t>
              </a:r>
            </a:p>
          </p:txBody>
        </p:sp>
        <p:sp>
          <p:nvSpPr>
            <p:cNvPr id="845" name="tx845"/>
            <p:cNvSpPr/>
            <p:nvPr/>
          </p:nvSpPr>
          <p:spPr>
            <a:xfrm>
              <a:off x="712256" y="3589367"/>
              <a:ext cx="30486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1.000</a:t>
              </a:r>
            </a:p>
          </p:txBody>
        </p:sp>
        <p:sp>
          <p:nvSpPr>
            <p:cNvPr id="846" name="tx846"/>
            <p:cNvSpPr/>
            <p:nvPr/>
          </p:nvSpPr>
          <p:spPr>
            <a:xfrm>
              <a:off x="712256" y="2733518"/>
              <a:ext cx="30486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1.025</a:t>
              </a:r>
            </a:p>
          </p:txBody>
        </p:sp>
        <p:sp>
          <p:nvSpPr>
            <p:cNvPr id="847" name="tx847"/>
            <p:cNvSpPr/>
            <p:nvPr/>
          </p:nvSpPr>
          <p:spPr>
            <a:xfrm>
              <a:off x="712256" y="1877669"/>
              <a:ext cx="30486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1.050</a:t>
              </a:r>
            </a:p>
          </p:txBody>
        </p:sp>
        <p:sp>
          <p:nvSpPr>
            <p:cNvPr id="848" name="tx848"/>
            <p:cNvSpPr/>
            <p:nvPr/>
          </p:nvSpPr>
          <p:spPr>
            <a:xfrm rot="-2700000">
              <a:off x="109586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849" name="tx849"/>
            <p:cNvSpPr/>
            <p:nvPr/>
          </p:nvSpPr>
          <p:spPr>
            <a:xfrm rot="-2700000">
              <a:off x="163017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850" name="tx850"/>
            <p:cNvSpPr/>
            <p:nvPr/>
          </p:nvSpPr>
          <p:spPr>
            <a:xfrm rot="-2700000">
              <a:off x="216447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851" name="tx851"/>
            <p:cNvSpPr/>
            <p:nvPr/>
          </p:nvSpPr>
          <p:spPr>
            <a:xfrm rot="-2700000">
              <a:off x="269878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852" name="tx852"/>
            <p:cNvSpPr/>
            <p:nvPr/>
          </p:nvSpPr>
          <p:spPr>
            <a:xfrm rot="-2700000">
              <a:off x="3117420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853" name="tx853"/>
            <p:cNvSpPr/>
            <p:nvPr/>
          </p:nvSpPr>
          <p:spPr>
            <a:xfrm rot="-2700000">
              <a:off x="376739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854" name="tx854"/>
            <p:cNvSpPr/>
            <p:nvPr/>
          </p:nvSpPr>
          <p:spPr>
            <a:xfrm rot="-2700000">
              <a:off x="430169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855" name="tx855"/>
            <p:cNvSpPr/>
            <p:nvPr/>
          </p:nvSpPr>
          <p:spPr>
            <a:xfrm rot="-2700000">
              <a:off x="483600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856" name="tx856"/>
            <p:cNvSpPr/>
            <p:nvPr/>
          </p:nvSpPr>
          <p:spPr>
            <a:xfrm rot="-2700000">
              <a:off x="537030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857" name="tx857"/>
            <p:cNvSpPr/>
            <p:nvPr/>
          </p:nvSpPr>
          <p:spPr>
            <a:xfrm rot="-2700000">
              <a:off x="590461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858" name="tx858"/>
            <p:cNvSpPr/>
            <p:nvPr/>
          </p:nvSpPr>
          <p:spPr>
            <a:xfrm rot="-2700000">
              <a:off x="643891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859" name="tx859"/>
            <p:cNvSpPr/>
            <p:nvPr/>
          </p:nvSpPr>
          <p:spPr>
            <a:xfrm rot="-2700000">
              <a:off x="697322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860" name="tx860"/>
            <p:cNvSpPr/>
            <p:nvPr/>
          </p:nvSpPr>
          <p:spPr>
            <a:xfrm>
              <a:off x="3967738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861" name="tx861"/>
            <p:cNvSpPr/>
            <p:nvPr/>
          </p:nvSpPr>
          <p:spPr>
            <a:xfrm rot="-5400000">
              <a:off x="-272059" y="3578394"/>
              <a:ext cx="171952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Normalisert dekning (0-1)</a:t>
              </a:r>
            </a:p>
          </p:txBody>
        </p:sp>
        <p:sp>
          <p:nvSpPr>
            <p:cNvPr id="862" name="tx862"/>
            <p:cNvSpPr/>
            <p:nvPr/>
          </p:nvSpPr>
          <p:spPr>
            <a:xfrm>
              <a:off x="7831704" y="3101524"/>
              <a:ext cx="70326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Undertype</a:t>
              </a:r>
            </a:p>
          </p:txBody>
        </p:sp>
        <p:sp>
          <p:nvSpPr>
            <p:cNvPr id="863" name="pt863"/>
            <p:cNvSpPr/>
            <p:nvPr/>
          </p:nvSpPr>
          <p:spPr>
            <a:xfrm>
              <a:off x="7914842" y="33857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t864"/>
            <p:cNvSpPr/>
            <p:nvPr/>
          </p:nvSpPr>
          <p:spPr>
            <a:xfrm>
              <a:off x="7914842" y="360521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t865"/>
            <p:cNvSpPr/>
            <p:nvPr/>
          </p:nvSpPr>
          <p:spPr>
            <a:xfrm>
              <a:off x="7914842" y="4044127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tx866"/>
            <p:cNvSpPr/>
            <p:nvPr/>
          </p:nvSpPr>
          <p:spPr>
            <a:xfrm>
              <a:off x="8127075" y="3368732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H1N1</a:t>
              </a:r>
            </a:p>
          </p:txBody>
        </p:sp>
        <p:sp>
          <p:nvSpPr>
            <p:cNvPr id="867" name="tx867"/>
            <p:cNvSpPr/>
            <p:nvPr/>
          </p:nvSpPr>
          <p:spPr>
            <a:xfrm>
              <a:off x="8127075" y="3588188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H3N2</a:t>
              </a:r>
            </a:p>
          </p:txBody>
        </p:sp>
        <p:sp>
          <p:nvSpPr>
            <p:cNvPr id="868" name="tx868"/>
            <p:cNvSpPr/>
            <p:nvPr/>
          </p:nvSpPr>
          <p:spPr>
            <a:xfrm>
              <a:off x="8127075" y="3807644"/>
              <a:ext cx="28419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BVIC</a:t>
              </a:r>
            </a:p>
          </p:txBody>
        </p:sp>
        <p:sp>
          <p:nvSpPr>
            <p:cNvPr id="869" name="tx869"/>
            <p:cNvSpPr/>
            <p:nvPr/>
          </p:nvSpPr>
          <p:spPr>
            <a:xfrm>
              <a:off x="8127075" y="4027100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870" name="tx870"/>
            <p:cNvSpPr/>
            <p:nvPr/>
          </p:nvSpPr>
          <p:spPr>
            <a:xfrm>
              <a:off x="1085441" y="1676115"/>
              <a:ext cx="1615470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Dekning per run - M</a:t>
              </a:r>
            </a:p>
          </p:txBody>
        </p:sp>
      </p:grpSp>
      <p:sp>
        <p:nvSpPr>
          <p:cNvPr id="87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Dekning per run - M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874280"/>
                <a:gridCol w="936354"/>
                <a:gridCol w="1262616"/>
                <a:gridCol w="1371347"/>
                <a:gridCol w="1021825"/>
                <a:gridCol w="1293721"/>
                <a:gridCol w="1130488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run_id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n_samples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median_coverage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submitted_n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not_submitted_n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submitted_pct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98.8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98.7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0.986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98.6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96.2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0.997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96.0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0.960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94.1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94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INF100_1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0.864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77.6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0.891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72.7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0.783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14.5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GISAID-submisjonssammendrag - NS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4800050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4022006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3243961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465917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5189073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92116" y="4411028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92116" y="3632984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92116" y="2854939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92116" y="2076894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9546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0105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0664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1223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41782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9234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42900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93459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4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59457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45136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695695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67954" y="2076894"/>
              <a:ext cx="455030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673543" y="2076894"/>
              <a:ext cx="455030" cy="307176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673543" y="5148655"/>
              <a:ext cx="455030" cy="4041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179133" y="2076894"/>
              <a:ext cx="455030" cy="298769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179133" y="5064586"/>
              <a:ext cx="455030" cy="12448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684722" y="2076894"/>
              <a:ext cx="455030" cy="306954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684722" y="5146440"/>
              <a:ext cx="455030" cy="4263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190312" y="2076894"/>
              <a:ext cx="455030" cy="248974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190312" y="4566637"/>
              <a:ext cx="455030" cy="62243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695901" y="2076894"/>
              <a:ext cx="455030" cy="306641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3695901" y="5143305"/>
              <a:ext cx="455030" cy="4576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4201490" y="2076894"/>
              <a:ext cx="455030" cy="299399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4201490" y="5070889"/>
              <a:ext cx="455030" cy="11818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707080" y="2076894"/>
              <a:ext cx="455030" cy="292910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4707080" y="5006003"/>
              <a:ext cx="455030" cy="18306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5212669" y="2076894"/>
              <a:ext cx="455030" cy="241603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212669" y="4492928"/>
              <a:ext cx="455030" cy="69614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718259" y="2076894"/>
              <a:ext cx="455030" cy="44995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718259" y="2526848"/>
              <a:ext cx="455030" cy="266222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6223848" y="2076894"/>
              <a:ext cx="455030" cy="307422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6223848" y="5151119"/>
              <a:ext cx="455030" cy="3795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6729437" y="2076894"/>
              <a:ext cx="455030" cy="226340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6729437" y="4340297"/>
              <a:ext cx="455030" cy="84877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tx49"/>
            <p:cNvSpPr/>
            <p:nvPr/>
          </p:nvSpPr>
          <p:spPr>
            <a:xfrm>
              <a:off x="1236684" y="359681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1728237" y="357661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%=98.7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1756355" y="5132699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%=1.3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2275980" y="3534575"/>
              <a:ext cx="26133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%=96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2304098" y="5090665"/>
              <a:ext cx="205099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%=4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2739416" y="357550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%=98.6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2767534" y="5131592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%=1.4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3287159" y="3285601"/>
              <a:ext cx="26133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%=80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3287159" y="4841690"/>
              <a:ext cx="26133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%=20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3750595" y="357393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%=98.5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3778712" y="5130024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%=1.5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4256184" y="353772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%=96.2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4284302" y="5093816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%=3.8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4761773" y="350528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%=94.1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4789891" y="5061373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%=5.9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5267363" y="324874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%=77.6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5267363" y="480483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%=22.4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5772952" y="226570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%=14.5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5772952" y="382179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%=85.5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278542" y="357784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%=98.8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306659" y="5133931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%=1.2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784131" y="3172431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%=72.7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784131" y="472852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%=27.3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847770" y="5145456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780013" y="436741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780013" y="358936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780013" y="281132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712256" y="203327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108531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159090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209649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260208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2992004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36132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411885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462444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85" name="tx85"/>
            <p:cNvSpPr/>
            <p:nvPr/>
          </p:nvSpPr>
          <p:spPr>
            <a:xfrm rot="-2700000">
              <a:off x="51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86" name="tx86"/>
            <p:cNvSpPr/>
            <p:nvPr/>
          </p:nvSpPr>
          <p:spPr>
            <a:xfrm rot="-2700000">
              <a:off x="56356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87" name="tx87"/>
            <p:cNvSpPr/>
            <p:nvPr/>
          </p:nvSpPr>
          <p:spPr>
            <a:xfrm rot="-2700000">
              <a:off x="614120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88" name="tx88"/>
            <p:cNvSpPr/>
            <p:nvPr/>
          </p:nvSpPr>
          <p:spPr>
            <a:xfrm rot="-2700000">
              <a:off x="664679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3799250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0" name="tx90"/>
            <p:cNvSpPr/>
            <p:nvPr/>
          </p:nvSpPr>
          <p:spPr>
            <a:xfrm rot="-5400000">
              <a:off x="253126" y="3578394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7488052" y="3320980"/>
              <a:ext cx="97420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GISAID-status</a:t>
              </a:r>
            </a:p>
          </p:txBody>
        </p:sp>
        <p:sp>
          <p:nvSpPr>
            <p:cNvPr id="92" name="rc92"/>
            <p:cNvSpPr/>
            <p:nvPr/>
          </p:nvSpPr>
          <p:spPr>
            <a:xfrm>
              <a:off x="7497870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7497870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tx94"/>
            <p:cNvSpPr/>
            <p:nvPr/>
          </p:nvSpPr>
          <p:spPr>
            <a:xfrm>
              <a:off x="7783424" y="3588188"/>
              <a:ext cx="5484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Submitted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7783424" y="3807644"/>
              <a:ext cx="75154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submitted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1092116" y="1676115"/>
              <a:ext cx="3047878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GISAID-submisjon per run andel - NS</a:t>
              </a:r>
            </a:p>
          </p:txBody>
        </p:sp>
      </p:grpSp>
      <p:sp>
        <p:nvSpPr>
          <p:cNvPr id="9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 per run andel - NS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4814111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4064189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3314267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64344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5189073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6094" y="4439150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16094" y="3689228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16094" y="2939305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16094" y="2189383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22810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74812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26813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78815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308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8281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3482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8682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38824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590826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42827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694829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994096" y="2414360"/>
              <a:ext cx="468015" cy="277471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514114" y="2301871"/>
              <a:ext cx="468015" cy="284970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514114" y="5151577"/>
              <a:ext cx="468015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034131" y="2376863"/>
              <a:ext cx="468015" cy="269972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034131" y="5076584"/>
              <a:ext cx="468015" cy="11248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554149" y="2451856"/>
              <a:ext cx="468015" cy="269972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554149" y="5151577"/>
              <a:ext cx="468015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074166" y="4814111"/>
              <a:ext cx="468015" cy="29996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074166" y="5114080"/>
              <a:ext cx="468015" cy="7499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594183" y="2639336"/>
              <a:ext cx="468015" cy="251224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3594183" y="5151577"/>
              <a:ext cx="468015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4114201" y="2226879"/>
              <a:ext cx="468015" cy="284970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4114201" y="5076584"/>
              <a:ext cx="468015" cy="11248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634218" y="2639336"/>
              <a:ext cx="468015" cy="239975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4634218" y="5039088"/>
              <a:ext cx="468015" cy="14998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5154236" y="2339367"/>
              <a:ext cx="468015" cy="221227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154236" y="4551639"/>
              <a:ext cx="468015" cy="63743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674253" y="2076894"/>
              <a:ext cx="468015" cy="44995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674253" y="2526848"/>
              <a:ext cx="468015" cy="266222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6194271" y="2114391"/>
              <a:ext cx="468015" cy="303718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6194271" y="5151577"/>
              <a:ext cx="468015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6714288" y="2301871"/>
              <a:ext cx="468015" cy="209978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6714288" y="4401654"/>
              <a:ext cx="468015" cy="78741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tx49"/>
            <p:cNvSpPr/>
            <p:nvPr/>
          </p:nvSpPr>
          <p:spPr>
            <a:xfrm>
              <a:off x="1114261" y="376555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n=74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1634279" y="369055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n=76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1662397" y="513416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2154296" y="369055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2182414" y="5096664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2674314" y="376555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2702431" y="513416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3222449" y="4927931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3222449" y="5115412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3714348" y="385929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n=67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3742466" y="513416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4234366" y="361556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n=76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4262484" y="5096664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4754383" y="380304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n=64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4782501" y="5077916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5274401" y="340933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n=59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5274401" y="483419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n=17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5794418" y="226570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n=12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5794418" y="382179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n=71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314436" y="359681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n=81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342553" y="513416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834453" y="331559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n=56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834453" y="475919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n=21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780013" y="5145456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712256" y="439553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712256" y="364561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712256" y="289568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712256" y="214576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80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91795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143796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195798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247800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2882351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35180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40380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45580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85" name="tx85"/>
            <p:cNvSpPr/>
            <p:nvPr/>
          </p:nvSpPr>
          <p:spPr>
            <a:xfrm rot="-2700000">
              <a:off x="507809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86" name="tx86"/>
            <p:cNvSpPr/>
            <p:nvPr/>
          </p:nvSpPr>
          <p:spPr>
            <a:xfrm rot="-2700000">
              <a:off x="559810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87" name="tx87"/>
            <p:cNvSpPr/>
            <p:nvPr/>
          </p:nvSpPr>
          <p:spPr>
            <a:xfrm rot="-2700000">
              <a:off x="611812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88" name="tx88"/>
            <p:cNvSpPr/>
            <p:nvPr/>
          </p:nvSpPr>
          <p:spPr>
            <a:xfrm rot="-2700000">
              <a:off x="663814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371123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0" name="tx90"/>
            <p:cNvSpPr/>
            <p:nvPr/>
          </p:nvSpPr>
          <p:spPr>
            <a:xfrm rot="-5400000">
              <a:off x="282798" y="3578394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7488052" y="3320980"/>
              <a:ext cx="97420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GISAID-status</a:t>
              </a:r>
            </a:p>
          </p:txBody>
        </p:sp>
        <p:sp>
          <p:nvSpPr>
            <p:cNvPr id="92" name="rc92"/>
            <p:cNvSpPr/>
            <p:nvPr/>
          </p:nvSpPr>
          <p:spPr>
            <a:xfrm>
              <a:off x="7497870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7497870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tx94"/>
            <p:cNvSpPr/>
            <p:nvPr/>
          </p:nvSpPr>
          <p:spPr>
            <a:xfrm>
              <a:off x="7783424" y="3588188"/>
              <a:ext cx="5484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Submitted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7783424" y="3807644"/>
              <a:ext cx="75154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submitted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916094" y="1676115"/>
              <a:ext cx="3037545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GISAID-submisjon per run antall - NS</a:t>
              </a:r>
            </a:p>
          </p:txBody>
        </p:sp>
      </p:grpSp>
      <p:sp>
        <p:nvSpPr>
          <p:cNvPr id="9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 per run antall - NS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17684" y="4800050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17684" y="4022006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17684" y="3243961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17684" y="2465917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17684" y="5189073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17684" y="4411028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17684" y="363298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17684" y="2854939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17684" y="207689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4159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88145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213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61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50103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0408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8075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1206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66046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2003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7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28004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8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32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6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40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50103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350103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4"/>
            <p:cNvSpPr/>
            <p:nvPr/>
          </p:nvSpPr>
          <p:spPr>
            <a:xfrm>
              <a:off x="329858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329858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8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52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6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60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64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8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72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12425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12832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13723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12360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14117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12638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14013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12420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12144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12241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12070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13701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13193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12669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13739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14001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12470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12370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13787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12652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12981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5"/>
            <p:cNvSpPr/>
            <p:nvPr/>
          </p:nvSpPr>
          <p:spPr>
            <a:xfrm>
              <a:off x="13242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6"/>
            <p:cNvSpPr/>
            <p:nvPr/>
          </p:nvSpPr>
          <p:spPr>
            <a:xfrm>
              <a:off x="13721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7"/>
            <p:cNvSpPr/>
            <p:nvPr/>
          </p:nvSpPr>
          <p:spPr>
            <a:xfrm>
              <a:off x="13256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14205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9"/>
            <p:cNvSpPr/>
            <p:nvPr/>
          </p:nvSpPr>
          <p:spPr>
            <a:xfrm>
              <a:off x="13996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100"/>
            <p:cNvSpPr/>
            <p:nvPr/>
          </p:nvSpPr>
          <p:spPr>
            <a:xfrm>
              <a:off x="12550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12691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2"/>
            <p:cNvSpPr/>
            <p:nvPr/>
          </p:nvSpPr>
          <p:spPr>
            <a:xfrm>
              <a:off x="13421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3"/>
            <p:cNvSpPr/>
            <p:nvPr/>
          </p:nvSpPr>
          <p:spPr>
            <a:xfrm>
              <a:off x="12825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12379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5"/>
            <p:cNvSpPr/>
            <p:nvPr/>
          </p:nvSpPr>
          <p:spPr>
            <a:xfrm>
              <a:off x="13186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6"/>
            <p:cNvSpPr/>
            <p:nvPr/>
          </p:nvSpPr>
          <p:spPr>
            <a:xfrm>
              <a:off x="12304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7"/>
            <p:cNvSpPr/>
            <p:nvPr/>
          </p:nvSpPr>
          <p:spPr>
            <a:xfrm>
              <a:off x="12923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8"/>
            <p:cNvSpPr/>
            <p:nvPr/>
          </p:nvSpPr>
          <p:spPr>
            <a:xfrm>
              <a:off x="12848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9"/>
            <p:cNvSpPr/>
            <p:nvPr/>
          </p:nvSpPr>
          <p:spPr>
            <a:xfrm>
              <a:off x="13997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10"/>
            <p:cNvSpPr/>
            <p:nvPr/>
          </p:nvSpPr>
          <p:spPr>
            <a:xfrm>
              <a:off x="12079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1"/>
            <p:cNvSpPr/>
            <p:nvPr/>
          </p:nvSpPr>
          <p:spPr>
            <a:xfrm>
              <a:off x="12964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2"/>
            <p:cNvSpPr/>
            <p:nvPr/>
          </p:nvSpPr>
          <p:spPr>
            <a:xfrm>
              <a:off x="14014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13940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12229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13238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13134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13947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14007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13967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13388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13663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12484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12198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12909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12373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12927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12113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12870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13338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12983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13159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12648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13566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13073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12191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12383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12974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13771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13819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13219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12585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13216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14008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12467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12144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13662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13429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23126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17860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19497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18274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17630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18036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18493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18647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17551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17554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19546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18344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19357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19120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19036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18458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18798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18642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19273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17932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17524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19192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17909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17928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19571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19030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17780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17947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19069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19232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18538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18722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18877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19401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18441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17551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18407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19349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17977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17793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17987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18822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18136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17528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18413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19521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17544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18875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18135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17562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24715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18026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18122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18116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19614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18370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17530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18715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17949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18210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18886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18552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19393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19529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17838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19170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17636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19210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17948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18434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17678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18533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19138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19183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19594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18043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18707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18750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19403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24284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23281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22916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23208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24668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23087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23599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22934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22976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23662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22957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23697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24983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23718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23193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24559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23115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23121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23720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24372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24004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23999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22932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24187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24329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23254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24898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23179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24159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23986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24344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24729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24982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23302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24304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23772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24637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28339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24965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23009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2295439" y="2050304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23873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23739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23509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22925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23853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2451180" y="273373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24456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24369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23151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30066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23389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24983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24687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29065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22929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23799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29569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28660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23573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24976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24333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23300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24463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23099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24162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23226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24116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23869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23222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28743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29474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28692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29861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24424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24127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23000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29571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23881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23847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24095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22905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29758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29364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23698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28818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29801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28330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29645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29794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28447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29067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30080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29105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30198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28996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29928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30272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29790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29242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29742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29284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29239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29820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30132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30218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28286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28596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30203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29102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2876918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30043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30372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29062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28436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28321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28730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28618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28792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29386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29249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28897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30231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28998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29140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28762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28347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28286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28443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28305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28280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28276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28350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29403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34767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30370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30292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29663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28813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29259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29819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29608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29457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30340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29298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29632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39912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39072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4081323" y="205403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40219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40862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39786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34743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29766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39992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3405023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40143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40551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39754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39592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39679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40352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40565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40798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41002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39102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39705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39505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3461038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39428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40435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40814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39296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39692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39961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40424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39541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40163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40765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34321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39725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40335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39840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41020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40577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34694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39339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34934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39525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40406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39081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41186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35422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39070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40716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40598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40688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39653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40363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34831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34311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40645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39800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40764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41012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40170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40940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40750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39288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41120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40305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39463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39548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40253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40263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40615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40177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40728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39509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39428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39572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39536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40840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40368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45968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2"/>
            <p:cNvSpPr/>
            <p:nvPr/>
          </p:nvSpPr>
          <p:spPr>
            <a:xfrm>
              <a:off x="45351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3"/>
            <p:cNvSpPr/>
            <p:nvPr/>
          </p:nvSpPr>
          <p:spPr>
            <a:xfrm>
              <a:off x="44769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4"/>
            <p:cNvSpPr/>
            <p:nvPr/>
          </p:nvSpPr>
          <p:spPr>
            <a:xfrm>
              <a:off x="45385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5"/>
            <p:cNvSpPr/>
            <p:nvPr/>
          </p:nvSpPr>
          <p:spPr>
            <a:xfrm>
              <a:off x="45096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6"/>
            <p:cNvSpPr/>
            <p:nvPr/>
          </p:nvSpPr>
          <p:spPr>
            <a:xfrm>
              <a:off x="45584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7"/>
            <p:cNvSpPr/>
            <p:nvPr/>
          </p:nvSpPr>
          <p:spPr>
            <a:xfrm>
              <a:off x="45550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8"/>
            <p:cNvSpPr/>
            <p:nvPr/>
          </p:nvSpPr>
          <p:spPr>
            <a:xfrm>
              <a:off x="45756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9"/>
            <p:cNvSpPr/>
            <p:nvPr/>
          </p:nvSpPr>
          <p:spPr>
            <a:xfrm>
              <a:off x="46302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60"/>
            <p:cNvSpPr/>
            <p:nvPr/>
          </p:nvSpPr>
          <p:spPr>
            <a:xfrm>
              <a:off x="46495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1"/>
            <p:cNvSpPr/>
            <p:nvPr/>
          </p:nvSpPr>
          <p:spPr>
            <a:xfrm>
              <a:off x="46306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2"/>
            <p:cNvSpPr/>
            <p:nvPr/>
          </p:nvSpPr>
          <p:spPr>
            <a:xfrm>
              <a:off x="45124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3"/>
            <p:cNvSpPr/>
            <p:nvPr/>
          </p:nvSpPr>
          <p:spPr>
            <a:xfrm>
              <a:off x="44699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4"/>
            <p:cNvSpPr/>
            <p:nvPr/>
          </p:nvSpPr>
          <p:spPr>
            <a:xfrm>
              <a:off x="44522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5"/>
            <p:cNvSpPr/>
            <p:nvPr/>
          </p:nvSpPr>
          <p:spPr>
            <a:xfrm>
              <a:off x="46589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6"/>
            <p:cNvSpPr/>
            <p:nvPr/>
          </p:nvSpPr>
          <p:spPr>
            <a:xfrm>
              <a:off x="45529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7"/>
            <p:cNvSpPr/>
            <p:nvPr/>
          </p:nvSpPr>
          <p:spPr>
            <a:xfrm>
              <a:off x="46322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8"/>
            <p:cNvSpPr/>
            <p:nvPr/>
          </p:nvSpPr>
          <p:spPr>
            <a:xfrm>
              <a:off x="4550987" y="205403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9"/>
            <p:cNvSpPr/>
            <p:nvPr/>
          </p:nvSpPr>
          <p:spPr>
            <a:xfrm>
              <a:off x="44667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70"/>
            <p:cNvSpPr/>
            <p:nvPr/>
          </p:nvSpPr>
          <p:spPr>
            <a:xfrm>
              <a:off x="45227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1"/>
            <p:cNvSpPr/>
            <p:nvPr/>
          </p:nvSpPr>
          <p:spPr>
            <a:xfrm>
              <a:off x="45795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2"/>
            <p:cNvSpPr/>
            <p:nvPr/>
          </p:nvSpPr>
          <p:spPr>
            <a:xfrm>
              <a:off x="45941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3"/>
            <p:cNvSpPr/>
            <p:nvPr/>
          </p:nvSpPr>
          <p:spPr>
            <a:xfrm>
              <a:off x="45299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4"/>
            <p:cNvSpPr/>
            <p:nvPr/>
          </p:nvSpPr>
          <p:spPr>
            <a:xfrm>
              <a:off x="45475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5"/>
            <p:cNvSpPr/>
            <p:nvPr/>
          </p:nvSpPr>
          <p:spPr>
            <a:xfrm>
              <a:off x="45830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6"/>
            <p:cNvSpPr/>
            <p:nvPr/>
          </p:nvSpPr>
          <p:spPr>
            <a:xfrm>
              <a:off x="45030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7"/>
            <p:cNvSpPr/>
            <p:nvPr/>
          </p:nvSpPr>
          <p:spPr>
            <a:xfrm>
              <a:off x="46271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8"/>
            <p:cNvSpPr/>
            <p:nvPr/>
          </p:nvSpPr>
          <p:spPr>
            <a:xfrm>
              <a:off x="46300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9"/>
            <p:cNvSpPr/>
            <p:nvPr/>
          </p:nvSpPr>
          <p:spPr>
            <a:xfrm>
              <a:off x="45411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80"/>
            <p:cNvSpPr/>
            <p:nvPr/>
          </p:nvSpPr>
          <p:spPr>
            <a:xfrm>
              <a:off x="45613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44701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2"/>
            <p:cNvSpPr/>
            <p:nvPr/>
          </p:nvSpPr>
          <p:spPr>
            <a:xfrm>
              <a:off x="4555039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3"/>
            <p:cNvSpPr/>
            <p:nvPr/>
          </p:nvSpPr>
          <p:spPr>
            <a:xfrm>
              <a:off x="44935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4"/>
            <p:cNvSpPr/>
            <p:nvPr/>
          </p:nvSpPr>
          <p:spPr>
            <a:xfrm>
              <a:off x="4458649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5"/>
            <p:cNvSpPr/>
            <p:nvPr/>
          </p:nvSpPr>
          <p:spPr>
            <a:xfrm>
              <a:off x="4509202" y="242158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6"/>
            <p:cNvSpPr/>
            <p:nvPr/>
          </p:nvSpPr>
          <p:spPr>
            <a:xfrm>
              <a:off x="46111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7"/>
            <p:cNvSpPr/>
            <p:nvPr/>
          </p:nvSpPr>
          <p:spPr>
            <a:xfrm>
              <a:off x="46077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44751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9"/>
            <p:cNvSpPr/>
            <p:nvPr/>
          </p:nvSpPr>
          <p:spPr>
            <a:xfrm>
              <a:off x="45384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90"/>
            <p:cNvSpPr/>
            <p:nvPr/>
          </p:nvSpPr>
          <p:spPr>
            <a:xfrm>
              <a:off x="45854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1"/>
            <p:cNvSpPr/>
            <p:nvPr/>
          </p:nvSpPr>
          <p:spPr>
            <a:xfrm>
              <a:off x="46022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2"/>
            <p:cNvSpPr/>
            <p:nvPr/>
          </p:nvSpPr>
          <p:spPr>
            <a:xfrm>
              <a:off x="44888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3"/>
            <p:cNvSpPr/>
            <p:nvPr/>
          </p:nvSpPr>
          <p:spPr>
            <a:xfrm>
              <a:off x="46457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4"/>
            <p:cNvSpPr/>
            <p:nvPr/>
          </p:nvSpPr>
          <p:spPr>
            <a:xfrm>
              <a:off x="45729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5"/>
            <p:cNvSpPr/>
            <p:nvPr/>
          </p:nvSpPr>
          <p:spPr>
            <a:xfrm>
              <a:off x="45300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6"/>
            <p:cNvSpPr/>
            <p:nvPr/>
          </p:nvSpPr>
          <p:spPr>
            <a:xfrm>
              <a:off x="45679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7"/>
            <p:cNvSpPr/>
            <p:nvPr/>
          </p:nvSpPr>
          <p:spPr>
            <a:xfrm>
              <a:off x="46404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8"/>
            <p:cNvSpPr/>
            <p:nvPr/>
          </p:nvSpPr>
          <p:spPr>
            <a:xfrm>
              <a:off x="45163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9"/>
            <p:cNvSpPr/>
            <p:nvPr/>
          </p:nvSpPr>
          <p:spPr>
            <a:xfrm>
              <a:off x="45320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500"/>
            <p:cNvSpPr/>
            <p:nvPr/>
          </p:nvSpPr>
          <p:spPr>
            <a:xfrm>
              <a:off x="46264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1"/>
            <p:cNvSpPr/>
            <p:nvPr/>
          </p:nvSpPr>
          <p:spPr>
            <a:xfrm>
              <a:off x="44474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2"/>
            <p:cNvSpPr/>
            <p:nvPr/>
          </p:nvSpPr>
          <p:spPr>
            <a:xfrm>
              <a:off x="45159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3"/>
            <p:cNvSpPr/>
            <p:nvPr/>
          </p:nvSpPr>
          <p:spPr>
            <a:xfrm>
              <a:off x="45485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4"/>
            <p:cNvSpPr/>
            <p:nvPr/>
          </p:nvSpPr>
          <p:spPr>
            <a:xfrm>
              <a:off x="45698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5"/>
            <p:cNvSpPr/>
            <p:nvPr/>
          </p:nvSpPr>
          <p:spPr>
            <a:xfrm>
              <a:off x="46121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6"/>
            <p:cNvSpPr/>
            <p:nvPr/>
          </p:nvSpPr>
          <p:spPr>
            <a:xfrm>
              <a:off x="45219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7"/>
            <p:cNvSpPr/>
            <p:nvPr/>
          </p:nvSpPr>
          <p:spPr>
            <a:xfrm>
              <a:off x="45247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8"/>
            <p:cNvSpPr/>
            <p:nvPr/>
          </p:nvSpPr>
          <p:spPr>
            <a:xfrm>
              <a:off x="45328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9"/>
            <p:cNvSpPr/>
            <p:nvPr/>
          </p:nvSpPr>
          <p:spPr>
            <a:xfrm>
              <a:off x="44582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10"/>
            <p:cNvSpPr/>
            <p:nvPr/>
          </p:nvSpPr>
          <p:spPr>
            <a:xfrm>
              <a:off x="46343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1"/>
            <p:cNvSpPr/>
            <p:nvPr/>
          </p:nvSpPr>
          <p:spPr>
            <a:xfrm>
              <a:off x="46194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2"/>
            <p:cNvSpPr/>
            <p:nvPr/>
          </p:nvSpPr>
          <p:spPr>
            <a:xfrm>
              <a:off x="46362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3"/>
            <p:cNvSpPr/>
            <p:nvPr/>
          </p:nvSpPr>
          <p:spPr>
            <a:xfrm>
              <a:off x="44918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4"/>
            <p:cNvSpPr/>
            <p:nvPr/>
          </p:nvSpPr>
          <p:spPr>
            <a:xfrm>
              <a:off x="46474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5"/>
            <p:cNvSpPr/>
            <p:nvPr/>
          </p:nvSpPr>
          <p:spPr>
            <a:xfrm>
              <a:off x="44767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6"/>
            <p:cNvSpPr/>
            <p:nvPr/>
          </p:nvSpPr>
          <p:spPr>
            <a:xfrm>
              <a:off x="45686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7"/>
            <p:cNvSpPr/>
            <p:nvPr/>
          </p:nvSpPr>
          <p:spPr>
            <a:xfrm>
              <a:off x="45921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8"/>
            <p:cNvSpPr/>
            <p:nvPr/>
          </p:nvSpPr>
          <p:spPr>
            <a:xfrm>
              <a:off x="45396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9"/>
            <p:cNvSpPr/>
            <p:nvPr/>
          </p:nvSpPr>
          <p:spPr>
            <a:xfrm>
              <a:off x="44674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20"/>
            <p:cNvSpPr/>
            <p:nvPr/>
          </p:nvSpPr>
          <p:spPr>
            <a:xfrm>
              <a:off x="45459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1"/>
            <p:cNvSpPr/>
            <p:nvPr/>
          </p:nvSpPr>
          <p:spPr>
            <a:xfrm>
              <a:off x="45659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2"/>
            <p:cNvSpPr/>
            <p:nvPr/>
          </p:nvSpPr>
          <p:spPr>
            <a:xfrm>
              <a:off x="44641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3"/>
            <p:cNvSpPr/>
            <p:nvPr/>
          </p:nvSpPr>
          <p:spPr>
            <a:xfrm>
              <a:off x="44527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4"/>
            <p:cNvSpPr/>
            <p:nvPr/>
          </p:nvSpPr>
          <p:spPr>
            <a:xfrm>
              <a:off x="45741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5"/>
            <p:cNvSpPr/>
            <p:nvPr/>
          </p:nvSpPr>
          <p:spPr>
            <a:xfrm>
              <a:off x="45850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6"/>
            <p:cNvSpPr/>
            <p:nvPr/>
          </p:nvSpPr>
          <p:spPr>
            <a:xfrm>
              <a:off x="46311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7"/>
            <p:cNvSpPr/>
            <p:nvPr/>
          </p:nvSpPr>
          <p:spPr>
            <a:xfrm>
              <a:off x="45383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8"/>
            <p:cNvSpPr/>
            <p:nvPr/>
          </p:nvSpPr>
          <p:spPr>
            <a:xfrm>
              <a:off x="46237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9"/>
            <p:cNvSpPr/>
            <p:nvPr/>
          </p:nvSpPr>
          <p:spPr>
            <a:xfrm>
              <a:off x="50990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30"/>
            <p:cNvSpPr/>
            <p:nvPr/>
          </p:nvSpPr>
          <p:spPr>
            <a:xfrm>
              <a:off x="50384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1"/>
            <p:cNvSpPr/>
            <p:nvPr/>
          </p:nvSpPr>
          <p:spPr>
            <a:xfrm>
              <a:off x="51756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2"/>
            <p:cNvSpPr/>
            <p:nvPr/>
          </p:nvSpPr>
          <p:spPr>
            <a:xfrm>
              <a:off x="50534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3"/>
            <p:cNvSpPr/>
            <p:nvPr/>
          </p:nvSpPr>
          <p:spPr>
            <a:xfrm>
              <a:off x="51874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4"/>
            <p:cNvSpPr/>
            <p:nvPr/>
          </p:nvSpPr>
          <p:spPr>
            <a:xfrm>
              <a:off x="49954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5"/>
            <p:cNvSpPr/>
            <p:nvPr/>
          </p:nvSpPr>
          <p:spPr>
            <a:xfrm>
              <a:off x="5041944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6"/>
            <p:cNvSpPr/>
            <p:nvPr/>
          </p:nvSpPr>
          <p:spPr>
            <a:xfrm>
              <a:off x="5084176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7"/>
            <p:cNvSpPr/>
            <p:nvPr/>
          </p:nvSpPr>
          <p:spPr>
            <a:xfrm>
              <a:off x="50209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8"/>
            <p:cNvSpPr/>
            <p:nvPr/>
          </p:nvSpPr>
          <p:spPr>
            <a:xfrm>
              <a:off x="51811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9"/>
            <p:cNvSpPr/>
            <p:nvPr/>
          </p:nvSpPr>
          <p:spPr>
            <a:xfrm>
              <a:off x="50120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40"/>
            <p:cNvSpPr/>
            <p:nvPr/>
          </p:nvSpPr>
          <p:spPr>
            <a:xfrm>
              <a:off x="50547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1"/>
            <p:cNvSpPr/>
            <p:nvPr/>
          </p:nvSpPr>
          <p:spPr>
            <a:xfrm>
              <a:off x="49864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2"/>
            <p:cNvSpPr/>
            <p:nvPr/>
          </p:nvSpPr>
          <p:spPr>
            <a:xfrm>
              <a:off x="50086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3"/>
            <p:cNvSpPr/>
            <p:nvPr/>
          </p:nvSpPr>
          <p:spPr>
            <a:xfrm>
              <a:off x="49890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4"/>
            <p:cNvSpPr/>
            <p:nvPr/>
          </p:nvSpPr>
          <p:spPr>
            <a:xfrm>
              <a:off x="51603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5"/>
            <p:cNvSpPr/>
            <p:nvPr/>
          </p:nvSpPr>
          <p:spPr>
            <a:xfrm>
              <a:off x="51726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6"/>
            <p:cNvSpPr/>
            <p:nvPr/>
          </p:nvSpPr>
          <p:spPr>
            <a:xfrm>
              <a:off x="51350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7"/>
            <p:cNvSpPr/>
            <p:nvPr/>
          </p:nvSpPr>
          <p:spPr>
            <a:xfrm>
              <a:off x="49964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8"/>
            <p:cNvSpPr/>
            <p:nvPr/>
          </p:nvSpPr>
          <p:spPr>
            <a:xfrm>
              <a:off x="50307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9"/>
            <p:cNvSpPr/>
            <p:nvPr/>
          </p:nvSpPr>
          <p:spPr>
            <a:xfrm>
              <a:off x="50790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50"/>
            <p:cNvSpPr/>
            <p:nvPr/>
          </p:nvSpPr>
          <p:spPr>
            <a:xfrm>
              <a:off x="50483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1"/>
            <p:cNvSpPr/>
            <p:nvPr/>
          </p:nvSpPr>
          <p:spPr>
            <a:xfrm>
              <a:off x="50207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2"/>
            <p:cNvSpPr/>
            <p:nvPr/>
          </p:nvSpPr>
          <p:spPr>
            <a:xfrm>
              <a:off x="51535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3"/>
            <p:cNvSpPr/>
            <p:nvPr/>
          </p:nvSpPr>
          <p:spPr>
            <a:xfrm>
              <a:off x="51463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4"/>
            <p:cNvSpPr/>
            <p:nvPr/>
          </p:nvSpPr>
          <p:spPr>
            <a:xfrm>
              <a:off x="51964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5"/>
            <p:cNvSpPr/>
            <p:nvPr/>
          </p:nvSpPr>
          <p:spPr>
            <a:xfrm>
              <a:off x="50012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6"/>
            <p:cNvSpPr/>
            <p:nvPr/>
          </p:nvSpPr>
          <p:spPr>
            <a:xfrm>
              <a:off x="52013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7"/>
            <p:cNvSpPr/>
            <p:nvPr/>
          </p:nvSpPr>
          <p:spPr>
            <a:xfrm>
              <a:off x="50109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8"/>
            <p:cNvSpPr/>
            <p:nvPr/>
          </p:nvSpPr>
          <p:spPr>
            <a:xfrm>
              <a:off x="51478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9"/>
            <p:cNvSpPr/>
            <p:nvPr/>
          </p:nvSpPr>
          <p:spPr>
            <a:xfrm>
              <a:off x="50051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60"/>
            <p:cNvSpPr/>
            <p:nvPr/>
          </p:nvSpPr>
          <p:spPr>
            <a:xfrm>
              <a:off x="51743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1"/>
            <p:cNvSpPr/>
            <p:nvPr/>
          </p:nvSpPr>
          <p:spPr>
            <a:xfrm>
              <a:off x="51536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2"/>
            <p:cNvSpPr/>
            <p:nvPr/>
          </p:nvSpPr>
          <p:spPr>
            <a:xfrm>
              <a:off x="50611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3"/>
            <p:cNvSpPr/>
            <p:nvPr/>
          </p:nvSpPr>
          <p:spPr>
            <a:xfrm>
              <a:off x="50433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4"/>
            <p:cNvSpPr/>
            <p:nvPr/>
          </p:nvSpPr>
          <p:spPr>
            <a:xfrm>
              <a:off x="50538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5"/>
            <p:cNvSpPr/>
            <p:nvPr/>
          </p:nvSpPr>
          <p:spPr>
            <a:xfrm>
              <a:off x="50431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6"/>
            <p:cNvSpPr/>
            <p:nvPr/>
          </p:nvSpPr>
          <p:spPr>
            <a:xfrm>
              <a:off x="51564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7"/>
            <p:cNvSpPr/>
            <p:nvPr/>
          </p:nvSpPr>
          <p:spPr>
            <a:xfrm>
              <a:off x="51343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8"/>
            <p:cNvSpPr/>
            <p:nvPr/>
          </p:nvSpPr>
          <p:spPr>
            <a:xfrm>
              <a:off x="5645889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9"/>
            <p:cNvSpPr/>
            <p:nvPr/>
          </p:nvSpPr>
          <p:spPr>
            <a:xfrm>
              <a:off x="51970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70"/>
            <p:cNvSpPr/>
            <p:nvPr/>
          </p:nvSpPr>
          <p:spPr>
            <a:xfrm>
              <a:off x="50982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1"/>
            <p:cNvSpPr/>
            <p:nvPr/>
          </p:nvSpPr>
          <p:spPr>
            <a:xfrm>
              <a:off x="50534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2"/>
            <p:cNvSpPr/>
            <p:nvPr/>
          </p:nvSpPr>
          <p:spPr>
            <a:xfrm>
              <a:off x="51363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3"/>
            <p:cNvSpPr/>
            <p:nvPr/>
          </p:nvSpPr>
          <p:spPr>
            <a:xfrm>
              <a:off x="50106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4"/>
            <p:cNvSpPr/>
            <p:nvPr/>
          </p:nvSpPr>
          <p:spPr>
            <a:xfrm>
              <a:off x="50661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5"/>
            <p:cNvSpPr/>
            <p:nvPr/>
          </p:nvSpPr>
          <p:spPr>
            <a:xfrm>
              <a:off x="5165402" y="299734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6"/>
            <p:cNvSpPr/>
            <p:nvPr/>
          </p:nvSpPr>
          <p:spPr>
            <a:xfrm>
              <a:off x="51839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7"/>
            <p:cNvSpPr/>
            <p:nvPr/>
          </p:nvSpPr>
          <p:spPr>
            <a:xfrm>
              <a:off x="51410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8"/>
            <p:cNvSpPr/>
            <p:nvPr/>
          </p:nvSpPr>
          <p:spPr>
            <a:xfrm>
              <a:off x="50495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9"/>
            <p:cNvSpPr/>
            <p:nvPr/>
          </p:nvSpPr>
          <p:spPr>
            <a:xfrm>
              <a:off x="50827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80"/>
            <p:cNvSpPr/>
            <p:nvPr/>
          </p:nvSpPr>
          <p:spPr>
            <a:xfrm>
              <a:off x="50841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1"/>
            <p:cNvSpPr/>
            <p:nvPr/>
          </p:nvSpPr>
          <p:spPr>
            <a:xfrm>
              <a:off x="51596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2"/>
            <p:cNvSpPr/>
            <p:nvPr/>
          </p:nvSpPr>
          <p:spPr>
            <a:xfrm>
              <a:off x="50376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3"/>
            <p:cNvSpPr/>
            <p:nvPr/>
          </p:nvSpPr>
          <p:spPr>
            <a:xfrm>
              <a:off x="50499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4"/>
            <p:cNvSpPr/>
            <p:nvPr/>
          </p:nvSpPr>
          <p:spPr>
            <a:xfrm>
              <a:off x="51954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5"/>
            <p:cNvSpPr/>
            <p:nvPr/>
          </p:nvSpPr>
          <p:spPr>
            <a:xfrm>
              <a:off x="51098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6"/>
            <p:cNvSpPr/>
            <p:nvPr/>
          </p:nvSpPr>
          <p:spPr>
            <a:xfrm>
              <a:off x="51177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7"/>
            <p:cNvSpPr/>
            <p:nvPr/>
          </p:nvSpPr>
          <p:spPr>
            <a:xfrm>
              <a:off x="57349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8"/>
            <p:cNvSpPr/>
            <p:nvPr/>
          </p:nvSpPr>
          <p:spPr>
            <a:xfrm>
              <a:off x="50568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9"/>
            <p:cNvSpPr/>
            <p:nvPr/>
          </p:nvSpPr>
          <p:spPr>
            <a:xfrm>
              <a:off x="50756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90"/>
            <p:cNvSpPr/>
            <p:nvPr/>
          </p:nvSpPr>
          <p:spPr>
            <a:xfrm>
              <a:off x="51700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1"/>
            <p:cNvSpPr/>
            <p:nvPr/>
          </p:nvSpPr>
          <p:spPr>
            <a:xfrm>
              <a:off x="51718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2"/>
            <p:cNvSpPr/>
            <p:nvPr/>
          </p:nvSpPr>
          <p:spPr>
            <a:xfrm>
              <a:off x="50688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3"/>
            <p:cNvSpPr/>
            <p:nvPr/>
          </p:nvSpPr>
          <p:spPr>
            <a:xfrm>
              <a:off x="51614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4"/>
            <p:cNvSpPr/>
            <p:nvPr/>
          </p:nvSpPr>
          <p:spPr>
            <a:xfrm>
              <a:off x="50322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5"/>
            <p:cNvSpPr/>
            <p:nvPr/>
          </p:nvSpPr>
          <p:spPr>
            <a:xfrm>
              <a:off x="50033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6"/>
            <p:cNvSpPr/>
            <p:nvPr/>
          </p:nvSpPr>
          <p:spPr>
            <a:xfrm>
              <a:off x="51698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t597"/>
            <p:cNvSpPr/>
            <p:nvPr/>
          </p:nvSpPr>
          <p:spPr>
            <a:xfrm>
              <a:off x="51738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t598"/>
            <p:cNvSpPr/>
            <p:nvPr/>
          </p:nvSpPr>
          <p:spPr>
            <a:xfrm>
              <a:off x="5083096" y="339476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t599"/>
            <p:cNvSpPr/>
            <p:nvPr/>
          </p:nvSpPr>
          <p:spPr>
            <a:xfrm>
              <a:off x="5546626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t600"/>
            <p:cNvSpPr/>
            <p:nvPr/>
          </p:nvSpPr>
          <p:spPr>
            <a:xfrm>
              <a:off x="57065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t601"/>
            <p:cNvSpPr/>
            <p:nvPr/>
          </p:nvSpPr>
          <p:spPr>
            <a:xfrm>
              <a:off x="57252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t602"/>
            <p:cNvSpPr/>
            <p:nvPr/>
          </p:nvSpPr>
          <p:spPr>
            <a:xfrm>
              <a:off x="56927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t603"/>
            <p:cNvSpPr/>
            <p:nvPr/>
          </p:nvSpPr>
          <p:spPr>
            <a:xfrm>
              <a:off x="56318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t604"/>
            <p:cNvSpPr/>
            <p:nvPr/>
          </p:nvSpPr>
          <p:spPr>
            <a:xfrm>
              <a:off x="5723070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t605"/>
            <p:cNvSpPr/>
            <p:nvPr/>
          </p:nvSpPr>
          <p:spPr>
            <a:xfrm>
              <a:off x="55458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t606"/>
            <p:cNvSpPr/>
            <p:nvPr/>
          </p:nvSpPr>
          <p:spPr>
            <a:xfrm>
              <a:off x="56098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t607"/>
            <p:cNvSpPr/>
            <p:nvPr/>
          </p:nvSpPr>
          <p:spPr>
            <a:xfrm>
              <a:off x="55477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t608"/>
            <p:cNvSpPr/>
            <p:nvPr/>
          </p:nvSpPr>
          <p:spPr>
            <a:xfrm>
              <a:off x="55846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t609"/>
            <p:cNvSpPr/>
            <p:nvPr/>
          </p:nvSpPr>
          <p:spPr>
            <a:xfrm>
              <a:off x="55447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t610"/>
            <p:cNvSpPr/>
            <p:nvPr/>
          </p:nvSpPr>
          <p:spPr>
            <a:xfrm>
              <a:off x="55492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t611"/>
            <p:cNvSpPr/>
            <p:nvPr/>
          </p:nvSpPr>
          <p:spPr>
            <a:xfrm>
              <a:off x="56808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t612"/>
            <p:cNvSpPr/>
            <p:nvPr/>
          </p:nvSpPr>
          <p:spPr>
            <a:xfrm>
              <a:off x="55408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t613"/>
            <p:cNvSpPr/>
            <p:nvPr/>
          </p:nvSpPr>
          <p:spPr>
            <a:xfrm>
              <a:off x="5669467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t614"/>
            <p:cNvSpPr/>
            <p:nvPr/>
          </p:nvSpPr>
          <p:spPr>
            <a:xfrm>
              <a:off x="55458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t615"/>
            <p:cNvSpPr/>
            <p:nvPr/>
          </p:nvSpPr>
          <p:spPr>
            <a:xfrm>
              <a:off x="56606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t616"/>
            <p:cNvSpPr/>
            <p:nvPr/>
          </p:nvSpPr>
          <p:spPr>
            <a:xfrm>
              <a:off x="57222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t617"/>
            <p:cNvSpPr/>
            <p:nvPr/>
          </p:nvSpPr>
          <p:spPr>
            <a:xfrm>
              <a:off x="57415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t618"/>
            <p:cNvSpPr/>
            <p:nvPr/>
          </p:nvSpPr>
          <p:spPr>
            <a:xfrm>
              <a:off x="56486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t619"/>
            <p:cNvSpPr/>
            <p:nvPr/>
          </p:nvSpPr>
          <p:spPr>
            <a:xfrm>
              <a:off x="56603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t620"/>
            <p:cNvSpPr/>
            <p:nvPr/>
          </p:nvSpPr>
          <p:spPr>
            <a:xfrm>
              <a:off x="55978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t621"/>
            <p:cNvSpPr/>
            <p:nvPr/>
          </p:nvSpPr>
          <p:spPr>
            <a:xfrm>
              <a:off x="56634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t622"/>
            <p:cNvSpPr/>
            <p:nvPr/>
          </p:nvSpPr>
          <p:spPr>
            <a:xfrm>
              <a:off x="56033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t623"/>
            <p:cNvSpPr/>
            <p:nvPr/>
          </p:nvSpPr>
          <p:spPr>
            <a:xfrm>
              <a:off x="56117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t624"/>
            <p:cNvSpPr/>
            <p:nvPr/>
          </p:nvSpPr>
          <p:spPr>
            <a:xfrm>
              <a:off x="57208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t625"/>
            <p:cNvSpPr/>
            <p:nvPr/>
          </p:nvSpPr>
          <p:spPr>
            <a:xfrm>
              <a:off x="56151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t626"/>
            <p:cNvSpPr/>
            <p:nvPr/>
          </p:nvSpPr>
          <p:spPr>
            <a:xfrm>
              <a:off x="56138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t627"/>
            <p:cNvSpPr/>
            <p:nvPr/>
          </p:nvSpPr>
          <p:spPr>
            <a:xfrm>
              <a:off x="55644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t628"/>
            <p:cNvSpPr/>
            <p:nvPr/>
          </p:nvSpPr>
          <p:spPr>
            <a:xfrm>
              <a:off x="55701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t629"/>
            <p:cNvSpPr/>
            <p:nvPr/>
          </p:nvSpPr>
          <p:spPr>
            <a:xfrm>
              <a:off x="5685285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t630"/>
            <p:cNvSpPr/>
            <p:nvPr/>
          </p:nvSpPr>
          <p:spPr>
            <a:xfrm>
              <a:off x="55642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t631"/>
            <p:cNvSpPr/>
            <p:nvPr/>
          </p:nvSpPr>
          <p:spPr>
            <a:xfrm>
              <a:off x="56046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t632"/>
            <p:cNvSpPr/>
            <p:nvPr/>
          </p:nvSpPr>
          <p:spPr>
            <a:xfrm>
              <a:off x="55385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t633"/>
            <p:cNvSpPr/>
            <p:nvPr/>
          </p:nvSpPr>
          <p:spPr>
            <a:xfrm>
              <a:off x="55860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t634"/>
            <p:cNvSpPr/>
            <p:nvPr/>
          </p:nvSpPr>
          <p:spPr>
            <a:xfrm>
              <a:off x="55727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t635"/>
            <p:cNvSpPr/>
            <p:nvPr/>
          </p:nvSpPr>
          <p:spPr>
            <a:xfrm>
              <a:off x="56441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t636"/>
            <p:cNvSpPr/>
            <p:nvPr/>
          </p:nvSpPr>
          <p:spPr>
            <a:xfrm>
              <a:off x="57377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t637"/>
            <p:cNvSpPr/>
            <p:nvPr/>
          </p:nvSpPr>
          <p:spPr>
            <a:xfrm>
              <a:off x="56392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t638"/>
            <p:cNvSpPr/>
            <p:nvPr/>
          </p:nvSpPr>
          <p:spPr>
            <a:xfrm>
              <a:off x="55451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t639"/>
            <p:cNvSpPr/>
            <p:nvPr/>
          </p:nvSpPr>
          <p:spPr>
            <a:xfrm>
              <a:off x="5555645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t640"/>
            <p:cNvSpPr/>
            <p:nvPr/>
          </p:nvSpPr>
          <p:spPr>
            <a:xfrm>
              <a:off x="56562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t641"/>
            <p:cNvSpPr/>
            <p:nvPr/>
          </p:nvSpPr>
          <p:spPr>
            <a:xfrm>
              <a:off x="56213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t642"/>
            <p:cNvSpPr/>
            <p:nvPr/>
          </p:nvSpPr>
          <p:spPr>
            <a:xfrm>
              <a:off x="56817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t643"/>
            <p:cNvSpPr/>
            <p:nvPr/>
          </p:nvSpPr>
          <p:spPr>
            <a:xfrm>
              <a:off x="57163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t644"/>
            <p:cNvSpPr/>
            <p:nvPr/>
          </p:nvSpPr>
          <p:spPr>
            <a:xfrm>
              <a:off x="56121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t645"/>
            <p:cNvSpPr/>
            <p:nvPr/>
          </p:nvSpPr>
          <p:spPr>
            <a:xfrm>
              <a:off x="56926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t646"/>
            <p:cNvSpPr/>
            <p:nvPr/>
          </p:nvSpPr>
          <p:spPr>
            <a:xfrm>
              <a:off x="56725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t647"/>
            <p:cNvSpPr/>
            <p:nvPr/>
          </p:nvSpPr>
          <p:spPr>
            <a:xfrm>
              <a:off x="5661073" y="264815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t648"/>
            <p:cNvSpPr/>
            <p:nvPr/>
          </p:nvSpPr>
          <p:spPr>
            <a:xfrm>
              <a:off x="56193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t649"/>
            <p:cNvSpPr/>
            <p:nvPr/>
          </p:nvSpPr>
          <p:spPr>
            <a:xfrm>
              <a:off x="55375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t650"/>
            <p:cNvSpPr/>
            <p:nvPr/>
          </p:nvSpPr>
          <p:spPr>
            <a:xfrm>
              <a:off x="55979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t651"/>
            <p:cNvSpPr/>
            <p:nvPr/>
          </p:nvSpPr>
          <p:spPr>
            <a:xfrm>
              <a:off x="56058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t652"/>
            <p:cNvSpPr/>
            <p:nvPr/>
          </p:nvSpPr>
          <p:spPr>
            <a:xfrm>
              <a:off x="55428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t653"/>
            <p:cNvSpPr/>
            <p:nvPr/>
          </p:nvSpPr>
          <p:spPr>
            <a:xfrm>
              <a:off x="55462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t654"/>
            <p:cNvSpPr/>
            <p:nvPr/>
          </p:nvSpPr>
          <p:spPr>
            <a:xfrm>
              <a:off x="57138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t655"/>
            <p:cNvSpPr/>
            <p:nvPr/>
          </p:nvSpPr>
          <p:spPr>
            <a:xfrm>
              <a:off x="56183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t656"/>
            <p:cNvSpPr/>
            <p:nvPr/>
          </p:nvSpPr>
          <p:spPr>
            <a:xfrm>
              <a:off x="56150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t657"/>
            <p:cNvSpPr/>
            <p:nvPr/>
          </p:nvSpPr>
          <p:spPr>
            <a:xfrm>
              <a:off x="56094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t658"/>
            <p:cNvSpPr/>
            <p:nvPr/>
          </p:nvSpPr>
          <p:spPr>
            <a:xfrm>
              <a:off x="5585505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t659"/>
            <p:cNvSpPr/>
            <p:nvPr/>
          </p:nvSpPr>
          <p:spPr>
            <a:xfrm>
              <a:off x="5534215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t660"/>
            <p:cNvSpPr/>
            <p:nvPr/>
          </p:nvSpPr>
          <p:spPr>
            <a:xfrm>
              <a:off x="56204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t661"/>
            <p:cNvSpPr/>
            <p:nvPr/>
          </p:nvSpPr>
          <p:spPr>
            <a:xfrm>
              <a:off x="56948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t662"/>
            <p:cNvSpPr/>
            <p:nvPr/>
          </p:nvSpPr>
          <p:spPr>
            <a:xfrm>
              <a:off x="57057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t663"/>
            <p:cNvSpPr/>
            <p:nvPr/>
          </p:nvSpPr>
          <p:spPr>
            <a:xfrm>
              <a:off x="55264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t664"/>
            <p:cNvSpPr/>
            <p:nvPr/>
          </p:nvSpPr>
          <p:spPr>
            <a:xfrm>
              <a:off x="56992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t665"/>
            <p:cNvSpPr/>
            <p:nvPr/>
          </p:nvSpPr>
          <p:spPr>
            <a:xfrm>
              <a:off x="55395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t666"/>
            <p:cNvSpPr/>
            <p:nvPr/>
          </p:nvSpPr>
          <p:spPr>
            <a:xfrm>
              <a:off x="56394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t667"/>
            <p:cNvSpPr/>
            <p:nvPr/>
          </p:nvSpPr>
          <p:spPr>
            <a:xfrm>
              <a:off x="55279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t668"/>
            <p:cNvSpPr/>
            <p:nvPr/>
          </p:nvSpPr>
          <p:spPr>
            <a:xfrm>
              <a:off x="55357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t669"/>
            <p:cNvSpPr/>
            <p:nvPr/>
          </p:nvSpPr>
          <p:spPr>
            <a:xfrm>
              <a:off x="5587607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t670"/>
            <p:cNvSpPr/>
            <p:nvPr/>
          </p:nvSpPr>
          <p:spPr>
            <a:xfrm>
              <a:off x="5708584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t671"/>
            <p:cNvSpPr/>
            <p:nvPr/>
          </p:nvSpPr>
          <p:spPr>
            <a:xfrm>
              <a:off x="56325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t672"/>
            <p:cNvSpPr/>
            <p:nvPr/>
          </p:nvSpPr>
          <p:spPr>
            <a:xfrm>
              <a:off x="61072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t673"/>
            <p:cNvSpPr/>
            <p:nvPr/>
          </p:nvSpPr>
          <p:spPr>
            <a:xfrm>
              <a:off x="62001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t674"/>
            <p:cNvSpPr/>
            <p:nvPr/>
          </p:nvSpPr>
          <p:spPr>
            <a:xfrm>
              <a:off x="6220753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t675"/>
            <p:cNvSpPr/>
            <p:nvPr/>
          </p:nvSpPr>
          <p:spPr>
            <a:xfrm>
              <a:off x="6169404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t676"/>
            <p:cNvSpPr/>
            <p:nvPr/>
          </p:nvSpPr>
          <p:spPr>
            <a:xfrm>
              <a:off x="6118928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t677"/>
            <p:cNvSpPr/>
            <p:nvPr/>
          </p:nvSpPr>
          <p:spPr>
            <a:xfrm>
              <a:off x="6119624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t678"/>
            <p:cNvSpPr/>
            <p:nvPr/>
          </p:nvSpPr>
          <p:spPr>
            <a:xfrm>
              <a:off x="6113542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t679"/>
            <p:cNvSpPr/>
            <p:nvPr/>
          </p:nvSpPr>
          <p:spPr>
            <a:xfrm>
              <a:off x="6085415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t680"/>
            <p:cNvSpPr/>
            <p:nvPr/>
          </p:nvSpPr>
          <p:spPr>
            <a:xfrm>
              <a:off x="6232300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t681"/>
            <p:cNvSpPr/>
            <p:nvPr/>
          </p:nvSpPr>
          <p:spPr>
            <a:xfrm>
              <a:off x="60951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t682"/>
            <p:cNvSpPr/>
            <p:nvPr/>
          </p:nvSpPr>
          <p:spPr>
            <a:xfrm>
              <a:off x="6185402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t683"/>
            <p:cNvSpPr/>
            <p:nvPr/>
          </p:nvSpPr>
          <p:spPr>
            <a:xfrm>
              <a:off x="61435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t684"/>
            <p:cNvSpPr/>
            <p:nvPr/>
          </p:nvSpPr>
          <p:spPr>
            <a:xfrm>
              <a:off x="6099329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t685"/>
            <p:cNvSpPr/>
            <p:nvPr/>
          </p:nvSpPr>
          <p:spPr>
            <a:xfrm>
              <a:off x="6261288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t686"/>
            <p:cNvSpPr/>
            <p:nvPr/>
          </p:nvSpPr>
          <p:spPr>
            <a:xfrm>
              <a:off x="6149924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t687"/>
            <p:cNvSpPr/>
            <p:nvPr/>
          </p:nvSpPr>
          <p:spPr>
            <a:xfrm>
              <a:off x="6078845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t688"/>
            <p:cNvSpPr/>
            <p:nvPr/>
          </p:nvSpPr>
          <p:spPr>
            <a:xfrm>
              <a:off x="6196898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t689"/>
            <p:cNvSpPr/>
            <p:nvPr/>
          </p:nvSpPr>
          <p:spPr>
            <a:xfrm>
              <a:off x="61413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t690"/>
            <p:cNvSpPr/>
            <p:nvPr/>
          </p:nvSpPr>
          <p:spPr>
            <a:xfrm>
              <a:off x="6068181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t691"/>
            <p:cNvSpPr/>
            <p:nvPr/>
          </p:nvSpPr>
          <p:spPr>
            <a:xfrm>
              <a:off x="61954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t692"/>
            <p:cNvSpPr/>
            <p:nvPr/>
          </p:nvSpPr>
          <p:spPr>
            <a:xfrm>
              <a:off x="61950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t693"/>
            <p:cNvSpPr/>
            <p:nvPr/>
          </p:nvSpPr>
          <p:spPr>
            <a:xfrm>
              <a:off x="60759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t694"/>
            <p:cNvSpPr/>
            <p:nvPr/>
          </p:nvSpPr>
          <p:spPr>
            <a:xfrm>
              <a:off x="61310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t695"/>
            <p:cNvSpPr/>
            <p:nvPr/>
          </p:nvSpPr>
          <p:spPr>
            <a:xfrm>
              <a:off x="61814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t696"/>
            <p:cNvSpPr/>
            <p:nvPr/>
          </p:nvSpPr>
          <p:spPr>
            <a:xfrm>
              <a:off x="61104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t697"/>
            <p:cNvSpPr/>
            <p:nvPr/>
          </p:nvSpPr>
          <p:spPr>
            <a:xfrm>
              <a:off x="60666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t698"/>
            <p:cNvSpPr/>
            <p:nvPr/>
          </p:nvSpPr>
          <p:spPr>
            <a:xfrm>
              <a:off x="61758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t699"/>
            <p:cNvSpPr/>
            <p:nvPr/>
          </p:nvSpPr>
          <p:spPr>
            <a:xfrm>
              <a:off x="61169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t700"/>
            <p:cNvSpPr/>
            <p:nvPr/>
          </p:nvSpPr>
          <p:spPr>
            <a:xfrm>
              <a:off x="62080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t701"/>
            <p:cNvSpPr/>
            <p:nvPr/>
          </p:nvSpPr>
          <p:spPr>
            <a:xfrm>
              <a:off x="60752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t702"/>
            <p:cNvSpPr/>
            <p:nvPr/>
          </p:nvSpPr>
          <p:spPr>
            <a:xfrm>
              <a:off x="62653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t703"/>
            <p:cNvSpPr/>
            <p:nvPr/>
          </p:nvSpPr>
          <p:spPr>
            <a:xfrm>
              <a:off x="62424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t704"/>
            <p:cNvSpPr/>
            <p:nvPr/>
          </p:nvSpPr>
          <p:spPr>
            <a:xfrm>
              <a:off x="6098268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t705"/>
            <p:cNvSpPr/>
            <p:nvPr/>
          </p:nvSpPr>
          <p:spPr>
            <a:xfrm>
              <a:off x="6272381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t706"/>
            <p:cNvSpPr/>
            <p:nvPr/>
          </p:nvSpPr>
          <p:spPr>
            <a:xfrm>
              <a:off x="60946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t707"/>
            <p:cNvSpPr/>
            <p:nvPr/>
          </p:nvSpPr>
          <p:spPr>
            <a:xfrm>
              <a:off x="61557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t708"/>
            <p:cNvSpPr/>
            <p:nvPr/>
          </p:nvSpPr>
          <p:spPr>
            <a:xfrm>
              <a:off x="62046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t709"/>
            <p:cNvSpPr/>
            <p:nvPr/>
          </p:nvSpPr>
          <p:spPr>
            <a:xfrm>
              <a:off x="60866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t710"/>
            <p:cNvSpPr/>
            <p:nvPr/>
          </p:nvSpPr>
          <p:spPr>
            <a:xfrm>
              <a:off x="61207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t711"/>
            <p:cNvSpPr/>
            <p:nvPr/>
          </p:nvSpPr>
          <p:spPr>
            <a:xfrm>
              <a:off x="62479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t712"/>
            <p:cNvSpPr/>
            <p:nvPr/>
          </p:nvSpPr>
          <p:spPr>
            <a:xfrm>
              <a:off x="61884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t713"/>
            <p:cNvSpPr/>
            <p:nvPr/>
          </p:nvSpPr>
          <p:spPr>
            <a:xfrm>
              <a:off x="61288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t714"/>
            <p:cNvSpPr/>
            <p:nvPr/>
          </p:nvSpPr>
          <p:spPr>
            <a:xfrm>
              <a:off x="61380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t715"/>
            <p:cNvSpPr/>
            <p:nvPr/>
          </p:nvSpPr>
          <p:spPr>
            <a:xfrm>
              <a:off x="61361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t716"/>
            <p:cNvSpPr/>
            <p:nvPr/>
          </p:nvSpPr>
          <p:spPr>
            <a:xfrm>
              <a:off x="62182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t717"/>
            <p:cNvSpPr/>
            <p:nvPr/>
          </p:nvSpPr>
          <p:spPr>
            <a:xfrm>
              <a:off x="60963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t718"/>
            <p:cNvSpPr/>
            <p:nvPr/>
          </p:nvSpPr>
          <p:spPr>
            <a:xfrm>
              <a:off x="62072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t719"/>
            <p:cNvSpPr/>
            <p:nvPr/>
          </p:nvSpPr>
          <p:spPr>
            <a:xfrm>
              <a:off x="61262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t720"/>
            <p:cNvSpPr/>
            <p:nvPr/>
          </p:nvSpPr>
          <p:spPr>
            <a:xfrm>
              <a:off x="62767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t721"/>
            <p:cNvSpPr/>
            <p:nvPr/>
          </p:nvSpPr>
          <p:spPr>
            <a:xfrm>
              <a:off x="6163396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t722"/>
            <p:cNvSpPr/>
            <p:nvPr/>
          </p:nvSpPr>
          <p:spPr>
            <a:xfrm>
              <a:off x="62772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t723"/>
            <p:cNvSpPr/>
            <p:nvPr/>
          </p:nvSpPr>
          <p:spPr>
            <a:xfrm>
              <a:off x="62150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t724"/>
            <p:cNvSpPr/>
            <p:nvPr/>
          </p:nvSpPr>
          <p:spPr>
            <a:xfrm>
              <a:off x="62654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t725"/>
            <p:cNvSpPr/>
            <p:nvPr/>
          </p:nvSpPr>
          <p:spPr>
            <a:xfrm>
              <a:off x="61788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t726"/>
            <p:cNvSpPr/>
            <p:nvPr/>
          </p:nvSpPr>
          <p:spPr>
            <a:xfrm>
              <a:off x="62212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t727"/>
            <p:cNvSpPr/>
            <p:nvPr/>
          </p:nvSpPr>
          <p:spPr>
            <a:xfrm>
              <a:off x="61569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t728"/>
            <p:cNvSpPr/>
            <p:nvPr/>
          </p:nvSpPr>
          <p:spPr>
            <a:xfrm>
              <a:off x="62638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t729"/>
            <p:cNvSpPr/>
            <p:nvPr/>
          </p:nvSpPr>
          <p:spPr>
            <a:xfrm>
              <a:off x="60720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t730"/>
            <p:cNvSpPr/>
            <p:nvPr/>
          </p:nvSpPr>
          <p:spPr>
            <a:xfrm>
              <a:off x="62686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t731"/>
            <p:cNvSpPr/>
            <p:nvPr/>
          </p:nvSpPr>
          <p:spPr>
            <a:xfrm>
              <a:off x="62140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t732"/>
            <p:cNvSpPr/>
            <p:nvPr/>
          </p:nvSpPr>
          <p:spPr>
            <a:xfrm>
              <a:off x="61612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t733"/>
            <p:cNvSpPr/>
            <p:nvPr/>
          </p:nvSpPr>
          <p:spPr>
            <a:xfrm>
              <a:off x="6192310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t734"/>
            <p:cNvSpPr/>
            <p:nvPr/>
          </p:nvSpPr>
          <p:spPr>
            <a:xfrm>
              <a:off x="62702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t735"/>
            <p:cNvSpPr/>
            <p:nvPr/>
          </p:nvSpPr>
          <p:spPr>
            <a:xfrm>
              <a:off x="61102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t736"/>
            <p:cNvSpPr/>
            <p:nvPr/>
          </p:nvSpPr>
          <p:spPr>
            <a:xfrm>
              <a:off x="62305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t737"/>
            <p:cNvSpPr/>
            <p:nvPr/>
          </p:nvSpPr>
          <p:spPr>
            <a:xfrm>
              <a:off x="61616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t738"/>
            <p:cNvSpPr/>
            <p:nvPr/>
          </p:nvSpPr>
          <p:spPr>
            <a:xfrm>
              <a:off x="61953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t739"/>
            <p:cNvSpPr/>
            <p:nvPr/>
          </p:nvSpPr>
          <p:spPr>
            <a:xfrm>
              <a:off x="62610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t740"/>
            <p:cNvSpPr/>
            <p:nvPr/>
          </p:nvSpPr>
          <p:spPr>
            <a:xfrm>
              <a:off x="6086494" y="206150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t741"/>
            <p:cNvSpPr/>
            <p:nvPr/>
          </p:nvSpPr>
          <p:spPr>
            <a:xfrm>
              <a:off x="62103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t742"/>
            <p:cNvSpPr/>
            <p:nvPr/>
          </p:nvSpPr>
          <p:spPr>
            <a:xfrm>
              <a:off x="61600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t743"/>
            <p:cNvSpPr/>
            <p:nvPr/>
          </p:nvSpPr>
          <p:spPr>
            <a:xfrm>
              <a:off x="61051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t744"/>
            <p:cNvSpPr/>
            <p:nvPr/>
          </p:nvSpPr>
          <p:spPr>
            <a:xfrm>
              <a:off x="61585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t745"/>
            <p:cNvSpPr/>
            <p:nvPr/>
          </p:nvSpPr>
          <p:spPr>
            <a:xfrm>
              <a:off x="61649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t746"/>
            <p:cNvSpPr/>
            <p:nvPr/>
          </p:nvSpPr>
          <p:spPr>
            <a:xfrm>
              <a:off x="61104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t747"/>
            <p:cNvSpPr/>
            <p:nvPr/>
          </p:nvSpPr>
          <p:spPr>
            <a:xfrm>
              <a:off x="61298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t748"/>
            <p:cNvSpPr/>
            <p:nvPr/>
          </p:nvSpPr>
          <p:spPr>
            <a:xfrm>
              <a:off x="62287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t749"/>
            <p:cNvSpPr/>
            <p:nvPr/>
          </p:nvSpPr>
          <p:spPr>
            <a:xfrm>
              <a:off x="62566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t750"/>
            <p:cNvSpPr/>
            <p:nvPr/>
          </p:nvSpPr>
          <p:spPr>
            <a:xfrm>
              <a:off x="61445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t751"/>
            <p:cNvSpPr/>
            <p:nvPr/>
          </p:nvSpPr>
          <p:spPr>
            <a:xfrm>
              <a:off x="62667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t752"/>
            <p:cNvSpPr/>
            <p:nvPr/>
          </p:nvSpPr>
          <p:spPr>
            <a:xfrm>
              <a:off x="61839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t753"/>
            <p:cNvSpPr/>
            <p:nvPr/>
          </p:nvSpPr>
          <p:spPr>
            <a:xfrm>
              <a:off x="61280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t754"/>
            <p:cNvSpPr/>
            <p:nvPr/>
          </p:nvSpPr>
          <p:spPr>
            <a:xfrm>
              <a:off x="61253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t755"/>
            <p:cNvSpPr/>
            <p:nvPr/>
          </p:nvSpPr>
          <p:spPr>
            <a:xfrm>
              <a:off x="67894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t756"/>
            <p:cNvSpPr/>
            <p:nvPr/>
          </p:nvSpPr>
          <p:spPr>
            <a:xfrm>
              <a:off x="67088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t757"/>
            <p:cNvSpPr/>
            <p:nvPr/>
          </p:nvSpPr>
          <p:spPr>
            <a:xfrm>
              <a:off x="66652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t758"/>
            <p:cNvSpPr/>
            <p:nvPr/>
          </p:nvSpPr>
          <p:spPr>
            <a:xfrm>
              <a:off x="67666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t759"/>
            <p:cNvSpPr/>
            <p:nvPr/>
          </p:nvSpPr>
          <p:spPr>
            <a:xfrm>
              <a:off x="67753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t760"/>
            <p:cNvSpPr/>
            <p:nvPr/>
          </p:nvSpPr>
          <p:spPr>
            <a:xfrm>
              <a:off x="67941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t761"/>
            <p:cNvSpPr/>
            <p:nvPr/>
          </p:nvSpPr>
          <p:spPr>
            <a:xfrm>
              <a:off x="66774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t762"/>
            <p:cNvSpPr/>
            <p:nvPr/>
          </p:nvSpPr>
          <p:spPr>
            <a:xfrm>
              <a:off x="66796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t763"/>
            <p:cNvSpPr/>
            <p:nvPr/>
          </p:nvSpPr>
          <p:spPr>
            <a:xfrm>
              <a:off x="66607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t764"/>
            <p:cNvSpPr/>
            <p:nvPr/>
          </p:nvSpPr>
          <p:spPr>
            <a:xfrm>
              <a:off x="67614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t765"/>
            <p:cNvSpPr/>
            <p:nvPr/>
          </p:nvSpPr>
          <p:spPr>
            <a:xfrm>
              <a:off x="67681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t766"/>
            <p:cNvSpPr/>
            <p:nvPr/>
          </p:nvSpPr>
          <p:spPr>
            <a:xfrm>
              <a:off x="66475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t767"/>
            <p:cNvSpPr/>
            <p:nvPr/>
          </p:nvSpPr>
          <p:spPr>
            <a:xfrm>
              <a:off x="67029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t768"/>
            <p:cNvSpPr/>
            <p:nvPr/>
          </p:nvSpPr>
          <p:spPr>
            <a:xfrm>
              <a:off x="67640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t769"/>
            <p:cNvSpPr/>
            <p:nvPr/>
          </p:nvSpPr>
          <p:spPr>
            <a:xfrm>
              <a:off x="68138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t770"/>
            <p:cNvSpPr/>
            <p:nvPr/>
          </p:nvSpPr>
          <p:spPr>
            <a:xfrm>
              <a:off x="67347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t771"/>
            <p:cNvSpPr/>
            <p:nvPr/>
          </p:nvSpPr>
          <p:spPr>
            <a:xfrm>
              <a:off x="67992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t772"/>
            <p:cNvSpPr/>
            <p:nvPr/>
          </p:nvSpPr>
          <p:spPr>
            <a:xfrm>
              <a:off x="66497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t773"/>
            <p:cNvSpPr/>
            <p:nvPr/>
          </p:nvSpPr>
          <p:spPr>
            <a:xfrm>
              <a:off x="66611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t774"/>
            <p:cNvSpPr/>
            <p:nvPr/>
          </p:nvSpPr>
          <p:spPr>
            <a:xfrm>
              <a:off x="66934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t775"/>
            <p:cNvSpPr/>
            <p:nvPr/>
          </p:nvSpPr>
          <p:spPr>
            <a:xfrm>
              <a:off x="67592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t776"/>
            <p:cNvSpPr/>
            <p:nvPr/>
          </p:nvSpPr>
          <p:spPr>
            <a:xfrm>
              <a:off x="66698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t777"/>
            <p:cNvSpPr/>
            <p:nvPr/>
          </p:nvSpPr>
          <p:spPr>
            <a:xfrm>
              <a:off x="66528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t778"/>
            <p:cNvSpPr/>
            <p:nvPr/>
          </p:nvSpPr>
          <p:spPr>
            <a:xfrm>
              <a:off x="67310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t779"/>
            <p:cNvSpPr/>
            <p:nvPr/>
          </p:nvSpPr>
          <p:spPr>
            <a:xfrm>
              <a:off x="67701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t780"/>
            <p:cNvSpPr/>
            <p:nvPr/>
          </p:nvSpPr>
          <p:spPr>
            <a:xfrm>
              <a:off x="66785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t781"/>
            <p:cNvSpPr/>
            <p:nvPr/>
          </p:nvSpPr>
          <p:spPr>
            <a:xfrm>
              <a:off x="67488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t782"/>
            <p:cNvSpPr/>
            <p:nvPr/>
          </p:nvSpPr>
          <p:spPr>
            <a:xfrm>
              <a:off x="67731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t783"/>
            <p:cNvSpPr/>
            <p:nvPr/>
          </p:nvSpPr>
          <p:spPr>
            <a:xfrm>
              <a:off x="66816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t784"/>
            <p:cNvSpPr/>
            <p:nvPr/>
          </p:nvSpPr>
          <p:spPr>
            <a:xfrm>
              <a:off x="66490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t785"/>
            <p:cNvSpPr/>
            <p:nvPr/>
          </p:nvSpPr>
          <p:spPr>
            <a:xfrm>
              <a:off x="66220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t786"/>
            <p:cNvSpPr/>
            <p:nvPr/>
          </p:nvSpPr>
          <p:spPr>
            <a:xfrm>
              <a:off x="67796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t787"/>
            <p:cNvSpPr/>
            <p:nvPr/>
          </p:nvSpPr>
          <p:spPr>
            <a:xfrm>
              <a:off x="66518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t788"/>
            <p:cNvSpPr/>
            <p:nvPr/>
          </p:nvSpPr>
          <p:spPr>
            <a:xfrm>
              <a:off x="66129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t789"/>
            <p:cNvSpPr/>
            <p:nvPr/>
          </p:nvSpPr>
          <p:spPr>
            <a:xfrm>
              <a:off x="67856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t790"/>
            <p:cNvSpPr/>
            <p:nvPr/>
          </p:nvSpPr>
          <p:spPr>
            <a:xfrm>
              <a:off x="67294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t791"/>
            <p:cNvSpPr/>
            <p:nvPr/>
          </p:nvSpPr>
          <p:spPr>
            <a:xfrm>
              <a:off x="67903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t792"/>
            <p:cNvSpPr/>
            <p:nvPr/>
          </p:nvSpPr>
          <p:spPr>
            <a:xfrm>
              <a:off x="66596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t793"/>
            <p:cNvSpPr/>
            <p:nvPr/>
          </p:nvSpPr>
          <p:spPr>
            <a:xfrm>
              <a:off x="67059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t794"/>
            <p:cNvSpPr/>
            <p:nvPr/>
          </p:nvSpPr>
          <p:spPr>
            <a:xfrm>
              <a:off x="67357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t795"/>
            <p:cNvSpPr/>
            <p:nvPr/>
          </p:nvSpPr>
          <p:spPr>
            <a:xfrm>
              <a:off x="67839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t796"/>
            <p:cNvSpPr/>
            <p:nvPr/>
          </p:nvSpPr>
          <p:spPr>
            <a:xfrm>
              <a:off x="68070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t797"/>
            <p:cNvSpPr/>
            <p:nvPr/>
          </p:nvSpPr>
          <p:spPr>
            <a:xfrm>
              <a:off x="66101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t798"/>
            <p:cNvSpPr/>
            <p:nvPr/>
          </p:nvSpPr>
          <p:spPr>
            <a:xfrm>
              <a:off x="67273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t799"/>
            <p:cNvSpPr/>
            <p:nvPr/>
          </p:nvSpPr>
          <p:spPr>
            <a:xfrm>
              <a:off x="72701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t800"/>
            <p:cNvSpPr/>
            <p:nvPr/>
          </p:nvSpPr>
          <p:spPr>
            <a:xfrm>
              <a:off x="68128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t801"/>
            <p:cNvSpPr/>
            <p:nvPr/>
          </p:nvSpPr>
          <p:spPr>
            <a:xfrm>
              <a:off x="67788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t802"/>
            <p:cNvSpPr/>
            <p:nvPr/>
          </p:nvSpPr>
          <p:spPr>
            <a:xfrm>
              <a:off x="66610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t803"/>
            <p:cNvSpPr/>
            <p:nvPr/>
          </p:nvSpPr>
          <p:spPr>
            <a:xfrm>
              <a:off x="66739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t804"/>
            <p:cNvSpPr/>
            <p:nvPr/>
          </p:nvSpPr>
          <p:spPr>
            <a:xfrm>
              <a:off x="66431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t805"/>
            <p:cNvSpPr/>
            <p:nvPr/>
          </p:nvSpPr>
          <p:spPr>
            <a:xfrm>
              <a:off x="66451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t806"/>
            <p:cNvSpPr/>
            <p:nvPr/>
          </p:nvSpPr>
          <p:spPr>
            <a:xfrm>
              <a:off x="68104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t807"/>
            <p:cNvSpPr/>
            <p:nvPr/>
          </p:nvSpPr>
          <p:spPr>
            <a:xfrm>
              <a:off x="668879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t808"/>
            <p:cNvSpPr/>
            <p:nvPr/>
          </p:nvSpPr>
          <p:spPr>
            <a:xfrm>
              <a:off x="66962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t809"/>
            <p:cNvSpPr/>
            <p:nvPr/>
          </p:nvSpPr>
          <p:spPr>
            <a:xfrm>
              <a:off x="7304719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t810"/>
            <p:cNvSpPr/>
            <p:nvPr/>
          </p:nvSpPr>
          <p:spPr>
            <a:xfrm>
              <a:off x="664107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t811"/>
            <p:cNvSpPr/>
            <p:nvPr/>
          </p:nvSpPr>
          <p:spPr>
            <a:xfrm>
              <a:off x="67829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t812"/>
            <p:cNvSpPr/>
            <p:nvPr/>
          </p:nvSpPr>
          <p:spPr>
            <a:xfrm>
              <a:off x="66837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t813"/>
            <p:cNvSpPr/>
            <p:nvPr/>
          </p:nvSpPr>
          <p:spPr>
            <a:xfrm>
              <a:off x="67087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t814"/>
            <p:cNvSpPr/>
            <p:nvPr/>
          </p:nvSpPr>
          <p:spPr>
            <a:xfrm>
              <a:off x="67239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t815"/>
            <p:cNvSpPr/>
            <p:nvPr/>
          </p:nvSpPr>
          <p:spPr>
            <a:xfrm>
              <a:off x="67541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t816"/>
            <p:cNvSpPr/>
            <p:nvPr/>
          </p:nvSpPr>
          <p:spPr>
            <a:xfrm>
              <a:off x="66647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t817"/>
            <p:cNvSpPr/>
            <p:nvPr/>
          </p:nvSpPr>
          <p:spPr>
            <a:xfrm>
              <a:off x="6623769" y="2053417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t818"/>
            <p:cNvSpPr/>
            <p:nvPr/>
          </p:nvSpPr>
          <p:spPr>
            <a:xfrm>
              <a:off x="67224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t819"/>
            <p:cNvSpPr/>
            <p:nvPr/>
          </p:nvSpPr>
          <p:spPr>
            <a:xfrm>
              <a:off x="72740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t820"/>
            <p:cNvSpPr/>
            <p:nvPr/>
          </p:nvSpPr>
          <p:spPr>
            <a:xfrm>
              <a:off x="66657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t821"/>
            <p:cNvSpPr/>
            <p:nvPr/>
          </p:nvSpPr>
          <p:spPr>
            <a:xfrm>
              <a:off x="68118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t822"/>
            <p:cNvSpPr/>
            <p:nvPr/>
          </p:nvSpPr>
          <p:spPr>
            <a:xfrm>
              <a:off x="66896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t823"/>
            <p:cNvSpPr/>
            <p:nvPr/>
          </p:nvSpPr>
          <p:spPr>
            <a:xfrm>
              <a:off x="66387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t824"/>
            <p:cNvSpPr/>
            <p:nvPr/>
          </p:nvSpPr>
          <p:spPr>
            <a:xfrm>
              <a:off x="68136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t825"/>
            <p:cNvSpPr/>
            <p:nvPr/>
          </p:nvSpPr>
          <p:spPr>
            <a:xfrm>
              <a:off x="71774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t826"/>
            <p:cNvSpPr/>
            <p:nvPr/>
          </p:nvSpPr>
          <p:spPr>
            <a:xfrm>
              <a:off x="66261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t827"/>
            <p:cNvSpPr/>
            <p:nvPr/>
          </p:nvSpPr>
          <p:spPr>
            <a:xfrm>
              <a:off x="67182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t828"/>
            <p:cNvSpPr/>
            <p:nvPr/>
          </p:nvSpPr>
          <p:spPr>
            <a:xfrm>
              <a:off x="673485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t829"/>
            <p:cNvSpPr/>
            <p:nvPr/>
          </p:nvSpPr>
          <p:spPr>
            <a:xfrm>
              <a:off x="667848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t830"/>
            <p:cNvSpPr/>
            <p:nvPr/>
          </p:nvSpPr>
          <p:spPr>
            <a:xfrm>
              <a:off x="729616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t831"/>
            <p:cNvSpPr/>
            <p:nvPr/>
          </p:nvSpPr>
          <p:spPr>
            <a:xfrm>
              <a:off x="682018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t832"/>
            <p:cNvSpPr/>
            <p:nvPr/>
          </p:nvSpPr>
          <p:spPr>
            <a:xfrm>
              <a:off x="73398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t833"/>
            <p:cNvSpPr/>
            <p:nvPr/>
          </p:nvSpPr>
          <p:spPr>
            <a:xfrm>
              <a:off x="66523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t834"/>
            <p:cNvSpPr/>
            <p:nvPr/>
          </p:nvSpPr>
          <p:spPr>
            <a:xfrm>
              <a:off x="71951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t835"/>
            <p:cNvSpPr/>
            <p:nvPr/>
          </p:nvSpPr>
          <p:spPr>
            <a:xfrm>
              <a:off x="67034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t836"/>
            <p:cNvSpPr/>
            <p:nvPr/>
          </p:nvSpPr>
          <p:spPr>
            <a:xfrm>
              <a:off x="665984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t837"/>
            <p:cNvSpPr/>
            <p:nvPr/>
          </p:nvSpPr>
          <p:spPr>
            <a:xfrm>
              <a:off x="663847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t838"/>
            <p:cNvSpPr/>
            <p:nvPr/>
          </p:nvSpPr>
          <p:spPr>
            <a:xfrm>
              <a:off x="67640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t839"/>
            <p:cNvSpPr/>
            <p:nvPr/>
          </p:nvSpPr>
          <p:spPr>
            <a:xfrm>
              <a:off x="7248185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t840"/>
            <p:cNvSpPr/>
            <p:nvPr/>
          </p:nvSpPr>
          <p:spPr>
            <a:xfrm>
              <a:off x="73548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t841"/>
            <p:cNvSpPr/>
            <p:nvPr/>
          </p:nvSpPr>
          <p:spPr>
            <a:xfrm>
              <a:off x="731747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t842"/>
            <p:cNvSpPr/>
            <p:nvPr/>
          </p:nvSpPr>
          <p:spPr>
            <a:xfrm>
              <a:off x="68105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t843"/>
            <p:cNvSpPr/>
            <p:nvPr/>
          </p:nvSpPr>
          <p:spPr>
            <a:xfrm>
              <a:off x="73126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t844"/>
            <p:cNvSpPr/>
            <p:nvPr/>
          </p:nvSpPr>
          <p:spPr>
            <a:xfrm>
              <a:off x="66301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t845"/>
            <p:cNvSpPr/>
            <p:nvPr/>
          </p:nvSpPr>
          <p:spPr>
            <a:xfrm>
              <a:off x="66242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t846"/>
            <p:cNvSpPr/>
            <p:nvPr/>
          </p:nvSpPr>
          <p:spPr>
            <a:xfrm>
              <a:off x="73332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t847"/>
            <p:cNvSpPr/>
            <p:nvPr/>
          </p:nvSpPr>
          <p:spPr>
            <a:xfrm>
              <a:off x="72520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t848"/>
            <p:cNvSpPr/>
            <p:nvPr/>
          </p:nvSpPr>
          <p:spPr>
            <a:xfrm>
              <a:off x="679792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t849"/>
            <p:cNvSpPr/>
            <p:nvPr/>
          </p:nvSpPr>
          <p:spPr>
            <a:xfrm>
              <a:off x="72985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t850"/>
            <p:cNvSpPr/>
            <p:nvPr/>
          </p:nvSpPr>
          <p:spPr>
            <a:xfrm>
              <a:off x="67227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t851"/>
            <p:cNvSpPr/>
            <p:nvPr/>
          </p:nvSpPr>
          <p:spPr>
            <a:xfrm>
              <a:off x="73228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t852"/>
            <p:cNvSpPr/>
            <p:nvPr/>
          </p:nvSpPr>
          <p:spPr>
            <a:xfrm>
              <a:off x="716643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t853"/>
            <p:cNvSpPr/>
            <p:nvPr/>
          </p:nvSpPr>
          <p:spPr>
            <a:xfrm>
              <a:off x="727042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t854"/>
            <p:cNvSpPr/>
            <p:nvPr/>
          </p:nvSpPr>
          <p:spPr>
            <a:xfrm>
              <a:off x="71862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t855"/>
            <p:cNvSpPr/>
            <p:nvPr/>
          </p:nvSpPr>
          <p:spPr>
            <a:xfrm>
              <a:off x="72600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t856"/>
            <p:cNvSpPr/>
            <p:nvPr/>
          </p:nvSpPr>
          <p:spPr>
            <a:xfrm>
              <a:off x="7320825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t857"/>
            <p:cNvSpPr/>
            <p:nvPr/>
          </p:nvSpPr>
          <p:spPr>
            <a:xfrm>
              <a:off x="71907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t858"/>
            <p:cNvSpPr/>
            <p:nvPr/>
          </p:nvSpPr>
          <p:spPr>
            <a:xfrm>
              <a:off x="72369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t859"/>
            <p:cNvSpPr/>
            <p:nvPr/>
          </p:nvSpPr>
          <p:spPr>
            <a:xfrm>
              <a:off x="72581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t860"/>
            <p:cNvSpPr/>
            <p:nvPr/>
          </p:nvSpPr>
          <p:spPr>
            <a:xfrm>
              <a:off x="72670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t861"/>
            <p:cNvSpPr/>
            <p:nvPr/>
          </p:nvSpPr>
          <p:spPr>
            <a:xfrm>
              <a:off x="73499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t862"/>
            <p:cNvSpPr/>
            <p:nvPr/>
          </p:nvSpPr>
          <p:spPr>
            <a:xfrm>
              <a:off x="72703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t863"/>
            <p:cNvSpPr/>
            <p:nvPr/>
          </p:nvSpPr>
          <p:spPr>
            <a:xfrm>
              <a:off x="731947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t864"/>
            <p:cNvSpPr/>
            <p:nvPr/>
          </p:nvSpPr>
          <p:spPr>
            <a:xfrm>
              <a:off x="72207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t865"/>
            <p:cNvSpPr/>
            <p:nvPr/>
          </p:nvSpPr>
          <p:spPr>
            <a:xfrm>
              <a:off x="72360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t866"/>
            <p:cNvSpPr/>
            <p:nvPr/>
          </p:nvSpPr>
          <p:spPr>
            <a:xfrm>
              <a:off x="723942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t867"/>
            <p:cNvSpPr/>
            <p:nvPr/>
          </p:nvSpPr>
          <p:spPr>
            <a:xfrm>
              <a:off x="721380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t868"/>
            <p:cNvSpPr/>
            <p:nvPr/>
          </p:nvSpPr>
          <p:spPr>
            <a:xfrm>
              <a:off x="73476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t869"/>
            <p:cNvSpPr/>
            <p:nvPr/>
          </p:nvSpPr>
          <p:spPr>
            <a:xfrm>
              <a:off x="72039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t870"/>
            <p:cNvSpPr/>
            <p:nvPr/>
          </p:nvSpPr>
          <p:spPr>
            <a:xfrm>
              <a:off x="72842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t871"/>
            <p:cNvSpPr/>
            <p:nvPr/>
          </p:nvSpPr>
          <p:spPr>
            <a:xfrm>
              <a:off x="730927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t872"/>
            <p:cNvSpPr/>
            <p:nvPr/>
          </p:nvSpPr>
          <p:spPr>
            <a:xfrm>
              <a:off x="722607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t873"/>
            <p:cNvSpPr/>
            <p:nvPr/>
          </p:nvSpPr>
          <p:spPr>
            <a:xfrm>
              <a:off x="730379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t874"/>
            <p:cNvSpPr/>
            <p:nvPr/>
          </p:nvSpPr>
          <p:spPr>
            <a:xfrm>
              <a:off x="73440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t875"/>
            <p:cNvSpPr/>
            <p:nvPr/>
          </p:nvSpPr>
          <p:spPr>
            <a:xfrm>
              <a:off x="71647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t876"/>
            <p:cNvSpPr/>
            <p:nvPr/>
          </p:nvSpPr>
          <p:spPr>
            <a:xfrm>
              <a:off x="72275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t877"/>
            <p:cNvSpPr/>
            <p:nvPr/>
          </p:nvSpPr>
          <p:spPr>
            <a:xfrm>
              <a:off x="7192128" y="2432169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t878"/>
            <p:cNvSpPr/>
            <p:nvPr/>
          </p:nvSpPr>
          <p:spPr>
            <a:xfrm>
              <a:off x="72570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t879"/>
            <p:cNvSpPr/>
            <p:nvPr/>
          </p:nvSpPr>
          <p:spPr>
            <a:xfrm>
              <a:off x="726670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t880"/>
            <p:cNvSpPr/>
            <p:nvPr/>
          </p:nvSpPr>
          <p:spPr>
            <a:xfrm>
              <a:off x="721541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t881"/>
            <p:cNvSpPr/>
            <p:nvPr/>
          </p:nvSpPr>
          <p:spPr>
            <a:xfrm>
              <a:off x="72994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t882"/>
            <p:cNvSpPr/>
            <p:nvPr/>
          </p:nvSpPr>
          <p:spPr>
            <a:xfrm>
              <a:off x="719454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t883"/>
            <p:cNvSpPr/>
            <p:nvPr/>
          </p:nvSpPr>
          <p:spPr>
            <a:xfrm>
              <a:off x="73563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t884"/>
            <p:cNvSpPr/>
            <p:nvPr/>
          </p:nvSpPr>
          <p:spPr>
            <a:xfrm>
              <a:off x="73130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t885"/>
            <p:cNvSpPr/>
            <p:nvPr/>
          </p:nvSpPr>
          <p:spPr>
            <a:xfrm>
              <a:off x="735959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t886"/>
            <p:cNvSpPr/>
            <p:nvPr/>
          </p:nvSpPr>
          <p:spPr>
            <a:xfrm>
              <a:off x="714806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t887"/>
            <p:cNvSpPr/>
            <p:nvPr/>
          </p:nvSpPr>
          <p:spPr>
            <a:xfrm>
              <a:off x="72782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t888"/>
            <p:cNvSpPr/>
            <p:nvPr/>
          </p:nvSpPr>
          <p:spPr>
            <a:xfrm>
              <a:off x="72120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t889"/>
            <p:cNvSpPr/>
            <p:nvPr/>
          </p:nvSpPr>
          <p:spPr>
            <a:xfrm>
              <a:off x="71890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t890"/>
            <p:cNvSpPr/>
            <p:nvPr/>
          </p:nvSpPr>
          <p:spPr>
            <a:xfrm>
              <a:off x="73157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t891"/>
            <p:cNvSpPr/>
            <p:nvPr/>
          </p:nvSpPr>
          <p:spPr>
            <a:xfrm>
              <a:off x="7212670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t892"/>
            <p:cNvSpPr/>
            <p:nvPr/>
          </p:nvSpPr>
          <p:spPr>
            <a:xfrm>
              <a:off x="7164214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t893"/>
            <p:cNvSpPr/>
            <p:nvPr/>
          </p:nvSpPr>
          <p:spPr>
            <a:xfrm>
              <a:off x="71587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t894"/>
            <p:cNvSpPr/>
            <p:nvPr/>
          </p:nvSpPr>
          <p:spPr>
            <a:xfrm>
              <a:off x="71885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t895"/>
            <p:cNvSpPr/>
            <p:nvPr/>
          </p:nvSpPr>
          <p:spPr>
            <a:xfrm>
              <a:off x="725352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t896"/>
            <p:cNvSpPr/>
            <p:nvPr/>
          </p:nvSpPr>
          <p:spPr>
            <a:xfrm>
              <a:off x="72680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t897"/>
            <p:cNvSpPr/>
            <p:nvPr/>
          </p:nvSpPr>
          <p:spPr>
            <a:xfrm>
              <a:off x="716535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t898"/>
            <p:cNvSpPr/>
            <p:nvPr/>
          </p:nvSpPr>
          <p:spPr>
            <a:xfrm>
              <a:off x="735451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t899"/>
            <p:cNvSpPr/>
            <p:nvPr/>
          </p:nvSpPr>
          <p:spPr>
            <a:xfrm>
              <a:off x="72524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t900"/>
            <p:cNvSpPr/>
            <p:nvPr/>
          </p:nvSpPr>
          <p:spPr>
            <a:xfrm>
              <a:off x="71662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t901"/>
            <p:cNvSpPr/>
            <p:nvPr/>
          </p:nvSpPr>
          <p:spPr>
            <a:xfrm>
              <a:off x="735717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t902"/>
            <p:cNvSpPr/>
            <p:nvPr/>
          </p:nvSpPr>
          <p:spPr>
            <a:xfrm>
              <a:off x="73096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t903"/>
            <p:cNvSpPr/>
            <p:nvPr/>
          </p:nvSpPr>
          <p:spPr>
            <a:xfrm>
              <a:off x="72818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t904"/>
            <p:cNvSpPr/>
            <p:nvPr/>
          </p:nvSpPr>
          <p:spPr>
            <a:xfrm>
              <a:off x="73490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t905"/>
            <p:cNvSpPr/>
            <p:nvPr/>
          </p:nvSpPr>
          <p:spPr>
            <a:xfrm>
              <a:off x="71460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t906"/>
            <p:cNvSpPr/>
            <p:nvPr/>
          </p:nvSpPr>
          <p:spPr>
            <a:xfrm>
              <a:off x="72078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t907"/>
            <p:cNvSpPr/>
            <p:nvPr/>
          </p:nvSpPr>
          <p:spPr>
            <a:xfrm>
              <a:off x="7207157" y="2965596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t908"/>
            <p:cNvSpPr/>
            <p:nvPr/>
          </p:nvSpPr>
          <p:spPr>
            <a:xfrm>
              <a:off x="7284835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t909"/>
            <p:cNvSpPr/>
            <p:nvPr/>
          </p:nvSpPr>
          <p:spPr>
            <a:xfrm>
              <a:off x="72972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t910"/>
            <p:cNvSpPr/>
            <p:nvPr/>
          </p:nvSpPr>
          <p:spPr>
            <a:xfrm>
              <a:off x="7201350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t911"/>
            <p:cNvSpPr/>
            <p:nvPr/>
          </p:nvSpPr>
          <p:spPr>
            <a:xfrm>
              <a:off x="72248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t912"/>
            <p:cNvSpPr/>
            <p:nvPr/>
          </p:nvSpPr>
          <p:spPr>
            <a:xfrm>
              <a:off x="729210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t913"/>
            <p:cNvSpPr/>
            <p:nvPr/>
          </p:nvSpPr>
          <p:spPr>
            <a:xfrm>
              <a:off x="7183310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tx914"/>
            <p:cNvSpPr/>
            <p:nvPr/>
          </p:nvSpPr>
          <p:spPr>
            <a:xfrm>
              <a:off x="712256" y="5145456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915" name="tx915"/>
            <p:cNvSpPr/>
            <p:nvPr/>
          </p:nvSpPr>
          <p:spPr>
            <a:xfrm>
              <a:off x="712256" y="4367411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916" name="tx916"/>
            <p:cNvSpPr/>
            <p:nvPr/>
          </p:nvSpPr>
          <p:spPr>
            <a:xfrm>
              <a:off x="712256" y="3589367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917" name="tx917"/>
            <p:cNvSpPr/>
            <p:nvPr/>
          </p:nvSpPr>
          <p:spPr>
            <a:xfrm>
              <a:off x="712256" y="2811322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918" name="tx918"/>
            <p:cNvSpPr/>
            <p:nvPr/>
          </p:nvSpPr>
          <p:spPr>
            <a:xfrm>
              <a:off x="712256" y="2033278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919" name="tx919"/>
            <p:cNvSpPr/>
            <p:nvPr/>
          </p:nvSpPr>
          <p:spPr>
            <a:xfrm rot="-2700000">
              <a:off x="103144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920" name="tx920"/>
            <p:cNvSpPr/>
            <p:nvPr/>
          </p:nvSpPr>
          <p:spPr>
            <a:xfrm rot="-2700000">
              <a:off x="157130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921" name="tx921"/>
            <p:cNvSpPr/>
            <p:nvPr/>
          </p:nvSpPr>
          <p:spPr>
            <a:xfrm rot="-2700000">
              <a:off x="21111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922" name="tx922"/>
            <p:cNvSpPr/>
            <p:nvPr/>
          </p:nvSpPr>
          <p:spPr>
            <a:xfrm rot="-2700000">
              <a:off x="26510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923" name="tx923"/>
            <p:cNvSpPr/>
            <p:nvPr/>
          </p:nvSpPr>
          <p:spPr>
            <a:xfrm rot="-2700000">
              <a:off x="3075210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924" name="tx924"/>
            <p:cNvSpPr/>
            <p:nvPr/>
          </p:nvSpPr>
          <p:spPr>
            <a:xfrm rot="-2700000">
              <a:off x="37307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925" name="tx925"/>
            <p:cNvSpPr/>
            <p:nvPr/>
          </p:nvSpPr>
          <p:spPr>
            <a:xfrm rot="-2700000">
              <a:off x="427059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926" name="tx926"/>
            <p:cNvSpPr/>
            <p:nvPr/>
          </p:nvSpPr>
          <p:spPr>
            <a:xfrm rot="-2700000">
              <a:off x="48104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27" name="tx927"/>
            <p:cNvSpPr/>
            <p:nvPr/>
          </p:nvSpPr>
          <p:spPr>
            <a:xfrm rot="-2700000">
              <a:off x="535031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28" name="tx928"/>
            <p:cNvSpPr/>
            <p:nvPr/>
          </p:nvSpPr>
          <p:spPr>
            <a:xfrm rot="-2700000">
              <a:off x="58901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29" name="tx929"/>
            <p:cNvSpPr/>
            <p:nvPr/>
          </p:nvSpPr>
          <p:spPr>
            <a:xfrm rot="-2700000">
              <a:off x="64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30" name="tx930"/>
            <p:cNvSpPr/>
            <p:nvPr/>
          </p:nvSpPr>
          <p:spPr>
            <a:xfrm rot="-2700000">
              <a:off x="696988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31" name="tx931"/>
            <p:cNvSpPr/>
            <p:nvPr/>
          </p:nvSpPr>
          <p:spPr>
            <a:xfrm>
              <a:off x="393385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32" name="tx932"/>
            <p:cNvSpPr/>
            <p:nvPr/>
          </p:nvSpPr>
          <p:spPr>
            <a:xfrm rot="-5400000">
              <a:off x="-272059" y="3578394"/>
              <a:ext cx="171952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Normalisert dekning (0-1)</a:t>
              </a:r>
            </a:p>
          </p:txBody>
        </p:sp>
        <p:sp>
          <p:nvSpPr>
            <p:cNvPr id="933" name="tx933"/>
            <p:cNvSpPr/>
            <p:nvPr/>
          </p:nvSpPr>
          <p:spPr>
            <a:xfrm>
              <a:off x="7831704" y="3101524"/>
              <a:ext cx="70326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Undertype</a:t>
              </a:r>
            </a:p>
          </p:txBody>
        </p:sp>
        <p:sp>
          <p:nvSpPr>
            <p:cNvPr id="934" name="pt934"/>
            <p:cNvSpPr/>
            <p:nvPr/>
          </p:nvSpPr>
          <p:spPr>
            <a:xfrm>
              <a:off x="7914842" y="33857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t935"/>
            <p:cNvSpPr/>
            <p:nvPr/>
          </p:nvSpPr>
          <p:spPr>
            <a:xfrm>
              <a:off x="7914842" y="360521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t936"/>
            <p:cNvSpPr/>
            <p:nvPr/>
          </p:nvSpPr>
          <p:spPr>
            <a:xfrm>
              <a:off x="7914842" y="3824671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t937"/>
            <p:cNvSpPr/>
            <p:nvPr/>
          </p:nvSpPr>
          <p:spPr>
            <a:xfrm>
              <a:off x="7914842" y="4044127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tx938"/>
            <p:cNvSpPr/>
            <p:nvPr/>
          </p:nvSpPr>
          <p:spPr>
            <a:xfrm>
              <a:off x="8127075" y="3368732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H1N1</a:t>
              </a:r>
            </a:p>
          </p:txBody>
        </p:sp>
        <p:sp>
          <p:nvSpPr>
            <p:cNvPr id="939" name="tx939"/>
            <p:cNvSpPr/>
            <p:nvPr/>
          </p:nvSpPr>
          <p:spPr>
            <a:xfrm>
              <a:off x="8127075" y="3588188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H3N2</a:t>
              </a:r>
            </a:p>
          </p:txBody>
        </p:sp>
        <p:sp>
          <p:nvSpPr>
            <p:cNvPr id="940" name="tx940"/>
            <p:cNvSpPr/>
            <p:nvPr/>
          </p:nvSpPr>
          <p:spPr>
            <a:xfrm>
              <a:off x="8127075" y="3807644"/>
              <a:ext cx="28419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BVIC</a:t>
              </a:r>
            </a:p>
          </p:txBody>
        </p:sp>
        <p:sp>
          <p:nvSpPr>
            <p:cNvPr id="941" name="tx941"/>
            <p:cNvSpPr/>
            <p:nvPr/>
          </p:nvSpPr>
          <p:spPr>
            <a:xfrm>
              <a:off x="8127075" y="4027100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942" name="tx942"/>
            <p:cNvSpPr/>
            <p:nvPr/>
          </p:nvSpPr>
          <p:spPr>
            <a:xfrm>
              <a:off x="1017684" y="1676115"/>
              <a:ext cx="1717151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Dekning per run - NS</a:t>
              </a:r>
            </a:p>
          </p:txBody>
        </p:sp>
      </p:grpSp>
      <p:sp>
        <p:nvSpPr>
          <p:cNvPr id="94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Dekning per run - NS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874280"/>
                <a:gridCol w="936354"/>
                <a:gridCol w="1262616"/>
                <a:gridCol w="1371347"/>
                <a:gridCol w="1021825"/>
                <a:gridCol w="1293721"/>
                <a:gridCol w="1130488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run_id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n_samples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median_coverage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submitted_n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not_submitted_n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submitted_pct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98.8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98.5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97.3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97.3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94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INF100_1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0.987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89.5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0.972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81.8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0.989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16.9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GISAID-submisjonssammendrag - NP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4800050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4022006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3243961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465917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5189073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92116" y="4411028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92116" y="3632984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92116" y="2854939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92116" y="2076894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9546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0105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0664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1223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41782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9234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42900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93459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4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59457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45136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695695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67954" y="2076894"/>
              <a:ext cx="455030" cy="302806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167954" y="5104960"/>
              <a:ext cx="455030" cy="8411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673543" y="2076894"/>
              <a:ext cx="455030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179133" y="2076894"/>
              <a:ext cx="455030" cy="302918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179133" y="5106081"/>
              <a:ext cx="455030" cy="82991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684722" y="2076894"/>
              <a:ext cx="455030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190312" y="2076894"/>
              <a:ext cx="455030" cy="280096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190312" y="4877855"/>
              <a:ext cx="455030" cy="31121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695901" y="2076894"/>
              <a:ext cx="455030" cy="306641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695901" y="5143305"/>
              <a:ext cx="455030" cy="4576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4201490" y="2076894"/>
              <a:ext cx="455030" cy="311217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4707080" y="2076894"/>
              <a:ext cx="455030" cy="306641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4707080" y="5143305"/>
              <a:ext cx="455030" cy="4576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5212669" y="2076894"/>
              <a:ext cx="455030" cy="278458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5212669" y="4861475"/>
              <a:ext cx="455030" cy="32759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5718259" y="2076894"/>
              <a:ext cx="455030" cy="52494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718259" y="2601840"/>
              <a:ext cx="455030" cy="258723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6223848" y="2076894"/>
              <a:ext cx="455030" cy="307422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6223848" y="5151119"/>
              <a:ext cx="455030" cy="3795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6729437" y="2076894"/>
              <a:ext cx="455030" cy="254632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6729437" y="4623222"/>
              <a:ext cx="455030" cy="56585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tx47"/>
            <p:cNvSpPr/>
            <p:nvPr/>
          </p:nvSpPr>
          <p:spPr>
            <a:xfrm>
              <a:off x="1222648" y="355476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1250766" y="5110852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%=2.7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1742273" y="359681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2233827" y="355532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%=97.3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2261944" y="5111412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%=2.7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2753452" y="359681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3287159" y="3441210"/>
              <a:ext cx="26133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%=90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3287159" y="4997299"/>
              <a:ext cx="26133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3750595" y="357393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%=98.5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3778712" y="5130024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%=1.5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4270220" y="359681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4761773" y="357393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%=98.5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4789891" y="5130024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%=1.5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5267363" y="343302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%=89.5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5267363" y="498910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%=10.5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5772952" y="230320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%=16.9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5772952" y="385929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%=83.1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6278542" y="357784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%=98.8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6306659" y="5133931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%=1.2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6784131" y="331389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%=81.8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6784131" y="486998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%=18.2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847770" y="5145456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780013" y="436741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780013" y="358936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780013" y="281132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712256" y="203327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108531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159090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209649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260208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2992004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36132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411885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462444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51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56356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614120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664679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3799250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86" name="tx86"/>
            <p:cNvSpPr/>
            <p:nvPr/>
          </p:nvSpPr>
          <p:spPr>
            <a:xfrm rot="-5400000">
              <a:off x="253126" y="3578394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7488052" y="3320980"/>
              <a:ext cx="97420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GISAID-status</a:t>
              </a:r>
            </a:p>
          </p:txBody>
        </p:sp>
        <p:sp>
          <p:nvSpPr>
            <p:cNvPr id="88" name="rc88"/>
            <p:cNvSpPr/>
            <p:nvPr/>
          </p:nvSpPr>
          <p:spPr>
            <a:xfrm>
              <a:off x="7497870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7497870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tx90"/>
            <p:cNvSpPr/>
            <p:nvPr/>
          </p:nvSpPr>
          <p:spPr>
            <a:xfrm>
              <a:off x="7783424" y="3588188"/>
              <a:ext cx="5484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Submitted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7783424" y="3807644"/>
              <a:ext cx="75154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submitted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1092116" y="1676115"/>
              <a:ext cx="3047878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GISAID-submisjon per run andel - NP</a:t>
              </a:r>
            </a:p>
          </p:txBody>
        </p:sp>
      </p:grpSp>
      <p:sp>
        <p:nvSpPr>
          <p:cNvPr id="9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 per run andel - NP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4814111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4064189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3314267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64344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5189073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6094" y="4439150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16094" y="3689228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16094" y="2939305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16094" y="2189383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22810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74812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26813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78815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308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8281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3482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8682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38824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590826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42827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694829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994096" y="2414360"/>
              <a:ext cx="468015" cy="269972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994096" y="5114080"/>
              <a:ext cx="468015" cy="7499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514114" y="2301871"/>
              <a:ext cx="468015" cy="288720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034131" y="2376863"/>
              <a:ext cx="468015" cy="273721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034131" y="5114080"/>
              <a:ext cx="468015" cy="7499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554149" y="2451856"/>
              <a:ext cx="468015" cy="273721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074166" y="4814111"/>
              <a:ext cx="468015" cy="33746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074166" y="5151577"/>
              <a:ext cx="468015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594183" y="2639336"/>
              <a:ext cx="468015" cy="251224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594183" y="5151577"/>
              <a:ext cx="468015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4114201" y="2226879"/>
              <a:ext cx="468015" cy="296219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4634218" y="2639336"/>
              <a:ext cx="468015" cy="251224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4634218" y="5151577"/>
              <a:ext cx="468015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5154236" y="2339367"/>
              <a:ext cx="468015" cy="254973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5154236" y="4889104"/>
              <a:ext cx="468015" cy="29996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5674253" y="2076894"/>
              <a:ext cx="468015" cy="52494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674253" y="2601840"/>
              <a:ext cx="468015" cy="258723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6194271" y="2114391"/>
              <a:ext cx="468015" cy="303718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6194271" y="5151577"/>
              <a:ext cx="468015" cy="3749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6714288" y="2301871"/>
              <a:ext cx="468015" cy="236225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6714288" y="4664127"/>
              <a:ext cx="468015" cy="52494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tx47"/>
            <p:cNvSpPr/>
            <p:nvPr/>
          </p:nvSpPr>
          <p:spPr>
            <a:xfrm>
              <a:off x="1114261" y="372805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1142379" y="5115412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1634279" y="370930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n=77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2154296" y="370930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n=73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2182414" y="5115412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2674314" y="378430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n=73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3222449" y="4946679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n=9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3222449" y="513416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3714348" y="385929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n=67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3742466" y="513416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4234366" y="367181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n=79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4754383" y="385929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n=67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4782501" y="513416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5274401" y="357807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5302519" y="5002924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5794418" y="230320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n=14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5794418" y="385929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n=69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6314436" y="359681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n=81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6342553" y="513416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6834453" y="344683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n=63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6834453" y="489043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n=14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780013" y="5145456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712256" y="439553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712256" y="364561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712256" y="289568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712256" y="214576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80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91795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143796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195798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247800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2882351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35180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40380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45580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507809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559810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611812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663814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371123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86" name="tx86"/>
            <p:cNvSpPr/>
            <p:nvPr/>
          </p:nvSpPr>
          <p:spPr>
            <a:xfrm rot="-5400000">
              <a:off x="282798" y="3578394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7488052" y="3320980"/>
              <a:ext cx="97420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GISAID-status</a:t>
              </a:r>
            </a:p>
          </p:txBody>
        </p:sp>
        <p:sp>
          <p:nvSpPr>
            <p:cNvPr id="88" name="rc88"/>
            <p:cNvSpPr/>
            <p:nvPr/>
          </p:nvSpPr>
          <p:spPr>
            <a:xfrm>
              <a:off x="7497870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7497870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tx90"/>
            <p:cNvSpPr/>
            <p:nvPr/>
          </p:nvSpPr>
          <p:spPr>
            <a:xfrm>
              <a:off x="7783424" y="3588188"/>
              <a:ext cx="5484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Submitted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7783424" y="3807644"/>
              <a:ext cx="75154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submitted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916094" y="1676115"/>
              <a:ext cx="3037545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GISAID-submisjon per run antall - NP</a:t>
              </a:r>
            </a:p>
          </p:txBody>
        </p:sp>
      </p:grpSp>
      <p:sp>
        <p:nvSpPr>
          <p:cNvPr id="9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 per run antall - NP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17684" y="4800050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17684" y="4022006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17684" y="3243961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17684" y="2465917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17684" y="5189073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17684" y="4411028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17684" y="363298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17684" y="2854939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17684" y="207689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4159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88145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213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61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50103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0408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8075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1206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66046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2003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7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28004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8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32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6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40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50103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350103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4"/>
            <p:cNvSpPr/>
            <p:nvPr/>
          </p:nvSpPr>
          <p:spPr>
            <a:xfrm>
              <a:off x="329858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329858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8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52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6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60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64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8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72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13404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13041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13384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12741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14109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13924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14214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12625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13109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13621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13044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1287743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14009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13561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13470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1262582" y="206057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12652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12474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13812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1305730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12602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5"/>
            <p:cNvSpPr/>
            <p:nvPr/>
          </p:nvSpPr>
          <p:spPr>
            <a:xfrm>
              <a:off x="12928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6"/>
            <p:cNvSpPr/>
            <p:nvPr/>
          </p:nvSpPr>
          <p:spPr>
            <a:xfrm>
              <a:off x="13293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7"/>
            <p:cNvSpPr/>
            <p:nvPr/>
          </p:nvSpPr>
          <p:spPr>
            <a:xfrm>
              <a:off x="12331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12310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9"/>
            <p:cNvSpPr/>
            <p:nvPr/>
          </p:nvSpPr>
          <p:spPr>
            <a:xfrm>
              <a:off x="14147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100"/>
            <p:cNvSpPr/>
            <p:nvPr/>
          </p:nvSpPr>
          <p:spPr>
            <a:xfrm>
              <a:off x="14078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12955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2"/>
            <p:cNvSpPr/>
            <p:nvPr/>
          </p:nvSpPr>
          <p:spPr>
            <a:xfrm>
              <a:off x="13147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3"/>
            <p:cNvSpPr/>
            <p:nvPr/>
          </p:nvSpPr>
          <p:spPr>
            <a:xfrm>
              <a:off x="13227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12966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5"/>
            <p:cNvSpPr/>
            <p:nvPr/>
          </p:nvSpPr>
          <p:spPr>
            <a:xfrm>
              <a:off x="13175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6"/>
            <p:cNvSpPr/>
            <p:nvPr/>
          </p:nvSpPr>
          <p:spPr>
            <a:xfrm>
              <a:off x="13354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7"/>
            <p:cNvSpPr/>
            <p:nvPr/>
          </p:nvSpPr>
          <p:spPr>
            <a:xfrm>
              <a:off x="13785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8"/>
            <p:cNvSpPr/>
            <p:nvPr/>
          </p:nvSpPr>
          <p:spPr>
            <a:xfrm>
              <a:off x="13272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9"/>
            <p:cNvSpPr/>
            <p:nvPr/>
          </p:nvSpPr>
          <p:spPr>
            <a:xfrm>
              <a:off x="12154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10"/>
            <p:cNvSpPr/>
            <p:nvPr/>
          </p:nvSpPr>
          <p:spPr>
            <a:xfrm>
              <a:off x="12295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1"/>
            <p:cNvSpPr/>
            <p:nvPr/>
          </p:nvSpPr>
          <p:spPr>
            <a:xfrm>
              <a:off x="13268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2"/>
            <p:cNvSpPr/>
            <p:nvPr/>
          </p:nvSpPr>
          <p:spPr>
            <a:xfrm>
              <a:off x="12122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13255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14032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13819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13803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12888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12521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12992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12300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14026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14183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13325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13725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13693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14161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14130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13454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13365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13755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14150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12778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13101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13691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12336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12313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12578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12759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13623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14052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13409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14029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14226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12525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13697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12975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12114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24567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17969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18566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18151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17500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18687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19073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17496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18314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18442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17589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18351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18099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17819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18316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17711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18353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19269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18864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18153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18888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18557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19363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18013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18054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19209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19118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17873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19441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19080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17952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18066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17766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18573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17820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17620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19167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18641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17482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19251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18798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18318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17524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19608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17676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19348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17724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19517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19429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17760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23974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18735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17838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17503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19346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17914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18886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17775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17873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18173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18503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18719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18426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19011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19502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19287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17796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18294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17574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18950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18814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17892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19556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18681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17825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19158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18636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17758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17802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23566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24806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24375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23346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23480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23136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24605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24507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25009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24374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23004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23411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23026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24871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24154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23609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24304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24854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23501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23017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22915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23842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23639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23640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23888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24597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24961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24048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24641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22976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24842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23536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23833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23914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23193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24212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24590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29954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24084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23805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2397088" y="2050304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24408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23063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24867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23399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25018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23735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24303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24527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24474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28655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23100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24293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23417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29903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23303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24514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28490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29577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24771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23742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23055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23876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24884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23891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24452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23059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23853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24831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24166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30126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29686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28860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29559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24967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23367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24993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29219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24139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23009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23247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24716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29929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30111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23634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29351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28641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29410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30375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29875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29750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28391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29555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28898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30099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28447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29205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29970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29095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29159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29869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28449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28960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30333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28401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29490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28682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29784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30154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28385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29979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29188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29071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28478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28689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29893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29521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29974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29455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29031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30324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28276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28696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29714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29155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29945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28786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29765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30238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30226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28309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28413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30323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30237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35287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28388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29490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30309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29362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30062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28837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29893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29668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28601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29041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29177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39601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39365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39911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40953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40039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39769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34434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29792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40731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35170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40726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39072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39340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40937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40363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40385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40393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40225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40997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39835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39607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40512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3484979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39785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39232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40023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40423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40463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40702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41182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40536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40833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39119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35028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39587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39489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41142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41207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39775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35342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39388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35149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40680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39974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40819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39685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35474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41148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40708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40975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40555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40553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39641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35693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34852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39870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40270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41055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39613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40101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39454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39601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40389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40362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40074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40333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40591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41030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40427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39397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40425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39256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39492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39251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40455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39382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40451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40145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45023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2"/>
            <p:cNvSpPr/>
            <p:nvPr/>
          </p:nvSpPr>
          <p:spPr>
            <a:xfrm>
              <a:off x="45874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3"/>
            <p:cNvSpPr/>
            <p:nvPr/>
          </p:nvSpPr>
          <p:spPr>
            <a:xfrm>
              <a:off x="45965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4"/>
            <p:cNvSpPr/>
            <p:nvPr/>
          </p:nvSpPr>
          <p:spPr>
            <a:xfrm>
              <a:off x="45705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5"/>
            <p:cNvSpPr/>
            <p:nvPr/>
          </p:nvSpPr>
          <p:spPr>
            <a:xfrm>
              <a:off x="46222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6"/>
            <p:cNvSpPr/>
            <p:nvPr/>
          </p:nvSpPr>
          <p:spPr>
            <a:xfrm>
              <a:off x="45247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7"/>
            <p:cNvSpPr/>
            <p:nvPr/>
          </p:nvSpPr>
          <p:spPr>
            <a:xfrm>
              <a:off x="44655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8"/>
            <p:cNvSpPr/>
            <p:nvPr/>
          </p:nvSpPr>
          <p:spPr>
            <a:xfrm>
              <a:off x="46510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9"/>
            <p:cNvSpPr/>
            <p:nvPr/>
          </p:nvSpPr>
          <p:spPr>
            <a:xfrm>
              <a:off x="46459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60"/>
            <p:cNvSpPr/>
            <p:nvPr/>
          </p:nvSpPr>
          <p:spPr>
            <a:xfrm>
              <a:off x="46087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1"/>
            <p:cNvSpPr/>
            <p:nvPr/>
          </p:nvSpPr>
          <p:spPr>
            <a:xfrm>
              <a:off x="46164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2"/>
            <p:cNvSpPr/>
            <p:nvPr/>
          </p:nvSpPr>
          <p:spPr>
            <a:xfrm>
              <a:off x="44936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3"/>
            <p:cNvSpPr/>
            <p:nvPr/>
          </p:nvSpPr>
          <p:spPr>
            <a:xfrm>
              <a:off x="45612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4"/>
            <p:cNvSpPr/>
            <p:nvPr/>
          </p:nvSpPr>
          <p:spPr>
            <a:xfrm>
              <a:off x="45699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5"/>
            <p:cNvSpPr/>
            <p:nvPr/>
          </p:nvSpPr>
          <p:spPr>
            <a:xfrm>
              <a:off x="45144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6"/>
            <p:cNvSpPr/>
            <p:nvPr/>
          </p:nvSpPr>
          <p:spPr>
            <a:xfrm>
              <a:off x="45313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7"/>
            <p:cNvSpPr/>
            <p:nvPr/>
          </p:nvSpPr>
          <p:spPr>
            <a:xfrm>
              <a:off x="46479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8"/>
            <p:cNvSpPr/>
            <p:nvPr/>
          </p:nvSpPr>
          <p:spPr>
            <a:xfrm>
              <a:off x="44836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9"/>
            <p:cNvSpPr/>
            <p:nvPr/>
          </p:nvSpPr>
          <p:spPr>
            <a:xfrm>
              <a:off x="45883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70"/>
            <p:cNvSpPr/>
            <p:nvPr/>
          </p:nvSpPr>
          <p:spPr>
            <a:xfrm>
              <a:off x="44482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1"/>
            <p:cNvSpPr/>
            <p:nvPr/>
          </p:nvSpPr>
          <p:spPr>
            <a:xfrm>
              <a:off x="46297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2"/>
            <p:cNvSpPr/>
            <p:nvPr/>
          </p:nvSpPr>
          <p:spPr>
            <a:xfrm>
              <a:off x="44836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3"/>
            <p:cNvSpPr/>
            <p:nvPr/>
          </p:nvSpPr>
          <p:spPr>
            <a:xfrm>
              <a:off x="46400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4"/>
            <p:cNvSpPr/>
            <p:nvPr/>
          </p:nvSpPr>
          <p:spPr>
            <a:xfrm>
              <a:off x="46250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5"/>
            <p:cNvSpPr/>
            <p:nvPr/>
          </p:nvSpPr>
          <p:spPr>
            <a:xfrm>
              <a:off x="45498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6"/>
            <p:cNvSpPr/>
            <p:nvPr/>
          </p:nvSpPr>
          <p:spPr>
            <a:xfrm>
              <a:off x="46282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7"/>
            <p:cNvSpPr/>
            <p:nvPr/>
          </p:nvSpPr>
          <p:spPr>
            <a:xfrm>
              <a:off x="45717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8"/>
            <p:cNvSpPr/>
            <p:nvPr/>
          </p:nvSpPr>
          <p:spPr>
            <a:xfrm>
              <a:off x="44924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9"/>
            <p:cNvSpPr/>
            <p:nvPr/>
          </p:nvSpPr>
          <p:spPr>
            <a:xfrm>
              <a:off x="46612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80"/>
            <p:cNvSpPr/>
            <p:nvPr/>
          </p:nvSpPr>
          <p:spPr>
            <a:xfrm>
              <a:off x="46159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44799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2"/>
            <p:cNvSpPr/>
            <p:nvPr/>
          </p:nvSpPr>
          <p:spPr>
            <a:xfrm>
              <a:off x="447225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3"/>
            <p:cNvSpPr/>
            <p:nvPr/>
          </p:nvSpPr>
          <p:spPr>
            <a:xfrm>
              <a:off x="46197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4"/>
            <p:cNvSpPr/>
            <p:nvPr/>
          </p:nvSpPr>
          <p:spPr>
            <a:xfrm>
              <a:off x="448337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5"/>
            <p:cNvSpPr/>
            <p:nvPr/>
          </p:nvSpPr>
          <p:spPr>
            <a:xfrm>
              <a:off x="46453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6"/>
            <p:cNvSpPr/>
            <p:nvPr/>
          </p:nvSpPr>
          <p:spPr>
            <a:xfrm>
              <a:off x="44487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7"/>
            <p:cNvSpPr/>
            <p:nvPr/>
          </p:nvSpPr>
          <p:spPr>
            <a:xfrm>
              <a:off x="44660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44598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9"/>
            <p:cNvSpPr/>
            <p:nvPr/>
          </p:nvSpPr>
          <p:spPr>
            <a:xfrm>
              <a:off x="46042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90"/>
            <p:cNvSpPr/>
            <p:nvPr/>
          </p:nvSpPr>
          <p:spPr>
            <a:xfrm>
              <a:off x="44864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1"/>
            <p:cNvSpPr/>
            <p:nvPr/>
          </p:nvSpPr>
          <p:spPr>
            <a:xfrm>
              <a:off x="44493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2"/>
            <p:cNvSpPr/>
            <p:nvPr/>
          </p:nvSpPr>
          <p:spPr>
            <a:xfrm>
              <a:off x="44617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3"/>
            <p:cNvSpPr/>
            <p:nvPr/>
          </p:nvSpPr>
          <p:spPr>
            <a:xfrm>
              <a:off x="46170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4"/>
            <p:cNvSpPr/>
            <p:nvPr/>
          </p:nvSpPr>
          <p:spPr>
            <a:xfrm>
              <a:off x="46143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5"/>
            <p:cNvSpPr/>
            <p:nvPr/>
          </p:nvSpPr>
          <p:spPr>
            <a:xfrm>
              <a:off x="45283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6"/>
            <p:cNvSpPr/>
            <p:nvPr/>
          </p:nvSpPr>
          <p:spPr>
            <a:xfrm>
              <a:off x="45504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7"/>
            <p:cNvSpPr/>
            <p:nvPr/>
          </p:nvSpPr>
          <p:spPr>
            <a:xfrm>
              <a:off x="45738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8"/>
            <p:cNvSpPr/>
            <p:nvPr/>
          </p:nvSpPr>
          <p:spPr>
            <a:xfrm>
              <a:off x="46285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9"/>
            <p:cNvSpPr/>
            <p:nvPr/>
          </p:nvSpPr>
          <p:spPr>
            <a:xfrm>
              <a:off x="46084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500"/>
            <p:cNvSpPr/>
            <p:nvPr/>
          </p:nvSpPr>
          <p:spPr>
            <a:xfrm>
              <a:off x="46047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1"/>
            <p:cNvSpPr/>
            <p:nvPr/>
          </p:nvSpPr>
          <p:spPr>
            <a:xfrm>
              <a:off x="46032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2"/>
            <p:cNvSpPr/>
            <p:nvPr/>
          </p:nvSpPr>
          <p:spPr>
            <a:xfrm>
              <a:off x="45821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3"/>
            <p:cNvSpPr/>
            <p:nvPr/>
          </p:nvSpPr>
          <p:spPr>
            <a:xfrm>
              <a:off x="45226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4"/>
            <p:cNvSpPr/>
            <p:nvPr/>
          </p:nvSpPr>
          <p:spPr>
            <a:xfrm>
              <a:off x="44725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5"/>
            <p:cNvSpPr/>
            <p:nvPr/>
          </p:nvSpPr>
          <p:spPr>
            <a:xfrm>
              <a:off x="46600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6"/>
            <p:cNvSpPr/>
            <p:nvPr/>
          </p:nvSpPr>
          <p:spPr>
            <a:xfrm>
              <a:off x="44792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7"/>
            <p:cNvSpPr/>
            <p:nvPr/>
          </p:nvSpPr>
          <p:spPr>
            <a:xfrm>
              <a:off x="46604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8"/>
            <p:cNvSpPr/>
            <p:nvPr/>
          </p:nvSpPr>
          <p:spPr>
            <a:xfrm>
              <a:off x="46605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9"/>
            <p:cNvSpPr/>
            <p:nvPr/>
          </p:nvSpPr>
          <p:spPr>
            <a:xfrm>
              <a:off x="44986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10"/>
            <p:cNvSpPr/>
            <p:nvPr/>
          </p:nvSpPr>
          <p:spPr>
            <a:xfrm>
              <a:off x="4647173" y="2052172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1"/>
            <p:cNvSpPr/>
            <p:nvPr/>
          </p:nvSpPr>
          <p:spPr>
            <a:xfrm>
              <a:off x="46045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2"/>
            <p:cNvSpPr/>
            <p:nvPr/>
          </p:nvSpPr>
          <p:spPr>
            <a:xfrm>
              <a:off x="45130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3"/>
            <p:cNvSpPr/>
            <p:nvPr/>
          </p:nvSpPr>
          <p:spPr>
            <a:xfrm>
              <a:off x="45271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4"/>
            <p:cNvSpPr/>
            <p:nvPr/>
          </p:nvSpPr>
          <p:spPr>
            <a:xfrm>
              <a:off x="44806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5"/>
            <p:cNvSpPr/>
            <p:nvPr/>
          </p:nvSpPr>
          <p:spPr>
            <a:xfrm>
              <a:off x="44787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6"/>
            <p:cNvSpPr/>
            <p:nvPr/>
          </p:nvSpPr>
          <p:spPr>
            <a:xfrm>
              <a:off x="46041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7"/>
            <p:cNvSpPr/>
            <p:nvPr/>
          </p:nvSpPr>
          <p:spPr>
            <a:xfrm>
              <a:off x="46276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8"/>
            <p:cNvSpPr/>
            <p:nvPr/>
          </p:nvSpPr>
          <p:spPr>
            <a:xfrm>
              <a:off x="45498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9"/>
            <p:cNvSpPr/>
            <p:nvPr/>
          </p:nvSpPr>
          <p:spPr>
            <a:xfrm>
              <a:off x="46005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20"/>
            <p:cNvSpPr/>
            <p:nvPr/>
          </p:nvSpPr>
          <p:spPr>
            <a:xfrm>
              <a:off x="45738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1"/>
            <p:cNvSpPr/>
            <p:nvPr/>
          </p:nvSpPr>
          <p:spPr>
            <a:xfrm>
              <a:off x="46465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2"/>
            <p:cNvSpPr/>
            <p:nvPr/>
          </p:nvSpPr>
          <p:spPr>
            <a:xfrm>
              <a:off x="46524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3"/>
            <p:cNvSpPr/>
            <p:nvPr/>
          </p:nvSpPr>
          <p:spPr>
            <a:xfrm>
              <a:off x="46407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4"/>
            <p:cNvSpPr/>
            <p:nvPr/>
          </p:nvSpPr>
          <p:spPr>
            <a:xfrm>
              <a:off x="46031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5"/>
            <p:cNvSpPr/>
            <p:nvPr/>
          </p:nvSpPr>
          <p:spPr>
            <a:xfrm>
              <a:off x="46530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6"/>
            <p:cNvSpPr/>
            <p:nvPr/>
          </p:nvSpPr>
          <p:spPr>
            <a:xfrm>
              <a:off x="45994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7"/>
            <p:cNvSpPr/>
            <p:nvPr/>
          </p:nvSpPr>
          <p:spPr>
            <a:xfrm>
              <a:off x="45129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8"/>
            <p:cNvSpPr/>
            <p:nvPr/>
          </p:nvSpPr>
          <p:spPr>
            <a:xfrm>
              <a:off x="44589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9"/>
            <p:cNvSpPr/>
            <p:nvPr/>
          </p:nvSpPr>
          <p:spPr>
            <a:xfrm>
              <a:off x="44746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30"/>
            <p:cNvSpPr/>
            <p:nvPr/>
          </p:nvSpPr>
          <p:spPr>
            <a:xfrm>
              <a:off x="50847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1"/>
            <p:cNvSpPr/>
            <p:nvPr/>
          </p:nvSpPr>
          <p:spPr>
            <a:xfrm>
              <a:off x="50413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2"/>
            <p:cNvSpPr/>
            <p:nvPr/>
          </p:nvSpPr>
          <p:spPr>
            <a:xfrm>
              <a:off x="50050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3"/>
            <p:cNvSpPr/>
            <p:nvPr/>
          </p:nvSpPr>
          <p:spPr>
            <a:xfrm>
              <a:off x="51553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4"/>
            <p:cNvSpPr/>
            <p:nvPr/>
          </p:nvSpPr>
          <p:spPr>
            <a:xfrm>
              <a:off x="50999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5"/>
            <p:cNvSpPr/>
            <p:nvPr/>
          </p:nvSpPr>
          <p:spPr>
            <a:xfrm>
              <a:off x="50279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6"/>
            <p:cNvSpPr/>
            <p:nvPr/>
          </p:nvSpPr>
          <p:spPr>
            <a:xfrm>
              <a:off x="505401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7"/>
            <p:cNvSpPr/>
            <p:nvPr/>
          </p:nvSpPr>
          <p:spPr>
            <a:xfrm>
              <a:off x="505718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8"/>
            <p:cNvSpPr/>
            <p:nvPr/>
          </p:nvSpPr>
          <p:spPr>
            <a:xfrm>
              <a:off x="51688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9"/>
            <p:cNvSpPr/>
            <p:nvPr/>
          </p:nvSpPr>
          <p:spPr>
            <a:xfrm>
              <a:off x="50749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40"/>
            <p:cNvSpPr/>
            <p:nvPr/>
          </p:nvSpPr>
          <p:spPr>
            <a:xfrm>
              <a:off x="50246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1"/>
            <p:cNvSpPr/>
            <p:nvPr/>
          </p:nvSpPr>
          <p:spPr>
            <a:xfrm>
              <a:off x="51765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2"/>
            <p:cNvSpPr/>
            <p:nvPr/>
          </p:nvSpPr>
          <p:spPr>
            <a:xfrm>
              <a:off x="51771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3"/>
            <p:cNvSpPr/>
            <p:nvPr/>
          </p:nvSpPr>
          <p:spPr>
            <a:xfrm>
              <a:off x="51009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4"/>
            <p:cNvSpPr/>
            <p:nvPr/>
          </p:nvSpPr>
          <p:spPr>
            <a:xfrm>
              <a:off x="51666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5"/>
            <p:cNvSpPr/>
            <p:nvPr/>
          </p:nvSpPr>
          <p:spPr>
            <a:xfrm>
              <a:off x="51304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6"/>
            <p:cNvSpPr/>
            <p:nvPr/>
          </p:nvSpPr>
          <p:spPr>
            <a:xfrm>
              <a:off x="51348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7"/>
            <p:cNvSpPr/>
            <p:nvPr/>
          </p:nvSpPr>
          <p:spPr>
            <a:xfrm>
              <a:off x="51968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8"/>
            <p:cNvSpPr/>
            <p:nvPr/>
          </p:nvSpPr>
          <p:spPr>
            <a:xfrm>
              <a:off x="51543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9"/>
            <p:cNvSpPr/>
            <p:nvPr/>
          </p:nvSpPr>
          <p:spPr>
            <a:xfrm>
              <a:off x="50877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50"/>
            <p:cNvSpPr/>
            <p:nvPr/>
          </p:nvSpPr>
          <p:spPr>
            <a:xfrm>
              <a:off x="51466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1"/>
            <p:cNvSpPr/>
            <p:nvPr/>
          </p:nvSpPr>
          <p:spPr>
            <a:xfrm>
              <a:off x="51391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2"/>
            <p:cNvSpPr/>
            <p:nvPr/>
          </p:nvSpPr>
          <p:spPr>
            <a:xfrm>
              <a:off x="51173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3"/>
            <p:cNvSpPr/>
            <p:nvPr/>
          </p:nvSpPr>
          <p:spPr>
            <a:xfrm>
              <a:off x="51411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4"/>
            <p:cNvSpPr/>
            <p:nvPr/>
          </p:nvSpPr>
          <p:spPr>
            <a:xfrm>
              <a:off x="49898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5"/>
            <p:cNvSpPr/>
            <p:nvPr/>
          </p:nvSpPr>
          <p:spPr>
            <a:xfrm>
              <a:off x="51546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6"/>
            <p:cNvSpPr/>
            <p:nvPr/>
          </p:nvSpPr>
          <p:spPr>
            <a:xfrm>
              <a:off x="49924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7"/>
            <p:cNvSpPr/>
            <p:nvPr/>
          </p:nvSpPr>
          <p:spPr>
            <a:xfrm>
              <a:off x="50398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8"/>
            <p:cNvSpPr/>
            <p:nvPr/>
          </p:nvSpPr>
          <p:spPr>
            <a:xfrm>
              <a:off x="51958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9"/>
            <p:cNvSpPr/>
            <p:nvPr/>
          </p:nvSpPr>
          <p:spPr>
            <a:xfrm>
              <a:off x="51084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60"/>
            <p:cNvSpPr/>
            <p:nvPr/>
          </p:nvSpPr>
          <p:spPr>
            <a:xfrm>
              <a:off x="49978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1"/>
            <p:cNvSpPr/>
            <p:nvPr/>
          </p:nvSpPr>
          <p:spPr>
            <a:xfrm>
              <a:off x="51134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2"/>
            <p:cNvSpPr/>
            <p:nvPr/>
          </p:nvSpPr>
          <p:spPr>
            <a:xfrm>
              <a:off x="50569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3"/>
            <p:cNvSpPr/>
            <p:nvPr/>
          </p:nvSpPr>
          <p:spPr>
            <a:xfrm>
              <a:off x="49861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4"/>
            <p:cNvSpPr/>
            <p:nvPr/>
          </p:nvSpPr>
          <p:spPr>
            <a:xfrm>
              <a:off x="50092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5"/>
            <p:cNvSpPr/>
            <p:nvPr/>
          </p:nvSpPr>
          <p:spPr>
            <a:xfrm>
              <a:off x="51068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6"/>
            <p:cNvSpPr/>
            <p:nvPr/>
          </p:nvSpPr>
          <p:spPr>
            <a:xfrm>
              <a:off x="51269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7"/>
            <p:cNvSpPr/>
            <p:nvPr/>
          </p:nvSpPr>
          <p:spPr>
            <a:xfrm>
              <a:off x="50829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8"/>
            <p:cNvSpPr/>
            <p:nvPr/>
          </p:nvSpPr>
          <p:spPr>
            <a:xfrm>
              <a:off x="51297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9"/>
            <p:cNvSpPr/>
            <p:nvPr/>
          </p:nvSpPr>
          <p:spPr>
            <a:xfrm>
              <a:off x="554112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70"/>
            <p:cNvSpPr/>
            <p:nvPr/>
          </p:nvSpPr>
          <p:spPr>
            <a:xfrm>
              <a:off x="51863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1"/>
            <p:cNvSpPr/>
            <p:nvPr/>
          </p:nvSpPr>
          <p:spPr>
            <a:xfrm>
              <a:off x="50518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2"/>
            <p:cNvSpPr/>
            <p:nvPr/>
          </p:nvSpPr>
          <p:spPr>
            <a:xfrm>
              <a:off x="50798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3"/>
            <p:cNvSpPr/>
            <p:nvPr/>
          </p:nvSpPr>
          <p:spPr>
            <a:xfrm>
              <a:off x="51452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4"/>
            <p:cNvSpPr/>
            <p:nvPr/>
          </p:nvSpPr>
          <p:spPr>
            <a:xfrm>
              <a:off x="50722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5"/>
            <p:cNvSpPr/>
            <p:nvPr/>
          </p:nvSpPr>
          <p:spPr>
            <a:xfrm>
              <a:off x="50702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6"/>
            <p:cNvSpPr/>
            <p:nvPr/>
          </p:nvSpPr>
          <p:spPr>
            <a:xfrm>
              <a:off x="50651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7"/>
            <p:cNvSpPr/>
            <p:nvPr/>
          </p:nvSpPr>
          <p:spPr>
            <a:xfrm>
              <a:off x="51752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8"/>
            <p:cNvSpPr/>
            <p:nvPr/>
          </p:nvSpPr>
          <p:spPr>
            <a:xfrm>
              <a:off x="51002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9"/>
            <p:cNvSpPr/>
            <p:nvPr/>
          </p:nvSpPr>
          <p:spPr>
            <a:xfrm>
              <a:off x="50699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80"/>
            <p:cNvSpPr/>
            <p:nvPr/>
          </p:nvSpPr>
          <p:spPr>
            <a:xfrm>
              <a:off x="51271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1"/>
            <p:cNvSpPr/>
            <p:nvPr/>
          </p:nvSpPr>
          <p:spPr>
            <a:xfrm>
              <a:off x="50323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2"/>
            <p:cNvSpPr/>
            <p:nvPr/>
          </p:nvSpPr>
          <p:spPr>
            <a:xfrm>
              <a:off x="50213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3"/>
            <p:cNvSpPr/>
            <p:nvPr/>
          </p:nvSpPr>
          <p:spPr>
            <a:xfrm>
              <a:off x="51757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4"/>
            <p:cNvSpPr/>
            <p:nvPr/>
          </p:nvSpPr>
          <p:spPr>
            <a:xfrm>
              <a:off x="50436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5"/>
            <p:cNvSpPr/>
            <p:nvPr/>
          </p:nvSpPr>
          <p:spPr>
            <a:xfrm>
              <a:off x="51539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6"/>
            <p:cNvSpPr/>
            <p:nvPr/>
          </p:nvSpPr>
          <p:spPr>
            <a:xfrm>
              <a:off x="50499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7"/>
            <p:cNvSpPr/>
            <p:nvPr/>
          </p:nvSpPr>
          <p:spPr>
            <a:xfrm>
              <a:off x="50346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8"/>
            <p:cNvSpPr/>
            <p:nvPr/>
          </p:nvSpPr>
          <p:spPr>
            <a:xfrm>
              <a:off x="57306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9"/>
            <p:cNvSpPr/>
            <p:nvPr/>
          </p:nvSpPr>
          <p:spPr>
            <a:xfrm>
              <a:off x="51534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90"/>
            <p:cNvSpPr/>
            <p:nvPr/>
          </p:nvSpPr>
          <p:spPr>
            <a:xfrm>
              <a:off x="50674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1"/>
            <p:cNvSpPr/>
            <p:nvPr/>
          </p:nvSpPr>
          <p:spPr>
            <a:xfrm>
              <a:off x="50709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2"/>
            <p:cNvSpPr/>
            <p:nvPr/>
          </p:nvSpPr>
          <p:spPr>
            <a:xfrm>
              <a:off x="51176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3"/>
            <p:cNvSpPr/>
            <p:nvPr/>
          </p:nvSpPr>
          <p:spPr>
            <a:xfrm>
              <a:off x="50844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4"/>
            <p:cNvSpPr/>
            <p:nvPr/>
          </p:nvSpPr>
          <p:spPr>
            <a:xfrm>
              <a:off x="51293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5"/>
            <p:cNvSpPr/>
            <p:nvPr/>
          </p:nvSpPr>
          <p:spPr>
            <a:xfrm>
              <a:off x="50713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6"/>
            <p:cNvSpPr/>
            <p:nvPr/>
          </p:nvSpPr>
          <p:spPr>
            <a:xfrm>
              <a:off x="51565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t597"/>
            <p:cNvSpPr/>
            <p:nvPr/>
          </p:nvSpPr>
          <p:spPr>
            <a:xfrm>
              <a:off x="50964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t598"/>
            <p:cNvSpPr/>
            <p:nvPr/>
          </p:nvSpPr>
          <p:spPr>
            <a:xfrm>
              <a:off x="51569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t599"/>
            <p:cNvSpPr/>
            <p:nvPr/>
          </p:nvSpPr>
          <p:spPr>
            <a:xfrm>
              <a:off x="51887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t600"/>
            <p:cNvSpPr/>
            <p:nvPr/>
          </p:nvSpPr>
          <p:spPr>
            <a:xfrm>
              <a:off x="570116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t601"/>
            <p:cNvSpPr/>
            <p:nvPr/>
          </p:nvSpPr>
          <p:spPr>
            <a:xfrm>
              <a:off x="55770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t602"/>
            <p:cNvSpPr/>
            <p:nvPr/>
          </p:nvSpPr>
          <p:spPr>
            <a:xfrm>
              <a:off x="55350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t603"/>
            <p:cNvSpPr/>
            <p:nvPr/>
          </p:nvSpPr>
          <p:spPr>
            <a:xfrm>
              <a:off x="57320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t604"/>
            <p:cNvSpPr/>
            <p:nvPr/>
          </p:nvSpPr>
          <p:spPr>
            <a:xfrm>
              <a:off x="56102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t605"/>
            <p:cNvSpPr/>
            <p:nvPr/>
          </p:nvSpPr>
          <p:spPr>
            <a:xfrm>
              <a:off x="573750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t606"/>
            <p:cNvSpPr/>
            <p:nvPr/>
          </p:nvSpPr>
          <p:spPr>
            <a:xfrm>
              <a:off x="55858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t607"/>
            <p:cNvSpPr/>
            <p:nvPr/>
          </p:nvSpPr>
          <p:spPr>
            <a:xfrm>
              <a:off x="56467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t608"/>
            <p:cNvSpPr/>
            <p:nvPr/>
          </p:nvSpPr>
          <p:spPr>
            <a:xfrm>
              <a:off x="56196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t609"/>
            <p:cNvSpPr/>
            <p:nvPr/>
          </p:nvSpPr>
          <p:spPr>
            <a:xfrm>
              <a:off x="55678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t610"/>
            <p:cNvSpPr/>
            <p:nvPr/>
          </p:nvSpPr>
          <p:spPr>
            <a:xfrm>
              <a:off x="55880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t611"/>
            <p:cNvSpPr/>
            <p:nvPr/>
          </p:nvSpPr>
          <p:spPr>
            <a:xfrm>
              <a:off x="56544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t612"/>
            <p:cNvSpPr/>
            <p:nvPr/>
          </p:nvSpPr>
          <p:spPr>
            <a:xfrm>
              <a:off x="55586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t613"/>
            <p:cNvSpPr/>
            <p:nvPr/>
          </p:nvSpPr>
          <p:spPr>
            <a:xfrm>
              <a:off x="55725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t614"/>
            <p:cNvSpPr/>
            <p:nvPr/>
          </p:nvSpPr>
          <p:spPr>
            <a:xfrm>
              <a:off x="571531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t615"/>
            <p:cNvSpPr/>
            <p:nvPr/>
          </p:nvSpPr>
          <p:spPr>
            <a:xfrm>
              <a:off x="55387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t616"/>
            <p:cNvSpPr/>
            <p:nvPr/>
          </p:nvSpPr>
          <p:spPr>
            <a:xfrm>
              <a:off x="55932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t617"/>
            <p:cNvSpPr/>
            <p:nvPr/>
          </p:nvSpPr>
          <p:spPr>
            <a:xfrm>
              <a:off x="56315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t618"/>
            <p:cNvSpPr/>
            <p:nvPr/>
          </p:nvSpPr>
          <p:spPr>
            <a:xfrm>
              <a:off x="56432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t619"/>
            <p:cNvSpPr/>
            <p:nvPr/>
          </p:nvSpPr>
          <p:spPr>
            <a:xfrm>
              <a:off x="55857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t620"/>
            <p:cNvSpPr/>
            <p:nvPr/>
          </p:nvSpPr>
          <p:spPr>
            <a:xfrm>
              <a:off x="55411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t621"/>
            <p:cNvSpPr/>
            <p:nvPr/>
          </p:nvSpPr>
          <p:spPr>
            <a:xfrm>
              <a:off x="55986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t622"/>
            <p:cNvSpPr/>
            <p:nvPr/>
          </p:nvSpPr>
          <p:spPr>
            <a:xfrm>
              <a:off x="56903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t623"/>
            <p:cNvSpPr/>
            <p:nvPr/>
          </p:nvSpPr>
          <p:spPr>
            <a:xfrm>
              <a:off x="56409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t624"/>
            <p:cNvSpPr/>
            <p:nvPr/>
          </p:nvSpPr>
          <p:spPr>
            <a:xfrm>
              <a:off x="57059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t625"/>
            <p:cNvSpPr/>
            <p:nvPr/>
          </p:nvSpPr>
          <p:spPr>
            <a:xfrm>
              <a:off x="57036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t626"/>
            <p:cNvSpPr/>
            <p:nvPr/>
          </p:nvSpPr>
          <p:spPr>
            <a:xfrm>
              <a:off x="55968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t627"/>
            <p:cNvSpPr/>
            <p:nvPr/>
          </p:nvSpPr>
          <p:spPr>
            <a:xfrm>
              <a:off x="55904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t628"/>
            <p:cNvSpPr/>
            <p:nvPr/>
          </p:nvSpPr>
          <p:spPr>
            <a:xfrm>
              <a:off x="55272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t629"/>
            <p:cNvSpPr/>
            <p:nvPr/>
          </p:nvSpPr>
          <p:spPr>
            <a:xfrm>
              <a:off x="57203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t630"/>
            <p:cNvSpPr/>
            <p:nvPr/>
          </p:nvSpPr>
          <p:spPr>
            <a:xfrm>
              <a:off x="571345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t631"/>
            <p:cNvSpPr/>
            <p:nvPr/>
          </p:nvSpPr>
          <p:spPr>
            <a:xfrm>
              <a:off x="56852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t632"/>
            <p:cNvSpPr/>
            <p:nvPr/>
          </p:nvSpPr>
          <p:spPr>
            <a:xfrm>
              <a:off x="57225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t633"/>
            <p:cNvSpPr/>
            <p:nvPr/>
          </p:nvSpPr>
          <p:spPr>
            <a:xfrm>
              <a:off x="55673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t634"/>
            <p:cNvSpPr/>
            <p:nvPr/>
          </p:nvSpPr>
          <p:spPr>
            <a:xfrm>
              <a:off x="56822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t635"/>
            <p:cNvSpPr/>
            <p:nvPr/>
          </p:nvSpPr>
          <p:spPr>
            <a:xfrm>
              <a:off x="5545386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t636"/>
            <p:cNvSpPr/>
            <p:nvPr/>
          </p:nvSpPr>
          <p:spPr>
            <a:xfrm>
              <a:off x="56325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t637"/>
            <p:cNvSpPr/>
            <p:nvPr/>
          </p:nvSpPr>
          <p:spPr>
            <a:xfrm>
              <a:off x="55476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t638"/>
            <p:cNvSpPr/>
            <p:nvPr/>
          </p:nvSpPr>
          <p:spPr>
            <a:xfrm>
              <a:off x="57068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t639"/>
            <p:cNvSpPr/>
            <p:nvPr/>
          </p:nvSpPr>
          <p:spPr>
            <a:xfrm>
              <a:off x="57137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t640"/>
            <p:cNvSpPr/>
            <p:nvPr/>
          </p:nvSpPr>
          <p:spPr>
            <a:xfrm>
              <a:off x="55985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t641"/>
            <p:cNvSpPr/>
            <p:nvPr/>
          </p:nvSpPr>
          <p:spPr>
            <a:xfrm>
              <a:off x="555600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t642"/>
            <p:cNvSpPr/>
            <p:nvPr/>
          </p:nvSpPr>
          <p:spPr>
            <a:xfrm>
              <a:off x="56561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t643"/>
            <p:cNvSpPr/>
            <p:nvPr/>
          </p:nvSpPr>
          <p:spPr>
            <a:xfrm>
              <a:off x="56050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t644"/>
            <p:cNvSpPr/>
            <p:nvPr/>
          </p:nvSpPr>
          <p:spPr>
            <a:xfrm>
              <a:off x="55917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t645"/>
            <p:cNvSpPr/>
            <p:nvPr/>
          </p:nvSpPr>
          <p:spPr>
            <a:xfrm>
              <a:off x="55533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t646"/>
            <p:cNvSpPr/>
            <p:nvPr/>
          </p:nvSpPr>
          <p:spPr>
            <a:xfrm>
              <a:off x="57252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t647"/>
            <p:cNvSpPr/>
            <p:nvPr/>
          </p:nvSpPr>
          <p:spPr>
            <a:xfrm>
              <a:off x="56811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t648"/>
            <p:cNvSpPr/>
            <p:nvPr/>
          </p:nvSpPr>
          <p:spPr>
            <a:xfrm>
              <a:off x="56860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t649"/>
            <p:cNvSpPr/>
            <p:nvPr/>
          </p:nvSpPr>
          <p:spPr>
            <a:xfrm>
              <a:off x="55483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t650"/>
            <p:cNvSpPr/>
            <p:nvPr/>
          </p:nvSpPr>
          <p:spPr>
            <a:xfrm>
              <a:off x="55715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t651"/>
            <p:cNvSpPr/>
            <p:nvPr/>
          </p:nvSpPr>
          <p:spPr>
            <a:xfrm>
              <a:off x="56424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t652"/>
            <p:cNvSpPr/>
            <p:nvPr/>
          </p:nvSpPr>
          <p:spPr>
            <a:xfrm>
              <a:off x="56768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t653"/>
            <p:cNvSpPr/>
            <p:nvPr/>
          </p:nvSpPr>
          <p:spPr>
            <a:xfrm>
              <a:off x="57078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t654"/>
            <p:cNvSpPr/>
            <p:nvPr/>
          </p:nvSpPr>
          <p:spPr>
            <a:xfrm>
              <a:off x="56052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t655"/>
            <p:cNvSpPr/>
            <p:nvPr/>
          </p:nvSpPr>
          <p:spPr>
            <a:xfrm>
              <a:off x="57381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t656"/>
            <p:cNvSpPr/>
            <p:nvPr/>
          </p:nvSpPr>
          <p:spPr>
            <a:xfrm>
              <a:off x="55938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t657"/>
            <p:cNvSpPr/>
            <p:nvPr/>
          </p:nvSpPr>
          <p:spPr>
            <a:xfrm>
              <a:off x="55270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t658"/>
            <p:cNvSpPr/>
            <p:nvPr/>
          </p:nvSpPr>
          <p:spPr>
            <a:xfrm>
              <a:off x="56919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t659"/>
            <p:cNvSpPr/>
            <p:nvPr/>
          </p:nvSpPr>
          <p:spPr>
            <a:xfrm>
              <a:off x="55262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t660"/>
            <p:cNvSpPr/>
            <p:nvPr/>
          </p:nvSpPr>
          <p:spPr>
            <a:xfrm>
              <a:off x="573601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t661"/>
            <p:cNvSpPr/>
            <p:nvPr/>
          </p:nvSpPr>
          <p:spPr>
            <a:xfrm>
              <a:off x="557447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t662"/>
            <p:cNvSpPr/>
            <p:nvPr/>
          </p:nvSpPr>
          <p:spPr>
            <a:xfrm>
              <a:off x="55790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t663"/>
            <p:cNvSpPr/>
            <p:nvPr/>
          </p:nvSpPr>
          <p:spPr>
            <a:xfrm>
              <a:off x="57286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t664"/>
            <p:cNvSpPr/>
            <p:nvPr/>
          </p:nvSpPr>
          <p:spPr>
            <a:xfrm>
              <a:off x="56860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t665"/>
            <p:cNvSpPr/>
            <p:nvPr/>
          </p:nvSpPr>
          <p:spPr>
            <a:xfrm>
              <a:off x="56310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t666"/>
            <p:cNvSpPr/>
            <p:nvPr/>
          </p:nvSpPr>
          <p:spPr>
            <a:xfrm>
              <a:off x="56538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t667"/>
            <p:cNvSpPr/>
            <p:nvPr/>
          </p:nvSpPr>
          <p:spPr>
            <a:xfrm>
              <a:off x="56855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t668"/>
            <p:cNvSpPr/>
            <p:nvPr/>
          </p:nvSpPr>
          <p:spPr>
            <a:xfrm>
              <a:off x="55806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t669"/>
            <p:cNvSpPr/>
            <p:nvPr/>
          </p:nvSpPr>
          <p:spPr>
            <a:xfrm>
              <a:off x="56745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t670"/>
            <p:cNvSpPr/>
            <p:nvPr/>
          </p:nvSpPr>
          <p:spPr>
            <a:xfrm>
              <a:off x="55647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t671"/>
            <p:cNvSpPr/>
            <p:nvPr/>
          </p:nvSpPr>
          <p:spPr>
            <a:xfrm>
              <a:off x="569763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t672"/>
            <p:cNvSpPr/>
            <p:nvPr/>
          </p:nvSpPr>
          <p:spPr>
            <a:xfrm>
              <a:off x="571162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t673"/>
            <p:cNvSpPr/>
            <p:nvPr/>
          </p:nvSpPr>
          <p:spPr>
            <a:xfrm>
              <a:off x="55752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t674"/>
            <p:cNvSpPr/>
            <p:nvPr/>
          </p:nvSpPr>
          <p:spPr>
            <a:xfrm>
              <a:off x="61372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t675"/>
            <p:cNvSpPr/>
            <p:nvPr/>
          </p:nvSpPr>
          <p:spPr>
            <a:xfrm>
              <a:off x="62068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t676"/>
            <p:cNvSpPr/>
            <p:nvPr/>
          </p:nvSpPr>
          <p:spPr>
            <a:xfrm>
              <a:off x="617823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t677"/>
            <p:cNvSpPr/>
            <p:nvPr/>
          </p:nvSpPr>
          <p:spPr>
            <a:xfrm>
              <a:off x="6207429" y="2052172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t678"/>
            <p:cNvSpPr/>
            <p:nvPr/>
          </p:nvSpPr>
          <p:spPr>
            <a:xfrm>
              <a:off x="616815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t679"/>
            <p:cNvSpPr/>
            <p:nvPr/>
          </p:nvSpPr>
          <p:spPr>
            <a:xfrm>
              <a:off x="625735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t680"/>
            <p:cNvSpPr/>
            <p:nvPr/>
          </p:nvSpPr>
          <p:spPr>
            <a:xfrm>
              <a:off x="621635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t681"/>
            <p:cNvSpPr/>
            <p:nvPr/>
          </p:nvSpPr>
          <p:spPr>
            <a:xfrm>
              <a:off x="623049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t682"/>
            <p:cNvSpPr/>
            <p:nvPr/>
          </p:nvSpPr>
          <p:spPr>
            <a:xfrm>
              <a:off x="608082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t683"/>
            <p:cNvSpPr/>
            <p:nvPr/>
          </p:nvSpPr>
          <p:spPr>
            <a:xfrm>
              <a:off x="62007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t684"/>
            <p:cNvSpPr/>
            <p:nvPr/>
          </p:nvSpPr>
          <p:spPr>
            <a:xfrm>
              <a:off x="6249871" y="4809250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t685"/>
            <p:cNvSpPr/>
            <p:nvPr/>
          </p:nvSpPr>
          <p:spPr>
            <a:xfrm>
              <a:off x="62051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t686"/>
            <p:cNvSpPr/>
            <p:nvPr/>
          </p:nvSpPr>
          <p:spPr>
            <a:xfrm>
              <a:off x="615100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t687"/>
            <p:cNvSpPr/>
            <p:nvPr/>
          </p:nvSpPr>
          <p:spPr>
            <a:xfrm>
              <a:off x="623453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t688"/>
            <p:cNvSpPr/>
            <p:nvPr/>
          </p:nvSpPr>
          <p:spPr>
            <a:xfrm>
              <a:off x="610236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t689"/>
            <p:cNvSpPr/>
            <p:nvPr/>
          </p:nvSpPr>
          <p:spPr>
            <a:xfrm>
              <a:off x="610931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t690"/>
            <p:cNvSpPr/>
            <p:nvPr/>
          </p:nvSpPr>
          <p:spPr>
            <a:xfrm>
              <a:off x="618569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t691"/>
            <p:cNvSpPr/>
            <p:nvPr/>
          </p:nvSpPr>
          <p:spPr>
            <a:xfrm>
              <a:off x="60948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t692"/>
            <p:cNvSpPr/>
            <p:nvPr/>
          </p:nvSpPr>
          <p:spPr>
            <a:xfrm>
              <a:off x="622373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t693"/>
            <p:cNvSpPr/>
            <p:nvPr/>
          </p:nvSpPr>
          <p:spPr>
            <a:xfrm>
              <a:off x="62751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t694"/>
            <p:cNvSpPr/>
            <p:nvPr/>
          </p:nvSpPr>
          <p:spPr>
            <a:xfrm>
              <a:off x="61597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t695"/>
            <p:cNvSpPr/>
            <p:nvPr/>
          </p:nvSpPr>
          <p:spPr>
            <a:xfrm>
              <a:off x="60958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t696"/>
            <p:cNvSpPr/>
            <p:nvPr/>
          </p:nvSpPr>
          <p:spPr>
            <a:xfrm>
              <a:off x="61216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t697"/>
            <p:cNvSpPr/>
            <p:nvPr/>
          </p:nvSpPr>
          <p:spPr>
            <a:xfrm>
              <a:off x="61069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t698"/>
            <p:cNvSpPr/>
            <p:nvPr/>
          </p:nvSpPr>
          <p:spPr>
            <a:xfrm>
              <a:off x="62134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t699"/>
            <p:cNvSpPr/>
            <p:nvPr/>
          </p:nvSpPr>
          <p:spPr>
            <a:xfrm>
              <a:off x="61287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t700"/>
            <p:cNvSpPr/>
            <p:nvPr/>
          </p:nvSpPr>
          <p:spPr>
            <a:xfrm>
              <a:off x="62638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t701"/>
            <p:cNvSpPr/>
            <p:nvPr/>
          </p:nvSpPr>
          <p:spPr>
            <a:xfrm>
              <a:off x="62650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t702"/>
            <p:cNvSpPr/>
            <p:nvPr/>
          </p:nvSpPr>
          <p:spPr>
            <a:xfrm>
              <a:off x="61137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t703"/>
            <p:cNvSpPr/>
            <p:nvPr/>
          </p:nvSpPr>
          <p:spPr>
            <a:xfrm>
              <a:off x="62521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t704"/>
            <p:cNvSpPr/>
            <p:nvPr/>
          </p:nvSpPr>
          <p:spPr>
            <a:xfrm>
              <a:off x="61625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t705"/>
            <p:cNvSpPr/>
            <p:nvPr/>
          </p:nvSpPr>
          <p:spPr>
            <a:xfrm>
              <a:off x="61829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t706"/>
            <p:cNvSpPr/>
            <p:nvPr/>
          </p:nvSpPr>
          <p:spPr>
            <a:xfrm>
              <a:off x="618572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t707"/>
            <p:cNvSpPr/>
            <p:nvPr/>
          </p:nvSpPr>
          <p:spPr>
            <a:xfrm>
              <a:off x="623605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t708"/>
            <p:cNvSpPr/>
            <p:nvPr/>
          </p:nvSpPr>
          <p:spPr>
            <a:xfrm>
              <a:off x="61999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t709"/>
            <p:cNvSpPr/>
            <p:nvPr/>
          </p:nvSpPr>
          <p:spPr>
            <a:xfrm>
              <a:off x="62568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t710"/>
            <p:cNvSpPr/>
            <p:nvPr/>
          </p:nvSpPr>
          <p:spPr>
            <a:xfrm>
              <a:off x="60910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t711"/>
            <p:cNvSpPr/>
            <p:nvPr/>
          </p:nvSpPr>
          <p:spPr>
            <a:xfrm>
              <a:off x="60761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t712"/>
            <p:cNvSpPr/>
            <p:nvPr/>
          </p:nvSpPr>
          <p:spPr>
            <a:xfrm>
              <a:off x="60734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t713"/>
            <p:cNvSpPr/>
            <p:nvPr/>
          </p:nvSpPr>
          <p:spPr>
            <a:xfrm>
              <a:off x="61816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t714"/>
            <p:cNvSpPr/>
            <p:nvPr/>
          </p:nvSpPr>
          <p:spPr>
            <a:xfrm>
              <a:off x="62797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t715"/>
            <p:cNvSpPr/>
            <p:nvPr/>
          </p:nvSpPr>
          <p:spPr>
            <a:xfrm>
              <a:off x="62509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t716"/>
            <p:cNvSpPr/>
            <p:nvPr/>
          </p:nvSpPr>
          <p:spPr>
            <a:xfrm>
              <a:off x="61142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t717"/>
            <p:cNvSpPr/>
            <p:nvPr/>
          </p:nvSpPr>
          <p:spPr>
            <a:xfrm>
              <a:off x="62811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t718"/>
            <p:cNvSpPr/>
            <p:nvPr/>
          </p:nvSpPr>
          <p:spPr>
            <a:xfrm>
              <a:off x="62811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t719"/>
            <p:cNvSpPr/>
            <p:nvPr/>
          </p:nvSpPr>
          <p:spPr>
            <a:xfrm>
              <a:off x="62125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t720"/>
            <p:cNvSpPr/>
            <p:nvPr/>
          </p:nvSpPr>
          <p:spPr>
            <a:xfrm>
              <a:off x="61127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t721"/>
            <p:cNvSpPr/>
            <p:nvPr/>
          </p:nvSpPr>
          <p:spPr>
            <a:xfrm>
              <a:off x="62787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t722"/>
            <p:cNvSpPr/>
            <p:nvPr/>
          </p:nvSpPr>
          <p:spPr>
            <a:xfrm>
              <a:off x="61812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t723"/>
            <p:cNvSpPr/>
            <p:nvPr/>
          </p:nvSpPr>
          <p:spPr>
            <a:xfrm>
              <a:off x="611592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t724"/>
            <p:cNvSpPr/>
            <p:nvPr/>
          </p:nvSpPr>
          <p:spPr>
            <a:xfrm>
              <a:off x="62147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t725"/>
            <p:cNvSpPr/>
            <p:nvPr/>
          </p:nvSpPr>
          <p:spPr>
            <a:xfrm>
              <a:off x="60782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t726"/>
            <p:cNvSpPr/>
            <p:nvPr/>
          </p:nvSpPr>
          <p:spPr>
            <a:xfrm>
              <a:off x="62059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t727"/>
            <p:cNvSpPr/>
            <p:nvPr/>
          </p:nvSpPr>
          <p:spPr>
            <a:xfrm>
              <a:off x="60694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t728"/>
            <p:cNvSpPr/>
            <p:nvPr/>
          </p:nvSpPr>
          <p:spPr>
            <a:xfrm>
              <a:off x="61241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t729"/>
            <p:cNvSpPr/>
            <p:nvPr/>
          </p:nvSpPr>
          <p:spPr>
            <a:xfrm>
              <a:off x="61173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t730"/>
            <p:cNvSpPr/>
            <p:nvPr/>
          </p:nvSpPr>
          <p:spPr>
            <a:xfrm>
              <a:off x="61063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t731"/>
            <p:cNvSpPr/>
            <p:nvPr/>
          </p:nvSpPr>
          <p:spPr>
            <a:xfrm>
              <a:off x="62775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t732"/>
            <p:cNvSpPr/>
            <p:nvPr/>
          </p:nvSpPr>
          <p:spPr>
            <a:xfrm>
              <a:off x="61696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t733"/>
            <p:cNvSpPr/>
            <p:nvPr/>
          </p:nvSpPr>
          <p:spPr>
            <a:xfrm>
              <a:off x="61260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t734"/>
            <p:cNvSpPr/>
            <p:nvPr/>
          </p:nvSpPr>
          <p:spPr>
            <a:xfrm>
              <a:off x="62016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t735"/>
            <p:cNvSpPr/>
            <p:nvPr/>
          </p:nvSpPr>
          <p:spPr>
            <a:xfrm>
              <a:off x="622142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t736"/>
            <p:cNvSpPr/>
            <p:nvPr/>
          </p:nvSpPr>
          <p:spPr>
            <a:xfrm>
              <a:off x="62336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t737"/>
            <p:cNvSpPr/>
            <p:nvPr/>
          </p:nvSpPr>
          <p:spPr>
            <a:xfrm>
              <a:off x="61844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t738"/>
            <p:cNvSpPr/>
            <p:nvPr/>
          </p:nvSpPr>
          <p:spPr>
            <a:xfrm>
              <a:off x="62722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t739"/>
            <p:cNvSpPr/>
            <p:nvPr/>
          </p:nvSpPr>
          <p:spPr>
            <a:xfrm>
              <a:off x="62539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t740"/>
            <p:cNvSpPr/>
            <p:nvPr/>
          </p:nvSpPr>
          <p:spPr>
            <a:xfrm>
              <a:off x="60770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t741"/>
            <p:cNvSpPr/>
            <p:nvPr/>
          </p:nvSpPr>
          <p:spPr>
            <a:xfrm>
              <a:off x="61414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t742"/>
            <p:cNvSpPr/>
            <p:nvPr/>
          </p:nvSpPr>
          <p:spPr>
            <a:xfrm>
              <a:off x="62405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t743"/>
            <p:cNvSpPr/>
            <p:nvPr/>
          </p:nvSpPr>
          <p:spPr>
            <a:xfrm>
              <a:off x="60852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t744"/>
            <p:cNvSpPr/>
            <p:nvPr/>
          </p:nvSpPr>
          <p:spPr>
            <a:xfrm>
              <a:off x="61459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t745"/>
            <p:cNvSpPr/>
            <p:nvPr/>
          </p:nvSpPr>
          <p:spPr>
            <a:xfrm>
              <a:off x="61490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t746"/>
            <p:cNvSpPr/>
            <p:nvPr/>
          </p:nvSpPr>
          <p:spPr>
            <a:xfrm>
              <a:off x="62177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t747"/>
            <p:cNvSpPr/>
            <p:nvPr/>
          </p:nvSpPr>
          <p:spPr>
            <a:xfrm>
              <a:off x="60694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t748"/>
            <p:cNvSpPr/>
            <p:nvPr/>
          </p:nvSpPr>
          <p:spPr>
            <a:xfrm>
              <a:off x="61992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t749"/>
            <p:cNvSpPr/>
            <p:nvPr/>
          </p:nvSpPr>
          <p:spPr>
            <a:xfrm>
              <a:off x="61657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t750"/>
            <p:cNvSpPr/>
            <p:nvPr/>
          </p:nvSpPr>
          <p:spPr>
            <a:xfrm>
              <a:off x="62315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t751"/>
            <p:cNvSpPr/>
            <p:nvPr/>
          </p:nvSpPr>
          <p:spPr>
            <a:xfrm>
              <a:off x="60743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t752"/>
            <p:cNvSpPr/>
            <p:nvPr/>
          </p:nvSpPr>
          <p:spPr>
            <a:xfrm>
              <a:off x="60891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t753"/>
            <p:cNvSpPr/>
            <p:nvPr/>
          </p:nvSpPr>
          <p:spPr>
            <a:xfrm>
              <a:off x="62212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t754"/>
            <p:cNvSpPr/>
            <p:nvPr/>
          </p:nvSpPr>
          <p:spPr>
            <a:xfrm>
              <a:off x="61582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t755"/>
            <p:cNvSpPr/>
            <p:nvPr/>
          </p:nvSpPr>
          <p:spPr>
            <a:xfrm>
              <a:off x="62733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t756"/>
            <p:cNvSpPr/>
            <p:nvPr/>
          </p:nvSpPr>
          <p:spPr>
            <a:xfrm>
              <a:off x="61954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t757"/>
            <p:cNvSpPr/>
            <p:nvPr/>
          </p:nvSpPr>
          <p:spPr>
            <a:xfrm>
              <a:off x="66988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t758"/>
            <p:cNvSpPr/>
            <p:nvPr/>
          </p:nvSpPr>
          <p:spPr>
            <a:xfrm>
              <a:off x="68135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t759"/>
            <p:cNvSpPr/>
            <p:nvPr/>
          </p:nvSpPr>
          <p:spPr>
            <a:xfrm>
              <a:off x="66680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t760"/>
            <p:cNvSpPr/>
            <p:nvPr/>
          </p:nvSpPr>
          <p:spPr>
            <a:xfrm>
              <a:off x="67392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t761"/>
            <p:cNvSpPr/>
            <p:nvPr/>
          </p:nvSpPr>
          <p:spPr>
            <a:xfrm>
              <a:off x="66405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t762"/>
            <p:cNvSpPr/>
            <p:nvPr/>
          </p:nvSpPr>
          <p:spPr>
            <a:xfrm>
              <a:off x="66983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t763"/>
            <p:cNvSpPr/>
            <p:nvPr/>
          </p:nvSpPr>
          <p:spPr>
            <a:xfrm>
              <a:off x="66478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t764"/>
            <p:cNvSpPr/>
            <p:nvPr/>
          </p:nvSpPr>
          <p:spPr>
            <a:xfrm>
              <a:off x="66977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t765"/>
            <p:cNvSpPr/>
            <p:nvPr/>
          </p:nvSpPr>
          <p:spPr>
            <a:xfrm>
              <a:off x="67767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t766"/>
            <p:cNvSpPr/>
            <p:nvPr/>
          </p:nvSpPr>
          <p:spPr>
            <a:xfrm>
              <a:off x="67211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t767"/>
            <p:cNvSpPr/>
            <p:nvPr/>
          </p:nvSpPr>
          <p:spPr>
            <a:xfrm>
              <a:off x="68183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t768"/>
            <p:cNvSpPr/>
            <p:nvPr/>
          </p:nvSpPr>
          <p:spPr>
            <a:xfrm>
              <a:off x="67266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t769"/>
            <p:cNvSpPr/>
            <p:nvPr/>
          </p:nvSpPr>
          <p:spPr>
            <a:xfrm>
              <a:off x="66963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t770"/>
            <p:cNvSpPr/>
            <p:nvPr/>
          </p:nvSpPr>
          <p:spPr>
            <a:xfrm>
              <a:off x="66555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t771"/>
            <p:cNvSpPr/>
            <p:nvPr/>
          </p:nvSpPr>
          <p:spPr>
            <a:xfrm>
              <a:off x="68167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t772"/>
            <p:cNvSpPr/>
            <p:nvPr/>
          </p:nvSpPr>
          <p:spPr>
            <a:xfrm>
              <a:off x="67517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t773"/>
            <p:cNvSpPr/>
            <p:nvPr/>
          </p:nvSpPr>
          <p:spPr>
            <a:xfrm>
              <a:off x="67153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t774"/>
            <p:cNvSpPr/>
            <p:nvPr/>
          </p:nvSpPr>
          <p:spPr>
            <a:xfrm>
              <a:off x="66286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t775"/>
            <p:cNvSpPr/>
            <p:nvPr/>
          </p:nvSpPr>
          <p:spPr>
            <a:xfrm>
              <a:off x="66641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t776"/>
            <p:cNvSpPr/>
            <p:nvPr/>
          </p:nvSpPr>
          <p:spPr>
            <a:xfrm>
              <a:off x="67933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t777"/>
            <p:cNvSpPr/>
            <p:nvPr/>
          </p:nvSpPr>
          <p:spPr>
            <a:xfrm>
              <a:off x="67020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t778"/>
            <p:cNvSpPr/>
            <p:nvPr/>
          </p:nvSpPr>
          <p:spPr>
            <a:xfrm>
              <a:off x="66436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t779"/>
            <p:cNvSpPr/>
            <p:nvPr/>
          </p:nvSpPr>
          <p:spPr>
            <a:xfrm>
              <a:off x="67687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t780"/>
            <p:cNvSpPr/>
            <p:nvPr/>
          </p:nvSpPr>
          <p:spPr>
            <a:xfrm>
              <a:off x="67487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t781"/>
            <p:cNvSpPr/>
            <p:nvPr/>
          </p:nvSpPr>
          <p:spPr>
            <a:xfrm>
              <a:off x="66123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t782"/>
            <p:cNvSpPr/>
            <p:nvPr/>
          </p:nvSpPr>
          <p:spPr>
            <a:xfrm>
              <a:off x="66767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t783"/>
            <p:cNvSpPr/>
            <p:nvPr/>
          </p:nvSpPr>
          <p:spPr>
            <a:xfrm>
              <a:off x="66264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t784"/>
            <p:cNvSpPr/>
            <p:nvPr/>
          </p:nvSpPr>
          <p:spPr>
            <a:xfrm>
              <a:off x="67871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t785"/>
            <p:cNvSpPr/>
            <p:nvPr/>
          </p:nvSpPr>
          <p:spPr>
            <a:xfrm>
              <a:off x="66779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t786"/>
            <p:cNvSpPr/>
            <p:nvPr/>
          </p:nvSpPr>
          <p:spPr>
            <a:xfrm>
              <a:off x="67647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t787"/>
            <p:cNvSpPr/>
            <p:nvPr/>
          </p:nvSpPr>
          <p:spPr>
            <a:xfrm>
              <a:off x="66650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t788"/>
            <p:cNvSpPr/>
            <p:nvPr/>
          </p:nvSpPr>
          <p:spPr>
            <a:xfrm>
              <a:off x="68203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t789"/>
            <p:cNvSpPr/>
            <p:nvPr/>
          </p:nvSpPr>
          <p:spPr>
            <a:xfrm>
              <a:off x="67421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t790"/>
            <p:cNvSpPr/>
            <p:nvPr/>
          </p:nvSpPr>
          <p:spPr>
            <a:xfrm>
              <a:off x="67221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t791"/>
            <p:cNvSpPr/>
            <p:nvPr/>
          </p:nvSpPr>
          <p:spPr>
            <a:xfrm>
              <a:off x="67632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t792"/>
            <p:cNvSpPr/>
            <p:nvPr/>
          </p:nvSpPr>
          <p:spPr>
            <a:xfrm>
              <a:off x="66881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t793"/>
            <p:cNvSpPr/>
            <p:nvPr/>
          </p:nvSpPr>
          <p:spPr>
            <a:xfrm>
              <a:off x="67135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t794"/>
            <p:cNvSpPr/>
            <p:nvPr/>
          </p:nvSpPr>
          <p:spPr>
            <a:xfrm>
              <a:off x="67369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t795"/>
            <p:cNvSpPr/>
            <p:nvPr/>
          </p:nvSpPr>
          <p:spPr>
            <a:xfrm>
              <a:off x="67257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t796"/>
            <p:cNvSpPr/>
            <p:nvPr/>
          </p:nvSpPr>
          <p:spPr>
            <a:xfrm>
              <a:off x="67976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t797"/>
            <p:cNvSpPr/>
            <p:nvPr/>
          </p:nvSpPr>
          <p:spPr>
            <a:xfrm>
              <a:off x="67137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t798"/>
            <p:cNvSpPr/>
            <p:nvPr/>
          </p:nvSpPr>
          <p:spPr>
            <a:xfrm>
              <a:off x="67030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t799"/>
            <p:cNvSpPr/>
            <p:nvPr/>
          </p:nvSpPr>
          <p:spPr>
            <a:xfrm>
              <a:off x="68077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t800"/>
            <p:cNvSpPr/>
            <p:nvPr/>
          </p:nvSpPr>
          <p:spPr>
            <a:xfrm>
              <a:off x="66337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t801"/>
            <p:cNvSpPr/>
            <p:nvPr/>
          </p:nvSpPr>
          <p:spPr>
            <a:xfrm>
              <a:off x="71800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t802"/>
            <p:cNvSpPr/>
            <p:nvPr/>
          </p:nvSpPr>
          <p:spPr>
            <a:xfrm>
              <a:off x="68188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t803"/>
            <p:cNvSpPr/>
            <p:nvPr/>
          </p:nvSpPr>
          <p:spPr>
            <a:xfrm>
              <a:off x="66410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t804"/>
            <p:cNvSpPr/>
            <p:nvPr/>
          </p:nvSpPr>
          <p:spPr>
            <a:xfrm>
              <a:off x="67407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t805"/>
            <p:cNvSpPr/>
            <p:nvPr/>
          </p:nvSpPr>
          <p:spPr>
            <a:xfrm>
              <a:off x="67130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t806"/>
            <p:cNvSpPr/>
            <p:nvPr/>
          </p:nvSpPr>
          <p:spPr>
            <a:xfrm>
              <a:off x="66463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t807"/>
            <p:cNvSpPr/>
            <p:nvPr/>
          </p:nvSpPr>
          <p:spPr>
            <a:xfrm>
              <a:off x="66764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t808"/>
            <p:cNvSpPr/>
            <p:nvPr/>
          </p:nvSpPr>
          <p:spPr>
            <a:xfrm>
              <a:off x="68004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t809"/>
            <p:cNvSpPr/>
            <p:nvPr/>
          </p:nvSpPr>
          <p:spPr>
            <a:xfrm>
              <a:off x="677559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t810"/>
            <p:cNvSpPr/>
            <p:nvPr/>
          </p:nvSpPr>
          <p:spPr>
            <a:xfrm>
              <a:off x="67659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t811"/>
            <p:cNvSpPr/>
            <p:nvPr/>
          </p:nvSpPr>
          <p:spPr>
            <a:xfrm>
              <a:off x="7325558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t812"/>
            <p:cNvSpPr/>
            <p:nvPr/>
          </p:nvSpPr>
          <p:spPr>
            <a:xfrm>
              <a:off x="661503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t813"/>
            <p:cNvSpPr/>
            <p:nvPr/>
          </p:nvSpPr>
          <p:spPr>
            <a:xfrm>
              <a:off x="68035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t814"/>
            <p:cNvSpPr/>
            <p:nvPr/>
          </p:nvSpPr>
          <p:spPr>
            <a:xfrm>
              <a:off x="66584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t815"/>
            <p:cNvSpPr/>
            <p:nvPr/>
          </p:nvSpPr>
          <p:spPr>
            <a:xfrm>
              <a:off x="66663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t816"/>
            <p:cNvSpPr/>
            <p:nvPr/>
          </p:nvSpPr>
          <p:spPr>
            <a:xfrm>
              <a:off x="67160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t817"/>
            <p:cNvSpPr/>
            <p:nvPr/>
          </p:nvSpPr>
          <p:spPr>
            <a:xfrm>
              <a:off x="66753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t818"/>
            <p:cNvSpPr/>
            <p:nvPr/>
          </p:nvSpPr>
          <p:spPr>
            <a:xfrm>
              <a:off x="66129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t819"/>
            <p:cNvSpPr/>
            <p:nvPr/>
          </p:nvSpPr>
          <p:spPr>
            <a:xfrm>
              <a:off x="670897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t820"/>
            <p:cNvSpPr/>
            <p:nvPr/>
          </p:nvSpPr>
          <p:spPr>
            <a:xfrm>
              <a:off x="66885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t821"/>
            <p:cNvSpPr/>
            <p:nvPr/>
          </p:nvSpPr>
          <p:spPr>
            <a:xfrm>
              <a:off x="73527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t822"/>
            <p:cNvSpPr/>
            <p:nvPr/>
          </p:nvSpPr>
          <p:spPr>
            <a:xfrm>
              <a:off x="66869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t823"/>
            <p:cNvSpPr/>
            <p:nvPr/>
          </p:nvSpPr>
          <p:spPr>
            <a:xfrm>
              <a:off x="67160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t824"/>
            <p:cNvSpPr/>
            <p:nvPr/>
          </p:nvSpPr>
          <p:spPr>
            <a:xfrm>
              <a:off x="67297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t825"/>
            <p:cNvSpPr/>
            <p:nvPr/>
          </p:nvSpPr>
          <p:spPr>
            <a:xfrm>
              <a:off x="66635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t826"/>
            <p:cNvSpPr/>
            <p:nvPr/>
          </p:nvSpPr>
          <p:spPr>
            <a:xfrm>
              <a:off x="68119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t827"/>
            <p:cNvSpPr/>
            <p:nvPr/>
          </p:nvSpPr>
          <p:spPr>
            <a:xfrm>
              <a:off x="71922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t828"/>
            <p:cNvSpPr/>
            <p:nvPr/>
          </p:nvSpPr>
          <p:spPr>
            <a:xfrm>
              <a:off x="66770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t829"/>
            <p:cNvSpPr/>
            <p:nvPr/>
          </p:nvSpPr>
          <p:spPr>
            <a:xfrm>
              <a:off x="66412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t830"/>
            <p:cNvSpPr/>
            <p:nvPr/>
          </p:nvSpPr>
          <p:spPr>
            <a:xfrm>
              <a:off x="662348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t831"/>
            <p:cNvSpPr/>
            <p:nvPr/>
          </p:nvSpPr>
          <p:spPr>
            <a:xfrm>
              <a:off x="677993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t832"/>
            <p:cNvSpPr/>
            <p:nvPr/>
          </p:nvSpPr>
          <p:spPr>
            <a:xfrm>
              <a:off x="726934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t833"/>
            <p:cNvSpPr/>
            <p:nvPr/>
          </p:nvSpPr>
          <p:spPr>
            <a:xfrm>
              <a:off x="672010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t834"/>
            <p:cNvSpPr/>
            <p:nvPr/>
          </p:nvSpPr>
          <p:spPr>
            <a:xfrm>
              <a:off x="72665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t835"/>
            <p:cNvSpPr/>
            <p:nvPr/>
          </p:nvSpPr>
          <p:spPr>
            <a:xfrm>
              <a:off x="66307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t836"/>
            <p:cNvSpPr/>
            <p:nvPr/>
          </p:nvSpPr>
          <p:spPr>
            <a:xfrm>
              <a:off x="73585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t837"/>
            <p:cNvSpPr/>
            <p:nvPr/>
          </p:nvSpPr>
          <p:spPr>
            <a:xfrm>
              <a:off x="66782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t838"/>
            <p:cNvSpPr/>
            <p:nvPr/>
          </p:nvSpPr>
          <p:spPr>
            <a:xfrm>
              <a:off x="672984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t839"/>
            <p:cNvSpPr/>
            <p:nvPr/>
          </p:nvSpPr>
          <p:spPr>
            <a:xfrm>
              <a:off x="672954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t840"/>
            <p:cNvSpPr/>
            <p:nvPr/>
          </p:nvSpPr>
          <p:spPr>
            <a:xfrm>
              <a:off x="66060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t841"/>
            <p:cNvSpPr/>
            <p:nvPr/>
          </p:nvSpPr>
          <p:spPr>
            <a:xfrm>
              <a:off x="7194788" y="4818587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t842"/>
            <p:cNvSpPr/>
            <p:nvPr/>
          </p:nvSpPr>
          <p:spPr>
            <a:xfrm>
              <a:off x="72403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t843"/>
            <p:cNvSpPr/>
            <p:nvPr/>
          </p:nvSpPr>
          <p:spPr>
            <a:xfrm>
              <a:off x="720179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t844"/>
            <p:cNvSpPr/>
            <p:nvPr/>
          </p:nvSpPr>
          <p:spPr>
            <a:xfrm>
              <a:off x="66341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t845"/>
            <p:cNvSpPr/>
            <p:nvPr/>
          </p:nvSpPr>
          <p:spPr>
            <a:xfrm>
              <a:off x="73381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t846"/>
            <p:cNvSpPr/>
            <p:nvPr/>
          </p:nvSpPr>
          <p:spPr>
            <a:xfrm>
              <a:off x="67388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t847"/>
            <p:cNvSpPr/>
            <p:nvPr/>
          </p:nvSpPr>
          <p:spPr>
            <a:xfrm>
              <a:off x="66558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t848"/>
            <p:cNvSpPr/>
            <p:nvPr/>
          </p:nvSpPr>
          <p:spPr>
            <a:xfrm>
              <a:off x="72889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t849"/>
            <p:cNvSpPr/>
            <p:nvPr/>
          </p:nvSpPr>
          <p:spPr>
            <a:xfrm>
              <a:off x="72887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t850"/>
            <p:cNvSpPr/>
            <p:nvPr/>
          </p:nvSpPr>
          <p:spPr>
            <a:xfrm>
              <a:off x="674369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t851"/>
            <p:cNvSpPr/>
            <p:nvPr/>
          </p:nvSpPr>
          <p:spPr>
            <a:xfrm>
              <a:off x="72890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t852"/>
            <p:cNvSpPr/>
            <p:nvPr/>
          </p:nvSpPr>
          <p:spPr>
            <a:xfrm>
              <a:off x="67597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t853"/>
            <p:cNvSpPr/>
            <p:nvPr/>
          </p:nvSpPr>
          <p:spPr>
            <a:xfrm>
              <a:off x="71772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t854"/>
            <p:cNvSpPr/>
            <p:nvPr/>
          </p:nvSpPr>
          <p:spPr>
            <a:xfrm>
              <a:off x="718469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t855"/>
            <p:cNvSpPr/>
            <p:nvPr/>
          </p:nvSpPr>
          <p:spPr>
            <a:xfrm>
              <a:off x="733923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t856"/>
            <p:cNvSpPr/>
            <p:nvPr/>
          </p:nvSpPr>
          <p:spPr>
            <a:xfrm>
              <a:off x="73167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t857"/>
            <p:cNvSpPr/>
            <p:nvPr/>
          </p:nvSpPr>
          <p:spPr>
            <a:xfrm>
              <a:off x="72415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t858"/>
            <p:cNvSpPr/>
            <p:nvPr/>
          </p:nvSpPr>
          <p:spPr>
            <a:xfrm>
              <a:off x="723077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t859"/>
            <p:cNvSpPr/>
            <p:nvPr/>
          </p:nvSpPr>
          <p:spPr>
            <a:xfrm>
              <a:off x="71862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t860"/>
            <p:cNvSpPr/>
            <p:nvPr/>
          </p:nvSpPr>
          <p:spPr>
            <a:xfrm>
              <a:off x="73465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t861"/>
            <p:cNvSpPr/>
            <p:nvPr/>
          </p:nvSpPr>
          <p:spPr>
            <a:xfrm>
              <a:off x="71517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t862"/>
            <p:cNvSpPr/>
            <p:nvPr/>
          </p:nvSpPr>
          <p:spPr>
            <a:xfrm>
              <a:off x="72887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t863"/>
            <p:cNvSpPr/>
            <p:nvPr/>
          </p:nvSpPr>
          <p:spPr>
            <a:xfrm>
              <a:off x="72765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t864"/>
            <p:cNvSpPr/>
            <p:nvPr/>
          </p:nvSpPr>
          <p:spPr>
            <a:xfrm>
              <a:off x="72530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t865"/>
            <p:cNvSpPr/>
            <p:nvPr/>
          </p:nvSpPr>
          <p:spPr>
            <a:xfrm>
              <a:off x="734343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t866"/>
            <p:cNvSpPr/>
            <p:nvPr/>
          </p:nvSpPr>
          <p:spPr>
            <a:xfrm>
              <a:off x="71802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t867"/>
            <p:cNvSpPr/>
            <p:nvPr/>
          </p:nvSpPr>
          <p:spPr>
            <a:xfrm>
              <a:off x="73497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t868"/>
            <p:cNvSpPr/>
            <p:nvPr/>
          </p:nvSpPr>
          <p:spPr>
            <a:xfrm>
              <a:off x="717642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t869"/>
            <p:cNvSpPr/>
            <p:nvPr/>
          </p:nvSpPr>
          <p:spPr>
            <a:xfrm>
              <a:off x="732697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t870"/>
            <p:cNvSpPr/>
            <p:nvPr/>
          </p:nvSpPr>
          <p:spPr>
            <a:xfrm>
              <a:off x="72977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t871"/>
            <p:cNvSpPr/>
            <p:nvPr/>
          </p:nvSpPr>
          <p:spPr>
            <a:xfrm>
              <a:off x="71698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t872"/>
            <p:cNvSpPr/>
            <p:nvPr/>
          </p:nvSpPr>
          <p:spPr>
            <a:xfrm>
              <a:off x="73546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t873"/>
            <p:cNvSpPr/>
            <p:nvPr/>
          </p:nvSpPr>
          <p:spPr>
            <a:xfrm>
              <a:off x="734285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t874"/>
            <p:cNvSpPr/>
            <p:nvPr/>
          </p:nvSpPr>
          <p:spPr>
            <a:xfrm>
              <a:off x="725512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t875"/>
            <p:cNvSpPr/>
            <p:nvPr/>
          </p:nvSpPr>
          <p:spPr>
            <a:xfrm>
              <a:off x="730583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t876"/>
            <p:cNvSpPr/>
            <p:nvPr/>
          </p:nvSpPr>
          <p:spPr>
            <a:xfrm>
              <a:off x="71710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t877"/>
            <p:cNvSpPr/>
            <p:nvPr/>
          </p:nvSpPr>
          <p:spPr>
            <a:xfrm>
              <a:off x="72460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t878"/>
            <p:cNvSpPr/>
            <p:nvPr/>
          </p:nvSpPr>
          <p:spPr>
            <a:xfrm>
              <a:off x="71666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t879"/>
            <p:cNvSpPr/>
            <p:nvPr/>
          </p:nvSpPr>
          <p:spPr>
            <a:xfrm>
              <a:off x="716737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t880"/>
            <p:cNvSpPr/>
            <p:nvPr/>
          </p:nvSpPr>
          <p:spPr>
            <a:xfrm>
              <a:off x="71978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t881"/>
            <p:cNvSpPr/>
            <p:nvPr/>
          </p:nvSpPr>
          <p:spPr>
            <a:xfrm>
              <a:off x="732255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t882"/>
            <p:cNvSpPr/>
            <p:nvPr/>
          </p:nvSpPr>
          <p:spPr>
            <a:xfrm>
              <a:off x="714744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t883"/>
            <p:cNvSpPr/>
            <p:nvPr/>
          </p:nvSpPr>
          <p:spPr>
            <a:xfrm>
              <a:off x="73466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t884"/>
            <p:cNvSpPr/>
            <p:nvPr/>
          </p:nvSpPr>
          <p:spPr>
            <a:xfrm>
              <a:off x="728772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t885"/>
            <p:cNvSpPr/>
            <p:nvPr/>
          </p:nvSpPr>
          <p:spPr>
            <a:xfrm>
              <a:off x="72456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t886"/>
            <p:cNvSpPr/>
            <p:nvPr/>
          </p:nvSpPr>
          <p:spPr>
            <a:xfrm>
              <a:off x="72087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t887"/>
            <p:cNvSpPr/>
            <p:nvPr/>
          </p:nvSpPr>
          <p:spPr>
            <a:xfrm>
              <a:off x="715076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t888"/>
            <p:cNvSpPr/>
            <p:nvPr/>
          </p:nvSpPr>
          <p:spPr>
            <a:xfrm>
              <a:off x="719268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t889"/>
            <p:cNvSpPr/>
            <p:nvPr/>
          </p:nvSpPr>
          <p:spPr>
            <a:xfrm>
              <a:off x="73172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t890"/>
            <p:cNvSpPr/>
            <p:nvPr/>
          </p:nvSpPr>
          <p:spPr>
            <a:xfrm>
              <a:off x="72932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t891"/>
            <p:cNvSpPr/>
            <p:nvPr/>
          </p:nvSpPr>
          <p:spPr>
            <a:xfrm>
              <a:off x="72654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t892"/>
            <p:cNvSpPr/>
            <p:nvPr/>
          </p:nvSpPr>
          <p:spPr>
            <a:xfrm>
              <a:off x="73384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t893"/>
            <p:cNvSpPr/>
            <p:nvPr/>
          </p:nvSpPr>
          <p:spPr>
            <a:xfrm>
              <a:off x="722806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t894"/>
            <p:cNvSpPr/>
            <p:nvPr/>
          </p:nvSpPr>
          <p:spPr>
            <a:xfrm>
              <a:off x="7330663" y="2283407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t895"/>
            <p:cNvSpPr/>
            <p:nvPr/>
          </p:nvSpPr>
          <p:spPr>
            <a:xfrm>
              <a:off x="71818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t896"/>
            <p:cNvSpPr/>
            <p:nvPr/>
          </p:nvSpPr>
          <p:spPr>
            <a:xfrm>
              <a:off x="72205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t897"/>
            <p:cNvSpPr/>
            <p:nvPr/>
          </p:nvSpPr>
          <p:spPr>
            <a:xfrm>
              <a:off x="725601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t898"/>
            <p:cNvSpPr/>
            <p:nvPr/>
          </p:nvSpPr>
          <p:spPr>
            <a:xfrm>
              <a:off x="72937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t899"/>
            <p:cNvSpPr/>
            <p:nvPr/>
          </p:nvSpPr>
          <p:spPr>
            <a:xfrm>
              <a:off x="718111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t900"/>
            <p:cNvSpPr/>
            <p:nvPr/>
          </p:nvSpPr>
          <p:spPr>
            <a:xfrm>
              <a:off x="728387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t901"/>
            <p:cNvSpPr/>
            <p:nvPr/>
          </p:nvSpPr>
          <p:spPr>
            <a:xfrm>
              <a:off x="72700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t902"/>
            <p:cNvSpPr/>
            <p:nvPr/>
          </p:nvSpPr>
          <p:spPr>
            <a:xfrm>
              <a:off x="73029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t903"/>
            <p:cNvSpPr/>
            <p:nvPr/>
          </p:nvSpPr>
          <p:spPr>
            <a:xfrm>
              <a:off x="725555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t904"/>
            <p:cNvSpPr/>
            <p:nvPr/>
          </p:nvSpPr>
          <p:spPr>
            <a:xfrm>
              <a:off x="71928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t905"/>
            <p:cNvSpPr/>
            <p:nvPr/>
          </p:nvSpPr>
          <p:spPr>
            <a:xfrm>
              <a:off x="72522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t906"/>
            <p:cNvSpPr/>
            <p:nvPr/>
          </p:nvSpPr>
          <p:spPr>
            <a:xfrm>
              <a:off x="72447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t907"/>
            <p:cNvSpPr/>
            <p:nvPr/>
          </p:nvSpPr>
          <p:spPr>
            <a:xfrm>
              <a:off x="71757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t908"/>
            <p:cNvSpPr/>
            <p:nvPr/>
          </p:nvSpPr>
          <p:spPr>
            <a:xfrm>
              <a:off x="73352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t909"/>
            <p:cNvSpPr/>
            <p:nvPr/>
          </p:nvSpPr>
          <p:spPr>
            <a:xfrm>
              <a:off x="714951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t910"/>
            <p:cNvSpPr/>
            <p:nvPr/>
          </p:nvSpPr>
          <p:spPr>
            <a:xfrm>
              <a:off x="719306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t911"/>
            <p:cNvSpPr/>
            <p:nvPr/>
          </p:nvSpPr>
          <p:spPr>
            <a:xfrm>
              <a:off x="71511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t912"/>
            <p:cNvSpPr/>
            <p:nvPr/>
          </p:nvSpPr>
          <p:spPr>
            <a:xfrm>
              <a:off x="7184680" y="2571905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t913"/>
            <p:cNvSpPr/>
            <p:nvPr/>
          </p:nvSpPr>
          <p:spPr>
            <a:xfrm>
              <a:off x="73485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t914"/>
            <p:cNvSpPr/>
            <p:nvPr/>
          </p:nvSpPr>
          <p:spPr>
            <a:xfrm>
              <a:off x="722809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t915"/>
            <p:cNvSpPr/>
            <p:nvPr/>
          </p:nvSpPr>
          <p:spPr>
            <a:xfrm>
              <a:off x="720176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tx916"/>
            <p:cNvSpPr/>
            <p:nvPr/>
          </p:nvSpPr>
          <p:spPr>
            <a:xfrm>
              <a:off x="712256" y="5145456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917" name="tx917"/>
            <p:cNvSpPr/>
            <p:nvPr/>
          </p:nvSpPr>
          <p:spPr>
            <a:xfrm>
              <a:off x="712256" y="4367411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918" name="tx918"/>
            <p:cNvSpPr/>
            <p:nvPr/>
          </p:nvSpPr>
          <p:spPr>
            <a:xfrm>
              <a:off x="712256" y="3589367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919" name="tx919"/>
            <p:cNvSpPr/>
            <p:nvPr/>
          </p:nvSpPr>
          <p:spPr>
            <a:xfrm>
              <a:off x="712256" y="2811322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920" name="tx920"/>
            <p:cNvSpPr/>
            <p:nvPr/>
          </p:nvSpPr>
          <p:spPr>
            <a:xfrm>
              <a:off x="712256" y="2033278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921" name="tx921"/>
            <p:cNvSpPr/>
            <p:nvPr/>
          </p:nvSpPr>
          <p:spPr>
            <a:xfrm rot="-2700000">
              <a:off x="103144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922" name="tx922"/>
            <p:cNvSpPr/>
            <p:nvPr/>
          </p:nvSpPr>
          <p:spPr>
            <a:xfrm rot="-2700000">
              <a:off x="157130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923" name="tx923"/>
            <p:cNvSpPr/>
            <p:nvPr/>
          </p:nvSpPr>
          <p:spPr>
            <a:xfrm rot="-2700000">
              <a:off x="21111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924" name="tx924"/>
            <p:cNvSpPr/>
            <p:nvPr/>
          </p:nvSpPr>
          <p:spPr>
            <a:xfrm rot="-2700000">
              <a:off x="26510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925" name="tx925"/>
            <p:cNvSpPr/>
            <p:nvPr/>
          </p:nvSpPr>
          <p:spPr>
            <a:xfrm rot="-2700000">
              <a:off x="3075210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926" name="tx926"/>
            <p:cNvSpPr/>
            <p:nvPr/>
          </p:nvSpPr>
          <p:spPr>
            <a:xfrm rot="-2700000">
              <a:off x="37307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927" name="tx927"/>
            <p:cNvSpPr/>
            <p:nvPr/>
          </p:nvSpPr>
          <p:spPr>
            <a:xfrm rot="-2700000">
              <a:off x="427059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928" name="tx928"/>
            <p:cNvSpPr/>
            <p:nvPr/>
          </p:nvSpPr>
          <p:spPr>
            <a:xfrm rot="-2700000">
              <a:off x="48104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29" name="tx929"/>
            <p:cNvSpPr/>
            <p:nvPr/>
          </p:nvSpPr>
          <p:spPr>
            <a:xfrm rot="-2700000">
              <a:off x="535031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30" name="tx930"/>
            <p:cNvSpPr/>
            <p:nvPr/>
          </p:nvSpPr>
          <p:spPr>
            <a:xfrm rot="-2700000">
              <a:off x="58901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31" name="tx931"/>
            <p:cNvSpPr/>
            <p:nvPr/>
          </p:nvSpPr>
          <p:spPr>
            <a:xfrm rot="-2700000">
              <a:off x="64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32" name="tx932"/>
            <p:cNvSpPr/>
            <p:nvPr/>
          </p:nvSpPr>
          <p:spPr>
            <a:xfrm rot="-2700000">
              <a:off x="696988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33" name="tx933"/>
            <p:cNvSpPr/>
            <p:nvPr/>
          </p:nvSpPr>
          <p:spPr>
            <a:xfrm>
              <a:off x="393385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34" name="tx934"/>
            <p:cNvSpPr/>
            <p:nvPr/>
          </p:nvSpPr>
          <p:spPr>
            <a:xfrm rot="-5400000">
              <a:off x="-272059" y="3578394"/>
              <a:ext cx="171952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Normalisert dekning (0-1)</a:t>
              </a:r>
            </a:p>
          </p:txBody>
        </p:sp>
        <p:sp>
          <p:nvSpPr>
            <p:cNvPr id="935" name="tx935"/>
            <p:cNvSpPr/>
            <p:nvPr/>
          </p:nvSpPr>
          <p:spPr>
            <a:xfrm>
              <a:off x="7831704" y="3101524"/>
              <a:ext cx="70326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Undertype</a:t>
              </a:r>
            </a:p>
          </p:txBody>
        </p:sp>
        <p:sp>
          <p:nvSpPr>
            <p:cNvPr id="936" name="pt936"/>
            <p:cNvSpPr/>
            <p:nvPr/>
          </p:nvSpPr>
          <p:spPr>
            <a:xfrm>
              <a:off x="7914842" y="33857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t937"/>
            <p:cNvSpPr/>
            <p:nvPr/>
          </p:nvSpPr>
          <p:spPr>
            <a:xfrm>
              <a:off x="7914842" y="360521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t938"/>
            <p:cNvSpPr/>
            <p:nvPr/>
          </p:nvSpPr>
          <p:spPr>
            <a:xfrm>
              <a:off x="7914842" y="3824671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t939"/>
            <p:cNvSpPr/>
            <p:nvPr/>
          </p:nvSpPr>
          <p:spPr>
            <a:xfrm>
              <a:off x="7914842" y="4044127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tx940"/>
            <p:cNvSpPr/>
            <p:nvPr/>
          </p:nvSpPr>
          <p:spPr>
            <a:xfrm>
              <a:off x="8127075" y="3368732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H1N1</a:t>
              </a:r>
            </a:p>
          </p:txBody>
        </p:sp>
        <p:sp>
          <p:nvSpPr>
            <p:cNvPr id="941" name="tx941"/>
            <p:cNvSpPr/>
            <p:nvPr/>
          </p:nvSpPr>
          <p:spPr>
            <a:xfrm>
              <a:off x="8127075" y="3588188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H3N2</a:t>
              </a:r>
            </a:p>
          </p:txBody>
        </p:sp>
        <p:sp>
          <p:nvSpPr>
            <p:cNvPr id="942" name="tx942"/>
            <p:cNvSpPr/>
            <p:nvPr/>
          </p:nvSpPr>
          <p:spPr>
            <a:xfrm>
              <a:off x="8127075" y="3807644"/>
              <a:ext cx="28419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BVIC</a:t>
              </a:r>
            </a:p>
          </p:txBody>
        </p:sp>
        <p:sp>
          <p:nvSpPr>
            <p:cNvPr id="943" name="tx943"/>
            <p:cNvSpPr/>
            <p:nvPr/>
          </p:nvSpPr>
          <p:spPr>
            <a:xfrm>
              <a:off x="8127075" y="4027100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944" name="tx944"/>
            <p:cNvSpPr/>
            <p:nvPr/>
          </p:nvSpPr>
          <p:spPr>
            <a:xfrm>
              <a:off x="1017684" y="1676115"/>
              <a:ext cx="1717151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Dekning per run - NP</a:t>
              </a:r>
            </a:p>
          </p:txBody>
        </p:sp>
      </p:grpSp>
      <p:sp>
        <p:nvSpPr>
          <p:cNvPr id="94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Dekning per run - NP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874280"/>
                <a:gridCol w="936354"/>
                <a:gridCol w="1262616"/>
                <a:gridCol w="1371347"/>
                <a:gridCol w="1021825"/>
                <a:gridCol w="1293721"/>
                <a:gridCol w="1130488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run_id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n_samples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median_coverage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submitted_n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not_submitted_n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submitted_pct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95.6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0.945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91.2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0.955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91.1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0.931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90.4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0.939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88.3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0.947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88.0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0.952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87.8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0.930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86.6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0.928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80.3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67.5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94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INF100_1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0.450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0.279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0.958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14.5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GISAID-submisjonssammendrag - PA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4800050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4022006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3243961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465917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5189073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92116" y="4411028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92116" y="3632984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92116" y="2854939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92116" y="2076894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9546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0105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0664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1223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41782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9234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42900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93459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4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59457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45136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695695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67954" y="2076894"/>
              <a:ext cx="455030" cy="273367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167954" y="4810564"/>
              <a:ext cx="455030" cy="37850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673543" y="2076894"/>
              <a:ext cx="455030" cy="274841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673543" y="4825312"/>
              <a:ext cx="455030" cy="363761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179133" y="2076894"/>
              <a:ext cx="455030" cy="273871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179133" y="4815611"/>
              <a:ext cx="455030" cy="373461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684722" y="2076894"/>
              <a:ext cx="455030" cy="281375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684722" y="4890645"/>
              <a:ext cx="455030" cy="29842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190312" y="2076894"/>
              <a:ext cx="455030" cy="93365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190312" y="3010548"/>
              <a:ext cx="455030" cy="217852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3695901" y="2076894"/>
              <a:ext cx="455030" cy="297487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695901" y="5051771"/>
              <a:ext cx="455030" cy="137301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4201490" y="2076894"/>
              <a:ext cx="455030" cy="283641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201490" y="4913310"/>
              <a:ext cx="455030" cy="27576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4707080" y="2076894"/>
              <a:ext cx="455030" cy="283757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707080" y="4914469"/>
              <a:ext cx="455030" cy="27460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212669" y="2076894"/>
              <a:ext cx="455030" cy="249793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212669" y="4574827"/>
              <a:ext cx="455030" cy="61424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718259" y="2076894"/>
              <a:ext cx="455030" cy="44995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718259" y="2526848"/>
              <a:ext cx="455030" cy="266222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6223848" y="2076894"/>
              <a:ext cx="455030" cy="269469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6223848" y="4771585"/>
              <a:ext cx="455030" cy="41748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6729437" y="2076894"/>
              <a:ext cx="455030" cy="210173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6729437" y="4178625"/>
              <a:ext cx="455030" cy="101044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tx50"/>
            <p:cNvSpPr/>
            <p:nvPr/>
          </p:nvSpPr>
          <p:spPr>
            <a:xfrm>
              <a:off x="1222648" y="340756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%=87.8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1222648" y="496365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%=12.2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1728237" y="341493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%=88.3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1731986" y="4971028"/>
              <a:ext cx="33814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%=11.7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2275980" y="3410088"/>
              <a:ext cx="26133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%=88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2275980" y="4966177"/>
              <a:ext cx="26133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%=12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2739416" y="344760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%=90.4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2767534" y="5003694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%=9.6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3287159" y="2507557"/>
              <a:ext cx="26133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%=30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3287159" y="4063646"/>
              <a:ext cx="26133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%=70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3750595" y="352816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%=95.6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3778712" y="5084257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%=4.4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4256184" y="345893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%=91.1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4284302" y="5015027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%=8.9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4761773" y="345951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%=91.2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4789891" y="5015606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%=8.8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5267363" y="328969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%=80.3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5267363" y="484578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%=19.7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5772952" y="226570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%=14.5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5772952" y="382179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%=85.5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278542" y="338807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%=86.6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278542" y="494416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%=13.4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784131" y="309159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%=67.5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6784131" y="464768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%=32.5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847770" y="5145456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780013" y="436741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780013" y="358936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780013" y="281132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712256" y="203327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108531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159090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209649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260208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2992004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36132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85" name="tx85"/>
            <p:cNvSpPr/>
            <p:nvPr/>
          </p:nvSpPr>
          <p:spPr>
            <a:xfrm rot="-2700000">
              <a:off x="411885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86" name="tx86"/>
            <p:cNvSpPr/>
            <p:nvPr/>
          </p:nvSpPr>
          <p:spPr>
            <a:xfrm rot="-2700000">
              <a:off x="462444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87" name="tx87"/>
            <p:cNvSpPr/>
            <p:nvPr/>
          </p:nvSpPr>
          <p:spPr>
            <a:xfrm rot="-2700000">
              <a:off x="51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88" name="tx88"/>
            <p:cNvSpPr/>
            <p:nvPr/>
          </p:nvSpPr>
          <p:spPr>
            <a:xfrm rot="-2700000">
              <a:off x="56356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89" name="tx89"/>
            <p:cNvSpPr/>
            <p:nvPr/>
          </p:nvSpPr>
          <p:spPr>
            <a:xfrm rot="-2700000">
              <a:off x="614120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0" name="tx90"/>
            <p:cNvSpPr/>
            <p:nvPr/>
          </p:nvSpPr>
          <p:spPr>
            <a:xfrm rot="-2700000">
              <a:off x="664679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3799250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2" name="tx92"/>
            <p:cNvSpPr/>
            <p:nvPr/>
          </p:nvSpPr>
          <p:spPr>
            <a:xfrm rot="-5400000">
              <a:off x="253126" y="3578394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93" name="tx93"/>
            <p:cNvSpPr/>
            <p:nvPr/>
          </p:nvSpPr>
          <p:spPr>
            <a:xfrm>
              <a:off x="7488052" y="3320980"/>
              <a:ext cx="97420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GISAID-status</a:t>
              </a:r>
            </a:p>
          </p:txBody>
        </p:sp>
        <p:sp>
          <p:nvSpPr>
            <p:cNvPr id="94" name="rc94"/>
            <p:cNvSpPr/>
            <p:nvPr/>
          </p:nvSpPr>
          <p:spPr>
            <a:xfrm>
              <a:off x="7497870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7497870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tx96"/>
            <p:cNvSpPr/>
            <p:nvPr/>
          </p:nvSpPr>
          <p:spPr>
            <a:xfrm>
              <a:off x="7783424" y="3588188"/>
              <a:ext cx="5484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Submitted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7783424" y="3807644"/>
              <a:ext cx="75154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submitted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1092116" y="1676115"/>
              <a:ext cx="3024195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GISAID-submisjon per run andel - PA</a:t>
              </a:r>
            </a:p>
          </p:txBody>
        </p:sp>
      </p:grpSp>
      <p:sp>
        <p:nvSpPr>
          <p:cNvPr id="9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 per run andel - PA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4814111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4064189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3314267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64344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5189073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6094" y="4439150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16094" y="3689228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16094" y="2939305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16094" y="2189383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22810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74812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26813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78815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308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8281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3482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8682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38824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590826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42827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694829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994096" y="2414360"/>
              <a:ext cx="468015" cy="243724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994096" y="4851608"/>
              <a:ext cx="468015" cy="33746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514114" y="2301871"/>
              <a:ext cx="468015" cy="254973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514114" y="4851608"/>
              <a:ext cx="468015" cy="33746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034131" y="2376863"/>
              <a:ext cx="468015" cy="247474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034131" y="4851608"/>
              <a:ext cx="468015" cy="33746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554149" y="2451856"/>
              <a:ext cx="468015" cy="247474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554149" y="4926600"/>
              <a:ext cx="468015" cy="26247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074166" y="4814111"/>
              <a:ext cx="468015" cy="11248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074166" y="4926600"/>
              <a:ext cx="468015" cy="26247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3594183" y="2639336"/>
              <a:ext cx="468015" cy="243724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594183" y="5076584"/>
              <a:ext cx="468015" cy="11248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4114201" y="2226879"/>
              <a:ext cx="468015" cy="269972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114201" y="4926600"/>
              <a:ext cx="468015" cy="26247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4634218" y="2639336"/>
              <a:ext cx="468015" cy="232475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634218" y="4964096"/>
              <a:ext cx="468015" cy="22497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154236" y="2339367"/>
              <a:ext cx="468015" cy="228726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154236" y="4626631"/>
              <a:ext cx="468015" cy="562441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674253" y="2076894"/>
              <a:ext cx="468015" cy="44995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674253" y="2526848"/>
              <a:ext cx="468015" cy="266222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6194271" y="2114391"/>
              <a:ext cx="468015" cy="266222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6194271" y="4776615"/>
              <a:ext cx="468015" cy="41245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6714288" y="2301871"/>
              <a:ext cx="468015" cy="194979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6714288" y="4251670"/>
              <a:ext cx="468015" cy="93740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tx50"/>
            <p:cNvSpPr/>
            <p:nvPr/>
          </p:nvSpPr>
          <p:spPr>
            <a:xfrm>
              <a:off x="1114261" y="359681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1142379" y="4984176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n=9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1634279" y="354057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1662397" y="4984176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n=9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2154296" y="357807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n=66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2182414" y="4984176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n=9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2674314" y="365306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n=66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2702431" y="5021672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3222449" y="4834191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3222449" y="5021672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3714348" y="382179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n=65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3742466" y="5096664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4234366" y="354057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4262484" y="5021672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4754383" y="376555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n=62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4782501" y="504042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5274401" y="344683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n=61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5274401" y="487168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n=15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5794418" y="226570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n=12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5794418" y="382179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314436" y="340933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n=71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318185" y="4946679"/>
              <a:ext cx="22018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n=11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834453" y="324060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n=52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6834453" y="468420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n=25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780013" y="5145456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712256" y="439553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712256" y="364561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712256" y="289568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712256" y="214576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80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91795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143796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195798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247800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2882351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35180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85" name="tx85"/>
            <p:cNvSpPr/>
            <p:nvPr/>
          </p:nvSpPr>
          <p:spPr>
            <a:xfrm rot="-2700000">
              <a:off x="40380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86" name="tx86"/>
            <p:cNvSpPr/>
            <p:nvPr/>
          </p:nvSpPr>
          <p:spPr>
            <a:xfrm rot="-2700000">
              <a:off x="45580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87" name="tx87"/>
            <p:cNvSpPr/>
            <p:nvPr/>
          </p:nvSpPr>
          <p:spPr>
            <a:xfrm rot="-2700000">
              <a:off x="507809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88" name="tx88"/>
            <p:cNvSpPr/>
            <p:nvPr/>
          </p:nvSpPr>
          <p:spPr>
            <a:xfrm rot="-2700000">
              <a:off x="559810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89" name="tx89"/>
            <p:cNvSpPr/>
            <p:nvPr/>
          </p:nvSpPr>
          <p:spPr>
            <a:xfrm rot="-2700000">
              <a:off x="611812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0" name="tx90"/>
            <p:cNvSpPr/>
            <p:nvPr/>
          </p:nvSpPr>
          <p:spPr>
            <a:xfrm rot="-2700000">
              <a:off x="663814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371123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2" name="tx92"/>
            <p:cNvSpPr/>
            <p:nvPr/>
          </p:nvSpPr>
          <p:spPr>
            <a:xfrm rot="-5400000">
              <a:off x="282798" y="3578394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93" name="tx93"/>
            <p:cNvSpPr/>
            <p:nvPr/>
          </p:nvSpPr>
          <p:spPr>
            <a:xfrm>
              <a:off x="7488052" y="3320980"/>
              <a:ext cx="97420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GISAID-status</a:t>
              </a:r>
            </a:p>
          </p:txBody>
        </p:sp>
        <p:sp>
          <p:nvSpPr>
            <p:cNvPr id="94" name="rc94"/>
            <p:cNvSpPr/>
            <p:nvPr/>
          </p:nvSpPr>
          <p:spPr>
            <a:xfrm>
              <a:off x="7497870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7497870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tx96"/>
            <p:cNvSpPr/>
            <p:nvPr/>
          </p:nvSpPr>
          <p:spPr>
            <a:xfrm>
              <a:off x="7783424" y="3588188"/>
              <a:ext cx="5484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Submitted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7783424" y="3807644"/>
              <a:ext cx="75154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submitted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916094" y="1676115"/>
              <a:ext cx="3013862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GISAID-submisjon per run antall - PA</a:t>
              </a:r>
            </a:p>
          </p:txBody>
        </p:sp>
      </p:grpSp>
      <p:sp>
        <p:nvSpPr>
          <p:cNvPr id="9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 per run antall - PA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17684" y="4800050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17684" y="4022006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17684" y="3243961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17684" y="2465917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17684" y="5189073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17684" y="4411028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17684" y="363298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17684" y="2854939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17684" y="207689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4159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88145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213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61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50103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0408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8075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1206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66046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2003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7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28004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8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32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6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40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501033" y="2076894"/>
              <a:ext cx="0" cy="508218"/>
            </a:xfrm>
            <a:custGeom>
              <a:avLst/>
              <a:pathLst>
                <a:path w="0" h="508218">
                  <a:moveTo>
                    <a:pt x="0" y="508218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3501033" y="4703728"/>
              <a:ext cx="0" cy="151096"/>
            </a:xfrm>
            <a:custGeom>
              <a:avLst/>
              <a:pathLst>
                <a:path w="0" h="151096">
                  <a:moveTo>
                    <a:pt x="0" y="0"/>
                  </a:moveTo>
                  <a:lnTo>
                    <a:pt x="0" y="151096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4"/>
            <p:cNvSpPr/>
            <p:nvPr/>
          </p:nvSpPr>
          <p:spPr>
            <a:xfrm>
              <a:off x="3298586" y="2585113"/>
              <a:ext cx="404893" cy="2118615"/>
            </a:xfrm>
            <a:custGeom>
              <a:avLst/>
              <a:pathLst>
                <a:path w="404893" h="2118615">
                  <a:moveTo>
                    <a:pt x="0" y="0"/>
                  </a:moveTo>
                  <a:lnTo>
                    <a:pt x="0" y="2118615"/>
                  </a:lnTo>
                  <a:lnTo>
                    <a:pt x="404893" y="2118615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3298586" y="4321709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8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52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6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60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64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8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7280043" y="20772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72"/>
            <p:cNvSpPr/>
            <p:nvPr/>
          </p:nvSpPr>
          <p:spPr>
            <a:xfrm>
              <a:off x="7077596" y="2076894"/>
              <a:ext cx="404893" cy="389"/>
            </a:xfrm>
            <a:custGeom>
              <a:avLst/>
              <a:pathLst>
                <a:path w="404893" h="389">
                  <a:moveTo>
                    <a:pt x="0" y="0"/>
                  </a:moveTo>
                  <a:lnTo>
                    <a:pt x="0" y="389"/>
                  </a:lnTo>
                  <a:lnTo>
                    <a:pt x="404893" y="389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12442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13509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12992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13845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12722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12955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14098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1246012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1357645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12644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12233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1240839" y="20518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12826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13215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13668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13171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12943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13201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12882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1366397" y="20518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13908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5"/>
            <p:cNvSpPr/>
            <p:nvPr/>
          </p:nvSpPr>
          <p:spPr>
            <a:xfrm>
              <a:off x="12363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6"/>
            <p:cNvSpPr/>
            <p:nvPr/>
          </p:nvSpPr>
          <p:spPr>
            <a:xfrm>
              <a:off x="12103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7"/>
            <p:cNvSpPr/>
            <p:nvPr/>
          </p:nvSpPr>
          <p:spPr>
            <a:xfrm>
              <a:off x="12410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12823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9"/>
            <p:cNvSpPr/>
            <p:nvPr/>
          </p:nvSpPr>
          <p:spPr>
            <a:xfrm>
              <a:off x="12199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100"/>
            <p:cNvSpPr/>
            <p:nvPr/>
          </p:nvSpPr>
          <p:spPr>
            <a:xfrm>
              <a:off x="13846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12196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2"/>
            <p:cNvSpPr/>
            <p:nvPr/>
          </p:nvSpPr>
          <p:spPr>
            <a:xfrm>
              <a:off x="12509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3"/>
            <p:cNvSpPr/>
            <p:nvPr/>
          </p:nvSpPr>
          <p:spPr>
            <a:xfrm>
              <a:off x="12177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12109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5"/>
            <p:cNvSpPr/>
            <p:nvPr/>
          </p:nvSpPr>
          <p:spPr>
            <a:xfrm>
              <a:off x="13886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6"/>
            <p:cNvSpPr/>
            <p:nvPr/>
          </p:nvSpPr>
          <p:spPr>
            <a:xfrm>
              <a:off x="12373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7"/>
            <p:cNvSpPr/>
            <p:nvPr/>
          </p:nvSpPr>
          <p:spPr>
            <a:xfrm>
              <a:off x="12336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8"/>
            <p:cNvSpPr/>
            <p:nvPr/>
          </p:nvSpPr>
          <p:spPr>
            <a:xfrm>
              <a:off x="1319302" y="417996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9"/>
            <p:cNvSpPr/>
            <p:nvPr/>
          </p:nvSpPr>
          <p:spPr>
            <a:xfrm>
              <a:off x="12282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10"/>
            <p:cNvSpPr/>
            <p:nvPr/>
          </p:nvSpPr>
          <p:spPr>
            <a:xfrm>
              <a:off x="13938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1"/>
            <p:cNvSpPr/>
            <p:nvPr/>
          </p:nvSpPr>
          <p:spPr>
            <a:xfrm>
              <a:off x="12356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2"/>
            <p:cNvSpPr/>
            <p:nvPr/>
          </p:nvSpPr>
          <p:spPr>
            <a:xfrm>
              <a:off x="13075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14022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12147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1371547" y="358678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12090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14033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12340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13766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12327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13412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13245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13600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13716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1376793" y="332505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12711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13417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13742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12180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13048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13590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13237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12370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13861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13466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13636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12996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12720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12182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12881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14087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14059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12075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13581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13325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12542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12921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24099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17831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19422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18323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18335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19168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18527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17626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17747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18900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19109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19064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19396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18628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19090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18218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18166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18443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18798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18863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19293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17702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18675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17844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18030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1934750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17657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17908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19259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1801724" y="444481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1847498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1816580" y="373741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17832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19203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1936150" y="220809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18154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18013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17616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19385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17924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19228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17731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18792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18873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1799321" y="205310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18316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17993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18206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18444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19338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23475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18461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18615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18227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19245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19052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18728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18711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1781760" y="481952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18592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19245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19619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19392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17750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19177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17999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18261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18191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1891550" y="352329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17774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18517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18295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18446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19361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18687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18369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18659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19182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19068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24445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24085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23421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24349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24312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23210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2496253" y="504515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24178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23623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23359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24932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23705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24207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23900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23904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24084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22979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24824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24383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24883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24491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23351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24359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24670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24158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23925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22964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23034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23552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23926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23147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24359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24323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23824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23601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24167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2301647" y="323386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28493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24976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25026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2458459" y="5162483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23351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2370791" y="20518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24146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24387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23243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23282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23252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23737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23606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29593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23358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23528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23328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29558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23594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24281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29860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30332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23378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24759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23880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23195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2402788" y="472397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23386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23595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2435562" y="454471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23875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24790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24537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30064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2991467" y="446504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30063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2896871" y="20518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24055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23469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23278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29244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23440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24869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23508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23658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29071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29079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23429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28688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28972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28983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30312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28468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28386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2985404" y="350306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28834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30056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30013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28298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30098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2968701" y="2054661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29718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30268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29078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2945657" y="421638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28978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28511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28875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3028542" y="447655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28393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28818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3003484" y="237303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29855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2867081" y="468351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29820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2832921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29676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28901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29429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30203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28564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28545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29074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28865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29831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2872434" y="312089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29599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29143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30082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28905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29515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29004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28384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29543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30267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30282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29198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3519748" y="481080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29233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3015009" y="207209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29539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29419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29583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29258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28727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28401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29241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29240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28538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39271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40798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39523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40015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40297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39276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34762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29025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39064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3562613" y="4776261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40845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40997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41051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39725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40388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40026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41182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39838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39879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40547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40037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41180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3435735" y="426679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39511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39840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3916933" y="484566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39987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39301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39953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39857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40521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39798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39977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35650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40525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39216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40327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40431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40964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34796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40335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3396484" y="482823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40021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41034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39597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39233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3573267" y="408317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39822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39075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40147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39198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40430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39322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3483281" y="432343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3484583" y="437977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3976886" y="207333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3922476" y="478622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39470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40123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40163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40945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40569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41026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39494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40270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39293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40113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40978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40962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39798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40586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41143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39288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39257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39618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39508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39693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40895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45162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2"/>
            <p:cNvSpPr/>
            <p:nvPr/>
          </p:nvSpPr>
          <p:spPr>
            <a:xfrm>
              <a:off x="46109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3"/>
            <p:cNvSpPr/>
            <p:nvPr/>
          </p:nvSpPr>
          <p:spPr>
            <a:xfrm>
              <a:off x="46181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4"/>
            <p:cNvSpPr/>
            <p:nvPr/>
          </p:nvSpPr>
          <p:spPr>
            <a:xfrm>
              <a:off x="46275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5"/>
            <p:cNvSpPr/>
            <p:nvPr/>
          </p:nvSpPr>
          <p:spPr>
            <a:xfrm>
              <a:off x="46566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6"/>
            <p:cNvSpPr/>
            <p:nvPr/>
          </p:nvSpPr>
          <p:spPr>
            <a:xfrm>
              <a:off x="44583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7"/>
            <p:cNvSpPr/>
            <p:nvPr/>
          </p:nvSpPr>
          <p:spPr>
            <a:xfrm>
              <a:off x="44554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8"/>
            <p:cNvSpPr/>
            <p:nvPr/>
          </p:nvSpPr>
          <p:spPr>
            <a:xfrm>
              <a:off x="46131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9"/>
            <p:cNvSpPr/>
            <p:nvPr/>
          </p:nvSpPr>
          <p:spPr>
            <a:xfrm>
              <a:off x="45592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60"/>
            <p:cNvSpPr/>
            <p:nvPr/>
          </p:nvSpPr>
          <p:spPr>
            <a:xfrm>
              <a:off x="46366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1"/>
            <p:cNvSpPr/>
            <p:nvPr/>
          </p:nvSpPr>
          <p:spPr>
            <a:xfrm>
              <a:off x="46141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2"/>
            <p:cNvSpPr/>
            <p:nvPr/>
          </p:nvSpPr>
          <p:spPr>
            <a:xfrm>
              <a:off x="46415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3"/>
            <p:cNvSpPr/>
            <p:nvPr/>
          </p:nvSpPr>
          <p:spPr>
            <a:xfrm>
              <a:off x="46532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4"/>
            <p:cNvSpPr/>
            <p:nvPr/>
          </p:nvSpPr>
          <p:spPr>
            <a:xfrm>
              <a:off x="44580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5"/>
            <p:cNvSpPr/>
            <p:nvPr/>
          </p:nvSpPr>
          <p:spPr>
            <a:xfrm>
              <a:off x="45617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6"/>
            <p:cNvSpPr/>
            <p:nvPr/>
          </p:nvSpPr>
          <p:spPr>
            <a:xfrm>
              <a:off x="44961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7"/>
            <p:cNvSpPr/>
            <p:nvPr/>
          </p:nvSpPr>
          <p:spPr>
            <a:xfrm>
              <a:off x="44747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8"/>
            <p:cNvSpPr/>
            <p:nvPr/>
          </p:nvSpPr>
          <p:spPr>
            <a:xfrm>
              <a:off x="4507305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9"/>
            <p:cNvSpPr/>
            <p:nvPr/>
          </p:nvSpPr>
          <p:spPr>
            <a:xfrm>
              <a:off x="46300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70"/>
            <p:cNvSpPr/>
            <p:nvPr/>
          </p:nvSpPr>
          <p:spPr>
            <a:xfrm>
              <a:off x="45515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1"/>
            <p:cNvSpPr/>
            <p:nvPr/>
          </p:nvSpPr>
          <p:spPr>
            <a:xfrm>
              <a:off x="4661659" y="298489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2"/>
            <p:cNvSpPr/>
            <p:nvPr/>
          </p:nvSpPr>
          <p:spPr>
            <a:xfrm>
              <a:off x="46589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3"/>
            <p:cNvSpPr/>
            <p:nvPr/>
          </p:nvSpPr>
          <p:spPr>
            <a:xfrm>
              <a:off x="45498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4"/>
            <p:cNvSpPr/>
            <p:nvPr/>
          </p:nvSpPr>
          <p:spPr>
            <a:xfrm>
              <a:off x="46037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5"/>
            <p:cNvSpPr/>
            <p:nvPr/>
          </p:nvSpPr>
          <p:spPr>
            <a:xfrm>
              <a:off x="45442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6"/>
            <p:cNvSpPr/>
            <p:nvPr/>
          </p:nvSpPr>
          <p:spPr>
            <a:xfrm>
              <a:off x="45029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7"/>
            <p:cNvSpPr/>
            <p:nvPr/>
          </p:nvSpPr>
          <p:spPr>
            <a:xfrm>
              <a:off x="45159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8"/>
            <p:cNvSpPr/>
            <p:nvPr/>
          </p:nvSpPr>
          <p:spPr>
            <a:xfrm>
              <a:off x="46167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9"/>
            <p:cNvSpPr/>
            <p:nvPr/>
          </p:nvSpPr>
          <p:spPr>
            <a:xfrm>
              <a:off x="45103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80"/>
            <p:cNvSpPr/>
            <p:nvPr/>
          </p:nvSpPr>
          <p:spPr>
            <a:xfrm>
              <a:off x="45603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44928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2"/>
            <p:cNvSpPr/>
            <p:nvPr/>
          </p:nvSpPr>
          <p:spPr>
            <a:xfrm>
              <a:off x="457252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3"/>
            <p:cNvSpPr/>
            <p:nvPr/>
          </p:nvSpPr>
          <p:spPr>
            <a:xfrm>
              <a:off x="45407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4"/>
            <p:cNvSpPr/>
            <p:nvPr/>
          </p:nvSpPr>
          <p:spPr>
            <a:xfrm>
              <a:off x="461255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5"/>
            <p:cNvSpPr/>
            <p:nvPr/>
          </p:nvSpPr>
          <p:spPr>
            <a:xfrm>
              <a:off x="44469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6"/>
            <p:cNvSpPr/>
            <p:nvPr/>
          </p:nvSpPr>
          <p:spPr>
            <a:xfrm>
              <a:off x="44937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7"/>
            <p:cNvSpPr/>
            <p:nvPr/>
          </p:nvSpPr>
          <p:spPr>
            <a:xfrm>
              <a:off x="44665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46613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9"/>
            <p:cNvSpPr/>
            <p:nvPr/>
          </p:nvSpPr>
          <p:spPr>
            <a:xfrm>
              <a:off x="4481846" y="355224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90"/>
            <p:cNvSpPr/>
            <p:nvPr/>
          </p:nvSpPr>
          <p:spPr>
            <a:xfrm>
              <a:off x="46355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1"/>
            <p:cNvSpPr/>
            <p:nvPr/>
          </p:nvSpPr>
          <p:spPr>
            <a:xfrm>
              <a:off x="46409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2"/>
            <p:cNvSpPr/>
            <p:nvPr/>
          </p:nvSpPr>
          <p:spPr>
            <a:xfrm>
              <a:off x="45101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3"/>
            <p:cNvSpPr/>
            <p:nvPr/>
          </p:nvSpPr>
          <p:spPr>
            <a:xfrm>
              <a:off x="45888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4"/>
            <p:cNvSpPr/>
            <p:nvPr/>
          </p:nvSpPr>
          <p:spPr>
            <a:xfrm>
              <a:off x="46002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5"/>
            <p:cNvSpPr/>
            <p:nvPr/>
          </p:nvSpPr>
          <p:spPr>
            <a:xfrm>
              <a:off x="45235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6"/>
            <p:cNvSpPr/>
            <p:nvPr/>
          </p:nvSpPr>
          <p:spPr>
            <a:xfrm>
              <a:off x="45312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7"/>
            <p:cNvSpPr/>
            <p:nvPr/>
          </p:nvSpPr>
          <p:spPr>
            <a:xfrm>
              <a:off x="44784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8"/>
            <p:cNvSpPr/>
            <p:nvPr/>
          </p:nvSpPr>
          <p:spPr>
            <a:xfrm>
              <a:off x="46310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9"/>
            <p:cNvSpPr/>
            <p:nvPr/>
          </p:nvSpPr>
          <p:spPr>
            <a:xfrm>
              <a:off x="44780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500"/>
            <p:cNvSpPr/>
            <p:nvPr/>
          </p:nvSpPr>
          <p:spPr>
            <a:xfrm>
              <a:off x="46441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1"/>
            <p:cNvSpPr/>
            <p:nvPr/>
          </p:nvSpPr>
          <p:spPr>
            <a:xfrm>
              <a:off x="45163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2"/>
            <p:cNvSpPr/>
            <p:nvPr/>
          </p:nvSpPr>
          <p:spPr>
            <a:xfrm>
              <a:off x="45434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3"/>
            <p:cNvSpPr/>
            <p:nvPr/>
          </p:nvSpPr>
          <p:spPr>
            <a:xfrm>
              <a:off x="46216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4"/>
            <p:cNvSpPr/>
            <p:nvPr/>
          </p:nvSpPr>
          <p:spPr>
            <a:xfrm>
              <a:off x="44716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5"/>
            <p:cNvSpPr/>
            <p:nvPr/>
          </p:nvSpPr>
          <p:spPr>
            <a:xfrm>
              <a:off x="44578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6"/>
            <p:cNvSpPr/>
            <p:nvPr/>
          </p:nvSpPr>
          <p:spPr>
            <a:xfrm>
              <a:off x="45816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7"/>
            <p:cNvSpPr/>
            <p:nvPr/>
          </p:nvSpPr>
          <p:spPr>
            <a:xfrm>
              <a:off x="46327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8"/>
            <p:cNvSpPr/>
            <p:nvPr/>
          </p:nvSpPr>
          <p:spPr>
            <a:xfrm>
              <a:off x="46171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9"/>
            <p:cNvSpPr/>
            <p:nvPr/>
          </p:nvSpPr>
          <p:spPr>
            <a:xfrm>
              <a:off x="46012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10"/>
            <p:cNvSpPr/>
            <p:nvPr/>
          </p:nvSpPr>
          <p:spPr>
            <a:xfrm>
              <a:off x="4551034" y="4570235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1"/>
            <p:cNvSpPr/>
            <p:nvPr/>
          </p:nvSpPr>
          <p:spPr>
            <a:xfrm>
              <a:off x="46177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2"/>
            <p:cNvSpPr/>
            <p:nvPr/>
          </p:nvSpPr>
          <p:spPr>
            <a:xfrm>
              <a:off x="45590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3"/>
            <p:cNvSpPr/>
            <p:nvPr/>
          </p:nvSpPr>
          <p:spPr>
            <a:xfrm>
              <a:off x="45730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4"/>
            <p:cNvSpPr/>
            <p:nvPr/>
          </p:nvSpPr>
          <p:spPr>
            <a:xfrm>
              <a:off x="45417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5"/>
            <p:cNvSpPr/>
            <p:nvPr/>
          </p:nvSpPr>
          <p:spPr>
            <a:xfrm>
              <a:off x="4478987" y="5029281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6"/>
            <p:cNvSpPr/>
            <p:nvPr/>
          </p:nvSpPr>
          <p:spPr>
            <a:xfrm>
              <a:off x="45761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7"/>
            <p:cNvSpPr/>
            <p:nvPr/>
          </p:nvSpPr>
          <p:spPr>
            <a:xfrm>
              <a:off x="45147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8"/>
            <p:cNvSpPr/>
            <p:nvPr/>
          </p:nvSpPr>
          <p:spPr>
            <a:xfrm>
              <a:off x="45407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9"/>
            <p:cNvSpPr/>
            <p:nvPr/>
          </p:nvSpPr>
          <p:spPr>
            <a:xfrm>
              <a:off x="45445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20"/>
            <p:cNvSpPr/>
            <p:nvPr/>
          </p:nvSpPr>
          <p:spPr>
            <a:xfrm>
              <a:off x="44747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1"/>
            <p:cNvSpPr/>
            <p:nvPr/>
          </p:nvSpPr>
          <p:spPr>
            <a:xfrm>
              <a:off x="45369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2"/>
            <p:cNvSpPr/>
            <p:nvPr/>
          </p:nvSpPr>
          <p:spPr>
            <a:xfrm>
              <a:off x="46017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3"/>
            <p:cNvSpPr/>
            <p:nvPr/>
          </p:nvSpPr>
          <p:spPr>
            <a:xfrm>
              <a:off x="44997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4"/>
            <p:cNvSpPr/>
            <p:nvPr/>
          </p:nvSpPr>
          <p:spPr>
            <a:xfrm>
              <a:off x="46461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5"/>
            <p:cNvSpPr/>
            <p:nvPr/>
          </p:nvSpPr>
          <p:spPr>
            <a:xfrm>
              <a:off x="45451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6"/>
            <p:cNvSpPr/>
            <p:nvPr/>
          </p:nvSpPr>
          <p:spPr>
            <a:xfrm>
              <a:off x="46362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7"/>
            <p:cNvSpPr/>
            <p:nvPr/>
          </p:nvSpPr>
          <p:spPr>
            <a:xfrm>
              <a:off x="45343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8"/>
            <p:cNvSpPr/>
            <p:nvPr/>
          </p:nvSpPr>
          <p:spPr>
            <a:xfrm>
              <a:off x="46399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9"/>
            <p:cNvSpPr/>
            <p:nvPr/>
          </p:nvSpPr>
          <p:spPr>
            <a:xfrm>
              <a:off x="45640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30"/>
            <p:cNvSpPr/>
            <p:nvPr/>
          </p:nvSpPr>
          <p:spPr>
            <a:xfrm>
              <a:off x="50941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1"/>
            <p:cNvSpPr/>
            <p:nvPr/>
          </p:nvSpPr>
          <p:spPr>
            <a:xfrm>
              <a:off x="50054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2"/>
            <p:cNvSpPr/>
            <p:nvPr/>
          </p:nvSpPr>
          <p:spPr>
            <a:xfrm>
              <a:off x="50150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3"/>
            <p:cNvSpPr/>
            <p:nvPr/>
          </p:nvSpPr>
          <p:spPr>
            <a:xfrm>
              <a:off x="51203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4"/>
            <p:cNvSpPr/>
            <p:nvPr/>
          </p:nvSpPr>
          <p:spPr>
            <a:xfrm>
              <a:off x="51899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5"/>
            <p:cNvSpPr/>
            <p:nvPr/>
          </p:nvSpPr>
          <p:spPr>
            <a:xfrm>
              <a:off x="51492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6"/>
            <p:cNvSpPr/>
            <p:nvPr/>
          </p:nvSpPr>
          <p:spPr>
            <a:xfrm>
              <a:off x="514651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7"/>
            <p:cNvSpPr/>
            <p:nvPr/>
          </p:nvSpPr>
          <p:spPr>
            <a:xfrm>
              <a:off x="503768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8"/>
            <p:cNvSpPr/>
            <p:nvPr/>
          </p:nvSpPr>
          <p:spPr>
            <a:xfrm>
              <a:off x="5123575" y="398327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9"/>
            <p:cNvSpPr/>
            <p:nvPr/>
          </p:nvSpPr>
          <p:spPr>
            <a:xfrm>
              <a:off x="50306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40"/>
            <p:cNvSpPr/>
            <p:nvPr/>
          </p:nvSpPr>
          <p:spPr>
            <a:xfrm>
              <a:off x="50433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1"/>
            <p:cNvSpPr/>
            <p:nvPr/>
          </p:nvSpPr>
          <p:spPr>
            <a:xfrm>
              <a:off x="51361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2"/>
            <p:cNvSpPr/>
            <p:nvPr/>
          </p:nvSpPr>
          <p:spPr>
            <a:xfrm>
              <a:off x="51079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3"/>
            <p:cNvSpPr/>
            <p:nvPr/>
          </p:nvSpPr>
          <p:spPr>
            <a:xfrm>
              <a:off x="51261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4"/>
            <p:cNvSpPr/>
            <p:nvPr/>
          </p:nvSpPr>
          <p:spPr>
            <a:xfrm>
              <a:off x="50789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5"/>
            <p:cNvSpPr/>
            <p:nvPr/>
          </p:nvSpPr>
          <p:spPr>
            <a:xfrm>
              <a:off x="5124332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6"/>
            <p:cNvSpPr/>
            <p:nvPr/>
          </p:nvSpPr>
          <p:spPr>
            <a:xfrm>
              <a:off x="51373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7"/>
            <p:cNvSpPr/>
            <p:nvPr/>
          </p:nvSpPr>
          <p:spPr>
            <a:xfrm>
              <a:off x="51590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8"/>
            <p:cNvSpPr/>
            <p:nvPr/>
          </p:nvSpPr>
          <p:spPr>
            <a:xfrm>
              <a:off x="51942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9"/>
            <p:cNvSpPr/>
            <p:nvPr/>
          </p:nvSpPr>
          <p:spPr>
            <a:xfrm>
              <a:off x="51359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50"/>
            <p:cNvSpPr/>
            <p:nvPr/>
          </p:nvSpPr>
          <p:spPr>
            <a:xfrm>
              <a:off x="50680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1"/>
            <p:cNvSpPr/>
            <p:nvPr/>
          </p:nvSpPr>
          <p:spPr>
            <a:xfrm>
              <a:off x="50141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2"/>
            <p:cNvSpPr/>
            <p:nvPr/>
          </p:nvSpPr>
          <p:spPr>
            <a:xfrm>
              <a:off x="50951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3"/>
            <p:cNvSpPr/>
            <p:nvPr/>
          </p:nvSpPr>
          <p:spPr>
            <a:xfrm>
              <a:off x="51684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4"/>
            <p:cNvSpPr/>
            <p:nvPr/>
          </p:nvSpPr>
          <p:spPr>
            <a:xfrm>
              <a:off x="50057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5"/>
            <p:cNvSpPr/>
            <p:nvPr/>
          </p:nvSpPr>
          <p:spPr>
            <a:xfrm>
              <a:off x="5109970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6"/>
            <p:cNvSpPr/>
            <p:nvPr/>
          </p:nvSpPr>
          <p:spPr>
            <a:xfrm>
              <a:off x="51508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7"/>
            <p:cNvSpPr/>
            <p:nvPr/>
          </p:nvSpPr>
          <p:spPr>
            <a:xfrm>
              <a:off x="51069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8"/>
            <p:cNvSpPr/>
            <p:nvPr/>
          </p:nvSpPr>
          <p:spPr>
            <a:xfrm>
              <a:off x="50099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9"/>
            <p:cNvSpPr/>
            <p:nvPr/>
          </p:nvSpPr>
          <p:spPr>
            <a:xfrm>
              <a:off x="51547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60"/>
            <p:cNvSpPr/>
            <p:nvPr/>
          </p:nvSpPr>
          <p:spPr>
            <a:xfrm>
              <a:off x="50911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1"/>
            <p:cNvSpPr/>
            <p:nvPr/>
          </p:nvSpPr>
          <p:spPr>
            <a:xfrm>
              <a:off x="51788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2"/>
            <p:cNvSpPr/>
            <p:nvPr/>
          </p:nvSpPr>
          <p:spPr>
            <a:xfrm>
              <a:off x="50323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3"/>
            <p:cNvSpPr/>
            <p:nvPr/>
          </p:nvSpPr>
          <p:spPr>
            <a:xfrm>
              <a:off x="51777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4"/>
            <p:cNvSpPr/>
            <p:nvPr/>
          </p:nvSpPr>
          <p:spPr>
            <a:xfrm>
              <a:off x="51193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5"/>
            <p:cNvSpPr/>
            <p:nvPr/>
          </p:nvSpPr>
          <p:spPr>
            <a:xfrm>
              <a:off x="50102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6"/>
            <p:cNvSpPr/>
            <p:nvPr/>
          </p:nvSpPr>
          <p:spPr>
            <a:xfrm>
              <a:off x="50318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7"/>
            <p:cNvSpPr/>
            <p:nvPr/>
          </p:nvSpPr>
          <p:spPr>
            <a:xfrm>
              <a:off x="50713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8"/>
            <p:cNvSpPr/>
            <p:nvPr/>
          </p:nvSpPr>
          <p:spPr>
            <a:xfrm>
              <a:off x="5103333" y="205186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9"/>
            <p:cNvSpPr/>
            <p:nvPr/>
          </p:nvSpPr>
          <p:spPr>
            <a:xfrm>
              <a:off x="570876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70"/>
            <p:cNvSpPr/>
            <p:nvPr/>
          </p:nvSpPr>
          <p:spPr>
            <a:xfrm>
              <a:off x="50322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1"/>
            <p:cNvSpPr/>
            <p:nvPr/>
          </p:nvSpPr>
          <p:spPr>
            <a:xfrm>
              <a:off x="50509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2"/>
            <p:cNvSpPr/>
            <p:nvPr/>
          </p:nvSpPr>
          <p:spPr>
            <a:xfrm>
              <a:off x="50519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3"/>
            <p:cNvSpPr/>
            <p:nvPr/>
          </p:nvSpPr>
          <p:spPr>
            <a:xfrm>
              <a:off x="49980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4"/>
            <p:cNvSpPr/>
            <p:nvPr/>
          </p:nvSpPr>
          <p:spPr>
            <a:xfrm>
              <a:off x="5001245" y="355224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5"/>
            <p:cNvSpPr/>
            <p:nvPr/>
          </p:nvSpPr>
          <p:spPr>
            <a:xfrm>
              <a:off x="50351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6"/>
            <p:cNvSpPr/>
            <p:nvPr/>
          </p:nvSpPr>
          <p:spPr>
            <a:xfrm>
              <a:off x="5128823" y="449274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7"/>
            <p:cNvSpPr/>
            <p:nvPr/>
          </p:nvSpPr>
          <p:spPr>
            <a:xfrm>
              <a:off x="51154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8"/>
            <p:cNvSpPr/>
            <p:nvPr/>
          </p:nvSpPr>
          <p:spPr>
            <a:xfrm>
              <a:off x="50145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9"/>
            <p:cNvSpPr/>
            <p:nvPr/>
          </p:nvSpPr>
          <p:spPr>
            <a:xfrm>
              <a:off x="50276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80"/>
            <p:cNvSpPr/>
            <p:nvPr/>
          </p:nvSpPr>
          <p:spPr>
            <a:xfrm>
              <a:off x="50100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1"/>
            <p:cNvSpPr/>
            <p:nvPr/>
          </p:nvSpPr>
          <p:spPr>
            <a:xfrm>
              <a:off x="50097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2"/>
            <p:cNvSpPr/>
            <p:nvPr/>
          </p:nvSpPr>
          <p:spPr>
            <a:xfrm>
              <a:off x="50003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3"/>
            <p:cNvSpPr/>
            <p:nvPr/>
          </p:nvSpPr>
          <p:spPr>
            <a:xfrm>
              <a:off x="51819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4"/>
            <p:cNvSpPr/>
            <p:nvPr/>
          </p:nvSpPr>
          <p:spPr>
            <a:xfrm>
              <a:off x="51425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5"/>
            <p:cNvSpPr/>
            <p:nvPr/>
          </p:nvSpPr>
          <p:spPr>
            <a:xfrm>
              <a:off x="51464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6"/>
            <p:cNvSpPr/>
            <p:nvPr/>
          </p:nvSpPr>
          <p:spPr>
            <a:xfrm>
              <a:off x="51030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7"/>
            <p:cNvSpPr/>
            <p:nvPr/>
          </p:nvSpPr>
          <p:spPr>
            <a:xfrm>
              <a:off x="51348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8"/>
            <p:cNvSpPr/>
            <p:nvPr/>
          </p:nvSpPr>
          <p:spPr>
            <a:xfrm>
              <a:off x="55772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9"/>
            <p:cNvSpPr/>
            <p:nvPr/>
          </p:nvSpPr>
          <p:spPr>
            <a:xfrm>
              <a:off x="50661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90"/>
            <p:cNvSpPr/>
            <p:nvPr/>
          </p:nvSpPr>
          <p:spPr>
            <a:xfrm>
              <a:off x="50424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1"/>
            <p:cNvSpPr/>
            <p:nvPr/>
          </p:nvSpPr>
          <p:spPr>
            <a:xfrm>
              <a:off x="50583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2"/>
            <p:cNvSpPr/>
            <p:nvPr/>
          </p:nvSpPr>
          <p:spPr>
            <a:xfrm>
              <a:off x="51904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3"/>
            <p:cNvSpPr/>
            <p:nvPr/>
          </p:nvSpPr>
          <p:spPr>
            <a:xfrm>
              <a:off x="50659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4"/>
            <p:cNvSpPr/>
            <p:nvPr/>
          </p:nvSpPr>
          <p:spPr>
            <a:xfrm>
              <a:off x="51096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5"/>
            <p:cNvSpPr/>
            <p:nvPr/>
          </p:nvSpPr>
          <p:spPr>
            <a:xfrm>
              <a:off x="50667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6"/>
            <p:cNvSpPr/>
            <p:nvPr/>
          </p:nvSpPr>
          <p:spPr>
            <a:xfrm>
              <a:off x="51267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t597"/>
            <p:cNvSpPr/>
            <p:nvPr/>
          </p:nvSpPr>
          <p:spPr>
            <a:xfrm>
              <a:off x="49905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t598"/>
            <p:cNvSpPr/>
            <p:nvPr/>
          </p:nvSpPr>
          <p:spPr>
            <a:xfrm>
              <a:off x="5012030" y="20518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t599"/>
            <p:cNvSpPr/>
            <p:nvPr/>
          </p:nvSpPr>
          <p:spPr>
            <a:xfrm>
              <a:off x="5169467" y="471121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t600"/>
            <p:cNvSpPr/>
            <p:nvPr/>
          </p:nvSpPr>
          <p:spPr>
            <a:xfrm>
              <a:off x="5653112" y="233133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t601"/>
            <p:cNvSpPr/>
            <p:nvPr/>
          </p:nvSpPr>
          <p:spPr>
            <a:xfrm>
              <a:off x="56376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t602"/>
            <p:cNvSpPr/>
            <p:nvPr/>
          </p:nvSpPr>
          <p:spPr>
            <a:xfrm>
              <a:off x="55629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t603"/>
            <p:cNvSpPr/>
            <p:nvPr/>
          </p:nvSpPr>
          <p:spPr>
            <a:xfrm>
              <a:off x="57049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t604"/>
            <p:cNvSpPr/>
            <p:nvPr/>
          </p:nvSpPr>
          <p:spPr>
            <a:xfrm>
              <a:off x="57140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t605"/>
            <p:cNvSpPr/>
            <p:nvPr/>
          </p:nvSpPr>
          <p:spPr>
            <a:xfrm>
              <a:off x="571179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t606"/>
            <p:cNvSpPr/>
            <p:nvPr/>
          </p:nvSpPr>
          <p:spPr>
            <a:xfrm>
              <a:off x="55830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t607"/>
            <p:cNvSpPr/>
            <p:nvPr/>
          </p:nvSpPr>
          <p:spPr>
            <a:xfrm>
              <a:off x="56877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t608"/>
            <p:cNvSpPr/>
            <p:nvPr/>
          </p:nvSpPr>
          <p:spPr>
            <a:xfrm>
              <a:off x="55765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t609"/>
            <p:cNvSpPr/>
            <p:nvPr/>
          </p:nvSpPr>
          <p:spPr>
            <a:xfrm>
              <a:off x="55894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t610"/>
            <p:cNvSpPr/>
            <p:nvPr/>
          </p:nvSpPr>
          <p:spPr>
            <a:xfrm>
              <a:off x="57248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t611"/>
            <p:cNvSpPr/>
            <p:nvPr/>
          </p:nvSpPr>
          <p:spPr>
            <a:xfrm>
              <a:off x="55315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t612"/>
            <p:cNvSpPr/>
            <p:nvPr/>
          </p:nvSpPr>
          <p:spPr>
            <a:xfrm>
              <a:off x="57213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t613"/>
            <p:cNvSpPr/>
            <p:nvPr/>
          </p:nvSpPr>
          <p:spPr>
            <a:xfrm>
              <a:off x="56487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t614"/>
            <p:cNvSpPr/>
            <p:nvPr/>
          </p:nvSpPr>
          <p:spPr>
            <a:xfrm>
              <a:off x="571742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t615"/>
            <p:cNvSpPr/>
            <p:nvPr/>
          </p:nvSpPr>
          <p:spPr>
            <a:xfrm>
              <a:off x="57267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t616"/>
            <p:cNvSpPr/>
            <p:nvPr/>
          </p:nvSpPr>
          <p:spPr>
            <a:xfrm>
              <a:off x="56668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t617"/>
            <p:cNvSpPr/>
            <p:nvPr/>
          </p:nvSpPr>
          <p:spPr>
            <a:xfrm>
              <a:off x="5551393" y="480956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t618"/>
            <p:cNvSpPr/>
            <p:nvPr/>
          </p:nvSpPr>
          <p:spPr>
            <a:xfrm>
              <a:off x="5717174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t619"/>
            <p:cNvSpPr/>
            <p:nvPr/>
          </p:nvSpPr>
          <p:spPr>
            <a:xfrm>
              <a:off x="56481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t620"/>
            <p:cNvSpPr/>
            <p:nvPr/>
          </p:nvSpPr>
          <p:spPr>
            <a:xfrm>
              <a:off x="55948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t621"/>
            <p:cNvSpPr/>
            <p:nvPr/>
          </p:nvSpPr>
          <p:spPr>
            <a:xfrm>
              <a:off x="56929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t622"/>
            <p:cNvSpPr/>
            <p:nvPr/>
          </p:nvSpPr>
          <p:spPr>
            <a:xfrm>
              <a:off x="5560340" y="468227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t623"/>
            <p:cNvSpPr/>
            <p:nvPr/>
          </p:nvSpPr>
          <p:spPr>
            <a:xfrm>
              <a:off x="55524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t624"/>
            <p:cNvSpPr/>
            <p:nvPr/>
          </p:nvSpPr>
          <p:spPr>
            <a:xfrm>
              <a:off x="5600444" y="450985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t625"/>
            <p:cNvSpPr/>
            <p:nvPr/>
          </p:nvSpPr>
          <p:spPr>
            <a:xfrm>
              <a:off x="55260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t626"/>
            <p:cNvSpPr/>
            <p:nvPr/>
          </p:nvSpPr>
          <p:spPr>
            <a:xfrm>
              <a:off x="56185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t627"/>
            <p:cNvSpPr/>
            <p:nvPr/>
          </p:nvSpPr>
          <p:spPr>
            <a:xfrm>
              <a:off x="56799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t628"/>
            <p:cNvSpPr/>
            <p:nvPr/>
          </p:nvSpPr>
          <p:spPr>
            <a:xfrm>
              <a:off x="56140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t629"/>
            <p:cNvSpPr/>
            <p:nvPr/>
          </p:nvSpPr>
          <p:spPr>
            <a:xfrm>
              <a:off x="56203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t630"/>
            <p:cNvSpPr/>
            <p:nvPr/>
          </p:nvSpPr>
          <p:spPr>
            <a:xfrm>
              <a:off x="554515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t631"/>
            <p:cNvSpPr/>
            <p:nvPr/>
          </p:nvSpPr>
          <p:spPr>
            <a:xfrm>
              <a:off x="57056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t632"/>
            <p:cNvSpPr/>
            <p:nvPr/>
          </p:nvSpPr>
          <p:spPr>
            <a:xfrm>
              <a:off x="56997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t633"/>
            <p:cNvSpPr/>
            <p:nvPr/>
          </p:nvSpPr>
          <p:spPr>
            <a:xfrm>
              <a:off x="5576089" y="232666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t634"/>
            <p:cNvSpPr/>
            <p:nvPr/>
          </p:nvSpPr>
          <p:spPr>
            <a:xfrm>
              <a:off x="57232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t635"/>
            <p:cNvSpPr/>
            <p:nvPr/>
          </p:nvSpPr>
          <p:spPr>
            <a:xfrm>
              <a:off x="5536702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t636"/>
            <p:cNvSpPr/>
            <p:nvPr/>
          </p:nvSpPr>
          <p:spPr>
            <a:xfrm>
              <a:off x="57407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t637"/>
            <p:cNvSpPr/>
            <p:nvPr/>
          </p:nvSpPr>
          <p:spPr>
            <a:xfrm>
              <a:off x="57354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t638"/>
            <p:cNvSpPr/>
            <p:nvPr/>
          </p:nvSpPr>
          <p:spPr>
            <a:xfrm>
              <a:off x="55948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t639"/>
            <p:cNvSpPr/>
            <p:nvPr/>
          </p:nvSpPr>
          <p:spPr>
            <a:xfrm>
              <a:off x="55755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t640"/>
            <p:cNvSpPr/>
            <p:nvPr/>
          </p:nvSpPr>
          <p:spPr>
            <a:xfrm>
              <a:off x="55574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t641"/>
            <p:cNvSpPr/>
            <p:nvPr/>
          </p:nvSpPr>
          <p:spPr>
            <a:xfrm>
              <a:off x="564039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t642"/>
            <p:cNvSpPr/>
            <p:nvPr/>
          </p:nvSpPr>
          <p:spPr>
            <a:xfrm>
              <a:off x="56320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t643"/>
            <p:cNvSpPr/>
            <p:nvPr/>
          </p:nvSpPr>
          <p:spPr>
            <a:xfrm>
              <a:off x="5673949" y="482543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t644"/>
            <p:cNvSpPr/>
            <p:nvPr/>
          </p:nvSpPr>
          <p:spPr>
            <a:xfrm>
              <a:off x="55879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t645"/>
            <p:cNvSpPr/>
            <p:nvPr/>
          </p:nvSpPr>
          <p:spPr>
            <a:xfrm>
              <a:off x="57047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t646"/>
            <p:cNvSpPr/>
            <p:nvPr/>
          </p:nvSpPr>
          <p:spPr>
            <a:xfrm>
              <a:off x="55354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t647"/>
            <p:cNvSpPr/>
            <p:nvPr/>
          </p:nvSpPr>
          <p:spPr>
            <a:xfrm>
              <a:off x="57311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t648"/>
            <p:cNvSpPr/>
            <p:nvPr/>
          </p:nvSpPr>
          <p:spPr>
            <a:xfrm>
              <a:off x="56866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t649"/>
            <p:cNvSpPr/>
            <p:nvPr/>
          </p:nvSpPr>
          <p:spPr>
            <a:xfrm>
              <a:off x="55659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t650"/>
            <p:cNvSpPr/>
            <p:nvPr/>
          </p:nvSpPr>
          <p:spPr>
            <a:xfrm>
              <a:off x="55365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t651"/>
            <p:cNvSpPr/>
            <p:nvPr/>
          </p:nvSpPr>
          <p:spPr>
            <a:xfrm>
              <a:off x="56468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t652"/>
            <p:cNvSpPr/>
            <p:nvPr/>
          </p:nvSpPr>
          <p:spPr>
            <a:xfrm>
              <a:off x="55688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t653"/>
            <p:cNvSpPr/>
            <p:nvPr/>
          </p:nvSpPr>
          <p:spPr>
            <a:xfrm>
              <a:off x="56435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t654"/>
            <p:cNvSpPr/>
            <p:nvPr/>
          </p:nvSpPr>
          <p:spPr>
            <a:xfrm>
              <a:off x="56774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t655"/>
            <p:cNvSpPr/>
            <p:nvPr/>
          </p:nvSpPr>
          <p:spPr>
            <a:xfrm>
              <a:off x="56096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t656"/>
            <p:cNvSpPr/>
            <p:nvPr/>
          </p:nvSpPr>
          <p:spPr>
            <a:xfrm>
              <a:off x="57310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t657"/>
            <p:cNvSpPr/>
            <p:nvPr/>
          </p:nvSpPr>
          <p:spPr>
            <a:xfrm>
              <a:off x="56135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t658"/>
            <p:cNvSpPr/>
            <p:nvPr/>
          </p:nvSpPr>
          <p:spPr>
            <a:xfrm>
              <a:off x="5549484" y="20518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t659"/>
            <p:cNvSpPr/>
            <p:nvPr/>
          </p:nvSpPr>
          <p:spPr>
            <a:xfrm>
              <a:off x="56622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t660"/>
            <p:cNvSpPr/>
            <p:nvPr/>
          </p:nvSpPr>
          <p:spPr>
            <a:xfrm>
              <a:off x="568498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t661"/>
            <p:cNvSpPr/>
            <p:nvPr/>
          </p:nvSpPr>
          <p:spPr>
            <a:xfrm>
              <a:off x="561355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t662"/>
            <p:cNvSpPr/>
            <p:nvPr/>
          </p:nvSpPr>
          <p:spPr>
            <a:xfrm>
              <a:off x="5691532" y="20518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t663"/>
            <p:cNvSpPr/>
            <p:nvPr/>
          </p:nvSpPr>
          <p:spPr>
            <a:xfrm>
              <a:off x="56163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t664"/>
            <p:cNvSpPr/>
            <p:nvPr/>
          </p:nvSpPr>
          <p:spPr>
            <a:xfrm>
              <a:off x="56581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t665"/>
            <p:cNvSpPr/>
            <p:nvPr/>
          </p:nvSpPr>
          <p:spPr>
            <a:xfrm>
              <a:off x="5555670" y="473704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t666"/>
            <p:cNvSpPr/>
            <p:nvPr/>
          </p:nvSpPr>
          <p:spPr>
            <a:xfrm>
              <a:off x="57041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t667"/>
            <p:cNvSpPr/>
            <p:nvPr/>
          </p:nvSpPr>
          <p:spPr>
            <a:xfrm>
              <a:off x="56253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t668"/>
            <p:cNvSpPr/>
            <p:nvPr/>
          </p:nvSpPr>
          <p:spPr>
            <a:xfrm>
              <a:off x="56045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t669"/>
            <p:cNvSpPr/>
            <p:nvPr/>
          </p:nvSpPr>
          <p:spPr>
            <a:xfrm>
              <a:off x="57100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t670"/>
            <p:cNvSpPr/>
            <p:nvPr/>
          </p:nvSpPr>
          <p:spPr>
            <a:xfrm>
              <a:off x="56479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t671"/>
            <p:cNvSpPr/>
            <p:nvPr/>
          </p:nvSpPr>
          <p:spPr>
            <a:xfrm>
              <a:off x="561594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t672"/>
            <p:cNvSpPr/>
            <p:nvPr/>
          </p:nvSpPr>
          <p:spPr>
            <a:xfrm>
              <a:off x="559425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t673"/>
            <p:cNvSpPr/>
            <p:nvPr/>
          </p:nvSpPr>
          <p:spPr>
            <a:xfrm>
              <a:off x="55829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t674"/>
            <p:cNvSpPr/>
            <p:nvPr/>
          </p:nvSpPr>
          <p:spPr>
            <a:xfrm>
              <a:off x="62807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t675"/>
            <p:cNvSpPr/>
            <p:nvPr/>
          </p:nvSpPr>
          <p:spPr>
            <a:xfrm>
              <a:off x="6230005" y="485437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t676"/>
            <p:cNvSpPr/>
            <p:nvPr/>
          </p:nvSpPr>
          <p:spPr>
            <a:xfrm>
              <a:off x="618509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t677"/>
            <p:cNvSpPr/>
            <p:nvPr/>
          </p:nvSpPr>
          <p:spPr>
            <a:xfrm>
              <a:off x="607516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t678"/>
            <p:cNvSpPr/>
            <p:nvPr/>
          </p:nvSpPr>
          <p:spPr>
            <a:xfrm>
              <a:off x="614688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t679"/>
            <p:cNvSpPr/>
            <p:nvPr/>
          </p:nvSpPr>
          <p:spPr>
            <a:xfrm>
              <a:off x="627812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t680"/>
            <p:cNvSpPr/>
            <p:nvPr/>
          </p:nvSpPr>
          <p:spPr>
            <a:xfrm>
              <a:off x="623487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t681"/>
            <p:cNvSpPr/>
            <p:nvPr/>
          </p:nvSpPr>
          <p:spPr>
            <a:xfrm>
              <a:off x="627879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t682"/>
            <p:cNvSpPr/>
            <p:nvPr/>
          </p:nvSpPr>
          <p:spPr>
            <a:xfrm>
              <a:off x="621820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t683"/>
            <p:cNvSpPr/>
            <p:nvPr/>
          </p:nvSpPr>
          <p:spPr>
            <a:xfrm>
              <a:off x="62811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t684"/>
            <p:cNvSpPr/>
            <p:nvPr/>
          </p:nvSpPr>
          <p:spPr>
            <a:xfrm>
              <a:off x="625193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t685"/>
            <p:cNvSpPr/>
            <p:nvPr/>
          </p:nvSpPr>
          <p:spPr>
            <a:xfrm>
              <a:off x="62631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t686"/>
            <p:cNvSpPr/>
            <p:nvPr/>
          </p:nvSpPr>
          <p:spPr>
            <a:xfrm>
              <a:off x="624682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t687"/>
            <p:cNvSpPr/>
            <p:nvPr/>
          </p:nvSpPr>
          <p:spPr>
            <a:xfrm>
              <a:off x="622810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t688"/>
            <p:cNvSpPr/>
            <p:nvPr/>
          </p:nvSpPr>
          <p:spPr>
            <a:xfrm>
              <a:off x="626587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t689"/>
            <p:cNvSpPr/>
            <p:nvPr/>
          </p:nvSpPr>
          <p:spPr>
            <a:xfrm>
              <a:off x="619027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t690"/>
            <p:cNvSpPr/>
            <p:nvPr/>
          </p:nvSpPr>
          <p:spPr>
            <a:xfrm>
              <a:off x="614569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t691"/>
            <p:cNvSpPr/>
            <p:nvPr/>
          </p:nvSpPr>
          <p:spPr>
            <a:xfrm>
              <a:off x="6071979" y="470966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t692"/>
            <p:cNvSpPr/>
            <p:nvPr/>
          </p:nvSpPr>
          <p:spPr>
            <a:xfrm>
              <a:off x="620828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t693"/>
            <p:cNvSpPr/>
            <p:nvPr/>
          </p:nvSpPr>
          <p:spPr>
            <a:xfrm>
              <a:off x="62093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t694"/>
            <p:cNvSpPr/>
            <p:nvPr/>
          </p:nvSpPr>
          <p:spPr>
            <a:xfrm>
              <a:off x="62105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t695"/>
            <p:cNvSpPr/>
            <p:nvPr/>
          </p:nvSpPr>
          <p:spPr>
            <a:xfrm>
              <a:off x="60789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t696"/>
            <p:cNvSpPr/>
            <p:nvPr/>
          </p:nvSpPr>
          <p:spPr>
            <a:xfrm>
              <a:off x="61463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t697"/>
            <p:cNvSpPr/>
            <p:nvPr/>
          </p:nvSpPr>
          <p:spPr>
            <a:xfrm>
              <a:off x="61781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t698"/>
            <p:cNvSpPr/>
            <p:nvPr/>
          </p:nvSpPr>
          <p:spPr>
            <a:xfrm>
              <a:off x="61083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t699"/>
            <p:cNvSpPr/>
            <p:nvPr/>
          </p:nvSpPr>
          <p:spPr>
            <a:xfrm>
              <a:off x="61615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t700"/>
            <p:cNvSpPr/>
            <p:nvPr/>
          </p:nvSpPr>
          <p:spPr>
            <a:xfrm>
              <a:off x="61617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t701"/>
            <p:cNvSpPr/>
            <p:nvPr/>
          </p:nvSpPr>
          <p:spPr>
            <a:xfrm>
              <a:off x="61325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t702"/>
            <p:cNvSpPr/>
            <p:nvPr/>
          </p:nvSpPr>
          <p:spPr>
            <a:xfrm>
              <a:off x="61933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t703"/>
            <p:cNvSpPr/>
            <p:nvPr/>
          </p:nvSpPr>
          <p:spPr>
            <a:xfrm>
              <a:off x="61265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t704"/>
            <p:cNvSpPr/>
            <p:nvPr/>
          </p:nvSpPr>
          <p:spPr>
            <a:xfrm>
              <a:off x="61001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t705"/>
            <p:cNvSpPr/>
            <p:nvPr/>
          </p:nvSpPr>
          <p:spPr>
            <a:xfrm>
              <a:off x="61431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t706"/>
            <p:cNvSpPr/>
            <p:nvPr/>
          </p:nvSpPr>
          <p:spPr>
            <a:xfrm>
              <a:off x="619400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t707"/>
            <p:cNvSpPr/>
            <p:nvPr/>
          </p:nvSpPr>
          <p:spPr>
            <a:xfrm>
              <a:off x="619986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t708"/>
            <p:cNvSpPr/>
            <p:nvPr/>
          </p:nvSpPr>
          <p:spPr>
            <a:xfrm>
              <a:off x="61937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t709"/>
            <p:cNvSpPr/>
            <p:nvPr/>
          </p:nvSpPr>
          <p:spPr>
            <a:xfrm>
              <a:off x="62399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t710"/>
            <p:cNvSpPr/>
            <p:nvPr/>
          </p:nvSpPr>
          <p:spPr>
            <a:xfrm>
              <a:off x="62166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t711"/>
            <p:cNvSpPr/>
            <p:nvPr/>
          </p:nvSpPr>
          <p:spPr>
            <a:xfrm>
              <a:off x="60840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t712"/>
            <p:cNvSpPr/>
            <p:nvPr/>
          </p:nvSpPr>
          <p:spPr>
            <a:xfrm>
              <a:off x="62434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t713"/>
            <p:cNvSpPr/>
            <p:nvPr/>
          </p:nvSpPr>
          <p:spPr>
            <a:xfrm>
              <a:off x="61550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t714"/>
            <p:cNvSpPr/>
            <p:nvPr/>
          </p:nvSpPr>
          <p:spPr>
            <a:xfrm>
              <a:off x="61691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t715"/>
            <p:cNvSpPr/>
            <p:nvPr/>
          </p:nvSpPr>
          <p:spPr>
            <a:xfrm>
              <a:off x="62260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t716"/>
            <p:cNvSpPr/>
            <p:nvPr/>
          </p:nvSpPr>
          <p:spPr>
            <a:xfrm>
              <a:off x="62215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t717"/>
            <p:cNvSpPr/>
            <p:nvPr/>
          </p:nvSpPr>
          <p:spPr>
            <a:xfrm>
              <a:off x="61545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t718"/>
            <p:cNvSpPr/>
            <p:nvPr/>
          </p:nvSpPr>
          <p:spPr>
            <a:xfrm>
              <a:off x="62457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t719"/>
            <p:cNvSpPr/>
            <p:nvPr/>
          </p:nvSpPr>
          <p:spPr>
            <a:xfrm>
              <a:off x="61034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t720"/>
            <p:cNvSpPr/>
            <p:nvPr/>
          </p:nvSpPr>
          <p:spPr>
            <a:xfrm>
              <a:off x="61552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t721"/>
            <p:cNvSpPr/>
            <p:nvPr/>
          </p:nvSpPr>
          <p:spPr>
            <a:xfrm>
              <a:off x="6229607" y="232946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t722"/>
            <p:cNvSpPr/>
            <p:nvPr/>
          </p:nvSpPr>
          <p:spPr>
            <a:xfrm>
              <a:off x="62557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t723"/>
            <p:cNvSpPr/>
            <p:nvPr/>
          </p:nvSpPr>
          <p:spPr>
            <a:xfrm>
              <a:off x="607402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t724"/>
            <p:cNvSpPr/>
            <p:nvPr/>
          </p:nvSpPr>
          <p:spPr>
            <a:xfrm>
              <a:off x="61174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t725"/>
            <p:cNvSpPr/>
            <p:nvPr/>
          </p:nvSpPr>
          <p:spPr>
            <a:xfrm>
              <a:off x="62636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t726"/>
            <p:cNvSpPr/>
            <p:nvPr/>
          </p:nvSpPr>
          <p:spPr>
            <a:xfrm>
              <a:off x="6262469" y="364062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t727"/>
            <p:cNvSpPr/>
            <p:nvPr/>
          </p:nvSpPr>
          <p:spPr>
            <a:xfrm>
              <a:off x="62563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t728"/>
            <p:cNvSpPr/>
            <p:nvPr/>
          </p:nvSpPr>
          <p:spPr>
            <a:xfrm>
              <a:off x="62594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t729"/>
            <p:cNvSpPr/>
            <p:nvPr/>
          </p:nvSpPr>
          <p:spPr>
            <a:xfrm>
              <a:off x="62320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t730"/>
            <p:cNvSpPr/>
            <p:nvPr/>
          </p:nvSpPr>
          <p:spPr>
            <a:xfrm>
              <a:off x="61752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t731"/>
            <p:cNvSpPr/>
            <p:nvPr/>
          </p:nvSpPr>
          <p:spPr>
            <a:xfrm>
              <a:off x="60915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t732"/>
            <p:cNvSpPr/>
            <p:nvPr/>
          </p:nvSpPr>
          <p:spPr>
            <a:xfrm>
              <a:off x="62454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t733"/>
            <p:cNvSpPr/>
            <p:nvPr/>
          </p:nvSpPr>
          <p:spPr>
            <a:xfrm>
              <a:off x="61172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t734"/>
            <p:cNvSpPr/>
            <p:nvPr/>
          </p:nvSpPr>
          <p:spPr>
            <a:xfrm>
              <a:off x="62695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t735"/>
            <p:cNvSpPr/>
            <p:nvPr/>
          </p:nvSpPr>
          <p:spPr>
            <a:xfrm>
              <a:off x="623688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t736"/>
            <p:cNvSpPr/>
            <p:nvPr/>
          </p:nvSpPr>
          <p:spPr>
            <a:xfrm>
              <a:off x="61082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t737"/>
            <p:cNvSpPr/>
            <p:nvPr/>
          </p:nvSpPr>
          <p:spPr>
            <a:xfrm>
              <a:off x="61369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t738"/>
            <p:cNvSpPr/>
            <p:nvPr/>
          </p:nvSpPr>
          <p:spPr>
            <a:xfrm>
              <a:off x="61168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t739"/>
            <p:cNvSpPr/>
            <p:nvPr/>
          </p:nvSpPr>
          <p:spPr>
            <a:xfrm>
              <a:off x="61096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t740"/>
            <p:cNvSpPr/>
            <p:nvPr/>
          </p:nvSpPr>
          <p:spPr>
            <a:xfrm>
              <a:off x="61000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t741"/>
            <p:cNvSpPr/>
            <p:nvPr/>
          </p:nvSpPr>
          <p:spPr>
            <a:xfrm>
              <a:off x="62724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t742"/>
            <p:cNvSpPr/>
            <p:nvPr/>
          </p:nvSpPr>
          <p:spPr>
            <a:xfrm>
              <a:off x="6086384" y="355348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t743"/>
            <p:cNvSpPr/>
            <p:nvPr/>
          </p:nvSpPr>
          <p:spPr>
            <a:xfrm>
              <a:off x="62757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t744"/>
            <p:cNvSpPr/>
            <p:nvPr/>
          </p:nvSpPr>
          <p:spPr>
            <a:xfrm>
              <a:off x="61430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t745"/>
            <p:cNvSpPr/>
            <p:nvPr/>
          </p:nvSpPr>
          <p:spPr>
            <a:xfrm>
              <a:off x="62781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t746"/>
            <p:cNvSpPr/>
            <p:nvPr/>
          </p:nvSpPr>
          <p:spPr>
            <a:xfrm>
              <a:off x="60677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t747"/>
            <p:cNvSpPr/>
            <p:nvPr/>
          </p:nvSpPr>
          <p:spPr>
            <a:xfrm>
              <a:off x="61458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t748"/>
            <p:cNvSpPr/>
            <p:nvPr/>
          </p:nvSpPr>
          <p:spPr>
            <a:xfrm>
              <a:off x="61036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t749"/>
            <p:cNvSpPr/>
            <p:nvPr/>
          </p:nvSpPr>
          <p:spPr>
            <a:xfrm>
              <a:off x="62674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t750"/>
            <p:cNvSpPr/>
            <p:nvPr/>
          </p:nvSpPr>
          <p:spPr>
            <a:xfrm>
              <a:off x="6267242" y="416160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t751"/>
            <p:cNvSpPr/>
            <p:nvPr/>
          </p:nvSpPr>
          <p:spPr>
            <a:xfrm>
              <a:off x="62308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t752"/>
            <p:cNvSpPr/>
            <p:nvPr/>
          </p:nvSpPr>
          <p:spPr>
            <a:xfrm>
              <a:off x="61799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t753"/>
            <p:cNvSpPr/>
            <p:nvPr/>
          </p:nvSpPr>
          <p:spPr>
            <a:xfrm>
              <a:off x="61481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t754"/>
            <p:cNvSpPr/>
            <p:nvPr/>
          </p:nvSpPr>
          <p:spPr>
            <a:xfrm>
              <a:off x="61731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t755"/>
            <p:cNvSpPr/>
            <p:nvPr/>
          </p:nvSpPr>
          <p:spPr>
            <a:xfrm>
              <a:off x="61707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t756"/>
            <p:cNvSpPr/>
            <p:nvPr/>
          </p:nvSpPr>
          <p:spPr>
            <a:xfrm>
              <a:off x="62113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t757"/>
            <p:cNvSpPr/>
            <p:nvPr/>
          </p:nvSpPr>
          <p:spPr>
            <a:xfrm>
              <a:off x="66357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t758"/>
            <p:cNvSpPr/>
            <p:nvPr/>
          </p:nvSpPr>
          <p:spPr>
            <a:xfrm>
              <a:off x="66806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t759"/>
            <p:cNvSpPr/>
            <p:nvPr/>
          </p:nvSpPr>
          <p:spPr>
            <a:xfrm>
              <a:off x="66889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t760"/>
            <p:cNvSpPr/>
            <p:nvPr/>
          </p:nvSpPr>
          <p:spPr>
            <a:xfrm>
              <a:off x="67243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t761"/>
            <p:cNvSpPr/>
            <p:nvPr/>
          </p:nvSpPr>
          <p:spPr>
            <a:xfrm>
              <a:off x="66655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t762"/>
            <p:cNvSpPr/>
            <p:nvPr/>
          </p:nvSpPr>
          <p:spPr>
            <a:xfrm>
              <a:off x="66112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t763"/>
            <p:cNvSpPr/>
            <p:nvPr/>
          </p:nvSpPr>
          <p:spPr>
            <a:xfrm>
              <a:off x="66858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t764"/>
            <p:cNvSpPr/>
            <p:nvPr/>
          </p:nvSpPr>
          <p:spPr>
            <a:xfrm>
              <a:off x="66880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t765"/>
            <p:cNvSpPr/>
            <p:nvPr/>
          </p:nvSpPr>
          <p:spPr>
            <a:xfrm>
              <a:off x="66080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t766"/>
            <p:cNvSpPr/>
            <p:nvPr/>
          </p:nvSpPr>
          <p:spPr>
            <a:xfrm>
              <a:off x="67017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t767"/>
            <p:cNvSpPr/>
            <p:nvPr/>
          </p:nvSpPr>
          <p:spPr>
            <a:xfrm>
              <a:off x="68007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t768"/>
            <p:cNvSpPr/>
            <p:nvPr/>
          </p:nvSpPr>
          <p:spPr>
            <a:xfrm>
              <a:off x="66527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t769"/>
            <p:cNvSpPr/>
            <p:nvPr/>
          </p:nvSpPr>
          <p:spPr>
            <a:xfrm>
              <a:off x="67257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t770"/>
            <p:cNvSpPr/>
            <p:nvPr/>
          </p:nvSpPr>
          <p:spPr>
            <a:xfrm>
              <a:off x="66632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t771"/>
            <p:cNvSpPr/>
            <p:nvPr/>
          </p:nvSpPr>
          <p:spPr>
            <a:xfrm>
              <a:off x="67019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t772"/>
            <p:cNvSpPr/>
            <p:nvPr/>
          </p:nvSpPr>
          <p:spPr>
            <a:xfrm>
              <a:off x="66090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t773"/>
            <p:cNvSpPr/>
            <p:nvPr/>
          </p:nvSpPr>
          <p:spPr>
            <a:xfrm>
              <a:off x="66166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t774"/>
            <p:cNvSpPr/>
            <p:nvPr/>
          </p:nvSpPr>
          <p:spPr>
            <a:xfrm>
              <a:off x="67304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t775"/>
            <p:cNvSpPr/>
            <p:nvPr/>
          </p:nvSpPr>
          <p:spPr>
            <a:xfrm>
              <a:off x="67158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t776"/>
            <p:cNvSpPr/>
            <p:nvPr/>
          </p:nvSpPr>
          <p:spPr>
            <a:xfrm>
              <a:off x="66409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t777"/>
            <p:cNvSpPr/>
            <p:nvPr/>
          </p:nvSpPr>
          <p:spPr>
            <a:xfrm>
              <a:off x="67939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t778"/>
            <p:cNvSpPr/>
            <p:nvPr/>
          </p:nvSpPr>
          <p:spPr>
            <a:xfrm>
              <a:off x="67411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t779"/>
            <p:cNvSpPr/>
            <p:nvPr/>
          </p:nvSpPr>
          <p:spPr>
            <a:xfrm>
              <a:off x="67575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t780"/>
            <p:cNvSpPr/>
            <p:nvPr/>
          </p:nvSpPr>
          <p:spPr>
            <a:xfrm>
              <a:off x="67099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t781"/>
            <p:cNvSpPr/>
            <p:nvPr/>
          </p:nvSpPr>
          <p:spPr>
            <a:xfrm>
              <a:off x="67171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t782"/>
            <p:cNvSpPr/>
            <p:nvPr/>
          </p:nvSpPr>
          <p:spPr>
            <a:xfrm>
              <a:off x="67832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t783"/>
            <p:cNvSpPr/>
            <p:nvPr/>
          </p:nvSpPr>
          <p:spPr>
            <a:xfrm>
              <a:off x="66501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t784"/>
            <p:cNvSpPr/>
            <p:nvPr/>
          </p:nvSpPr>
          <p:spPr>
            <a:xfrm>
              <a:off x="67568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t785"/>
            <p:cNvSpPr/>
            <p:nvPr/>
          </p:nvSpPr>
          <p:spPr>
            <a:xfrm>
              <a:off x="67215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t786"/>
            <p:cNvSpPr/>
            <p:nvPr/>
          </p:nvSpPr>
          <p:spPr>
            <a:xfrm>
              <a:off x="66211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t787"/>
            <p:cNvSpPr/>
            <p:nvPr/>
          </p:nvSpPr>
          <p:spPr>
            <a:xfrm>
              <a:off x="66661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t788"/>
            <p:cNvSpPr/>
            <p:nvPr/>
          </p:nvSpPr>
          <p:spPr>
            <a:xfrm>
              <a:off x="6748154" y="20518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t789"/>
            <p:cNvSpPr/>
            <p:nvPr/>
          </p:nvSpPr>
          <p:spPr>
            <a:xfrm>
              <a:off x="66590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t790"/>
            <p:cNvSpPr/>
            <p:nvPr/>
          </p:nvSpPr>
          <p:spPr>
            <a:xfrm>
              <a:off x="66846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t791"/>
            <p:cNvSpPr/>
            <p:nvPr/>
          </p:nvSpPr>
          <p:spPr>
            <a:xfrm>
              <a:off x="6803557" y="492813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t792"/>
            <p:cNvSpPr/>
            <p:nvPr/>
          </p:nvSpPr>
          <p:spPr>
            <a:xfrm>
              <a:off x="6800263" y="462998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t793"/>
            <p:cNvSpPr/>
            <p:nvPr/>
          </p:nvSpPr>
          <p:spPr>
            <a:xfrm>
              <a:off x="66124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t794"/>
            <p:cNvSpPr/>
            <p:nvPr/>
          </p:nvSpPr>
          <p:spPr>
            <a:xfrm>
              <a:off x="67835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t795"/>
            <p:cNvSpPr/>
            <p:nvPr/>
          </p:nvSpPr>
          <p:spPr>
            <a:xfrm>
              <a:off x="66260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t796"/>
            <p:cNvSpPr/>
            <p:nvPr/>
          </p:nvSpPr>
          <p:spPr>
            <a:xfrm>
              <a:off x="68174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t797"/>
            <p:cNvSpPr/>
            <p:nvPr/>
          </p:nvSpPr>
          <p:spPr>
            <a:xfrm>
              <a:off x="66766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t798"/>
            <p:cNvSpPr/>
            <p:nvPr/>
          </p:nvSpPr>
          <p:spPr>
            <a:xfrm>
              <a:off x="6731119" y="386594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t799"/>
            <p:cNvSpPr/>
            <p:nvPr/>
          </p:nvSpPr>
          <p:spPr>
            <a:xfrm>
              <a:off x="68009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t800"/>
            <p:cNvSpPr/>
            <p:nvPr/>
          </p:nvSpPr>
          <p:spPr>
            <a:xfrm>
              <a:off x="68139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t801"/>
            <p:cNvSpPr/>
            <p:nvPr/>
          </p:nvSpPr>
          <p:spPr>
            <a:xfrm>
              <a:off x="7293511" y="219346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t802"/>
            <p:cNvSpPr/>
            <p:nvPr/>
          </p:nvSpPr>
          <p:spPr>
            <a:xfrm>
              <a:off x="66832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t803"/>
            <p:cNvSpPr/>
            <p:nvPr/>
          </p:nvSpPr>
          <p:spPr>
            <a:xfrm>
              <a:off x="67449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t804"/>
            <p:cNvSpPr/>
            <p:nvPr/>
          </p:nvSpPr>
          <p:spPr>
            <a:xfrm>
              <a:off x="6748750" y="362724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t805"/>
            <p:cNvSpPr/>
            <p:nvPr/>
          </p:nvSpPr>
          <p:spPr>
            <a:xfrm>
              <a:off x="6710971" y="472833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t806"/>
            <p:cNvSpPr/>
            <p:nvPr/>
          </p:nvSpPr>
          <p:spPr>
            <a:xfrm>
              <a:off x="67917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t807"/>
            <p:cNvSpPr/>
            <p:nvPr/>
          </p:nvSpPr>
          <p:spPr>
            <a:xfrm>
              <a:off x="67095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t808"/>
            <p:cNvSpPr/>
            <p:nvPr/>
          </p:nvSpPr>
          <p:spPr>
            <a:xfrm>
              <a:off x="67216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t809"/>
            <p:cNvSpPr/>
            <p:nvPr/>
          </p:nvSpPr>
          <p:spPr>
            <a:xfrm>
              <a:off x="680673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t810"/>
            <p:cNvSpPr/>
            <p:nvPr/>
          </p:nvSpPr>
          <p:spPr>
            <a:xfrm>
              <a:off x="6819515" y="2054661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t811"/>
            <p:cNvSpPr/>
            <p:nvPr/>
          </p:nvSpPr>
          <p:spPr>
            <a:xfrm>
              <a:off x="7157842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t812"/>
            <p:cNvSpPr/>
            <p:nvPr/>
          </p:nvSpPr>
          <p:spPr>
            <a:xfrm>
              <a:off x="667263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t813"/>
            <p:cNvSpPr/>
            <p:nvPr/>
          </p:nvSpPr>
          <p:spPr>
            <a:xfrm>
              <a:off x="67494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t814"/>
            <p:cNvSpPr/>
            <p:nvPr/>
          </p:nvSpPr>
          <p:spPr>
            <a:xfrm>
              <a:off x="66764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t815"/>
            <p:cNvSpPr/>
            <p:nvPr/>
          </p:nvSpPr>
          <p:spPr>
            <a:xfrm>
              <a:off x="66746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t816"/>
            <p:cNvSpPr/>
            <p:nvPr/>
          </p:nvSpPr>
          <p:spPr>
            <a:xfrm>
              <a:off x="67707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t817"/>
            <p:cNvSpPr/>
            <p:nvPr/>
          </p:nvSpPr>
          <p:spPr>
            <a:xfrm>
              <a:off x="66903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t818"/>
            <p:cNvSpPr/>
            <p:nvPr/>
          </p:nvSpPr>
          <p:spPr>
            <a:xfrm>
              <a:off x="6821029" y="208204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t819"/>
            <p:cNvSpPr/>
            <p:nvPr/>
          </p:nvSpPr>
          <p:spPr>
            <a:xfrm>
              <a:off x="6715760" y="5109576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t820"/>
            <p:cNvSpPr/>
            <p:nvPr/>
          </p:nvSpPr>
          <p:spPr>
            <a:xfrm>
              <a:off x="6709742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t821"/>
            <p:cNvSpPr/>
            <p:nvPr/>
          </p:nvSpPr>
          <p:spPr>
            <a:xfrm>
              <a:off x="7317352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t822"/>
            <p:cNvSpPr/>
            <p:nvPr/>
          </p:nvSpPr>
          <p:spPr>
            <a:xfrm>
              <a:off x="67906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t823"/>
            <p:cNvSpPr/>
            <p:nvPr/>
          </p:nvSpPr>
          <p:spPr>
            <a:xfrm>
              <a:off x="67465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t824"/>
            <p:cNvSpPr/>
            <p:nvPr/>
          </p:nvSpPr>
          <p:spPr>
            <a:xfrm>
              <a:off x="67692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t825"/>
            <p:cNvSpPr/>
            <p:nvPr/>
          </p:nvSpPr>
          <p:spPr>
            <a:xfrm>
              <a:off x="68105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t826"/>
            <p:cNvSpPr/>
            <p:nvPr/>
          </p:nvSpPr>
          <p:spPr>
            <a:xfrm>
              <a:off x="66634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t827"/>
            <p:cNvSpPr/>
            <p:nvPr/>
          </p:nvSpPr>
          <p:spPr>
            <a:xfrm>
              <a:off x="73353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t828"/>
            <p:cNvSpPr/>
            <p:nvPr/>
          </p:nvSpPr>
          <p:spPr>
            <a:xfrm>
              <a:off x="66919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t829"/>
            <p:cNvSpPr/>
            <p:nvPr/>
          </p:nvSpPr>
          <p:spPr>
            <a:xfrm>
              <a:off x="68031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t830"/>
            <p:cNvSpPr/>
            <p:nvPr/>
          </p:nvSpPr>
          <p:spPr>
            <a:xfrm>
              <a:off x="680175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t831"/>
            <p:cNvSpPr/>
            <p:nvPr/>
          </p:nvSpPr>
          <p:spPr>
            <a:xfrm>
              <a:off x="672016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t832"/>
            <p:cNvSpPr/>
            <p:nvPr/>
          </p:nvSpPr>
          <p:spPr>
            <a:xfrm>
              <a:off x="730036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t833"/>
            <p:cNvSpPr/>
            <p:nvPr/>
          </p:nvSpPr>
          <p:spPr>
            <a:xfrm>
              <a:off x="669994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t834"/>
            <p:cNvSpPr/>
            <p:nvPr/>
          </p:nvSpPr>
          <p:spPr>
            <a:xfrm>
              <a:off x="7288838" y="20518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t835"/>
            <p:cNvSpPr/>
            <p:nvPr/>
          </p:nvSpPr>
          <p:spPr>
            <a:xfrm>
              <a:off x="67210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t836"/>
            <p:cNvSpPr/>
            <p:nvPr/>
          </p:nvSpPr>
          <p:spPr>
            <a:xfrm>
              <a:off x="72304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t837"/>
            <p:cNvSpPr/>
            <p:nvPr/>
          </p:nvSpPr>
          <p:spPr>
            <a:xfrm>
              <a:off x="66066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t838"/>
            <p:cNvSpPr/>
            <p:nvPr/>
          </p:nvSpPr>
          <p:spPr>
            <a:xfrm>
              <a:off x="664377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t839"/>
            <p:cNvSpPr/>
            <p:nvPr/>
          </p:nvSpPr>
          <p:spPr>
            <a:xfrm>
              <a:off x="672777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t840"/>
            <p:cNvSpPr/>
            <p:nvPr/>
          </p:nvSpPr>
          <p:spPr>
            <a:xfrm>
              <a:off x="66718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t841"/>
            <p:cNvSpPr/>
            <p:nvPr/>
          </p:nvSpPr>
          <p:spPr>
            <a:xfrm>
              <a:off x="7276308" y="4008176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t842"/>
            <p:cNvSpPr/>
            <p:nvPr/>
          </p:nvSpPr>
          <p:spPr>
            <a:xfrm>
              <a:off x="72670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t843"/>
            <p:cNvSpPr/>
            <p:nvPr/>
          </p:nvSpPr>
          <p:spPr>
            <a:xfrm>
              <a:off x="728664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t844"/>
            <p:cNvSpPr/>
            <p:nvPr/>
          </p:nvSpPr>
          <p:spPr>
            <a:xfrm>
              <a:off x="66704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t845"/>
            <p:cNvSpPr/>
            <p:nvPr/>
          </p:nvSpPr>
          <p:spPr>
            <a:xfrm>
              <a:off x="7352542" y="207489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t846"/>
            <p:cNvSpPr/>
            <p:nvPr/>
          </p:nvSpPr>
          <p:spPr>
            <a:xfrm>
              <a:off x="67877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t847"/>
            <p:cNvSpPr/>
            <p:nvPr/>
          </p:nvSpPr>
          <p:spPr>
            <a:xfrm>
              <a:off x="68073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t848"/>
            <p:cNvSpPr/>
            <p:nvPr/>
          </p:nvSpPr>
          <p:spPr>
            <a:xfrm>
              <a:off x="73065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t849"/>
            <p:cNvSpPr/>
            <p:nvPr/>
          </p:nvSpPr>
          <p:spPr>
            <a:xfrm>
              <a:off x="72208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t850"/>
            <p:cNvSpPr/>
            <p:nvPr/>
          </p:nvSpPr>
          <p:spPr>
            <a:xfrm>
              <a:off x="680828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t851"/>
            <p:cNvSpPr/>
            <p:nvPr/>
          </p:nvSpPr>
          <p:spPr>
            <a:xfrm>
              <a:off x="72077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t852"/>
            <p:cNvSpPr/>
            <p:nvPr/>
          </p:nvSpPr>
          <p:spPr>
            <a:xfrm>
              <a:off x="66372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t853"/>
            <p:cNvSpPr/>
            <p:nvPr/>
          </p:nvSpPr>
          <p:spPr>
            <a:xfrm>
              <a:off x="71518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t854"/>
            <p:cNvSpPr/>
            <p:nvPr/>
          </p:nvSpPr>
          <p:spPr>
            <a:xfrm>
              <a:off x="723835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t855"/>
            <p:cNvSpPr/>
            <p:nvPr/>
          </p:nvSpPr>
          <p:spPr>
            <a:xfrm>
              <a:off x="734299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t856"/>
            <p:cNvSpPr/>
            <p:nvPr/>
          </p:nvSpPr>
          <p:spPr>
            <a:xfrm>
              <a:off x="72735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t857"/>
            <p:cNvSpPr/>
            <p:nvPr/>
          </p:nvSpPr>
          <p:spPr>
            <a:xfrm>
              <a:off x="73202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t858"/>
            <p:cNvSpPr/>
            <p:nvPr/>
          </p:nvSpPr>
          <p:spPr>
            <a:xfrm>
              <a:off x="730325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t859"/>
            <p:cNvSpPr/>
            <p:nvPr/>
          </p:nvSpPr>
          <p:spPr>
            <a:xfrm>
              <a:off x="72135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t860"/>
            <p:cNvSpPr/>
            <p:nvPr/>
          </p:nvSpPr>
          <p:spPr>
            <a:xfrm>
              <a:off x="7198928" y="483975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t861"/>
            <p:cNvSpPr/>
            <p:nvPr/>
          </p:nvSpPr>
          <p:spPr>
            <a:xfrm>
              <a:off x="71888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t862"/>
            <p:cNvSpPr/>
            <p:nvPr/>
          </p:nvSpPr>
          <p:spPr>
            <a:xfrm>
              <a:off x="71660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t863"/>
            <p:cNvSpPr/>
            <p:nvPr/>
          </p:nvSpPr>
          <p:spPr>
            <a:xfrm>
              <a:off x="7237246" y="47719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t864"/>
            <p:cNvSpPr/>
            <p:nvPr/>
          </p:nvSpPr>
          <p:spPr>
            <a:xfrm>
              <a:off x="71733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t865"/>
            <p:cNvSpPr/>
            <p:nvPr/>
          </p:nvSpPr>
          <p:spPr>
            <a:xfrm>
              <a:off x="714765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t866"/>
            <p:cNvSpPr/>
            <p:nvPr/>
          </p:nvSpPr>
          <p:spPr>
            <a:xfrm>
              <a:off x="71712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t867"/>
            <p:cNvSpPr/>
            <p:nvPr/>
          </p:nvSpPr>
          <p:spPr>
            <a:xfrm>
              <a:off x="72231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t868"/>
            <p:cNvSpPr/>
            <p:nvPr/>
          </p:nvSpPr>
          <p:spPr>
            <a:xfrm>
              <a:off x="729932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t869"/>
            <p:cNvSpPr/>
            <p:nvPr/>
          </p:nvSpPr>
          <p:spPr>
            <a:xfrm>
              <a:off x="734041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t870"/>
            <p:cNvSpPr/>
            <p:nvPr/>
          </p:nvSpPr>
          <p:spPr>
            <a:xfrm>
              <a:off x="72032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t871"/>
            <p:cNvSpPr/>
            <p:nvPr/>
          </p:nvSpPr>
          <p:spPr>
            <a:xfrm>
              <a:off x="72797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t872"/>
            <p:cNvSpPr/>
            <p:nvPr/>
          </p:nvSpPr>
          <p:spPr>
            <a:xfrm>
              <a:off x="72927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t873"/>
            <p:cNvSpPr/>
            <p:nvPr/>
          </p:nvSpPr>
          <p:spPr>
            <a:xfrm>
              <a:off x="718667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t874"/>
            <p:cNvSpPr/>
            <p:nvPr/>
          </p:nvSpPr>
          <p:spPr>
            <a:xfrm>
              <a:off x="734474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t875"/>
            <p:cNvSpPr/>
            <p:nvPr/>
          </p:nvSpPr>
          <p:spPr>
            <a:xfrm>
              <a:off x="7174430" y="4573036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t876"/>
            <p:cNvSpPr/>
            <p:nvPr/>
          </p:nvSpPr>
          <p:spPr>
            <a:xfrm>
              <a:off x="72045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t877"/>
            <p:cNvSpPr/>
            <p:nvPr/>
          </p:nvSpPr>
          <p:spPr>
            <a:xfrm>
              <a:off x="72294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t878"/>
            <p:cNvSpPr/>
            <p:nvPr/>
          </p:nvSpPr>
          <p:spPr>
            <a:xfrm>
              <a:off x="71972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t879"/>
            <p:cNvSpPr/>
            <p:nvPr/>
          </p:nvSpPr>
          <p:spPr>
            <a:xfrm>
              <a:off x="7152412" y="4110878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t880"/>
            <p:cNvSpPr/>
            <p:nvPr/>
          </p:nvSpPr>
          <p:spPr>
            <a:xfrm>
              <a:off x="7333971" y="368948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t881"/>
            <p:cNvSpPr/>
            <p:nvPr/>
          </p:nvSpPr>
          <p:spPr>
            <a:xfrm>
              <a:off x="732272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t882"/>
            <p:cNvSpPr/>
            <p:nvPr/>
          </p:nvSpPr>
          <p:spPr>
            <a:xfrm>
              <a:off x="720546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t883"/>
            <p:cNvSpPr/>
            <p:nvPr/>
          </p:nvSpPr>
          <p:spPr>
            <a:xfrm>
              <a:off x="72866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t884"/>
            <p:cNvSpPr/>
            <p:nvPr/>
          </p:nvSpPr>
          <p:spPr>
            <a:xfrm>
              <a:off x="724017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t885"/>
            <p:cNvSpPr/>
            <p:nvPr/>
          </p:nvSpPr>
          <p:spPr>
            <a:xfrm>
              <a:off x="72067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t886"/>
            <p:cNvSpPr/>
            <p:nvPr/>
          </p:nvSpPr>
          <p:spPr>
            <a:xfrm>
              <a:off x="7333162" y="351458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t887"/>
            <p:cNvSpPr/>
            <p:nvPr/>
          </p:nvSpPr>
          <p:spPr>
            <a:xfrm>
              <a:off x="7221013" y="2051860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t888"/>
            <p:cNvSpPr/>
            <p:nvPr/>
          </p:nvSpPr>
          <p:spPr>
            <a:xfrm>
              <a:off x="731896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t889"/>
            <p:cNvSpPr/>
            <p:nvPr/>
          </p:nvSpPr>
          <p:spPr>
            <a:xfrm>
              <a:off x="72539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t890"/>
            <p:cNvSpPr/>
            <p:nvPr/>
          </p:nvSpPr>
          <p:spPr>
            <a:xfrm>
              <a:off x="73400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t891"/>
            <p:cNvSpPr/>
            <p:nvPr/>
          </p:nvSpPr>
          <p:spPr>
            <a:xfrm>
              <a:off x="71887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t892"/>
            <p:cNvSpPr/>
            <p:nvPr/>
          </p:nvSpPr>
          <p:spPr>
            <a:xfrm>
              <a:off x="72507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t893"/>
            <p:cNvSpPr/>
            <p:nvPr/>
          </p:nvSpPr>
          <p:spPr>
            <a:xfrm>
              <a:off x="7240309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t894"/>
            <p:cNvSpPr/>
            <p:nvPr/>
          </p:nvSpPr>
          <p:spPr>
            <a:xfrm>
              <a:off x="72969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t895"/>
            <p:cNvSpPr/>
            <p:nvPr/>
          </p:nvSpPr>
          <p:spPr>
            <a:xfrm>
              <a:off x="71855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t896"/>
            <p:cNvSpPr/>
            <p:nvPr/>
          </p:nvSpPr>
          <p:spPr>
            <a:xfrm>
              <a:off x="7333601" y="4925646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t897"/>
            <p:cNvSpPr/>
            <p:nvPr/>
          </p:nvSpPr>
          <p:spPr>
            <a:xfrm>
              <a:off x="72184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t898"/>
            <p:cNvSpPr/>
            <p:nvPr/>
          </p:nvSpPr>
          <p:spPr>
            <a:xfrm>
              <a:off x="728401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t899"/>
            <p:cNvSpPr/>
            <p:nvPr/>
          </p:nvSpPr>
          <p:spPr>
            <a:xfrm>
              <a:off x="728450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t900"/>
            <p:cNvSpPr/>
            <p:nvPr/>
          </p:nvSpPr>
          <p:spPr>
            <a:xfrm>
              <a:off x="72086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t901"/>
            <p:cNvSpPr/>
            <p:nvPr/>
          </p:nvSpPr>
          <p:spPr>
            <a:xfrm>
              <a:off x="72052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t902"/>
            <p:cNvSpPr/>
            <p:nvPr/>
          </p:nvSpPr>
          <p:spPr>
            <a:xfrm>
              <a:off x="732809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t903"/>
            <p:cNvSpPr/>
            <p:nvPr/>
          </p:nvSpPr>
          <p:spPr>
            <a:xfrm>
              <a:off x="72171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t904"/>
            <p:cNvSpPr/>
            <p:nvPr/>
          </p:nvSpPr>
          <p:spPr>
            <a:xfrm>
              <a:off x="72055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t905"/>
            <p:cNvSpPr/>
            <p:nvPr/>
          </p:nvSpPr>
          <p:spPr>
            <a:xfrm>
              <a:off x="7229064" y="299516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t906"/>
            <p:cNvSpPr/>
            <p:nvPr/>
          </p:nvSpPr>
          <p:spPr>
            <a:xfrm>
              <a:off x="73029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t907"/>
            <p:cNvSpPr/>
            <p:nvPr/>
          </p:nvSpPr>
          <p:spPr>
            <a:xfrm>
              <a:off x="72779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t908"/>
            <p:cNvSpPr/>
            <p:nvPr/>
          </p:nvSpPr>
          <p:spPr>
            <a:xfrm>
              <a:off x="730019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t909"/>
            <p:cNvSpPr/>
            <p:nvPr/>
          </p:nvSpPr>
          <p:spPr>
            <a:xfrm>
              <a:off x="7241163" y="4550317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t910"/>
            <p:cNvSpPr/>
            <p:nvPr/>
          </p:nvSpPr>
          <p:spPr>
            <a:xfrm>
              <a:off x="73261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t911"/>
            <p:cNvSpPr/>
            <p:nvPr/>
          </p:nvSpPr>
          <p:spPr>
            <a:xfrm>
              <a:off x="7170935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t912"/>
            <p:cNvSpPr/>
            <p:nvPr/>
          </p:nvSpPr>
          <p:spPr>
            <a:xfrm>
              <a:off x="7145787" y="236276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t913"/>
            <p:cNvSpPr/>
            <p:nvPr/>
          </p:nvSpPr>
          <p:spPr>
            <a:xfrm>
              <a:off x="718808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t914"/>
            <p:cNvSpPr/>
            <p:nvPr/>
          </p:nvSpPr>
          <p:spPr>
            <a:xfrm>
              <a:off x="721196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tx915"/>
            <p:cNvSpPr/>
            <p:nvPr/>
          </p:nvSpPr>
          <p:spPr>
            <a:xfrm>
              <a:off x="712256" y="5145456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916" name="tx916"/>
            <p:cNvSpPr/>
            <p:nvPr/>
          </p:nvSpPr>
          <p:spPr>
            <a:xfrm>
              <a:off x="712256" y="4367411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917" name="tx917"/>
            <p:cNvSpPr/>
            <p:nvPr/>
          </p:nvSpPr>
          <p:spPr>
            <a:xfrm>
              <a:off x="712256" y="3589367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918" name="tx918"/>
            <p:cNvSpPr/>
            <p:nvPr/>
          </p:nvSpPr>
          <p:spPr>
            <a:xfrm>
              <a:off x="712256" y="2811322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919" name="tx919"/>
            <p:cNvSpPr/>
            <p:nvPr/>
          </p:nvSpPr>
          <p:spPr>
            <a:xfrm>
              <a:off x="712256" y="2033278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920" name="tx920"/>
            <p:cNvSpPr/>
            <p:nvPr/>
          </p:nvSpPr>
          <p:spPr>
            <a:xfrm rot="-2700000">
              <a:off x="103144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921" name="tx921"/>
            <p:cNvSpPr/>
            <p:nvPr/>
          </p:nvSpPr>
          <p:spPr>
            <a:xfrm rot="-2700000">
              <a:off x="157130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922" name="tx922"/>
            <p:cNvSpPr/>
            <p:nvPr/>
          </p:nvSpPr>
          <p:spPr>
            <a:xfrm rot="-2700000">
              <a:off x="21111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923" name="tx923"/>
            <p:cNvSpPr/>
            <p:nvPr/>
          </p:nvSpPr>
          <p:spPr>
            <a:xfrm rot="-2700000">
              <a:off x="26510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924" name="tx924"/>
            <p:cNvSpPr/>
            <p:nvPr/>
          </p:nvSpPr>
          <p:spPr>
            <a:xfrm rot="-2700000">
              <a:off x="3075210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925" name="tx925"/>
            <p:cNvSpPr/>
            <p:nvPr/>
          </p:nvSpPr>
          <p:spPr>
            <a:xfrm rot="-2700000">
              <a:off x="37307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926" name="tx926"/>
            <p:cNvSpPr/>
            <p:nvPr/>
          </p:nvSpPr>
          <p:spPr>
            <a:xfrm rot="-2700000">
              <a:off x="427059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927" name="tx927"/>
            <p:cNvSpPr/>
            <p:nvPr/>
          </p:nvSpPr>
          <p:spPr>
            <a:xfrm rot="-2700000">
              <a:off x="48104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28" name="tx928"/>
            <p:cNvSpPr/>
            <p:nvPr/>
          </p:nvSpPr>
          <p:spPr>
            <a:xfrm rot="-2700000">
              <a:off x="535031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29" name="tx929"/>
            <p:cNvSpPr/>
            <p:nvPr/>
          </p:nvSpPr>
          <p:spPr>
            <a:xfrm rot="-2700000">
              <a:off x="58901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30" name="tx930"/>
            <p:cNvSpPr/>
            <p:nvPr/>
          </p:nvSpPr>
          <p:spPr>
            <a:xfrm rot="-2700000">
              <a:off x="64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31" name="tx931"/>
            <p:cNvSpPr/>
            <p:nvPr/>
          </p:nvSpPr>
          <p:spPr>
            <a:xfrm rot="-2700000">
              <a:off x="696988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32" name="tx932"/>
            <p:cNvSpPr/>
            <p:nvPr/>
          </p:nvSpPr>
          <p:spPr>
            <a:xfrm>
              <a:off x="393385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33" name="tx933"/>
            <p:cNvSpPr/>
            <p:nvPr/>
          </p:nvSpPr>
          <p:spPr>
            <a:xfrm rot="-5400000">
              <a:off x="-272059" y="3578394"/>
              <a:ext cx="171952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Normalisert dekning (0-1)</a:t>
              </a:r>
            </a:p>
          </p:txBody>
        </p:sp>
        <p:sp>
          <p:nvSpPr>
            <p:cNvPr id="934" name="tx934"/>
            <p:cNvSpPr/>
            <p:nvPr/>
          </p:nvSpPr>
          <p:spPr>
            <a:xfrm>
              <a:off x="7831704" y="3101524"/>
              <a:ext cx="70326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Undertype</a:t>
              </a:r>
            </a:p>
          </p:txBody>
        </p:sp>
        <p:sp>
          <p:nvSpPr>
            <p:cNvPr id="935" name="pt935"/>
            <p:cNvSpPr/>
            <p:nvPr/>
          </p:nvSpPr>
          <p:spPr>
            <a:xfrm>
              <a:off x="7914842" y="33857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t936"/>
            <p:cNvSpPr/>
            <p:nvPr/>
          </p:nvSpPr>
          <p:spPr>
            <a:xfrm>
              <a:off x="7914842" y="360521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t937"/>
            <p:cNvSpPr/>
            <p:nvPr/>
          </p:nvSpPr>
          <p:spPr>
            <a:xfrm>
              <a:off x="7914842" y="3824671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t938"/>
            <p:cNvSpPr/>
            <p:nvPr/>
          </p:nvSpPr>
          <p:spPr>
            <a:xfrm>
              <a:off x="7914842" y="4044127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tx939"/>
            <p:cNvSpPr/>
            <p:nvPr/>
          </p:nvSpPr>
          <p:spPr>
            <a:xfrm>
              <a:off x="8127075" y="3368732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H1N1</a:t>
              </a:r>
            </a:p>
          </p:txBody>
        </p:sp>
        <p:sp>
          <p:nvSpPr>
            <p:cNvPr id="940" name="tx940"/>
            <p:cNvSpPr/>
            <p:nvPr/>
          </p:nvSpPr>
          <p:spPr>
            <a:xfrm>
              <a:off x="8127075" y="3588188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H3N2</a:t>
              </a:r>
            </a:p>
          </p:txBody>
        </p:sp>
        <p:sp>
          <p:nvSpPr>
            <p:cNvPr id="941" name="tx941"/>
            <p:cNvSpPr/>
            <p:nvPr/>
          </p:nvSpPr>
          <p:spPr>
            <a:xfrm>
              <a:off x="8127075" y="3807644"/>
              <a:ext cx="28419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BVIC</a:t>
              </a:r>
            </a:p>
          </p:txBody>
        </p:sp>
        <p:sp>
          <p:nvSpPr>
            <p:cNvPr id="942" name="tx942"/>
            <p:cNvSpPr/>
            <p:nvPr/>
          </p:nvSpPr>
          <p:spPr>
            <a:xfrm>
              <a:off x="8127075" y="4027100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943" name="tx943"/>
            <p:cNvSpPr/>
            <p:nvPr/>
          </p:nvSpPr>
          <p:spPr>
            <a:xfrm>
              <a:off x="1017684" y="1676115"/>
              <a:ext cx="1693468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Dekning per run - PA</a:t>
              </a:r>
            </a:p>
          </p:txBody>
        </p:sp>
      </p:grpSp>
      <p:sp>
        <p:nvSpPr>
          <p:cNvPr id="94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Dekning per run - PA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874280"/>
                <a:gridCol w="936354"/>
                <a:gridCol w="1262616"/>
                <a:gridCol w="1371347"/>
                <a:gridCol w="1021825"/>
                <a:gridCol w="1293721"/>
                <a:gridCol w="1130488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run_id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n_samples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median_coverage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submitted_n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not_submitted_n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submitted_pct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0.891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80.9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0.869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78.7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0.886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78.5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0.821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67.5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0.770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64.7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0.761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61.6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0.760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59.5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0.781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53.2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0.754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52.4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0.750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0.830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12.0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94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INF100_1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0.283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0.174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GISAID-submisjonssammendrag - PB1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4800050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4022006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3243961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465917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5189073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92116" y="4411028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92116" y="3632984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92116" y="2854939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92116" y="2076894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9546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0105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0664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1223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41782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9234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42900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93459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4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59457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45136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695695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67954" y="2076894"/>
              <a:ext cx="455030" cy="185048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167954" y="3927379"/>
              <a:ext cx="455030" cy="126169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673543" y="2076894"/>
              <a:ext cx="455030" cy="210173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673543" y="4178625"/>
              <a:ext cx="455030" cy="101044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179133" y="2076894"/>
              <a:ext cx="455030" cy="244824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179133" y="4525141"/>
              <a:ext cx="455030" cy="663931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684722" y="2076894"/>
              <a:ext cx="455030" cy="191846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684722" y="3995360"/>
              <a:ext cx="455030" cy="119371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190312" y="2076894"/>
              <a:ext cx="455030" cy="311217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695901" y="2076894"/>
              <a:ext cx="455030" cy="251720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3695901" y="4594097"/>
              <a:ext cx="455030" cy="59497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4201490" y="2076894"/>
              <a:ext cx="455030" cy="244246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4201490" y="4519363"/>
              <a:ext cx="455030" cy="66970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707080" y="2076894"/>
              <a:ext cx="455030" cy="201376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4707080" y="4090657"/>
              <a:ext cx="455030" cy="109841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5212669" y="2076894"/>
              <a:ext cx="455030" cy="155608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212669" y="3632984"/>
              <a:ext cx="455030" cy="155608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718259" y="2076894"/>
              <a:ext cx="455030" cy="37496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718259" y="2451856"/>
              <a:ext cx="455030" cy="273721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6223848" y="2076894"/>
              <a:ext cx="455030" cy="163199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6223848" y="3708890"/>
              <a:ext cx="455030" cy="148018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6729437" y="2076894"/>
              <a:ext cx="455030" cy="165713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6729437" y="3734028"/>
              <a:ext cx="455030" cy="145504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tx49"/>
            <p:cNvSpPr/>
            <p:nvPr/>
          </p:nvSpPr>
          <p:spPr>
            <a:xfrm>
              <a:off x="1222648" y="296597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%=59.5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1222648" y="4522061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%=40.5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1728237" y="309159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%=67.5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1728237" y="464768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%=32.5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2233827" y="326485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%=78.7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2233827" y="482094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%=21.3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2739416" y="299996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%=61.6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2739416" y="455605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%=38.4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3259041" y="3596819"/>
              <a:ext cx="317571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%=100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3750595" y="3299331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%=80.9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3750595" y="4855421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%=19.1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4256184" y="326196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%=78.5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4256184" y="481805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%=21.5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4761773" y="3047611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%=64.7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4761773" y="460370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%=35.3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5309517" y="2818775"/>
              <a:ext cx="26133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%=50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5309517" y="4374864"/>
              <a:ext cx="26133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%=50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5815106" y="2228211"/>
              <a:ext cx="26133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%=12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5815106" y="3784300"/>
              <a:ext cx="26133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%=88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278542" y="285672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%=52.4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278542" y="441281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%=47.6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784131" y="286929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%=53.2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784131" y="442538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%=46.8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847770" y="5145456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780013" y="436741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780013" y="358936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780013" y="281132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712256" y="203327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108531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159090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209649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260208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2992004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36132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411885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462444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85" name="tx85"/>
            <p:cNvSpPr/>
            <p:nvPr/>
          </p:nvSpPr>
          <p:spPr>
            <a:xfrm rot="-2700000">
              <a:off x="51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86" name="tx86"/>
            <p:cNvSpPr/>
            <p:nvPr/>
          </p:nvSpPr>
          <p:spPr>
            <a:xfrm rot="-2700000">
              <a:off x="56356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87" name="tx87"/>
            <p:cNvSpPr/>
            <p:nvPr/>
          </p:nvSpPr>
          <p:spPr>
            <a:xfrm rot="-2700000">
              <a:off x="614120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88" name="tx88"/>
            <p:cNvSpPr/>
            <p:nvPr/>
          </p:nvSpPr>
          <p:spPr>
            <a:xfrm rot="-2700000">
              <a:off x="664679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3799250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0" name="tx90"/>
            <p:cNvSpPr/>
            <p:nvPr/>
          </p:nvSpPr>
          <p:spPr>
            <a:xfrm rot="-5400000">
              <a:off x="253126" y="3578394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7488052" y="3320980"/>
              <a:ext cx="97420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GISAID-status</a:t>
              </a:r>
            </a:p>
          </p:txBody>
        </p:sp>
        <p:sp>
          <p:nvSpPr>
            <p:cNvPr id="92" name="rc92"/>
            <p:cNvSpPr/>
            <p:nvPr/>
          </p:nvSpPr>
          <p:spPr>
            <a:xfrm>
              <a:off x="7497870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7497870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tx94"/>
            <p:cNvSpPr/>
            <p:nvPr/>
          </p:nvSpPr>
          <p:spPr>
            <a:xfrm>
              <a:off x="7783424" y="3588188"/>
              <a:ext cx="5484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Submitted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7783424" y="3807644"/>
              <a:ext cx="75154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submitted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1092116" y="1676115"/>
              <a:ext cx="3139409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GISAID-submisjon per run andel - PB1</a:t>
              </a:r>
            </a:p>
          </p:txBody>
        </p:sp>
      </p:grpSp>
      <p:sp>
        <p:nvSpPr>
          <p:cNvPr id="9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 per run andel - PB1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4814111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4064189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3314267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64344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5189073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6094" y="4439150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16094" y="3689228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16094" y="2939305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16094" y="2189383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22810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74812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26813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78815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308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8281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3482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8682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38824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590826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42827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694829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994096" y="2414360"/>
              <a:ext cx="468015" cy="164982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994096" y="4064189"/>
              <a:ext cx="468015" cy="112488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514114" y="2301871"/>
              <a:ext cx="468015" cy="194979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514114" y="4251670"/>
              <a:ext cx="468015" cy="93740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034131" y="2376863"/>
              <a:ext cx="468015" cy="221227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034131" y="4589135"/>
              <a:ext cx="468015" cy="59993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554149" y="2451856"/>
              <a:ext cx="468015" cy="168732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554149" y="4139181"/>
              <a:ext cx="468015" cy="1049891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074166" y="4814111"/>
              <a:ext cx="468015" cy="374961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594183" y="2639336"/>
              <a:ext cx="468015" cy="206228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3594183" y="4701623"/>
              <a:ext cx="468015" cy="48744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4114201" y="2226879"/>
              <a:ext cx="468015" cy="232475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4114201" y="4551639"/>
              <a:ext cx="468015" cy="63743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634218" y="2639336"/>
              <a:ext cx="468015" cy="164982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4634218" y="4289166"/>
              <a:ext cx="468015" cy="89990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5154236" y="2339367"/>
              <a:ext cx="468015" cy="142485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154236" y="3764220"/>
              <a:ext cx="468015" cy="142485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674253" y="2076894"/>
              <a:ext cx="468015" cy="37496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674253" y="2451856"/>
              <a:ext cx="468015" cy="273721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6194271" y="2114391"/>
              <a:ext cx="468015" cy="161233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6194271" y="3726724"/>
              <a:ext cx="468015" cy="146234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6714288" y="2301871"/>
              <a:ext cx="468015" cy="153734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6714288" y="3839212"/>
              <a:ext cx="468015" cy="134986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tx49"/>
            <p:cNvSpPr/>
            <p:nvPr/>
          </p:nvSpPr>
          <p:spPr>
            <a:xfrm>
              <a:off x="1114261" y="320311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1114261" y="459046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n=30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1634279" y="324060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n=52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1634279" y="468420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n=25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2154296" y="344683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n=59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2154296" y="485293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n=16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2674314" y="325935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n=45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2674314" y="462796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n=28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3194331" y="496542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n=10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3714348" y="363431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n=55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3714348" y="4909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n=13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4234366" y="335309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n=62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4234366" y="483419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n=17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4754383" y="342808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4754383" y="4702955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n=24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5274401" y="301562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n=38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5274401" y="4440482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n=38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5794418" y="222821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n=10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5794418" y="378430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n=73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314436" y="288439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n=43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314436" y="442173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n=39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834453" y="303437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n=41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834453" y="447797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n=36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780013" y="5145456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712256" y="439553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712256" y="364561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712256" y="289568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712256" y="214576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80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91795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143796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195798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247800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2882351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35180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40380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45580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85" name="tx85"/>
            <p:cNvSpPr/>
            <p:nvPr/>
          </p:nvSpPr>
          <p:spPr>
            <a:xfrm rot="-2700000">
              <a:off x="507809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86" name="tx86"/>
            <p:cNvSpPr/>
            <p:nvPr/>
          </p:nvSpPr>
          <p:spPr>
            <a:xfrm rot="-2700000">
              <a:off x="559810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87" name="tx87"/>
            <p:cNvSpPr/>
            <p:nvPr/>
          </p:nvSpPr>
          <p:spPr>
            <a:xfrm rot="-2700000">
              <a:off x="611812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88" name="tx88"/>
            <p:cNvSpPr/>
            <p:nvPr/>
          </p:nvSpPr>
          <p:spPr>
            <a:xfrm rot="-2700000">
              <a:off x="663814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371123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0" name="tx90"/>
            <p:cNvSpPr/>
            <p:nvPr/>
          </p:nvSpPr>
          <p:spPr>
            <a:xfrm rot="-5400000">
              <a:off x="282798" y="3578394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7488052" y="3320980"/>
              <a:ext cx="97420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GISAID-status</a:t>
              </a:r>
            </a:p>
          </p:txBody>
        </p:sp>
        <p:sp>
          <p:nvSpPr>
            <p:cNvPr id="92" name="rc92"/>
            <p:cNvSpPr/>
            <p:nvPr/>
          </p:nvSpPr>
          <p:spPr>
            <a:xfrm>
              <a:off x="7497870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7497870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tx94"/>
            <p:cNvSpPr/>
            <p:nvPr/>
          </p:nvSpPr>
          <p:spPr>
            <a:xfrm>
              <a:off x="7783424" y="3588188"/>
              <a:ext cx="5484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Submitted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7783424" y="3807644"/>
              <a:ext cx="75154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submitted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916094" y="1676115"/>
              <a:ext cx="3129076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GISAID-submisjon per run antall - PB1</a:t>
              </a:r>
            </a:p>
          </p:txBody>
        </p:sp>
      </p:grpSp>
      <p:sp>
        <p:nvSpPr>
          <p:cNvPr id="9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 per run antall - PB1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17684" y="4800050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17684" y="4022006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17684" y="3243961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17684" y="2465917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17684" y="5189073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17684" y="4411028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17684" y="363298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17684" y="2854939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17684" y="207689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4159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88145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213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61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50103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0408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8075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1206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66046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2003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7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28004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341599" y="3660060"/>
              <a:ext cx="0" cy="1529013"/>
            </a:xfrm>
            <a:custGeom>
              <a:avLst/>
              <a:pathLst>
                <a:path w="0" h="1529013">
                  <a:moveTo>
                    <a:pt x="0" y="0"/>
                  </a:moveTo>
                  <a:lnTo>
                    <a:pt x="0" y="1529013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8"/>
            <p:cNvSpPr/>
            <p:nvPr/>
          </p:nvSpPr>
          <p:spPr>
            <a:xfrm>
              <a:off x="1139152" y="2076894"/>
              <a:ext cx="404893" cy="1583165"/>
            </a:xfrm>
            <a:custGeom>
              <a:avLst/>
              <a:pathLst>
                <a:path w="404893" h="1583165">
                  <a:moveTo>
                    <a:pt x="0" y="0"/>
                  </a:moveTo>
                  <a:lnTo>
                    <a:pt x="0" y="1583165"/>
                  </a:lnTo>
                  <a:lnTo>
                    <a:pt x="404893" y="1583165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881457" y="3353821"/>
              <a:ext cx="0" cy="1835251"/>
            </a:xfrm>
            <a:custGeom>
              <a:avLst/>
              <a:pathLst>
                <a:path w="0" h="1835251">
                  <a:moveTo>
                    <a:pt x="0" y="0"/>
                  </a:moveTo>
                  <a:lnTo>
                    <a:pt x="0" y="1835251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32"/>
            <p:cNvSpPr/>
            <p:nvPr/>
          </p:nvSpPr>
          <p:spPr>
            <a:xfrm>
              <a:off x="1679010" y="2076894"/>
              <a:ext cx="404893" cy="1276926"/>
            </a:xfrm>
            <a:custGeom>
              <a:avLst/>
              <a:pathLst>
                <a:path w="404893" h="1276926">
                  <a:moveTo>
                    <a:pt x="0" y="0"/>
                  </a:moveTo>
                  <a:lnTo>
                    <a:pt x="0" y="1276926"/>
                  </a:lnTo>
                  <a:lnTo>
                    <a:pt x="404893" y="1276926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421316" y="2081718"/>
              <a:ext cx="0" cy="6068"/>
            </a:xfrm>
            <a:custGeom>
              <a:avLst/>
              <a:pathLst>
                <a:path w="0" h="6068">
                  <a:moveTo>
                    <a:pt x="0" y="0"/>
                  </a:moveTo>
                  <a:lnTo>
                    <a:pt x="0" y="6068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6"/>
            <p:cNvSpPr/>
            <p:nvPr/>
          </p:nvSpPr>
          <p:spPr>
            <a:xfrm>
              <a:off x="2218869" y="2076894"/>
              <a:ext cx="404893" cy="4823"/>
            </a:xfrm>
            <a:custGeom>
              <a:avLst/>
              <a:pathLst>
                <a:path w="404893" h="4823">
                  <a:moveTo>
                    <a:pt x="0" y="0"/>
                  </a:moveTo>
                  <a:lnTo>
                    <a:pt x="0" y="4823"/>
                  </a:lnTo>
                  <a:lnTo>
                    <a:pt x="404893" y="4823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2961174" y="3659126"/>
              <a:ext cx="0" cy="1529946"/>
            </a:xfrm>
            <a:custGeom>
              <a:avLst/>
              <a:pathLst>
                <a:path w="0" h="1529946">
                  <a:moveTo>
                    <a:pt x="0" y="0"/>
                  </a:moveTo>
                  <a:lnTo>
                    <a:pt x="0" y="1529946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40"/>
            <p:cNvSpPr/>
            <p:nvPr/>
          </p:nvSpPr>
          <p:spPr>
            <a:xfrm>
              <a:off x="2758727" y="2076894"/>
              <a:ext cx="404893" cy="1582231"/>
            </a:xfrm>
            <a:custGeom>
              <a:avLst/>
              <a:pathLst>
                <a:path w="404893" h="1582231">
                  <a:moveTo>
                    <a:pt x="0" y="0"/>
                  </a:moveTo>
                  <a:lnTo>
                    <a:pt x="0" y="1582231"/>
                  </a:lnTo>
                  <a:lnTo>
                    <a:pt x="404893" y="1582231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501033" y="2716447"/>
              <a:ext cx="0" cy="882924"/>
            </a:xfrm>
            <a:custGeom>
              <a:avLst/>
              <a:pathLst>
                <a:path w="0" h="882924">
                  <a:moveTo>
                    <a:pt x="0" y="882924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3501033" y="51890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4"/>
            <p:cNvSpPr/>
            <p:nvPr/>
          </p:nvSpPr>
          <p:spPr>
            <a:xfrm>
              <a:off x="3298586" y="3599372"/>
              <a:ext cx="404893" cy="1589700"/>
            </a:xfrm>
            <a:custGeom>
              <a:avLst/>
              <a:pathLst>
                <a:path w="404893" h="1589700">
                  <a:moveTo>
                    <a:pt x="0" y="0"/>
                  </a:moveTo>
                  <a:lnTo>
                    <a:pt x="0" y="1589700"/>
                  </a:lnTo>
                  <a:lnTo>
                    <a:pt x="404893" y="1589700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3298586" y="4647398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8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52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20609" y="3746578"/>
              <a:ext cx="0" cy="1442494"/>
            </a:xfrm>
            <a:custGeom>
              <a:avLst/>
              <a:pathLst>
                <a:path w="0" h="1442494">
                  <a:moveTo>
                    <a:pt x="0" y="0"/>
                  </a:moveTo>
                  <a:lnTo>
                    <a:pt x="0" y="1442494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6"/>
            <p:cNvSpPr/>
            <p:nvPr/>
          </p:nvSpPr>
          <p:spPr>
            <a:xfrm>
              <a:off x="4918162" y="2076894"/>
              <a:ext cx="404893" cy="1669683"/>
            </a:xfrm>
            <a:custGeom>
              <a:avLst/>
              <a:pathLst>
                <a:path w="404893" h="1669683">
                  <a:moveTo>
                    <a:pt x="0" y="0"/>
                  </a:moveTo>
                  <a:lnTo>
                    <a:pt x="0" y="1669683"/>
                  </a:lnTo>
                  <a:lnTo>
                    <a:pt x="404893" y="1669683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660467" y="3737242"/>
              <a:ext cx="0" cy="1451831"/>
            </a:xfrm>
            <a:custGeom>
              <a:avLst/>
              <a:pathLst>
                <a:path w="0" h="1451831">
                  <a:moveTo>
                    <a:pt x="0" y="0"/>
                  </a:moveTo>
                  <a:lnTo>
                    <a:pt x="0" y="1451831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60"/>
            <p:cNvSpPr/>
            <p:nvPr/>
          </p:nvSpPr>
          <p:spPr>
            <a:xfrm>
              <a:off x="5458020" y="2076894"/>
              <a:ext cx="404893" cy="1660347"/>
            </a:xfrm>
            <a:custGeom>
              <a:avLst/>
              <a:pathLst>
                <a:path w="404893" h="1660347">
                  <a:moveTo>
                    <a:pt x="0" y="0"/>
                  </a:moveTo>
                  <a:lnTo>
                    <a:pt x="0" y="1660347"/>
                  </a:lnTo>
                  <a:lnTo>
                    <a:pt x="404893" y="1660347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6200326" y="3253765"/>
              <a:ext cx="0" cy="958084"/>
            </a:xfrm>
            <a:custGeom>
              <a:avLst/>
              <a:pathLst>
                <a:path w="0" h="958084">
                  <a:moveTo>
                    <a:pt x="0" y="0"/>
                  </a:moveTo>
                  <a:lnTo>
                    <a:pt x="0" y="958084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64"/>
            <p:cNvSpPr/>
            <p:nvPr/>
          </p:nvSpPr>
          <p:spPr>
            <a:xfrm>
              <a:off x="5997879" y="2076894"/>
              <a:ext cx="404893" cy="1176870"/>
            </a:xfrm>
            <a:custGeom>
              <a:avLst/>
              <a:pathLst>
                <a:path w="404893" h="1176870">
                  <a:moveTo>
                    <a:pt x="0" y="0"/>
                  </a:moveTo>
                  <a:lnTo>
                    <a:pt x="0" y="1176870"/>
                  </a:lnTo>
                  <a:lnTo>
                    <a:pt x="404893" y="1176870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740184" y="3516666"/>
              <a:ext cx="0" cy="1672406"/>
            </a:xfrm>
            <a:custGeom>
              <a:avLst/>
              <a:pathLst>
                <a:path w="0" h="1672406">
                  <a:moveTo>
                    <a:pt x="0" y="0"/>
                  </a:moveTo>
                  <a:lnTo>
                    <a:pt x="0" y="1672406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8"/>
            <p:cNvSpPr/>
            <p:nvPr/>
          </p:nvSpPr>
          <p:spPr>
            <a:xfrm>
              <a:off x="6537737" y="2076894"/>
              <a:ext cx="404893" cy="1439771"/>
            </a:xfrm>
            <a:custGeom>
              <a:avLst/>
              <a:pathLst>
                <a:path w="404893" h="1439771">
                  <a:moveTo>
                    <a:pt x="0" y="0"/>
                  </a:moveTo>
                  <a:lnTo>
                    <a:pt x="0" y="1439771"/>
                  </a:lnTo>
                  <a:lnTo>
                    <a:pt x="404893" y="1439771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7280043" y="3509741"/>
              <a:ext cx="0" cy="1679331"/>
            </a:xfrm>
            <a:custGeom>
              <a:avLst/>
              <a:pathLst>
                <a:path w="0" h="1679331">
                  <a:moveTo>
                    <a:pt x="0" y="0"/>
                  </a:moveTo>
                  <a:lnTo>
                    <a:pt x="0" y="1679331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72"/>
            <p:cNvSpPr/>
            <p:nvPr/>
          </p:nvSpPr>
          <p:spPr>
            <a:xfrm>
              <a:off x="7077596" y="2076894"/>
              <a:ext cx="404893" cy="1432846"/>
            </a:xfrm>
            <a:custGeom>
              <a:avLst/>
              <a:pathLst>
                <a:path w="404893" h="1432846">
                  <a:moveTo>
                    <a:pt x="0" y="0"/>
                  </a:moveTo>
                  <a:lnTo>
                    <a:pt x="0" y="1432846"/>
                  </a:lnTo>
                  <a:lnTo>
                    <a:pt x="404893" y="1432846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13271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1227917" y="394842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12796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13838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1226550" y="205310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12480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13626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1324589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1243365" y="406761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13736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12475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1371962" y="334901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12849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13967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1306950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1211491" y="363378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12497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1413503" y="206119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12705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1363718" y="39459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13075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5"/>
            <p:cNvSpPr/>
            <p:nvPr/>
          </p:nvSpPr>
          <p:spPr>
            <a:xfrm>
              <a:off x="13260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6"/>
            <p:cNvSpPr/>
            <p:nvPr/>
          </p:nvSpPr>
          <p:spPr>
            <a:xfrm>
              <a:off x="12720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7"/>
            <p:cNvSpPr/>
            <p:nvPr/>
          </p:nvSpPr>
          <p:spPr>
            <a:xfrm>
              <a:off x="1285630" y="336831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1414261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9"/>
            <p:cNvSpPr/>
            <p:nvPr/>
          </p:nvSpPr>
          <p:spPr>
            <a:xfrm>
              <a:off x="12368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100"/>
            <p:cNvSpPr/>
            <p:nvPr/>
          </p:nvSpPr>
          <p:spPr>
            <a:xfrm>
              <a:off x="1381628" y="349279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12703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2"/>
            <p:cNvSpPr/>
            <p:nvPr/>
          </p:nvSpPr>
          <p:spPr>
            <a:xfrm>
              <a:off x="12188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3"/>
            <p:cNvSpPr/>
            <p:nvPr/>
          </p:nvSpPr>
          <p:spPr>
            <a:xfrm>
              <a:off x="12341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13887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5"/>
            <p:cNvSpPr/>
            <p:nvPr/>
          </p:nvSpPr>
          <p:spPr>
            <a:xfrm>
              <a:off x="12983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6"/>
            <p:cNvSpPr/>
            <p:nvPr/>
          </p:nvSpPr>
          <p:spPr>
            <a:xfrm>
              <a:off x="1407106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7"/>
            <p:cNvSpPr/>
            <p:nvPr/>
          </p:nvSpPr>
          <p:spPr>
            <a:xfrm>
              <a:off x="12188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8"/>
            <p:cNvSpPr/>
            <p:nvPr/>
          </p:nvSpPr>
          <p:spPr>
            <a:xfrm>
              <a:off x="1228480" y="432779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9"/>
            <p:cNvSpPr/>
            <p:nvPr/>
          </p:nvSpPr>
          <p:spPr>
            <a:xfrm>
              <a:off x="1305225" y="324382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10"/>
            <p:cNvSpPr/>
            <p:nvPr/>
          </p:nvSpPr>
          <p:spPr>
            <a:xfrm>
              <a:off x="13257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1"/>
            <p:cNvSpPr/>
            <p:nvPr/>
          </p:nvSpPr>
          <p:spPr>
            <a:xfrm>
              <a:off x="12654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2"/>
            <p:cNvSpPr/>
            <p:nvPr/>
          </p:nvSpPr>
          <p:spPr>
            <a:xfrm>
              <a:off x="1222673" y="39459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1344117" y="205154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13721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1243533" y="363253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14178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1277995" y="321768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1264369" y="298924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121333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1279133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13975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1359344" y="394593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13508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12448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1263244" y="370629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1331102" y="394842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12234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12976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1310926" y="39459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1376358" y="316570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12181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1279023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12876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1286136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14077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1296908" y="322857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1265908" y="356126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1302297" y="336551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1393521" y="394313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1235517" y="240882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13528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13097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13907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12419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1226356" y="394250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14228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14188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2304736" y="258528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1816608" y="260582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1930591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17987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1798878" y="316695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18392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1755776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17992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1888692" y="205435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19350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1846659" y="35749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18102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18728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19470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1749765" y="349404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1847447" y="339569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1848782" y="394437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1771242" y="332723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19109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18849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1848522" y="325471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18305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19350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18769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19591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1809788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18271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177563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1804591" y="339974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1919732" y="460135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1832568" y="394157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1906099" y="394437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18660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18571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1828659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18278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18454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19409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17640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1835639" y="205154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1814751" y="230861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18571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18898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1927316" y="280438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1836742" y="346821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1908922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1838457" y="205995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1918787" y="205154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17624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17483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2334356" y="396211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19554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19172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18670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18640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18985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1789711" y="348470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17584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1827923" y="497917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1892721" y="344611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1779708" y="31532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18836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18020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18548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19491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19184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18029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18378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1874260" y="394437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17770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17609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19375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18448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18344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19012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18753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19119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1765417" y="386377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18533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23907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24969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23332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24330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24695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2432832" y="419770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2500153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24807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24666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2407951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24528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23936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24597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24708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2375326" y="205995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2470508" y="339165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2421804" y="345732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22990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22914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24662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24340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24536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24966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23189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2326651" y="362973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23611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25020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2410073" y="316446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23609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23454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23491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24018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24630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23740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23984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23267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2346688" y="481485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29585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24056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23694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2352583" y="5162483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24205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2464595" y="341966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23352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23337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24443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24815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23949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23215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24619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29624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24298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24612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24353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29836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23200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2359639" y="206119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30075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29015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23590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24755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24579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23539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2468523" y="484223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24943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23919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2325831" y="395277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2339769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23951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23748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29842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2874249" y="474233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3019232" y="285355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2985584" y="39459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24422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2401481" y="252646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23734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30195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24845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24781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23199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23666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2854500" y="29083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29206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2448064" y="319185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29436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29422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29204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2902545" y="332038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29879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2985953" y="363253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3014375" y="450270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28684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3040037" y="328054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2857455" y="206275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28697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29566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2962353" y="436452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29899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2926148" y="363378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30345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2901869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29542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29262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2913830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2850390" y="430289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3037503" y="357620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2969279" y="368699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2939373" y="359674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28967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2886814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2967822" y="39459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3026928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29090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30283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2969368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29932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29736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2944096" y="365805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29482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28861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29085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3003075" y="394593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29374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30330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2974392" y="280718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2894979" y="394437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29467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30226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28648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2928965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3022753" y="303842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29200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30325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3457571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2938543" y="205590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2862709" y="484908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29656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29142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28279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2982685" y="348595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28901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30312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30425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29844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2936827" y="205435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39174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39715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4027038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40820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40039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40701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3479613" y="344891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30145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40228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3491740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40576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4080368" y="324102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39717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39168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39773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40578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40152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40508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40423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4029358" y="420299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39285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39451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3469850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4028432" y="320398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3947591" y="363253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4097140" y="507347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3994805" y="316010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40354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39338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40866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4049095" y="205435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40254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39931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3390750" y="285231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40921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39457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39929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39678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39186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3367077" y="268985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39318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3563637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4024644" y="339414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39441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39440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39958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3569718" y="427333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40617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3940263" y="354321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40174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41157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41168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3940914" y="364622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3573740" y="49682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3426404" y="394437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4060395" y="465052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4015392" y="462500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4031323" y="210788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39194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39972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39644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40335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41069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40716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40840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39858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39411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4026731" y="210227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39943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408947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39764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39580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40971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40572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39379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4001125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40618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40285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4566664" y="450954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2"/>
            <p:cNvSpPr/>
            <p:nvPr/>
          </p:nvSpPr>
          <p:spPr>
            <a:xfrm>
              <a:off x="45890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3"/>
            <p:cNvSpPr/>
            <p:nvPr/>
          </p:nvSpPr>
          <p:spPr>
            <a:xfrm>
              <a:off x="46176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4"/>
            <p:cNvSpPr/>
            <p:nvPr/>
          </p:nvSpPr>
          <p:spPr>
            <a:xfrm>
              <a:off x="4647739" y="293167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5"/>
            <p:cNvSpPr/>
            <p:nvPr/>
          </p:nvSpPr>
          <p:spPr>
            <a:xfrm>
              <a:off x="44854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6"/>
            <p:cNvSpPr/>
            <p:nvPr/>
          </p:nvSpPr>
          <p:spPr>
            <a:xfrm>
              <a:off x="4601307" y="322328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7"/>
            <p:cNvSpPr/>
            <p:nvPr/>
          </p:nvSpPr>
          <p:spPr>
            <a:xfrm>
              <a:off x="46146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8"/>
            <p:cNvSpPr/>
            <p:nvPr/>
          </p:nvSpPr>
          <p:spPr>
            <a:xfrm>
              <a:off x="45046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9"/>
            <p:cNvSpPr/>
            <p:nvPr/>
          </p:nvSpPr>
          <p:spPr>
            <a:xfrm>
              <a:off x="45698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60"/>
            <p:cNvSpPr/>
            <p:nvPr/>
          </p:nvSpPr>
          <p:spPr>
            <a:xfrm>
              <a:off x="4609908" y="293571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1"/>
            <p:cNvSpPr/>
            <p:nvPr/>
          </p:nvSpPr>
          <p:spPr>
            <a:xfrm>
              <a:off x="45836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2"/>
            <p:cNvSpPr/>
            <p:nvPr/>
          </p:nvSpPr>
          <p:spPr>
            <a:xfrm>
              <a:off x="45913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3"/>
            <p:cNvSpPr/>
            <p:nvPr/>
          </p:nvSpPr>
          <p:spPr>
            <a:xfrm>
              <a:off x="4616166" y="321768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4"/>
            <p:cNvSpPr/>
            <p:nvPr/>
          </p:nvSpPr>
          <p:spPr>
            <a:xfrm>
              <a:off x="46209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5"/>
            <p:cNvSpPr/>
            <p:nvPr/>
          </p:nvSpPr>
          <p:spPr>
            <a:xfrm>
              <a:off x="4569319" y="339009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6"/>
            <p:cNvSpPr/>
            <p:nvPr/>
          </p:nvSpPr>
          <p:spPr>
            <a:xfrm>
              <a:off x="44887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7"/>
            <p:cNvSpPr/>
            <p:nvPr/>
          </p:nvSpPr>
          <p:spPr>
            <a:xfrm>
              <a:off x="44714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8"/>
            <p:cNvSpPr/>
            <p:nvPr/>
          </p:nvSpPr>
          <p:spPr>
            <a:xfrm>
              <a:off x="4488011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9"/>
            <p:cNvSpPr/>
            <p:nvPr/>
          </p:nvSpPr>
          <p:spPr>
            <a:xfrm>
              <a:off x="46244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70"/>
            <p:cNvSpPr/>
            <p:nvPr/>
          </p:nvSpPr>
          <p:spPr>
            <a:xfrm>
              <a:off x="45513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1"/>
            <p:cNvSpPr/>
            <p:nvPr/>
          </p:nvSpPr>
          <p:spPr>
            <a:xfrm>
              <a:off x="4643334" y="433868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2"/>
            <p:cNvSpPr/>
            <p:nvPr/>
          </p:nvSpPr>
          <p:spPr>
            <a:xfrm>
              <a:off x="46466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3"/>
            <p:cNvSpPr/>
            <p:nvPr/>
          </p:nvSpPr>
          <p:spPr>
            <a:xfrm>
              <a:off x="46617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4"/>
            <p:cNvSpPr/>
            <p:nvPr/>
          </p:nvSpPr>
          <p:spPr>
            <a:xfrm>
              <a:off x="46388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5"/>
            <p:cNvSpPr/>
            <p:nvPr/>
          </p:nvSpPr>
          <p:spPr>
            <a:xfrm>
              <a:off x="45094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6"/>
            <p:cNvSpPr/>
            <p:nvPr/>
          </p:nvSpPr>
          <p:spPr>
            <a:xfrm>
              <a:off x="45523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7"/>
            <p:cNvSpPr/>
            <p:nvPr/>
          </p:nvSpPr>
          <p:spPr>
            <a:xfrm>
              <a:off x="46587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8"/>
            <p:cNvSpPr/>
            <p:nvPr/>
          </p:nvSpPr>
          <p:spPr>
            <a:xfrm>
              <a:off x="46027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9"/>
            <p:cNvSpPr/>
            <p:nvPr/>
          </p:nvSpPr>
          <p:spPr>
            <a:xfrm>
              <a:off x="46090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80"/>
            <p:cNvSpPr/>
            <p:nvPr/>
          </p:nvSpPr>
          <p:spPr>
            <a:xfrm>
              <a:off x="46182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46187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2"/>
            <p:cNvSpPr/>
            <p:nvPr/>
          </p:nvSpPr>
          <p:spPr>
            <a:xfrm>
              <a:off x="452875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3"/>
            <p:cNvSpPr/>
            <p:nvPr/>
          </p:nvSpPr>
          <p:spPr>
            <a:xfrm>
              <a:off x="44858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4"/>
            <p:cNvSpPr/>
            <p:nvPr/>
          </p:nvSpPr>
          <p:spPr>
            <a:xfrm>
              <a:off x="455475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5"/>
            <p:cNvSpPr/>
            <p:nvPr/>
          </p:nvSpPr>
          <p:spPr>
            <a:xfrm>
              <a:off x="4629905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6"/>
            <p:cNvSpPr/>
            <p:nvPr/>
          </p:nvSpPr>
          <p:spPr>
            <a:xfrm>
              <a:off x="44977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7"/>
            <p:cNvSpPr/>
            <p:nvPr/>
          </p:nvSpPr>
          <p:spPr>
            <a:xfrm>
              <a:off x="44651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44673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9"/>
            <p:cNvSpPr/>
            <p:nvPr/>
          </p:nvSpPr>
          <p:spPr>
            <a:xfrm>
              <a:off x="4574036" y="394437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90"/>
            <p:cNvSpPr/>
            <p:nvPr/>
          </p:nvSpPr>
          <p:spPr>
            <a:xfrm>
              <a:off x="45542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1"/>
            <p:cNvSpPr/>
            <p:nvPr/>
          </p:nvSpPr>
          <p:spPr>
            <a:xfrm>
              <a:off x="45553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2"/>
            <p:cNvSpPr/>
            <p:nvPr/>
          </p:nvSpPr>
          <p:spPr>
            <a:xfrm>
              <a:off x="45113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3"/>
            <p:cNvSpPr/>
            <p:nvPr/>
          </p:nvSpPr>
          <p:spPr>
            <a:xfrm>
              <a:off x="4547045" y="206679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4"/>
            <p:cNvSpPr/>
            <p:nvPr/>
          </p:nvSpPr>
          <p:spPr>
            <a:xfrm>
              <a:off x="45115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5"/>
            <p:cNvSpPr/>
            <p:nvPr/>
          </p:nvSpPr>
          <p:spPr>
            <a:xfrm>
              <a:off x="4630326" y="394593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6"/>
            <p:cNvSpPr/>
            <p:nvPr/>
          </p:nvSpPr>
          <p:spPr>
            <a:xfrm>
              <a:off x="46352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7"/>
            <p:cNvSpPr/>
            <p:nvPr/>
          </p:nvSpPr>
          <p:spPr>
            <a:xfrm>
              <a:off x="46230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8"/>
            <p:cNvSpPr/>
            <p:nvPr/>
          </p:nvSpPr>
          <p:spPr>
            <a:xfrm>
              <a:off x="4531132" y="363658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9"/>
            <p:cNvSpPr/>
            <p:nvPr/>
          </p:nvSpPr>
          <p:spPr>
            <a:xfrm>
              <a:off x="46499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500"/>
            <p:cNvSpPr/>
            <p:nvPr/>
          </p:nvSpPr>
          <p:spPr>
            <a:xfrm>
              <a:off x="46448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1"/>
            <p:cNvSpPr/>
            <p:nvPr/>
          </p:nvSpPr>
          <p:spPr>
            <a:xfrm>
              <a:off x="44974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2"/>
            <p:cNvSpPr/>
            <p:nvPr/>
          </p:nvSpPr>
          <p:spPr>
            <a:xfrm>
              <a:off x="44755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3"/>
            <p:cNvSpPr/>
            <p:nvPr/>
          </p:nvSpPr>
          <p:spPr>
            <a:xfrm>
              <a:off x="46604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4"/>
            <p:cNvSpPr/>
            <p:nvPr/>
          </p:nvSpPr>
          <p:spPr>
            <a:xfrm>
              <a:off x="45128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5"/>
            <p:cNvSpPr/>
            <p:nvPr/>
          </p:nvSpPr>
          <p:spPr>
            <a:xfrm>
              <a:off x="45519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6"/>
            <p:cNvSpPr/>
            <p:nvPr/>
          </p:nvSpPr>
          <p:spPr>
            <a:xfrm>
              <a:off x="45429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7"/>
            <p:cNvSpPr/>
            <p:nvPr/>
          </p:nvSpPr>
          <p:spPr>
            <a:xfrm>
              <a:off x="44935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8"/>
            <p:cNvSpPr/>
            <p:nvPr/>
          </p:nvSpPr>
          <p:spPr>
            <a:xfrm>
              <a:off x="46245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9"/>
            <p:cNvSpPr/>
            <p:nvPr/>
          </p:nvSpPr>
          <p:spPr>
            <a:xfrm>
              <a:off x="4460199" y="206399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10"/>
            <p:cNvSpPr/>
            <p:nvPr/>
          </p:nvSpPr>
          <p:spPr>
            <a:xfrm>
              <a:off x="4563539" y="3918545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1"/>
            <p:cNvSpPr/>
            <p:nvPr/>
          </p:nvSpPr>
          <p:spPr>
            <a:xfrm>
              <a:off x="45691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2"/>
            <p:cNvSpPr/>
            <p:nvPr/>
          </p:nvSpPr>
          <p:spPr>
            <a:xfrm>
              <a:off x="46071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3"/>
            <p:cNvSpPr/>
            <p:nvPr/>
          </p:nvSpPr>
          <p:spPr>
            <a:xfrm>
              <a:off x="46463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4"/>
            <p:cNvSpPr/>
            <p:nvPr/>
          </p:nvSpPr>
          <p:spPr>
            <a:xfrm>
              <a:off x="44975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5"/>
            <p:cNvSpPr/>
            <p:nvPr/>
          </p:nvSpPr>
          <p:spPr>
            <a:xfrm>
              <a:off x="4455033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6"/>
            <p:cNvSpPr/>
            <p:nvPr/>
          </p:nvSpPr>
          <p:spPr>
            <a:xfrm>
              <a:off x="46498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7"/>
            <p:cNvSpPr/>
            <p:nvPr/>
          </p:nvSpPr>
          <p:spPr>
            <a:xfrm>
              <a:off x="46251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8"/>
            <p:cNvSpPr/>
            <p:nvPr/>
          </p:nvSpPr>
          <p:spPr>
            <a:xfrm>
              <a:off x="46567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9"/>
            <p:cNvSpPr/>
            <p:nvPr/>
          </p:nvSpPr>
          <p:spPr>
            <a:xfrm>
              <a:off x="455782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20"/>
            <p:cNvSpPr/>
            <p:nvPr/>
          </p:nvSpPr>
          <p:spPr>
            <a:xfrm>
              <a:off x="44997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1"/>
            <p:cNvSpPr/>
            <p:nvPr/>
          </p:nvSpPr>
          <p:spPr>
            <a:xfrm>
              <a:off x="46531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2"/>
            <p:cNvSpPr/>
            <p:nvPr/>
          </p:nvSpPr>
          <p:spPr>
            <a:xfrm>
              <a:off x="46181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3"/>
            <p:cNvSpPr/>
            <p:nvPr/>
          </p:nvSpPr>
          <p:spPr>
            <a:xfrm>
              <a:off x="44774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4"/>
            <p:cNvSpPr/>
            <p:nvPr/>
          </p:nvSpPr>
          <p:spPr>
            <a:xfrm>
              <a:off x="4658847" y="339165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5"/>
            <p:cNvSpPr/>
            <p:nvPr/>
          </p:nvSpPr>
          <p:spPr>
            <a:xfrm>
              <a:off x="45153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6"/>
            <p:cNvSpPr/>
            <p:nvPr/>
          </p:nvSpPr>
          <p:spPr>
            <a:xfrm>
              <a:off x="46071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7"/>
            <p:cNvSpPr/>
            <p:nvPr/>
          </p:nvSpPr>
          <p:spPr>
            <a:xfrm>
              <a:off x="45595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8"/>
            <p:cNvSpPr/>
            <p:nvPr/>
          </p:nvSpPr>
          <p:spPr>
            <a:xfrm>
              <a:off x="46380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9"/>
            <p:cNvSpPr/>
            <p:nvPr/>
          </p:nvSpPr>
          <p:spPr>
            <a:xfrm>
              <a:off x="46307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30"/>
            <p:cNvSpPr/>
            <p:nvPr/>
          </p:nvSpPr>
          <p:spPr>
            <a:xfrm>
              <a:off x="5071368" y="39459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1"/>
            <p:cNvSpPr/>
            <p:nvPr/>
          </p:nvSpPr>
          <p:spPr>
            <a:xfrm>
              <a:off x="5003912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2"/>
            <p:cNvSpPr/>
            <p:nvPr/>
          </p:nvSpPr>
          <p:spPr>
            <a:xfrm>
              <a:off x="49953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3"/>
            <p:cNvSpPr/>
            <p:nvPr/>
          </p:nvSpPr>
          <p:spPr>
            <a:xfrm>
              <a:off x="51906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4"/>
            <p:cNvSpPr/>
            <p:nvPr/>
          </p:nvSpPr>
          <p:spPr>
            <a:xfrm>
              <a:off x="5172020" y="449180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5"/>
            <p:cNvSpPr/>
            <p:nvPr/>
          </p:nvSpPr>
          <p:spPr>
            <a:xfrm>
              <a:off x="51245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6"/>
            <p:cNvSpPr/>
            <p:nvPr/>
          </p:nvSpPr>
          <p:spPr>
            <a:xfrm>
              <a:off x="502077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7"/>
            <p:cNvSpPr/>
            <p:nvPr/>
          </p:nvSpPr>
          <p:spPr>
            <a:xfrm>
              <a:off x="508077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8"/>
            <p:cNvSpPr/>
            <p:nvPr/>
          </p:nvSpPr>
          <p:spPr>
            <a:xfrm>
              <a:off x="5082840" y="481889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9"/>
            <p:cNvSpPr/>
            <p:nvPr/>
          </p:nvSpPr>
          <p:spPr>
            <a:xfrm>
              <a:off x="50392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40"/>
            <p:cNvSpPr/>
            <p:nvPr/>
          </p:nvSpPr>
          <p:spPr>
            <a:xfrm>
              <a:off x="5001438" y="393752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1"/>
            <p:cNvSpPr/>
            <p:nvPr/>
          </p:nvSpPr>
          <p:spPr>
            <a:xfrm>
              <a:off x="5040863" y="427146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2"/>
            <p:cNvSpPr/>
            <p:nvPr/>
          </p:nvSpPr>
          <p:spPr>
            <a:xfrm>
              <a:off x="51182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3"/>
            <p:cNvSpPr/>
            <p:nvPr/>
          </p:nvSpPr>
          <p:spPr>
            <a:xfrm>
              <a:off x="51396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4"/>
            <p:cNvSpPr/>
            <p:nvPr/>
          </p:nvSpPr>
          <p:spPr>
            <a:xfrm>
              <a:off x="5059000" y="394593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5"/>
            <p:cNvSpPr/>
            <p:nvPr/>
          </p:nvSpPr>
          <p:spPr>
            <a:xfrm>
              <a:off x="5080551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6"/>
            <p:cNvSpPr/>
            <p:nvPr/>
          </p:nvSpPr>
          <p:spPr>
            <a:xfrm>
              <a:off x="50858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7"/>
            <p:cNvSpPr/>
            <p:nvPr/>
          </p:nvSpPr>
          <p:spPr>
            <a:xfrm>
              <a:off x="4998138" y="429200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8"/>
            <p:cNvSpPr/>
            <p:nvPr/>
          </p:nvSpPr>
          <p:spPr>
            <a:xfrm>
              <a:off x="5156518" y="20832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9"/>
            <p:cNvSpPr/>
            <p:nvPr/>
          </p:nvSpPr>
          <p:spPr>
            <a:xfrm>
              <a:off x="51149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50"/>
            <p:cNvSpPr/>
            <p:nvPr/>
          </p:nvSpPr>
          <p:spPr>
            <a:xfrm>
              <a:off x="5045731" y="364747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1"/>
            <p:cNvSpPr/>
            <p:nvPr/>
          </p:nvSpPr>
          <p:spPr>
            <a:xfrm>
              <a:off x="511145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2"/>
            <p:cNvSpPr/>
            <p:nvPr/>
          </p:nvSpPr>
          <p:spPr>
            <a:xfrm>
              <a:off x="50948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3"/>
            <p:cNvSpPr/>
            <p:nvPr/>
          </p:nvSpPr>
          <p:spPr>
            <a:xfrm>
              <a:off x="5003420" y="205310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4"/>
            <p:cNvSpPr/>
            <p:nvPr/>
          </p:nvSpPr>
          <p:spPr>
            <a:xfrm>
              <a:off x="51690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5"/>
            <p:cNvSpPr/>
            <p:nvPr/>
          </p:nvSpPr>
          <p:spPr>
            <a:xfrm>
              <a:off x="5117568" y="5100861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6"/>
            <p:cNvSpPr/>
            <p:nvPr/>
          </p:nvSpPr>
          <p:spPr>
            <a:xfrm>
              <a:off x="50993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7"/>
            <p:cNvSpPr/>
            <p:nvPr/>
          </p:nvSpPr>
          <p:spPr>
            <a:xfrm>
              <a:off x="51579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8"/>
            <p:cNvSpPr/>
            <p:nvPr/>
          </p:nvSpPr>
          <p:spPr>
            <a:xfrm>
              <a:off x="50763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9"/>
            <p:cNvSpPr/>
            <p:nvPr/>
          </p:nvSpPr>
          <p:spPr>
            <a:xfrm>
              <a:off x="50960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60"/>
            <p:cNvSpPr/>
            <p:nvPr/>
          </p:nvSpPr>
          <p:spPr>
            <a:xfrm>
              <a:off x="5133643" y="331913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1"/>
            <p:cNvSpPr/>
            <p:nvPr/>
          </p:nvSpPr>
          <p:spPr>
            <a:xfrm>
              <a:off x="5047512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2"/>
            <p:cNvSpPr/>
            <p:nvPr/>
          </p:nvSpPr>
          <p:spPr>
            <a:xfrm>
              <a:off x="49960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3"/>
            <p:cNvSpPr/>
            <p:nvPr/>
          </p:nvSpPr>
          <p:spPr>
            <a:xfrm>
              <a:off x="49966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4"/>
            <p:cNvSpPr/>
            <p:nvPr/>
          </p:nvSpPr>
          <p:spPr>
            <a:xfrm>
              <a:off x="5161526" y="345981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5"/>
            <p:cNvSpPr/>
            <p:nvPr/>
          </p:nvSpPr>
          <p:spPr>
            <a:xfrm>
              <a:off x="50919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6"/>
            <p:cNvSpPr/>
            <p:nvPr/>
          </p:nvSpPr>
          <p:spPr>
            <a:xfrm>
              <a:off x="50021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7"/>
            <p:cNvSpPr/>
            <p:nvPr/>
          </p:nvSpPr>
          <p:spPr>
            <a:xfrm>
              <a:off x="5034277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8"/>
            <p:cNvSpPr/>
            <p:nvPr/>
          </p:nvSpPr>
          <p:spPr>
            <a:xfrm>
              <a:off x="5188017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9"/>
            <p:cNvSpPr/>
            <p:nvPr/>
          </p:nvSpPr>
          <p:spPr>
            <a:xfrm>
              <a:off x="555854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70"/>
            <p:cNvSpPr/>
            <p:nvPr/>
          </p:nvSpPr>
          <p:spPr>
            <a:xfrm>
              <a:off x="50772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1"/>
            <p:cNvSpPr/>
            <p:nvPr/>
          </p:nvSpPr>
          <p:spPr>
            <a:xfrm>
              <a:off x="50155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2"/>
            <p:cNvSpPr/>
            <p:nvPr/>
          </p:nvSpPr>
          <p:spPr>
            <a:xfrm>
              <a:off x="50657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3"/>
            <p:cNvSpPr/>
            <p:nvPr/>
          </p:nvSpPr>
          <p:spPr>
            <a:xfrm>
              <a:off x="51396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4"/>
            <p:cNvSpPr/>
            <p:nvPr/>
          </p:nvSpPr>
          <p:spPr>
            <a:xfrm>
              <a:off x="5090255" y="394593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5"/>
            <p:cNvSpPr/>
            <p:nvPr/>
          </p:nvSpPr>
          <p:spPr>
            <a:xfrm>
              <a:off x="5017700" y="215829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6"/>
            <p:cNvSpPr/>
            <p:nvPr/>
          </p:nvSpPr>
          <p:spPr>
            <a:xfrm>
              <a:off x="5046264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7"/>
            <p:cNvSpPr/>
            <p:nvPr/>
          </p:nvSpPr>
          <p:spPr>
            <a:xfrm>
              <a:off x="5141869" y="291673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8"/>
            <p:cNvSpPr/>
            <p:nvPr/>
          </p:nvSpPr>
          <p:spPr>
            <a:xfrm>
              <a:off x="50938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9"/>
            <p:cNvSpPr/>
            <p:nvPr/>
          </p:nvSpPr>
          <p:spPr>
            <a:xfrm>
              <a:off x="51967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80"/>
            <p:cNvSpPr/>
            <p:nvPr/>
          </p:nvSpPr>
          <p:spPr>
            <a:xfrm>
              <a:off x="51331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1"/>
            <p:cNvSpPr/>
            <p:nvPr/>
          </p:nvSpPr>
          <p:spPr>
            <a:xfrm>
              <a:off x="51815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2"/>
            <p:cNvSpPr/>
            <p:nvPr/>
          </p:nvSpPr>
          <p:spPr>
            <a:xfrm>
              <a:off x="51710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3"/>
            <p:cNvSpPr/>
            <p:nvPr/>
          </p:nvSpPr>
          <p:spPr>
            <a:xfrm>
              <a:off x="50168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4"/>
            <p:cNvSpPr/>
            <p:nvPr/>
          </p:nvSpPr>
          <p:spPr>
            <a:xfrm>
              <a:off x="50400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5"/>
            <p:cNvSpPr/>
            <p:nvPr/>
          </p:nvSpPr>
          <p:spPr>
            <a:xfrm>
              <a:off x="50889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6"/>
            <p:cNvSpPr/>
            <p:nvPr/>
          </p:nvSpPr>
          <p:spPr>
            <a:xfrm>
              <a:off x="51762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7"/>
            <p:cNvSpPr/>
            <p:nvPr/>
          </p:nvSpPr>
          <p:spPr>
            <a:xfrm>
              <a:off x="50496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8"/>
            <p:cNvSpPr/>
            <p:nvPr/>
          </p:nvSpPr>
          <p:spPr>
            <a:xfrm>
              <a:off x="5670178" y="304402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9"/>
            <p:cNvSpPr/>
            <p:nvPr/>
          </p:nvSpPr>
          <p:spPr>
            <a:xfrm>
              <a:off x="51196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90"/>
            <p:cNvSpPr/>
            <p:nvPr/>
          </p:nvSpPr>
          <p:spPr>
            <a:xfrm>
              <a:off x="50262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1"/>
            <p:cNvSpPr/>
            <p:nvPr/>
          </p:nvSpPr>
          <p:spPr>
            <a:xfrm>
              <a:off x="50002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2"/>
            <p:cNvSpPr/>
            <p:nvPr/>
          </p:nvSpPr>
          <p:spPr>
            <a:xfrm>
              <a:off x="50025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3"/>
            <p:cNvSpPr/>
            <p:nvPr/>
          </p:nvSpPr>
          <p:spPr>
            <a:xfrm>
              <a:off x="50050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4"/>
            <p:cNvSpPr/>
            <p:nvPr/>
          </p:nvSpPr>
          <p:spPr>
            <a:xfrm>
              <a:off x="51474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5"/>
            <p:cNvSpPr/>
            <p:nvPr/>
          </p:nvSpPr>
          <p:spPr>
            <a:xfrm>
              <a:off x="50273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6"/>
            <p:cNvSpPr/>
            <p:nvPr/>
          </p:nvSpPr>
          <p:spPr>
            <a:xfrm>
              <a:off x="51083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t597"/>
            <p:cNvSpPr/>
            <p:nvPr/>
          </p:nvSpPr>
          <p:spPr>
            <a:xfrm>
              <a:off x="5065300" y="339974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t598"/>
            <p:cNvSpPr/>
            <p:nvPr/>
          </p:nvSpPr>
          <p:spPr>
            <a:xfrm>
              <a:off x="5037647" y="441929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t599"/>
            <p:cNvSpPr/>
            <p:nvPr/>
          </p:nvSpPr>
          <p:spPr>
            <a:xfrm>
              <a:off x="5126821" y="508716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t600"/>
            <p:cNvSpPr/>
            <p:nvPr/>
          </p:nvSpPr>
          <p:spPr>
            <a:xfrm>
              <a:off x="5708139" y="2061197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t601"/>
            <p:cNvSpPr/>
            <p:nvPr/>
          </p:nvSpPr>
          <p:spPr>
            <a:xfrm>
              <a:off x="57096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t602"/>
            <p:cNvSpPr/>
            <p:nvPr/>
          </p:nvSpPr>
          <p:spPr>
            <a:xfrm>
              <a:off x="5566246" y="348190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t603"/>
            <p:cNvSpPr/>
            <p:nvPr/>
          </p:nvSpPr>
          <p:spPr>
            <a:xfrm>
              <a:off x="5616906" y="319434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t604"/>
            <p:cNvSpPr/>
            <p:nvPr/>
          </p:nvSpPr>
          <p:spPr>
            <a:xfrm>
              <a:off x="55851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t605"/>
            <p:cNvSpPr/>
            <p:nvPr/>
          </p:nvSpPr>
          <p:spPr>
            <a:xfrm>
              <a:off x="558554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t606"/>
            <p:cNvSpPr/>
            <p:nvPr/>
          </p:nvSpPr>
          <p:spPr>
            <a:xfrm>
              <a:off x="55902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t607"/>
            <p:cNvSpPr/>
            <p:nvPr/>
          </p:nvSpPr>
          <p:spPr>
            <a:xfrm>
              <a:off x="55721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t608"/>
            <p:cNvSpPr/>
            <p:nvPr/>
          </p:nvSpPr>
          <p:spPr>
            <a:xfrm>
              <a:off x="56174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t609"/>
            <p:cNvSpPr/>
            <p:nvPr/>
          </p:nvSpPr>
          <p:spPr>
            <a:xfrm>
              <a:off x="55999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t610"/>
            <p:cNvSpPr/>
            <p:nvPr/>
          </p:nvSpPr>
          <p:spPr>
            <a:xfrm>
              <a:off x="57369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t611"/>
            <p:cNvSpPr/>
            <p:nvPr/>
          </p:nvSpPr>
          <p:spPr>
            <a:xfrm>
              <a:off x="55344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t612"/>
            <p:cNvSpPr/>
            <p:nvPr/>
          </p:nvSpPr>
          <p:spPr>
            <a:xfrm>
              <a:off x="56737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t613"/>
            <p:cNvSpPr/>
            <p:nvPr/>
          </p:nvSpPr>
          <p:spPr>
            <a:xfrm>
              <a:off x="5631737" y="332443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t614"/>
            <p:cNvSpPr/>
            <p:nvPr/>
          </p:nvSpPr>
          <p:spPr>
            <a:xfrm>
              <a:off x="562750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t615"/>
            <p:cNvSpPr/>
            <p:nvPr/>
          </p:nvSpPr>
          <p:spPr>
            <a:xfrm>
              <a:off x="55571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t616"/>
            <p:cNvSpPr/>
            <p:nvPr/>
          </p:nvSpPr>
          <p:spPr>
            <a:xfrm>
              <a:off x="5715538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t617"/>
            <p:cNvSpPr/>
            <p:nvPr/>
          </p:nvSpPr>
          <p:spPr>
            <a:xfrm>
              <a:off x="5704039" y="476848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t618"/>
            <p:cNvSpPr/>
            <p:nvPr/>
          </p:nvSpPr>
          <p:spPr>
            <a:xfrm>
              <a:off x="5705045" y="399915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t619"/>
            <p:cNvSpPr/>
            <p:nvPr/>
          </p:nvSpPr>
          <p:spPr>
            <a:xfrm>
              <a:off x="55902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t620"/>
            <p:cNvSpPr/>
            <p:nvPr/>
          </p:nvSpPr>
          <p:spPr>
            <a:xfrm>
              <a:off x="5545228" y="384323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t621"/>
            <p:cNvSpPr/>
            <p:nvPr/>
          </p:nvSpPr>
          <p:spPr>
            <a:xfrm>
              <a:off x="5533523" y="293571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t622"/>
            <p:cNvSpPr/>
            <p:nvPr/>
          </p:nvSpPr>
          <p:spPr>
            <a:xfrm>
              <a:off x="5584388" y="423878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t623"/>
            <p:cNvSpPr/>
            <p:nvPr/>
          </p:nvSpPr>
          <p:spPr>
            <a:xfrm>
              <a:off x="5726687" y="316290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t624"/>
            <p:cNvSpPr/>
            <p:nvPr/>
          </p:nvSpPr>
          <p:spPr>
            <a:xfrm>
              <a:off x="5644696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t625"/>
            <p:cNvSpPr/>
            <p:nvPr/>
          </p:nvSpPr>
          <p:spPr>
            <a:xfrm>
              <a:off x="5543853" y="331478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t626"/>
            <p:cNvSpPr/>
            <p:nvPr/>
          </p:nvSpPr>
          <p:spPr>
            <a:xfrm>
              <a:off x="56225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t627"/>
            <p:cNvSpPr/>
            <p:nvPr/>
          </p:nvSpPr>
          <p:spPr>
            <a:xfrm>
              <a:off x="5696834" y="437012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t628"/>
            <p:cNvSpPr/>
            <p:nvPr/>
          </p:nvSpPr>
          <p:spPr>
            <a:xfrm>
              <a:off x="55341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t629"/>
            <p:cNvSpPr/>
            <p:nvPr/>
          </p:nvSpPr>
          <p:spPr>
            <a:xfrm>
              <a:off x="56844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t630"/>
            <p:cNvSpPr/>
            <p:nvPr/>
          </p:nvSpPr>
          <p:spPr>
            <a:xfrm>
              <a:off x="564129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t631"/>
            <p:cNvSpPr/>
            <p:nvPr/>
          </p:nvSpPr>
          <p:spPr>
            <a:xfrm>
              <a:off x="57134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t632"/>
            <p:cNvSpPr/>
            <p:nvPr/>
          </p:nvSpPr>
          <p:spPr>
            <a:xfrm>
              <a:off x="56698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t633"/>
            <p:cNvSpPr/>
            <p:nvPr/>
          </p:nvSpPr>
          <p:spPr>
            <a:xfrm>
              <a:off x="5636420" y="401564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t634"/>
            <p:cNvSpPr/>
            <p:nvPr/>
          </p:nvSpPr>
          <p:spPr>
            <a:xfrm>
              <a:off x="5551826" y="205995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t635"/>
            <p:cNvSpPr/>
            <p:nvPr/>
          </p:nvSpPr>
          <p:spPr>
            <a:xfrm>
              <a:off x="5642984" y="4852510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t636"/>
            <p:cNvSpPr/>
            <p:nvPr/>
          </p:nvSpPr>
          <p:spPr>
            <a:xfrm>
              <a:off x="5650347" y="285511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t637"/>
            <p:cNvSpPr/>
            <p:nvPr/>
          </p:nvSpPr>
          <p:spPr>
            <a:xfrm>
              <a:off x="5730451" y="321083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t638"/>
            <p:cNvSpPr/>
            <p:nvPr/>
          </p:nvSpPr>
          <p:spPr>
            <a:xfrm>
              <a:off x="5604917" y="205154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t639"/>
            <p:cNvSpPr/>
            <p:nvPr/>
          </p:nvSpPr>
          <p:spPr>
            <a:xfrm>
              <a:off x="56738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t640"/>
            <p:cNvSpPr/>
            <p:nvPr/>
          </p:nvSpPr>
          <p:spPr>
            <a:xfrm>
              <a:off x="55371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t641"/>
            <p:cNvSpPr/>
            <p:nvPr/>
          </p:nvSpPr>
          <p:spPr>
            <a:xfrm>
              <a:off x="566006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t642"/>
            <p:cNvSpPr/>
            <p:nvPr/>
          </p:nvSpPr>
          <p:spPr>
            <a:xfrm>
              <a:off x="5595799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t643"/>
            <p:cNvSpPr/>
            <p:nvPr/>
          </p:nvSpPr>
          <p:spPr>
            <a:xfrm>
              <a:off x="5638969" y="483414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t644"/>
            <p:cNvSpPr/>
            <p:nvPr/>
          </p:nvSpPr>
          <p:spPr>
            <a:xfrm>
              <a:off x="5567610" y="40414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t645"/>
            <p:cNvSpPr/>
            <p:nvPr/>
          </p:nvSpPr>
          <p:spPr>
            <a:xfrm>
              <a:off x="55777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t646"/>
            <p:cNvSpPr/>
            <p:nvPr/>
          </p:nvSpPr>
          <p:spPr>
            <a:xfrm>
              <a:off x="5614714" y="39459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t647"/>
            <p:cNvSpPr/>
            <p:nvPr/>
          </p:nvSpPr>
          <p:spPr>
            <a:xfrm>
              <a:off x="5719552" y="394033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t648"/>
            <p:cNvSpPr/>
            <p:nvPr/>
          </p:nvSpPr>
          <p:spPr>
            <a:xfrm>
              <a:off x="5625295" y="272626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t649"/>
            <p:cNvSpPr/>
            <p:nvPr/>
          </p:nvSpPr>
          <p:spPr>
            <a:xfrm>
              <a:off x="56057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t650"/>
            <p:cNvSpPr/>
            <p:nvPr/>
          </p:nvSpPr>
          <p:spPr>
            <a:xfrm>
              <a:off x="56207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t651"/>
            <p:cNvSpPr/>
            <p:nvPr/>
          </p:nvSpPr>
          <p:spPr>
            <a:xfrm>
              <a:off x="56083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t652"/>
            <p:cNvSpPr/>
            <p:nvPr/>
          </p:nvSpPr>
          <p:spPr>
            <a:xfrm>
              <a:off x="55317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t653"/>
            <p:cNvSpPr/>
            <p:nvPr/>
          </p:nvSpPr>
          <p:spPr>
            <a:xfrm>
              <a:off x="5626307" y="319714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t654"/>
            <p:cNvSpPr/>
            <p:nvPr/>
          </p:nvSpPr>
          <p:spPr>
            <a:xfrm>
              <a:off x="55652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t655"/>
            <p:cNvSpPr/>
            <p:nvPr/>
          </p:nvSpPr>
          <p:spPr>
            <a:xfrm>
              <a:off x="56189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t656"/>
            <p:cNvSpPr/>
            <p:nvPr/>
          </p:nvSpPr>
          <p:spPr>
            <a:xfrm>
              <a:off x="57234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t657"/>
            <p:cNvSpPr/>
            <p:nvPr/>
          </p:nvSpPr>
          <p:spPr>
            <a:xfrm>
              <a:off x="5739534" y="394313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t658"/>
            <p:cNvSpPr/>
            <p:nvPr/>
          </p:nvSpPr>
          <p:spPr>
            <a:xfrm>
              <a:off x="5663267" y="356655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t659"/>
            <p:cNvSpPr/>
            <p:nvPr/>
          </p:nvSpPr>
          <p:spPr>
            <a:xfrm>
              <a:off x="5740186" y="36664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t660"/>
            <p:cNvSpPr/>
            <p:nvPr/>
          </p:nvSpPr>
          <p:spPr>
            <a:xfrm>
              <a:off x="564107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t661"/>
            <p:cNvSpPr/>
            <p:nvPr/>
          </p:nvSpPr>
          <p:spPr>
            <a:xfrm>
              <a:off x="571957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t662"/>
            <p:cNvSpPr/>
            <p:nvPr/>
          </p:nvSpPr>
          <p:spPr>
            <a:xfrm>
              <a:off x="5535974" y="503924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t663"/>
            <p:cNvSpPr/>
            <p:nvPr/>
          </p:nvSpPr>
          <p:spPr>
            <a:xfrm>
              <a:off x="5539017" y="255790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t664"/>
            <p:cNvSpPr/>
            <p:nvPr/>
          </p:nvSpPr>
          <p:spPr>
            <a:xfrm>
              <a:off x="5610907" y="33764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t665"/>
            <p:cNvSpPr/>
            <p:nvPr/>
          </p:nvSpPr>
          <p:spPr>
            <a:xfrm>
              <a:off x="5558137" y="446722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t666"/>
            <p:cNvSpPr/>
            <p:nvPr/>
          </p:nvSpPr>
          <p:spPr>
            <a:xfrm>
              <a:off x="56883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t667"/>
            <p:cNvSpPr/>
            <p:nvPr/>
          </p:nvSpPr>
          <p:spPr>
            <a:xfrm>
              <a:off x="5601975" y="394157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t668"/>
            <p:cNvSpPr/>
            <p:nvPr/>
          </p:nvSpPr>
          <p:spPr>
            <a:xfrm>
              <a:off x="5545219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t669"/>
            <p:cNvSpPr/>
            <p:nvPr/>
          </p:nvSpPr>
          <p:spPr>
            <a:xfrm>
              <a:off x="57363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t670"/>
            <p:cNvSpPr/>
            <p:nvPr/>
          </p:nvSpPr>
          <p:spPr>
            <a:xfrm>
              <a:off x="55743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t671"/>
            <p:cNvSpPr/>
            <p:nvPr/>
          </p:nvSpPr>
          <p:spPr>
            <a:xfrm>
              <a:off x="571248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t672"/>
            <p:cNvSpPr/>
            <p:nvPr/>
          </p:nvSpPr>
          <p:spPr>
            <a:xfrm>
              <a:off x="561550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t673"/>
            <p:cNvSpPr/>
            <p:nvPr/>
          </p:nvSpPr>
          <p:spPr>
            <a:xfrm>
              <a:off x="56669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t674"/>
            <p:cNvSpPr/>
            <p:nvPr/>
          </p:nvSpPr>
          <p:spPr>
            <a:xfrm>
              <a:off x="60880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t675"/>
            <p:cNvSpPr/>
            <p:nvPr/>
          </p:nvSpPr>
          <p:spPr>
            <a:xfrm>
              <a:off x="6115353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t676"/>
            <p:cNvSpPr/>
            <p:nvPr/>
          </p:nvSpPr>
          <p:spPr>
            <a:xfrm>
              <a:off x="623113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t677"/>
            <p:cNvSpPr/>
            <p:nvPr/>
          </p:nvSpPr>
          <p:spPr>
            <a:xfrm>
              <a:off x="612475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t678"/>
            <p:cNvSpPr/>
            <p:nvPr/>
          </p:nvSpPr>
          <p:spPr>
            <a:xfrm>
              <a:off x="623131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t679"/>
            <p:cNvSpPr/>
            <p:nvPr/>
          </p:nvSpPr>
          <p:spPr>
            <a:xfrm>
              <a:off x="609042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t680"/>
            <p:cNvSpPr/>
            <p:nvPr/>
          </p:nvSpPr>
          <p:spPr>
            <a:xfrm>
              <a:off x="626048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t681"/>
            <p:cNvSpPr/>
            <p:nvPr/>
          </p:nvSpPr>
          <p:spPr>
            <a:xfrm>
              <a:off x="627373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t682"/>
            <p:cNvSpPr/>
            <p:nvPr/>
          </p:nvSpPr>
          <p:spPr>
            <a:xfrm>
              <a:off x="627418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t683"/>
            <p:cNvSpPr/>
            <p:nvPr/>
          </p:nvSpPr>
          <p:spPr>
            <a:xfrm>
              <a:off x="6276327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t684"/>
            <p:cNvSpPr/>
            <p:nvPr/>
          </p:nvSpPr>
          <p:spPr>
            <a:xfrm>
              <a:off x="607049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t685"/>
            <p:cNvSpPr/>
            <p:nvPr/>
          </p:nvSpPr>
          <p:spPr>
            <a:xfrm>
              <a:off x="61805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t686"/>
            <p:cNvSpPr/>
            <p:nvPr/>
          </p:nvSpPr>
          <p:spPr>
            <a:xfrm>
              <a:off x="617971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t687"/>
            <p:cNvSpPr/>
            <p:nvPr/>
          </p:nvSpPr>
          <p:spPr>
            <a:xfrm>
              <a:off x="621785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t688"/>
            <p:cNvSpPr/>
            <p:nvPr/>
          </p:nvSpPr>
          <p:spPr>
            <a:xfrm>
              <a:off x="626166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t689"/>
            <p:cNvSpPr/>
            <p:nvPr/>
          </p:nvSpPr>
          <p:spPr>
            <a:xfrm>
              <a:off x="614279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t690"/>
            <p:cNvSpPr/>
            <p:nvPr/>
          </p:nvSpPr>
          <p:spPr>
            <a:xfrm>
              <a:off x="612298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t691"/>
            <p:cNvSpPr/>
            <p:nvPr/>
          </p:nvSpPr>
          <p:spPr>
            <a:xfrm>
              <a:off x="6202002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t692"/>
            <p:cNvSpPr/>
            <p:nvPr/>
          </p:nvSpPr>
          <p:spPr>
            <a:xfrm>
              <a:off x="616565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t693"/>
            <p:cNvSpPr/>
            <p:nvPr/>
          </p:nvSpPr>
          <p:spPr>
            <a:xfrm>
              <a:off x="6085997" y="39459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t694"/>
            <p:cNvSpPr/>
            <p:nvPr/>
          </p:nvSpPr>
          <p:spPr>
            <a:xfrm>
              <a:off x="60760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t695"/>
            <p:cNvSpPr/>
            <p:nvPr/>
          </p:nvSpPr>
          <p:spPr>
            <a:xfrm>
              <a:off x="6077178" y="346541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t696"/>
            <p:cNvSpPr/>
            <p:nvPr/>
          </p:nvSpPr>
          <p:spPr>
            <a:xfrm>
              <a:off x="6254605" y="220902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t697"/>
            <p:cNvSpPr/>
            <p:nvPr/>
          </p:nvSpPr>
          <p:spPr>
            <a:xfrm>
              <a:off x="61922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t698"/>
            <p:cNvSpPr/>
            <p:nvPr/>
          </p:nvSpPr>
          <p:spPr>
            <a:xfrm>
              <a:off x="61778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t699"/>
            <p:cNvSpPr/>
            <p:nvPr/>
          </p:nvSpPr>
          <p:spPr>
            <a:xfrm>
              <a:off x="62298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t700"/>
            <p:cNvSpPr/>
            <p:nvPr/>
          </p:nvSpPr>
          <p:spPr>
            <a:xfrm>
              <a:off x="61452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t701"/>
            <p:cNvSpPr/>
            <p:nvPr/>
          </p:nvSpPr>
          <p:spPr>
            <a:xfrm>
              <a:off x="61490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t702"/>
            <p:cNvSpPr/>
            <p:nvPr/>
          </p:nvSpPr>
          <p:spPr>
            <a:xfrm>
              <a:off x="6081891" y="298084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t703"/>
            <p:cNvSpPr/>
            <p:nvPr/>
          </p:nvSpPr>
          <p:spPr>
            <a:xfrm>
              <a:off x="6136883" y="362288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t704"/>
            <p:cNvSpPr/>
            <p:nvPr/>
          </p:nvSpPr>
          <p:spPr>
            <a:xfrm>
              <a:off x="60984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t705"/>
            <p:cNvSpPr/>
            <p:nvPr/>
          </p:nvSpPr>
          <p:spPr>
            <a:xfrm>
              <a:off x="60676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t706"/>
            <p:cNvSpPr/>
            <p:nvPr/>
          </p:nvSpPr>
          <p:spPr>
            <a:xfrm>
              <a:off x="615314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t707"/>
            <p:cNvSpPr/>
            <p:nvPr/>
          </p:nvSpPr>
          <p:spPr>
            <a:xfrm>
              <a:off x="608967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t708"/>
            <p:cNvSpPr/>
            <p:nvPr/>
          </p:nvSpPr>
          <p:spPr>
            <a:xfrm>
              <a:off x="62030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t709"/>
            <p:cNvSpPr/>
            <p:nvPr/>
          </p:nvSpPr>
          <p:spPr>
            <a:xfrm>
              <a:off x="62711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t710"/>
            <p:cNvSpPr/>
            <p:nvPr/>
          </p:nvSpPr>
          <p:spPr>
            <a:xfrm>
              <a:off x="6211887" y="332723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t711"/>
            <p:cNvSpPr/>
            <p:nvPr/>
          </p:nvSpPr>
          <p:spPr>
            <a:xfrm>
              <a:off x="6204779" y="330669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t712"/>
            <p:cNvSpPr/>
            <p:nvPr/>
          </p:nvSpPr>
          <p:spPr>
            <a:xfrm>
              <a:off x="6131710" y="206088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t713"/>
            <p:cNvSpPr/>
            <p:nvPr/>
          </p:nvSpPr>
          <p:spPr>
            <a:xfrm>
              <a:off x="62335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t714"/>
            <p:cNvSpPr/>
            <p:nvPr/>
          </p:nvSpPr>
          <p:spPr>
            <a:xfrm>
              <a:off x="61074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t715"/>
            <p:cNvSpPr/>
            <p:nvPr/>
          </p:nvSpPr>
          <p:spPr>
            <a:xfrm>
              <a:off x="60982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t716"/>
            <p:cNvSpPr/>
            <p:nvPr/>
          </p:nvSpPr>
          <p:spPr>
            <a:xfrm>
              <a:off x="62728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t717"/>
            <p:cNvSpPr/>
            <p:nvPr/>
          </p:nvSpPr>
          <p:spPr>
            <a:xfrm>
              <a:off x="6150761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t718"/>
            <p:cNvSpPr/>
            <p:nvPr/>
          </p:nvSpPr>
          <p:spPr>
            <a:xfrm>
              <a:off x="62805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t719"/>
            <p:cNvSpPr/>
            <p:nvPr/>
          </p:nvSpPr>
          <p:spPr>
            <a:xfrm>
              <a:off x="6224968" y="290553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t720"/>
            <p:cNvSpPr/>
            <p:nvPr/>
          </p:nvSpPr>
          <p:spPr>
            <a:xfrm>
              <a:off x="6250901" y="321363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t721"/>
            <p:cNvSpPr/>
            <p:nvPr/>
          </p:nvSpPr>
          <p:spPr>
            <a:xfrm>
              <a:off x="6225356" y="41852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t722"/>
            <p:cNvSpPr/>
            <p:nvPr/>
          </p:nvSpPr>
          <p:spPr>
            <a:xfrm>
              <a:off x="62045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t723"/>
            <p:cNvSpPr/>
            <p:nvPr/>
          </p:nvSpPr>
          <p:spPr>
            <a:xfrm>
              <a:off x="619329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t724"/>
            <p:cNvSpPr/>
            <p:nvPr/>
          </p:nvSpPr>
          <p:spPr>
            <a:xfrm>
              <a:off x="62187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t725"/>
            <p:cNvSpPr/>
            <p:nvPr/>
          </p:nvSpPr>
          <p:spPr>
            <a:xfrm>
              <a:off x="62716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t726"/>
            <p:cNvSpPr/>
            <p:nvPr/>
          </p:nvSpPr>
          <p:spPr>
            <a:xfrm>
              <a:off x="6068308" y="341748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t727"/>
            <p:cNvSpPr/>
            <p:nvPr/>
          </p:nvSpPr>
          <p:spPr>
            <a:xfrm>
              <a:off x="62734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t728"/>
            <p:cNvSpPr/>
            <p:nvPr/>
          </p:nvSpPr>
          <p:spPr>
            <a:xfrm>
              <a:off x="6222385" y="330544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t729"/>
            <p:cNvSpPr/>
            <p:nvPr/>
          </p:nvSpPr>
          <p:spPr>
            <a:xfrm>
              <a:off x="6163361" y="261143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t730"/>
            <p:cNvSpPr/>
            <p:nvPr/>
          </p:nvSpPr>
          <p:spPr>
            <a:xfrm>
              <a:off x="6180907" y="322577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t731"/>
            <p:cNvSpPr/>
            <p:nvPr/>
          </p:nvSpPr>
          <p:spPr>
            <a:xfrm>
              <a:off x="61238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t732"/>
            <p:cNvSpPr/>
            <p:nvPr/>
          </p:nvSpPr>
          <p:spPr>
            <a:xfrm>
              <a:off x="61157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t733"/>
            <p:cNvSpPr/>
            <p:nvPr/>
          </p:nvSpPr>
          <p:spPr>
            <a:xfrm>
              <a:off x="62168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t734"/>
            <p:cNvSpPr/>
            <p:nvPr/>
          </p:nvSpPr>
          <p:spPr>
            <a:xfrm>
              <a:off x="61286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t735"/>
            <p:cNvSpPr/>
            <p:nvPr/>
          </p:nvSpPr>
          <p:spPr>
            <a:xfrm>
              <a:off x="617263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t736"/>
            <p:cNvSpPr/>
            <p:nvPr/>
          </p:nvSpPr>
          <p:spPr>
            <a:xfrm>
              <a:off x="6143038" y="402933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t737"/>
            <p:cNvSpPr/>
            <p:nvPr/>
          </p:nvSpPr>
          <p:spPr>
            <a:xfrm>
              <a:off x="62507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t738"/>
            <p:cNvSpPr/>
            <p:nvPr/>
          </p:nvSpPr>
          <p:spPr>
            <a:xfrm>
              <a:off x="61225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t739"/>
            <p:cNvSpPr/>
            <p:nvPr/>
          </p:nvSpPr>
          <p:spPr>
            <a:xfrm>
              <a:off x="60785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t740"/>
            <p:cNvSpPr/>
            <p:nvPr/>
          </p:nvSpPr>
          <p:spPr>
            <a:xfrm>
              <a:off x="6224509" y="328054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t741"/>
            <p:cNvSpPr/>
            <p:nvPr/>
          </p:nvSpPr>
          <p:spPr>
            <a:xfrm>
              <a:off x="6249427" y="367081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t742"/>
            <p:cNvSpPr/>
            <p:nvPr/>
          </p:nvSpPr>
          <p:spPr>
            <a:xfrm>
              <a:off x="6140288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t743"/>
            <p:cNvSpPr/>
            <p:nvPr/>
          </p:nvSpPr>
          <p:spPr>
            <a:xfrm>
              <a:off x="61266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t744"/>
            <p:cNvSpPr/>
            <p:nvPr/>
          </p:nvSpPr>
          <p:spPr>
            <a:xfrm>
              <a:off x="62684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t745"/>
            <p:cNvSpPr/>
            <p:nvPr/>
          </p:nvSpPr>
          <p:spPr>
            <a:xfrm>
              <a:off x="61130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t746"/>
            <p:cNvSpPr/>
            <p:nvPr/>
          </p:nvSpPr>
          <p:spPr>
            <a:xfrm>
              <a:off x="60980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t747"/>
            <p:cNvSpPr/>
            <p:nvPr/>
          </p:nvSpPr>
          <p:spPr>
            <a:xfrm>
              <a:off x="6217782" y="340783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t748"/>
            <p:cNvSpPr/>
            <p:nvPr/>
          </p:nvSpPr>
          <p:spPr>
            <a:xfrm>
              <a:off x="61117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t749"/>
            <p:cNvSpPr/>
            <p:nvPr/>
          </p:nvSpPr>
          <p:spPr>
            <a:xfrm>
              <a:off x="6120799" y="342837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t750"/>
            <p:cNvSpPr/>
            <p:nvPr/>
          </p:nvSpPr>
          <p:spPr>
            <a:xfrm>
              <a:off x="6108264" y="385069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t751"/>
            <p:cNvSpPr/>
            <p:nvPr/>
          </p:nvSpPr>
          <p:spPr>
            <a:xfrm>
              <a:off x="62124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t752"/>
            <p:cNvSpPr/>
            <p:nvPr/>
          </p:nvSpPr>
          <p:spPr>
            <a:xfrm>
              <a:off x="6279190" y="394313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t753"/>
            <p:cNvSpPr/>
            <p:nvPr/>
          </p:nvSpPr>
          <p:spPr>
            <a:xfrm>
              <a:off x="6234832" y="322857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t754"/>
            <p:cNvSpPr/>
            <p:nvPr/>
          </p:nvSpPr>
          <p:spPr>
            <a:xfrm>
              <a:off x="61991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t755"/>
            <p:cNvSpPr/>
            <p:nvPr/>
          </p:nvSpPr>
          <p:spPr>
            <a:xfrm>
              <a:off x="62076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t756"/>
            <p:cNvSpPr/>
            <p:nvPr/>
          </p:nvSpPr>
          <p:spPr>
            <a:xfrm>
              <a:off x="62754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t757"/>
            <p:cNvSpPr/>
            <p:nvPr/>
          </p:nvSpPr>
          <p:spPr>
            <a:xfrm>
              <a:off x="6643237" y="394437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t758"/>
            <p:cNvSpPr/>
            <p:nvPr/>
          </p:nvSpPr>
          <p:spPr>
            <a:xfrm>
              <a:off x="6666290" y="205154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t759"/>
            <p:cNvSpPr/>
            <p:nvPr/>
          </p:nvSpPr>
          <p:spPr>
            <a:xfrm>
              <a:off x="6772980" y="394437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t760"/>
            <p:cNvSpPr/>
            <p:nvPr/>
          </p:nvSpPr>
          <p:spPr>
            <a:xfrm>
              <a:off x="66995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t761"/>
            <p:cNvSpPr/>
            <p:nvPr/>
          </p:nvSpPr>
          <p:spPr>
            <a:xfrm>
              <a:off x="6802822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t762"/>
            <p:cNvSpPr/>
            <p:nvPr/>
          </p:nvSpPr>
          <p:spPr>
            <a:xfrm>
              <a:off x="67499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t763"/>
            <p:cNvSpPr/>
            <p:nvPr/>
          </p:nvSpPr>
          <p:spPr>
            <a:xfrm>
              <a:off x="6616294" y="314797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t764"/>
            <p:cNvSpPr/>
            <p:nvPr/>
          </p:nvSpPr>
          <p:spPr>
            <a:xfrm>
              <a:off x="6815030" y="322733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t765"/>
            <p:cNvSpPr/>
            <p:nvPr/>
          </p:nvSpPr>
          <p:spPr>
            <a:xfrm>
              <a:off x="66546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t766"/>
            <p:cNvSpPr/>
            <p:nvPr/>
          </p:nvSpPr>
          <p:spPr>
            <a:xfrm>
              <a:off x="6710258" y="362413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t767"/>
            <p:cNvSpPr/>
            <p:nvPr/>
          </p:nvSpPr>
          <p:spPr>
            <a:xfrm>
              <a:off x="6776779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t768"/>
            <p:cNvSpPr/>
            <p:nvPr/>
          </p:nvSpPr>
          <p:spPr>
            <a:xfrm>
              <a:off x="68196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t769"/>
            <p:cNvSpPr/>
            <p:nvPr/>
          </p:nvSpPr>
          <p:spPr>
            <a:xfrm>
              <a:off x="68087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t770"/>
            <p:cNvSpPr/>
            <p:nvPr/>
          </p:nvSpPr>
          <p:spPr>
            <a:xfrm>
              <a:off x="6787767" y="317940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t771"/>
            <p:cNvSpPr/>
            <p:nvPr/>
          </p:nvSpPr>
          <p:spPr>
            <a:xfrm>
              <a:off x="67611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t772"/>
            <p:cNvSpPr/>
            <p:nvPr/>
          </p:nvSpPr>
          <p:spPr>
            <a:xfrm>
              <a:off x="67688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t773"/>
            <p:cNvSpPr/>
            <p:nvPr/>
          </p:nvSpPr>
          <p:spPr>
            <a:xfrm>
              <a:off x="6724475" y="340099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t774"/>
            <p:cNvSpPr/>
            <p:nvPr/>
          </p:nvSpPr>
          <p:spPr>
            <a:xfrm>
              <a:off x="6782365" y="27934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t775"/>
            <p:cNvSpPr/>
            <p:nvPr/>
          </p:nvSpPr>
          <p:spPr>
            <a:xfrm>
              <a:off x="66893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t776"/>
            <p:cNvSpPr/>
            <p:nvPr/>
          </p:nvSpPr>
          <p:spPr>
            <a:xfrm>
              <a:off x="66505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t777"/>
            <p:cNvSpPr/>
            <p:nvPr/>
          </p:nvSpPr>
          <p:spPr>
            <a:xfrm>
              <a:off x="6714688" y="206399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t778"/>
            <p:cNvSpPr/>
            <p:nvPr/>
          </p:nvSpPr>
          <p:spPr>
            <a:xfrm>
              <a:off x="68166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t779"/>
            <p:cNvSpPr/>
            <p:nvPr/>
          </p:nvSpPr>
          <p:spPr>
            <a:xfrm>
              <a:off x="6688332" y="350089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t780"/>
            <p:cNvSpPr/>
            <p:nvPr/>
          </p:nvSpPr>
          <p:spPr>
            <a:xfrm>
              <a:off x="6777725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t781"/>
            <p:cNvSpPr/>
            <p:nvPr/>
          </p:nvSpPr>
          <p:spPr>
            <a:xfrm>
              <a:off x="6668043" y="329175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t782"/>
            <p:cNvSpPr/>
            <p:nvPr/>
          </p:nvSpPr>
          <p:spPr>
            <a:xfrm>
              <a:off x="6626028" y="349279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t783"/>
            <p:cNvSpPr/>
            <p:nvPr/>
          </p:nvSpPr>
          <p:spPr>
            <a:xfrm>
              <a:off x="6768215" y="329859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t784"/>
            <p:cNvSpPr/>
            <p:nvPr/>
          </p:nvSpPr>
          <p:spPr>
            <a:xfrm>
              <a:off x="6646312" y="3476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t785"/>
            <p:cNvSpPr/>
            <p:nvPr/>
          </p:nvSpPr>
          <p:spPr>
            <a:xfrm>
              <a:off x="6760941" y="292202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t786"/>
            <p:cNvSpPr/>
            <p:nvPr/>
          </p:nvSpPr>
          <p:spPr>
            <a:xfrm>
              <a:off x="66383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t787"/>
            <p:cNvSpPr/>
            <p:nvPr/>
          </p:nvSpPr>
          <p:spPr>
            <a:xfrm>
              <a:off x="66165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t788"/>
            <p:cNvSpPr/>
            <p:nvPr/>
          </p:nvSpPr>
          <p:spPr>
            <a:xfrm>
              <a:off x="66631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t789"/>
            <p:cNvSpPr/>
            <p:nvPr/>
          </p:nvSpPr>
          <p:spPr>
            <a:xfrm>
              <a:off x="6732698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t790"/>
            <p:cNvSpPr/>
            <p:nvPr/>
          </p:nvSpPr>
          <p:spPr>
            <a:xfrm>
              <a:off x="6684424" y="438132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t791"/>
            <p:cNvSpPr/>
            <p:nvPr/>
          </p:nvSpPr>
          <p:spPr>
            <a:xfrm>
              <a:off x="6759471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t792"/>
            <p:cNvSpPr/>
            <p:nvPr/>
          </p:nvSpPr>
          <p:spPr>
            <a:xfrm>
              <a:off x="6788730" y="409064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t793"/>
            <p:cNvSpPr/>
            <p:nvPr/>
          </p:nvSpPr>
          <p:spPr>
            <a:xfrm>
              <a:off x="66482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t794"/>
            <p:cNvSpPr/>
            <p:nvPr/>
          </p:nvSpPr>
          <p:spPr>
            <a:xfrm>
              <a:off x="66639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t795"/>
            <p:cNvSpPr/>
            <p:nvPr/>
          </p:nvSpPr>
          <p:spPr>
            <a:xfrm>
              <a:off x="66558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t796"/>
            <p:cNvSpPr/>
            <p:nvPr/>
          </p:nvSpPr>
          <p:spPr>
            <a:xfrm>
              <a:off x="66651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t797"/>
            <p:cNvSpPr/>
            <p:nvPr/>
          </p:nvSpPr>
          <p:spPr>
            <a:xfrm>
              <a:off x="67458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t798"/>
            <p:cNvSpPr/>
            <p:nvPr/>
          </p:nvSpPr>
          <p:spPr>
            <a:xfrm>
              <a:off x="6808971" y="396771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t799"/>
            <p:cNvSpPr/>
            <p:nvPr/>
          </p:nvSpPr>
          <p:spPr>
            <a:xfrm>
              <a:off x="6641647" y="394157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t800"/>
            <p:cNvSpPr/>
            <p:nvPr/>
          </p:nvSpPr>
          <p:spPr>
            <a:xfrm>
              <a:off x="6754538" y="346945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t801"/>
            <p:cNvSpPr/>
            <p:nvPr/>
          </p:nvSpPr>
          <p:spPr>
            <a:xfrm>
              <a:off x="7149233" y="394437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t802"/>
            <p:cNvSpPr/>
            <p:nvPr/>
          </p:nvSpPr>
          <p:spPr>
            <a:xfrm>
              <a:off x="66756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t803"/>
            <p:cNvSpPr/>
            <p:nvPr/>
          </p:nvSpPr>
          <p:spPr>
            <a:xfrm>
              <a:off x="6719050" y="277699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t804"/>
            <p:cNvSpPr/>
            <p:nvPr/>
          </p:nvSpPr>
          <p:spPr>
            <a:xfrm>
              <a:off x="67011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t805"/>
            <p:cNvSpPr/>
            <p:nvPr/>
          </p:nvSpPr>
          <p:spPr>
            <a:xfrm>
              <a:off x="6700238" y="485468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t806"/>
            <p:cNvSpPr/>
            <p:nvPr/>
          </p:nvSpPr>
          <p:spPr>
            <a:xfrm>
              <a:off x="67153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t807"/>
            <p:cNvSpPr/>
            <p:nvPr/>
          </p:nvSpPr>
          <p:spPr>
            <a:xfrm>
              <a:off x="6667407" y="20804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t808"/>
            <p:cNvSpPr/>
            <p:nvPr/>
          </p:nvSpPr>
          <p:spPr>
            <a:xfrm>
              <a:off x="66552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t809"/>
            <p:cNvSpPr/>
            <p:nvPr/>
          </p:nvSpPr>
          <p:spPr>
            <a:xfrm>
              <a:off x="661384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t810"/>
            <p:cNvSpPr/>
            <p:nvPr/>
          </p:nvSpPr>
          <p:spPr>
            <a:xfrm>
              <a:off x="6703680" y="397331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t811"/>
            <p:cNvSpPr/>
            <p:nvPr/>
          </p:nvSpPr>
          <p:spPr>
            <a:xfrm>
              <a:off x="7157158" y="4663912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t812"/>
            <p:cNvSpPr/>
            <p:nvPr/>
          </p:nvSpPr>
          <p:spPr>
            <a:xfrm>
              <a:off x="673505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t813"/>
            <p:cNvSpPr/>
            <p:nvPr/>
          </p:nvSpPr>
          <p:spPr>
            <a:xfrm>
              <a:off x="6768090" y="205310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t814"/>
            <p:cNvSpPr/>
            <p:nvPr/>
          </p:nvSpPr>
          <p:spPr>
            <a:xfrm>
              <a:off x="67584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t815"/>
            <p:cNvSpPr/>
            <p:nvPr/>
          </p:nvSpPr>
          <p:spPr>
            <a:xfrm>
              <a:off x="67300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t816"/>
            <p:cNvSpPr/>
            <p:nvPr/>
          </p:nvSpPr>
          <p:spPr>
            <a:xfrm>
              <a:off x="66180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t817"/>
            <p:cNvSpPr/>
            <p:nvPr/>
          </p:nvSpPr>
          <p:spPr>
            <a:xfrm>
              <a:off x="66925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t818"/>
            <p:cNvSpPr/>
            <p:nvPr/>
          </p:nvSpPr>
          <p:spPr>
            <a:xfrm>
              <a:off x="6759843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t819"/>
            <p:cNvSpPr/>
            <p:nvPr/>
          </p:nvSpPr>
          <p:spPr>
            <a:xfrm>
              <a:off x="6609706" y="3433356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t820"/>
            <p:cNvSpPr/>
            <p:nvPr/>
          </p:nvSpPr>
          <p:spPr>
            <a:xfrm>
              <a:off x="6805392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t821"/>
            <p:cNvSpPr/>
            <p:nvPr/>
          </p:nvSpPr>
          <p:spPr>
            <a:xfrm>
              <a:off x="7204510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t822"/>
            <p:cNvSpPr/>
            <p:nvPr/>
          </p:nvSpPr>
          <p:spPr>
            <a:xfrm>
              <a:off x="6730805" y="290988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t823"/>
            <p:cNvSpPr/>
            <p:nvPr/>
          </p:nvSpPr>
          <p:spPr>
            <a:xfrm>
              <a:off x="66603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t824"/>
            <p:cNvSpPr/>
            <p:nvPr/>
          </p:nvSpPr>
          <p:spPr>
            <a:xfrm>
              <a:off x="67563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t825"/>
            <p:cNvSpPr/>
            <p:nvPr/>
          </p:nvSpPr>
          <p:spPr>
            <a:xfrm>
              <a:off x="671102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t826"/>
            <p:cNvSpPr/>
            <p:nvPr/>
          </p:nvSpPr>
          <p:spPr>
            <a:xfrm>
              <a:off x="66102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t827"/>
            <p:cNvSpPr/>
            <p:nvPr/>
          </p:nvSpPr>
          <p:spPr>
            <a:xfrm>
              <a:off x="72317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t828"/>
            <p:cNvSpPr/>
            <p:nvPr/>
          </p:nvSpPr>
          <p:spPr>
            <a:xfrm>
              <a:off x="6772249" y="392041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t829"/>
            <p:cNvSpPr/>
            <p:nvPr/>
          </p:nvSpPr>
          <p:spPr>
            <a:xfrm>
              <a:off x="67441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t830"/>
            <p:cNvSpPr/>
            <p:nvPr/>
          </p:nvSpPr>
          <p:spPr>
            <a:xfrm>
              <a:off x="675489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t831"/>
            <p:cNvSpPr/>
            <p:nvPr/>
          </p:nvSpPr>
          <p:spPr>
            <a:xfrm>
              <a:off x="672803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t832"/>
            <p:cNvSpPr/>
            <p:nvPr/>
          </p:nvSpPr>
          <p:spPr>
            <a:xfrm>
              <a:off x="731273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t833"/>
            <p:cNvSpPr/>
            <p:nvPr/>
          </p:nvSpPr>
          <p:spPr>
            <a:xfrm>
              <a:off x="671872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t834"/>
            <p:cNvSpPr/>
            <p:nvPr/>
          </p:nvSpPr>
          <p:spPr>
            <a:xfrm>
              <a:off x="7248133" y="352578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t835"/>
            <p:cNvSpPr/>
            <p:nvPr/>
          </p:nvSpPr>
          <p:spPr>
            <a:xfrm>
              <a:off x="67307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t836"/>
            <p:cNvSpPr/>
            <p:nvPr/>
          </p:nvSpPr>
          <p:spPr>
            <a:xfrm>
              <a:off x="72356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t837"/>
            <p:cNvSpPr/>
            <p:nvPr/>
          </p:nvSpPr>
          <p:spPr>
            <a:xfrm>
              <a:off x="6608227" y="351614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t838"/>
            <p:cNvSpPr/>
            <p:nvPr/>
          </p:nvSpPr>
          <p:spPr>
            <a:xfrm>
              <a:off x="682011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t839"/>
            <p:cNvSpPr/>
            <p:nvPr/>
          </p:nvSpPr>
          <p:spPr>
            <a:xfrm>
              <a:off x="678758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t840"/>
            <p:cNvSpPr/>
            <p:nvPr/>
          </p:nvSpPr>
          <p:spPr>
            <a:xfrm>
              <a:off x="6606737" y="348190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t841"/>
            <p:cNvSpPr/>
            <p:nvPr/>
          </p:nvSpPr>
          <p:spPr>
            <a:xfrm>
              <a:off x="7226939" y="3487197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t842"/>
            <p:cNvSpPr/>
            <p:nvPr/>
          </p:nvSpPr>
          <p:spPr>
            <a:xfrm>
              <a:off x="71727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t843"/>
            <p:cNvSpPr/>
            <p:nvPr/>
          </p:nvSpPr>
          <p:spPr>
            <a:xfrm>
              <a:off x="725058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t844"/>
            <p:cNvSpPr/>
            <p:nvPr/>
          </p:nvSpPr>
          <p:spPr>
            <a:xfrm>
              <a:off x="6733302" y="291393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t845"/>
            <p:cNvSpPr/>
            <p:nvPr/>
          </p:nvSpPr>
          <p:spPr>
            <a:xfrm>
              <a:off x="7255115" y="322172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t846"/>
            <p:cNvSpPr/>
            <p:nvPr/>
          </p:nvSpPr>
          <p:spPr>
            <a:xfrm>
              <a:off x="67047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t847"/>
            <p:cNvSpPr/>
            <p:nvPr/>
          </p:nvSpPr>
          <p:spPr>
            <a:xfrm>
              <a:off x="66188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t848"/>
            <p:cNvSpPr/>
            <p:nvPr/>
          </p:nvSpPr>
          <p:spPr>
            <a:xfrm>
              <a:off x="73302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t849"/>
            <p:cNvSpPr/>
            <p:nvPr/>
          </p:nvSpPr>
          <p:spPr>
            <a:xfrm>
              <a:off x="71921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t850"/>
            <p:cNvSpPr/>
            <p:nvPr/>
          </p:nvSpPr>
          <p:spPr>
            <a:xfrm>
              <a:off x="673203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t851"/>
            <p:cNvSpPr/>
            <p:nvPr/>
          </p:nvSpPr>
          <p:spPr>
            <a:xfrm>
              <a:off x="72145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t852"/>
            <p:cNvSpPr/>
            <p:nvPr/>
          </p:nvSpPr>
          <p:spPr>
            <a:xfrm>
              <a:off x="6745380" y="393908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t853"/>
            <p:cNvSpPr/>
            <p:nvPr/>
          </p:nvSpPr>
          <p:spPr>
            <a:xfrm>
              <a:off x="7189427" y="321239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t854"/>
            <p:cNvSpPr/>
            <p:nvPr/>
          </p:nvSpPr>
          <p:spPr>
            <a:xfrm>
              <a:off x="726871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t855"/>
            <p:cNvSpPr/>
            <p:nvPr/>
          </p:nvSpPr>
          <p:spPr>
            <a:xfrm>
              <a:off x="724378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t856"/>
            <p:cNvSpPr/>
            <p:nvPr/>
          </p:nvSpPr>
          <p:spPr>
            <a:xfrm>
              <a:off x="7253197" y="285106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t857"/>
            <p:cNvSpPr/>
            <p:nvPr/>
          </p:nvSpPr>
          <p:spPr>
            <a:xfrm>
              <a:off x="7215327" y="326156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t858"/>
            <p:cNvSpPr/>
            <p:nvPr/>
          </p:nvSpPr>
          <p:spPr>
            <a:xfrm>
              <a:off x="730939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t859"/>
            <p:cNvSpPr/>
            <p:nvPr/>
          </p:nvSpPr>
          <p:spPr>
            <a:xfrm>
              <a:off x="71485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t860"/>
            <p:cNvSpPr/>
            <p:nvPr/>
          </p:nvSpPr>
          <p:spPr>
            <a:xfrm>
              <a:off x="7224798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t861"/>
            <p:cNvSpPr/>
            <p:nvPr/>
          </p:nvSpPr>
          <p:spPr>
            <a:xfrm>
              <a:off x="72771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t862"/>
            <p:cNvSpPr/>
            <p:nvPr/>
          </p:nvSpPr>
          <p:spPr>
            <a:xfrm>
              <a:off x="73569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t863"/>
            <p:cNvSpPr/>
            <p:nvPr/>
          </p:nvSpPr>
          <p:spPr>
            <a:xfrm>
              <a:off x="7165864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t864"/>
            <p:cNvSpPr/>
            <p:nvPr/>
          </p:nvSpPr>
          <p:spPr>
            <a:xfrm>
              <a:off x="72841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t865"/>
            <p:cNvSpPr/>
            <p:nvPr/>
          </p:nvSpPr>
          <p:spPr>
            <a:xfrm>
              <a:off x="718989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t866"/>
            <p:cNvSpPr/>
            <p:nvPr/>
          </p:nvSpPr>
          <p:spPr>
            <a:xfrm>
              <a:off x="7285697" y="328490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t867"/>
            <p:cNvSpPr/>
            <p:nvPr/>
          </p:nvSpPr>
          <p:spPr>
            <a:xfrm>
              <a:off x="7354589" y="205154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t868"/>
            <p:cNvSpPr/>
            <p:nvPr/>
          </p:nvSpPr>
          <p:spPr>
            <a:xfrm>
              <a:off x="727547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t869"/>
            <p:cNvSpPr/>
            <p:nvPr/>
          </p:nvSpPr>
          <p:spPr>
            <a:xfrm>
              <a:off x="721656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t870"/>
            <p:cNvSpPr/>
            <p:nvPr/>
          </p:nvSpPr>
          <p:spPr>
            <a:xfrm>
              <a:off x="72277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t871"/>
            <p:cNvSpPr/>
            <p:nvPr/>
          </p:nvSpPr>
          <p:spPr>
            <a:xfrm>
              <a:off x="71552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t872"/>
            <p:cNvSpPr/>
            <p:nvPr/>
          </p:nvSpPr>
          <p:spPr>
            <a:xfrm>
              <a:off x="7345224" y="324226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t873"/>
            <p:cNvSpPr/>
            <p:nvPr/>
          </p:nvSpPr>
          <p:spPr>
            <a:xfrm>
              <a:off x="723290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t874"/>
            <p:cNvSpPr/>
            <p:nvPr/>
          </p:nvSpPr>
          <p:spPr>
            <a:xfrm>
              <a:off x="733377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t875"/>
            <p:cNvSpPr/>
            <p:nvPr/>
          </p:nvSpPr>
          <p:spPr>
            <a:xfrm>
              <a:off x="7266187" y="3609817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t876"/>
            <p:cNvSpPr/>
            <p:nvPr/>
          </p:nvSpPr>
          <p:spPr>
            <a:xfrm>
              <a:off x="73027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t877"/>
            <p:cNvSpPr/>
            <p:nvPr/>
          </p:nvSpPr>
          <p:spPr>
            <a:xfrm>
              <a:off x="73599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t878"/>
            <p:cNvSpPr/>
            <p:nvPr/>
          </p:nvSpPr>
          <p:spPr>
            <a:xfrm>
              <a:off x="73453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t879"/>
            <p:cNvSpPr/>
            <p:nvPr/>
          </p:nvSpPr>
          <p:spPr>
            <a:xfrm>
              <a:off x="7203160" y="3945932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t880"/>
            <p:cNvSpPr/>
            <p:nvPr/>
          </p:nvSpPr>
          <p:spPr>
            <a:xfrm>
              <a:off x="7351165" y="394437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t881"/>
            <p:cNvSpPr/>
            <p:nvPr/>
          </p:nvSpPr>
          <p:spPr>
            <a:xfrm>
              <a:off x="727764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t882"/>
            <p:cNvSpPr/>
            <p:nvPr/>
          </p:nvSpPr>
          <p:spPr>
            <a:xfrm>
              <a:off x="719483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t883"/>
            <p:cNvSpPr/>
            <p:nvPr/>
          </p:nvSpPr>
          <p:spPr>
            <a:xfrm>
              <a:off x="7241489" y="323697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t884"/>
            <p:cNvSpPr/>
            <p:nvPr/>
          </p:nvSpPr>
          <p:spPr>
            <a:xfrm>
              <a:off x="731703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t885"/>
            <p:cNvSpPr/>
            <p:nvPr/>
          </p:nvSpPr>
          <p:spPr>
            <a:xfrm>
              <a:off x="72281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t886"/>
            <p:cNvSpPr/>
            <p:nvPr/>
          </p:nvSpPr>
          <p:spPr>
            <a:xfrm>
              <a:off x="7329947" y="36720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t887"/>
            <p:cNvSpPr/>
            <p:nvPr/>
          </p:nvSpPr>
          <p:spPr>
            <a:xfrm>
              <a:off x="7191698" y="206555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t888"/>
            <p:cNvSpPr/>
            <p:nvPr/>
          </p:nvSpPr>
          <p:spPr>
            <a:xfrm>
              <a:off x="719979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t889"/>
            <p:cNvSpPr/>
            <p:nvPr/>
          </p:nvSpPr>
          <p:spPr>
            <a:xfrm>
              <a:off x="72662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t890"/>
            <p:cNvSpPr/>
            <p:nvPr/>
          </p:nvSpPr>
          <p:spPr>
            <a:xfrm>
              <a:off x="72678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t891"/>
            <p:cNvSpPr/>
            <p:nvPr/>
          </p:nvSpPr>
          <p:spPr>
            <a:xfrm>
              <a:off x="72951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t892"/>
            <p:cNvSpPr/>
            <p:nvPr/>
          </p:nvSpPr>
          <p:spPr>
            <a:xfrm>
              <a:off x="72070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t893"/>
            <p:cNvSpPr/>
            <p:nvPr/>
          </p:nvSpPr>
          <p:spPr>
            <a:xfrm>
              <a:off x="7341590" y="4769726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t894"/>
            <p:cNvSpPr/>
            <p:nvPr/>
          </p:nvSpPr>
          <p:spPr>
            <a:xfrm>
              <a:off x="7178571" y="5162483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t895"/>
            <p:cNvSpPr/>
            <p:nvPr/>
          </p:nvSpPr>
          <p:spPr>
            <a:xfrm>
              <a:off x="72969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t896"/>
            <p:cNvSpPr/>
            <p:nvPr/>
          </p:nvSpPr>
          <p:spPr>
            <a:xfrm>
              <a:off x="73525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t897"/>
            <p:cNvSpPr/>
            <p:nvPr/>
          </p:nvSpPr>
          <p:spPr>
            <a:xfrm>
              <a:off x="7277940" y="4400310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t898"/>
            <p:cNvSpPr/>
            <p:nvPr/>
          </p:nvSpPr>
          <p:spPr>
            <a:xfrm>
              <a:off x="7270340" y="298240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t899"/>
            <p:cNvSpPr/>
            <p:nvPr/>
          </p:nvSpPr>
          <p:spPr>
            <a:xfrm>
              <a:off x="735328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t900"/>
            <p:cNvSpPr/>
            <p:nvPr/>
          </p:nvSpPr>
          <p:spPr>
            <a:xfrm>
              <a:off x="723412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t901"/>
            <p:cNvSpPr/>
            <p:nvPr/>
          </p:nvSpPr>
          <p:spPr>
            <a:xfrm>
              <a:off x="7204676" y="363253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t902"/>
            <p:cNvSpPr/>
            <p:nvPr/>
          </p:nvSpPr>
          <p:spPr>
            <a:xfrm>
              <a:off x="72507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t903"/>
            <p:cNvSpPr/>
            <p:nvPr/>
          </p:nvSpPr>
          <p:spPr>
            <a:xfrm>
              <a:off x="718513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t904"/>
            <p:cNvSpPr/>
            <p:nvPr/>
          </p:nvSpPr>
          <p:spPr>
            <a:xfrm>
              <a:off x="72632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t905"/>
            <p:cNvSpPr/>
            <p:nvPr/>
          </p:nvSpPr>
          <p:spPr>
            <a:xfrm>
              <a:off x="7167841" y="316010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t906"/>
            <p:cNvSpPr/>
            <p:nvPr/>
          </p:nvSpPr>
          <p:spPr>
            <a:xfrm>
              <a:off x="7173025" y="35693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t907"/>
            <p:cNvSpPr/>
            <p:nvPr/>
          </p:nvSpPr>
          <p:spPr>
            <a:xfrm>
              <a:off x="72991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t908"/>
            <p:cNvSpPr/>
            <p:nvPr/>
          </p:nvSpPr>
          <p:spPr>
            <a:xfrm>
              <a:off x="73103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t909"/>
            <p:cNvSpPr/>
            <p:nvPr/>
          </p:nvSpPr>
          <p:spPr>
            <a:xfrm>
              <a:off x="735792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t910"/>
            <p:cNvSpPr/>
            <p:nvPr/>
          </p:nvSpPr>
          <p:spPr>
            <a:xfrm>
              <a:off x="7266698" y="4514838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t911"/>
            <p:cNvSpPr/>
            <p:nvPr/>
          </p:nvSpPr>
          <p:spPr>
            <a:xfrm>
              <a:off x="7302387" y="356811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t912"/>
            <p:cNvSpPr/>
            <p:nvPr/>
          </p:nvSpPr>
          <p:spPr>
            <a:xfrm>
              <a:off x="7343372" y="4185570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t913"/>
            <p:cNvSpPr/>
            <p:nvPr/>
          </p:nvSpPr>
          <p:spPr>
            <a:xfrm>
              <a:off x="7170416" y="348315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t914"/>
            <p:cNvSpPr/>
            <p:nvPr/>
          </p:nvSpPr>
          <p:spPr>
            <a:xfrm>
              <a:off x="723847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t915"/>
            <p:cNvSpPr/>
            <p:nvPr/>
          </p:nvSpPr>
          <p:spPr>
            <a:xfrm>
              <a:off x="7276356" y="2051549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tx916"/>
            <p:cNvSpPr/>
            <p:nvPr/>
          </p:nvSpPr>
          <p:spPr>
            <a:xfrm>
              <a:off x="712256" y="5145456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917" name="tx917"/>
            <p:cNvSpPr/>
            <p:nvPr/>
          </p:nvSpPr>
          <p:spPr>
            <a:xfrm>
              <a:off x="712256" y="4367411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918" name="tx918"/>
            <p:cNvSpPr/>
            <p:nvPr/>
          </p:nvSpPr>
          <p:spPr>
            <a:xfrm>
              <a:off x="712256" y="3589367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919" name="tx919"/>
            <p:cNvSpPr/>
            <p:nvPr/>
          </p:nvSpPr>
          <p:spPr>
            <a:xfrm>
              <a:off x="712256" y="2811322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920" name="tx920"/>
            <p:cNvSpPr/>
            <p:nvPr/>
          </p:nvSpPr>
          <p:spPr>
            <a:xfrm>
              <a:off x="712256" y="2033278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921" name="tx921"/>
            <p:cNvSpPr/>
            <p:nvPr/>
          </p:nvSpPr>
          <p:spPr>
            <a:xfrm rot="-2700000">
              <a:off x="103144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922" name="tx922"/>
            <p:cNvSpPr/>
            <p:nvPr/>
          </p:nvSpPr>
          <p:spPr>
            <a:xfrm rot="-2700000">
              <a:off x="157130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923" name="tx923"/>
            <p:cNvSpPr/>
            <p:nvPr/>
          </p:nvSpPr>
          <p:spPr>
            <a:xfrm rot="-2700000">
              <a:off x="21111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924" name="tx924"/>
            <p:cNvSpPr/>
            <p:nvPr/>
          </p:nvSpPr>
          <p:spPr>
            <a:xfrm rot="-2700000">
              <a:off x="26510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925" name="tx925"/>
            <p:cNvSpPr/>
            <p:nvPr/>
          </p:nvSpPr>
          <p:spPr>
            <a:xfrm rot="-2700000">
              <a:off x="3075210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926" name="tx926"/>
            <p:cNvSpPr/>
            <p:nvPr/>
          </p:nvSpPr>
          <p:spPr>
            <a:xfrm rot="-2700000">
              <a:off x="37307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927" name="tx927"/>
            <p:cNvSpPr/>
            <p:nvPr/>
          </p:nvSpPr>
          <p:spPr>
            <a:xfrm rot="-2700000">
              <a:off x="427059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928" name="tx928"/>
            <p:cNvSpPr/>
            <p:nvPr/>
          </p:nvSpPr>
          <p:spPr>
            <a:xfrm rot="-2700000">
              <a:off x="48104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29" name="tx929"/>
            <p:cNvSpPr/>
            <p:nvPr/>
          </p:nvSpPr>
          <p:spPr>
            <a:xfrm rot="-2700000">
              <a:off x="535031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30" name="tx930"/>
            <p:cNvSpPr/>
            <p:nvPr/>
          </p:nvSpPr>
          <p:spPr>
            <a:xfrm rot="-2700000">
              <a:off x="58901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31" name="tx931"/>
            <p:cNvSpPr/>
            <p:nvPr/>
          </p:nvSpPr>
          <p:spPr>
            <a:xfrm rot="-2700000">
              <a:off x="64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32" name="tx932"/>
            <p:cNvSpPr/>
            <p:nvPr/>
          </p:nvSpPr>
          <p:spPr>
            <a:xfrm rot="-2700000">
              <a:off x="696988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33" name="tx933"/>
            <p:cNvSpPr/>
            <p:nvPr/>
          </p:nvSpPr>
          <p:spPr>
            <a:xfrm>
              <a:off x="393385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34" name="tx934"/>
            <p:cNvSpPr/>
            <p:nvPr/>
          </p:nvSpPr>
          <p:spPr>
            <a:xfrm rot="-5400000">
              <a:off x="-272059" y="3578394"/>
              <a:ext cx="171952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Normalisert dekning (0-1)</a:t>
              </a:r>
            </a:p>
          </p:txBody>
        </p:sp>
        <p:sp>
          <p:nvSpPr>
            <p:cNvPr id="935" name="tx935"/>
            <p:cNvSpPr/>
            <p:nvPr/>
          </p:nvSpPr>
          <p:spPr>
            <a:xfrm>
              <a:off x="7831704" y="3101524"/>
              <a:ext cx="70326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Undertype</a:t>
              </a:r>
            </a:p>
          </p:txBody>
        </p:sp>
        <p:sp>
          <p:nvSpPr>
            <p:cNvPr id="936" name="pt936"/>
            <p:cNvSpPr/>
            <p:nvPr/>
          </p:nvSpPr>
          <p:spPr>
            <a:xfrm>
              <a:off x="7914842" y="33857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t937"/>
            <p:cNvSpPr/>
            <p:nvPr/>
          </p:nvSpPr>
          <p:spPr>
            <a:xfrm>
              <a:off x="7914842" y="360521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t938"/>
            <p:cNvSpPr/>
            <p:nvPr/>
          </p:nvSpPr>
          <p:spPr>
            <a:xfrm>
              <a:off x="7914842" y="3824671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t939"/>
            <p:cNvSpPr/>
            <p:nvPr/>
          </p:nvSpPr>
          <p:spPr>
            <a:xfrm>
              <a:off x="7914842" y="4044127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tx940"/>
            <p:cNvSpPr/>
            <p:nvPr/>
          </p:nvSpPr>
          <p:spPr>
            <a:xfrm>
              <a:off x="8127075" y="3368732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H1N1</a:t>
              </a:r>
            </a:p>
          </p:txBody>
        </p:sp>
        <p:sp>
          <p:nvSpPr>
            <p:cNvPr id="941" name="tx941"/>
            <p:cNvSpPr/>
            <p:nvPr/>
          </p:nvSpPr>
          <p:spPr>
            <a:xfrm>
              <a:off x="8127075" y="3588188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H3N2</a:t>
              </a:r>
            </a:p>
          </p:txBody>
        </p:sp>
        <p:sp>
          <p:nvSpPr>
            <p:cNvPr id="942" name="tx942"/>
            <p:cNvSpPr/>
            <p:nvPr/>
          </p:nvSpPr>
          <p:spPr>
            <a:xfrm>
              <a:off x="8127075" y="3807644"/>
              <a:ext cx="28419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BVIC</a:t>
              </a:r>
            </a:p>
          </p:txBody>
        </p:sp>
        <p:sp>
          <p:nvSpPr>
            <p:cNvPr id="943" name="tx943"/>
            <p:cNvSpPr/>
            <p:nvPr/>
          </p:nvSpPr>
          <p:spPr>
            <a:xfrm>
              <a:off x="8127075" y="4027100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944" name="tx944"/>
            <p:cNvSpPr/>
            <p:nvPr/>
          </p:nvSpPr>
          <p:spPr>
            <a:xfrm>
              <a:off x="1017684" y="1676115"/>
              <a:ext cx="1808683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Dekning per run - PB1</a:t>
              </a:r>
            </a:p>
          </p:txBody>
        </p:sp>
      </p:grpSp>
      <p:sp>
        <p:nvSpPr>
          <p:cNvPr id="94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Dekning per run - PB1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874280"/>
                <a:gridCol w="936354"/>
                <a:gridCol w="1262616"/>
                <a:gridCol w="1371347"/>
                <a:gridCol w="1021825"/>
                <a:gridCol w="1293721"/>
                <a:gridCol w="1130488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run_id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n_samples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median_coverage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submitted_n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not_submitted_n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submitted_pct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92.6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0.932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91.9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0.939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88.6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0.939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88.0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0.918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86.8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0.888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83.6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INF097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0.892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80.5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0.866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72.4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0.843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62.3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8945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INF100_1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0.392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0.187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30.0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956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INF105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0.968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1.000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13.3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GISAID-submisjonssammendrag - PB2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4800050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4022006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3243961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465917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5189073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92116" y="4411028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92116" y="3632984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92116" y="2854939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92116" y="2076894"/>
              <a:ext cx="6168190" cy="0"/>
            </a:xfrm>
            <a:custGeom>
              <a:avLst/>
              <a:pathLst>
                <a:path w="6168190" h="0">
                  <a:moveTo>
                    <a:pt x="0" y="0"/>
                  </a:moveTo>
                  <a:lnTo>
                    <a:pt x="6168190" y="0"/>
                  </a:lnTo>
                  <a:lnTo>
                    <a:pt x="61681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9546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0105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0664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1223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41782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9234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42900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934595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4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59457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45136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695695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67954" y="2076894"/>
              <a:ext cx="455030" cy="285983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167954" y="4936734"/>
              <a:ext cx="455030" cy="25233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673543" y="2076894"/>
              <a:ext cx="455030" cy="258674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673543" y="4663640"/>
              <a:ext cx="455030" cy="52543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179133" y="2076894"/>
              <a:ext cx="455030" cy="273871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179133" y="4815611"/>
              <a:ext cx="455030" cy="373461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684722" y="2076894"/>
              <a:ext cx="455030" cy="260058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684722" y="4677482"/>
              <a:ext cx="455030" cy="51159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190312" y="2076894"/>
              <a:ext cx="455030" cy="93365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190312" y="3010548"/>
              <a:ext cx="455030" cy="217852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3695901" y="2076894"/>
              <a:ext cx="455030" cy="288334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695901" y="4960236"/>
              <a:ext cx="455030" cy="22883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4201490" y="2076894"/>
              <a:ext cx="455030" cy="275762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201490" y="4834521"/>
              <a:ext cx="455030" cy="354551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4707080" y="2076894"/>
              <a:ext cx="455030" cy="270027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707080" y="4777167"/>
              <a:ext cx="455030" cy="41190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212669" y="2076894"/>
              <a:ext cx="455030" cy="225223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212669" y="4329129"/>
              <a:ext cx="455030" cy="85994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718259" y="2076894"/>
              <a:ext cx="455030" cy="41245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718259" y="2489352"/>
              <a:ext cx="455030" cy="269972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6223848" y="2076894"/>
              <a:ext cx="455030" cy="250492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6223848" y="4581818"/>
              <a:ext cx="455030" cy="607254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6729437" y="2076894"/>
              <a:ext cx="455030" cy="194005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6729437" y="4016954"/>
              <a:ext cx="455030" cy="11721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tx50"/>
            <p:cNvSpPr/>
            <p:nvPr/>
          </p:nvSpPr>
          <p:spPr>
            <a:xfrm>
              <a:off x="1222648" y="347065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%=91.9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1250766" y="5026739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%=8.1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1728237" y="333410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%=83.1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1728237" y="489019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%=16.9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2275980" y="3410088"/>
              <a:ext cx="26133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%=88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2275980" y="4966177"/>
              <a:ext cx="26133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%=12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2739416" y="3341024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%=83.6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2739416" y="489711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%=16.4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3287159" y="2507557"/>
              <a:ext cx="26133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%=30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3287159" y="4063646"/>
              <a:ext cx="26133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%=70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3750595" y="3482401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%=92.6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3778712" y="5038490"/>
              <a:ext cx="28940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%=7.4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4256184" y="3419543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%=88.6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4259933" y="4975632"/>
              <a:ext cx="33814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%=11.4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4761773" y="339086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%=86.8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4761773" y="4946955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%=13.2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5267363" y="3166847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%=72.4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5267363" y="4722936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%=27.6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5772952" y="224695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%=13.3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5772952" y="3803048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%=86.7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278542" y="3293192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%=80.5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278542" y="4849281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%=19.5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784131" y="3010760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%=62.3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6784131" y="4566849"/>
              <a:ext cx="3456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%=37.7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847770" y="5145456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780013" y="436741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780013" y="358936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780013" y="281132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712256" y="203327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108531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159090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209649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260208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2992004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36132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85" name="tx85"/>
            <p:cNvSpPr/>
            <p:nvPr/>
          </p:nvSpPr>
          <p:spPr>
            <a:xfrm rot="-2700000">
              <a:off x="411885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86" name="tx86"/>
            <p:cNvSpPr/>
            <p:nvPr/>
          </p:nvSpPr>
          <p:spPr>
            <a:xfrm rot="-2700000">
              <a:off x="4624441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87" name="tx87"/>
            <p:cNvSpPr/>
            <p:nvPr/>
          </p:nvSpPr>
          <p:spPr>
            <a:xfrm rot="-2700000">
              <a:off x="51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88" name="tx88"/>
            <p:cNvSpPr/>
            <p:nvPr/>
          </p:nvSpPr>
          <p:spPr>
            <a:xfrm rot="-2700000">
              <a:off x="56356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89" name="tx89"/>
            <p:cNvSpPr/>
            <p:nvPr/>
          </p:nvSpPr>
          <p:spPr>
            <a:xfrm rot="-2700000">
              <a:off x="614120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0" name="tx90"/>
            <p:cNvSpPr/>
            <p:nvPr/>
          </p:nvSpPr>
          <p:spPr>
            <a:xfrm rot="-2700000">
              <a:off x="664679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3799250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2" name="tx92"/>
            <p:cNvSpPr/>
            <p:nvPr/>
          </p:nvSpPr>
          <p:spPr>
            <a:xfrm rot="-5400000">
              <a:off x="253126" y="3578394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93" name="tx93"/>
            <p:cNvSpPr/>
            <p:nvPr/>
          </p:nvSpPr>
          <p:spPr>
            <a:xfrm>
              <a:off x="7488052" y="3320980"/>
              <a:ext cx="97420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GISAID-status</a:t>
              </a:r>
            </a:p>
          </p:txBody>
        </p:sp>
        <p:sp>
          <p:nvSpPr>
            <p:cNvPr id="94" name="rc94"/>
            <p:cNvSpPr/>
            <p:nvPr/>
          </p:nvSpPr>
          <p:spPr>
            <a:xfrm>
              <a:off x="7497870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7497870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tx96"/>
            <p:cNvSpPr/>
            <p:nvPr/>
          </p:nvSpPr>
          <p:spPr>
            <a:xfrm>
              <a:off x="7783424" y="3588188"/>
              <a:ext cx="5484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Submitted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7783424" y="3807644"/>
              <a:ext cx="75154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submitted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1092116" y="1676115"/>
              <a:ext cx="3139409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GISAID-submisjon per run andel - PB2</a:t>
              </a:r>
            </a:p>
          </p:txBody>
        </p:sp>
      </p:grpSp>
      <p:sp>
        <p:nvSpPr>
          <p:cNvPr id="9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 per run andel - PB2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4814111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4064189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3314267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64344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5189073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6094" y="4439150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16094" y="3689228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16094" y="2939305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16094" y="2189383"/>
              <a:ext cx="6344212" cy="0"/>
            </a:xfrm>
            <a:custGeom>
              <a:avLst/>
              <a:pathLst>
                <a:path w="6344212" h="0">
                  <a:moveTo>
                    <a:pt x="0" y="0"/>
                  </a:moveTo>
                  <a:lnTo>
                    <a:pt x="6344212" y="0"/>
                  </a:lnTo>
                  <a:lnTo>
                    <a:pt x="6344212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22810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748122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26813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78815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308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8281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3482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8682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38824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590826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428278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694829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994096" y="2414360"/>
              <a:ext cx="468015" cy="254973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994096" y="4964096"/>
              <a:ext cx="468015" cy="224976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514114" y="2301871"/>
              <a:ext cx="468015" cy="239975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514114" y="4701623"/>
              <a:ext cx="468015" cy="48744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034131" y="2376863"/>
              <a:ext cx="468015" cy="247474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034131" y="4851608"/>
              <a:ext cx="468015" cy="33746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554149" y="2451856"/>
              <a:ext cx="468015" cy="228726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554149" y="4739119"/>
              <a:ext cx="468015" cy="449953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074166" y="4814111"/>
              <a:ext cx="468015" cy="11248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074166" y="4926600"/>
              <a:ext cx="468015" cy="262472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3594183" y="2639336"/>
              <a:ext cx="468015" cy="236225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594183" y="5001592"/>
              <a:ext cx="468015" cy="18748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4114201" y="2226879"/>
              <a:ext cx="468015" cy="2624728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114201" y="4851608"/>
              <a:ext cx="468015" cy="33746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4634218" y="2639336"/>
              <a:ext cx="468015" cy="221227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634218" y="4851608"/>
              <a:ext cx="468015" cy="337465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154236" y="2339367"/>
              <a:ext cx="468015" cy="206228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154236" y="4401654"/>
              <a:ext cx="468015" cy="787418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674253" y="2076894"/>
              <a:ext cx="468015" cy="41245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674253" y="2489352"/>
              <a:ext cx="468015" cy="2699720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6194271" y="2114391"/>
              <a:ext cx="468015" cy="247474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6194271" y="4589135"/>
              <a:ext cx="468015" cy="59993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6714288" y="2301871"/>
              <a:ext cx="468015" cy="1799813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6714288" y="4101685"/>
              <a:ext cx="468015" cy="1087387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tx50"/>
            <p:cNvSpPr/>
            <p:nvPr/>
          </p:nvSpPr>
          <p:spPr>
            <a:xfrm>
              <a:off x="1114261" y="365306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n=68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1142379" y="5040420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1634279" y="34655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n=64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1634279" y="490918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n=13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2154296" y="357807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n=66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2182414" y="4984176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n=9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2674314" y="3559323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n=61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2674314" y="4927931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n=12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3222449" y="4834191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3222449" y="5021672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3714348" y="3784300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n=63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3742466" y="5059168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4234366" y="350307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n=70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4262484" y="4984176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n=9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4754383" y="3709307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n=59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4782501" y="4984176"/>
              <a:ext cx="17145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n=9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5274401" y="3334346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n=55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5274401" y="475919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n=21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5798167" y="2246959"/>
              <a:ext cx="220187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n=11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5794418" y="380304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n=72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314436" y="3315598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n=66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314436" y="4852939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n=16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834453" y="316561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n=48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6834453" y="4609214"/>
              <a:ext cx="22768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n=29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780013" y="5145456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712256" y="439553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712256" y="364561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712256" y="289568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712256" y="214576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80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91795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1437968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195798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247800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2882351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35180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85" name="tx85"/>
            <p:cNvSpPr/>
            <p:nvPr/>
          </p:nvSpPr>
          <p:spPr>
            <a:xfrm rot="-2700000">
              <a:off x="40380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86" name="tx86"/>
            <p:cNvSpPr/>
            <p:nvPr/>
          </p:nvSpPr>
          <p:spPr>
            <a:xfrm rot="-2700000">
              <a:off x="45580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87" name="tx87"/>
            <p:cNvSpPr/>
            <p:nvPr/>
          </p:nvSpPr>
          <p:spPr>
            <a:xfrm rot="-2700000">
              <a:off x="507809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88" name="tx88"/>
            <p:cNvSpPr/>
            <p:nvPr/>
          </p:nvSpPr>
          <p:spPr>
            <a:xfrm rot="-2700000">
              <a:off x="559810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89" name="tx89"/>
            <p:cNvSpPr/>
            <p:nvPr/>
          </p:nvSpPr>
          <p:spPr>
            <a:xfrm rot="-2700000">
              <a:off x="6118124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0" name="tx90"/>
            <p:cNvSpPr/>
            <p:nvPr/>
          </p:nvSpPr>
          <p:spPr>
            <a:xfrm rot="-2700000">
              <a:off x="663814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371123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2" name="tx92"/>
            <p:cNvSpPr/>
            <p:nvPr/>
          </p:nvSpPr>
          <p:spPr>
            <a:xfrm rot="-5400000">
              <a:off x="282798" y="3578394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93" name="tx93"/>
            <p:cNvSpPr/>
            <p:nvPr/>
          </p:nvSpPr>
          <p:spPr>
            <a:xfrm>
              <a:off x="7488052" y="3320980"/>
              <a:ext cx="97420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GISAID-status</a:t>
              </a:r>
            </a:p>
          </p:txBody>
        </p:sp>
        <p:sp>
          <p:nvSpPr>
            <p:cNvPr id="94" name="rc94"/>
            <p:cNvSpPr/>
            <p:nvPr/>
          </p:nvSpPr>
          <p:spPr>
            <a:xfrm>
              <a:off x="7497870" y="3531895"/>
              <a:ext cx="199819" cy="19981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7497870" y="3751351"/>
              <a:ext cx="199819" cy="199819"/>
            </a:xfrm>
            <a:prstGeom prst="rect">
              <a:avLst/>
            </a:prstGeom>
            <a:solidFill>
              <a:srgbClr val="D74B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tx96"/>
            <p:cNvSpPr/>
            <p:nvPr/>
          </p:nvSpPr>
          <p:spPr>
            <a:xfrm>
              <a:off x="7783424" y="3588188"/>
              <a:ext cx="5484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Submitted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7783424" y="3807644"/>
              <a:ext cx="75154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Not submitted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916094" y="1676115"/>
              <a:ext cx="3129076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GISAID-submisjon per run antall - PB2</a:t>
              </a:r>
            </a:p>
          </p:txBody>
        </p:sp>
      </p:grpSp>
      <p:sp>
        <p:nvSpPr>
          <p:cNvPr id="9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GISAID-submisjon per run antall - PB2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17684" y="4800050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17684" y="4022006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17684" y="3243961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17684" y="2465917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17684" y="5189073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17684" y="4411028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17684" y="363298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17684" y="2854939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17684" y="2076894"/>
              <a:ext cx="6586274" cy="0"/>
            </a:xfrm>
            <a:custGeom>
              <a:avLst/>
              <a:pathLst>
                <a:path w="6586274" h="0">
                  <a:moveTo>
                    <a:pt x="0" y="0"/>
                  </a:moveTo>
                  <a:lnTo>
                    <a:pt x="6586274" y="0"/>
                  </a:lnTo>
                  <a:lnTo>
                    <a:pt x="6586274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4159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88145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2131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6117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50103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040891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580750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120609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660467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200326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740184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280043" y="1921286"/>
              <a:ext cx="0" cy="3423395"/>
            </a:xfrm>
            <a:custGeom>
              <a:avLst/>
              <a:pathLst>
                <a:path w="0" h="3423395">
                  <a:moveTo>
                    <a:pt x="0" y="342339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34159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8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13915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88145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32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67901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42131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6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21886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296117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40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75872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501033" y="2076894"/>
              <a:ext cx="0" cy="559025"/>
            </a:xfrm>
            <a:custGeom>
              <a:avLst/>
              <a:pathLst>
                <a:path w="0" h="559025">
                  <a:moveTo>
                    <a:pt x="0" y="559025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3501033" y="4786357"/>
              <a:ext cx="0" cy="402715"/>
            </a:xfrm>
            <a:custGeom>
              <a:avLst/>
              <a:pathLst>
                <a:path w="0" h="402715">
                  <a:moveTo>
                    <a:pt x="0" y="0"/>
                  </a:moveTo>
                  <a:lnTo>
                    <a:pt x="0" y="402715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4"/>
            <p:cNvSpPr/>
            <p:nvPr/>
          </p:nvSpPr>
          <p:spPr>
            <a:xfrm>
              <a:off x="3298586" y="2635919"/>
              <a:ext cx="404893" cy="2150437"/>
            </a:xfrm>
            <a:custGeom>
              <a:avLst/>
              <a:pathLst>
                <a:path w="404893" h="2150437">
                  <a:moveTo>
                    <a:pt x="0" y="0"/>
                  </a:moveTo>
                  <a:lnTo>
                    <a:pt x="0" y="2150437"/>
                  </a:lnTo>
                  <a:lnTo>
                    <a:pt x="404893" y="2150437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3298586" y="4607562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040891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8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3838444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580750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52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378303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20609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6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918162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660467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60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458020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6200326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64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997879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740184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8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6537737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280043" y="20768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7280043" y="2866765"/>
              <a:ext cx="0" cy="968198"/>
            </a:xfrm>
            <a:custGeom>
              <a:avLst/>
              <a:pathLst>
                <a:path w="0" h="968198">
                  <a:moveTo>
                    <a:pt x="0" y="0"/>
                  </a:moveTo>
                  <a:lnTo>
                    <a:pt x="0" y="968198"/>
                  </a:lnTo>
                </a:path>
              </a:pathLst>
            </a:custGeom>
            <a:ln w="14782" cap="flat">
              <a:solidFill>
                <a:srgbClr val="4D4D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72"/>
            <p:cNvSpPr/>
            <p:nvPr/>
          </p:nvSpPr>
          <p:spPr>
            <a:xfrm>
              <a:off x="7077596" y="2076894"/>
              <a:ext cx="404893" cy="789870"/>
            </a:xfrm>
            <a:custGeom>
              <a:avLst/>
              <a:pathLst>
                <a:path w="404893" h="789870">
                  <a:moveTo>
                    <a:pt x="0" y="0"/>
                  </a:moveTo>
                  <a:lnTo>
                    <a:pt x="0" y="789870"/>
                  </a:lnTo>
                  <a:lnTo>
                    <a:pt x="404893" y="789870"/>
                  </a:lnTo>
                  <a:lnTo>
                    <a:pt x="404893" y="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14782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7077596" y="2076894"/>
              <a:ext cx="404893" cy="0"/>
            </a:xfrm>
            <a:custGeom>
              <a:avLst/>
              <a:pathLst>
                <a:path w="404893" h="0">
                  <a:moveTo>
                    <a:pt x="0" y="0"/>
                  </a:moveTo>
                  <a:lnTo>
                    <a:pt x="404893" y="0"/>
                  </a:lnTo>
                </a:path>
              </a:pathLst>
            </a:custGeom>
            <a:ln w="29565" cap="flat">
              <a:solidFill>
                <a:srgbClr val="4D4D4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137696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12875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14226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13108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13397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12937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12333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1277771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1317181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12269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12110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1209359" y="409656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13533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12389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1310567" y="20982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13592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13229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12642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13387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1210626" y="423972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13089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5"/>
            <p:cNvSpPr/>
            <p:nvPr/>
          </p:nvSpPr>
          <p:spPr>
            <a:xfrm>
              <a:off x="14042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6"/>
            <p:cNvSpPr/>
            <p:nvPr/>
          </p:nvSpPr>
          <p:spPr>
            <a:xfrm>
              <a:off x="13342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7"/>
            <p:cNvSpPr/>
            <p:nvPr/>
          </p:nvSpPr>
          <p:spPr>
            <a:xfrm>
              <a:off x="14073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13953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9"/>
            <p:cNvSpPr/>
            <p:nvPr/>
          </p:nvSpPr>
          <p:spPr>
            <a:xfrm>
              <a:off x="12871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100"/>
            <p:cNvSpPr/>
            <p:nvPr/>
          </p:nvSpPr>
          <p:spPr>
            <a:xfrm>
              <a:off x="12872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13393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2"/>
            <p:cNvSpPr/>
            <p:nvPr/>
          </p:nvSpPr>
          <p:spPr>
            <a:xfrm>
              <a:off x="12541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3"/>
            <p:cNvSpPr/>
            <p:nvPr/>
          </p:nvSpPr>
          <p:spPr>
            <a:xfrm>
              <a:off x="13825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12786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5"/>
            <p:cNvSpPr/>
            <p:nvPr/>
          </p:nvSpPr>
          <p:spPr>
            <a:xfrm>
              <a:off x="13230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6"/>
            <p:cNvSpPr/>
            <p:nvPr/>
          </p:nvSpPr>
          <p:spPr>
            <a:xfrm>
              <a:off x="13122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7"/>
            <p:cNvSpPr/>
            <p:nvPr/>
          </p:nvSpPr>
          <p:spPr>
            <a:xfrm>
              <a:off x="13596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8"/>
            <p:cNvSpPr/>
            <p:nvPr/>
          </p:nvSpPr>
          <p:spPr>
            <a:xfrm>
              <a:off x="1386140" y="446348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9"/>
            <p:cNvSpPr/>
            <p:nvPr/>
          </p:nvSpPr>
          <p:spPr>
            <a:xfrm>
              <a:off x="14190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10"/>
            <p:cNvSpPr/>
            <p:nvPr/>
          </p:nvSpPr>
          <p:spPr>
            <a:xfrm>
              <a:off x="13890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1"/>
            <p:cNvSpPr/>
            <p:nvPr/>
          </p:nvSpPr>
          <p:spPr>
            <a:xfrm>
              <a:off x="14120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2"/>
            <p:cNvSpPr/>
            <p:nvPr/>
          </p:nvSpPr>
          <p:spPr>
            <a:xfrm>
              <a:off x="138048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13817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13867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1362246" y="478435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130397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13796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14217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12328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13307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12304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1230895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13613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13969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1331551" y="206804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12699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12760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14123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12416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14153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14046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126132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13793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12680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13334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12854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1273199" y="205154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126621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13349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12696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13208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13333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12618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13551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13749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13283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13780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23095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18649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18948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17562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18682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18619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18198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18859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19569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19465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18430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18082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17947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19379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183426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19426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1855866" y="205154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18801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192208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178505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17980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17927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18314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19217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18220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1907385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19175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176247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1935548" y="205154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1750350" y="470654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1811874" y="431223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1945532" y="480084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18996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17699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1849934" y="459886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18963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19041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18308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19154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19591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188903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18435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17797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1748966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1771408" y="384260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18064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19273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19007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176951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17798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2452802" y="344113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19474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18014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17588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19191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18160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187330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17928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1896384" y="474482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18960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18840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18263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18041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18277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18879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179431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18179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18745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1872649" y="443485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18784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18948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19016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18441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18636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17473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18388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18526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17832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18790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23823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24443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23187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23503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23698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23565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2386864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23943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23196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23825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24060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22943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23339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24011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249167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23440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23609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23179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23745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23724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22993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24780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24337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24758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24938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24604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24272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23898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23528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24770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23094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23111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24347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24666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24111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24017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2389556" y="369229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30246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23720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24550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2325001" y="4794312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233654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2447392" y="358865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22880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24396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24259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23872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24894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23117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24110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286628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25023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24554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24415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29856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24491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24312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29195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28626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24514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23481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23494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23054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2319625" y="412923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24494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24536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2499610" y="384385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23815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24693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24779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28705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2884924" y="4355806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29958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2936464" y="462998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24830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240096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23586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28376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23460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22897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24350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23050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29864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29295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23512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28679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29688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29558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29811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28864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30295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3026898" y="408411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29417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285118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289793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29636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28699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2895966" y="353139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29494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28546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28790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3029898" y="463154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30187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28963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30338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2997296" y="414822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293898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2834193" y="205995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287906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29980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2946466" y="479244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30214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2952869" y="505044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30161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28669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28948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285086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288442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2940174" y="362195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28924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28562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30366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3030994" y="4236921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28608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29032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29149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2918956" y="205590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29162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29952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30041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287385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29521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28330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29195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3381004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289034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2960228" y="480209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28757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28699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28752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29479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29068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28832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29557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29900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29920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41096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40905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4052022" y="205435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39199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39440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39260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3446621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28454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40308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3447177" y="474762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39859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39384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40647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39186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39450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39681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40795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40421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41163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39164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41103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41156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3434510" y="476381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40839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397267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4007010" y="432032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40356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40780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41043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40752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41135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39644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39166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34356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40036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39809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41030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40874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40668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33754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40726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3472154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397461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39791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40330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40276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3381656" y="427800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394462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39456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39142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39135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40148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411500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3371681" y="444450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3461991" y="4717441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4008990" y="397363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3996558" y="468663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39674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392463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39427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401550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39344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39274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40787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40168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39616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41099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409872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39499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41089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410208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39915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391296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40798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40675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40104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408395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40842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461121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2"/>
            <p:cNvSpPr/>
            <p:nvPr/>
          </p:nvSpPr>
          <p:spPr>
            <a:xfrm>
              <a:off x="448814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3"/>
            <p:cNvSpPr/>
            <p:nvPr/>
          </p:nvSpPr>
          <p:spPr>
            <a:xfrm>
              <a:off x="45553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4"/>
            <p:cNvSpPr/>
            <p:nvPr/>
          </p:nvSpPr>
          <p:spPr>
            <a:xfrm>
              <a:off x="45314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5"/>
            <p:cNvSpPr/>
            <p:nvPr/>
          </p:nvSpPr>
          <p:spPr>
            <a:xfrm>
              <a:off x="46061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6"/>
            <p:cNvSpPr/>
            <p:nvPr/>
          </p:nvSpPr>
          <p:spPr>
            <a:xfrm>
              <a:off x="45289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7"/>
            <p:cNvSpPr/>
            <p:nvPr/>
          </p:nvSpPr>
          <p:spPr>
            <a:xfrm>
              <a:off x="46308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8"/>
            <p:cNvSpPr/>
            <p:nvPr/>
          </p:nvSpPr>
          <p:spPr>
            <a:xfrm>
              <a:off x="45886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9"/>
            <p:cNvSpPr/>
            <p:nvPr/>
          </p:nvSpPr>
          <p:spPr>
            <a:xfrm>
              <a:off x="45792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60"/>
            <p:cNvSpPr/>
            <p:nvPr/>
          </p:nvSpPr>
          <p:spPr>
            <a:xfrm>
              <a:off x="45858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1"/>
            <p:cNvSpPr/>
            <p:nvPr/>
          </p:nvSpPr>
          <p:spPr>
            <a:xfrm>
              <a:off x="46492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2"/>
            <p:cNvSpPr/>
            <p:nvPr/>
          </p:nvSpPr>
          <p:spPr>
            <a:xfrm>
              <a:off x="45856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3"/>
            <p:cNvSpPr/>
            <p:nvPr/>
          </p:nvSpPr>
          <p:spPr>
            <a:xfrm>
              <a:off x="44890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4"/>
            <p:cNvSpPr/>
            <p:nvPr/>
          </p:nvSpPr>
          <p:spPr>
            <a:xfrm>
              <a:off x="45395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5"/>
            <p:cNvSpPr/>
            <p:nvPr/>
          </p:nvSpPr>
          <p:spPr>
            <a:xfrm>
              <a:off x="44879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6"/>
            <p:cNvSpPr/>
            <p:nvPr/>
          </p:nvSpPr>
          <p:spPr>
            <a:xfrm>
              <a:off x="46431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7"/>
            <p:cNvSpPr/>
            <p:nvPr/>
          </p:nvSpPr>
          <p:spPr>
            <a:xfrm>
              <a:off x="45073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8"/>
            <p:cNvSpPr/>
            <p:nvPr/>
          </p:nvSpPr>
          <p:spPr>
            <a:xfrm>
              <a:off x="4648274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9"/>
            <p:cNvSpPr/>
            <p:nvPr/>
          </p:nvSpPr>
          <p:spPr>
            <a:xfrm>
              <a:off x="45973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70"/>
            <p:cNvSpPr/>
            <p:nvPr/>
          </p:nvSpPr>
          <p:spPr>
            <a:xfrm>
              <a:off x="45898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1"/>
            <p:cNvSpPr/>
            <p:nvPr/>
          </p:nvSpPr>
          <p:spPr>
            <a:xfrm>
              <a:off x="4528379" y="400226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2"/>
            <p:cNvSpPr/>
            <p:nvPr/>
          </p:nvSpPr>
          <p:spPr>
            <a:xfrm>
              <a:off x="44510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3"/>
            <p:cNvSpPr/>
            <p:nvPr/>
          </p:nvSpPr>
          <p:spPr>
            <a:xfrm>
              <a:off x="46594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4"/>
            <p:cNvSpPr/>
            <p:nvPr/>
          </p:nvSpPr>
          <p:spPr>
            <a:xfrm>
              <a:off x="45319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5"/>
            <p:cNvSpPr/>
            <p:nvPr/>
          </p:nvSpPr>
          <p:spPr>
            <a:xfrm>
              <a:off x="44625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6"/>
            <p:cNvSpPr/>
            <p:nvPr/>
          </p:nvSpPr>
          <p:spPr>
            <a:xfrm>
              <a:off x="46293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7"/>
            <p:cNvSpPr/>
            <p:nvPr/>
          </p:nvSpPr>
          <p:spPr>
            <a:xfrm>
              <a:off x="45688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8"/>
            <p:cNvSpPr/>
            <p:nvPr/>
          </p:nvSpPr>
          <p:spPr>
            <a:xfrm>
              <a:off x="459472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9"/>
            <p:cNvSpPr/>
            <p:nvPr/>
          </p:nvSpPr>
          <p:spPr>
            <a:xfrm>
              <a:off x="45588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80"/>
            <p:cNvSpPr/>
            <p:nvPr/>
          </p:nvSpPr>
          <p:spPr>
            <a:xfrm>
              <a:off x="46309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45789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2"/>
            <p:cNvSpPr/>
            <p:nvPr/>
          </p:nvSpPr>
          <p:spPr>
            <a:xfrm>
              <a:off x="449826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3"/>
            <p:cNvSpPr/>
            <p:nvPr/>
          </p:nvSpPr>
          <p:spPr>
            <a:xfrm>
              <a:off x="45303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4"/>
            <p:cNvSpPr/>
            <p:nvPr/>
          </p:nvSpPr>
          <p:spPr>
            <a:xfrm>
              <a:off x="458071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5"/>
            <p:cNvSpPr/>
            <p:nvPr/>
          </p:nvSpPr>
          <p:spPr>
            <a:xfrm>
              <a:off x="4654363" y="205839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6"/>
            <p:cNvSpPr/>
            <p:nvPr/>
          </p:nvSpPr>
          <p:spPr>
            <a:xfrm>
              <a:off x="46534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7"/>
            <p:cNvSpPr/>
            <p:nvPr/>
          </p:nvSpPr>
          <p:spPr>
            <a:xfrm>
              <a:off x="458880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45991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9"/>
            <p:cNvSpPr/>
            <p:nvPr/>
          </p:nvSpPr>
          <p:spPr>
            <a:xfrm>
              <a:off x="4561916" y="462469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90"/>
            <p:cNvSpPr/>
            <p:nvPr/>
          </p:nvSpPr>
          <p:spPr>
            <a:xfrm>
              <a:off x="46416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1"/>
            <p:cNvSpPr/>
            <p:nvPr/>
          </p:nvSpPr>
          <p:spPr>
            <a:xfrm>
              <a:off x="44473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2"/>
            <p:cNvSpPr/>
            <p:nvPr/>
          </p:nvSpPr>
          <p:spPr>
            <a:xfrm>
              <a:off x="448102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3"/>
            <p:cNvSpPr/>
            <p:nvPr/>
          </p:nvSpPr>
          <p:spPr>
            <a:xfrm>
              <a:off x="45724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4"/>
            <p:cNvSpPr/>
            <p:nvPr/>
          </p:nvSpPr>
          <p:spPr>
            <a:xfrm>
              <a:off x="45063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5"/>
            <p:cNvSpPr/>
            <p:nvPr/>
          </p:nvSpPr>
          <p:spPr>
            <a:xfrm>
              <a:off x="4660798" y="466577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6"/>
            <p:cNvSpPr/>
            <p:nvPr/>
          </p:nvSpPr>
          <p:spPr>
            <a:xfrm>
              <a:off x="44760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7"/>
            <p:cNvSpPr/>
            <p:nvPr/>
          </p:nvSpPr>
          <p:spPr>
            <a:xfrm>
              <a:off x="44886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8"/>
            <p:cNvSpPr/>
            <p:nvPr/>
          </p:nvSpPr>
          <p:spPr>
            <a:xfrm>
              <a:off x="46305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9"/>
            <p:cNvSpPr/>
            <p:nvPr/>
          </p:nvSpPr>
          <p:spPr>
            <a:xfrm>
              <a:off x="457299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500"/>
            <p:cNvSpPr/>
            <p:nvPr/>
          </p:nvSpPr>
          <p:spPr>
            <a:xfrm>
              <a:off x="44761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1"/>
            <p:cNvSpPr/>
            <p:nvPr/>
          </p:nvSpPr>
          <p:spPr>
            <a:xfrm>
              <a:off x="45783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2"/>
            <p:cNvSpPr/>
            <p:nvPr/>
          </p:nvSpPr>
          <p:spPr>
            <a:xfrm>
              <a:off x="44983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3"/>
            <p:cNvSpPr/>
            <p:nvPr/>
          </p:nvSpPr>
          <p:spPr>
            <a:xfrm>
              <a:off x="448678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4"/>
            <p:cNvSpPr/>
            <p:nvPr/>
          </p:nvSpPr>
          <p:spPr>
            <a:xfrm>
              <a:off x="45469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5"/>
            <p:cNvSpPr/>
            <p:nvPr/>
          </p:nvSpPr>
          <p:spPr>
            <a:xfrm>
              <a:off x="44629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6"/>
            <p:cNvSpPr/>
            <p:nvPr/>
          </p:nvSpPr>
          <p:spPr>
            <a:xfrm>
              <a:off x="46592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7"/>
            <p:cNvSpPr/>
            <p:nvPr/>
          </p:nvSpPr>
          <p:spPr>
            <a:xfrm>
              <a:off x="46317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8"/>
            <p:cNvSpPr/>
            <p:nvPr/>
          </p:nvSpPr>
          <p:spPr>
            <a:xfrm>
              <a:off x="44509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9"/>
            <p:cNvSpPr/>
            <p:nvPr/>
          </p:nvSpPr>
          <p:spPr>
            <a:xfrm>
              <a:off x="4637168" y="205154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10"/>
            <p:cNvSpPr/>
            <p:nvPr/>
          </p:nvSpPr>
          <p:spPr>
            <a:xfrm>
              <a:off x="4619464" y="3870929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1"/>
            <p:cNvSpPr/>
            <p:nvPr/>
          </p:nvSpPr>
          <p:spPr>
            <a:xfrm>
              <a:off x="46359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2"/>
            <p:cNvSpPr/>
            <p:nvPr/>
          </p:nvSpPr>
          <p:spPr>
            <a:xfrm>
              <a:off x="450112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3"/>
            <p:cNvSpPr/>
            <p:nvPr/>
          </p:nvSpPr>
          <p:spPr>
            <a:xfrm>
              <a:off x="45541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4"/>
            <p:cNvSpPr/>
            <p:nvPr/>
          </p:nvSpPr>
          <p:spPr>
            <a:xfrm>
              <a:off x="458654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5"/>
            <p:cNvSpPr/>
            <p:nvPr/>
          </p:nvSpPr>
          <p:spPr>
            <a:xfrm>
              <a:off x="4601626" y="5046398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6"/>
            <p:cNvSpPr/>
            <p:nvPr/>
          </p:nvSpPr>
          <p:spPr>
            <a:xfrm>
              <a:off x="461429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7"/>
            <p:cNvSpPr/>
            <p:nvPr/>
          </p:nvSpPr>
          <p:spPr>
            <a:xfrm>
              <a:off x="44988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8"/>
            <p:cNvSpPr/>
            <p:nvPr/>
          </p:nvSpPr>
          <p:spPr>
            <a:xfrm>
              <a:off x="457083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9"/>
            <p:cNvSpPr/>
            <p:nvPr/>
          </p:nvSpPr>
          <p:spPr>
            <a:xfrm>
              <a:off x="46504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20"/>
            <p:cNvSpPr/>
            <p:nvPr/>
          </p:nvSpPr>
          <p:spPr>
            <a:xfrm>
              <a:off x="44565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1"/>
            <p:cNvSpPr/>
            <p:nvPr/>
          </p:nvSpPr>
          <p:spPr>
            <a:xfrm>
              <a:off x="45118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2"/>
            <p:cNvSpPr/>
            <p:nvPr/>
          </p:nvSpPr>
          <p:spPr>
            <a:xfrm>
              <a:off x="458205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3"/>
            <p:cNvSpPr/>
            <p:nvPr/>
          </p:nvSpPr>
          <p:spPr>
            <a:xfrm>
              <a:off x="44840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4"/>
            <p:cNvSpPr/>
            <p:nvPr/>
          </p:nvSpPr>
          <p:spPr>
            <a:xfrm>
              <a:off x="45314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5"/>
            <p:cNvSpPr/>
            <p:nvPr/>
          </p:nvSpPr>
          <p:spPr>
            <a:xfrm>
              <a:off x="44613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6"/>
            <p:cNvSpPr/>
            <p:nvPr/>
          </p:nvSpPr>
          <p:spPr>
            <a:xfrm>
              <a:off x="46524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7"/>
            <p:cNvSpPr/>
            <p:nvPr/>
          </p:nvSpPr>
          <p:spPr>
            <a:xfrm>
              <a:off x="45101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8"/>
            <p:cNvSpPr/>
            <p:nvPr/>
          </p:nvSpPr>
          <p:spPr>
            <a:xfrm>
              <a:off x="44976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9"/>
            <p:cNvSpPr/>
            <p:nvPr/>
          </p:nvSpPr>
          <p:spPr>
            <a:xfrm>
              <a:off x="45484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30"/>
            <p:cNvSpPr/>
            <p:nvPr/>
          </p:nvSpPr>
          <p:spPr>
            <a:xfrm>
              <a:off x="51719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1"/>
            <p:cNvSpPr/>
            <p:nvPr/>
          </p:nvSpPr>
          <p:spPr>
            <a:xfrm>
              <a:off x="5089899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2"/>
            <p:cNvSpPr/>
            <p:nvPr/>
          </p:nvSpPr>
          <p:spPr>
            <a:xfrm>
              <a:off x="51084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3"/>
            <p:cNvSpPr/>
            <p:nvPr/>
          </p:nvSpPr>
          <p:spPr>
            <a:xfrm>
              <a:off x="504478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4"/>
            <p:cNvSpPr/>
            <p:nvPr/>
          </p:nvSpPr>
          <p:spPr>
            <a:xfrm>
              <a:off x="50223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5"/>
            <p:cNvSpPr/>
            <p:nvPr/>
          </p:nvSpPr>
          <p:spPr>
            <a:xfrm>
              <a:off x="519549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6"/>
            <p:cNvSpPr/>
            <p:nvPr/>
          </p:nvSpPr>
          <p:spPr>
            <a:xfrm>
              <a:off x="508313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7"/>
            <p:cNvSpPr/>
            <p:nvPr/>
          </p:nvSpPr>
          <p:spPr>
            <a:xfrm>
              <a:off x="503594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8"/>
            <p:cNvSpPr/>
            <p:nvPr/>
          </p:nvSpPr>
          <p:spPr>
            <a:xfrm>
              <a:off x="5133990" y="425466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9"/>
            <p:cNvSpPr/>
            <p:nvPr/>
          </p:nvSpPr>
          <p:spPr>
            <a:xfrm>
              <a:off x="51704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40"/>
            <p:cNvSpPr/>
            <p:nvPr/>
          </p:nvSpPr>
          <p:spPr>
            <a:xfrm>
              <a:off x="512181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1"/>
            <p:cNvSpPr/>
            <p:nvPr/>
          </p:nvSpPr>
          <p:spPr>
            <a:xfrm>
              <a:off x="5066025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2"/>
            <p:cNvSpPr/>
            <p:nvPr/>
          </p:nvSpPr>
          <p:spPr>
            <a:xfrm>
              <a:off x="50951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3"/>
            <p:cNvSpPr/>
            <p:nvPr/>
          </p:nvSpPr>
          <p:spPr>
            <a:xfrm>
              <a:off x="520171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4"/>
            <p:cNvSpPr/>
            <p:nvPr/>
          </p:nvSpPr>
          <p:spPr>
            <a:xfrm>
              <a:off x="5186298" y="206119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5"/>
            <p:cNvSpPr/>
            <p:nvPr/>
          </p:nvSpPr>
          <p:spPr>
            <a:xfrm>
              <a:off x="5176837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6"/>
            <p:cNvSpPr/>
            <p:nvPr/>
          </p:nvSpPr>
          <p:spPr>
            <a:xfrm>
              <a:off x="50375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7"/>
            <p:cNvSpPr/>
            <p:nvPr/>
          </p:nvSpPr>
          <p:spPr>
            <a:xfrm>
              <a:off x="508416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8"/>
            <p:cNvSpPr/>
            <p:nvPr/>
          </p:nvSpPr>
          <p:spPr>
            <a:xfrm>
              <a:off x="515501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9"/>
            <p:cNvSpPr/>
            <p:nvPr/>
          </p:nvSpPr>
          <p:spPr>
            <a:xfrm>
              <a:off x="51552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50"/>
            <p:cNvSpPr/>
            <p:nvPr/>
          </p:nvSpPr>
          <p:spPr>
            <a:xfrm>
              <a:off x="49937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1"/>
            <p:cNvSpPr/>
            <p:nvPr/>
          </p:nvSpPr>
          <p:spPr>
            <a:xfrm>
              <a:off x="51399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2"/>
            <p:cNvSpPr/>
            <p:nvPr/>
          </p:nvSpPr>
          <p:spPr>
            <a:xfrm>
              <a:off x="506580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3"/>
            <p:cNvSpPr/>
            <p:nvPr/>
          </p:nvSpPr>
          <p:spPr>
            <a:xfrm>
              <a:off x="50890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4"/>
            <p:cNvSpPr/>
            <p:nvPr/>
          </p:nvSpPr>
          <p:spPr>
            <a:xfrm>
              <a:off x="515566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5"/>
            <p:cNvSpPr/>
            <p:nvPr/>
          </p:nvSpPr>
          <p:spPr>
            <a:xfrm>
              <a:off x="5147163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6"/>
            <p:cNvSpPr/>
            <p:nvPr/>
          </p:nvSpPr>
          <p:spPr>
            <a:xfrm>
              <a:off x="50545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7"/>
            <p:cNvSpPr/>
            <p:nvPr/>
          </p:nvSpPr>
          <p:spPr>
            <a:xfrm>
              <a:off x="503505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8"/>
            <p:cNvSpPr/>
            <p:nvPr/>
          </p:nvSpPr>
          <p:spPr>
            <a:xfrm>
              <a:off x="51029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9"/>
            <p:cNvSpPr/>
            <p:nvPr/>
          </p:nvSpPr>
          <p:spPr>
            <a:xfrm>
              <a:off x="50372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60"/>
            <p:cNvSpPr/>
            <p:nvPr/>
          </p:nvSpPr>
          <p:spPr>
            <a:xfrm>
              <a:off x="49900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1"/>
            <p:cNvSpPr/>
            <p:nvPr/>
          </p:nvSpPr>
          <p:spPr>
            <a:xfrm>
              <a:off x="510875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2"/>
            <p:cNvSpPr/>
            <p:nvPr/>
          </p:nvSpPr>
          <p:spPr>
            <a:xfrm>
              <a:off x="505041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3"/>
            <p:cNvSpPr/>
            <p:nvPr/>
          </p:nvSpPr>
          <p:spPr>
            <a:xfrm>
              <a:off x="519645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4"/>
            <p:cNvSpPr/>
            <p:nvPr/>
          </p:nvSpPr>
          <p:spPr>
            <a:xfrm>
              <a:off x="51285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5"/>
            <p:cNvSpPr/>
            <p:nvPr/>
          </p:nvSpPr>
          <p:spPr>
            <a:xfrm>
              <a:off x="51271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6"/>
            <p:cNvSpPr/>
            <p:nvPr/>
          </p:nvSpPr>
          <p:spPr>
            <a:xfrm>
              <a:off x="508487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7"/>
            <p:cNvSpPr/>
            <p:nvPr/>
          </p:nvSpPr>
          <p:spPr>
            <a:xfrm>
              <a:off x="51611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8"/>
            <p:cNvSpPr/>
            <p:nvPr/>
          </p:nvSpPr>
          <p:spPr>
            <a:xfrm>
              <a:off x="5159695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9"/>
            <p:cNvSpPr/>
            <p:nvPr/>
          </p:nvSpPr>
          <p:spPr>
            <a:xfrm>
              <a:off x="572042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70"/>
            <p:cNvSpPr/>
            <p:nvPr/>
          </p:nvSpPr>
          <p:spPr>
            <a:xfrm>
              <a:off x="50462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1"/>
            <p:cNvSpPr/>
            <p:nvPr/>
          </p:nvSpPr>
          <p:spPr>
            <a:xfrm>
              <a:off x="50294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2"/>
            <p:cNvSpPr/>
            <p:nvPr/>
          </p:nvSpPr>
          <p:spPr>
            <a:xfrm>
              <a:off x="51541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3"/>
            <p:cNvSpPr/>
            <p:nvPr/>
          </p:nvSpPr>
          <p:spPr>
            <a:xfrm>
              <a:off x="51539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4"/>
            <p:cNvSpPr/>
            <p:nvPr/>
          </p:nvSpPr>
          <p:spPr>
            <a:xfrm>
              <a:off x="5069767" y="485126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5"/>
            <p:cNvSpPr/>
            <p:nvPr/>
          </p:nvSpPr>
          <p:spPr>
            <a:xfrm>
              <a:off x="50180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6"/>
            <p:cNvSpPr/>
            <p:nvPr/>
          </p:nvSpPr>
          <p:spPr>
            <a:xfrm>
              <a:off x="515637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7"/>
            <p:cNvSpPr/>
            <p:nvPr/>
          </p:nvSpPr>
          <p:spPr>
            <a:xfrm>
              <a:off x="517199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8"/>
            <p:cNvSpPr/>
            <p:nvPr/>
          </p:nvSpPr>
          <p:spPr>
            <a:xfrm>
              <a:off x="51100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9"/>
            <p:cNvSpPr/>
            <p:nvPr/>
          </p:nvSpPr>
          <p:spPr>
            <a:xfrm>
              <a:off x="50887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80"/>
            <p:cNvSpPr/>
            <p:nvPr/>
          </p:nvSpPr>
          <p:spPr>
            <a:xfrm>
              <a:off x="504888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1"/>
            <p:cNvSpPr/>
            <p:nvPr/>
          </p:nvSpPr>
          <p:spPr>
            <a:xfrm>
              <a:off x="50439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2"/>
            <p:cNvSpPr/>
            <p:nvPr/>
          </p:nvSpPr>
          <p:spPr>
            <a:xfrm>
              <a:off x="514202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3"/>
            <p:cNvSpPr/>
            <p:nvPr/>
          </p:nvSpPr>
          <p:spPr>
            <a:xfrm>
              <a:off x="518379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4"/>
            <p:cNvSpPr/>
            <p:nvPr/>
          </p:nvSpPr>
          <p:spPr>
            <a:xfrm>
              <a:off x="51736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5"/>
            <p:cNvSpPr/>
            <p:nvPr/>
          </p:nvSpPr>
          <p:spPr>
            <a:xfrm>
              <a:off x="50442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6"/>
            <p:cNvSpPr/>
            <p:nvPr/>
          </p:nvSpPr>
          <p:spPr>
            <a:xfrm>
              <a:off x="51106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7"/>
            <p:cNvSpPr/>
            <p:nvPr/>
          </p:nvSpPr>
          <p:spPr>
            <a:xfrm>
              <a:off x="50117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8"/>
            <p:cNvSpPr/>
            <p:nvPr/>
          </p:nvSpPr>
          <p:spPr>
            <a:xfrm>
              <a:off x="56004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9"/>
            <p:cNvSpPr/>
            <p:nvPr/>
          </p:nvSpPr>
          <p:spPr>
            <a:xfrm>
              <a:off x="50828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90"/>
            <p:cNvSpPr/>
            <p:nvPr/>
          </p:nvSpPr>
          <p:spPr>
            <a:xfrm>
              <a:off x="51463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1"/>
            <p:cNvSpPr/>
            <p:nvPr/>
          </p:nvSpPr>
          <p:spPr>
            <a:xfrm>
              <a:off x="50903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2"/>
            <p:cNvSpPr/>
            <p:nvPr/>
          </p:nvSpPr>
          <p:spPr>
            <a:xfrm>
              <a:off x="51947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3"/>
            <p:cNvSpPr/>
            <p:nvPr/>
          </p:nvSpPr>
          <p:spPr>
            <a:xfrm>
              <a:off x="49862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4"/>
            <p:cNvSpPr/>
            <p:nvPr/>
          </p:nvSpPr>
          <p:spPr>
            <a:xfrm>
              <a:off x="51508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5"/>
            <p:cNvSpPr/>
            <p:nvPr/>
          </p:nvSpPr>
          <p:spPr>
            <a:xfrm>
              <a:off x="51784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6"/>
            <p:cNvSpPr/>
            <p:nvPr/>
          </p:nvSpPr>
          <p:spPr>
            <a:xfrm>
              <a:off x="51939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t597"/>
            <p:cNvSpPr/>
            <p:nvPr/>
          </p:nvSpPr>
          <p:spPr>
            <a:xfrm>
              <a:off x="50504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t598"/>
            <p:cNvSpPr/>
            <p:nvPr/>
          </p:nvSpPr>
          <p:spPr>
            <a:xfrm>
              <a:off x="5195644" y="219906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t599"/>
            <p:cNvSpPr/>
            <p:nvPr/>
          </p:nvSpPr>
          <p:spPr>
            <a:xfrm>
              <a:off x="5175942" y="4899192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t600"/>
            <p:cNvSpPr/>
            <p:nvPr/>
          </p:nvSpPr>
          <p:spPr>
            <a:xfrm>
              <a:off x="5584418" y="4174988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t601"/>
            <p:cNvSpPr/>
            <p:nvPr/>
          </p:nvSpPr>
          <p:spPr>
            <a:xfrm>
              <a:off x="55607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t602"/>
            <p:cNvSpPr/>
            <p:nvPr/>
          </p:nvSpPr>
          <p:spPr>
            <a:xfrm>
              <a:off x="55261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t603"/>
            <p:cNvSpPr/>
            <p:nvPr/>
          </p:nvSpPr>
          <p:spPr>
            <a:xfrm>
              <a:off x="55589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t604"/>
            <p:cNvSpPr/>
            <p:nvPr/>
          </p:nvSpPr>
          <p:spPr>
            <a:xfrm>
              <a:off x="57340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t605"/>
            <p:cNvSpPr/>
            <p:nvPr/>
          </p:nvSpPr>
          <p:spPr>
            <a:xfrm>
              <a:off x="5705600" y="2051549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t606"/>
            <p:cNvSpPr/>
            <p:nvPr/>
          </p:nvSpPr>
          <p:spPr>
            <a:xfrm>
              <a:off x="57133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t607"/>
            <p:cNvSpPr/>
            <p:nvPr/>
          </p:nvSpPr>
          <p:spPr>
            <a:xfrm>
              <a:off x="572503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t608"/>
            <p:cNvSpPr/>
            <p:nvPr/>
          </p:nvSpPr>
          <p:spPr>
            <a:xfrm>
              <a:off x="55575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t609"/>
            <p:cNvSpPr/>
            <p:nvPr/>
          </p:nvSpPr>
          <p:spPr>
            <a:xfrm>
              <a:off x="55797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t610"/>
            <p:cNvSpPr/>
            <p:nvPr/>
          </p:nvSpPr>
          <p:spPr>
            <a:xfrm>
              <a:off x="553198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t611"/>
            <p:cNvSpPr/>
            <p:nvPr/>
          </p:nvSpPr>
          <p:spPr>
            <a:xfrm>
              <a:off x="56900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t612"/>
            <p:cNvSpPr/>
            <p:nvPr/>
          </p:nvSpPr>
          <p:spPr>
            <a:xfrm>
              <a:off x="553467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t613"/>
            <p:cNvSpPr/>
            <p:nvPr/>
          </p:nvSpPr>
          <p:spPr>
            <a:xfrm>
              <a:off x="56691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t614"/>
            <p:cNvSpPr/>
            <p:nvPr/>
          </p:nvSpPr>
          <p:spPr>
            <a:xfrm>
              <a:off x="567451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t615"/>
            <p:cNvSpPr/>
            <p:nvPr/>
          </p:nvSpPr>
          <p:spPr>
            <a:xfrm>
              <a:off x="568788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t616"/>
            <p:cNvSpPr/>
            <p:nvPr/>
          </p:nvSpPr>
          <p:spPr>
            <a:xfrm>
              <a:off x="566440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t617"/>
            <p:cNvSpPr/>
            <p:nvPr/>
          </p:nvSpPr>
          <p:spPr>
            <a:xfrm>
              <a:off x="5731480" y="48198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t618"/>
            <p:cNvSpPr/>
            <p:nvPr/>
          </p:nvSpPr>
          <p:spPr>
            <a:xfrm>
              <a:off x="5640767" y="490852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t619"/>
            <p:cNvSpPr/>
            <p:nvPr/>
          </p:nvSpPr>
          <p:spPr>
            <a:xfrm>
              <a:off x="55997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t620"/>
            <p:cNvSpPr/>
            <p:nvPr/>
          </p:nvSpPr>
          <p:spPr>
            <a:xfrm>
              <a:off x="5729393" y="2054350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t621"/>
            <p:cNvSpPr/>
            <p:nvPr/>
          </p:nvSpPr>
          <p:spPr>
            <a:xfrm>
              <a:off x="554154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t622"/>
            <p:cNvSpPr/>
            <p:nvPr/>
          </p:nvSpPr>
          <p:spPr>
            <a:xfrm>
              <a:off x="5580720" y="470934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t623"/>
            <p:cNvSpPr/>
            <p:nvPr/>
          </p:nvSpPr>
          <p:spPr>
            <a:xfrm>
              <a:off x="55709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t624"/>
            <p:cNvSpPr/>
            <p:nvPr/>
          </p:nvSpPr>
          <p:spPr>
            <a:xfrm>
              <a:off x="5701781" y="484846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t625"/>
            <p:cNvSpPr/>
            <p:nvPr/>
          </p:nvSpPr>
          <p:spPr>
            <a:xfrm>
              <a:off x="55843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t626"/>
            <p:cNvSpPr/>
            <p:nvPr/>
          </p:nvSpPr>
          <p:spPr>
            <a:xfrm>
              <a:off x="564379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t627"/>
            <p:cNvSpPr/>
            <p:nvPr/>
          </p:nvSpPr>
          <p:spPr>
            <a:xfrm>
              <a:off x="5664613" y="3250049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t628"/>
            <p:cNvSpPr/>
            <p:nvPr/>
          </p:nvSpPr>
          <p:spPr>
            <a:xfrm>
              <a:off x="57397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t629"/>
            <p:cNvSpPr/>
            <p:nvPr/>
          </p:nvSpPr>
          <p:spPr>
            <a:xfrm>
              <a:off x="555931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t630"/>
            <p:cNvSpPr/>
            <p:nvPr/>
          </p:nvSpPr>
          <p:spPr>
            <a:xfrm>
              <a:off x="561259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t631"/>
            <p:cNvSpPr/>
            <p:nvPr/>
          </p:nvSpPr>
          <p:spPr>
            <a:xfrm>
              <a:off x="559531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t632"/>
            <p:cNvSpPr/>
            <p:nvPr/>
          </p:nvSpPr>
          <p:spPr>
            <a:xfrm>
              <a:off x="573606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t633"/>
            <p:cNvSpPr/>
            <p:nvPr/>
          </p:nvSpPr>
          <p:spPr>
            <a:xfrm>
              <a:off x="5541638" y="380837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t634"/>
            <p:cNvSpPr/>
            <p:nvPr/>
          </p:nvSpPr>
          <p:spPr>
            <a:xfrm>
              <a:off x="56679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t635"/>
            <p:cNvSpPr/>
            <p:nvPr/>
          </p:nvSpPr>
          <p:spPr>
            <a:xfrm>
              <a:off x="5690038" y="4672626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t636"/>
            <p:cNvSpPr/>
            <p:nvPr/>
          </p:nvSpPr>
          <p:spPr>
            <a:xfrm>
              <a:off x="57182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t637"/>
            <p:cNvSpPr/>
            <p:nvPr/>
          </p:nvSpPr>
          <p:spPr>
            <a:xfrm>
              <a:off x="552730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t638"/>
            <p:cNvSpPr/>
            <p:nvPr/>
          </p:nvSpPr>
          <p:spPr>
            <a:xfrm>
              <a:off x="566888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t639"/>
            <p:cNvSpPr/>
            <p:nvPr/>
          </p:nvSpPr>
          <p:spPr>
            <a:xfrm>
              <a:off x="563066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t640"/>
            <p:cNvSpPr/>
            <p:nvPr/>
          </p:nvSpPr>
          <p:spPr>
            <a:xfrm>
              <a:off x="56135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t641"/>
            <p:cNvSpPr/>
            <p:nvPr/>
          </p:nvSpPr>
          <p:spPr>
            <a:xfrm>
              <a:off x="573626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t642"/>
            <p:cNvSpPr/>
            <p:nvPr/>
          </p:nvSpPr>
          <p:spPr>
            <a:xfrm>
              <a:off x="5696766" y="424781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t643"/>
            <p:cNvSpPr/>
            <p:nvPr/>
          </p:nvSpPr>
          <p:spPr>
            <a:xfrm>
              <a:off x="5589659" y="475976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t644"/>
            <p:cNvSpPr/>
            <p:nvPr/>
          </p:nvSpPr>
          <p:spPr>
            <a:xfrm>
              <a:off x="57342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t645"/>
            <p:cNvSpPr/>
            <p:nvPr/>
          </p:nvSpPr>
          <p:spPr>
            <a:xfrm>
              <a:off x="569255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t646"/>
            <p:cNvSpPr/>
            <p:nvPr/>
          </p:nvSpPr>
          <p:spPr>
            <a:xfrm>
              <a:off x="5714162" y="208702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t647"/>
            <p:cNvSpPr/>
            <p:nvPr/>
          </p:nvSpPr>
          <p:spPr>
            <a:xfrm>
              <a:off x="556493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t648"/>
            <p:cNvSpPr/>
            <p:nvPr/>
          </p:nvSpPr>
          <p:spPr>
            <a:xfrm>
              <a:off x="557928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t649"/>
            <p:cNvSpPr/>
            <p:nvPr/>
          </p:nvSpPr>
          <p:spPr>
            <a:xfrm>
              <a:off x="573124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t650"/>
            <p:cNvSpPr/>
            <p:nvPr/>
          </p:nvSpPr>
          <p:spPr>
            <a:xfrm>
              <a:off x="56536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t651"/>
            <p:cNvSpPr/>
            <p:nvPr/>
          </p:nvSpPr>
          <p:spPr>
            <a:xfrm>
              <a:off x="56555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t652"/>
            <p:cNvSpPr/>
            <p:nvPr/>
          </p:nvSpPr>
          <p:spPr>
            <a:xfrm>
              <a:off x="56969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t653"/>
            <p:cNvSpPr/>
            <p:nvPr/>
          </p:nvSpPr>
          <p:spPr>
            <a:xfrm>
              <a:off x="571718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t654"/>
            <p:cNvSpPr/>
            <p:nvPr/>
          </p:nvSpPr>
          <p:spPr>
            <a:xfrm>
              <a:off x="56002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t655"/>
            <p:cNvSpPr/>
            <p:nvPr/>
          </p:nvSpPr>
          <p:spPr>
            <a:xfrm>
              <a:off x="564147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t656"/>
            <p:cNvSpPr/>
            <p:nvPr/>
          </p:nvSpPr>
          <p:spPr>
            <a:xfrm>
              <a:off x="571060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t657"/>
            <p:cNvSpPr/>
            <p:nvPr/>
          </p:nvSpPr>
          <p:spPr>
            <a:xfrm>
              <a:off x="5631132" y="281465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t658"/>
            <p:cNvSpPr/>
            <p:nvPr/>
          </p:nvSpPr>
          <p:spPr>
            <a:xfrm>
              <a:off x="5674970" y="363907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t659"/>
            <p:cNvSpPr/>
            <p:nvPr/>
          </p:nvSpPr>
          <p:spPr>
            <a:xfrm>
              <a:off x="55449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t660"/>
            <p:cNvSpPr/>
            <p:nvPr/>
          </p:nvSpPr>
          <p:spPr>
            <a:xfrm>
              <a:off x="568757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t661"/>
            <p:cNvSpPr/>
            <p:nvPr/>
          </p:nvSpPr>
          <p:spPr>
            <a:xfrm>
              <a:off x="558542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t662"/>
            <p:cNvSpPr/>
            <p:nvPr/>
          </p:nvSpPr>
          <p:spPr>
            <a:xfrm>
              <a:off x="5713578" y="458797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t663"/>
            <p:cNvSpPr/>
            <p:nvPr/>
          </p:nvSpPr>
          <p:spPr>
            <a:xfrm>
              <a:off x="57315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t664"/>
            <p:cNvSpPr/>
            <p:nvPr/>
          </p:nvSpPr>
          <p:spPr>
            <a:xfrm>
              <a:off x="553075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t665"/>
            <p:cNvSpPr/>
            <p:nvPr/>
          </p:nvSpPr>
          <p:spPr>
            <a:xfrm>
              <a:off x="5620787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t666"/>
            <p:cNvSpPr/>
            <p:nvPr/>
          </p:nvSpPr>
          <p:spPr>
            <a:xfrm>
              <a:off x="57256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t667"/>
            <p:cNvSpPr/>
            <p:nvPr/>
          </p:nvSpPr>
          <p:spPr>
            <a:xfrm>
              <a:off x="5713107" y="205590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t668"/>
            <p:cNvSpPr/>
            <p:nvPr/>
          </p:nvSpPr>
          <p:spPr>
            <a:xfrm>
              <a:off x="565802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t669"/>
            <p:cNvSpPr/>
            <p:nvPr/>
          </p:nvSpPr>
          <p:spPr>
            <a:xfrm>
              <a:off x="564584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t670"/>
            <p:cNvSpPr/>
            <p:nvPr/>
          </p:nvSpPr>
          <p:spPr>
            <a:xfrm>
              <a:off x="553575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t671"/>
            <p:cNvSpPr/>
            <p:nvPr/>
          </p:nvSpPr>
          <p:spPr>
            <a:xfrm>
              <a:off x="560183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t672"/>
            <p:cNvSpPr/>
            <p:nvPr/>
          </p:nvSpPr>
          <p:spPr>
            <a:xfrm>
              <a:off x="553507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t673"/>
            <p:cNvSpPr/>
            <p:nvPr/>
          </p:nvSpPr>
          <p:spPr>
            <a:xfrm>
              <a:off x="555268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t674"/>
            <p:cNvSpPr/>
            <p:nvPr/>
          </p:nvSpPr>
          <p:spPr>
            <a:xfrm>
              <a:off x="609869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t675"/>
            <p:cNvSpPr/>
            <p:nvPr/>
          </p:nvSpPr>
          <p:spPr>
            <a:xfrm>
              <a:off x="6224691" y="4334021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t676"/>
            <p:cNvSpPr/>
            <p:nvPr/>
          </p:nvSpPr>
          <p:spPr>
            <a:xfrm>
              <a:off x="612941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t677"/>
            <p:cNvSpPr/>
            <p:nvPr/>
          </p:nvSpPr>
          <p:spPr>
            <a:xfrm>
              <a:off x="608911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t678"/>
            <p:cNvSpPr/>
            <p:nvPr/>
          </p:nvSpPr>
          <p:spPr>
            <a:xfrm>
              <a:off x="622274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t679"/>
            <p:cNvSpPr/>
            <p:nvPr/>
          </p:nvSpPr>
          <p:spPr>
            <a:xfrm>
              <a:off x="627620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t680"/>
            <p:cNvSpPr/>
            <p:nvPr/>
          </p:nvSpPr>
          <p:spPr>
            <a:xfrm>
              <a:off x="608834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t681"/>
            <p:cNvSpPr/>
            <p:nvPr/>
          </p:nvSpPr>
          <p:spPr>
            <a:xfrm>
              <a:off x="612713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t682"/>
            <p:cNvSpPr/>
            <p:nvPr/>
          </p:nvSpPr>
          <p:spPr>
            <a:xfrm>
              <a:off x="626831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t683"/>
            <p:cNvSpPr/>
            <p:nvPr/>
          </p:nvSpPr>
          <p:spPr>
            <a:xfrm>
              <a:off x="608565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t684"/>
            <p:cNvSpPr/>
            <p:nvPr/>
          </p:nvSpPr>
          <p:spPr>
            <a:xfrm>
              <a:off x="6082936" y="2053105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t685"/>
            <p:cNvSpPr/>
            <p:nvPr/>
          </p:nvSpPr>
          <p:spPr>
            <a:xfrm>
              <a:off x="611536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t686"/>
            <p:cNvSpPr/>
            <p:nvPr/>
          </p:nvSpPr>
          <p:spPr>
            <a:xfrm>
              <a:off x="624834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t687"/>
            <p:cNvSpPr/>
            <p:nvPr/>
          </p:nvSpPr>
          <p:spPr>
            <a:xfrm>
              <a:off x="609180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t688"/>
            <p:cNvSpPr/>
            <p:nvPr/>
          </p:nvSpPr>
          <p:spPr>
            <a:xfrm>
              <a:off x="611667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t689"/>
            <p:cNvSpPr/>
            <p:nvPr/>
          </p:nvSpPr>
          <p:spPr>
            <a:xfrm>
              <a:off x="615984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t690"/>
            <p:cNvSpPr/>
            <p:nvPr/>
          </p:nvSpPr>
          <p:spPr>
            <a:xfrm>
              <a:off x="625214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t691"/>
            <p:cNvSpPr/>
            <p:nvPr/>
          </p:nvSpPr>
          <p:spPr>
            <a:xfrm>
              <a:off x="6228902" y="4171565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t692"/>
            <p:cNvSpPr/>
            <p:nvPr/>
          </p:nvSpPr>
          <p:spPr>
            <a:xfrm>
              <a:off x="606677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t693"/>
            <p:cNvSpPr/>
            <p:nvPr/>
          </p:nvSpPr>
          <p:spPr>
            <a:xfrm>
              <a:off x="626729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t694"/>
            <p:cNvSpPr/>
            <p:nvPr/>
          </p:nvSpPr>
          <p:spPr>
            <a:xfrm>
              <a:off x="61087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t695"/>
            <p:cNvSpPr/>
            <p:nvPr/>
          </p:nvSpPr>
          <p:spPr>
            <a:xfrm>
              <a:off x="61080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t696"/>
            <p:cNvSpPr/>
            <p:nvPr/>
          </p:nvSpPr>
          <p:spPr>
            <a:xfrm>
              <a:off x="60712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t697"/>
            <p:cNvSpPr/>
            <p:nvPr/>
          </p:nvSpPr>
          <p:spPr>
            <a:xfrm>
              <a:off x="612136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t698"/>
            <p:cNvSpPr/>
            <p:nvPr/>
          </p:nvSpPr>
          <p:spPr>
            <a:xfrm>
              <a:off x="621236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t699"/>
            <p:cNvSpPr/>
            <p:nvPr/>
          </p:nvSpPr>
          <p:spPr>
            <a:xfrm>
              <a:off x="616438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t700"/>
            <p:cNvSpPr/>
            <p:nvPr/>
          </p:nvSpPr>
          <p:spPr>
            <a:xfrm>
              <a:off x="61629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t701"/>
            <p:cNvSpPr/>
            <p:nvPr/>
          </p:nvSpPr>
          <p:spPr>
            <a:xfrm>
              <a:off x="607332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t702"/>
            <p:cNvSpPr/>
            <p:nvPr/>
          </p:nvSpPr>
          <p:spPr>
            <a:xfrm>
              <a:off x="61140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t703"/>
            <p:cNvSpPr/>
            <p:nvPr/>
          </p:nvSpPr>
          <p:spPr>
            <a:xfrm>
              <a:off x="60833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t704"/>
            <p:cNvSpPr/>
            <p:nvPr/>
          </p:nvSpPr>
          <p:spPr>
            <a:xfrm>
              <a:off x="624710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t705"/>
            <p:cNvSpPr/>
            <p:nvPr/>
          </p:nvSpPr>
          <p:spPr>
            <a:xfrm>
              <a:off x="62217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t706"/>
            <p:cNvSpPr/>
            <p:nvPr/>
          </p:nvSpPr>
          <p:spPr>
            <a:xfrm>
              <a:off x="607395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t707"/>
            <p:cNvSpPr/>
            <p:nvPr/>
          </p:nvSpPr>
          <p:spPr>
            <a:xfrm>
              <a:off x="626154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t708"/>
            <p:cNvSpPr/>
            <p:nvPr/>
          </p:nvSpPr>
          <p:spPr>
            <a:xfrm>
              <a:off x="61768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t709"/>
            <p:cNvSpPr/>
            <p:nvPr/>
          </p:nvSpPr>
          <p:spPr>
            <a:xfrm>
              <a:off x="627884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t710"/>
            <p:cNvSpPr/>
            <p:nvPr/>
          </p:nvSpPr>
          <p:spPr>
            <a:xfrm>
              <a:off x="61429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t711"/>
            <p:cNvSpPr/>
            <p:nvPr/>
          </p:nvSpPr>
          <p:spPr>
            <a:xfrm>
              <a:off x="60910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t712"/>
            <p:cNvSpPr/>
            <p:nvPr/>
          </p:nvSpPr>
          <p:spPr>
            <a:xfrm>
              <a:off x="61249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t713"/>
            <p:cNvSpPr/>
            <p:nvPr/>
          </p:nvSpPr>
          <p:spPr>
            <a:xfrm>
              <a:off x="61975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t714"/>
            <p:cNvSpPr/>
            <p:nvPr/>
          </p:nvSpPr>
          <p:spPr>
            <a:xfrm>
              <a:off x="60770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t715"/>
            <p:cNvSpPr/>
            <p:nvPr/>
          </p:nvSpPr>
          <p:spPr>
            <a:xfrm>
              <a:off x="61288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t716"/>
            <p:cNvSpPr/>
            <p:nvPr/>
          </p:nvSpPr>
          <p:spPr>
            <a:xfrm>
              <a:off x="61151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t717"/>
            <p:cNvSpPr/>
            <p:nvPr/>
          </p:nvSpPr>
          <p:spPr>
            <a:xfrm>
              <a:off x="625704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t718"/>
            <p:cNvSpPr/>
            <p:nvPr/>
          </p:nvSpPr>
          <p:spPr>
            <a:xfrm>
              <a:off x="617693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t719"/>
            <p:cNvSpPr/>
            <p:nvPr/>
          </p:nvSpPr>
          <p:spPr>
            <a:xfrm>
              <a:off x="61458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t720"/>
            <p:cNvSpPr/>
            <p:nvPr/>
          </p:nvSpPr>
          <p:spPr>
            <a:xfrm>
              <a:off x="61082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t721"/>
            <p:cNvSpPr/>
            <p:nvPr/>
          </p:nvSpPr>
          <p:spPr>
            <a:xfrm>
              <a:off x="614021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t722"/>
            <p:cNvSpPr/>
            <p:nvPr/>
          </p:nvSpPr>
          <p:spPr>
            <a:xfrm>
              <a:off x="609449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t723"/>
            <p:cNvSpPr/>
            <p:nvPr/>
          </p:nvSpPr>
          <p:spPr>
            <a:xfrm>
              <a:off x="621202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t724"/>
            <p:cNvSpPr/>
            <p:nvPr/>
          </p:nvSpPr>
          <p:spPr>
            <a:xfrm>
              <a:off x="624934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t725"/>
            <p:cNvSpPr/>
            <p:nvPr/>
          </p:nvSpPr>
          <p:spPr>
            <a:xfrm>
              <a:off x="61820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t726"/>
            <p:cNvSpPr/>
            <p:nvPr/>
          </p:nvSpPr>
          <p:spPr>
            <a:xfrm>
              <a:off x="6152053" y="398981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t727"/>
            <p:cNvSpPr/>
            <p:nvPr/>
          </p:nvSpPr>
          <p:spPr>
            <a:xfrm>
              <a:off x="62094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t728"/>
            <p:cNvSpPr/>
            <p:nvPr/>
          </p:nvSpPr>
          <p:spPr>
            <a:xfrm>
              <a:off x="625115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t729"/>
            <p:cNvSpPr/>
            <p:nvPr/>
          </p:nvSpPr>
          <p:spPr>
            <a:xfrm>
              <a:off x="62629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t730"/>
            <p:cNvSpPr/>
            <p:nvPr/>
          </p:nvSpPr>
          <p:spPr>
            <a:xfrm>
              <a:off x="62590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t731"/>
            <p:cNvSpPr/>
            <p:nvPr/>
          </p:nvSpPr>
          <p:spPr>
            <a:xfrm>
              <a:off x="62328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t732"/>
            <p:cNvSpPr/>
            <p:nvPr/>
          </p:nvSpPr>
          <p:spPr>
            <a:xfrm>
              <a:off x="61759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t733"/>
            <p:cNvSpPr/>
            <p:nvPr/>
          </p:nvSpPr>
          <p:spPr>
            <a:xfrm>
              <a:off x="625982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t734"/>
            <p:cNvSpPr/>
            <p:nvPr/>
          </p:nvSpPr>
          <p:spPr>
            <a:xfrm>
              <a:off x="61793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t735"/>
            <p:cNvSpPr/>
            <p:nvPr/>
          </p:nvSpPr>
          <p:spPr>
            <a:xfrm>
              <a:off x="617528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t736"/>
            <p:cNvSpPr/>
            <p:nvPr/>
          </p:nvSpPr>
          <p:spPr>
            <a:xfrm>
              <a:off x="615745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t737"/>
            <p:cNvSpPr/>
            <p:nvPr/>
          </p:nvSpPr>
          <p:spPr>
            <a:xfrm>
              <a:off x="622786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t738"/>
            <p:cNvSpPr/>
            <p:nvPr/>
          </p:nvSpPr>
          <p:spPr>
            <a:xfrm>
              <a:off x="62644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t739"/>
            <p:cNvSpPr/>
            <p:nvPr/>
          </p:nvSpPr>
          <p:spPr>
            <a:xfrm>
              <a:off x="610203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t740"/>
            <p:cNvSpPr/>
            <p:nvPr/>
          </p:nvSpPr>
          <p:spPr>
            <a:xfrm>
              <a:off x="61589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t741"/>
            <p:cNvSpPr/>
            <p:nvPr/>
          </p:nvSpPr>
          <p:spPr>
            <a:xfrm>
              <a:off x="60815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t742"/>
            <p:cNvSpPr/>
            <p:nvPr/>
          </p:nvSpPr>
          <p:spPr>
            <a:xfrm>
              <a:off x="6127476" y="336613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t743"/>
            <p:cNvSpPr/>
            <p:nvPr/>
          </p:nvSpPr>
          <p:spPr>
            <a:xfrm>
              <a:off x="622378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t744"/>
            <p:cNvSpPr/>
            <p:nvPr/>
          </p:nvSpPr>
          <p:spPr>
            <a:xfrm>
              <a:off x="62071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t745"/>
            <p:cNvSpPr/>
            <p:nvPr/>
          </p:nvSpPr>
          <p:spPr>
            <a:xfrm>
              <a:off x="62376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t746"/>
            <p:cNvSpPr/>
            <p:nvPr/>
          </p:nvSpPr>
          <p:spPr>
            <a:xfrm>
              <a:off x="61949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t747"/>
            <p:cNvSpPr/>
            <p:nvPr/>
          </p:nvSpPr>
          <p:spPr>
            <a:xfrm>
              <a:off x="62156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t748"/>
            <p:cNvSpPr/>
            <p:nvPr/>
          </p:nvSpPr>
          <p:spPr>
            <a:xfrm>
              <a:off x="621840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t749"/>
            <p:cNvSpPr/>
            <p:nvPr/>
          </p:nvSpPr>
          <p:spPr>
            <a:xfrm>
              <a:off x="61708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t750"/>
            <p:cNvSpPr/>
            <p:nvPr/>
          </p:nvSpPr>
          <p:spPr>
            <a:xfrm>
              <a:off x="6105436" y="277793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t751"/>
            <p:cNvSpPr/>
            <p:nvPr/>
          </p:nvSpPr>
          <p:spPr>
            <a:xfrm>
              <a:off x="613413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t752"/>
            <p:cNvSpPr/>
            <p:nvPr/>
          </p:nvSpPr>
          <p:spPr>
            <a:xfrm>
              <a:off x="612240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t753"/>
            <p:cNvSpPr/>
            <p:nvPr/>
          </p:nvSpPr>
          <p:spPr>
            <a:xfrm>
              <a:off x="615519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t754"/>
            <p:cNvSpPr/>
            <p:nvPr/>
          </p:nvSpPr>
          <p:spPr>
            <a:xfrm>
              <a:off x="609317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t755"/>
            <p:cNvSpPr/>
            <p:nvPr/>
          </p:nvSpPr>
          <p:spPr>
            <a:xfrm>
              <a:off x="606790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t756"/>
            <p:cNvSpPr/>
            <p:nvPr/>
          </p:nvSpPr>
          <p:spPr>
            <a:xfrm>
              <a:off x="609087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t757"/>
            <p:cNvSpPr/>
            <p:nvPr/>
          </p:nvSpPr>
          <p:spPr>
            <a:xfrm>
              <a:off x="6639060" y="448558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t758"/>
            <p:cNvSpPr/>
            <p:nvPr/>
          </p:nvSpPr>
          <p:spPr>
            <a:xfrm>
              <a:off x="671333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t759"/>
            <p:cNvSpPr/>
            <p:nvPr/>
          </p:nvSpPr>
          <p:spPr>
            <a:xfrm>
              <a:off x="6702866" y="483632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t760"/>
            <p:cNvSpPr/>
            <p:nvPr/>
          </p:nvSpPr>
          <p:spPr>
            <a:xfrm>
              <a:off x="66864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t761"/>
            <p:cNvSpPr/>
            <p:nvPr/>
          </p:nvSpPr>
          <p:spPr>
            <a:xfrm>
              <a:off x="6636405" y="205310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t762"/>
            <p:cNvSpPr/>
            <p:nvPr/>
          </p:nvSpPr>
          <p:spPr>
            <a:xfrm>
              <a:off x="67134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t763"/>
            <p:cNvSpPr/>
            <p:nvPr/>
          </p:nvSpPr>
          <p:spPr>
            <a:xfrm>
              <a:off x="6695626" y="2100722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t764"/>
            <p:cNvSpPr/>
            <p:nvPr/>
          </p:nvSpPr>
          <p:spPr>
            <a:xfrm>
              <a:off x="664252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t765"/>
            <p:cNvSpPr/>
            <p:nvPr/>
          </p:nvSpPr>
          <p:spPr>
            <a:xfrm>
              <a:off x="670183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t766"/>
            <p:cNvSpPr/>
            <p:nvPr/>
          </p:nvSpPr>
          <p:spPr>
            <a:xfrm>
              <a:off x="67196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t767"/>
            <p:cNvSpPr/>
            <p:nvPr/>
          </p:nvSpPr>
          <p:spPr>
            <a:xfrm>
              <a:off x="6740707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t768"/>
            <p:cNvSpPr/>
            <p:nvPr/>
          </p:nvSpPr>
          <p:spPr>
            <a:xfrm>
              <a:off x="6715105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t769"/>
            <p:cNvSpPr/>
            <p:nvPr/>
          </p:nvSpPr>
          <p:spPr>
            <a:xfrm>
              <a:off x="672203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t770"/>
            <p:cNvSpPr/>
            <p:nvPr/>
          </p:nvSpPr>
          <p:spPr>
            <a:xfrm>
              <a:off x="676467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t771"/>
            <p:cNvSpPr/>
            <p:nvPr/>
          </p:nvSpPr>
          <p:spPr>
            <a:xfrm>
              <a:off x="6791229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t772"/>
            <p:cNvSpPr/>
            <p:nvPr/>
          </p:nvSpPr>
          <p:spPr>
            <a:xfrm>
              <a:off x="673313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t773"/>
            <p:cNvSpPr/>
            <p:nvPr/>
          </p:nvSpPr>
          <p:spPr>
            <a:xfrm>
              <a:off x="680264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t774"/>
            <p:cNvSpPr/>
            <p:nvPr/>
          </p:nvSpPr>
          <p:spPr>
            <a:xfrm>
              <a:off x="675284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t775"/>
            <p:cNvSpPr/>
            <p:nvPr/>
          </p:nvSpPr>
          <p:spPr>
            <a:xfrm>
              <a:off x="67981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t776"/>
            <p:cNvSpPr/>
            <p:nvPr/>
          </p:nvSpPr>
          <p:spPr>
            <a:xfrm>
              <a:off x="671663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t777"/>
            <p:cNvSpPr/>
            <p:nvPr/>
          </p:nvSpPr>
          <p:spPr>
            <a:xfrm>
              <a:off x="67428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t778"/>
            <p:cNvSpPr/>
            <p:nvPr/>
          </p:nvSpPr>
          <p:spPr>
            <a:xfrm>
              <a:off x="68077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t779"/>
            <p:cNvSpPr/>
            <p:nvPr/>
          </p:nvSpPr>
          <p:spPr>
            <a:xfrm>
              <a:off x="67913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t780"/>
            <p:cNvSpPr/>
            <p:nvPr/>
          </p:nvSpPr>
          <p:spPr>
            <a:xfrm>
              <a:off x="671355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t781"/>
            <p:cNvSpPr/>
            <p:nvPr/>
          </p:nvSpPr>
          <p:spPr>
            <a:xfrm>
              <a:off x="664768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t782"/>
            <p:cNvSpPr/>
            <p:nvPr/>
          </p:nvSpPr>
          <p:spPr>
            <a:xfrm>
              <a:off x="674067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t783"/>
            <p:cNvSpPr/>
            <p:nvPr/>
          </p:nvSpPr>
          <p:spPr>
            <a:xfrm>
              <a:off x="66422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t784"/>
            <p:cNvSpPr/>
            <p:nvPr/>
          </p:nvSpPr>
          <p:spPr>
            <a:xfrm>
              <a:off x="675938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t785"/>
            <p:cNvSpPr/>
            <p:nvPr/>
          </p:nvSpPr>
          <p:spPr>
            <a:xfrm>
              <a:off x="661384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t786"/>
            <p:cNvSpPr/>
            <p:nvPr/>
          </p:nvSpPr>
          <p:spPr>
            <a:xfrm>
              <a:off x="67918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t787"/>
            <p:cNvSpPr/>
            <p:nvPr/>
          </p:nvSpPr>
          <p:spPr>
            <a:xfrm>
              <a:off x="670700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t788"/>
            <p:cNvSpPr/>
            <p:nvPr/>
          </p:nvSpPr>
          <p:spPr>
            <a:xfrm>
              <a:off x="681341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t789"/>
            <p:cNvSpPr/>
            <p:nvPr/>
          </p:nvSpPr>
          <p:spPr>
            <a:xfrm>
              <a:off x="67804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t790"/>
            <p:cNvSpPr/>
            <p:nvPr/>
          </p:nvSpPr>
          <p:spPr>
            <a:xfrm>
              <a:off x="677839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t791"/>
            <p:cNvSpPr/>
            <p:nvPr/>
          </p:nvSpPr>
          <p:spPr>
            <a:xfrm>
              <a:off x="6819157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t792"/>
            <p:cNvSpPr/>
            <p:nvPr/>
          </p:nvSpPr>
          <p:spPr>
            <a:xfrm>
              <a:off x="6801647" y="424532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t793"/>
            <p:cNvSpPr/>
            <p:nvPr/>
          </p:nvSpPr>
          <p:spPr>
            <a:xfrm>
              <a:off x="668129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t794"/>
            <p:cNvSpPr/>
            <p:nvPr/>
          </p:nvSpPr>
          <p:spPr>
            <a:xfrm>
              <a:off x="68053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t795"/>
            <p:cNvSpPr/>
            <p:nvPr/>
          </p:nvSpPr>
          <p:spPr>
            <a:xfrm>
              <a:off x="66939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t796"/>
            <p:cNvSpPr/>
            <p:nvPr/>
          </p:nvSpPr>
          <p:spPr>
            <a:xfrm>
              <a:off x="664914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t797"/>
            <p:cNvSpPr/>
            <p:nvPr/>
          </p:nvSpPr>
          <p:spPr>
            <a:xfrm>
              <a:off x="66099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t798"/>
            <p:cNvSpPr/>
            <p:nvPr/>
          </p:nvSpPr>
          <p:spPr>
            <a:xfrm>
              <a:off x="6622832" y="375795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t799"/>
            <p:cNvSpPr/>
            <p:nvPr/>
          </p:nvSpPr>
          <p:spPr>
            <a:xfrm>
              <a:off x="660657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t800"/>
            <p:cNvSpPr/>
            <p:nvPr/>
          </p:nvSpPr>
          <p:spPr>
            <a:xfrm>
              <a:off x="675307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t801"/>
            <p:cNvSpPr/>
            <p:nvPr/>
          </p:nvSpPr>
          <p:spPr>
            <a:xfrm>
              <a:off x="7238890" y="4856867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t802"/>
            <p:cNvSpPr/>
            <p:nvPr/>
          </p:nvSpPr>
          <p:spPr>
            <a:xfrm>
              <a:off x="67454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t803"/>
            <p:cNvSpPr/>
            <p:nvPr/>
          </p:nvSpPr>
          <p:spPr>
            <a:xfrm>
              <a:off x="664523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t804"/>
            <p:cNvSpPr/>
            <p:nvPr/>
          </p:nvSpPr>
          <p:spPr>
            <a:xfrm>
              <a:off x="6810391" y="3479417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t805"/>
            <p:cNvSpPr/>
            <p:nvPr/>
          </p:nvSpPr>
          <p:spPr>
            <a:xfrm>
              <a:off x="6730392" y="471059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t806"/>
            <p:cNvSpPr/>
            <p:nvPr/>
          </p:nvSpPr>
          <p:spPr>
            <a:xfrm>
              <a:off x="678126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t807"/>
            <p:cNvSpPr/>
            <p:nvPr/>
          </p:nvSpPr>
          <p:spPr>
            <a:xfrm>
              <a:off x="664316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t808"/>
            <p:cNvSpPr/>
            <p:nvPr/>
          </p:nvSpPr>
          <p:spPr>
            <a:xfrm>
              <a:off x="67003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t809"/>
            <p:cNvSpPr/>
            <p:nvPr/>
          </p:nvSpPr>
          <p:spPr>
            <a:xfrm>
              <a:off x="680414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t810"/>
            <p:cNvSpPr/>
            <p:nvPr/>
          </p:nvSpPr>
          <p:spPr>
            <a:xfrm>
              <a:off x="6757347" y="4334021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t811"/>
            <p:cNvSpPr/>
            <p:nvPr/>
          </p:nvSpPr>
          <p:spPr>
            <a:xfrm>
              <a:off x="7304837" y="4180279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t812"/>
            <p:cNvSpPr/>
            <p:nvPr/>
          </p:nvSpPr>
          <p:spPr>
            <a:xfrm>
              <a:off x="660702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t813"/>
            <p:cNvSpPr/>
            <p:nvPr/>
          </p:nvSpPr>
          <p:spPr>
            <a:xfrm>
              <a:off x="669546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t814"/>
            <p:cNvSpPr/>
            <p:nvPr/>
          </p:nvSpPr>
          <p:spPr>
            <a:xfrm>
              <a:off x="661762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t815"/>
            <p:cNvSpPr/>
            <p:nvPr/>
          </p:nvSpPr>
          <p:spPr>
            <a:xfrm>
              <a:off x="6641517" y="4475936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t816"/>
            <p:cNvSpPr/>
            <p:nvPr/>
          </p:nvSpPr>
          <p:spPr>
            <a:xfrm>
              <a:off x="674794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t817"/>
            <p:cNvSpPr/>
            <p:nvPr/>
          </p:nvSpPr>
          <p:spPr>
            <a:xfrm>
              <a:off x="678106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t818"/>
            <p:cNvSpPr/>
            <p:nvPr/>
          </p:nvSpPr>
          <p:spPr>
            <a:xfrm>
              <a:off x="6667181" y="418245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t819"/>
            <p:cNvSpPr/>
            <p:nvPr/>
          </p:nvSpPr>
          <p:spPr>
            <a:xfrm>
              <a:off x="6810858" y="3165709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t820"/>
            <p:cNvSpPr/>
            <p:nvPr/>
          </p:nvSpPr>
          <p:spPr>
            <a:xfrm>
              <a:off x="6663848" y="516248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t821"/>
            <p:cNvSpPr/>
            <p:nvPr/>
          </p:nvSpPr>
          <p:spPr>
            <a:xfrm>
              <a:off x="7257082" y="5162483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t822"/>
            <p:cNvSpPr/>
            <p:nvPr/>
          </p:nvSpPr>
          <p:spPr>
            <a:xfrm>
              <a:off x="662680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t823"/>
            <p:cNvSpPr/>
            <p:nvPr/>
          </p:nvSpPr>
          <p:spPr>
            <a:xfrm>
              <a:off x="679170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t824"/>
            <p:cNvSpPr/>
            <p:nvPr/>
          </p:nvSpPr>
          <p:spPr>
            <a:xfrm>
              <a:off x="681564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t825"/>
            <p:cNvSpPr/>
            <p:nvPr/>
          </p:nvSpPr>
          <p:spPr>
            <a:xfrm>
              <a:off x="673002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t826"/>
            <p:cNvSpPr/>
            <p:nvPr/>
          </p:nvSpPr>
          <p:spPr>
            <a:xfrm>
              <a:off x="661522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t827"/>
            <p:cNvSpPr/>
            <p:nvPr/>
          </p:nvSpPr>
          <p:spPr>
            <a:xfrm>
              <a:off x="715301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t828"/>
            <p:cNvSpPr/>
            <p:nvPr/>
          </p:nvSpPr>
          <p:spPr>
            <a:xfrm>
              <a:off x="675058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t829"/>
            <p:cNvSpPr/>
            <p:nvPr/>
          </p:nvSpPr>
          <p:spPr>
            <a:xfrm>
              <a:off x="678363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t830"/>
            <p:cNvSpPr/>
            <p:nvPr/>
          </p:nvSpPr>
          <p:spPr>
            <a:xfrm>
              <a:off x="6653169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t831"/>
            <p:cNvSpPr/>
            <p:nvPr/>
          </p:nvSpPr>
          <p:spPr>
            <a:xfrm>
              <a:off x="668973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t832"/>
            <p:cNvSpPr/>
            <p:nvPr/>
          </p:nvSpPr>
          <p:spPr>
            <a:xfrm>
              <a:off x="724708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t833"/>
            <p:cNvSpPr/>
            <p:nvPr/>
          </p:nvSpPr>
          <p:spPr>
            <a:xfrm>
              <a:off x="666734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t834"/>
            <p:cNvSpPr/>
            <p:nvPr/>
          </p:nvSpPr>
          <p:spPr>
            <a:xfrm>
              <a:off x="7156822" y="454689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t835"/>
            <p:cNvSpPr/>
            <p:nvPr/>
          </p:nvSpPr>
          <p:spPr>
            <a:xfrm>
              <a:off x="67958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t836"/>
            <p:cNvSpPr/>
            <p:nvPr/>
          </p:nvSpPr>
          <p:spPr>
            <a:xfrm>
              <a:off x="734197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t837"/>
            <p:cNvSpPr/>
            <p:nvPr/>
          </p:nvSpPr>
          <p:spPr>
            <a:xfrm>
              <a:off x="6682418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t838"/>
            <p:cNvSpPr/>
            <p:nvPr/>
          </p:nvSpPr>
          <p:spPr>
            <a:xfrm>
              <a:off x="6766837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t839"/>
            <p:cNvSpPr/>
            <p:nvPr/>
          </p:nvSpPr>
          <p:spPr>
            <a:xfrm>
              <a:off x="667182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t840"/>
            <p:cNvSpPr/>
            <p:nvPr/>
          </p:nvSpPr>
          <p:spPr>
            <a:xfrm>
              <a:off x="664622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t841"/>
            <p:cNvSpPr/>
            <p:nvPr/>
          </p:nvSpPr>
          <p:spPr>
            <a:xfrm>
              <a:off x="7276140" y="3358042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t842"/>
            <p:cNvSpPr/>
            <p:nvPr/>
          </p:nvSpPr>
          <p:spPr>
            <a:xfrm>
              <a:off x="732391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t843"/>
            <p:cNvSpPr/>
            <p:nvPr/>
          </p:nvSpPr>
          <p:spPr>
            <a:xfrm>
              <a:off x="719108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t844"/>
            <p:cNvSpPr/>
            <p:nvPr/>
          </p:nvSpPr>
          <p:spPr>
            <a:xfrm>
              <a:off x="661715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t845"/>
            <p:cNvSpPr/>
            <p:nvPr/>
          </p:nvSpPr>
          <p:spPr>
            <a:xfrm>
              <a:off x="7237148" y="402529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t846"/>
            <p:cNvSpPr/>
            <p:nvPr/>
          </p:nvSpPr>
          <p:spPr>
            <a:xfrm>
              <a:off x="666934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t847"/>
            <p:cNvSpPr/>
            <p:nvPr/>
          </p:nvSpPr>
          <p:spPr>
            <a:xfrm>
              <a:off x="661451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t848"/>
            <p:cNvSpPr/>
            <p:nvPr/>
          </p:nvSpPr>
          <p:spPr>
            <a:xfrm>
              <a:off x="72276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t849"/>
            <p:cNvSpPr/>
            <p:nvPr/>
          </p:nvSpPr>
          <p:spPr>
            <a:xfrm>
              <a:off x="730455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t850"/>
            <p:cNvSpPr/>
            <p:nvPr/>
          </p:nvSpPr>
          <p:spPr>
            <a:xfrm>
              <a:off x="674467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t851"/>
            <p:cNvSpPr/>
            <p:nvPr/>
          </p:nvSpPr>
          <p:spPr>
            <a:xfrm>
              <a:off x="732877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t852"/>
            <p:cNvSpPr/>
            <p:nvPr/>
          </p:nvSpPr>
          <p:spPr>
            <a:xfrm>
              <a:off x="67322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t853"/>
            <p:cNvSpPr/>
            <p:nvPr/>
          </p:nvSpPr>
          <p:spPr>
            <a:xfrm>
              <a:off x="719453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t854"/>
            <p:cNvSpPr/>
            <p:nvPr/>
          </p:nvSpPr>
          <p:spPr>
            <a:xfrm>
              <a:off x="724955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t855"/>
            <p:cNvSpPr/>
            <p:nvPr/>
          </p:nvSpPr>
          <p:spPr>
            <a:xfrm>
              <a:off x="722270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t856"/>
            <p:cNvSpPr/>
            <p:nvPr/>
          </p:nvSpPr>
          <p:spPr>
            <a:xfrm>
              <a:off x="717139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t857"/>
            <p:cNvSpPr/>
            <p:nvPr/>
          </p:nvSpPr>
          <p:spPr>
            <a:xfrm>
              <a:off x="7251144" y="205435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t858"/>
            <p:cNvSpPr/>
            <p:nvPr/>
          </p:nvSpPr>
          <p:spPr>
            <a:xfrm>
              <a:off x="7245554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t859"/>
            <p:cNvSpPr/>
            <p:nvPr/>
          </p:nvSpPr>
          <p:spPr>
            <a:xfrm>
              <a:off x="7252464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t860"/>
            <p:cNvSpPr/>
            <p:nvPr/>
          </p:nvSpPr>
          <p:spPr>
            <a:xfrm>
              <a:off x="7179836" y="484317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t861"/>
            <p:cNvSpPr/>
            <p:nvPr/>
          </p:nvSpPr>
          <p:spPr>
            <a:xfrm>
              <a:off x="726153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t862"/>
            <p:cNvSpPr/>
            <p:nvPr/>
          </p:nvSpPr>
          <p:spPr>
            <a:xfrm>
              <a:off x="727847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t863"/>
            <p:cNvSpPr/>
            <p:nvPr/>
          </p:nvSpPr>
          <p:spPr>
            <a:xfrm>
              <a:off x="7297313" y="4189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t864"/>
            <p:cNvSpPr/>
            <p:nvPr/>
          </p:nvSpPr>
          <p:spPr>
            <a:xfrm>
              <a:off x="7347003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t865"/>
            <p:cNvSpPr/>
            <p:nvPr/>
          </p:nvSpPr>
          <p:spPr>
            <a:xfrm>
              <a:off x="730945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t866"/>
            <p:cNvSpPr/>
            <p:nvPr/>
          </p:nvSpPr>
          <p:spPr>
            <a:xfrm>
              <a:off x="726554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t867"/>
            <p:cNvSpPr/>
            <p:nvPr/>
          </p:nvSpPr>
          <p:spPr>
            <a:xfrm>
              <a:off x="725489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t868"/>
            <p:cNvSpPr/>
            <p:nvPr/>
          </p:nvSpPr>
          <p:spPr>
            <a:xfrm>
              <a:off x="7346455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t869"/>
            <p:cNvSpPr/>
            <p:nvPr/>
          </p:nvSpPr>
          <p:spPr>
            <a:xfrm>
              <a:off x="727056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t870"/>
            <p:cNvSpPr/>
            <p:nvPr/>
          </p:nvSpPr>
          <p:spPr>
            <a:xfrm>
              <a:off x="7236746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t871"/>
            <p:cNvSpPr/>
            <p:nvPr/>
          </p:nvSpPr>
          <p:spPr>
            <a:xfrm>
              <a:off x="730161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t872"/>
            <p:cNvSpPr/>
            <p:nvPr/>
          </p:nvSpPr>
          <p:spPr>
            <a:xfrm>
              <a:off x="7249714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t873"/>
            <p:cNvSpPr/>
            <p:nvPr/>
          </p:nvSpPr>
          <p:spPr>
            <a:xfrm>
              <a:off x="730832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t874"/>
            <p:cNvSpPr/>
            <p:nvPr/>
          </p:nvSpPr>
          <p:spPr>
            <a:xfrm>
              <a:off x="718849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t875"/>
            <p:cNvSpPr/>
            <p:nvPr/>
          </p:nvSpPr>
          <p:spPr>
            <a:xfrm>
              <a:off x="7213933" y="2840175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t876"/>
            <p:cNvSpPr/>
            <p:nvPr/>
          </p:nvSpPr>
          <p:spPr>
            <a:xfrm>
              <a:off x="7247906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t877"/>
            <p:cNvSpPr/>
            <p:nvPr/>
          </p:nvSpPr>
          <p:spPr>
            <a:xfrm>
              <a:off x="71810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t878"/>
            <p:cNvSpPr/>
            <p:nvPr/>
          </p:nvSpPr>
          <p:spPr>
            <a:xfrm>
              <a:off x="725749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t879"/>
            <p:cNvSpPr/>
            <p:nvPr/>
          </p:nvSpPr>
          <p:spPr>
            <a:xfrm>
              <a:off x="7308410" y="3444249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t880"/>
            <p:cNvSpPr/>
            <p:nvPr/>
          </p:nvSpPr>
          <p:spPr>
            <a:xfrm>
              <a:off x="7205476" y="413453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t881"/>
            <p:cNvSpPr/>
            <p:nvPr/>
          </p:nvSpPr>
          <p:spPr>
            <a:xfrm>
              <a:off x="735924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t882"/>
            <p:cNvSpPr/>
            <p:nvPr/>
          </p:nvSpPr>
          <p:spPr>
            <a:xfrm>
              <a:off x="727726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t883"/>
            <p:cNvSpPr/>
            <p:nvPr/>
          </p:nvSpPr>
          <p:spPr>
            <a:xfrm>
              <a:off x="7281510" y="2844843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t884"/>
            <p:cNvSpPr/>
            <p:nvPr/>
          </p:nvSpPr>
          <p:spPr>
            <a:xfrm>
              <a:off x="7302632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t885"/>
            <p:cNvSpPr/>
            <p:nvPr/>
          </p:nvSpPr>
          <p:spPr>
            <a:xfrm>
              <a:off x="720332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t886"/>
            <p:cNvSpPr/>
            <p:nvPr/>
          </p:nvSpPr>
          <p:spPr>
            <a:xfrm>
              <a:off x="7267515" y="4082868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t887"/>
            <p:cNvSpPr/>
            <p:nvPr/>
          </p:nvSpPr>
          <p:spPr>
            <a:xfrm>
              <a:off x="7222210" y="253331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t888"/>
            <p:cNvSpPr/>
            <p:nvPr/>
          </p:nvSpPr>
          <p:spPr>
            <a:xfrm>
              <a:off x="7239573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t889"/>
            <p:cNvSpPr/>
            <p:nvPr/>
          </p:nvSpPr>
          <p:spPr>
            <a:xfrm>
              <a:off x="7208019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t890"/>
            <p:cNvSpPr/>
            <p:nvPr/>
          </p:nvSpPr>
          <p:spPr>
            <a:xfrm>
              <a:off x="7339193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t891"/>
            <p:cNvSpPr/>
            <p:nvPr/>
          </p:nvSpPr>
          <p:spPr>
            <a:xfrm>
              <a:off x="721389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t892"/>
            <p:cNvSpPr/>
            <p:nvPr/>
          </p:nvSpPr>
          <p:spPr>
            <a:xfrm>
              <a:off x="7149251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t893"/>
            <p:cNvSpPr/>
            <p:nvPr/>
          </p:nvSpPr>
          <p:spPr>
            <a:xfrm>
              <a:off x="7217305" y="341997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t894"/>
            <p:cNvSpPr/>
            <p:nvPr/>
          </p:nvSpPr>
          <p:spPr>
            <a:xfrm>
              <a:off x="7287097" y="418152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t895"/>
            <p:cNvSpPr/>
            <p:nvPr/>
          </p:nvSpPr>
          <p:spPr>
            <a:xfrm>
              <a:off x="7282550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t896"/>
            <p:cNvSpPr/>
            <p:nvPr/>
          </p:nvSpPr>
          <p:spPr>
            <a:xfrm>
              <a:off x="725037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t897"/>
            <p:cNvSpPr/>
            <p:nvPr/>
          </p:nvSpPr>
          <p:spPr>
            <a:xfrm>
              <a:off x="7158519" y="3485952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t898"/>
            <p:cNvSpPr/>
            <p:nvPr/>
          </p:nvSpPr>
          <p:spPr>
            <a:xfrm>
              <a:off x="7211361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t899"/>
            <p:cNvSpPr/>
            <p:nvPr/>
          </p:nvSpPr>
          <p:spPr>
            <a:xfrm>
              <a:off x="731722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t900"/>
            <p:cNvSpPr/>
            <p:nvPr/>
          </p:nvSpPr>
          <p:spPr>
            <a:xfrm>
              <a:off x="7173550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t901"/>
            <p:cNvSpPr/>
            <p:nvPr/>
          </p:nvSpPr>
          <p:spPr>
            <a:xfrm>
              <a:off x="7236590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t902"/>
            <p:cNvSpPr/>
            <p:nvPr/>
          </p:nvSpPr>
          <p:spPr>
            <a:xfrm>
              <a:off x="726017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t903"/>
            <p:cNvSpPr/>
            <p:nvPr/>
          </p:nvSpPr>
          <p:spPr>
            <a:xfrm>
              <a:off x="7152318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t904"/>
            <p:cNvSpPr/>
            <p:nvPr/>
          </p:nvSpPr>
          <p:spPr>
            <a:xfrm>
              <a:off x="7183142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t905"/>
            <p:cNvSpPr/>
            <p:nvPr/>
          </p:nvSpPr>
          <p:spPr>
            <a:xfrm>
              <a:off x="7261895" y="205030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t906"/>
            <p:cNvSpPr/>
            <p:nvPr/>
          </p:nvSpPr>
          <p:spPr>
            <a:xfrm>
              <a:off x="7156890" y="4254660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t907"/>
            <p:cNvSpPr/>
            <p:nvPr/>
          </p:nvSpPr>
          <p:spPr>
            <a:xfrm>
              <a:off x="7311908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t908"/>
            <p:cNvSpPr/>
            <p:nvPr/>
          </p:nvSpPr>
          <p:spPr>
            <a:xfrm>
              <a:off x="7318552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t909"/>
            <p:cNvSpPr/>
            <p:nvPr/>
          </p:nvSpPr>
          <p:spPr>
            <a:xfrm>
              <a:off x="7190371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t910"/>
            <p:cNvSpPr/>
            <p:nvPr/>
          </p:nvSpPr>
          <p:spPr>
            <a:xfrm>
              <a:off x="7353155" y="3273390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t911"/>
            <p:cNvSpPr/>
            <p:nvPr/>
          </p:nvSpPr>
          <p:spPr>
            <a:xfrm>
              <a:off x="7333097" y="2050304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t912"/>
            <p:cNvSpPr/>
            <p:nvPr/>
          </p:nvSpPr>
          <p:spPr>
            <a:xfrm>
              <a:off x="7206297" y="2881878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t913"/>
            <p:cNvSpPr/>
            <p:nvPr/>
          </p:nvSpPr>
          <p:spPr>
            <a:xfrm>
              <a:off x="7306906" y="3808374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t914"/>
            <p:cNvSpPr/>
            <p:nvPr/>
          </p:nvSpPr>
          <p:spPr>
            <a:xfrm>
              <a:off x="7317856" y="2050304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t915"/>
            <p:cNvSpPr/>
            <p:nvPr/>
          </p:nvSpPr>
          <p:spPr>
            <a:xfrm>
              <a:off x="7301765" y="2433725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tx916"/>
            <p:cNvSpPr/>
            <p:nvPr/>
          </p:nvSpPr>
          <p:spPr>
            <a:xfrm>
              <a:off x="712256" y="5145456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917" name="tx917"/>
            <p:cNvSpPr/>
            <p:nvPr/>
          </p:nvSpPr>
          <p:spPr>
            <a:xfrm>
              <a:off x="712256" y="4367411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918" name="tx918"/>
            <p:cNvSpPr/>
            <p:nvPr/>
          </p:nvSpPr>
          <p:spPr>
            <a:xfrm>
              <a:off x="712256" y="3589367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919" name="tx919"/>
            <p:cNvSpPr/>
            <p:nvPr/>
          </p:nvSpPr>
          <p:spPr>
            <a:xfrm>
              <a:off x="712256" y="2811322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920" name="tx920"/>
            <p:cNvSpPr/>
            <p:nvPr/>
          </p:nvSpPr>
          <p:spPr>
            <a:xfrm>
              <a:off x="712256" y="2033278"/>
              <a:ext cx="23710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921" name="tx921"/>
            <p:cNvSpPr/>
            <p:nvPr/>
          </p:nvSpPr>
          <p:spPr>
            <a:xfrm rot="-2700000">
              <a:off x="103144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INF096</a:t>
              </a:r>
            </a:p>
          </p:txBody>
        </p:sp>
        <p:sp>
          <p:nvSpPr>
            <p:cNvPr id="922" name="tx922"/>
            <p:cNvSpPr/>
            <p:nvPr/>
          </p:nvSpPr>
          <p:spPr>
            <a:xfrm rot="-2700000">
              <a:off x="157130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INF097</a:t>
              </a:r>
            </a:p>
          </p:txBody>
        </p:sp>
        <p:sp>
          <p:nvSpPr>
            <p:cNvPr id="923" name="tx923"/>
            <p:cNvSpPr/>
            <p:nvPr/>
          </p:nvSpPr>
          <p:spPr>
            <a:xfrm rot="-2700000">
              <a:off x="211116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INF098</a:t>
              </a:r>
            </a:p>
          </p:txBody>
        </p:sp>
        <p:sp>
          <p:nvSpPr>
            <p:cNvPr id="924" name="tx924"/>
            <p:cNvSpPr/>
            <p:nvPr/>
          </p:nvSpPr>
          <p:spPr>
            <a:xfrm rot="-2700000">
              <a:off x="265102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INF099</a:t>
              </a:r>
            </a:p>
          </p:txBody>
        </p:sp>
        <p:sp>
          <p:nvSpPr>
            <p:cNvPr id="925" name="tx925"/>
            <p:cNvSpPr/>
            <p:nvPr/>
          </p:nvSpPr>
          <p:spPr>
            <a:xfrm rot="-2700000">
              <a:off x="3075210" y="5589387"/>
              <a:ext cx="53501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INF100_1</a:t>
              </a:r>
            </a:p>
          </p:txBody>
        </p:sp>
        <p:sp>
          <p:nvSpPr>
            <p:cNvPr id="926" name="tx926"/>
            <p:cNvSpPr/>
            <p:nvPr/>
          </p:nvSpPr>
          <p:spPr>
            <a:xfrm rot="-2700000">
              <a:off x="3730737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INF100</a:t>
              </a:r>
            </a:p>
          </p:txBody>
        </p:sp>
        <p:sp>
          <p:nvSpPr>
            <p:cNvPr id="927" name="tx927"/>
            <p:cNvSpPr/>
            <p:nvPr/>
          </p:nvSpPr>
          <p:spPr>
            <a:xfrm rot="-2700000">
              <a:off x="4270596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INF101</a:t>
              </a:r>
            </a:p>
          </p:txBody>
        </p:sp>
        <p:sp>
          <p:nvSpPr>
            <p:cNvPr id="928" name="tx928"/>
            <p:cNvSpPr/>
            <p:nvPr/>
          </p:nvSpPr>
          <p:spPr>
            <a:xfrm rot="-2700000">
              <a:off x="4810455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INF102</a:t>
              </a:r>
            </a:p>
          </p:txBody>
        </p:sp>
        <p:sp>
          <p:nvSpPr>
            <p:cNvPr id="929" name="tx929"/>
            <p:cNvSpPr/>
            <p:nvPr/>
          </p:nvSpPr>
          <p:spPr>
            <a:xfrm rot="-2700000">
              <a:off x="5350313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INF103</a:t>
              </a:r>
            </a:p>
          </p:txBody>
        </p:sp>
        <p:sp>
          <p:nvSpPr>
            <p:cNvPr id="930" name="tx930"/>
            <p:cNvSpPr/>
            <p:nvPr/>
          </p:nvSpPr>
          <p:spPr>
            <a:xfrm rot="-2700000">
              <a:off x="5890172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INF105</a:t>
              </a:r>
            </a:p>
          </p:txBody>
        </p:sp>
        <p:sp>
          <p:nvSpPr>
            <p:cNvPr id="931" name="tx931"/>
            <p:cNvSpPr/>
            <p:nvPr/>
          </p:nvSpPr>
          <p:spPr>
            <a:xfrm rot="-2700000">
              <a:off x="6430030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INF106</a:t>
              </a:r>
            </a:p>
          </p:txBody>
        </p:sp>
        <p:sp>
          <p:nvSpPr>
            <p:cNvPr id="932" name="tx932"/>
            <p:cNvSpPr/>
            <p:nvPr/>
          </p:nvSpPr>
          <p:spPr>
            <a:xfrm rot="-2700000">
              <a:off x="6969889" y="5541475"/>
              <a:ext cx="3995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INF107</a:t>
              </a:r>
            </a:p>
          </p:txBody>
        </p:sp>
        <p:sp>
          <p:nvSpPr>
            <p:cNvPr id="933" name="tx933"/>
            <p:cNvSpPr/>
            <p:nvPr/>
          </p:nvSpPr>
          <p:spPr>
            <a:xfrm>
              <a:off x="3933859" y="5909064"/>
              <a:ext cx="75392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NGS run id</a:t>
              </a:r>
            </a:p>
          </p:txBody>
        </p:sp>
        <p:sp>
          <p:nvSpPr>
            <p:cNvPr id="934" name="tx934"/>
            <p:cNvSpPr/>
            <p:nvPr/>
          </p:nvSpPr>
          <p:spPr>
            <a:xfrm rot="-5400000">
              <a:off x="-272059" y="3578394"/>
              <a:ext cx="171952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Normalisert dekning (0-1)</a:t>
              </a:r>
            </a:p>
          </p:txBody>
        </p:sp>
        <p:sp>
          <p:nvSpPr>
            <p:cNvPr id="935" name="tx935"/>
            <p:cNvSpPr/>
            <p:nvPr/>
          </p:nvSpPr>
          <p:spPr>
            <a:xfrm>
              <a:off x="7831704" y="3101524"/>
              <a:ext cx="70326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Undertype</a:t>
              </a:r>
            </a:p>
          </p:txBody>
        </p:sp>
        <p:sp>
          <p:nvSpPr>
            <p:cNvPr id="936" name="pt936"/>
            <p:cNvSpPr/>
            <p:nvPr/>
          </p:nvSpPr>
          <p:spPr>
            <a:xfrm>
              <a:off x="7914842" y="3385759"/>
              <a:ext cx="53180" cy="53180"/>
            </a:xfrm>
            <a:prstGeom prst="ellipse">
              <a:avLst/>
            </a:prstGeom>
            <a:solidFill>
              <a:srgbClr val="179463">
                <a:alpha val="74901"/>
              </a:srgbClr>
            </a:solidFill>
            <a:ln w="9818" cap="rnd">
              <a:solidFill>
                <a:srgbClr val="179463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t937"/>
            <p:cNvSpPr/>
            <p:nvPr/>
          </p:nvSpPr>
          <p:spPr>
            <a:xfrm>
              <a:off x="7914842" y="3605215"/>
              <a:ext cx="53180" cy="53180"/>
            </a:xfrm>
            <a:prstGeom prst="ellipse">
              <a:avLst/>
            </a:prstGeom>
            <a:solidFill>
              <a:srgbClr val="4089A7">
                <a:alpha val="74901"/>
              </a:srgbClr>
            </a:solidFill>
            <a:ln w="9818" cap="rnd">
              <a:solidFill>
                <a:srgbClr val="4089A7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t938"/>
            <p:cNvSpPr/>
            <p:nvPr/>
          </p:nvSpPr>
          <p:spPr>
            <a:xfrm>
              <a:off x="7914842" y="3824671"/>
              <a:ext cx="53180" cy="53180"/>
            </a:xfrm>
            <a:prstGeom prst="ellipse">
              <a:avLst/>
            </a:prstGeom>
            <a:solidFill>
              <a:srgbClr val="D74B46">
                <a:alpha val="74901"/>
              </a:srgbClr>
            </a:solidFill>
            <a:ln w="9818" cap="rnd">
              <a:solidFill>
                <a:srgbClr val="D74B46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t939"/>
            <p:cNvSpPr/>
            <p:nvPr/>
          </p:nvSpPr>
          <p:spPr>
            <a:xfrm>
              <a:off x="7914842" y="4044127"/>
              <a:ext cx="53180" cy="53180"/>
            </a:xfrm>
            <a:prstGeom prst="ellipse">
              <a:avLst/>
            </a:prstGeom>
            <a:solidFill>
              <a:srgbClr val="7F7F7F">
                <a:alpha val="74901"/>
              </a:srgbClr>
            </a:solidFill>
            <a:ln w="9818" cap="rnd">
              <a:solidFill>
                <a:srgbClr val="7F7F7F">
                  <a:alpha val="7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tx940"/>
            <p:cNvSpPr/>
            <p:nvPr/>
          </p:nvSpPr>
          <p:spPr>
            <a:xfrm>
              <a:off x="8127075" y="3368732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H1N1</a:t>
              </a:r>
            </a:p>
          </p:txBody>
        </p:sp>
        <p:sp>
          <p:nvSpPr>
            <p:cNvPr id="941" name="tx941"/>
            <p:cNvSpPr/>
            <p:nvPr/>
          </p:nvSpPr>
          <p:spPr>
            <a:xfrm>
              <a:off x="8127075" y="3588188"/>
              <a:ext cx="3114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H3N2</a:t>
              </a:r>
            </a:p>
          </p:txBody>
        </p:sp>
        <p:sp>
          <p:nvSpPr>
            <p:cNvPr id="942" name="tx942"/>
            <p:cNvSpPr/>
            <p:nvPr/>
          </p:nvSpPr>
          <p:spPr>
            <a:xfrm>
              <a:off x="8127075" y="3807644"/>
              <a:ext cx="28419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BVIC</a:t>
              </a:r>
            </a:p>
          </p:txBody>
        </p:sp>
        <p:sp>
          <p:nvSpPr>
            <p:cNvPr id="943" name="tx943"/>
            <p:cNvSpPr/>
            <p:nvPr/>
          </p:nvSpPr>
          <p:spPr>
            <a:xfrm>
              <a:off x="8127075" y="4027100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944" name="tx944"/>
            <p:cNvSpPr/>
            <p:nvPr/>
          </p:nvSpPr>
          <p:spPr>
            <a:xfrm>
              <a:off x="1017684" y="1676115"/>
              <a:ext cx="1808683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Dekning per run - PB2</a:t>
              </a:r>
            </a:p>
          </p:txBody>
        </p:sp>
      </p:grpSp>
      <p:sp>
        <p:nvSpPr>
          <p:cNvPr id="94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Dekning per run - PB2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878051" y="5210402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78051" y="4794831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878051" y="4379260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878051" y="3963689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878051" y="3548118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878051" y="3132547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878051" y="2716976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878051" y="2301405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92392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683023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273653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854757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435861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016965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598069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5188700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750751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6312803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893907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7475011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878051" y="5418187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878051" y="5002616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878051" y="4587045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878051" y="4171474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878051" y="3755903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878051" y="3340332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878051" y="2924761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878051" y="2509190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878051" y="2093619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1387708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1978338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2568968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3140546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3731176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4302754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4893385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5484015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6017488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6608118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7179696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1387708" y="44715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1387708" y="44715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g47"/>
            <p:cNvSpPr/>
            <p:nvPr/>
          </p:nvSpPr>
          <p:spPr>
            <a:xfrm>
              <a:off x="1187655" y="4471517"/>
              <a:ext cx="400104" cy="0"/>
            </a:xfrm>
            <a:custGeom>
              <a:avLst/>
              <a:pathLst>
                <a:path w="400104" h="0">
                  <a:moveTo>
                    <a:pt x="0" y="0"/>
                  </a:moveTo>
                  <a:lnTo>
                    <a:pt x="400104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1187655" y="4471517"/>
              <a:ext cx="400104" cy="0"/>
            </a:xfrm>
            <a:custGeom>
              <a:avLst/>
              <a:pathLst>
                <a:path w="400104" h="0">
                  <a:moveTo>
                    <a:pt x="0" y="0"/>
                  </a:moveTo>
                  <a:lnTo>
                    <a:pt x="400104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1883075" y="3586350"/>
              <a:ext cx="0" cy="16415"/>
            </a:xfrm>
            <a:custGeom>
              <a:avLst/>
              <a:pathLst>
                <a:path w="0" h="16415">
                  <a:moveTo>
                    <a:pt x="0" y="16415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1883075" y="3635595"/>
              <a:ext cx="0" cy="16415"/>
            </a:xfrm>
            <a:custGeom>
              <a:avLst/>
              <a:pathLst>
                <a:path w="0" h="16415">
                  <a:moveTo>
                    <a:pt x="0" y="0"/>
                  </a:moveTo>
                  <a:lnTo>
                    <a:pt x="0" y="16415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g51"/>
            <p:cNvSpPr/>
            <p:nvPr/>
          </p:nvSpPr>
          <p:spPr>
            <a:xfrm>
              <a:off x="1783049" y="3602765"/>
              <a:ext cx="200052" cy="32830"/>
            </a:xfrm>
            <a:custGeom>
              <a:avLst/>
              <a:pathLst>
                <a:path w="200052" h="32830">
                  <a:moveTo>
                    <a:pt x="0" y="0"/>
                  </a:moveTo>
                  <a:lnTo>
                    <a:pt x="0" y="32830"/>
                  </a:lnTo>
                  <a:lnTo>
                    <a:pt x="200052" y="32830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1783049" y="3619180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2473705" y="3247244"/>
              <a:ext cx="0" cy="340768"/>
            </a:xfrm>
            <a:custGeom>
              <a:avLst/>
              <a:pathLst>
                <a:path w="0" h="340768">
                  <a:moveTo>
                    <a:pt x="0" y="34076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2473705" y="3974078"/>
              <a:ext cx="0" cy="532346"/>
            </a:xfrm>
            <a:custGeom>
              <a:avLst/>
              <a:pathLst>
                <a:path w="0" h="532346">
                  <a:moveTo>
                    <a:pt x="0" y="0"/>
                  </a:moveTo>
                  <a:lnTo>
                    <a:pt x="0" y="532346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g55"/>
            <p:cNvSpPr/>
            <p:nvPr/>
          </p:nvSpPr>
          <p:spPr>
            <a:xfrm>
              <a:off x="2373679" y="3588013"/>
              <a:ext cx="200052" cy="386065"/>
            </a:xfrm>
            <a:custGeom>
              <a:avLst/>
              <a:pathLst>
                <a:path w="200052" h="386065">
                  <a:moveTo>
                    <a:pt x="0" y="0"/>
                  </a:moveTo>
                  <a:lnTo>
                    <a:pt x="0" y="386065"/>
                  </a:lnTo>
                  <a:lnTo>
                    <a:pt x="200052" y="386065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2373679" y="3713515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3045283" y="3474146"/>
              <a:ext cx="0" cy="167890"/>
            </a:xfrm>
            <a:custGeom>
              <a:avLst/>
              <a:pathLst>
                <a:path w="0" h="167890">
                  <a:moveTo>
                    <a:pt x="0" y="16789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3045283" y="4059893"/>
              <a:ext cx="0" cy="59218"/>
            </a:xfrm>
            <a:custGeom>
              <a:avLst/>
              <a:pathLst>
                <a:path w="0" h="59218">
                  <a:moveTo>
                    <a:pt x="0" y="0"/>
                  </a:moveTo>
                  <a:lnTo>
                    <a:pt x="0" y="59218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g59"/>
            <p:cNvSpPr/>
            <p:nvPr/>
          </p:nvSpPr>
          <p:spPr>
            <a:xfrm>
              <a:off x="2945257" y="3642037"/>
              <a:ext cx="200052" cy="417856"/>
            </a:xfrm>
            <a:custGeom>
              <a:avLst/>
              <a:pathLst>
                <a:path w="200052" h="417856">
                  <a:moveTo>
                    <a:pt x="0" y="0"/>
                  </a:moveTo>
                  <a:lnTo>
                    <a:pt x="0" y="417856"/>
                  </a:lnTo>
                  <a:lnTo>
                    <a:pt x="200052" y="417856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2945257" y="3819901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3635914" y="3086003"/>
              <a:ext cx="0" cy="230434"/>
            </a:xfrm>
            <a:custGeom>
              <a:avLst/>
              <a:pathLst>
                <a:path w="0" h="230434">
                  <a:moveTo>
                    <a:pt x="0" y="23043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3635914" y="3511548"/>
              <a:ext cx="0" cy="167059"/>
            </a:xfrm>
            <a:custGeom>
              <a:avLst/>
              <a:pathLst>
                <a:path w="0" h="167059">
                  <a:moveTo>
                    <a:pt x="0" y="0"/>
                  </a:moveTo>
                  <a:lnTo>
                    <a:pt x="0" y="167059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g63"/>
            <p:cNvSpPr/>
            <p:nvPr/>
          </p:nvSpPr>
          <p:spPr>
            <a:xfrm>
              <a:off x="3535887" y="3316437"/>
              <a:ext cx="200052" cy="195110"/>
            </a:xfrm>
            <a:custGeom>
              <a:avLst/>
              <a:pathLst>
                <a:path w="200052" h="195110">
                  <a:moveTo>
                    <a:pt x="0" y="0"/>
                  </a:moveTo>
                  <a:lnTo>
                    <a:pt x="0" y="195110"/>
                  </a:lnTo>
                  <a:lnTo>
                    <a:pt x="200052" y="195110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3535887" y="3383552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207491" y="3276334"/>
              <a:ext cx="0" cy="50284"/>
            </a:xfrm>
            <a:custGeom>
              <a:avLst/>
              <a:pathLst>
                <a:path w="0" h="50284">
                  <a:moveTo>
                    <a:pt x="0" y="5028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207491" y="3556429"/>
              <a:ext cx="0" cy="179526"/>
            </a:xfrm>
            <a:custGeom>
              <a:avLst/>
              <a:pathLst>
                <a:path w="0" h="179526">
                  <a:moveTo>
                    <a:pt x="0" y="0"/>
                  </a:moveTo>
                  <a:lnTo>
                    <a:pt x="0" y="179526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g67"/>
            <p:cNvSpPr/>
            <p:nvPr/>
          </p:nvSpPr>
          <p:spPr>
            <a:xfrm>
              <a:off x="4107465" y="3326618"/>
              <a:ext cx="200052" cy="229810"/>
            </a:xfrm>
            <a:custGeom>
              <a:avLst/>
              <a:pathLst>
                <a:path w="200052" h="229810">
                  <a:moveTo>
                    <a:pt x="0" y="0"/>
                  </a:moveTo>
                  <a:lnTo>
                    <a:pt x="0" y="229810"/>
                  </a:lnTo>
                  <a:lnTo>
                    <a:pt x="200052" y="229810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4107465" y="3376903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798122" y="375091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4798122" y="375091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g71"/>
            <p:cNvSpPr/>
            <p:nvPr/>
          </p:nvSpPr>
          <p:spPr>
            <a:xfrm>
              <a:off x="4698096" y="3750916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4698096" y="3750916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2073601" y="3147507"/>
              <a:ext cx="0" cy="371728"/>
            </a:xfrm>
            <a:custGeom>
              <a:avLst/>
              <a:pathLst>
                <a:path w="0" h="371728">
                  <a:moveTo>
                    <a:pt x="0" y="37172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2073601" y="3798915"/>
              <a:ext cx="0" cy="73348"/>
            </a:xfrm>
            <a:custGeom>
              <a:avLst/>
              <a:pathLst>
                <a:path w="0" h="73348">
                  <a:moveTo>
                    <a:pt x="0" y="0"/>
                  </a:moveTo>
                  <a:lnTo>
                    <a:pt x="0" y="73348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g75"/>
            <p:cNvSpPr/>
            <p:nvPr/>
          </p:nvSpPr>
          <p:spPr>
            <a:xfrm>
              <a:off x="1973575" y="3519236"/>
              <a:ext cx="200052" cy="279679"/>
            </a:xfrm>
            <a:custGeom>
              <a:avLst/>
              <a:pathLst>
                <a:path w="200052" h="279679">
                  <a:moveTo>
                    <a:pt x="0" y="0"/>
                  </a:moveTo>
                  <a:lnTo>
                    <a:pt x="0" y="279679"/>
                  </a:lnTo>
                  <a:lnTo>
                    <a:pt x="200052" y="279679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1973575" y="3676945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2664231" y="3099301"/>
              <a:ext cx="0" cy="334950"/>
            </a:xfrm>
            <a:custGeom>
              <a:avLst/>
              <a:pathLst>
                <a:path w="0" h="334950">
                  <a:moveTo>
                    <a:pt x="0" y="33495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2664231" y="3733255"/>
              <a:ext cx="0" cy="436557"/>
            </a:xfrm>
            <a:custGeom>
              <a:avLst/>
              <a:pathLst>
                <a:path w="0" h="436557">
                  <a:moveTo>
                    <a:pt x="0" y="0"/>
                  </a:moveTo>
                  <a:lnTo>
                    <a:pt x="0" y="436557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g79"/>
            <p:cNvSpPr/>
            <p:nvPr/>
          </p:nvSpPr>
          <p:spPr>
            <a:xfrm>
              <a:off x="2564205" y="3434251"/>
              <a:ext cx="200052" cy="299003"/>
            </a:xfrm>
            <a:custGeom>
              <a:avLst/>
              <a:pathLst>
                <a:path w="200052" h="299003">
                  <a:moveTo>
                    <a:pt x="0" y="0"/>
                  </a:moveTo>
                  <a:lnTo>
                    <a:pt x="0" y="299003"/>
                  </a:lnTo>
                  <a:lnTo>
                    <a:pt x="200052" y="299003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2564205" y="3580948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3235809" y="3289633"/>
              <a:ext cx="0" cy="175370"/>
            </a:xfrm>
            <a:custGeom>
              <a:avLst/>
              <a:pathLst>
                <a:path w="0" h="175370">
                  <a:moveTo>
                    <a:pt x="0" y="17537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3235809" y="3912158"/>
              <a:ext cx="0" cy="241862"/>
            </a:xfrm>
            <a:custGeom>
              <a:avLst/>
              <a:pathLst>
                <a:path w="0" h="241862">
                  <a:moveTo>
                    <a:pt x="0" y="0"/>
                  </a:moveTo>
                  <a:lnTo>
                    <a:pt x="0" y="241862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g83"/>
            <p:cNvSpPr/>
            <p:nvPr/>
          </p:nvSpPr>
          <p:spPr>
            <a:xfrm>
              <a:off x="3135783" y="3465004"/>
              <a:ext cx="200052" cy="447154"/>
            </a:xfrm>
            <a:custGeom>
              <a:avLst/>
              <a:pathLst>
                <a:path w="200052" h="447154">
                  <a:moveTo>
                    <a:pt x="0" y="0"/>
                  </a:moveTo>
                  <a:lnTo>
                    <a:pt x="0" y="447154"/>
                  </a:lnTo>
                  <a:lnTo>
                    <a:pt x="200052" y="447154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3135783" y="3649517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3826439" y="3188233"/>
              <a:ext cx="0" cy="318119"/>
            </a:xfrm>
            <a:custGeom>
              <a:avLst/>
              <a:pathLst>
                <a:path w="0" h="318119">
                  <a:moveTo>
                    <a:pt x="0" y="318119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3826439" y="3880367"/>
              <a:ext cx="0" cy="333495"/>
            </a:xfrm>
            <a:custGeom>
              <a:avLst/>
              <a:pathLst>
                <a:path w="0" h="333495">
                  <a:moveTo>
                    <a:pt x="0" y="0"/>
                  </a:moveTo>
                  <a:lnTo>
                    <a:pt x="0" y="333495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g87"/>
            <p:cNvSpPr/>
            <p:nvPr/>
          </p:nvSpPr>
          <p:spPr>
            <a:xfrm>
              <a:off x="3726413" y="3506353"/>
              <a:ext cx="200052" cy="374013"/>
            </a:xfrm>
            <a:custGeom>
              <a:avLst/>
              <a:pathLst>
                <a:path w="200052" h="374013">
                  <a:moveTo>
                    <a:pt x="0" y="0"/>
                  </a:moveTo>
                  <a:lnTo>
                    <a:pt x="0" y="374013"/>
                  </a:lnTo>
                  <a:lnTo>
                    <a:pt x="200052" y="374013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3726413" y="3700632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4398017" y="3303762"/>
              <a:ext cx="0" cy="210071"/>
            </a:xfrm>
            <a:custGeom>
              <a:avLst/>
              <a:pathLst>
                <a:path w="0" h="210071">
                  <a:moveTo>
                    <a:pt x="0" y="21007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4398017" y="3906548"/>
              <a:ext cx="0" cy="92048"/>
            </a:xfrm>
            <a:custGeom>
              <a:avLst/>
              <a:pathLst>
                <a:path w="0" h="92048">
                  <a:moveTo>
                    <a:pt x="0" y="0"/>
                  </a:moveTo>
                  <a:lnTo>
                    <a:pt x="0" y="92048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g91"/>
            <p:cNvSpPr/>
            <p:nvPr/>
          </p:nvSpPr>
          <p:spPr>
            <a:xfrm>
              <a:off x="4297991" y="3513833"/>
              <a:ext cx="200052" cy="392714"/>
            </a:xfrm>
            <a:custGeom>
              <a:avLst/>
              <a:pathLst>
                <a:path w="200052" h="392714">
                  <a:moveTo>
                    <a:pt x="0" y="0"/>
                  </a:moveTo>
                  <a:lnTo>
                    <a:pt x="0" y="392714"/>
                  </a:lnTo>
                  <a:lnTo>
                    <a:pt x="200052" y="392714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4297991" y="3696892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4988648" y="3257218"/>
              <a:ext cx="0" cy="361546"/>
            </a:xfrm>
            <a:custGeom>
              <a:avLst/>
              <a:pathLst>
                <a:path w="0" h="361546">
                  <a:moveTo>
                    <a:pt x="0" y="36154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4988648" y="3873094"/>
              <a:ext cx="0" cy="369027"/>
            </a:xfrm>
            <a:custGeom>
              <a:avLst/>
              <a:pathLst>
                <a:path w="0" h="369027">
                  <a:moveTo>
                    <a:pt x="0" y="0"/>
                  </a:moveTo>
                  <a:lnTo>
                    <a:pt x="0" y="369027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g95"/>
            <p:cNvSpPr/>
            <p:nvPr/>
          </p:nvSpPr>
          <p:spPr>
            <a:xfrm>
              <a:off x="4888622" y="3618765"/>
              <a:ext cx="200052" cy="254329"/>
            </a:xfrm>
            <a:custGeom>
              <a:avLst/>
              <a:pathLst>
                <a:path w="200052" h="254329">
                  <a:moveTo>
                    <a:pt x="0" y="0"/>
                  </a:moveTo>
                  <a:lnTo>
                    <a:pt x="0" y="254329"/>
                  </a:lnTo>
                  <a:lnTo>
                    <a:pt x="200052" y="254329"/>
                  </a:lnTo>
                  <a:lnTo>
                    <a:pt x="20005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4888622" y="3750085"/>
              <a:ext cx="200052" cy="0"/>
            </a:xfrm>
            <a:custGeom>
              <a:avLst/>
              <a:pathLst>
                <a:path w="200052" h="0">
                  <a:moveTo>
                    <a:pt x="0" y="0"/>
                  </a:moveTo>
                  <a:lnTo>
                    <a:pt x="200052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5484015" y="3469990"/>
              <a:ext cx="0" cy="135060"/>
            </a:xfrm>
            <a:custGeom>
              <a:avLst/>
              <a:pathLst>
                <a:path w="0" h="135060">
                  <a:moveTo>
                    <a:pt x="0" y="13506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5484015" y="4143631"/>
              <a:ext cx="0" cy="19531"/>
            </a:xfrm>
            <a:custGeom>
              <a:avLst/>
              <a:pathLst>
                <a:path w="0" h="19531">
                  <a:moveTo>
                    <a:pt x="0" y="0"/>
                  </a:moveTo>
                  <a:lnTo>
                    <a:pt x="0" y="19531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g99"/>
            <p:cNvSpPr/>
            <p:nvPr/>
          </p:nvSpPr>
          <p:spPr>
            <a:xfrm>
              <a:off x="5283963" y="3605051"/>
              <a:ext cx="400104" cy="538579"/>
            </a:xfrm>
            <a:custGeom>
              <a:avLst/>
              <a:pathLst>
                <a:path w="400104" h="538579">
                  <a:moveTo>
                    <a:pt x="0" y="0"/>
                  </a:moveTo>
                  <a:lnTo>
                    <a:pt x="0" y="538579"/>
                  </a:lnTo>
                  <a:lnTo>
                    <a:pt x="400104" y="538579"/>
                  </a:lnTo>
                  <a:lnTo>
                    <a:pt x="400104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5283963" y="3829044"/>
              <a:ext cx="400104" cy="0"/>
            </a:xfrm>
            <a:custGeom>
              <a:avLst/>
              <a:pathLst>
                <a:path w="400104" h="0">
                  <a:moveTo>
                    <a:pt x="0" y="0"/>
                  </a:moveTo>
                  <a:lnTo>
                    <a:pt x="400104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6017488" y="3186571"/>
              <a:ext cx="0" cy="285912"/>
            </a:xfrm>
            <a:custGeom>
              <a:avLst/>
              <a:pathLst>
                <a:path w="0" h="285912">
                  <a:moveTo>
                    <a:pt x="0" y="28591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6017488" y="3909665"/>
              <a:ext cx="0" cy="556033"/>
            </a:xfrm>
            <a:custGeom>
              <a:avLst/>
              <a:pathLst>
                <a:path w="0" h="556033">
                  <a:moveTo>
                    <a:pt x="0" y="0"/>
                  </a:moveTo>
                  <a:lnTo>
                    <a:pt x="0" y="556033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g103"/>
            <p:cNvSpPr/>
            <p:nvPr/>
          </p:nvSpPr>
          <p:spPr>
            <a:xfrm>
              <a:off x="5817435" y="3472484"/>
              <a:ext cx="400104" cy="437180"/>
            </a:xfrm>
            <a:custGeom>
              <a:avLst/>
              <a:pathLst>
                <a:path w="400104" h="437180">
                  <a:moveTo>
                    <a:pt x="0" y="0"/>
                  </a:moveTo>
                  <a:lnTo>
                    <a:pt x="0" y="437180"/>
                  </a:lnTo>
                  <a:lnTo>
                    <a:pt x="400104" y="437180"/>
                  </a:lnTo>
                  <a:lnTo>
                    <a:pt x="400104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5817435" y="3758397"/>
              <a:ext cx="400104" cy="0"/>
            </a:xfrm>
            <a:custGeom>
              <a:avLst/>
              <a:pathLst>
                <a:path w="400104" h="0">
                  <a:moveTo>
                    <a:pt x="0" y="0"/>
                  </a:moveTo>
                  <a:lnTo>
                    <a:pt x="400104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6608118" y="3204856"/>
              <a:ext cx="0" cy="182851"/>
            </a:xfrm>
            <a:custGeom>
              <a:avLst/>
              <a:pathLst>
                <a:path w="0" h="182851">
                  <a:moveTo>
                    <a:pt x="0" y="18285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6608118" y="3957455"/>
              <a:ext cx="0" cy="241446"/>
            </a:xfrm>
            <a:custGeom>
              <a:avLst/>
              <a:pathLst>
                <a:path w="0" h="241446">
                  <a:moveTo>
                    <a:pt x="0" y="0"/>
                  </a:moveTo>
                  <a:lnTo>
                    <a:pt x="0" y="241446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g107"/>
            <p:cNvSpPr/>
            <p:nvPr/>
          </p:nvSpPr>
          <p:spPr>
            <a:xfrm>
              <a:off x="6408066" y="3387707"/>
              <a:ext cx="400104" cy="569747"/>
            </a:xfrm>
            <a:custGeom>
              <a:avLst/>
              <a:pathLst>
                <a:path w="400104" h="569747">
                  <a:moveTo>
                    <a:pt x="0" y="0"/>
                  </a:moveTo>
                  <a:lnTo>
                    <a:pt x="0" y="569747"/>
                  </a:lnTo>
                  <a:lnTo>
                    <a:pt x="400104" y="569747"/>
                  </a:lnTo>
                  <a:lnTo>
                    <a:pt x="400104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6408066" y="3491600"/>
              <a:ext cx="400104" cy="0"/>
            </a:xfrm>
            <a:custGeom>
              <a:avLst/>
              <a:pathLst>
                <a:path w="400104" h="0">
                  <a:moveTo>
                    <a:pt x="0" y="0"/>
                  </a:moveTo>
                  <a:lnTo>
                    <a:pt x="400104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7179696" y="3471653"/>
              <a:ext cx="0" cy="71685"/>
            </a:xfrm>
            <a:custGeom>
              <a:avLst/>
              <a:pathLst>
                <a:path w="0" h="71685">
                  <a:moveTo>
                    <a:pt x="0" y="71685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7179696" y="3938962"/>
              <a:ext cx="0" cy="42180"/>
            </a:xfrm>
            <a:custGeom>
              <a:avLst/>
              <a:pathLst>
                <a:path w="0" h="42180">
                  <a:moveTo>
                    <a:pt x="0" y="0"/>
                  </a:moveTo>
                  <a:lnTo>
                    <a:pt x="0" y="4218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g111"/>
            <p:cNvSpPr/>
            <p:nvPr/>
          </p:nvSpPr>
          <p:spPr>
            <a:xfrm>
              <a:off x="6979644" y="3543339"/>
              <a:ext cx="400104" cy="395623"/>
            </a:xfrm>
            <a:custGeom>
              <a:avLst/>
              <a:pathLst>
                <a:path w="400104" h="395623">
                  <a:moveTo>
                    <a:pt x="0" y="0"/>
                  </a:moveTo>
                  <a:lnTo>
                    <a:pt x="0" y="395623"/>
                  </a:lnTo>
                  <a:lnTo>
                    <a:pt x="400104" y="395623"/>
                  </a:lnTo>
                  <a:lnTo>
                    <a:pt x="400104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6979644" y="3760475"/>
              <a:ext cx="400104" cy="0"/>
            </a:xfrm>
            <a:custGeom>
              <a:avLst/>
              <a:pathLst>
                <a:path w="400104" h="0">
                  <a:moveTo>
                    <a:pt x="0" y="0"/>
                  </a:moveTo>
                  <a:lnTo>
                    <a:pt x="400104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3" name="pt113"/>
            <p:cNvSpPr/>
            <p:nvPr/>
          </p:nvSpPr>
          <p:spPr>
            <a:xfrm>
              <a:off x="1375703" y="4454883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4"/>
            <p:cNvSpPr/>
            <p:nvPr/>
          </p:nvSpPr>
          <p:spPr>
            <a:xfrm>
              <a:off x="2002026" y="385552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5"/>
            <p:cNvSpPr/>
            <p:nvPr/>
          </p:nvSpPr>
          <p:spPr>
            <a:xfrm>
              <a:off x="1967188" y="342055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6"/>
            <p:cNvSpPr/>
            <p:nvPr/>
          </p:nvSpPr>
          <p:spPr>
            <a:xfrm>
              <a:off x="1889419" y="371408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7"/>
            <p:cNvSpPr/>
            <p:nvPr/>
          </p:nvSpPr>
          <p:spPr>
            <a:xfrm>
              <a:off x="1939267" y="360594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8"/>
            <p:cNvSpPr/>
            <p:nvPr/>
          </p:nvSpPr>
          <p:spPr>
            <a:xfrm>
              <a:off x="2498694" y="3435330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9"/>
            <p:cNvSpPr/>
            <p:nvPr/>
          </p:nvSpPr>
          <p:spPr>
            <a:xfrm>
              <a:off x="1986414" y="3569722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20"/>
            <p:cNvSpPr/>
            <p:nvPr/>
          </p:nvSpPr>
          <p:spPr>
            <a:xfrm>
              <a:off x="1987570" y="352991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1"/>
            <p:cNvSpPr/>
            <p:nvPr/>
          </p:nvSpPr>
          <p:spPr>
            <a:xfrm>
              <a:off x="2029921" y="3635430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2"/>
            <p:cNvSpPr/>
            <p:nvPr/>
          </p:nvSpPr>
          <p:spPr>
            <a:xfrm>
              <a:off x="1975690" y="377078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3"/>
            <p:cNvSpPr/>
            <p:nvPr/>
          </p:nvSpPr>
          <p:spPr>
            <a:xfrm>
              <a:off x="2606154" y="356325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4"/>
            <p:cNvSpPr/>
            <p:nvPr/>
          </p:nvSpPr>
          <p:spPr>
            <a:xfrm>
              <a:off x="2499793" y="3979718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5"/>
            <p:cNvSpPr/>
            <p:nvPr/>
          </p:nvSpPr>
          <p:spPr>
            <a:xfrm>
              <a:off x="1987796" y="381644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6"/>
            <p:cNvSpPr/>
            <p:nvPr/>
          </p:nvSpPr>
          <p:spPr>
            <a:xfrm>
              <a:off x="2584249" y="3874165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7"/>
            <p:cNvSpPr/>
            <p:nvPr/>
          </p:nvSpPr>
          <p:spPr>
            <a:xfrm>
              <a:off x="2624623" y="331804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8"/>
            <p:cNvSpPr/>
            <p:nvPr/>
          </p:nvSpPr>
          <p:spPr>
            <a:xfrm>
              <a:off x="2626716" y="338341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9"/>
            <p:cNvSpPr/>
            <p:nvPr/>
          </p:nvSpPr>
          <p:spPr>
            <a:xfrm>
              <a:off x="2536920" y="3468015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30"/>
            <p:cNvSpPr/>
            <p:nvPr/>
          </p:nvSpPr>
          <p:spPr>
            <a:xfrm>
              <a:off x="2578021" y="394183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1"/>
            <p:cNvSpPr/>
            <p:nvPr/>
          </p:nvSpPr>
          <p:spPr>
            <a:xfrm>
              <a:off x="2496114" y="333140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2"/>
            <p:cNvSpPr/>
            <p:nvPr/>
          </p:nvSpPr>
          <p:spPr>
            <a:xfrm>
              <a:off x="2627873" y="325281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3"/>
            <p:cNvSpPr/>
            <p:nvPr/>
          </p:nvSpPr>
          <p:spPr>
            <a:xfrm>
              <a:off x="2476791" y="3953765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4"/>
            <p:cNvSpPr/>
            <p:nvPr/>
          </p:nvSpPr>
          <p:spPr>
            <a:xfrm>
              <a:off x="2599969" y="351826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5"/>
            <p:cNvSpPr/>
            <p:nvPr/>
          </p:nvSpPr>
          <p:spPr>
            <a:xfrm>
              <a:off x="2605708" y="308242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6"/>
            <p:cNvSpPr/>
            <p:nvPr/>
          </p:nvSpPr>
          <p:spPr>
            <a:xfrm>
              <a:off x="2510484" y="3916010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7"/>
            <p:cNvSpPr/>
            <p:nvPr/>
          </p:nvSpPr>
          <p:spPr>
            <a:xfrm>
              <a:off x="2537792" y="4217943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8"/>
            <p:cNvSpPr/>
            <p:nvPr/>
          </p:nvSpPr>
          <p:spPr>
            <a:xfrm>
              <a:off x="2547739" y="3757779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9"/>
            <p:cNvSpPr/>
            <p:nvPr/>
          </p:nvSpPr>
          <p:spPr>
            <a:xfrm>
              <a:off x="1927112" y="313058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40"/>
            <p:cNvSpPr/>
            <p:nvPr/>
          </p:nvSpPr>
          <p:spPr>
            <a:xfrm>
              <a:off x="2539014" y="399998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1"/>
            <p:cNvSpPr/>
            <p:nvPr/>
          </p:nvSpPr>
          <p:spPr>
            <a:xfrm>
              <a:off x="2516752" y="371938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2"/>
            <p:cNvSpPr/>
            <p:nvPr/>
          </p:nvSpPr>
          <p:spPr>
            <a:xfrm>
              <a:off x="2481689" y="350902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3"/>
            <p:cNvSpPr/>
            <p:nvPr/>
          </p:nvSpPr>
          <p:spPr>
            <a:xfrm>
              <a:off x="2522785" y="3691327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4"/>
            <p:cNvSpPr/>
            <p:nvPr/>
          </p:nvSpPr>
          <p:spPr>
            <a:xfrm>
              <a:off x="2604254" y="3984616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5"/>
            <p:cNvSpPr/>
            <p:nvPr/>
          </p:nvSpPr>
          <p:spPr>
            <a:xfrm>
              <a:off x="2532744" y="399285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6"/>
            <p:cNvSpPr/>
            <p:nvPr/>
          </p:nvSpPr>
          <p:spPr>
            <a:xfrm>
              <a:off x="2477138" y="3651718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2589414" y="368608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2525203" y="3625029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2510317" y="370829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2509579" y="361531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2508171" y="356572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2612513" y="373993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2508599" y="3954585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2542007" y="3696759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2610542" y="4031947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2624657" y="3333443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2544766" y="3517175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2578163" y="364883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2607684" y="353338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2539165" y="3230603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2615142" y="340171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2612109" y="3654697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2535756" y="3960188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2590108" y="3402652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2510361" y="346504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2496462" y="415310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2624231" y="3633976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2554130" y="4489549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3160399" y="329734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3169443" y="3457542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3162283" y="4048583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3124577" y="374239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3177745" y="4027793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3118184" y="4084739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3083656" y="354617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3062060" y="400590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3064825" y="398932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3095074" y="350586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3106844" y="376996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3091748" y="376433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3116566" y="408234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3183576" y="402201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3122020" y="336127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3197616" y="361817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3064328" y="3670237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3099388" y="327270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3182663" y="373004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3047718" y="351489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3157125" y="344813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3103098" y="365027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3123396" y="3457123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3117892" y="343244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3127368" y="338698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3153393" y="3869583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3184681" y="4102195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3177444" y="408339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3167245" y="3736442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3141641" y="338121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3165623" y="413732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3198558" y="389524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3114509" y="393472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3173381" y="381919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3098717" y="373682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3156940" y="3610645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3177725" y="398598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3173558" y="351448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3159501" y="334858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3689054" y="354531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3163397" y="348341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3132143" y="342390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3186893" y="357232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3130666" y="363295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3765222" y="4123894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3789767" y="352446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3789177" y="371657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3765059" y="338152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3681966" y="372336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3651052" y="343640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3696949" y="403041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3745100" y="3391142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3661351" y="364521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3732375" y="317185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3662764" y="379096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3777959" y="369409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3733218" y="370667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3695655" y="368333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3728415" y="374984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3698196" y="368458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3660802" y="368431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3790351" y="335411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3770399" y="3237843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3756772" y="331868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3642690" y="335124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3677346" y="368775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3735177" y="328102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3693279" y="394019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3663683" y="398665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3779090" y="361352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3745519" y="401775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3745959" y="391865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3718130" y="371400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3703423" y="353890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3744143" y="376496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3786733" y="364582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3772121" y="363681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3734906" y="338345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3654764" y="3662124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3762610" y="353337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3663671" y="341816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3717633" y="394396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3756452" y="328854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3639000" y="350214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3713290" y="415301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3673560" y="349753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3762272" y="367082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3754986" y="335259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3708565" y="419572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3655056" y="339186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3660785" y="373785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3722539" y="337991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3663070" y="346673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3669354" y="3438843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3757933" y="350647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3687628" y="390891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3671549" y="387310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3790101" y="3319988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3762449" y="3342435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3670004" y="322803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3753950" y="370336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3663849" y="419697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3755013" y="383617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3674583" y="353826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3745791" y="3069412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3645518" y="386031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3709343" y="450120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3773438" y="365295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3673251" y="394834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3724240" y="340561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3748910" y="400932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3661355" y="399351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3682587" y="415945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3677360" y="361149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3766119" y="372120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4299763" y="344195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4279584" y="3719147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4303325" y="3360002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4267747" y="373555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4321144" y="398171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4259567" y="328679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4344320" y="388658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4304097" y="3259365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4336889" y="351561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4314441" y="362421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4255339" y="390020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4947084" y="370009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4846822" y="335424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4906659" y="388976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4823412" y="363771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4820389" y="339778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4904750" y="384136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4940505" y="405442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4939768" y="377416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4806879" y="361860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4809030" y="345330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4913209" y="422520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4921088" y="375182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4899147" y="348252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4930376" y="354395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4819763" y="368714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4818074" y="373318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4925486" y="372518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4830079" y="3734240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4828078" y="375410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4910003" y="360229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4891078" y="382283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4918136" y="362931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4848938" y="385610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4942356" y="388365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4844983" y="387355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4817024" y="415149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4801604" y="382542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4940641" y="423818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4801454" y="370463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4864349" y="389634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4853877" y="378987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4866840" y="324024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4922386" y="390392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4940345" y="370742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4833110" y="361297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4856315" y="356201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4944870" y="376002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4857640" y="402422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4884336" y="349959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4903023" y="374525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4804343" y="366508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4927933" y="343971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4853242" y="346339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4892911" y="346725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4813010" y="374856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4840257" y="393621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5441671" y="345342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5433282" y="414618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5503030" y="381214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5470233" y="365662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5441929" y="351966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5517347" y="411127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5995026" y="353883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5987003" y="378131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5403681" y="414247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6000826" y="356878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6049210" y="414546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5950077" y="353578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6036697" y="398698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5943906" y="414046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5981277" y="357268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6064409" y="377588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5972345" y="376137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6032804" y="344276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5984271" y="367662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6024609" y="344154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6073387" y="388298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5999310" y="349560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6052365" y="376253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6069619" y="346764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5974705" y="354547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6033398" y="372745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5946517" y="356288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6064887" y="338187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5990808" y="386045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6045608" y="375113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6075107" y="404809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5933395" y="390385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6050464" y="328197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5998549" y="408915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6068672" y="394676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5979364" y="402932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5951779" y="324538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5997865" y="365685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6044641" y="367081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6012956" y="343416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5969534" y="361728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6010561" y="389799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5998358" y="387206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5953799" y="362393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5980813" y="333705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6041519" y="346926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5989206" y="376647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5952527" y="335939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6003630" y="384213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6016355" y="344401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5948349" y="406263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5943350" y="316967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5958837" y="380570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5957515" y="385985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6074769" y="395935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6012754" y="398204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5977889" y="332549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6009687" y="384242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5934040" y="374157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5996669" y="370790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5972441" y="343552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6604810" y="418234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6067172" y="332419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6037203" y="390112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5996389" y="321210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6036439" y="338988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5951517" y="397634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6052570" y="374891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5925517" y="408413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6546803" y="391737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5942754" y="334263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5937081" y="388823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6023247" y="444893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6607892" y="4134144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6064563" y="396381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6608024" y="408434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6043026" y="325018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6656887" y="334344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6616952" y="396414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6662284" y="407638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6556359" y="330089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6641185" y="406676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6653215" y="319575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6534825" y="417232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6058065" y="381840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6577600" y="361381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6605674" y="338673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6623834" y="341592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6615321" y="364522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6633855" y="335120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6620094" y="337796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6552964" y="354856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6582915" y="318840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6575808" y="3474977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6559598" y="387548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6580547" y="3722002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6571471" y="337353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6538687" y="336880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6586825" y="345828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6647667" y="324072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6560070" y="329635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6638080" y="341914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6528437" y="403271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7114218" y="387290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7102068" y="393888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7232920" y="361420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7224376" y="396423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7154152" y="345515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6543547" y="3747271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6643680" y="344969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7094331" y="3497328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tx452"/>
            <p:cNvSpPr/>
            <p:nvPr/>
          </p:nvSpPr>
          <p:spPr>
            <a:xfrm>
              <a:off x="753241" y="5378182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453" name="tx453"/>
            <p:cNvSpPr/>
            <p:nvPr/>
          </p:nvSpPr>
          <p:spPr>
            <a:xfrm>
              <a:off x="753241" y="4962611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454" name="tx454"/>
            <p:cNvSpPr/>
            <p:nvPr/>
          </p:nvSpPr>
          <p:spPr>
            <a:xfrm>
              <a:off x="691062" y="454704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455" name="tx455"/>
            <p:cNvSpPr/>
            <p:nvPr/>
          </p:nvSpPr>
          <p:spPr>
            <a:xfrm>
              <a:off x="691062" y="413146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</a:t>
              </a:r>
            </a:p>
          </p:txBody>
        </p:sp>
        <p:sp>
          <p:nvSpPr>
            <p:cNvPr id="456" name="tx456"/>
            <p:cNvSpPr/>
            <p:nvPr/>
          </p:nvSpPr>
          <p:spPr>
            <a:xfrm>
              <a:off x="691062" y="371589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457" name="tx457"/>
            <p:cNvSpPr/>
            <p:nvPr/>
          </p:nvSpPr>
          <p:spPr>
            <a:xfrm>
              <a:off x="691062" y="330032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458" name="tx458"/>
            <p:cNvSpPr/>
            <p:nvPr/>
          </p:nvSpPr>
          <p:spPr>
            <a:xfrm>
              <a:off x="691062" y="288475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459" name="tx459"/>
            <p:cNvSpPr/>
            <p:nvPr/>
          </p:nvSpPr>
          <p:spPr>
            <a:xfrm>
              <a:off x="691062" y="246918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35</a:t>
              </a:r>
            </a:p>
          </p:txBody>
        </p:sp>
        <p:sp>
          <p:nvSpPr>
            <p:cNvPr id="460" name="tx460"/>
            <p:cNvSpPr/>
            <p:nvPr/>
          </p:nvSpPr>
          <p:spPr>
            <a:xfrm>
              <a:off x="691062" y="205361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461" name="tx461"/>
            <p:cNvSpPr/>
            <p:nvPr/>
          </p:nvSpPr>
          <p:spPr>
            <a:xfrm rot="-2700000">
              <a:off x="1076561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462" name="tx462"/>
            <p:cNvSpPr/>
            <p:nvPr/>
          </p:nvSpPr>
          <p:spPr>
            <a:xfrm rot="-2700000">
              <a:off x="160334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463" name="tx463"/>
            <p:cNvSpPr/>
            <p:nvPr/>
          </p:nvSpPr>
          <p:spPr>
            <a:xfrm rot="-2700000">
              <a:off x="219936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464" name="tx464"/>
            <p:cNvSpPr/>
            <p:nvPr/>
          </p:nvSpPr>
          <p:spPr>
            <a:xfrm rot="-2700000">
              <a:off x="279747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465" name="tx465"/>
            <p:cNvSpPr/>
            <p:nvPr/>
          </p:nvSpPr>
          <p:spPr>
            <a:xfrm rot="-2700000">
              <a:off x="336157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466" name="tx466"/>
            <p:cNvSpPr/>
            <p:nvPr/>
          </p:nvSpPr>
          <p:spPr>
            <a:xfrm rot="-2700000">
              <a:off x="393314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467" name="tx467"/>
            <p:cNvSpPr/>
            <p:nvPr/>
          </p:nvSpPr>
          <p:spPr>
            <a:xfrm rot="-2700000">
              <a:off x="455031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468" name="tx468"/>
            <p:cNvSpPr/>
            <p:nvPr/>
          </p:nvSpPr>
          <p:spPr>
            <a:xfrm rot="-2700000">
              <a:off x="513556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469" name="tx469"/>
            <p:cNvSpPr/>
            <p:nvPr/>
          </p:nvSpPr>
          <p:spPr>
            <a:xfrm rot="-2700000">
              <a:off x="5637424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470" name="tx470"/>
            <p:cNvSpPr/>
            <p:nvPr/>
          </p:nvSpPr>
          <p:spPr>
            <a:xfrm rot="-2700000">
              <a:off x="625443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471" name="tx471"/>
            <p:cNvSpPr/>
            <p:nvPr/>
          </p:nvSpPr>
          <p:spPr>
            <a:xfrm rot="-2700000">
              <a:off x="681024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472" name="tx472"/>
            <p:cNvSpPr/>
            <p:nvPr/>
          </p:nvSpPr>
          <p:spPr>
            <a:xfrm>
              <a:off x="4070052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473" name="tx473"/>
            <p:cNvSpPr/>
            <p:nvPr/>
          </p:nvSpPr>
          <p:spPr>
            <a:xfrm rot="-5400000">
              <a:off x="332250" y="3705886"/>
              <a:ext cx="48911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Ct-verdi</a:t>
              </a:r>
            </a:p>
          </p:txBody>
        </p:sp>
        <p:sp>
          <p:nvSpPr>
            <p:cNvPr id="474" name="tx474"/>
            <p:cNvSpPr/>
            <p:nvPr/>
          </p:nvSpPr>
          <p:spPr>
            <a:xfrm>
              <a:off x="7898120" y="3451635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475" name="pl475"/>
            <p:cNvSpPr/>
            <p:nvPr/>
          </p:nvSpPr>
          <p:spPr>
            <a:xfrm>
              <a:off x="8007848" y="3800573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76" name="pl476"/>
            <p:cNvSpPr/>
            <p:nvPr/>
          </p:nvSpPr>
          <p:spPr>
            <a:xfrm>
              <a:off x="8007848" y="3657927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77" name="rc477"/>
            <p:cNvSpPr/>
            <p:nvPr/>
          </p:nvSpPr>
          <p:spPr>
            <a:xfrm>
              <a:off x="7925552" y="3690845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78" name="pl478"/>
            <p:cNvSpPr/>
            <p:nvPr/>
          </p:nvSpPr>
          <p:spPr>
            <a:xfrm>
              <a:off x="7925552" y="3745709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79" name="pl479"/>
            <p:cNvSpPr/>
            <p:nvPr/>
          </p:nvSpPr>
          <p:spPr>
            <a:xfrm>
              <a:off x="8007848" y="383349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0" name="pl480"/>
            <p:cNvSpPr/>
            <p:nvPr/>
          </p:nvSpPr>
          <p:spPr>
            <a:xfrm>
              <a:off x="8007848" y="365792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7991152" y="3729014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l482"/>
            <p:cNvSpPr/>
            <p:nvPr/>
          </p:nvSpPr>
          <p:spPr>
            <a:xfrm>
              <a:off x="8007848" y="4020029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3" name="pl483"/>
            <p:cNvSpPr/>
            <p:nvPr/>
          </p:nvSpPr>
          <p:spPr>
            <a:xfrm>
              <a:off x="8007848" y="3877383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4" name="rc484"/>
            <p:cNvSpPr/>
            <p:nvPr/>
          </p:nvSpPr>
          <p:spPr>
            <a:xfrm>
              <a:off x="7925552" y="3910301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5" name="pl485"/>
            <p:cNvSpPr/>
            <p:nvPr/>
          </p:nvSpPr>
          <p:spPr>
            <a:xfrm>
              <a:off x="7925552" y="3965165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6" name="pl486"/>
            <p:cNvSpPr/>
            <p:nvPr/>
          </p:nvSpPr>
          <p:spPr>
            <a:xfrm>
              <a:off x="8007848" y="405294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7" name="pl487"/>
            <p:cNvSpPr/>
            <p:nvPr/>
          </p:nvSpPr>
          <p:spPr>
            <a:xfrm>
              <a:off x="8007848" y="387738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7991152" y="394847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tx489"/>
            <p:cNvSpPr/>
            <p:nvPr/>
          </p:nvSpPr>
          <p:spPr>
            <a:xfrm>
              <a:off x="8187165" y="3705704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490" name="tx490"/>
            <p:cNvSpPr/>
            <p:nvPr/>
          </p:nvSpPr>
          <p:spPr>
            <a:xfrm>
              <a:off x="8187165" y="3925160"/>
              <a:ext cx="3604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  <p:sp>
          <p:nvSpPr>
            <p:cNvPr id="491" name="tx491"/>
            <p:cNvSpPr/>
            <p:nvPr/>
          </p:nvSpPr>
          <p:spPr>
            <a:xfrm>
              <a:off x="878051" y="1894551"/>
              <a:ext cx="1367210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Ct-kolonne: pcr_h1_ct</a:t>
              </a:r>
            </a:p>
          </p:txBody>
        </p:sp>
        <p:sp>
          <p:nvSpPr>
            <p:cNvPr id="492" name="tx492"/>
            <p:cNvSpPr/>
            <p:nvPr/>
          </p:nvSpPr>
          <p:spPr>
            <a:xfrm>
              <a:off x="878051" y="1669789"/>
              <a:ext cx="194584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Ct-verdier per måned - H1</a:t>
              </a:r>
            </a:p>
          </p:txBody>
        </p:sp>
      </p:grpSp>
      <p:sp>
        <p:nvSpPr>
          <p:cNvPr id="49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Ct-verdier per måned - H1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878051" y="5210402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78051" y="4794831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878051" y="4379260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878051" y="3963689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878051" y="3548118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878051" y="3132547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878051" y="2716976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878051" y="2301405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78940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738817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388050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037284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686517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335750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995627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5623574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6251521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6900754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7549987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878051" y="5418187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878051" y="5002616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878051" y="4587045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878051" y="4171474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878051" y="3755903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878051" y="3340332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878051" y="2924761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878051" y="2509190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878051" y="2093619"/>
              <a:ext cx="6878147" cy="0"/>
            </a:xfrm>
            <a:custGeom>
              <a:avLst/>
              <a:pathLst>
                <a:path w="6878147" h="0">
                  <a:moveTo>
                    <a:pt x="0" y="0"/>
                  </a:moveTo>
                  <a:lnTo>
                    <a:pt x="6878147" y="0"/>
                  </a:lnTo>
                  <a:lnTo>
                    <a:pt x="687814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408879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068755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707345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3367222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4005812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4665688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325565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921582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6581459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7220049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1909108" y="3297113"/>
              <a:ext cx="0" cy="217759"/>
            </a:xfrm>
            <a:custGeom>
              <a:avLst/>
              <a:pathLst>
                <a:path w="0" h="217759">
                  <a:moveTo>
                    <a:pt x="0" y="217759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1909108" y="3779591"/>
              <a:ext cx="0" cy="46959"/>
            </a:xfrm>
            <a:custGeom>
              <a:avLst/>
              <a:pathLst>
                <a:path w="0" h="46959">
                  <a:moveTo>
                    <a:pt x="0" y="0"/>
                  </a:moveTo>
                  <a:lnTo>
                    <a:pt x="0" y="46959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g45"/>
            <p:cNvSpPr/>
            <p:nvPr/>
          </p:nvSpPr>
          <p:spPr>
            <a:xfrm>
              <a:off x="1853231" y="3514872"/>
              <a:ext cx="111753" cy="264718"/>
            </a:xfrm>
            <a:custGeom>
              <a:avLst/>
              <a:pathLst>
                <a:path w="111753" h="264718">
                  <a:moveTo>
                    <a:pt x="0" y="0"/>
                  </a:moveTo>
                  <a:lnTo>
                    <a:pt x="0" y="264718"/>
                  </a:lnTo>
                  <a:lnTo>
                    <a:pt x="111753" y="264718"/>
                  </a:ln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1853231" y="3732631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2537055" y="352401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2537055" y="352401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g49"/>
            <p:cNvSpPr/>
            <p:nvPr/>
          </p:nvSpPr>
          <p:spPr>
            <a:xfrm>
              <a:off x="2492353" y="3524015"/>
              <a:ext cx="89402" cy="0"/>
            </a:xfrm>
            <a:custGeom>
              <a:avLst/>
              <a:pathLst>
                <a:path w="89402" h="0">
                  <a:moveTo>
                    <a:pt x="0" y="0"/>
                  </a:moveTo>
                  <a:lnTo>
                    <a:pt x="8940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2492353" y="3524015"/>
              <a:ext cx="89402" cy="0"/>
            </a:xfrm>
            <a:custGeom>
              <a:avLst/>
              <a:pathLst>
                <a:path w="89402" h="0">
                  <a:moveTo>
                    <a:pt x="0" y="0"/>
                  </a:moveTo>
                  <a:lnTo>
                    <a:pt x="89402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3207574" y="3280490"/>
              <a:ext cx="0" cy="158332"/>
            </a:xfrm>
            <a:custGeom>
              <a:avLst/>
              <a:pathLst>
                <a:path w="0" h="158332">
                  <a:moveTo>
                    <a:pt x="0" y="15833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3207574" y="3656166"/>
              <a:ext cx="0" cy="64829"/>
            </a:xfrm>
            <a:custGeom>
              <a:avLst/>
              <a:pathLst>
                <a:path w="0" h="64829">
                  <a:moveTo>
                    <a:pt x="0" y="0"/>
                  </a:moveTo>
                  <a:lnTo>
                    <a:pt x="0" y="64829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g53"/>
            <p:cNvSpPr/>
            <p:nvPr/>
          </p:nvSpPr>
          <p:spPr>
            <a:xfrm>
              <a:off x="3151698" y="3438823"/>
              <a:ext cx="111753" cy="217343"/>
            </a:xfrm>
            <a:custGeom>
              <a:avLst/>
              <a:pathLst>
                <a:path w="111753" h="217343">
                  <a:moveTo>
                    <a:pt x="0" y="0"/>
                  </a:moveTo>
                  <a:lnTo>
                    <a:pt x="0" y="217343"/>
                  </a:lnTo>
                  <a:lnTo>
                    <a:pt x="111753" y="217343"/>
                  </a:ln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3151698" y="3563078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3846164" y="369024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3846164" y="369024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g57"/>
            <p:cNvSpPr/>
            <p:nvPr/>
          </p:nvSpPr>
          <p:spPr>
            <a:xfrm>
              <a:off x="3790288" y="3690243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3790288" y="3690243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2015539" y="419640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2015539" y="419640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g61"/>
            <p:cNvSpPr/>
            <p:nvPr/>
          </p:nvSpPr>
          <p:spPr>
            <a:xfrm>
              <a:off x="1959663" y="4196409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1959663" y="4196409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2622200" y="369938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2622200" y="369938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g65"/>
            <p:cNvSpPr/>
            <p:nvPr/>
          </p:nvSpPr>
          <p:spPr>
            <a:xfrm>
              <a:off x="2577499" y="3699386"/>
              <a:ext cx="89402" cy="0"/>
            </a:xfrm>
            <a:custGeom>
              <a:avLst/>
              <a:pathLst>
                <a:path w="89402" h="0">
                  <a:moveTo>
                    <a:pt x="0" y="0"/>
                  </a:moveTo>
                  <a:lnTo>
                    <a:pt x="8940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2577499" y="3699386"/>
              <a:ext cx="89402" cy="0"/>
            </a:xfrm>
            <a:custGeom>
              <a:avLst/>
              <a:pathLst>
                <a:path w="89402" h="0">
                  <a:moveTo>
                    <a:pt x="0" y="0"/>
                  </a:moveTo>
                  <a:lnTo>
                    <a:pt x="89402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3314006" y="4266224"/>
              <a:ext cx="0" cy="15376"/>
            </a:xfrm>
            <a:custGeom>
              <a:avLst/>
              <a:pathLst>
                <a:path w="0" h="15376">
                  <a:moveTo>
                    <a:pt x="0" y="1537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3314006" y="4312353"/>
              <a:ext cx="0" cy="15376"/>
            </a:xfrm>
            <a:custGeom>
              <a:avLst/>
              <a:pathLst>
                <a:path w="0" h="15376">
                  <a:moveTo>
                    <a:pt x="0" y="0"/>
                  </a:moveTo>
                  <a:lnTo>
                    <a:pt x="0" y="15376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g69"/>
            <p:cNvSpPr/>
            <p:nvPr/>
          </p:nvSpPr>
          <p:spPr>
            <a:xfrm>
              <a:off x="3258129" y="4281601"/>
              <a:ext cx="111753" cy="30752"/>
            </a:xfrm>
            <a:custGeom>
              <a:avLst/>
              <a:pathLst>
                <a:path w="111753" h="30752">
                  <a:moveTo>
                    <a:pt x="0" y="0"/>
                  </a:moveTo>
                  <a:lnTo>
                    <a:pt x="0" y="30752"/>
                  </a:lnTo>
                  <a:lnTo>
                    <a:pt x="111753" y="30752"/>
                  </a:ln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3258129" y="4296977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3952596" y="355310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3952596" y="355310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g73"/>
            <p:cNvSpPr/>
            <p:nvPr/>
          </p:nvSpPr>
          <p:spPr>
            <a:xfrm>
              <a:off x="3896719" y="3553105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3896719" y="3553105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2707345" y="402685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2707345" y="402685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g77"/>
            <p:cNvSpPr/>
            <p:nvPr/>
          </p:nvSpPr>
          <p:spPr>
            <a:xfrm>
              <a:off x="2662644" y="4026856"/>
              <a:ext cx="89402" cy="0"/>
            </a:xfrm>
            <a:custGeom>
              <a:avLst/>
              <a:pathLst>
                <a:path w="89402" h="0">
                  <a:moveTo>
                    <a:pt x="0" y="0"/>
                  </a:moveTo>
                  <a:lnTo>
                    <a:pt x="8940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2662644" y="4026856"/>
              <a:ext cx="89402" cy="0"/>
            </a:xfrm>
            <a:custGeom>
              <a:avLst/>
              <a:pathLst>
                <a:path w="89402" h="0">
                  <a:moveTo>
                    <a:pt x="0" y="0"/>
                  </a:moveTo>
                  <a:lnTo>
                    <a:pt x="89402" y="0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4523779" y="443993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4523779" y="443993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g81"/>
            <p:cNvSpPr/>
            <p:nvPr/>
          </p:nvSpPr>
          <p:spPr>
            <a:xfrm>
              <a:off x="4449277" y="4439933"/>
              <a:ext cx="149004" cy="0"/>
            </a:xfrm>
            <a:custGeom>
              <a:avLst/>
              <a:pathLst>
                <a:path w="149004" h="0">
                  <a:moveTo>
                    <a:pt x="0" y="0"/>
                  </a:moveTo>
                  <a:lnTo>
                    <a:pt x="149004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4449277" y="4439933"/>
              <a:ext cx="149004" cy="0"/>
            </a:xfrm>
            <a:custGeom>
              <a:avLst/>
              <a:pathLst>
                <a:path w="149004" h="0">
                  <a:moveTo>
                    <a:pt x="0" y="0"/>
                  </a:moveTo>
                  <a:lnTo>
                    <a:pt x="149004" y="0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5815151" y="337524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5815151" y="337524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g85"/>
            <p:cNvSpPr/>
            <p:nvPr/>
          </p:nvSpPr>
          <p:spPr>
            <a:xfrm>
              <a:off x="5703397" y="3375240"/>
              <a:ext cx="223506" cy="0"/>
            </a:xfrm>
            <a:custGeom>
              <a:avLst/>
              <a:pathLst>
                <a:path w="223506" h="0">
                  <a:moveTo>
                    <a:pt x="0" y="0"/>
                  </a:moveTo>
                  <a:lnTo>
                    <a:pt x="223506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5703397" y="3375240"/>
              <a:ext cx="223506" cy="0"/>
            </a:xfrm>
            <a:custGeom>
              <a:avLst/>
              <a:pathLst>
                <a:path w="223506" h="0">
                  <a:moveTo>
                    <a:pt x="0" y="0"/>
                  </a:moveTo>
                  <a:lnTo>
                    <a:pt x="223506" y="0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1302447" y="4001090"/>
              <a:ext cx="0" cy="44258"/>
            </a:xfrm>
            <a:custGeom>
              <a:avLst/>
              <a:pathLst>
                <a:path w="0" h="44258">
                  <a:moveTo>
                    <a:pt x="0" y="4425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1302447" y="4140514"/>
              <a:ext cx="0" cy="24310"/>
            </a:xfrm>
            <a:custGeom>
              <a:avLst/>
              <a:pathLst>
                <a:path w="0" h="24310">
                  <a:moveTo>
                    <a:pt x="0" y="0"/>
                  </a:moveTo>
                  <a:lnTo>
                    <a:pt x="0" y="2431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g89"/>
            <p:cNvSpPr/>
            <p:nvPr/>
          </p:nvSpPr>
          <p:spPr>
            <a:xfrm>
              <a:off x="1190694" y="4045348"/>
              <a:ext cx="223506" cy="95165"/>
            </a:xfrm>
            <a:custGeom>
              <a:avLst/>
              <a:pathLst>
                <a:path w="223506" h="95165">
                  <a:moveTo>
                    <a:pt x="0" y="0"/>
                  </a:moveTo>
                  <a:lnTo>
                    <a:pt x="0" y="95165"/>
                  </a:lnTo>
                  <a:lnTo>
                    <a:pt x="223506" y="95165"/>
                  </a:lnTo>
                  <a:lnTo>
                    <a:pt x="223506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1190694" y="4096256"/>
              <a:ext cx="223506" cy="0"/>
            </a:xfrm>
            <a:custGeom>
              <a:avLst/>
              <a:pathLst>
                <a:path w="223506" h="0">
                  <a:moveTo>
                    <a:pt x="0" y="0"/>
                  </a:moveTo>
                  <a:lnTo>
                    <a:pt x="223506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2121971" y="3527339"/>
              <a:ext cx="0" cy="255991"/>
            </a:xfrm>
            <a:custGeom>
              <a:avLst/>
              <a:pathLst>
                <a:path w="0" h="255991">
                  <a:moveTo>
                    <a:pt x="0" y="25599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2121971" y="4243784"/>
              <a:ext cx="0" cy="18285"/>
            </a:xfrm>
            <a:custGeom>
              <a:avLst/>
              <a:pathLst>
                <a:path w="0" h="18285">
                  <a:moveTo>
                    <a:pt x="0" y="0"/>
                  </a:moveTo>
                  <a:lnTo>
                    <a:pt x="0" y="18285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g93"/>
            <p:cNvSpPr/>
            <p:nvPr/>
          </p:nvSpPr>
          <p:spPr>
            <a:xfrm>
              <a:off x="2066094" y="3783331"/>
              <a:ext cx="111753" cy="460452"/>
            </a:xfrm>
            <a:custGeom>
              <a:avLst/>
              <a:pathLst>
                <a:path w="111753" h="460452">
                  <a:moveTo>
                    <a:pt x="0" y="0"/>
                  </a:moveTo>
                  <a:lnTo>
                    <a:pt x="0" y="460452"/>
                  </a:lnTo>
                  <a:lnTo>
                    <a:pt x="111753" y="460452"/>
                  </a:ln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2066094" y="3891379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2792491" y="447567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2792491" y="447567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g97"/>
            <p:cNvSpPr/>
            <p:nvPr/>
          </p:nvSpPr>
          <p:spPr>
            <a:xfrm>
              <a:off x="2747789" y="4475672"/>
              <a:ext cx="89402" cy="0"/>
            </a:xfrm>
            <a:custGeom>
              <a:avLst/>
              <a:pathLst>
                <a:path w="89402" h="0">
                  <a:moveTo>
                    <a:pt x="0" y="0"/>
                  </a:moveTo>
                  <a:lnTo>
                    <a:pt x="8940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2747789" y="4475672"/>
              <a:ext cx="89402" cy="0"/>
            </a:xfrm>
            <a:custGeom>
              <a:avLst/>
              <a:pathLst>
                <a:path w="89402" h="0">
                  <a:moveTo>
                    <a:pt x="0" y="0"/>
                  </a:moveTo>
                  <a:lnTo>
                    <a:pt x="89402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3420438" y="3950391"/>
              <a:ext cx="0" cy="18285"/>
            </a:xfrm>
            <a:custGeom>
              <a:avLst/>
              <a:pathLst>
                <a:path w="0" h="18285">
                  <a:moveTo>
                    <a:pt x="0" y="18285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3420438" y="4005246"/>
              <a:ext cx="0" cy="18285"/>
            </a:xfrm>
            <a:custGeom>
              <a:avLst/>
              <a:pathLst>
                <a:path w="0" h="18285">
                  <a:moveTo>
                    <a:pt x="0" y="0"/>
                  </a:moveTo>
                  <a:lnTo>
                    <a:pt x="0" y="18285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g101"/>
            <p:cNvSpPr/>
            <p:nvPr/>
          </p:nvSpPr>
          <p:spPr>
            <a:xfrm>
              <a:off x="3364561" y="3968676"/>
              <a:ext cx="111753" cy="36570"/>
            </a:xfrm>
            <a:custGeom>
              <a:avLst/>
              <a:pathLst>
                <a:path w="111753" h="36570">
                  <a:moveTo>
                    <a:pt x="0" y="0"/>
                  </a:moveTo>
                  <a:lnTo>
                    <a:pt x="0" y="36570"/>
                  </a:lnTo>
                  <a:lnTo>
                    <a:pt x="111753" y="36570"/>
                  </a:ln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3364561" y="3986961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4059028" y="40975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4059028" y="40975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g105"/>
            <p:cNvSpPr/>
            <p:nvPr/>
          </p:nvSpPr>
          <p:spPr>
            <a:xfrm>
              <a:off x="4003151" y="4097503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4003151" y="4097503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4665688" y="369606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4665688" y="369606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g109"/>
            <p:cNvSpPr/>
            <p:nvPr/>
          </p:nvSpPr>
          <p:spPr>
            <a:xfrm>
              <a:off x="4591186" y="3696061"/>
              <a:ext cx="149004" cy="0"/>
            </a:xfrm>
            <a:custGeom>
              <a:avLst/>
              <a:pathLst>
                <a:path w="149004" h="0">
                  <a:moveTo>
                    <a:pt x="0" y="0"/>
                  </a:moveTo>
                  <a:lnTo>
                    <a:pt x="149004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4591186" y="3696061"/>
              <a:ext cx="149004" cy="0"/>
            </a:xfrm>
            <a:custGeom>
              <a:avLst/>
              <a:pathLst>
                <a:path w="149004" h="0">
                  <a:moveTo>
                    <a:pt x="0" y="0"/>
                  </a:moveTo>
                  <a:lnTo>
                    <a:pt x="149004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6475027" y="4111632"/>
              <a:ext cx="0" cy="17869"/>
            </a:xfrm>
            <a:custGeom>
              <a:avLst/>
              <a:pathLst>
                <a:path w="0" h="17869">
                  <a:moveTo>
                    <a:pt x="0" y="17869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6475027" y="4165241"/>
              <a:ext cx="0" cy="17869"/>
            </a:xfrm>
            <a:custGeom>
              <a:avLst/>
              <a:pathLst>
                <a:path w="0" h="17869">
                  <a:moveTo>
                    <a:pt x="0" y="0"/>
                  </a:moveTo>
                  <a:lnTo>
                    <a:pt x="0" y="17869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g113"/>
            <p:cNvSpPr/>
            <p:nvPr/>
          </p:nvSpPr>
          <p:spPr>
            <a:xfrm>
              <a:off x="6363274" y="4129502"/>
              <a:ext cx="223506" cy="35739"/>
            </a:xfrm>
            <a:custGeom>
              <a:avLst/>
              <a:pathLst>
                <a:path w="223506" h="35739">
                  <a:moveTo>
                    <a:pt x="0" y="0"/>
                  </a:moveTo>
                  <a:lnTo>
                    <a:pt x="0" y="35739"/>
                  </a:lnTo>
                  <a:lnTo>
                    <a:pt x="223506" y="35739"/>
                  </a:lnTo>
                  <a:lnTo>
                    <a:pt x="223506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4" name="pl114"/>
            <p:cNvSpPr/>
            <p:nvPr/>
          </p:nvSpPr>
          <p:spPr>
            <a:xfrm>
              <a:off x="6363274" y="4147371"/>
              <a:ext cx="223506" cy="0"/>
            </a:xfrm>
            <a:custGeom>
              <a:avLst/>
              <a:pathLst>
                <a:path w="223506" h="0">
                  <a:moveTo>
                    <a:pt x="0" y="0"/>
                  </a:moveTo>
                  <a:lnTo>
                    <a:pt x="223506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5" name="pl115"/>
            <p:cNvSpPr/>
            <p:nvPr/>
          </p:nvSpPr>
          <p:spPr>
            <a:xfrm>
              <a:off x="1515310" y="3135871"/>
              <a:ext cx="0" cy="154176"/>
            </a:xfrm>
            <a:custGeom>
              <a:avLst/>
              <a:pathLst>
                <a:path w="0" h="154176">
                  <a:moveTo>
                    <a:pt x="0" y="15417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l116"/>
            <p:cNvSpPr/>
            <p:nvPr/>
          </p:nvSpPr>
          <p:spPr>
            <a:xfrm>
              <a:off x="1515310" y="3697723"/>
              <a:ext cx="0" cy="253498"/>
            </a:xfrm>
            <a:custGeom>
              <a:avLst/>
              <a:pathLst>
                <a:path w="0" h="253498">
                  <a:moveTo>
                    <a:pt x="0" y="0"/>
                  </a:moveTo>
                  <a:lnTo>
                    <a:pt x="0" y="253498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g117"/>
            <p:cNvSpPr/>
            <p:nvPr/>
          </p:nvSpPr>
          <p:spPr>
            <a:xfrm>
              <a:off x="1403557" y="3290048"/>
              <a:ext cx="223506" cy="407675"/>
            </a:xfrm>
            <a:custGeom>
              <a:avLst/>
              <a:pathLst>
                <a:path w="223506" h="407675">
                  <a:moveTo>
                    <a:pt x="0" y="0"/>
                  </a:moveTo>
                  <a:lnTo>
                    <a:pt x="0" y="407675"/>
                  </a:lnTo>
                  <a:lnTo>
                    <a:pt x="223506" y="407675"/>
                  </a:lnTo>
                  <a:lnTo>
                    <a:pt x="223506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1403557" y="3444225"/>
              <a:ext cx="223506" cy="0"/>
            </a:xfrm>
            <a:custGeom>
              <a:avLst/>
              <a:pathLst>
                <a:path w="223506" h="0">
                  <a:moveTo>
                    <a:pt x="0" y="0"/>
                  </a:moveTo>
                  <a:lnTo>
                    <a:pt x="223506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9" name="pl119"/>
            <p:cNvSpPr/>
            <p:nvPr/>
          </p:nvSpPr>
          <p:spPr>
            <a:xfrm>
              <a:off x="2228403" y="3593831"/>
              <a:ext cx="0" cy="205292"/>
            </a:xfrm>
            <a:custGeom>
              <a:avLst/>
              <a:pathLst>
                <a:path w="0" h="205292">
                  <a:moveTo>
                    <a:pt x="0" y="20529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2228403" y="4004415"/>
              <a:ext cx="0" cy="241862"/>
            </a:xfrm>
            <a:custGeom>
              <a:avLst/>
              <a:pathLst>
                <a:path w="0" h="241862">
                  <a:moveTo>
                    <a:pt x="0" y="0"/>
                  </a:moveTo>
                  <a:lnTo>
                    <a:pt x="0" y="241862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g121"/>
            <p:cNvSpPr/>
            <p:nvPr/>
          </p:nvSpPr>
          <p:spPr>
            <a:xfrm>
              <a:off x="2172526" y="3799123"/>
              <a:ext cx="111753" cy="205292"/>
            </a:xfrm>
            <a:custGeom>
              <a:avLst/>
              <a:pathLst>
                <a:path w="111753" h="205292">
                  <a:moveTo>
                    <a:pt x="0" y="0"/>
                  </a:moveTo>
                  <a:lnTo>
                    <a:pt x="0" y="205292"/>
                  </a:lnTo>
                  <a:lnTo>
                    <a:pt x="111753" y="205292"/>
                  </a:ln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2" name="pl122"/>
            <p:cNvSpPr/>
            <p:nvPr/>
          </p:nvSpPr>
          <p:spPr>
            <a:xfrm>
              <a:off x="2172526" y="3873925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2877636" y="3266361"/>
              <a:ext cx="0" cy="420350"/>
            </a:xfrm>
            <a:custGeom>
              <a:avLst/>
              <a:pathLst>
                <a:path w="0" h="420350">
                  <a:moveTo>
                    <a:pt x="0" y="42035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2877636" y="4137813"/>
              <a:ext cx="0" cy="258900"/>
            </a:xfrm>
            <a:custGeom>
              <a:avLst/>
              <a:pathLst>
                <a:path w="0" h="258900">
                  <a:moveTo>
                    <a:pt x="0" y="0"/>
                  </a:moveTo>
                  <a:lnTo>
                    <a:pt x="0" y="25890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g125"/>
            <p:cNvSpPr/>
            <p:nvPr/>
          </p:nvSpPr>
          <p:spPr>
            <a:xfrm>
              <a:off x="2832935" y="3686711"/>
              <a:ext cx="89402" cy="451102"/>
            </a:xfrm>
            <a:custGeom>
              <a:avLst/>
              <a:pathLst>
                <a:path w="89402" h="451102">
                  <a:moveTo>
                    <a:pt x="0" y="0"/>
                  </a:moveTo>
                  <a:lnTo>
                    <a:pt x="0" y="451102"/>
                  </a:lnTo>
                  <a:lnTo>
                    <a:pt x="89402" y="451102"/>
                  </a:lnTo>
                  <a:lnTo>
                    <a:pt x="89402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2832935" y="3888886"/>
              <a:ext cx="89402" cy="0"/>
            </a:xfrm>
            <a:custGeom>
              <a:avLst/>
              <a:pathLst>
                <a:path w="89402" h="0">
                  <a:moveTo>
                    <a:pt x="0" y="0"/>
                  </a:moveTo>
                  <a:lnTo>
                    <a:pt x="89402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3526869" y="3203194"/>
              <a:ext cx="0" cy="479568"/>
            </a:xfrm>
            <a:custGeom>
              <a:avLst/>
              <a:pathLst>
                <a:path w="0" h="479568">
                  <a:moveTo>
                    <a:pt x="0" y="47956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3526869" y="4170643"/>
              <a:ext cx="0" cy="362377"/>
            </a:xfrm>
            <a:custGeom>
              <a:avLst/>
              <a:pathLst>
                <a:path w="0" h="362377">
                  <a:moveTo>
                    <a:pt x="0" y="0"/>
                  </a:moveTo>
                  <a:lnTo>
                    <a:pt x="0" y="362377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g129"/>
            <p:cNvSpPr/>
            <p:nvPr/>
          </p:nvSpPr>
          <p:spPr>
            <a:xfrm>
              <a:off x="3470993" y="3682763"/>
              <a:ext cx="111753" cy="487880"/>
            </a:xfrm>
            <a:custGeom>
              <a:avLst/>
              <a:pathLst>
                <a:path w="111753" h="487880">
                  <a:moveTo>
                    <a:pt x="0" y="0"/>
                  </a:moveTo>
                  <a:lnTo>
                    <a:pt x="0" y="487880"/>
                  </a:lnTo>
                  <a:lnTo>
                    <a:pt x="111753" y="487880"/>
                  </a:ln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3470993" y="3951637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1" name="pl131"/>
            <p:cNvSpPr/>
            <p:nvPr/>
          </p:nvSpPr>
          <p:spPr>
            <a:xfrm>
              <a:off x="4165459" y="3246413"/>
              <a:ext cx="0" cy="344923"/>
            </a:xfrm>
            <a:custGeom>
              <a:avLst/>
              <a:pathLst>
                <a:path w="0" h="344923">
                  <a:moveTo>
                    <a:pt x="0" y="344923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4165459" y="4002752"/>
              <a:ext cx="0" cy="325807"/>
            </a:xfrm>
            <a:custGeom>
              <a:avLst/>
              <a:pathLst>
                <a:path w="0" h="325807">
                  <a:moveTo>
                    <a:pt x="0" y="0"/>
                  </a:moveTo>
                  <a:lnTo>
                    <a:pt x="0" y="325807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g133"/>
            <p:cNvSpPr/>
            <p:nvPr/>
          </p:nvSpPr>
          <p:spPr>
            <a:xfrm>
              <a:off x="4109583" y="3591337"/>
              <a:ext cx="111753" cy="411415"/>
            </a:xfrm>
            <a:custGeom>
              <a:avLst/>
              <a:pathLst>
                <a:path w="111753" h="411415">
                  <a:moveTo>
                    <a:pt x="0" y="0"/>
                  </a:moveTo>
                  <a:lnTo>
                    <a:pt x="0" y="411415"/>
                  </a:lnTo>
                  <a:lnTo>
                    <a:pt x="111753" y="411415"/>
                  </a:lnTo>
                  <a:lnTo>
                    <a:pt x="11175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4109583" y="3851485"/>
              <a:ext cx="111753" cy="0"/>
            </a:xfrm>
            <a:custGeom>
              <a:avLst/>
              <a:pathLst>
                <a:path w="111753" h="0">
                  <a:moveTo>
                    <a:pt x="0" y="0"/>
                  </a:moveTo>
                  <a:lnTo>
                    <a:pt x="111753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4807597" y="3235608"/>
              <a:ext cx="0" cy="383156"/>
            </a:xfrm>
            <a:custGeom>
              <a:avLst/>
              <a:pathLst>
                <a:path w="0" h="383156">
                  <a:moveTo>
                    <a:pt x="0" y="38315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4807597" y="4063426"/>
              <a:ext cx="0" cy="578474"/>
            </a:xfrm>
            <a:custGeom>
              <a:avLst/>
              <a:pathLst>
                <a:path w="0" h="578474">
                  <a:moveTo>
                    <a:pt x="0" y="0"/>
                  </a:moveTo>
                  <a:lnTo>
                    <a:pt x="0" y="578474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g137"/>
            <p:cNvSpPr/>
            <p:nvPr/>
          </p:nvSpPr>
          <p:spPr>
            <a:xfrm>
              <a:off x="4733095" y="3618765"/>
              <a:ext cx="149004" cy="444660"/>
            </a:xfrm>
            <a:custGeom>
              <a:avLst/>
              <a:pathLst>
                <a:path w="149004" h="444660">
                  <a:moveTo>
                    <a:pt x="0" y="0"/>
                  </a:moveTo>
                  <a:lnTo>
                    <a:pt x="0" y="444660"/>
                  </a:lnTo>
                  <a:lnTo>
                    <a:pt x="149004" y="444660"/>
                  </a:lnTo>
                  <a:lnTo>
                    <a:pt x="149004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4733095" y="3868939"/>
              <a:ext cx="149004" cy="0"/>
            </a:xfrm>
            <a:custGeom>
              <a:avLst/>
              <a:pathLst>
                <a:path w="149004" h="0">
                  <a:moveTo>
                    <a:pt x="0" y="0"/>
                  </a:moveTo>
                  <a:lnTo>
                    <a:pt x="149004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5325565" y="3182415"/>
              <a:ext cx="0" cy="525281"/>
            </a:xfrm>
            <a:custGeom>
              <a:avLst/>
              <a:pathLst>
                <a:path w="0" h="525281">
                  <a:moveTo>
                    <a:pt x="0" y="52528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l140"/>
            <p:cNvSpPr/>
            <p:nvPr/>
          </p:nvSpPr>
          <p:spPr>
            <a:xfrm>
              <a:off x="5325565" y="4225499"/>
              <a:ext cx="0" cy="260147"/>
            </a:xfrm>
            <a:custGeom>
              <a:avLst/>
              <a:pathLst>
                <a:path w="0" h="260147">
                  <a:moveTo>
                    <a:pt x="0" y="0"/>
                  </a:moveTo>
                  <a:lnTo>
                    <a:pt x="0" y="260147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g141"/>
            <p:cNvSpPr/>
            <p:nvPr/>
          </p:nvSpPr>
          <p:spPr>
            <a:xfrm>
              <a:off x="5102058" y="3707697"/>
              <a:ext cx="447013" cy="517801"/>
            </a:xfrm>
            <a:custGeom>
              <a:avLst/>
              <a:pathLst>
                <a:path w="447013" h="517801">
                  <a:moveTo>
                    <a:pt x="0" y="0"/>
                  </a:moveTo>
                  <a:lnTo>
                    <a:pt x="0" y="517801"/>
                  </a:lnTo>
                  <a:lnTo>
                    <a:pt x="447013" y="517801"/>
                  </a:lnTo>
                  <a:lnTo>
                    <a:pt x="44701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5102058" y="4065088"/>
              <a:ext cx="447013" cy="0"/>
            </a:xfrm>
            <a:custGeom>
              <a:avLst/>
              <a:pathLst>
                <a:path w="447013" h="0">
                  <a:moveTo>
                    <a:pt x="0" y="0"/>
                  </a:moveTo>
                  <a:lnTo>
                    <a:pt x="447013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43" name="pl143"/>
            <p:cNvSpPr/>
            <p:nvPr/>
          </p:nvSpPr>
          <p:spPr>
            <a:xfrm>
              <a:off x="6028014" y="3514872"/>
              <a:ext cx="0" cy="200305"/>
            </a:xfrm>
            <a:custGeom>
              <a:avLst/>
              <a:pathLst>
                <a:path w="0" h="200305">
                  <a:moveTo>
                    <a:pt x="0" y="200305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6028014" y="4085867"/>
              <a:ext cx="0" cy="297548"/>
            </a:xfrm>
            <a:custGeom>
              <a:avLst/>
              <a:pathLst>
                <a:path w="0" h="297548">
                  <a:moveTo>
                    <a:pt x="0" y="0"/>
                  </a:moveTo>
                  <a:lnTo>
                    <a:pt x="0" y="297548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g145"/>
            <p:cNvSpPr/>
            <p:nvPr/>
          </p:nvSpPr>
          <p:spPr>
            <a:xfrm>
              <a:off x="5916261" y="3715177"/>
              <a:ext cx="223506" cy="370689"/>
            </a:xfrm>
            <a:custGeom>
              <a:avLst/>
              <a:pathLst>
                <a:path w="223506" h="370689">
                  <a:moveTo>
                    <a:pt x="0" y="0"/>
                  </a:moveTo>
                  <a:lnTo>
                    <a:pt x="0" y="370689"/>
                  </a:lnTo>
                  <a:lnTo>
                    <a:pt x="223506" y="370689"/>
                  </a:lnTo>
                  <a:lnTo>
                    <a:pt x="223506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46" name="pl146"/>
            <p:cNvSpPr/>
            <p:nvPr/>
          </p:nvSpPr>
          <p:spPr>
            <a:xfrm>
              <a:off x="5916261" y="3932105"/>
              <a:ext cx="223506" cy="0"/>
            </a:xfrm>
            <a:custGeom>
              <a:avLst/>
              <a:pathLst>
                <a:path w="223506" h="0">
                  <a:moveTo>
                    <a:pt x="0" y="0"/>
                  </a:moveTo>
                  <a:lnTo>
                    <a:pt x="223506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47" name="pl147"/>
            <p:cNvSpPr/>
            <p:nvPr/>
          </p:nvSpPr>
          <p:spPr>
            <a:xfrm>
              <a:off x="6687891" y="3209012"/>
              <a:ext cx="0" cy="344923"/>
            </a:xfrm>
            <a:custGeom>
              <a:avLst/>
              <a:pathLst>
                <a:path w="0" h="344923">
                  <a:moveTo>
                    <a:pt x="0" y="344923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l148"/>
            <p:cNvSpPr/>
            <p:nvPr/>
          </p:nvSpPr>
          <p:spPr>
            <a:xfrm>
              <a:off x="6687891" y="4086282"/>
              <a:ext cx="0" cy="526528"/>
            </a:xfrm>
            <a:custGeom>
              <a:avLst/>
              <a:pathLst>
                <a:path w="0" h="526528">
                  <a:moveTo>
                    <a:pt x="0" y="0"/>
                  </a:moveTo>
                  <a:lnTo>
                    <a:pt x="0" y="526528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g149"/>
            <p:cNvSpPr/>
            <p:nvPr/>
          </p:nvSpPr>
          <p:spPr>
            <a:xfrm>
              <a:off x="6576137" y="3553936"/>
              <a:ext cx="223506" cy="532346"/>
            </a:xfrm>
            <a:custGeom>
              <a:avLst/>
              <a:pathLst>
                <a:path w="223506" h="532346">
                  <a:moveTo>
                    <a:pt x="0" y="0"/>
                  </a:moveTo>
                  <a:lnTo>
                    <a:pt x="0" y="532346"/>
                  </a:lnTo>
                  <a:lnTo>
                    <a:pt x="223506" y="532346"/>
                  </a:lnTo>
                  <a:lnTo>
                    <a:pt x="223506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50" name="pl150"/>
            <p:cNvSpPr/>
            <p:nvPr/>
          </p:nvSpPr>
          <p:spPr>
            <a:xfrm>
              <a:off x="6576137" y="3828213"/>
              <a:ext cx="223506" cy="0"/>
            </a:xfrm>
            <a:custGeom>
              <a:avLst/>
              <a:pathLst>
                <a:path w="223506" h="0">
                  <a:moveTo>
                    <a:pt x="0" y="0"/>
                  </a:moveTo>
                  <a:lnTo>
                    <a:pt x="223506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51" name="pl151"/>
            <p:cNvSpPr/>
            <p:nvPr/>
          </p:nvSpPr>
          <p:spPr>
            <a:xfrm>
              <a:off x="7220049" y="3728476"/>
              <a:ext cx="0" cy="60465"/>
            </a:xfrm>
            <a:custGeom>
              <a:avLst/>
              <a:pathLst>
                <a:path w="0" h="60465">
                  <a:moveTo>
                    <a:pt x="0" y="60465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2"/>
            <p:cNvSpPr/>
            <p:nvPr/>
          </p:nvSpPr>
          <p:spPr>
            <a:xfrm>
              <a:off x="7220049" y="4110178"/>
              <a:ext cx="0" cy="115320"/>
            </a:xfrm>
            <a:custGeom>
              <a:avLst/>
              <a:pathLst>
                <a:path w="0" h="115320">
                  <a:moveTo>
                    <a:pt x="0" y="0"/>
                  </a:moveTo>
                  <a:lnTo>
                    <a:pt x="0" y="11532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g153"/>
            <p:cNvSpPr/>
            <p:nvPr/>
          </p:nvSpPr>
          <p:spPr>
            <a:xfrm>
              <a:off x="6996542" y="3788941"/>
              <a:ext cx="447013" cy="321236"/>
            </a:xfrm>
            <a:custGeom>
              <a:avLst/>
              <a:pathLst>
                <a:path w="447013" h="321236">
                  <a:moveTo>
                    <a:pt x="0" y="0"/>
                  </a:moveTo>
                  <a:lnTo>
                    <a:pt x="0" y="321236"/>
                  </a:lnTo>
                  <a:lnTo>
                    <a:pt x="447013" y="321236"/>
                  </a:lnTo>
                  <a:lnTo>
                    <a:pt x="447013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54" name="pl154"/>
            <p:cNvSpPr/>
            <p:nvPr/>
          </p:nvSpPr>
          <p:spPr>
            <a:xfrm>
              <a:off x="6996542" y="3940417"/>
              <a:ext cx="447013" cy="0"/>
            </a:xfrm>
            <a:custGeom>
              <a:avLst/>
              <a:pathLst>
                <a:path w="447013" h="0">
                  <a:moveTo>
                    <a:pt x="0" y="0"/>
                  </a:moveTo>
                  <a:lnTo>
                    <a:pt x="447013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1440119" y="311949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1363502" y="4115424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1339775" y="393464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1444020" y="342752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1459671" y="4148362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2055556" y="4227243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2111871" y="362729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1429654" y="3984277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1411042" y="4043146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1983611" y="417944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2059496" y="3874918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1969551" y="381057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2060461" y="385721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2125444" y="3280308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2023714" y="398741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2055955" y="422931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1980105" y="382791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2074689" y="362439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2031274" y="389113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2069980" y="3809725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2003956" y="378236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2118462" y="332936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1978973" y="4245435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2115039" y="3716019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2104275" y="383042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2074728" y="410471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2031874" y="357692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2120510" y="401956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2048578" y="3766397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2051597" y="3510620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1977307" y="392690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2122568" y="386001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2104317" y="434751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2689336" y="429848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2647048" y="370828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2704729" y="357566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2734169" y="391517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2692893" y="416255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2629943" y="326358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2658422" y="368292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2713246" y="381300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2717445" y="408632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2668465" y="418166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2622445" y="361421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2705625" y="3507516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2657421" y="325986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2732106" y="344557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2680727" y="423012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2617059" y="411832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2647158" y="358722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2690794" y="407485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2621142" y="385063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2657343" y="4459069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2696693" y="368876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2685728" y="393546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2736550" y="358795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2758651" y="324998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2658033" y="417459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2638832" y="382733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2653788" y="428453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2645716" y="374667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2694231" y="404644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2629394" y="372279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2647461" y="438020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2703147" y="423319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20"/>
            <p:cNvSpPr/>
            <p:nvPr/>
          </p:nvSpPr>
          <p:spPr>
            <a:xfrm>
              <a:off x="2726058" y="4010454"/>
              <a:ext cx="33391" cy="33391"/>
            </a:xfrm>
            <a:prstGeom prst="ellipse">
              <a:avLst/>
            </a:prstGeom>
            <a:solidFill>
              <a:srgbClr val="61D2B2">
                <a:alpha val="25098"/>
              </a:srgbClr>
            </a:solidFill>
            <a:ln w="9000" cap="rnd">
              <a:solidFill>
                <a:srgbClr val="61D2B2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1"/>
            <p:cNvSpPr/>
            <p:nvPr/>
          </p:nvSpPr>
          <p:spPr>
            <a:xfrm>
              <a:off x="2653883" y="397471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2"/>
            <p:cNvSpPr/>
            <p:nvPr/>
          </p:nvSpPr>
          <p:spPr>
            <a:xfrm>
              <a:off x="2713303" y="347107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3"/>
            <p:cNvSpPr/>
            <p:nvPr/>
          </p:nvSpPr>
          <p:spPr>
            <a:xfrm>
              <a:off x="2624653" y="375643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4"/>
            <p:cNvSpPr/>
            <p:nvPr/>
          </p:nvSpPr>
          <p:spPr>
            <a:xfrm>
              <a:off x="2712288" y="412986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5"/>
            <p:cNvSpPr/>
            <p:nvPr/>
          </p:nvSpPr>
          <p:spPr>
            <a:xfrm>
              <a:off x="2764921" y="414127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6"/>
            <p:cNvSpPr/>
            <p:nvPr/>
          </p:nvSpPr>
          <p:spPr>
            <a:xfrm>
              <a:off x="2673666" y="395972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7"/>
            <p:cNvSpPr/>
            <p:nvPr/>
          </p:nvSpPr>
          <p:spPr>
            <a:xfrm>
              <a:off x="2761532" y="430594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8"/>
            <p:cNvSpPr/>
            <p:nvPr/>
          </p:nvSpPr>
          <p:spPr>
            <a:xfrm>
              <a:off x="2772636" y="373812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9"/>
            <p:cNvSpPr/>
            <p:nvPr/>
          </p:nvSpPr>
          <p:spPr>
            <a:xfrm>
              <a:off x="2745730" y="404570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30"/>
            <p:cNvSpPr/>
            <p:nvPr/>
          </p:nvSpPr>
          <p:spPr>
            <a:xfrm>
              <a:off x="2670612" y="383293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1"/>
            <p:cNvSpPr/>
            <p:nvPr/>
          </p:nvSpPr>
          <p:spPr>
            <a:xfrm>
              <a:off x="2681029" y="380256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2"/>
            <p:cNvSpPr/>
            <p:nvPr/>
          </p:nvSpPr>
          <p:spPr>
            <a:xfrm>
              <a:off x="2701984" y="427696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3"/>
            <p:cNvSpPr/>
            <p:nvPr/>
          </p:nvSpPr>
          <p:spPr>
            <a:xfrm>
              <a:off x="2730849" y="404819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4"/>
            <p:cNvSpPr/>
            <p:nvPr/>
          </p:nvSpPr>
          <p:spPr>
            <a:xfrm>
              <a:off x="2759735" y="358713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5"/>
            <p:cNvSpPr/>
            <p:nvPr/>
          </p:nvSpPr>
          <p:spPr>
            <a:xfrm>
              <a:off x="2720365" y="338822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6"/>
            <p:cNvSpPr/>
            <p:nvPr/>
          </p:nvSpPr>
          <p:spPr>
            <a:xfrm>
              <a:off x="2688857" y="347714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7"/>
            <p:cNvSpPr/>
            <p:nvPr/>
          </p:nvSpPr>
          <p:spPr>
            <a:xfrm>
              <a:off x="2730338" y="387144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8"/>
            <p:cNvSpPr/>
            <p:nvPr/>
          </p:nvSpPr>
          <p:spPr>
            <a:xfrm>
              <a:off x="2775431" y="404102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9"/>
            <p:cNvSpPr/>
            <p:nvPr/>
          </p:nvSpPr>
          <p:spPr>
            <a:xfrm>
              <a:off x="2727227" y="387274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40"/>
            <p:cNvSpPr/>
            <p:nvPr/>
          </p:nvSpPr>
          <p:spPr>
            <a:xfrm>
              <a:off x="3302946" y="415310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1"/>
            <p:cNvSpPr/>
            <p:nvPr/>
          </p:nvSpPr>
          <p:spPr>
            <a:xfrm>
              <a:off x="3312870" y="391988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2"/>
            <p:cNvSpPr/>
            <p:nvPr/>
          </p:nvSpPr>
          <p:spPr>
            <a:xfrm>
              <a:off x="3371555" y="398199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3"/>
            <p:cNvSpPr/>
            <p:nvPr/>
          </p:nvSpPr>
          <p:spPr>
            <a:xfrm>
              <a:off x="3398820" y="396665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4"/>
            <p:cNvSpPr/>
            <p:nvPr/>
          </p:nvSpPr>
          <p:spPr>
            <a:xfrm>
              <a:off x="3288908" y="406448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5"/>
            <p:cNvSpPr/>
            <p:nvPr/>
          </p:nvSpPr>
          <p:spPr>
            <a:xfrm>
              <a:off x="3366303" y="406170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6"/>
            <p:cNvSpPr/>
            <p:nvPr/>
          </p:nvSpPr>
          <p:spPr>
            <a:xfrm>
              <a:off x="3400350" y="3617604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7"/>
            <p:cNvSpPr/>
            <p:nvPr/>
          </p:nvSpPr>
          <p:spPr>
            <a:xfrm>
              <a:off x="3305792" y="392103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3421526" y="374401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9"/>
            <p:cNvSpPr/>
            <p:nvPr/>
          </p:nvSpPr>
          <p:spPr>
            <a:xfrm>
              <a:off x="3296850" y="379480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50"/>
            <p:cNvSpPr/>
            <p:nvPr/>
          </p:nvSpPr>
          <p:spPr>
            <a:xfrm>
              <a:off x="3396439" y="378937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1"/>
            <p:cNvSpPr/>
            <p:nvPr/>
          </p:nvSpPr>
          <p:spPr>
            <a:xfrm>
              <a:off x="3312941" y="4311003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2"/>
            <p:cNvSpPr/>
            <p:nvPr/>
          </p:nvSpPr>
          <p:spPr>
            <a:xfrm>
              <a:off x="3289921" y="412979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3"/>
            <p:cNvSpPr/>
            <p:nvPr/>
          </p:nvSpPr>
          <p:spPr>
            <a:xfrm>
              <a:off x="3387284" y="443714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4"/>
            <p:cNvSpPr/>
            <p:nvPr/>
          </p:nvSpPr>
          <p:spPr>
            <a:xfrm>
              <a:off x="3311063" y="387648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3324724" y="365475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6"/>
            <p:cNvSpPr/>
            <p:nvPr/>
          </p:nvSpPr>
          <p:spPr>
            <a:xfrm>
              <a:off x="3273803" y="374197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7"/>
            <p:cNvSpPr/>
            <p:nvPr/>
          </p:nvSpPr>
          <p:spPr>
            <a:xfrm>
              <a:off x="3378844" y="419891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8"/>
            <p:cNvSpPr/>
            <p:nvPr/>
          </p:nvSpPr>
          <p:spPr>
            <a:xfrm>
              <a:off x="3331220" y="419372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9"/>
            <p:cNvSpPr/>
            <p:nvPr/>
          </p:nvSpPr>
          <p:spPr>
            <a:xfrm>
              <a:off x="3313166" y="382892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60"/>
            <p:cNvSpPr/>
            <p:nvPr/>
          </p:nvSpPr>
          <p:spPr>
            <a:xfrm>
              <a:off x="3275883" y="378159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1"/>
            <p:cNvSpPr/>
            <p:nvPr/>
          </p:nvSpPr>
          <p:spPr>
            <a:xfrm>
              <a:off x="3352525" y="415089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3417875" y="370900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3"/>
            <p:cNvSpPr/>
            <p:nvPr/>
          </p:nvSpPr>
          <p:spPr>
            <a:xfrm>
              <a:off x="3399747" y="391674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4"/>
            <p:cNvSpPr/>
            <p:nvPr/>
          </p:nvSpPr>
          <p:spPr>
            <a:xfrm>
              <a:off x="3337069" y="365582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5"/>
            <p:cNvSpPr/>
            <p:nvPr/>
          </p:nvSpPr>
          <p:spPr>
            <a:xfrm>
              <a:off x="3380722" y="383133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6"/>
            <p:cNvSpPr/>
            <p:nvPr/>
          </p:nvSpPr>
          <p:spPr>
            <a:xfrm>
              <a:off x="3329528" y="419525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7"/>
            <p:cNvSpPr/>
            <p:nvPr/>
          </p:nvSpPr>
          <p:spPr>
            <a:xfrm>
              <a:off x="3349600" y="362859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8"/>
            <p:cNvSpPr/>
            <p:nvPr/>
          </p:nvSpPr>
          <p:spPr>
            <a:xfrm>
              <a:off x="3408120" y="367713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3342529" y="443240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70"/>
            <p:cNvSpPr/>
            <p:nvPr/>
          </p:nvSpPr>
          <p:spPr>
            <a:xfrm>
              <a:off x="3391612" y="401438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1"/>
            <p:cNvSpPr/>
            <p:nvPr/>
          </p:nvSpPr>
          <p:spPr>
            <a:xfrm>
              <a:off x="3308434" y="375760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2"/>
            <p:cNvSpPr/>
            <p:nvPr/>
          </p:nvSpPr>
          <p:spPr>
            <a:xfrm>
              <a:off x="3366421" y="408383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3"/>
            <p:cNvSpPr/>
            <p:nvPr/>
          </p:nvSpPr>
          <p:spPr>
            <a:xfrm>
              <a:off x="3353673" y="358201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4"/>
            <p:cNvSpPr/>
            <p:nvPr/>
          </p:nvSpPr>
          <p:spPr>
            <a:xfrm>
              <a:off x="3397278" y="424757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5"/>
            <p:cNvSpPr/>
            <p:nvPr/>
          </p:nvSpPr>
          <p:spPr>
            <a:xfrm>
              <a:off x="3398775" y="425617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3391979" y="400124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7"/>
            <p:cNvSpPr/>
            <p:nvPr/>
          </p:nvSpPr>
          <p:spPr>
            <a:xfrm>
              <a:off x="3430482" y="451603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8"/>
            <p:cNvSpPr/>
            <p:nvPr/>
          </p:nvSpPr>
          <p:spPr>
            <a:xfrm>
              <a:off x="3391202" y="423594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9"/>
            <p:cNvSpPr/>
            <p:nvPr/>
          </p:nvSpPr>
          <p:spPr>
            <a:xfrm>
              <a:off x="3277044" y="368249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80"/>
            <p:cNvSpPr/>
            <p:nvPr/>
          </p:nvSpPr>
          <p:spPr>
            <a:xfrm>
              <a:off x="3314117" y="395000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1"/>
            <p:cNvSpPr/>
            <p:nvPr/>
          </p:nvSpPr>
          <p:spPr>
            <a:xfrm>
              <a:off x="3402563" y="377895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2"/>
            <p:cNvSpPr/>
            <p:nvPr/>
          </p:nvSpPr>
          <p:spPr>
            <a:xfrm>
              <a:off x="3388899" y="450064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3278090" y="320717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4"/>
            <p:cNvSpPr/>
            <p:nvPr/>
          </p:nvSpPr>
          <p:spPr>
            <a:xfrm>
              <a:off x="3413494" y="390267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5"/>
            <p:cNvSpPr/>
            <p:nvPr/>
          </p:nvSpPr>
          <p:spPr>
            <a:xfrm>
              <a:off x="3379461" y="394887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6"/>
            <p:cNvSpPr/>
            <p:nvPr/>
          </p:nvSpPr>
          <p:spPr>
            <a:xfrm>
              <a:off x="3366702" y="397679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7"/>
            <p:cNvSpPr/>
            <p:nvPr/>
          </p:nvSpPr>
          <p:spPr>
            <a:xfrm>
              <a:off x="3386121" y="353308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8"/>
            <p:cNvSpPr/>
            <p:nvPr/>
          </p:nvSpPr>
          <p:spPr>
            <a:xfrm>
              <a:off x="3408994" y="332748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9"/>
            <p:cNvSpPr/>
            <p:nvPr/>
          </p:nvSpPr>
          <p:spPr>
            <a:xfrm>
              <a:off x="3411924" y="3264039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3414707" y="383201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1"/>
            <p:cNvSpPr/>
            <p:nvPr/>
          </p:nvSpPr>
          <p:spPr>
            <a:xfrm>
              <a:off x="3341126" y="436334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2"/>
            <p:cNvSpPr/>
            <p:nvPr/>
          </p:nvSpPr>
          <p:spPr>
            <a:xfrm>
              <a:off x="3319707" y="395535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3"/>
            <p:cNvSpPr/>
            <p:nvPr/>
          </p:nvSpPr>
          <p:spPr>
            <a:xfrm>
              <a:off x="3332254" y="355437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4"/>
            <p:cNvSpPr/>
            <p:nvPr/>
          </p:nvSpPr>
          <p:spPr>
            <a:xfrm>
              <a:off x="3352244" y="389737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5"/>
            <p:cNvSpPr/>
            <p:nvPr/>
          </p:nvSpPr>
          <p:spPr>
            <a:xfrm>
              <a:off x="3410572" y="343221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6"/>
            <p:cNvSpPr/>
            <p:nvPr/>
          </p:nvSpPr>
          <p:spPr>
            <a:xfrm>
              <a:off x="3410331" y="387456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7"/>
            <p:cNvSpPr/>
            <p:nvPr/>
          </p:nvSpPr>
          <p:spPr>
            <a:xfrm>
              <a:off x="3284416" y="404514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8"/>
            <p:cNvSpPr/>
            <p:nvPr/>
          </p:nvSpPr>
          <p:spPr>
            <a:xfrm>
              <a:off x="3333473" y="427184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9"/>
            <p:cNvSpPr/>
            <p:nvPr/>
          </p:nvSpPr>
          <p:spPr>
            <a:xfrm>
              <a:off x="3321468" y="345599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300"/>
            <p:cNvSpPr/>
            <p:nvPr/>
          </p:nvSpPr>
          <p:spPr>
            <a:xfrm>
              <a:off x="3347312" y="360650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1"/>
            <p:cNvSpPr/>
            <p:nvPr/>
          </p:nvSpPr>
          <p:spPr>
            <a:xfrm>
              <a:off x="3324971" y="326621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2"/>
            <p:cNvSpPr/>
            <p:nvPr/>
          </p:nvSpPr>
          <p:spPr>
            <a:xfrm>
              <a:off x="3410855" y="356611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3"/>
            <p:cNvSpPr/>
            <p:nvPr/>
          </p:nvSpPr>
          <p:spPr>
            <a:xfrm>
              <a:off x="3269359" y="422680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4"/>
            <p:cNvSpPr/>
            <p:nvPr/>
          </p:nvSpPr>
          <p:spPr>
            <a:xfrm>
              <a:off x="3360002" y="339210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5"/>
            <p:cNvSpPr/>
            <p:nvPr/>
          </p:nvSpPr>
          <p:spPr>
            <a:xfrm>
              <a:off x="3432229" y="351364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6"/>
            <p:cNvSpPr/>
            <p:nvPr/>
          </p:nvSpPr>
          <p:spPr>
            <a:xfrm>
              <a:off x="3316890" y="379638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7"/>
            <p:cNvSpPr/>
            <p:nvPr/>
          </p:nvSpPr>
          <p:spPr>
            <a:xfrm>
              <a:off x="3278485" y="366617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8"/>
            <p:cNvSpPr/>
            <p:nvPr/>
          </p:nvSpPr>
          <p:spPr>
            <a:xfrm>
              <a:off x="3364535" y="429837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9"/>
            <p:cNvSpPr/>
            <p:nvPr/>
          </p:nvSpPr>
          <p:spPr>
            <a:xfrm>
              <a:off x="3299712" y="405688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10"/>
            <p:cNvSpPr/>
            <p:nvPr/>
          </p:nvSpPr>
          <p:spPr>
            <a:xfrm>
              <a:off x="3356189" y="327185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1"/>
            <p:cNvSpPr/>
            <p:nvPr/>
          </p:nvSpPr>
          <p:spPr>
            <a:xfrm>
              <a:off x="3374450" y="342358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2"/>
            <p:cNvSpPr/>
            <p:nvPr/>
          </p:nvSpPr>
          <p:spPr>
            <a:xfrm>
              <a:off x="3269911" y="412419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3"/>
            <p:cNvSpPr/>
            <p:nvPr/>
          </p:nvSpPr>
          <p:spPr>
            <a:xfrm>
              <a:off x="3350025" y="366224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4"/>
            <p:cNvSpPr/>
            <p:nvPr/>
          </p:nvSpPr>
          <p:spPr>
            <a:xfrm>
              <a:off x="3353277" y="396265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5"/>
            <p:cNvSpPr/>
            <p:nvPr/>
          </p:nvSpPr>
          <p:spPr>
            <a:xfrm>
              <a:off x="3374203" y="388888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6"/>
            <p:cNvSpPr/>
            <p:nvPr/>
          </p:nvSpPr>
          <p:spPr>
            <a:xfrm>
              <a:off x="3325397" y="347129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7"/>
            <p:cNvSpPr/>
            <p:nvPr/>
          </p:nvSpPr>
          <p:spPr>
            <a:xfrm>
              <a:off x="3398534" y="355969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8"/>
            <p:cNvSpPr/>
            <p:nvPr/>
          </p:nvSpPr>
          <p:spPr>
            <a:xfrm>
              <a:off x="3380208" y="445090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9"/>
            <p:cNvSpPr/>
            <p:nvPr/>
          </p:nvSpPr>
          <p:spPr>
            <a:xfrm>
              <a:off x="3382452" y="417001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20"/>
            <p:cNvSpPr/>
            <p:nvPr/>
          </p:nvSpPr>
          <p:spPr>
            <a:xfrm>
              <a:off x="3399036" y="354980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1"/>
            <p:cNvSpPr/>
            <p:nvPr/>
          </p:nvSpPr>
          <p:spPr>
            <a:xfrm>
              <a:off x="3362020" y="426966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2"/>
            <p:cNvSpPr/>
            <p:nvPr/>
          </p:nvSpPr>
          <p:spPr>
            <a:xfrm>
              <a:off x="3422244" y="434524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3"/>
            <p:cNvSpPr/>
            <p:nvPr/>
          </p:nvSpPr>
          <p:spPr>
            <a:xfrm>
              <a:off x="3365545" y="359215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4"/>
            <p:cNvSpPr/>
            <p:nvPr/>
          </p:nvSpPr>
          <p:spPr>
            <a:xfrm>
              <a:off x="3362453" y="410874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5"/>
            <p:cNvSpPr/>
            <p:nvPr/>
          </p:nvSpPr>
          <p:spPr>
            <a:xfrm>
              <a:off x="3319159" y="419656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6"/>
            <p:cNvSpPr/>
            <p:nvPr/>
          </p:nvSpPr>
          <p:spPr>
            <a:xfrm>
              <a:off x="3421861" y="400030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7"/>
            <p:cNvSpPr/>
            <p:nvPr/>
          </p:nvSpPr>
          <p:spPr>
            <a:xfrm>
              <a:off x="3411206" y="407733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8"/>
            <p:cNvSpPr/>
            <p:nvPr/>
          </p:nvSpPr>
          <p:spPr>
            <a:xfrm>
              <a:off x="3394277" y="415386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9"/>
            <p:cNvSpPr/>
            <p:nvPr/>
          </p:nvSpPr>
          <p:spPr>
            <a:xfrm>
              <a:off x="3334372" y="407839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30"/>
            <p:cNvSpPr/>
            <p:nvPr/>
          </p:nvSpPr>
          <p:spPr>
            <a:xfrm>
              <a:off x="3409645" y="426674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1"/>
            <p:cNvSpPr/>
            <p:nvPr/>
          </p:nvSpPr>
          <p:spPr>
            <a:xfrm>
              <a:off x="3398956" y="358940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2"/>
            <p:cNvSpPr/>
            <p:nvPr/>
          </p:nvSpPr>
          <p:spPr>
            <a:xfrm>
              <a:off x="3358702" y="381968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3"/>
            <p:cNvSpPr/>
            <p:nvPr/>
          </p:nvSpPr>
          <p:spPr>
            <a:xfrm>
              <a:off x="3389929" y="366603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4"/>
            <p:cNvSpPr/>
            <p:nvPr/>
          </p:nvSpPr>
          <p:spPr>
            <a:xfrm>
              <a:off x="3433277" y="440003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5"/>
            <p:cNvSpPr/>
            <p:nvPr/>
          </p:nvSpPr>
          <p:spPr>
            <a:xfrm>
              <a:off x="3286534" y="3474617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6"/>
            <p:cNvSpPr/>
            <p:nvPr/>
          </p:nvSpPr>
          <p:spPr>
            <a:xfrm>
              <a:off x="3390663" y="385972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7"/>
            <p:cNvSpPr/>
            <p:nvPr/>
          </p:nvSpPr>
          <p:spPr>
            <a:xfrm>
              <a:off x="3301490" y="3704450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8"/>
            <p:cNvSpPr/>
            <p:nvPr/>
          </p:nvSpPr>
          <p:spPr>
            <a:xfrm>
              <a:off x="3346922" y="401995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9"/>
            <p:cNvSpPr/>
            <p:nvPr/>
          </p:nvSpPr>
          <p:spPr>
            <a:xfrm>
              <a:off x="3280290" y="434810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40"/>
            <p:cNvSpPr/>
            <p:nvPr/>
          </p:nvSpPr>
          <p:spPr>
            <a:xfrm>
              <a:off x="3300561" y="416398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1"/>
            <p:cNvSpPr/>
            <p:nvPr/>
          </p:nvSpPr>
          <p:spPr>
            <a:xfrm>
              <a:off x="3410263" y="407110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2"/>
            <p:cNvSpPr/>
            <p:nvPr/>
          </p:nvSpPr>
          <p:spPr>
            <a:xfrm>
              <a:off x="3377979" y="360230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3"/>
            <p:cNvSpPr/>
            <p:nvPr/>
          </p:nvSpPr>
          <p:spPr>
            <a:xfrm>
              <a:off x="3307325" y="424849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4"/>
            <p:cNvSpPr/>
            <p:nvPr/>
          </p:nvSpPr>
          <p:spPr>
            <a:xfrm>
              <a:off x="3324066" y="3933719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5"/>
            <p:cNvSpPr/>
            <p:nvPr/>
          </p:nvSpPr>
          <p:spPr>
            <a:xfrm>
              <a:off x="3367938" y="399633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6"/>
            <p:cNvSpPr/>
            <p:nvPr/>
          </p:nvSpPr>
          <p:spPr>
            <a:xfrm>
              <a:off x="3269735" y="318642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7"/>
            <p:cNvSpPr/>
            <p:nvPr/>
          </p:nvSpPr>
          <p:spPr>
            <a:xfrm>
              <a:off x="3336579" y="4006867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8"/>
            <p:cNvSpPr/>
            <p:nvPr/>
          </p:nvSpPr>
          <p:spPr>
            <a:xfrm>
              <a:off x="3430747" y="416218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9"/>
            <p:cNvSpPr/>
            <p:nvPr/>
          </p:nvSpPr>
          <p:spPr>
            <a:xfrm>
              <a:off x="3300162" y="434072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50"/>
            <p:cNvSpPr/>
            <p:nvPr/>
          </p:nvSpPr>
          <p:spPr>
            <a:xfrm>
              <a:off x="3434189" y="399595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1"/>
            <p:cNvSpPr/>
            <p:nvPr/>
          </p:nvSpPr>
          <p:spPr>
            <a:xfrm>
              <a:off x="3381448" y="407489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2"/>
            <p:cNvSpPr/>
            <p:nvPr/>
          </p:nvSpPr>
          <p:spPr>
            <a:xfrm>
              <a:off x="3433179" y="382118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3"/>
            <p:cNvSpPr/>
            <p:nvPr/>
          </p:nvSpPr>
          <p:spPr>
            <a:xfrm>
              <a:off x="3308911" y="415400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4"/>
            <p:cNvSpPr/>
            <p:nvPr/>
          </p:nvSpPr>
          <p:spPr>
            <a:xfrm>
              <a:off x="3292880" y="377735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5"/>
            <p:cNvSpPr/>
            <p:nvPr/>
          </p:nvSpPr>
          <p:spPr>
            <a:xfrm>
              <a:off x="3329944" y="4249555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6"/>
            <p:cNvSpPr/>
            <p:nvPr/>
          </p:nvSpPr>
          <p:spPr>
            <a:xfrm>
              <a:off x="3299971" y="432356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7"/>
            <p:cNvSpPr/>
            <p:nvPr/>
          </p:nvSpPr>
          <p:spPr>
            <a:xfrm>
              <a:off x="3397310" y="432367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8"/>
            <p:cNvSpPr/>
            <p:nvPr/>
          </p:nvSpPr>
          <p:spPr>
            <a:xfrm>
              <a:off x="3277852" y="410647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9"/>
            <p:cNvSpPr/>
            <p:nvPr/>
          </p:nvSpPr>
          <p:spPr>
            <a:xfrm>
              <a:off x="3279836" y="374099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60"/>
            <p:cNvSpPr/>
            <p:nvPr/>
          </p:nvSpPr>
          <p:spPr>
            <a:xfrm>
              <a:off x="3352939" y="426798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1"/>
            <p:cNvSpPr/>
            <p:nvPr/>
          </p:nvSpPr>
          <p:spPr>
            <a:xfrm>
              <a:off x="3396934" y="408643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2"/>
            <p:cNvSpPr/>
            <p:nvPr/>
          </p:nvSpPr>
          <p:spPr>
            <a:xfrm>
              <a:off x="3355938" y="353311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3"/>
            <p:cNvSpPr/>
            <p:nvPr/>
          </p:nvSpPr>
          <p:spPr>
            <a:xfrm>
              <a:off x="3336043" y="351892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4"/>
            <p:cNvSpPr/>
            <p:nvPr/>
          </p:nvSpPr>
          <p:spPr>
            <a:xfrm>
              <a:off x="3435027" y="349897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5"/>
            <p:cNvSpPr/>
            <p:nvPr/>
          </p:nvSpPr>
          <p:spPr>
            <a:xfrm>
              <a:off x="3366429" y="391630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6"/>
            <p:cNvSpPr/>
            <p:nvPr/>
          </p:nvSpPr>
          <p:spPr>
            <a:xfrm>
              <a:off x="3317727" y="409105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7"/>
            <p:cNvSpPr/>
            <p:nvPr/>
          </p:nvSpPr>
          <p:spPr>
            <a:xfrm>
              <a:off x="3435249" y="366933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8"/>
            <p:cNvSpPr/>
            <p:nvPr/>
          </p:nvSpPr>
          <p:spPr>
            <a:xfrm>
              <a:off x="3322912" y="359098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9"/>
            <p:cNvSpPr/>
            <p:nvPr/>
          </p:nvSpPr>
          <p:spPr>
            <a:xfrm>
              <a:off x="3266157" y="355962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70"/>
            <p:cNvSpPr/>
            <p:nvPr/>
          </p:nvSpPr>
          <p:spPr>
            <a:xfrm>
              <a:off x="3429472" y="360816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1"/>
            <p:cNvSpPr/>
            <p:nvPr/>
          </p:nvSpPr>
          <p:spPr>
            <a:xfrm>
              <a:off x="3341324" y="381461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2"/>
            <p:cNvSpPr/>
            <p:nvPr/>
          </p:nvSpPr>
          <p:spPr>
            <a:xfrm>
              <a:off x="3435446" y="431872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3"/>
            <p:cNvSpPr/>
            <p:nvPr/>
          </p:nvSpPr>
          <p:spPr>
            <a:xfrm>
              <a:off x="3281267" y="418609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4"/>
            <p:cNvSpPr/>
            <p:nvPr/>
          </p:nvSpPr>
          <p:spPr>
            <a:xfrm>
              <a:off x="3957677" y="392463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5"/>
            <p:cNvSpPr/>
            <p:nvPr/>
          </p:nvSpPr>
          <p:spPr>
            <a:xfrm>
              <a:off x="3950164" y="393196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6"/>
            <p:cNvSpPr/>
            <p:nvPr/>
          </p:nvSpPr>
          <p:spPr>
            <a:xfrm>
              <a:off x="4074069" y="398592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7"/>
            <p:cNvSpPr/>
            <p:nvPr/>
          </p:nvSpPr>
          <p:spPr>
            <a:xfrm>
              <a:off x="4014773" y="414037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8"/>
            <p:cNvSpPr/>
            <p:nvPr/>
          </p:nvSpPr>
          <p:spPr>
            <a:xfrm>
              <a:off x="3973689" y="353899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9"/>
            <p:cNvSpPr/>
            <p:nvPr/>
          </p:nvSpPr>
          <p:spPr>
            <a:xfrm>
              <a:off x="3951616" y="404755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80"/>
            <p:cNvSpPr/>
            <p:nvPr/>
          </p:nvSpPr>
          <p:spPr>
            <a:xfrm>
              <a:off x="3904326" y="395522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1"/>
            <p:cNvSpPr/>
            <p:nvPr/>
          </p:nvSpPr>
          <p:spPr>
            <a:xfrm>
              <a:off x="3905286" y="419194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2"/>
            <p:cNvSpPr/>
            <p:nvPr/>
          </p:nvSpPr>
          <p:spPr>
            <a:xfrm>
              <a:off x="3933272" y="382049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3"/>
            <p:cNvSpPr/>
            <p:nvPr/>
          </p:nvSpPr>
          <p:spPr>
            <a:xfrm>
              <a:off x="3933783" y="4080845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4"/>
            <p:cNvSpPr/>
            <p:nvPr/>
          </p:nvSpPr>
          <p:spPr>
            <a:xfrm>
              <a:off x="4063691" y="322998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5"/>
            <p:cNvSpPr/>
            <p:nvPr/>
          </p:nvSpPr>
          <p:spPr>
            <a:xfrm>
              <a:off x="3977256" y="397632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6"/>
            <p:cNvSpPr/>
            <p:nvPr/>
          </p:nvSpPr>
          <p:spPr>
            <a:xfrm>
              <a:off x="3908712" y="416891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7"/>
            <p:cNvSpPr/>
            <p:nvPr/>
          </p:nvSpPr>
          <p:spPr>
            <a:xfrm>
              <a:off x="3998852" y="382409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8"/>
            <p:cNvSpPr/>
            <p:nvPr/>
          </p:nvSpPr>
          <p:spPr>
            <a:xfrm>
              <a:off x="4060981" y="392430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9"/>
            <p:cNvSpPr/>
            <p:nvPr/>
          </p:nvSpPr>
          <p:spPr>
            <a:xfrm>
              <a:off x="3989521" y="391690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90"/>
            <p:cNvSpPr/>
            <p:nvPr/>
          </p:nvSpPr>
          <p:spPr>
            <a:xfrm>
              <a:off x="3931760" y="374149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1"/>
            <p:cNvSpPr/>
            <p:nvPr/>
          </p:nvSpPr>
          <p:spPr>
            <a:xfrm>
              <a:off x="3907185" y="388804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2"/>
            <p:cNvSpPr/>
            <p:nvPr/>
          </p:nvSpPr>
          <p:spPr>
            <a:xfrm>
              <a:off x="4064381" y="381887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3"/>
            <p:cNvSpPr/>
            <p:nvPr/>
          </p:nvSpPr>
          <p:spPr>
            <a:xfrm>
              <a:off x="3909713" y="389720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4"/>
            <p:cNvSpPr/>
            <p:nvPr/>
          </p:nvSpPr>
          <p:spPr>
            <a:xfrm>
              <a:off x="3930649" y="388446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5"/>
            <p:cNvSpPr/>
            <p:nvPr/>
          </p:nvSpPr>
          <p:spPr>
            <a:xfrm>
              <a:off x="4006649" y="431176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6"/>
            <p:cNvSpPr/>
            <p:nvPr/>
          </p:nvSpPr>
          <p:spPr>
            <a:xfrm>
              <a:off x="3959358" y="393139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7"/>
            <p:cNvSpPr/>
            <p:nvPr/>
          </p:nvSpPr>
          <p:spPr>
            <a:xfrm>
              <a:off x="3968457" y="357151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8"/>
            <p:cNvSpPr/>
            <p:nvPr/>
          </p:nvSpPr>
          <p:spPr>
            <a:xfrm>
              <a:off x="3911809" y="334698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9"/>
            <p:cNvSpPr/>
            <p:nvPr/>
          </p:nvSpPr>
          <p:spPr>
            <a:xfrm>
              <a:off x="3928974" y="399011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400"/>
            <p:cNvSpPr/>
            <p:nvPr/>
          </p:nvSpPr>
          <p:spPr>
            <a:xfrm>
              <a:off x="4043449" y="374342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1"/>
            <p:cNvSpPr/>
            <p:nvPr/>
          </p:nvSpPr>
          <p:spPr>
            <a:xfrm>
              <a:off x="4026383" y="408546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2"/>
            <p:cNvSpPr/>
            <p:nvPr/>
          </p:nvSpPr>
          <p:spPr>
            <a:xfrm>
              <a:off x="4055552" y="349018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3"/>
            <p:cNvSpPr/>
            <p:nvPr/>
          </p:nvSpPr>
          <p:spPr>
            <a:xfrm>
              <a:off x="4061495" y="392546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4"/>
            <p:cNvSpPr/>
            <p:nvPr/>
          </p:nvSpPr>
          <p:spPr>
            <a:xfrm>
              <a:off x="3964421" y="381166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5"/>
            <p:cNvSpPr/>
            <p:nvPr/>
          </p:nvSpPr>
          <p:spPr>
            <a:xfrm>
              <a:off x="3998037" y="357483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6"/>
            <p:cNvSpPr/>
            <p:nvPr/>
          </p:nvSpPr>
          <p:spPr>
            <a:xfrm>
              <a:off x="3923624" y="344428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7"/>
            <p:cNvSpPr/>
            <p:nvPr/>
          </p:nvSpPr>
          <p:spPr>
            <a:xfrm>
              <a:off x="4009329" y="326485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8"/>
            <p:cNvSpPr/>
            <p:nvPr/>
          </p:nvSpPr>
          <p:spPr>
            <a:xfrm>
              <a:off x="3995185" y="416405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9"/>
            <p:cNvSpPr/>
            <p:nvPr/>
          </p:nvSpPr>
          <p:spPr>
            <a:xfrm>
              <a:off x="4006106" y="418169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10"/>
            <p:cNvSpPr/>
            <p:nvPr/>
          </p:nvSpPr>
          <p:spPr>
            <a:xfrm>
              <a:off x="3964066" y="350962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1"/>
            <p:cNvSpPr/>
            <p:nvPr/>
          </p:nvSpPr>
          <p:spPr>
            <a:xfrm>
              <a:off x="4011581" y="394814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2"/>
            <p:cNvSpPr/>
            <p:nvPr/>
          </p:nvSpPr>
          <p:spPr>
            <a:xfrm>
              <a:off x="4040777" y="367164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3"/>
            <p:cNvSpPr/>
            <p:nvPr/>
          </p:nvSpPr>
          <p:spPr>
            <a:xfrm>
              <a:off x="3906554" y="407611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4"/>
            <p:cNvSpPr/>
            <p:nvPr/>
          </p:nvSpPr>
          <p:spPr>
            <a:xfrm>
              <a:off x="4070172" y="344989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5"/>
            <p:cNvSpPr/>
            <p:nvPr/>
          </p:nvSpPr>
          <p:spPr>
            <a:xfrm>
              <a:off x="3949112" y="337873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6"/>
            <p:cNvSpPr/>
            <p:nvPr/>
          </p:nvSpPr>
          <p:spPr>
            <a:xfrm>
              <a:off x="3920191" y="349507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7"/>
            <p:cNvSpPr/>
            <p:nvPr/>
          </p:nvSpPr>
          <p:spPr>
            <a:xfrm>
              <a:off x="4032018" y="384499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8"/>
            <p:cNvSpPr/>
            <p:nvPr/>
          </p:nvSpPr>
          <p:spPr>
            <a:xfrm>
              <a:off x="3931688" y="357047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9"/>
            <p:cNvSpPr/>
            <p:nvPr/>
          </p:nvSpPr>
          <p:spPr>
            <a:xfrm>
              <a:off x="3996981" y="383038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20"/>
            <p:cNvSpPr/>
            <p:nvPr/>
          </p:nvSpPr>
          <p:spPr>
            <a:xfrm>
              <a:off x="3943585" y="3673724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1"/>
            <p:cNvSpPr/>
            <p:nvPr/>
          </p:nvSpPr>
          <p:spPr>
            <a:xfrm>
              <a:off x="4052735" y="406234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2"/>
            <p:cNvSpPr/>
            <p:nvPr/>
          </p:nvSpPr>
          <p:spPr>
            <a:xfrm>
              <a:off x="4056194" y="403532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3"/>
            <p:cNvSpPr/>
            <p:nvPr/>
          </p:nvSpPr>
          <p:spPr>
            <a:xfrm>
              <a:off x="4046369" y="363630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4"/>
            <p:cNvSpPr/>
            <p:nvPr/>
          </p:nvSpPr>
          <p:spPr>
            <a:xfrm>
              <a:off x="3914590" y="398788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5"/>
            <p:cNvSpPr/>
            <p:nvPr/>
          </p:nvSpPr>
          <p:spPr>
            <a:xfrm>
              <a:off x="4001383" y="326032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6"/>
            <p:cNvSpPr/>
            <p:nvPr/>
          </p:nvSpPr>
          <p:spPr>
            <a:xfrm>
              <a:off x="3992843" y="382398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7"/>
            <p:cNvSpPr/>
            <p:nvPr/>
          </p:nvSpPr>
          <p:spPr>
            <a:xfrm>
              <a:off x="3987953" y="419496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8"/>
            <p:cNvSpPr/>
            <p:nvPr/>
          </p:nvSpPr>
          <p:spPr>
            <a:xfrm>
              <a:off x="4021664" y="374851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9"/>
            <p:cNvSpPr/>
            <p:nvPr/>
          </p:nvSpPr>
          <p:spPr>
            <a:xfrm>
              <a:off x="3984454" y="353627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30"/>
            <p:cNvSpPr/>
            <p:nvPr/>
          </p:nvSpPr>
          <p:spPr>
            <a:xfrm>
              <a:off x="4066110" y="380380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1"/>
            <p:cNvSpPr/>
            <p:nvPr/>
          </p:nvSpPr>
          <p:spPr>
            <a:xfrm>
              <a:off x="4059036" y="347798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2"/>
            <p:cNvSpPr/>
            <p:nvPr/>
          </p:nvSpPr>
          <p:spPr>
            <a:xfrm>
              <a:off x="3932589" y="373937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3"/>
            <p:cNvSpPr/>
            <p:nvPr/>
          </p:nvSpPr>
          <p:spPr>
            <a:xfrm>
              <a:off x="3915320" y="337377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4"/>
            <p:cNvSpPr/>
            <p:nvPr/>
          </p:nvSpPr>
          <p:spPr>
            <a:xfrm>
              <a:off x="3993186" y="380342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5"/>
            <p:cNvSpPr/>
            <p:nvPr/>
          </p:nvSpPr>
          <p:spPr>
            <a:xfrm>
              <a:off x="4014870" y="390953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6"/>
            <p:cNvSpPr/>
            <p:nvPr/>
          </p:nvSpPr>
          <p:spPr>
            <a:xfrm>
              <a:off x="4050073" y="383483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7"/>
            <p:cNvSpPr/>
            <p:nvPr/>
          </p:nvSpPr>
          <p:spPr>
            <a:xfrm>
              <a:off x="3963171" y="423767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8"/>
            <p:cNvSpPr/>
            <p:nvPr/>
          </p:nvSpPr>
          <p:spPr>
            <a:xfrm>
              <a:off x="4723628" y="385900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9"/>
            <p:cNvSpPr/>
            <p:nvPr/>
          </p:nvSpPr>
          <p:spPr>
            <a:xfrm>
              <a:off x="4728774" y="346176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40"/>
            <p:cNvSpPr/>
            <p:nvPr/>
          </p:nvSpPr>
          <p:spPr>
            <a:xfrm>
              <a:off x="4614114" y="385242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1"/>
            <p:cNvSpPr/>
            <p:nvPr/>
          </p:nvSpPr>
          <p:spPr>
            <a:xfrm>
              <a:off x="4613978" y="408860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2"/>
            <p:cNvSpPr/>
            <p:nvPr/>
          </p:nvSpPr>
          <p:spPr>
            <a:xfrm>
              <a:off x="4567635" y="353540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3"/>
            <p:cNvSpPr/>
            <p:nvPr/>
          </p:nvSpPr>
          <p:spPr>
            <a:xfrm>
              <a:off x="4582760" y="418388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4"/>
            <p:cNvSpPr/>
            <p:nvPr/>
          </p:nvSpPr>
          <p:spPr>
            <a:xfrm>
              <a:off x="4633072" y="334620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5"/>
            <p:cNvSpPr/>
            <p:nvPr/>
          </p:nvSpPr>
          <p:spPr>
            <a:xfrm>
              <a:off x="4684161" y="352141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6"/>
            <p:cNvSpPr/>
            <p:nvPr/>
          </p:nvSpPr>
          <p:spPr>
            <a:xfrm>
              <a:off x="4603328" y="379800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7"/>
            <p:cNvSpPr/>
            <p:nvPr/>
          </p:nvSpPr>
          <p:spPr>
            <a:xfrm>
              <a:off x="4727854" y="404680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8"/>
            <p:cNvSpPr/>
            <p:nvPr/>
          </p:nvSpPr>
          <p:spPr>
            <a:xfrm>
              <a:off x="4640222" y="414054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9"/>
            <p:cNvSpPr/>
            <p:nvPr/>
          </p:nvSpPr>
          <p:spPr>
            <a:xfrm>
              <a:off x="4712218" y="396694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50"/>
            <p:cNvSpPr/>
            <p:nvPr/>
          </p:nvSpPr>
          <p:spPr>
            <a:xfrm>
              <a:off x="4587674" y="402154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1"/>
            <p:cNvSpPr/>
            <p:nvPr/>
          </p:nvSpPr>
          <p:spPr>
            <a:xfrm>
              <a:off x="4732995" y="388160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2"/>
            <p:cNvSpPr/>
            <p:nvPr/>
          </p:nvSpPr>
          <p:spPr>
            <a:xfrm>
              <a:off x="4609551" y="419939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3"/>
            <p:cNvSpPr/>
            <p:nvPr/>
          </p:nvSpPr>
          <p:spPr>
            <a:xfrm>
              <a:off x="4715307" y="373018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4"/>
            <p:cNvSpPr/>
            <p:nvPr/>
          </p:nvSpPr>
          <p:spPr>
            <a:xfrm>
              <a:off x="4714823" y="356684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5"/>
            <p:cNvSpPr/>
            <p:nvPr/>
          </p:nvSpPr>
          <p:spPr>
            <a:xfrm>
              <a:off x="4682823" y="337237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6"/>
            <p:cNvSpPr/>
            <p:nvPr/>
          </p:nvSpPr>
          <p:spPr>
            <a:xfrm>
              <a:off x="4580047" y="345686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7"/>
            <p:cNvSpPr/>
            <p:nvPr/>
          </p:nvSpPr>
          <p:spPr>
            <a:xfrm>
              <a:off x="4648714" y="370871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8"/>
            <p:cNvSpPr/>
            <p:nvPr/>
          </p:nvSpPr>
          <p:spPr>
            <a:xfrm>
              <a:off x="4692329" y="365374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9"/>
            <p:cNvSpPr/>
            <p:nvPr/>
          </p:nvSpPr>
          <p:spPr>
            <a:xfrm>
              <a:off x="4626633" y="415705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60"/>
            <p:cNvSpPr/>
            <p:nvPr/>
          </p:nvSpPr>
          <p:spPr>
            <a:xfrm>
              <a:off x="4733127" y="420059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1"/>
            <p:cNvSpPr/>
            <p:nvPr/>
          </p:nvSpPr>
          <p:spPr>
            <a:xfrm>
              <a:off x="4695793" y="354055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2"/>
            <p:cNvSpPr/>
            <p:nvPr/>
          </p:nvSpPr>
          <p:spPr>
            <a:xfrm>
              <a:off x="4645839" y="456889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3"/>
            <p:cNvSpPr/>
            <p:nvPr/>
          </p:nvSpPr>
          <p:spPr>
            <a:xfrm>
              <a:off x="4712437" y="408361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4"/>
            <p:cNvSpPr/>
            <p:nvPr/>
          </p:nvSpPr>
          <p:spPr>
            <a:xfrm>
              <a:off x="4613174" y="396365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5"/>
            <p:cNvSpPr/>
            <p:nvPr/>
          </p:nvSpPr>
          <p:spPr>
            <a:xfrm>
              <a:off x="4671766" y="360219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6"/>
            <p:cNvSpPr/>
            <p:nvPr/>
          </p:nvSpPr>
          <p:spPr>
            <a:xfrm>
              <a:off x="4565766" y="353877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7"/>
            <p:cNvSpPr/>
            <p:nvPr/>
          </p:nvSpPr>
          <p:spPr>
            <a:xfrm>
              <a:off x="4585545" y="368949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8"/>
            <p:cNvSpPr/>
            <p:nvPr/>
          </p:nvSpPr>
          <p:spPr>
            <a:xfrm>
              <a:off x="4633441" y="438330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9"/>
            <p:cNvSpPr/>
            <p:nvPr/>
          </p:nvSpPr>
          <p:spPr>
            <a:xfrm>
              <a:off x="4718355" y="432625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70"/>
            <p:cNvSpPr/>
            <p:nvPr/>
          </p:nvSpPr>
          <p:spPr>
            <a:xfrm>
              <a:off x="4731326" y="4423232"/>
              <a:ext cx="33391" cy="33391"/>
            </a:xfrm>
            <a:prstGeom prst="ellipse">
              <a:avLst/>
            </a:prstGeom>
            <a:solidFill>
              <a:srgbClr val="61D2B2">
                <a:alpha val="25098"/>
              </a:srgbClr>
            </a:solidFill>
            <a:ln w="9000" cap="rnd">
              <a:solidFill>
                <a:srgbClr val="61D2B2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1"/>
            <p:cNvSpPr/>
            <p:nvPr/>
          </p:nvSpPr>
          <p:spPr>
            <a:xfrm>
              <a:off x="4599966" y="439841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2"/>
            <p:cNvSpPr/>
            <p:nvPr/>
          </p:nvSpPr>
          <p:spPr>
            <a:xfrm>
              <a:off x="4570971" y="397742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3"/>
            <p:cNvSpPr/>
            <p:nvPr/>
          </p:nvSpPr>
          <p:spPr>
            <a:xfrm>
              <a:off x="4639058" y="389932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4"/>
            <p:cNvSpPr/>
            <p:nvPr/>
          </p:nvSpPr>
          <p:spPr>
            <a:xfrm>
              <a:off x="4634126" y="358826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5"/>
            <p:cNvSpPr/>
            <p:nvPr/>
          </p:nvSpPr>
          <p:spPr>
            <a:xfrm>
              <a:off x="4588918" y="416251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6"/>
            <p:cNvSpPr/>
            <p:nvPr/>
          </p:nvSpPr>
          <p:spPr>
            <a:xfrm>
              <a:off x="4672804" y="381757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7"/>
            <p:cNvSpPr/>
            <p:nvPr/>
          </p:nvSpPr>
          <p:spPr>
            <a:xfrm>
              <a:off x="4674570" y="357777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8"/>
            <p:cNvSpPr/>
            <p:nvPr/>
          </p:nvSpPr>
          <p:spPr>
            <a:xfrm>
              <a:off x="4596819" y="397994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9"/>
            <p:cNvSpPr/>
            <p:nvPr/>
          </p:nvSpPr>
          <p:spPr>
            <a:xfrm>
              <a:off x="4657196" y="372590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80"/>
            <p:cNvSpPr/>
            <p:nvPr/>
          </p:nvSpPr>
          <p:spPr>
            <a:xfrm>
              <a:off x="4683145" y="413896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1"/>
            <p:cNvSpPr/>
            <p:nvPr/>
          </p:nvSpPr>
          <p:spPr>
            <a:xfrm>
              <a:off x="4678111" y="364447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2"/>
            <p:cNvSpPr/>
            <p:nvPr/>
          </p:nvSpPr>
          <p:spPr>
            <a:xfrm>
              <a:off x="4686956" y="401602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3"/>
            <p:cNvSpPr/>
            <p:nvPr/>
          </p:nvSpPr>
          <p:spPr>
            <a:xfrm>
              <a:off x="4653448" y="375758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4"/>
            <p:cNvSpPr/>
            <p:nvPr/>
          </p:nvSpPr>
          <p:spPr>
            <a:xfrm>
              <a:off x="4623771" y="332185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5"/>
            <p:cNvSpPr/>
            <p:nvPr/>
          </p:nvSpPr>
          <p:spPr>
            <a:xfrm>
              <a:off x="4660560" y="371278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6"/>
            <p:cNvSpPr/>
            <p:nvPr/>
          </p:nvSpPr>
          <p:spPr>
            <a:xfrm>
              <a:off x="4616962" y="390201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7"/>
            <p:cNvSpPr/>
            <p:nvPr/>
          </p:nvSpPr>
          <p:spPr>
            <a:xfrm>
              <a:off x="4710887" y="393797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8"/>
            <p:cNvSpPr/>
            <p:nvPr/>
          </p:nvSpPr>
          <p:spPr>
            <a:xfrm>
              <a:off x="4592481" y="389886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9"/>
            <p:cNvSpPr/>
            <p:nvPr/>
          </p:nvSpPr>
          <p:spPr>
            <a:xfrm>
              <a:off x="4602661" y="410487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90"/>
            <p:cNvSpPr/>
            <p:nvPr/>
          </p:nvSpPr>
          <p:spPr>
            <a:xfrm>
              <a:off x="4607701" y="398879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1"/>
            <p:cNvSpPr/>
            <p:nvPr/>
          </p:nvSpPr>
          <p:spPr>
            <a:xfrm>
              <a:off x="4674894" y="350148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2"/>
            <p:cNvSpPr/>
            <p:nvPr/>
          </p:nvSpPr>
          <p:spPr>
            <a:xfrm>
              <a:off x="4618727" y="398867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3"/>
            <p:cNvSpPr/>
            <p:nvPr/>
          </p:nvSpPr>
          <p:spPr>
            <a:xfrm>
              <a:off x="4662784" y="410295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4"/>
            <p:cNvSpPr/>
            <p:nvPr/>
          </p:nvSpPr>
          <p:spPr>
            <a:xfrm>
              <a:off x="4575844" y="341514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5"/>
            <p:cNvSpPr/>
            <p:nvPr/>
          </p:nvSpPr>
          <p:spPr>
            <a:xfrm>
              <a:off x="4630251" y="378821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6"/>
            <p:cNvSpPr/>
            <p:nvPr/>
          </p:nvSpPr>
          <p:spPr>
            <a:xfrm>
              <a:off x="4654731" y="336570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7"/>
            <p:cNvSpPr/>
            <p:nvPr/>
          </p:nvSpPr>
          <p:spPr>
            <a:xfrm>
              <a:off x="4699021" y="321924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8"/>
            <p:cNvSpPr/>
            <p:nvPr/>
          </p:nvSpPr>
          <p:spPr>
            <a:xfrm>
              <a:off x="4637195" y="394429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9"/>
            <p:cNvSpPr/>
            <p:nvPr/>
          </p:nvSpPr>
          <p:spPr>
            <a:xfrm>
              <a:off x="4601087" y="385222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500"/>
            <p:cNvSpPr/>
            <p:nvPr/>
          </p:nvSpPr>
          <p:spPr>
            <a:xfrm>
              <a:off x="4604841" y="376832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1"/>
            <p:cNvSpPr/>
            <p:nvPr/>
          </p:nvSpPr>
          <p:spPr>
            <a:xfrm>
              <a:off x="4566720" y="383708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2"/>
            <p:cNvSpPr/>
            <p:nvPr/>
          </p:nvSpPr>
          <p:spPr>
            <a:xfrm>
              <a:off x="4632058" y="364785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3"/>
            <p:cNvSpPr/>
            <p:nvPr/>
          </p:nvSpPr>
          <p:spPr>
            <a:xfrm>
              <a:off x="4569286" y="374241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4"/>
            <p:cNvSpPr/>
            <p:nvPr/>
          </p:nvSpPr>
          <p:spPr>
            <a:xfrm>
              <a:off x="4578141" y="3679521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5"/>
            <p:cNvSpPr/>
            <p:nvPr/>
          </p:nvSpPr>
          <p:spPr>
            <a:xfrm>
              <a:off x="4656819" y="462494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6"/>
            <p:cNvSpPr/>
            <p:nvPr/>
          </p:nvSpPr>
          <p:spPr>
            <a:xfrm>
              <a:off x="4721531" y="337339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7"/>
            <p:cNvSpPr/>
            <p:nvPr/>
          </p:nvSpPr>
          <p:spPr>
            <a:xfrm>
              <a:off x="4676043" y="416226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8"/>
            <p:cNvSpPr/>
            <p:nvPr/>
          </p:nvSpPr>
          <p:spPr>
            <a:xfrm>
              <a:off x="5240699" y="397852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9"/>
            <p:cNvSpPr/>
            <p:nvPr/>
          </p:nvSpPr>
          <p:spPr>
            <a:xfrm>
              <a:off x="5224371" y="412824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10"/>
            <p:cNvSpPr/>
            <p:nvPr/>
          </p:nvSpPr>
          <p:spPr>
            <a:xfrm>
              <a:off x="5338358" y="423401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1"/>
            <p:cNvSpPr/>
            <p:nvPr/>
          </p:nvSpPr>
          <p:spPr>
            <a:xfrm>
              <a:off x="4668044" y="390882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2"/>
            <p:cNvSpPr/>
            <p:nvPr/>
          </p:nvSpPr>
          <p:spPr>
            <a:xfrm>
              <a:off x="5295407" y="446892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3"/>
            <p:cNvSpPr/>
            <p:nvPr/>
          </p:nvSpPr>
          <p:spPr>
            <a:xfrm>
              <a:off x="5264122" y="398215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4"/>
            <p:cNvSpPr/>
            <p:nvPr/>
          </p:nvSpPr>
          <p:spPr>
            <a:xfrm>
              <a:off x="5350861" y="316601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5"/>
            <p:cNvSpPr/>
            <p:nvPr/>
          </p:nvSpPr>
          <p:spPr>
            <a:xfrm>
              <a:off x="5352361" y="369099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6"/>
            <p:cNvSpPr/>
            <p:nvPr/>
          </p:nvSpPr>
          <p:spPr>
            <a:xfrm>
              <a:off x="5325571" y="367159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7"/>
            <p:cNvSpPr/>
            <p:nvPr/>
          </p:nvSpPr>
          <p:spPr>
            <a:xfrm>
              <a:off x="5266890" y="440595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8"/>
            <p:cNvSpPr/>
            <p:nvPr/>
          </p:nvSpPr>
          <p:spPr>
            <a:xfrm>
              <a:off x="5259285" y="410561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9"/>
            <p:cNvSpPr/>
            <p:nvPr/>
          </p:nvSpPr>
          <p:spPr>
            <a:xfrm>
              <a:off x="5259161" y="404858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20"/>
            <p:cNvSpPr/>
            <p:nvPr/>
          </p:nvSpPr>
          <p:spPr>
            <a:xfrm>
              <a:off x="5253265" y="353338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1"/>
            <p:cNvSpPr/>
            <p:nvPr/>
          </p:nvSpPr>
          <p:spPr>
            <a:xfrm>
              <a:off x="5331316" y="420908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2"/>
            <p:cNvSpPr/>
            <p:nvPr/>
          </p:nvSpPr>
          <p:spPr>
            <a:xfrm>
              <a:off x="5870595" y="392798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3"/>
            <p:cNvSpPr/>
            <p:nvPr/>
          </p:nvSpPr>
          <p:spPr>
            <a:xfrm>
              <a:off x="5833438" y="391545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4"/>
            <p:cNvSpPr/>
            <p:nvPr/>
          </p:nvSpPr>
          <p:spPr>
            <a:xfrm>
              <a:off x="5873072" y="358763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5"/>
            <p:cNvSpPr/>
            <p:nvPr/>
          </p:nvSpPr>
          <p:spPr>
            <a:xfrm>
              <a:off x="5911794" y="362849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6"/>
            <p:cNvSpPr/>
            <p:nvPr/>
          </p:nvSpPr>
          <p:spPr>
            <a:xfrm>
              <a:off x="5859894" y="384219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7"/>
            <p:cNvSpPr/>
            <p:nvPr/>
          </p:nvSpPr>
          <p:spPr>
            <a:xfrm>
              <a:off x="5911751" y="397778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8"/>
            <p:cNvSpPr/>
            <p:nvPr/>
          </p:nvSpPr>
          <p:spPr>
            <a:xfrm>
              <a:off x="5986762" y="379931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9"/>
            <p:cNvSpPr/>
            <p:nvPr/>
          </p:nvSpPr>
          <p:spPr>
            <a:xfrm>
              <a:off x="5882052" y="430615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30"/>
            <p:cNvSpPr/>
            <p:nvPr/>
          </p:nvSpPr>
          <p:spPr>
            <a:xfrm>
              <a:off x="5919334" y="423285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1"/>
            <p:cNvSpPr/>
            <p:nvPr/>
          </p:nvSpPr>
          <p:spPr>
            <a:xfrm>
              <a:off x="5919117" y="414088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2"/>
            <p:cNvSpPr/>
            <p:nvPr/>
          </p:nvSpPr>
          <p:spPr>
            <a:xfrm>
              <a:off x="5937368" y="383576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3"/>
            <p:cNvSpPr/>
            <p:nvPr/>
          </p:nvSpPr>
          <p:spPr>
            <a:xfrm>
              <a:off x="5950768" y="396197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4"/>
            <p:cNvSpPr/>
            <p:nvPr/>
          </p:nvSpPr>
          <p:spPr>
            <a:xfrm>
              <a:off x="5910569" y="408156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5"/>
            <p:cNvSpPr/>
            <p:nvPr/>
          </p:nvSpPr>
          <p:spPr>
            <a:xfrm>
              <a:off x="5971208" y="369835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6"/>
            <p:cNvSpPr/>
            <p:nvPr/>
          </p:nvSpPr>
          <p:spPr>
            <a:xfrm>
              <a:off x="5917695" y="349813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7"/>
            <p:cNvSpPr/>
            <p:nvPr/>
          </p:nvSpPr>
          <p:spPr>
            <a:xfrm>
              <a:off x="5867375" y="402623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8"/>
            <p:cNvSpPr/>
            <p:nvPr/>
          </p:nvSpPr>
          <p:spPr>
            <a:xfrm>
              <a:off x="5953462" y="372860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9"/>
            <p:cNvSpPr/>
            <p:nvPr/>
          </p:nvSpPr>
          <p:spPr>
            <a:xfrm>
              <a:off x="5821818" y="388270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40"/>
            <p:cNvSpPr/>
            <p:nvPr/>
          </p:nvSpPr>
          <p:spPr>
            <a:xfrm>
              <a:off x="5912964" y="405997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1"/>
            <p:cNvSpPr/>
            <p:nvPr/>
          </p:nvSpPr>
          <p:spPr>
            <a:xfrm>
              <a:off x="5867672" y="352916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2"/>
            <p:cNvSpPr/>
            <p:nvPr/>
          </p:nvSpPr>
          <p:spPr>
            <a:xfrm>
              <a:off x="5826575" y="395504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3"/>
            <p:cNvSpPr/>
            <p:nvPr/>
          </p:nvSpPr>
          <p:spPr>
            <a:xfrm>
              <a:off x="5955670" y="426126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4"/>
            <p:cNvSpPr/>
            <p:nvPr/>
          </p:nvSpPr>
          <p:spPr>
            <a:xfrm>
              <a:off x="5872884" y="414326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5"/>
            <p:cNvSpPr/>
            <p:nvPr/>
          </p:nvSpPr>
          <p:spPr>
            <a:xfrm>
              <a:off x="5872503" y="383979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6"/>
            <p:cNvSpPr/>
            <p:nvPr/>
          </p:nvSpPr>
          <p:spPr>
            <a:xfrm>
              <a:off x="5961904" y="411743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7"/>
            <p:cNvSpPr/>
            <p:nvPr/>
          </p:nvSpPr>
          <p:spPr>
            <a:xfrm>
              <a:off x="5945334" y="393890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8"/>
            <p:cNvSpPr/>
            <p:nvPr/>
          </p:nvSpPr>
          <p:spPr>
            <a:xfrm>
              <a:off x="5931195" y="356784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9"/>
            <p:cNvSpPr/>
            <p:nvPr/>
          </p:nvSpPr>
          <p:spPr>
            <a:xfrm>
              <a:off x="5964139" y="358274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50"/>
            <p:cNvSpPr/>
            <p:nvPr/>
          </p:nvSpPr>
          <p:spPr>
            <a:xfrm>
              <a:off x="5825586" y="352816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1"/>
            <p:cNvSpPr/>
            <p:nvPr/>
          </p:nvSpPr>
          <p:spPr>
            <a:xfrm>
              <a:off x="5928568" y="3358283"/>
              <a:ext cx="33391" cy="33391"/>
            </a:xfrm>
            <a:prstGeom prst="ellipse">
              <a:avLst/>
            </a:prstGeom>
            <a:solidFill>
              <a:srgbClr val="61D2B2">
                <a:alpha val="25098"/>
              </a:srgbClr>
            </a:solidFill>
            <a:ln w="9000" cap="rnd">
              <a:solidFill>
                <a:srgbClr val="61D2B2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2"/>
            <p:cNvSpPr/>
            <p:nvPr/>
          </p:nvSpPr>
          <p:spPr>
            <a:xfrm>
              <a:off x="5925307" y="406919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3"/>
            <p:cNvSpPr/>
            <p:nvPr/>
          </p:nvSpPr>
          <p:spPr>
            <a:xfrm>
              <a:off x="5882385" y="358929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4"/>
            <p:cNvSpPr/>
            <p:nvPr/>
          </p:nvSpPr>
          <p:spPr>
            <a:xfrm>
              <a:off x="5832131" y="381215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5"/>
            <p:cNvSpPr/>
            <p:nvPr/>
          </p:nvSpPr>
          <p:spPr>
            <a:xfrm>
              <a:off x="5878868" y="382232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6"/>
            <p:cNvSpPr/>
            <p:nvPr/>
          </p:nvSpPr>
          <p:spPr>
            <a:xfrm>
              <a:off x="5884087" y="374697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7"/>
            <p:cNvSpPr/>
            <p:nvPr/>
          </p:nvSpPr>
          <p:spPr>
            <a:xfrm>
              <a:off x="5873682" y="400457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8"/>
            <p:cNvSpPr/>
            <p:nvPr/>
          </p:nvSpPr>
          <p:spPr>
            <a:xfrm>
              <a:off x="5894700" y="360435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9"/>
            <p:cNvSpPr/>
            <p:nvPr/>
          </p:nvSpPr>
          <p:spPr>
            <a:xfrm>
              <a:off x="5924842" y="432778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60"/>
            <p:cNvSpPr/>
            <p:nvPr/>
          </p:nvSpPr>
          <p:spPr>
            <a:xfrm>
              <a:off x="5976709" y="397677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1"/>
            <p:cNvSpPr/>
            <p:nvPr/>
          </p:nvSpPr>
          <p:spPr>
            <a:xfrm>
              <a:off x="5956558" y="380073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2"/>
            <p:cNvSpPr/>
            <p:nvPr/>
          </p:nvSpPr>
          <p:spPr>
            <a:xfrm>
              <a:off x="5961225" y="413592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3"/>
            <p:cNvSpPr/>
            <p:nvPr/>
          </p:nvSpPr>
          <p:spPr>
            <a:xfrm>
              <a:off x="5872074" y="398196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4"/>
            <p:cNvSpPr/>
            <p:nvPr/>
          </p:nvSpPr>
          <p:spPr>
            <a:xfrm>
              <a:off x="5839448" y="368041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5"/>
            <p:cNvSpPr/>
            <p:nvPr/>
          </p:nvSpPr>
          <p:spPr>
            <a:xfrm>
              <a:off x="6635276" y="342405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6"/>
            <p:cNvSpPr/>
            <p:nvPr/>
          </p:nvSpPr>
          <p:spPr>
            <a:xfrm>
              <a:off x="5961668" y="4366652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7"/>
            <p:cNvSpPr/>
            <p:nvPr/>
          </p:nvSpPr>
          <p:spPr>
            <a:xfrm>
              <a:off x="6546722" y="344096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8"/>
            <p:cNvSpPr/>
            <p:nvPr/>
          </p:nvSpPr>
          <p:spPr>
            <a:xfrm>
              <a:off x="5931530" y="350622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9"/>
            <p:cNvSpPr/>
            <p:nvPr/>
          </p:nvSpPr>
          <p:spPr>
            <a:xfrm>
              <a:off x="5938254" y="407233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70"/>
            <p:cNvSpPr/>
            <p:nvPr/>
          </p:nvSpPr>
          <p:spPr>
            <a:xfrm>
              <a:off x="6553924" y="319255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1"/>
            <p:cNvSpPr/>
            <p:nvPr/>
          </p:nvSpPr>
          <p:spPr>
            <a:xfrm>
              <a:off x="6485617" y="397751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2"/>
            <p:cNvSpPr/>
            <p:nvPr/>
          </p:nvSpPr>
          <p:spPr>
            <a:xfrm>
              <a:off x="6510965" y="363430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3"/>
            <p:cNvSpPr/>
            <p:nvPr/>
          </p:nvSpPr>
          <p:spPr>
            <a:xfrm>
              <a:off x="6607714" y="4095008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4"/>
            <p:cNvSpPr/>
            <p:nvPr/>
          </p:nvSpPr>
          <p:spPr>
            <a:xfrm>
              <a:off x="6566256" y="417959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5"/>
            <p:cNvSpPr/>
            <p:nvPr/>
          </p:nvSpPr>
          <p:spPr>
            <a:xfrm>
              <a:off x="6628110" y="459632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6"/>
            <p:cNvSpPr/>
            <p:nvPr/>
          </p:nvSpPr>
          <p:spPr>
            <a:xfrm>
              <a:off x="6616562" y="401848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7"/>
            <p:cNvSpPr/>
            <p:nvPr/>
          </p:nvSpPr>
          <p:spPr>
            <a:xfrm>
              <a:off x="6583058" y="357794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8"/>
            <p:cNvSpPr/>
            <p:nvPr/>
          </p:nvSpPr>
          <p:spPr>
            <a:xfrm>
              <a:off x="6491716" y="414917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9"/>
            <p:cNvSpPr/>
            <p:nvPr/>
          </p:nvSpPr>
          <p:spPr>
            <a:xfrm>
              <a:off x="6524095" y="4166516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80"/>
            <p:cNvSpPr/>
            <p:nvPr/>
          </p:nvSpPr>
          <p:spPr>
            <a:xfrm>
              <a:off x="6609727" y="378745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1"/>
            <p:cNvSpPr/>
            <p:nvPr/>
          </p:nvSpPr>
          <p:spPr>
            <a:xfrm>
              <a:off x="6606127" y="376827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2"/>
            <p:cNvSpPr/>
            <p:nvPr/>
          </p:nvSpPr>
          <p:spPr>
            <a:xfrm>
              <a:off x="6637163" y="323272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3"/>
            <p:cNvSpPr/>
            <p:nvPr/>
          </p:nvSpPr>
          <p:spPr>
            <a:xfrm>
              <a:off x="6541305" y="406818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4"/>
            <p:cNvSpPr/>
            <p:nvPr/>
          </p:nvSpPr>
          <p:spPr>
            <a:xfrm>
              <a:off x="6586289" y="381166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5"/>
            <p:cNvSpPr/>
            <p:nvPr/>
          </p:nvSpPr>
          <p:spPr>
            <a:xfrm>
              <a:off x="6533062" y="440821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6"/>
            <p:cNvSpPr/>
            <p:nvPr/>
          </p:nvSpPr>
          <p:spPr>
            <a:xfrm>
              <a:off x="6571521" y="349638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7"/>
            <p:cNvSpPr/>
            <p:nvPr/>
          </p:nvSpPr>
          <p:spPr>
            <a:xfrm>
              <a:off x="6532783" y="410573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8"/>
            <p:cNvSpPr/>
            <p:nvPr/>
          </p:nvSpPr>
          <p:spPr>
            <a:xfrm>
              <a:off x="6522925" y="407071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9"/>
            <p:cNvSpPr/>
            <p:nvPr/>
          </p:nvSpPr>
          <p:spPr>
            <a:xfrm>
              <a:off x="6513789" y="367204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90"/>
            <p:cNvSpPr/>
            <p:nvPr/>
          </p:nvSpPr>
          <p:spPr>
            <a:xfrm>
              <a:off x="6482429" y="348979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1"/>
            <p:cNvSpPr/>
            <p:nvPr/>
          </p:nvSpPr>
          <p:spPr>
            <a:xfrm>
              <a:off x="7233997" y="405480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2"/>
            <p:cNvSpPr/>
            <p:nvPr/>
          </p:nvSpPr>
          <p:spPr>
            <a:xfrm>
              <a:off x="6490655" y="381375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3"/>
            <p:cNvSpPr/>
            <p:nvPr/>
          </p:nvSpPr>
          <p:spPr>
            <a:xfrm>
              <a:off x="6571307" y="404819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4"/>
            <p:cNvSpPr/>
            <p:nvPr/>
          </p:nvSpPr>
          <p:spPr>
            <a:xfrm>
              <a:off x="7222903" y="420861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5"/>
            <p:cNvSpPr/>
            <p:nvPr/>
          </p:nvSpPr>
          <p:spPr>
            <a:xfrm>
              <a:off x="7272514" y="379268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6"/>
            <p:cNvSpPr/>
            <p:nvPr/>
          </p:nvSpPr>
          <p:spPr>
            <a:xfrm>
              <a:off x="7193214" y="371159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tx597"/>
            <p:cNvSpPr/>
            <p:nvPr/>
          </p:nvSpPr>
          <p:spPr>
            <a:xfrm>
              <a:off x="753241" y="5378182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598" name="tx598"/>
            <p:cNvSpPr/>
            <p:nvPr/>
          </p:nvSpPr>
          <p:spPr>
            <a:xfrm>
              <a:off x="753241" y="4962611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599" name="tx599"/>
            <p:cNvSpPr/>
            <p:nvPr/>
          </p:nvSpPr>
          <p:spPr>
            <a:xfrm>
              <a:off x="691062" y="454704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600" name="tx600"/>
            <p:cNvSpPr/>
            <p:nvPr/>
          </p:nvSpPr>
          <p:spPr>
            <a:xfrm>
              <a:off x="691062" y="413146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</a:t>
              </a:r>
            </a:p>
          </p:txBody>
        </p:sp>
        <p:sp>
          <p:nvSpPr>
            <p:cNvPr id="601" name="tx601"/>
            <p:cNvSpPr/>
            <p:nvPr/>
          </p:nvSpPr>
          <p:spPr>
            <a:xfrm>
              <a:off x="691062" y="371589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602" name="tx602"/>
            <p:cNvSpPr/>
            <p:nvPr/>
          </p:nvSpPr>
          <p:spPr>
            <a:xfrm>
              <a:off x="691062" y="330032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603" name="tx603"/>
            <p:cNvSpPr/>
            <p:nvPr/>
          </p:nvSpPr>
          <p:spPr>
            <a:xfrm>
              <a:off x="691062" y="288475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604" name="tx604"/>
            <p:cNvSpPr/>
            <p:nvPr/>
          </p:nvSpPr>
          <p:spPr>
            <a:xfrm>
              <a:off x="691062" y="246918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35</a:t>
              </a:r>
            </a:p>
          </p:txBody>
        </p:sp>
        <p:sp>
          <p:nvSpPr>
            <p:cNvPr id="605" name="tx605"/>
            <p:cNvSpPr/>
            <p:nvPr/>
          </p:nvSpPr>
          <p:spPr>
            <a:xfrm>
              <a:off x="691062" y="205361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606" name="tx606"/>
            <p:cNvSpPr/>
            <p:nvPr/>
          </p:nvSpPr>
          <p:spPr>
            <a:xfrm rot="-2700000">
              <a:off x="103388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607" name="tx607"/>
            <p:cNvSpPr/>
            <p:nvPr/>
          </p:nvSpPr>
          <p:spPr>
            <a:xfrm rot="-2700000">
              <a:off x="169915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608" name="tx608"/>
            <p:cNvSpPr/>
            <p:nvPr/>
          </p:nvSpPr>
          <p:spPr>
            <a:xfrm rot="-2700000">
              <a:off x="236427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609" name="tx609"/>
            <p:cNvSpPr/>
            <p:nvPr/>
          </p:nvSpPr>
          <p:spPr>
            <a:xfrm rot="-2700000">
              <a:off x="299761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610" name="tx610"/>
            <p:cNvSpPr/>
            <p:nvPr/>
          </p:nvSpPr>
          <p:spPr>
            <a:xfrm rot="-2700000">
              <a:off x="36362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611" name="tx611"/>
            <p:cNvSpPr/>
            <p:nvPr/>
          </p:nvSpPr>
          <p:spPr>
            <a:xfrm rot="-2700000">
              <a:off x="432261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612" name="tx612"/>
            <p:cNvSpPr/>
            <p:nvPr/>
          </p:nvSpPr>
          <p:spPr>
            <a:xfrm rot="-2700000">
              <a:off x="497711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613" name="tx613"/>
            <p:cNvSpPr/>
            <p:nvPr/>
          </p:nvSpPr>
          <p:spPr>
            <a:xfrm rot="-2700000">
              <a:off x="554151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614" name="tx614"/>
            <p:cNvSpPr/>
            <p:nvPr/>
          </p:nvSpPr>
          <p:spPr>
            <a:xfrm rot="-2700000">
              <a:off x="6227775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615" name="tx615"/>
            <p:cNvSpPr/>
            <p:nvPr/>
          </p:nvSpPr>
          <p:spPr>
            <a:xfrm rot="-2700000">
              <a:off x="685059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616" name="tx616"/>
            <p:cNvSpPr/>
            <p:nvPr/>
          </p:nvSpPr>
          <p:spPr>
            <a:xfrm>
              <a:off x="4103475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617" name="tx617"/>
            <p:cNvSpPr/>
            <p:nvPr/>
          </p:nvSpPr>
          <p:spPr>
            <a:xfrm rot="-5400000">
              <a:off x="332250" y="3705886"/>
              <a:ext cx="48911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Ct-verdi</a:t>
              </a:r>
            </a:p>
          </p:txBody>
        </p:sp>
        <p:sp>
          <p:nvSpPr>
            <p:cNvPr id="618" name="tx618"/>
            <p:cNvSpPr/>
            <p:nvPr/>
          </p:nvSpPr>
          <p:spPr>
            <a:xfrm>
              <a:off x="7964966" y="3122451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619" name="pl619"/>
            <p:cNvSpPr/>
            <p:nvPr/>
          </p:nvSpPr>
          <p:spPr>
            <a:xfrm>
              <a:off x="8074694" y="3471389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0" name="pl620"/>
            <p:cNvSpPr/>
            <p:nvPr/>
          </p:nvSpPr>
          <p:spPr>
            <a:xfrm>
              <a:off x="8074694" y="3328743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1" name="rc621"/>
            <p:cNvSpPr/>
            <p:nvPr/>
          </p:nvSpPr>
          <p:spPr>
            <a:xfrm>
              <a:off x="7992398" y="3361661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2" name="pl622"/>
            <p:cNvSpPr/>
            <p:nvPr/>
          </p:nvSpPr>
          <p:spPr>
            <a:xfrm>
              <a:off x="7992398" y="3416525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3" name="pl623"/>
            <p:cNvSpPr/>
            <p:nvPr/>
          </p:nvSpPr>
          <p:spPr>
            <a:xfrm>
              <a:off x="8074694" y="350430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4" name="pl624"/>
            <p:cNvSpPr/>
            <p:nvPr/>
          </p:nvSpPr>
          <p:spPr>
            <a:xfrm>
              <a:off x="8074694" y="332874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5" name="pt625"/>
            <p:cNvSpPr/>
            <p:nvPr/>
          </p:nvSpPr>
          <p:spPr>
            <a:xfrm>
              <a:off x="8057998" y="3399830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l626"/>
            <p:cNvSpPr/>
            <p:nvPr/>
          </p:nvSpPr>
          <p:spPr>
            <a:xfrm>
              <a:off x="8074694" y="3690845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7" name="pl627"/>
            <p:cNvSpPr/>
            <p:nvPr/>
          </p:nvSpPr>
          <p:spPr>
            <a:xfrm>
              <a:off x="8074694" y="3548199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8" name="rc628"/>
            <p:cNvSpPr/>
            <p:nvPr/>
          </p:nvSpPr>
          <p:spPr>
            <a:xfrm>
              <a:off x="7992398" y="3581117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9" name="pl629"/>
            <p:cNvSpPr/>
            <p:nvPr/>
          </p:nvSpPr>
          <p:spPr>
            <a:xfrm>
              <a:off x="7992398" y="3635981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0" name="pl630"/>
            <p:cNvSpPr/>
            <p:nvPr/>
          </p:nvSpPr>
          <p:spPr>
            <a:xfrm>
              <a:off x="8074694" y="372376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1" name="pl631"/>
            <p:cNvSpPr/>
            <p:nvPr/>
          </p:nvSpPr>
          <p:spPr>
            <a:xfrm>
              <a:off x="8074694" y="35481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2" name="pt632"/>
            <p:cNvSpPr/>
            <p:nvPr/>
          </p:nvSpPr>
          <p:spPr>
            <a:xfrm>
              <a:off x="8057998" y="3619286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l633"/>
            <p:cNvSpPr/>
            <p:nvPr/>
          </p:nvSpPr>
          <p:spPr>
            <a:xfrm>
              <a:off x="8074694" y="3910301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4" name="pl634"/>
            <p:cNvSpPr/>
            <p:nvPr/>
          </p:nvSpPr>
          <p:spPr>
            <a:xfrm>
              <a:off x="8074694" y="3767655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5" name="rc635"/>
            <p:cNvSpPr/>
            <p:nvPr/>
          </p:nvSpPr>
          <p:spPr>
            <a:xfrm>
              <a:off x="7992398" y="3800573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6" name="pl636"/>
            <p:cNvSpPr/>
            <p:nvPr/>
          </p:nvSpPr>
          <p:spPr>
            <a:xfrm>
              <a:off x="7992398" y="3855437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7" name="pl637"/>
            <p:cNvSpPr/>
            <p:nvPr/>
          </p:nvSpPr>
          <p:spPr>
            <a:xfrm>
              <a:off x="8074694" y="394322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8" name="pl638"/>
            <p:cNvSpPr/>
            <p:nvPr/>
          </p:nvSpPr>
          <p:spPr>
            <a:xfrm>
              <a:off x="8074694" y="376765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9" name="pt639"/>
            <p:cNvSpPr/>
            <p:nvPr/>
          </p:nvSpPr>
          <p:spPr>
            <a:xfrm>
              <a:off x="8057998" y="3838742"/>
              <a:ext cx="33391" cy="33391"/>
            </a:xfrm>
            <a:prstGeom prst="ellipse">
              <a:avLst/>
            </a:prstGeom>
            <a:solidFill>
              <a:srgbClr val="61D2B2">
                <a:alpha val="25098"/>
              </a:srgbClr>
            </a:solidFill>
            <a:ln w="9000" cap="rnd">
              <a:solidFill>
                <a:srgbClr val="61D2B2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l640"/>
            <p:cNvSpPr/>
            <p:nvPr/>
          </p:nvSpPr>
          <p:spPr>
            <a:xfrm>
              <a:off x="8074694" y="4129757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1" name="pl641"/>
            <p:cNvSpPr/>
            <p:nvPr/>
          </p:nvSpPr>
          <p:spPr>
            <a:xfrm>
              <a:off x="8074694" y="3987111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2" name="rc642"/>
            <p:cNvSpPr/>
            <p:nvPr/>
          </p:nvSpPr>
          <p:spPr>
            <a:xfrm>
              <a:off x="7992398" y="4020029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3" name="pl643"/>
            <p:cNvSpPr/>
            <p:nvPr/>
          </p:nvSpPr>
          <p:spPr>
            <a:xfrm>
              <a:off x="7992398" y="4074893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" name="pl644"/>
            <p:cNvSpPr/>
            <p:nvPr/>
          </p:nvSpPr>
          <p:spPr>
            <a:xfrm>
              <a:off x="8074694" y="416267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5" name="pl645"/>
            <p:cNvSpPr/>
            <p:nvPr/>
          </p:nvSpPr>
          <p:spPr>
            <a:xfrm>
              <a:off x="8074694" y="398711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6" name="pt646"/>
            <p:cNvSpPr/>
            <p:nvPr/>
          </p:nvSpPr>
          <p:spPr>
            <a:xfrm>
              <a:off x="8057998" y="4058198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l647"/>
            <p:cNvSpPr/>
            <p:nvPr/>
          </p:nvSpPr>
          <p:spPr>
            <a:xfrm>
              <a:off x="8074694" y="4349213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8" name="pl648"/>
            <p:cNvSpPr/>
            <p:nvPr/>
          </p:nvSpPr>
          <p:spPr>
            <a:xfrm>
              <a:off x="8074694" y="4206567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9" name="rc649"/>
            <p:cNvSpPr/>
            <p:nvPr/>
          </p:nvSpPr>
          <p:spPr>
            <a:xfrm>
              <a:off x="7992398" y="4239485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0" name="pl650"/>
            <p:cNvSpPr/>
            <p:nvPr/>
          </p:nvSpPr>
          <p:spPr>
            <a:xfrm>
              <a:off x="7992398" y="4294349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1" name="pl651"/>
            <p:cNvSpPr/>
            <p:nvPr/>
          </p:nvSpPr>
          <p:spPr>
            <a:xfrm>
              <a:off x="8074694" y="438213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2" name="pl652"/>
            <p:cNvSpPr/>
            <p:nvPr/>
          </p:nvSpPr>
          <p:spPr>
            <a:xfrm>
              <a:off x="8074694" y="420656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53" name="pt653"/>
            <p:cNvSpPr/>
            <p:nvPr/>
          </p:nvSpPr>
          <p:spPr>
            <a:xfrm>
              <a:off x="8057998" y="427765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tx654"/>
            <p:cNvSpPr/>
            <p:nvPr/>
          </p:nvSpPr>
          <p:spPr>
            <a:xfrm>
              <a:off x="8254011" y="3376520"/>
              <a:ext cx="14913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655" name="tx655"/>
            <p:cNvSpPr/>
            <p:nvPr/>
          </p:nvSpPr>
          <p:spPr>
            <a:xfrm>
              <a:off x="8254011" y="3595976"/>
              <a:ext cx="2424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656" name="tx656"/>
            <p:cNvSpPr/>
            <p:nvPr/>
          </p:nvSpPr>
          <p:spPr>
            <a:xfrm>
              <a:off x="8254011" y="3815432"/>
              <a:ext cx="2424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657" name="tx657"/>
            <p:cNvSpPr/>
            <p:nvPr/>
          </p:nvSpPr>
          <p:spPr>
            <a:xfrm>
              <a:off x="8254011" y="4034888"/>
              <a:ext cx="2424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658" name="tx658"/>
            <p:cNvSpPr/>
            <p:nvPr/>
          </p:nvSpPr>
          <p:spPr>
            <a:xfrm>
              <a:off x="8254011" y="4254344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  <p:sp>
          <p:nvSpPr>
            <p:cNvPr id="659" name="tx659"/>
            <p:cNvSpPr/>
            <p:nvPr/>
          </p:nvSpPr>
          <p:spPr>
            <a:xfrm>
              <a:off x="878051" y="1894551"/>
              <a:ext cx="1367210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Ct-kolonne: pcr_h3_ct</a:t>
              </a:r>
            </a:p>
          </p:txBody>
        </p:sp>
        <p:sp>
          <p:nvSpPr>
            <p:cNvPr id="660" name="tx660"/>
            <p:cNvSpPr/>
            <p:nvPr/>
          </p:nvSpPr>
          <p:spPr>
            <a:xfrm>
              <a:off x="878051" y="1669789"/>
              <a:ext cx="194584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Ct-verdier per måned - H3</a:t>
              </a:r>
            </a:p>
          </p:txBody>
        </p:sp>
      </p:grpSp>
      <p:sp>
        <p:nvSpPr>
          <p:cNvPr id="66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Ct-verdier per måned - H3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878051" y="5210402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78051" y="4794831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878051" y="4379260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878051" y="3963689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878051" y="3548118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878051" y="3132547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878051" y="2716976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878051" y="2301405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82228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735877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378983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022089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665195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308301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961950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5583971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6205992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6849098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7492204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878051" y="5418187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878051" y="5002616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878051" y="4587045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878051" y="4171474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878051" y="3755903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878051" y="3340332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878051" y="2924761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878051" y="2509190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878051" y="2093619"/>
              <a:ext cx="6811302" cy="0"/>
            </a:xfrm>
            <a:custGeom>
              <a:avLst/>
              <a:pathLst>
                <a:path w="6811302" h="0">
                  <a:moveTo>
                    <a:pt x="0" y="0"/>
                  </a:moveTo>
                  <a:lnTo>
                    <a:pt x="6811302" y="0"/>
                  </a:lnTo>
                  <a:lnTo>
                    <a:pt x="681130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409052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062701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695265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3348914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3981477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4635126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288775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879167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6532816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7165379" y="2093619"/>
              <a:ext cx="0" cy="3324567"/>
            </a:xfrm>
            <a:custGeom>
              <a:avLst/>
              <a:pathLst>
                <a:path w="0" h="3324567">
                  <a:moveTo>
                    <a:pt x="0" y="3324567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476985" y="399942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476985" y="399942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g45"/>
            <p:cNvSpPr/>
            <p:nvPr/>
          </p:nvSpPr>
          <p:spPr>
            <a:xfrm>
              <a:off x="4421636" y="3999428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421636" y="3999428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5120091" y="3542300"/>
              <a:ext cx="0" cy="81867"/>
            </a:xfrm>
            <a:custGeom>
              <a:avLst/>
              <a:pathLst>
                <a:path w="0" h="81867">
                  <a:moveTo>
                    <a:pt x="0" y="8186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120091" y="3787902"/>
              <a:ext cx="0" cy="81867"/>
            </a:xfrm>
            <a:custGeom>
              <a:avLst/>
              <a:pathLst>
                <a:path w="0" h="81867">
                  <a:moveTo>
                    <a:pt x="0" y="0"/>
                  </a:moveTo>
                  <a:lnTo>
                    <a:pt x="0" y="81867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g49"/>
            <p:cNvSpPr/>
            <p:nvPr/>
          </p:nvSpPr>
          <p:spPr>
            <a:xfrm>
              <a:off x="5075812" y="3624167"/>
              <a:ext cx="88558" cy="163734"/>
            </a:xfrm>
            <a:custGeom>
              <a:avLst/>
              <a:pathLst>
                <a:path w="88558" h="163734">
                  <a:moveTo>
                    <a:pt x="0" y="0"/>
                  </a:moveTo>
                  <a:lnTo>
                    <a:pt x="0" y="163734"/>
                  </a:lnTo>
                  <a:lnTo>
                    <a:pt x="88558" y="163734"/>
                  </a:lnTo>
                  <a:lnTo>
                    <a:pt x="8855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075812" y="3706035"/>
              <a:ext cx="88558" cy="0"/>
            </a:xfrm>
            <a:custGeom>
              <a:avLst/>
              <a:pathLst>
                <a:path w="88558" h="0">
                  <a:moveTo>
                    <a:pt x="0" y="0"/>
                  </a:moveTo>
                  <a:lnTo>
                    <a:pt x="88558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721026" y="3898860"/>
              <a:ext cx="0" cy="46128"/>
            </a:xfrm>
            <a:custGeom>
              <a:avLst/>
              <a:pathLst>
                <a:path w="0" h="46128">
                  <a:moveTo>
                    <a:pt x="0" y="4612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721026" y="3994025"/>
              <a:ext cx="0" cy="2908"/>
            </a:xfrm>
            <a:custGeom>
              <a:avLst/>
              <a:pathLst>
                <a:path w="0" h="2908">
                  <a:moveTo>
                    <a:pt x="0" y="0"/>
                  </a:moveTo>
                  <a:lnTo>
                    <a:pt x="0" y="2908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g53"/>
            <p:cNvSpPr/>
            <p:nvPr/>
          </p:nvSpPr>
          <p:spPr>
            <a:xfrm>
              <a:off x="5665677" y="3944988"/>
              <a:ext cx="110698" cy="49037"/>
            </a:xfrm>
            <a:custGeom>
              <a:avLst/>
              <a:pathLst>
                <a:path w="110698" h="49037">
                  <a:moveTo>
                    <a:pt x="0" y="0"/>
                  </a:moveTo>
                  <a:lnTo>
                    <a:pt x="0" y="49037"/>
                  </a:lnTo>
                  <a:lnTo>
                    <a:pt x="110698" y="49037"/>
                  </a:lnTo>
                  <a:lnTo>
                    <a:pt x="1106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665677" y="3991116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6357104" y="414820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6357104" y="414820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g57"/>
            <p:cNvSpPr/>
            <p:nvPr/>
          </p:nvSpPr>
          <p:spPr>
            <a:xfrm>
              <a:off x="6320204" y="4148202"/>
              <a:ext cx="73799" cy="0"/>
            </a:xfrm>
            <a:custGeom>
              <a:avLst/>
              <a:pathLst>
                <a:path w="73799" h="0">
                  <a:moveTo>
                    <a:pt x="0" y="0"/>
                  </a:moveTo>
                  <a:lnTo>
                    <a:pt x="73799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6320204" y="4148202"/>
              <a:ext cx="73799" cy="0"/>
            </a:xfrm>
            <a:custGeom>
              <a:avLst/>
              <a:pathLst>
                <a:path w="73799" h="0">
                  <a:moveTo>
                    <a:pt x="0" y="0"/>
                  </a:moveTo>
                  <a:lnTo>
                    <a:pt x="73799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6427389" y="390883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6427389" y="390883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g61"/>
            <p:cNvSpPr/>
            <p:nvPr/>
          </p:nvSpPr>
          <p:spPr>
            <a:xfrm>
              <a:off x="6390489" y="3908833"/>
              <a:ext cx="73799" cy="0"/>
            </a:xfrm>
            <a:custGeom>
              <a:avLst/>
              <a:pathLst>
                <a:path w="73799" h="0">
                  <a:moveTo>
                    <a:pt x="0" y="0"/>
                  </a:moveTo>
                  <a:lnTo>
                    <a:pt x="73799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6390489" y="3908833"/>
              <a:ext cx="73799" cy="0"/>
            </a:xfrm>
            <a:custGeom>
              <a:avLst/>
              <a:pathLst>
                <a:path w="73799" h="0">
                  <a:moveTo>
                    <a:pt x="0" y="0"/>
                  </a:moveTo>
                  <a:lnTo>
                    <a:pt x="73799" y="0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3840907" y="395787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3840907" y="395787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g65"/>
            <p:cNvSpPr/>
            <p:nvPr/>
          </p:nvSpPr>
          <p:spPr>
            <a:xfrm>
              <a:off x="3767108" y="3957871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3767108" y="3957871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582412" y="42870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4582412" y="42870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g69"/>
            <p:cNvSpPr/>
            <p:nvPr/>
          </p:nvSpPr>
          <p:spPr>
            <a:xfrm>
              <a:off x="4527063" y="4287003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4527063" y="4287003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5204433" y="3302100"/>
              <a:ext cx="0" cy="258069"/>
            </a:xfrm>
            <a:custGeom>
              <a:avLst/>
              <a:pathLst>
                <a:path w="0" h="258069">
                  <a:moveTo>
                    <a:pt x="0" y="258069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5204433" y="3878912"/>
              <a:ext cx="0" cy="243524"/>
            </a:xfrm>
            <a:custGeom>
              <a:avLst/>
              <a:pathLst>
                <a:path w="0" h="243524">
                  <a:moveTo>
                    <a:pt x="0" y="0"/>
                  </a:moveTo>
                  <a:lnTo>
                    <a:pt x="0" y="243524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g73"/>
            <p:cNvSpPr/>
            <p:nvPr/>
          </p:nvSpPr>
          <p:spPr>
            <a:xfrm>
              <a:off x="5160153" y="3560169"/>
              <a:ext cx="88558" cy="318742"/>
            </a:xfrm>
            <a:custGeom>
              <a:avLst/>
              <a:pathLst>
                <a:path w="88558" h="318742">
                  <a:moveTo>
                    <a:pt x="0" y="0"/>
                  </a:moveTo>
                  <a:lnTo>
                    <a:pt x="0" y="318742"/>
                  </a:lnTo>
                  <a:lnTo>
                    <a:pt x="88558" y="318742"/>
                  </a:lnTo>
                  <a:lnTo>
                    <a:pt x="8855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5160153" y="3750916"/>
              <a:ext cx="88558" cy="0"/>
            </a:xfrm>
            <a:custGeom>
              <a:avLst/>
              <a:pathLst>
                <a:path w="88558" h="0">
                  <a:moveTo>
                    <a:pt x="0" y="0"/>
                  </a:moveTo>
                  <a:lnTo>
                    <a:pt x="88558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5826454" y="3925456"/>
              <a:ext cx="0" cy="1454"/>
            </a:xfrm>
            <a:custGeom>
              <a:avLst/>
              <a:pathLst>
                <a:path w="0" h="1454">
                  <a:moveTo>
                    <a:pt x="0" y="145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5826454" y="3929820"/>
              <a:ext cx="0" cy="1454"/>
            </a:xfrm>
            <a:custGeom>
              <a:avLst/>
              <a:pathLst>
                <a:path w="0" h="1454">
                  <a:moveTo>
                    <a:pt x="0" y="0"/>
                  </a:moveTo>
                  <a:lnTo>
                    <a:pt x="0" y="1454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g77"/>
            <p:cNvSpPr/>
            <p:nvPr/>
          </p:nvSpPr>
          <p:spPr>
            <a:xfrm>
              <a:off x="5771104" y="3926911"/>
              <a:ext cx="110698" cy="2908"/>
            </a:xfrm>
            <a:custGeom>
              <a:avLst/>
              <a:pathLst>
                <a:path w="110698" h="2908">
                  <a:moveTo>
                    <a:pt x="0" y="0"/>
                  </a:moveTo>
                  <a:lnTo>
                    <a:pt x="0" y="2908"/>
                  </a:lnTo>
                  <a:lnTo>
                    <a:pt x="110698" y="2908"/>
                  </a:lnTo>
                  <a:lnTo>
                    <a:pt x="1106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5771104" y="3928365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497674" y="3312073"/>
              <a:ext cx="0" cy="267004"/>
            </a:xfrm>
            <a:custGeom>
              <a:avLst/>
              <a:pathLst>
                <a:path w="0" h="267004">
                  <a:moveTo>
                    <a:pt x="0" y="26700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497674" y="3759020"/>
              <a:ext cx="0" cy="134021"/>
            </a:xfrm>
            <a:custGeom>
              <a:avLst/>
              <a:pathLst>
                <a:path w="0" h="134021">
                  <a:moveTo>
                    <a:pt x="0" y="0"/>
                  </a:moveTo>
                  <a:lnTo>
                    <a:pt x="0" y="134021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g81"/>
            <p:cNvSpPr/>
            <p:nvPr/>
          </p:nvSpPr>
          <p:spPr>
            <a:xfrm>
              <a:off x="6460774" y="3579078"/>
              <a:ext cx="73799" cy="179942"/>
            </a:xfrm>
            <a:custGeom>
              <a:avLst/>
              <a:pathLst>
                <a:path w="73799" h="179942">
                  <a:moveTo>
                    <a:pt x="0" y="0"/>
                  </a:moveTo>
                  <a:lnTo>
                    <a:pt x="0" y="179942"/>
                  </a:lnTo>
                  <a:lnTo>
                    <a:pt x="73799" y="179942"/>
                  </a:lnTo>
                  <a:lnTo>
                    <a:pt x="73799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460774" y="3629154"/>
              <a:ext cx="73799" cy="0"/>
            </a:xfrm>
            <a:custGeom>
              <a:avLst/>
              <a:pathLst>
                <a:path w="73799" h="0">
                  <a:moveTo>
                    <a:pt x="0" y="0"/>
                  </a:moveTo>
                  <a:lnTo>
                    <a:pt x="73799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7024810" y="3327865"/>
              <a:ext cx="0" cy="27012"/>
            </a:xfrm>
            <a:custGeom>
              <a:avLst/>
              <a:pathLst>
                <a:path w="0" h="27012">
                  <a:moveTo>
                    <a:pt x="0" y="2701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024810" y="4037453"/>
              <a:ext cx="0" cy="259524"/>
            </a:xfrm>
            <a:custGeom>
              <a:avLst/>
              <a:pathLst>
                <a:path w="0" h="259524">
                  <a:moveTo>
                    <a:pt x="0" y="0"/>
                  </a:moveTo>
                  <a:lnTo>
                    <a:pt x="0" y="259524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g85"/>
            <p:cNvSpPr/>
            <p:nvPr/>
          </p:nvSpPr>
          <p:spPr>
            <a:xfrm>
              <a:off x="6951011" y="3354877"/>
              <a:ext cx="147598" cy="682575"/>
            </a:xfrm>
            <a:custGeom>
              <a:avLst/>
              <a:pathLst>
                <a:path w="147598" h="682575">
                  <a:moveTo>
                    <a:pt x="0" y="0"/>
                  </a:moveTo>
                  <a:lnTo>
                    <a:pt x="0" y="682575"/>
                  </a:lnTo>
                  <a:lnTo>
                    <a:pt x="147598" y="682575"/>
                  </a:lnTo>
                  <a:lnTo>
                    <a:pt x="1475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6951011" y="3645361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3981477" y="36461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3981477" y="36461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g89"/>
            <p:cNvSpPr/>
            <p:nvPr/>
          </p:nvSpPr>
          <p:spPr>
            <a:xfrm>
              <a:off x="3907678" y="3646193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3907678" y="3646193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4687839" y="3399343"/>
              <a:ext cx="0" cy="145449"/>
            </a:xfrm>
            <a:custGeom>
              <a:avLst/>
              <a:pathLst>
                <a:path w="0" h="145449">
                  <a:moveTo>
                    <a:pt x="0" y="145449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4687839" y="3899275"/>
              <a:ext cx="0" cy="209032"/>
            </a:xfrm>
            <a:custGeom>
              <a:avLst/>
              <a:pathLst>
                <a:path w="0" h="209032">
                  <a:moveTo>
                    <a:pt x="0" y="0"/>
                  </a:moveTo>
                  <a:lnTo>
                    <a:pt x="0" y="209032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g93"/>
            <p:cNvSpPr/>
            <p:nvPr/>
          </p:nvSpPr>
          <p:spPr>
            <a:xfrm>
              <a:off x="4632490" y="3544793"/>
              <a:ext cx="110698" cy="354482"/>
            </a:xfrm>
            <a:custGeom>
              <a:avLst/>
              <a:pathLst>
                <a:path w="110698" h="354482">
                  <a:moveTo>
                    <a:pt x="0" y="0"/>
                  </a:moveTo>
                  <a:lnTo>
                    <a:pt x="0" y="354482"/>
                  </a:lnTo>
                  <a:lnTo>
                    <a:pt x="110698" y="354482"/>
                  </a:lnTo>
                  <a:lnTo>
                    <a:pt x="1106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4632490" y="3690243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5288775" y="3473315"/>
              <a:ext cx="0" cy="77919"/>
            </a:xfrm>
            <a:custGeom>
              <a:avLst/>
              <a:pathLst>
                <a:path w="0" h="77919">
                  <a:moveTo>
                    <a:pt x="0" y="77919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5288775" y="4012726"/>
              <a:ext cx="0" cy="59842"/>
            </a:xfrm>
            <a:custGeom>
              <a:avLst/>
              <a:pathLst>
                <a:path w="0" h="59842">
                  <a:moveTo>
                    <a:pt x="0" y="0"/>
                  </a:moveTo>
                  <a:lnTo>
                    <a:pt x="0" y="59842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g97"/>
            <p:cNvSpPr/>
            <p:nvPr/>
          </p:nvSpPr>
          <p:spPr>
            <a:xfrm>
              <a:off x="5244495" y="3551235"/>
              <a:ext cx="88558" cy="461491"/>
            </a:xfrm>
            <a:custGeom>
              <a:avLst/>
              <a:pathLst>
                <a:path w="88558" h="461491">
                  <a:moveTo>
                    <a:pt x="0" y="0"/>
                  </a:moveTo>
                  <a:lnTo>
                    <a:pt x="0" y="461491"/>
                  </a:lnTo>
                  <a:lnTo>
                    <a:pt x="88558" y="461491"/>
                  </a:lnTo>
                  <a:lnTo>
                    <a:pt x="8855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5244495" y="3784993"/>
              <a:ext cx="88558" cy="0"/>
            </a:xfrm>
            <a:custGeom>
              <a:avLst/>
              <a:pathLst>
                <a:path w="88558" h="0">
                  <a:moveTo>
                    <a:pt x="0" y="0"/>
                  </a:moveTo>
                  <a:lnTo>
                    <a:pt x="88558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5931881" y="338272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5931881" y="338272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g101"/>
            <p:cNvSpPr/>
            <p:nvPr/>
          </p:nvSpPr>
          <p:spPr>
            <a:xfrm>
              <a:off x="5876531" y="3382721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5876531" y="3382721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6567958" y="3426771"/>
              <a:ext cx="0" cy="183682"/>
            </a:xfrm>
            <a:custGeom>
              <a:avLst/>
              <a:pathLst>
                <a:path w="0" h="183682">
                  <a:moveTo>
                    <a:pt x="0" y="18368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6567958" y="3968676"/>
              <a:ext cx="0" cy="286743"/>
            </a:xfrm>
            <a:custGeom>
              <a:avLst/>
              <a:pathLst>
                <a:path w="0" h="286743">
                  <a:moveTo>
                    <a:pt x="0" y="0"/>
                  </a:moveTo>
                  <a:lnTo>
                    <a:pt x="0" y="286743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g105"/>
            <p:cNvSpPr/>
            <p:nvPr/>
          </p:nvSpPr>
          <p:spPr>
            <a:xfrm>
              <a:off x="6531059" y="3610453"/>
              <a:ext cx="73799" cy="358222"/>
            </a:xfrm>
            <a:custGeom>
              <a:avLst/>
              <a:pathLst>
                <a:path w="73799" h="358222">
                  <a:moveTo>
                    <a:pt x="0" y="0"/>
                  </a:moveTo>
                  <a:lnTo>
                    <a:pt x="0" y="358222"/>
                  </a:lnTo>
                  <a:lnTo>
                    <a:pt x="73799" y="358222"/>
                  </a:lnTo>
                  <a:lnTo>
                    <a:pt x="73799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6531059" y="3733462"/>
              <a:ext cx="73799" cy="0"/>
            </a:xfrm>
            <a:custGeom>
              <a:avLst/>
              <a:pathLst>
                <a:path w="73799" h="0">
                  <a:moveTo>
                    <a:pt x="0" y="0"/>
                  </a:moveTo>
                  <a:lnTo>
                    <a:pt x="73799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165379" y="3641206"/>
              <a:ext cx="0" cy="171838"/>
            </a:xfrm>
            <a:custGeom>
              <a:avLst/>
              <a:pathLst>
                <a:path w="0" h="171838">
                  <a:moveTo>
                    <a:pt x="0" y="17183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7165379" y="4156722"/>
              <a:ext cx="0" cy="171838"/>
            </a:xfrm>
            <a:custGeom>
              <a:avLst/>
              <a:pathLst>
                <a:path w="0" h="171838">
                  <a:moveTo>
                    <a:pt x="0" y="0"/>
                  </a:moveTo>
                  <a:lnTo>
                    <a:pt x="0" y="171838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g109"/>
            <p:cNvSpPr/>
            <p:nvPr/>
          </p:nvSpPr>
          <p:spPr>
            <a:xfrm>
              <a:off x="7091580" y="3813044"/>
              <a:ext cx="147598" cy="343677"/>
            </a:xfrm>
            <a:custGeom>
              <a:avLst/>
              <a:pathLst>
                <a:path w="147598" h="343677">
                  <a:moveTo>
                    <a:pt x="0" y="0"/>
                  </a:moveTo>
                  <a:lnTo>
                    <a:pt x="0" y="343677"/>
                  </a:lnTo>
                  <a:lnTo>
                    <a:pt x="147598" y="343677"/>
                  </a:lnTo>
                  <a:lnTo>
                    <a:pt x="1475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7091580" y="3984883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1409052" y="346500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1409052" y="346500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g113"/>
            <p:cNvSpPr/>
            <p:nvPr/>
          </p:nvSpPr>
          <p:spPr>
            <a:xfrm>
              <a:off x="1187655" y="3465004"/>
              <a:ext cx="442794" cy="0"/>
            </a:xfrm>
            <a:custGeom>
              <a:avLst/>
              <a:pathLst>
                <a:path w="442794" h="0">
                  <a:moveTo>
                    <a:pt x="0" y="0"/>
                  </a:moveTo>
                  <a:lnTo>
                    <a:pt x="442794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4" name="pl114"/>
            <p:cNvSpPr/>
            <p:nvPr/>
          </p:nvSpPr>
          <p:spPr>
            <a:xfrm>
              <a:off x="1187655" y="3465004"/>
              <a:ext cx="442794" cy="0"/>
            </a:xfrm>
            <a:custGeom>
              <a:avLst/>
              <a:pathLst>
                <a:path w="442794" h="0">
                  <a:moveTo>
                    <a:pt x="0" y="0"/>
                  </a:moveTo>
                  <a:lnTo>
                    <a:pt x="442794" y="0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5" name="pl115"/>
            <p:cNvSpPr/>
            <p:nvPr/>
          </p:nvSpPr>
          <p:spPr>
            <a:xfrm>
              <a:off x="4122047" y="42254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l116"/>
            <p:cNvSpPr/>
            <p:nvPr/>
          </p:nvSpPr>
          <p:spPr>
            <a:xfrm>
              <a:off x="4122047" y="42254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g117"/>
            <p:cNvSpPr/>
            <p:nvPr/>
          </p:nvSpPr>
          <p:spPr>
            <a:xfrm>
              <a:off x="4048248" y="4225499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4048248" y="4225499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19" name="pl119"/>
            <p:cNvSpPr/>
            <p:nvPr/>
          </p:nvSpPr>
          <p:spPr>
            <a:xfrm>
              <a:off x="4793267" y="3553105"/>
              <a:ext cx="0" cy="278016"/>
            </a:xfrm>
            <a:custGeom>
              <a:avLst/>
              <a:pathLst>
                <a:path w="0" h="278016">
                  <a:moveTo>
                    <a:pt x="0" y="27801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4793267" y="4032674"/>
              <a:ext cx="0" cy="236875"/>
            </a:xfrm>
            <a:custGeom>
              <a:avLst/>
              <a:pathLst>
                <a:path w="0" h="236875">
                  <a:moveTo>
                    <a:pt x="0" y="0"/>
                  </a:moveTo>
                  <a:lnTo>
                    <a:pt x="0" y="236875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g121"/>
            <p:cNvSpPr/>
            <p:nvPr/>
          </p:nvSpPr>
          <p:spPr>
            <a:xfrm>
              <a:off x="4737917" y="3831122"/>
              <a:ext cx="110698" cy="201551"/>
            </a:xfrm>
            <a:custGeom>
              <a:avLst/>
              <a:pathLst>
                <a:path w="110698" h="201551">
                  <a:moveTo>
                    <a:pt x="0" y="0"/>
                  </a:moveTo>
                  <a:lnTo>
                    <a:pt x="0" y="201551"/>
                  </a:lnTo>
                  <a:lnTo>
                    <a:pt x="110698" y="201551"/>
                  </a:lnTo>
                  <a:lnTo>
                    <a:pt x="1106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2" name="pl122"/>
            <p:cNvSpPr/>
            <p:nvPr/>
          </p:nvSpPr>
          <p:spPr>
            <a:xfrm>
              <a:off x="4737917" y="3938755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5373116" y="394706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5373116" y="394706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g125"/>
            <p:cNvSpPr/>
            <p:nvPr/>
          </p:nvSpPr>
          <p:spPr>
            <a:xfrm>
              <a:off x="5328837" y="3947066"/>
              <a:ext cx="88558" cy="0"/>
            </a:xfrm>
            <a:custGeom>
              <a:avLst/>
              <a:pathLst>
                <a:path w="88558" h="0">
                  <a:moveTo>
                    <a:pt x="0" y="0"/>
                  </a:moveTo>
                  <a:lnTo>
                    <a:pt x="8855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5328837" y="3947066"/>
              <a:ext cx="88558" cy="0"/>
            </a:xfrm>
            <a:custGeom>
              <a:avLst/>
              <a:pathLst>
                <a:path w="88558" h="0">
                  <a:moveTo>
                    <a:pt x="0" y="0"/>
                  </a:moveTo>
                  <a:lnTo>
                    <a:pt x="88558" y="0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6037308" y="393792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6037308" y="393792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g129"/>
            <p:cNvSpPr/>
            <p:nvPr/>
          </p:nvSpPr>
          <p:spPr>
            <a:xfrm>
              <a:off x="5981959" y="3937923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5981959" y="3937923"/>
              <a:ext cx="110698" cy="0"/>
            </a:xfrm>
            <a:custGeom>
              <a:avLst/>
              <a:pathLst>
                <a:path w="110698" h="0">
                  <a:moveTo>
                    <a:pt x="0" y="0"/>
                  </a:moveTo>
                  <a:lnTo>
                    <a:pt x="110698" y="0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1" name="pl131"/>
            <p:cNvSpPr/>
            <p:nvPr/>
          </p:nvSpPr>
          <p:spPr>
            <a:xfrm>
              <a:off x="6638243" y="3395188"/>
              <a:ext cx="0" cy="114282"/>
            </a:xfrm>
            <a:custGeom>
              <a:avLst/>
              <a:pathLst>
                <a:path w="0" h="114282">
                  <a:moveTo>
                    <a:pt x="0" y="11428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6638243" y="3606298"/>
              <a:ext cx="0" cy="9142"/>
            </a:xfrm>
            <a:custGeom>
              <a:avLst/>
              <a:pathLst>
                <a:path w="0" h="9142">
                  <a:moveTo>
                    <a:pt x="0" y="0"/>
                  </a:moveTo>
                  <a:lnTo>
                    <a:pt x="0" y="9142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g133"/>
            <p:cNvSpPr/>
            <p:nvPr/>
          </p:nvSpPr>
          <p:spPr>
            <a:xfrm>
              <a:off x="6601344" y="3509470"/>
              <a:ext cx="73799" cy="96828"/>
            </a:xfrm>
            <a:custGeom>
              <a:avLst/>
              <a:pathLst>
                <a:path w="73799" h="96828">
                  <a:moveTo>
                    <a:pt x="0" y="0"/>
                  </a:moveTo>
                  <a:lnTo>
                    <a:pt x="0" y="96828"/>
                  </a:lnTo>
                  <a:lnTo>
                    <a:pt x="73799" y="96828"/>
                  </a:lnTo>
                  <a:lnTo>
                    <a:pt x="73799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6601344" y="3573883"/>
              <a:ext cx="73799" cy="0"/>
            </a:xfrm>
            <a:custGeom>
              <a:avLst/>
              <a:pathLst>
                <a:path w="73799" h="0">
                  <a:moveTo>
                    <a:pt x="0" y="0"/>
                  </a:moveTo>
                  <a:lnTo>
                    <a:pt x="73799" y="0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7305949" y="369689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7305949" y="369689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g137"/>
            <p:cNvSpPr/>
            <p:nvPr/>
          </p:nvSpPr>
          <p:spPr>
            <a:xfrm>
              <a:off x="7232150" y="3696892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7232150" y="3696892"/>
              <a:ext cx="147598" cy="0"/>
            </a:xfrm>
            <a:custGeom>
              <a:avLst/>
              <a:pathLst>
                <a:path w="147598" h="0">
                  <a:moveTo>
                    <a:pt x="0" y="0"/>
                  </a:moveTo>
                  <a:lnTo>
                    <a:pt x="147598" y="0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5457458" y="375673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0F0F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l140"/>
            <p:cNvSpPr/>
            <p:nvPr/>
          </p:nvSpPr>
          <p:spPr>
            <a:xfrm>
              <a:off x="5457458" y="375673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0F0F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g141"/>
            <p:cNvSpPr/>
            <p:nvPr/>
          </p:nvSpPr>
          <p:spPr>
            <a:xfrm>
              <a:off x="5413179" y="3756734"/>
              <a:ext cx="88558" cy="0"/>
            </a:xfrm>
            <a:custGeom>
              <a:avLst/>
              <a:pathLst>
                <a:path w="88558" h="0">
                  <a:moveTo>
                    <a:pt x="0" y="0"/>
                  </a:moveTo>
                  <a:lnTo>
                    <a:pt x="88558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5413179" y="3756734"/>
              <a:ext cx="88558" cy="0"/>
            </a:xfrm>
            <a:custGeom>
              <a:avLst/>
              <a:pathLst>
                <a:path w="88558" h="0">
                  <a:moveTo>
                    <a:pt x="0" y="0"/>
                  </a:moveTo>
                  <a:lnTo>
                    <a:pt x="88558" y="0"/>
                  </a:lnTo>
                </a:path>
              </a:pathLst>
            </a:custGeom>
            <a:ln w="27101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43" name="pl143"/>
            <p:cNvSpPr/>
            <p:nvPr/>
          </p:nvSpPr>
          <p:spPr>
            <a:xfrm>
              <a:off x="6708528" y="401023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0F0F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6708528" y="401023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0F0F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g145"/>
            <p:cNvSpPr/>
            <p:nvPr/>
          </p:nvSpPr>
          <p:spPr>
            <a:xfrm>
              <a:off x="6671629" y="4010233"/>
              <a:ext cx="73799" cy="0"/>
            </a:xfrm>
            <a:custGeom>
              <a:avLst/>
              <a:pathLst>
                <a:path w="73799" h="0">
                  <a:moveTo>
                    <a:pt x="0" y="0"/>
                  </a:moveTo>
                  <a:lnTo>
                    <a:pt x="73799" y="0"/>
                  </a:lnTo>
                  <a:close/>
                </a:path>
              </a:pathLst>
            </a:custGeom>
            <a:solidFill>
              <a:srgbClr val="FFFFFF">
                <a:alpha val="34901"/>
              </a:srgbClr>
            </a:solidFill>
            <a:ln w="13550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46" name="pl146"/>
            <p:cNvSpPr/>
            <p:nvPr/>
          </p:nvSpPr>
          <p:spPr>
            <a:xfrm>
              <a:off x="6671629" y="4010233"/>
              <a:ext cx="73799" cy="0"/>
            </a:xfrm>
            <a:custGeom>
              <a:avLst/>
              <a:pathLst>
                <a:path w="73799" h="0">
                  <a:moveTo>
                    <a:pt x="0" y="0"/>
                  </a:moveTo>
                  <a:lnTo>
                    <a:pt x="73799" y="0"/>
                  </a:lnTo>
                </a:path>
              </a:pathLst>
            </a:custGeom>
            <a:ln w="27101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47" name="pt147"/>
            <p:cNvSpPr/>
            <p:nvPr/>
          </p:nvSpPr>
          <p:spPr>
            <a:xfrm>
              <a:off x="1428146" y="3448282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8"/>
            <p:cNvSpPr/>
            <p:nvPr/>
          </p:nvSpPr>
          <p:spPr>
            <a:xfrm>
              <a:off x="4031757" y="3941460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9"/>
            <p:cNvSpPr/>
            <p:nvPr/>
          </p:nvSpPr>
          <p:spPr>
            <a:xfrm>
              <a:off x="4016056" y="362935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50"/>
            <p:cNvSpPr/>
            <p:nvPr/>
          </p:nvSpPr>
          <p:spPr>
            <a:xfrm>
              <a:off x="3918205" y="4208924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1"/>
            <p:cNvSpPr/>
            <p:nvPr/>
          </p:nvSpPr>
          <p:spPr>
            <a:xfrm>
              <a:off x="4601623" y="409138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2"/>
            <p:cNvSpPr/>
            <p:nvPr/>
          </p:nvSpPr>
          <p:spPr>
            <a:xfrm>
              <a:off x="4612761" y="4252794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3"/>
            <p:cNvSpPr/>
            <p:nvPr/>
          </p:nvSpPr>
          <p:spPr>
            <a:xfrm>
              <a:off x="4625765" y="3937283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4"/>
            <p:cNvSpPr/>
            <p:nvPr/>
          </p:nvSpPr>
          <p:spPr>
            <a:xfrm>
              <a:off x="4600031" y="3536422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5"/>
            <p:cNvSpPr/>
            <p:nvPr/>
          </p:nvSpPr>
          <p:spPr>
            <a:xfrm>
              <a:off x="4611514" y="367354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6"/>
            <p:cNvSpPr/>
            <p:nvPr/>
          </p:nvSpPr>
          <p:spPr>
            <a:xfrm>
              <a:off x="4588879" y="3982863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7"/>
            <p:cNvSpPr/>
            <p:nvPr/>
          </p:nvSpPr>
          <p:spPr>
            <a:xfrm>
              <a:off x="4570135" y="3907350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8"/>
            <p:cNvSpPr/>
            <p:nvPr/>
          </p:nvSpPr>
          <p:spPr>
            <a:xfrm>
              <a:off x="4652903" y="338257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9"/>
            <p:cNvSpPr/>
            <p:nvPr/>
          </p:nvSpPr>
          <p:spPr>
            <a:xfrm>
              <a:off x="4618665" y="4270075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60"/>
            <p:cNvSpPr/>
            <p:nvPr/>
          </p:nvSpPr>
          <p:spPr>
            <a:xfrm>
              <a:off x="5193595" y="4105476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1"/>
            <p:cNvSpPr/>
            <p:nvPr/>
          </p:nvSpPr>
          <p:spPr>
            <a:xfrm>
              <a:off x="5322154" y="3930172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2"/>
            <p:cNvSpPr/>
            <p:nvPr/>
          </p:nvSpPr>
          <p:spPr>
            <a:xfrm>
              <a:off x="5273142" y="3740367"/>
              <a:ext cx="33391" cy="33391"/>
            </a:xfrm>
            <a:prstGeom prst="ellipse">
              <a:avLst/>
            </a:prstGeom>
            <a:solidFill>
              <a:srgbClr val="E0F0F7">
                <a:alpha val="25098"/>
              </a:srgbClr>
            </a:solidFill>
            <a:ln w="9000" cap="rnd">
              <a:solidFill>
                <a:srgbClr val="E0F0F7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3"/>
            <p:cNvSpPr/>
            <p:nvPr/>
          </p:nvSpPr>
          <p:spPr>
            <a:xfrm>
              <a:off x="5296177" y="3675868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4"/>
            <p:cNvSpPr/>
            <p:nvPr/>
          </p:nvSpPr>
          <p:spPr>
            <a:xfrm>
              <a:off x="5328684" y="3959336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5"/>
            <p:cNvSpPr/>
            <p:nvPr/>
          </p:nvSpPr>
          <p:spPr>
            <a:xfrm>
              <a:off x="5215881" y="345693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6"/>
            <p:cNvSpPr/>
            <p:nvPr/>
          </p:nvSpPr>
          <p:spPr>
            <a:xfrm>
              <a:off x="5281249" y="405596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7"/>
            <p:cNvSpPr/>
            <p:nvPr/>
          </p:nvSpPr>
          <p:spPr>
            <a:xfrm>
              <a:off x="5256536" y="3734130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8"/>
            <p:cNvSpPr/>
            <p:nvPr/>
          </p:nvSpPr>
          <p:spPr>
            <a:xfrm>
              <a:off x="5356172" y="3852844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9"/>
            <p:cNvSpPr/>
            <p:nvPr/>
          </p:nvSpPr>
          <p:spPr>
            <a:xfrm>
              <a:off x="5194111" y="3285470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70"/>
            <p:cNvSpPr/>
            <p:nvPr/>
          </p:nvSpPr>
          <p:spPr>
            <a:xfrm>
              <a:off x="5322594" y="397632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1"/>
            <p:cNvSpPr/>
            <p:nvPr/>
          </p:nvSpPr>
          <p:spPr>
            <a:xfrm>
              <a:off x="5326277" y="3410592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2"/>
            <p:cNvSpPr/>
            <p:nvPr/>
          </p:nvSpPr>
          <p:spPr>
            <a:xfrm>
              <a:off x="5292622" y="356050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3"/>
            <p:cNvSpPr/>
            <p:nvPr/>
          </p:nvSpPr>
          <p:spPr>
            <a:xfrm>
              <a:off x="5290282" y="3764769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4"/>
            <p:cNvSpPr/>
            <p:nvPr/>
          </p:nvSpPr>
          <p:spPr>
            <a:xfrm>
              <a:off x="5235443" y="3525727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5"/>
            <p:cNvSpPr/>
            <p:nvPr/>
          </p:nvSpPr>
          <p:spPr>
            <a:xfrm>
              <a:off x="5791665" y="3974564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6"/>
            <p:cNvSpPr/>
            <p:nvPr/>
          </p:nvSpPr>
          <p:spPr>
            <a:xfrm>
              <a:off x="5810498" y="3914718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7"/>
            <p:cNvSpPr/>
            <p:nvPr/>
          </p:nvSpPr>
          <p:spPr>
            <a:xfrm>
              <a:off x="5917306" y="3921343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8"/>
            <p:cNvSpPr/>
            <p:nvPr/>
          </p:nvSpPr>
          <p:spPr>
            <a:xfrm>
              <a:off x="5801669" y="336604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9"/>
            <p:cNvSpPr/>
            <p:nvPr/>
          </p:nvSpPr>
          <p:spPr>
            <a:xfrm>
              <a:off x="5852986" y="3980061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80"/>
            <p:cNvSpPr/>
            <p:nvPr/>
          </p:nvSpPr>
          <p:spPr>
            <a:xfrm>
              <a:off x="5894245" y="3908777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1"/>
            <p:cNvSpPr/>
            <p:nvPr/>
          </p:nvSpPr>
          <p:spPr>
            <a:xfrm>
              <a:off x="5945067" y="3882062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2"/>
            <p:cNvSpPr/>
            <p:nvPr/>
          </p:nvSpPr>
          <p:spPr>
            <a:xfrm>
              <a:off x="6490593" y="388070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3"/>
            <p:cNvSpPr/>
            <p:nvPr/>
          </p:nvSpPr>
          <p:spPr>
            <a:xfrm>
              <a:off x="6465321" y="3295383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4"/>
            <p:cNvSpPr/>
            <p:nvPr/>
          </p:nvSpPr>
          <p:spPr>
            <a:xfrm>
              <a:off x="6577390" y="3892213"/>
              <a:ext cx="33391" cy="33391"/>
            </a:xfrm>
            <a:prstGeom prst="ellipse">
              <a:avLst/>
            </a:prstGeom>
            <a:solidFill>
              <a:srgbClr val="61D2B2">
                <a:alpha val="25098"/>
              </a:srgbClr>
            </a:solidFill>
            <a:ln w="9000" cap="rnd">
              <a:solidFill>
                <a:srgbClr val="61D2B2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5"/>
            <p:cNvSpPr/>
            <p:nvPr/>
          </p:nvSpPr>
          <p:spPr>
            <a:xfrm>
              <a:off x="6510141" y="353124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6"/>
            <p:cNvSpPr/>
            <p:nvPr/>
          </p:nvSpPr>
          <p:spPr>
            <a:xfrm>
              <a:off x="6458389" y="3593437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7"/>
            <p:cNvSpPr/>
            <p:nvPr/>
          </p:nvSpPr>
          <p:spPr>
            <a:xfrm>
              <a:off x="6567247" y="4027433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8"/>
            <p:cNvSpPr/>
            <p:nvPr/>
          </p:nvSpPr>
          <p:spPr>
            <a:xfrm>
              <a:off x="6521705" y="3560341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9"/>
            <p:cNvSpPr/>
            <p:nvPr/>
          </p:nvSpPr>
          <p:spPr>
            <a:xfrm>
              <a:off x="6467688" y="4131629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90"/>
            <p:cNvSpPr/>
            <p:nvPr/>
          </p:nvSpPr>
          <p:spPr>
            <a:xfrm>
              <a:off x="6520279" y="349267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1"/>
            <p:cNvSpPr/>
            <p:nvPr/>
          </p:nvSpPr>
          <p:spPr>
            <a:xfrm>
              <a:off x="6563202" y="3526196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2"/>
            <p:cNvSpPr/>
            <p:nvPr/>
          </p:nvSpPr>
          <p:spPr>
            <a:xfrm>
              <a:off x="6484149" y="3613079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3"/>
            <p:cNvSpPr/>
            <p:nvPr/>
          </p:nvSpPr>
          <p:spPr>
            <a:xfrm>
              <a:off x="6439379" y="3557372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4"/>
            <p:cNvSpPr/>
            <p:nvPr/>
          </p:nvSpPr>
          <p:spPr>
            <a:xfrm>
              <a:off x="6593162" y="3580527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5"/>
            <p:cNvSpPr/>
            <p:nvPr/>
          </p:nvSpPr>
          <p:spPr>
            <a:xfrm>
              <a:off x="6445508" y="3458924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6"/>
            <p:cNvSpPr/>
            <p:nvPr/>
          </p:nvSpPr>
          <p:spPr>
            <a:xfrm>
              <a:off x="6591698" y="374898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7"/>
            <p:cNvSpPr/>
            <p:nvPr/>
          </p:nvSpPr>
          <p:spPr>
            <a:xfrm>
              <a:off x="6567920" y="3987917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8"/>
            <p:cNvSpPr/>
            <p:nvPr/>
          </p:nvSpPr>
          <p:spPr>
            <a:xfrm>
              <a:off x="6582906" y="341025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9"/>
            <p:cNvSpPr/>
            <p:nvPr/>
          </p:nvSpPr>
          <p:spPr>
            <a:xfrm>
              <a:off x="6439194" y="3993740"/>
              <a:ext cx="33391" cy="33391"/>
            </a:xfrm>
            <a:prstGeom prst="ellipse">
              <a:avLst/>
            </a:prstGeom>
            <a:solidFill>
              <a:srgbClr val="E0F0F7">
                <a:alpha val="25098"/>
              </a:srgbClr>
            </a:solidFill>
            <a:ln w="9000" cap="rnd">
              <a:solidFill>
                <a:srgbClr val="E0F0F7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200"/>
            <p:cNvSpPr/>
            <p:nvPr/>
          </p:nvSpPr>
          <p:spPr>
            <a:xfrm>
              <a:off x="6433032" y="397462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1"/>
            <p:cNvSpPr/>
            <p:nvPr/>
          </p:nvSpPr>
          <p:spPr>
            <a:xfrm>
              <a:off x="6574713" y="3677135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2"/>
            <p:cNvSpPr/>
            <p:nvPr/>
          </p:nvSpPr>
          <p:spPr>
            <a:xfrm>
              <a:off x="6540953" y="3770508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3"/>
            <p:cNvSpPr/>
            <p:nvPr/>
          </p:nvSpPr>
          <p:spPr>
            <a:xfrm>
              <a:off x="6480065" y="3656599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4"/>
            <p:cNvSpPr/>
            <p:nvPr/>
          </p:nvSpPr>
          <p:spPr>
            <a:xfrm>
              <a:off x="6453538" y="3567719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5"/>
            <p:cNvSpPr/>
            <p:nvPr/>
          </p:nvSpPr>
          <p:spPr>
            <a:xfrm>
              <a:off x="6581778" y="3716494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6"/>
            <p:cNvSpPr/>
            <p:nvPr/>
          </p:nvSpPr>
          <p:spPr>
            <a:xfrm>
              <a:off x="6563519" y="423851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7"/>
            <p:cNvSpPr/>
            <p:nvPr/>
          </p:nvSpPr>
          <p:spPr>
            <a:xfrm>
              <a:off x="6575008" y="3598702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8"/>
            <p:cNvSpPr/>
            <p:nvPr/>
          </p:nvSpPr>
          <p:spPr>
            <a:xfrm>
              <a:off x="6485857" y="3876431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9"/>
            <p:cNvSpPr/>
            <p:nvPr/>
          </p:nvSpPr>
          <p:spPr>
            <a:xfrm>
              <a:off x="6590240" y="3952281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10"/>
            <p:cNvSpPr/>
            <p:nvPr/>
          </p:nvSpPr>
          <p:spPr>
            <a:xfrm>
              <a:off x="7070620" y="3394067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1"/>
            <p:cNvSpPr/>
            <p:nvPr/>
          </p:nvSpPr>
          <p:spPr>
            <a:xfrm>
              <a:off x="6455733" y="3378688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2"/>
            <p:cNvSpPr/>
            <p:nvPr/>
          </p:nvSpPr>
          <p:spPr>
            <a:xfrm>
              <a:off x="7089751" y="3311495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3"/>
            <p:cNvSpPr/>
            <p:nvPr/>
          </p:nvSpPr>
          <p:spPr>
            <a:xfrm>
              <a:off x="7160094" y="3680368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4"/>
            <p:cNvSpPr/>
            <p:nvPr/>
          </p:nvSpPr>
          <p:spPr>
            <a:xfrm>
              <a:off x="7188958" y="4311610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5"/>
            <p:cNvSpPr/>
            <p:nvPr/>
          </p:nvSpPr>
          <p:spPr>
            <a:xfrm>
              <a:off x="7189108" y="3863327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6"/>
            <p:cNvSpPr/>
            <p:nvPr/>
          </p:nvSpPr>
          <p:spPr>
            <a:xfrm>
              <a:off x="7077565" y="3624556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7"/>
            <p:cNvSpPr/>
            <p:nvPr/>
          </p:nvSpPr>
          <p:spPr>
            <a:xfrm>
              <a:off x="7145335" y="3319486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8"/>
            <p:cNvSpPr/>
            <p:nvPr/>
          </p:nvSpPr>
          <p:spPr>
            <a:xfrm>
              <a:off x="7069729" y="4073199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9"/>
            <p:cNvSpPr/>
            <p:nvPr/>
          </p:nvSpPr>
          <p:spPr>
            <a:xfrm>
              <a:off x="7147144" y="4280586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tx220"/>
            <p:cNvSpPr/>
            <p:nvPr/>
          </p:nvSpPr>
          <p:spPr>
            <a:xfrm>
              <a:off x="753241" y="5378182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221" name="tx221"/>
            <p:cNvSpPr/>
            <p:nvPr/>
          </p:nvSpPr>
          <p:spPr>
            <a:xfrm>
              <a:off x="753241" y="4962611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222" name="tx222"/>
            <p:cNvSpPr/>
            <p:nvPr/>
          </p:nvSpPr>
          <p:spPr>
            <a:xfrm>
              <a:off x="691062" y="454704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223" name="tx223"/>
            <p:cNvSpPr/>
            <p:nvPr/>
          </p:nvSpPr>
          <p:spPr>
            <a:xfrm>
              <a:off x="691062" y="413146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</a:t>
              </a:r>
            </a:p>
          </p:txBody>
        </p:sp>
        <p:sp>
          <p:nvSpPr>
            <p:cNvPr id="224" name="tx224"/>
            <p:cNvSpPr/>
            <p:nvPr/>
          </p:nvSpPr>
          <p:spPr>
            <a:xfrm>
              <a:off x="691062" y="371589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225" name="tx225"/>
            <p:cNvSpPr/>
            <p:nvPr/>
          </p:nvSpPr>
          <p:spPr>
            <a:xfrm>
              <a:off x="691062" y="330032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226" name="tx226"/>
            <p:cNvSpPr/>
            <p:nvPr/>
          </p:nvSpPr>
          <p:spPr>
            <a:xfrm>
              <a:off x="691062" y="288475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227" name="tx227"/>
            <p:cNvSpPr/>
            <p:nvPr/>
          </p:nvSpPr>
          <p:spPr>
            <a:xfrm>
              <a:off x="691062" y="246918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35</a:t>
              </a:r>
            </a:p>
          </p:txBody>
        </p:sp>
        <p:sp>
          <p:nvSpPr>
            <p:cNvPr id="228" name="tx228"/>
            <p:cNvSpPr/>
            <p:nvPr/>
          </p:nvSpPr>
          <p:spPr>
            <a:xfrm>
              <a:off x="691062" y="205361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229" name="tx229"/>
            <p:cNvSpPr/>
            <p:nvPr/>
          </p:nvSpPr>
          <p:spPr>
            <a:xfrm rot="-2700000">
              <a:off x="1034061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30" name="tx230"/>
            <p:cNvSpPr/>
            <p:nvPr/>
          </p:nvSpPr>
          <p:spPr>
            <a:xfrm rot="-2700000">
              <a:off x="169309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231" name="tx231"/>
            <p:cNvSpPr/>
            <p:nvPr/>
          </p:nvSpPr>
          <p:spPr>
            <a:xfrm rot="-2700000">
              <a:off x="235219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232" name="tx232"/>
            <p:cNvSpPr/>
            <p:nvPr/>
          </p:nvSpPr>
          <p:spPr>
            <a:xfrm rot="-2700000">
              <a:off x="29793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233" name="tx233"/>
            <p:cNvSpPr/>
            <p:nvPr/>
          </p:nvSpPr>
          <p:spPr>
            <a:xfrm rot="-2700000">
              <a:off x="361187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234" name="tx234"/>
            <p:cNvSpPr/>
            <p:nvPr/>
          </p:nvSpPr>
          <p:spPr>
            <a:xfrm rot="-2700000">
              <a:off x="429205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235" name="tx235"/>
            <p:cNvSpPr/>
            <p:nvPr/>
          </p:nvSpPr>
          <p:spPr>
            <a:xfrm rot="-2700000">
              <a:off x="4940320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236" name="tx236"/>
            <p:cNvSpPr/>
            <p:nvPr/>
          </p:nvSpPr>
          <p:spPr>
            <a:xfrm rot="-2700000">
              <a:off x="5499103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237" name="tx237"/>
            <p:cNvSpPr/>
            <p:nvPr/>
          </p:nvSpPr>
          <p:spPr>
            <a:xfrm rot="-2700000">
              <a:off x="617913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238" name="tx238"/>
            <p:cNvSpPr/>
            <p:nvPr/>
          </p:nvSpPr>
          <p:spPr>
            <a:xfrm rot="-2700000">
              <a:off x="6795930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239" name="tx239"/>
            <p:cNvSpPr/>
            <p:nvPr/>
          </p:nvSpPr>
          <p:spPr>
            <a:xfrm>
              <a:off x="4070052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240" name="tx240"/>
            <p:cNvSpPr/>
            <p:nvPr/>
          </p:nvSpPr>
          <p:spPr>
            <a:xfrm rot="-5400000">
              <a:off x="332250" y="3705886"/>
              <a:ext cx="48911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Ct-verdi</a:t>
              </a:r>
            </a:p>
          </p:txBody>
        </p:sp>
        <p:sp>
          <p:nvSpPr>
            <p:cNvPr id="241" name="tx241"/>
            <p:cNvSpPr/>
            <p:nvPr/>
          </p:nvSpPr>
          <p:spPr>
            <a:xfrm>
              <a:off x="7898120" y="2902995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242" name="pl242"/>
            <p:cNvSpPr/>
            <p:nvPr/>
          </p:nvSpPr>
          <p:spPr>
            <a:xfrm>
              <a:off x="8007848" y="3251933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3" name="pl243"/>
            <p:cNvSpPr/>
            <p:nvPr/>
          </p:nvSpPr>
          <p:spPr>
            <a:xfrm>
              <a:off x="8007848" y="3109287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4" name="rc244"/>
            <p:cNvSpPr/>
            <p:nvPr/>
          </p:nvSpPr>
          <p:spPr>
            <a:xfrm>
              <a:off x="7925552" y="3142205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5" name="pl245"/>
            <p:cNvSpPr/>
            <p:nvPr/>
          </p:nvSpPr>
          <p:spPr>
            <a:xfrm>
              <a:off x="7925552" y="3197069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6" name="pl246"/>
            <p:cNvSpPr/>
            <p:nvPr/>
          </p:nvSpPr>
          <p:spPr>
            <a:xfrm>
              <a:off x="8007848" y="328485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7" name="pl247"/>
            <p:cNvSpPr/>
            <p:nvPr/>
          </p:nvSpPr>
          <p:spPr>
            <a:xfrm>
              <a:off x="8007848" y="310928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C7C73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48" name="pt248"/>
            <p:cNvSpPr/>
            <p:nvPr/>
          </p:nvSpPr>
          <p:spPr>
            <a:xfrm>
              <a:off x="7991152" y="3180374"/>
              <a:ext cx="33391" cy="33391"/>
            </a:xfrm>
            <a:prstGeom prst="ellipse">
              <a:avLst/>
            </a:prstGeom>
            <a:solidFill>
              <a:srgbClr val="EC7C73">
                <a:alpha val="25098"/>
              </a:srgbClr>
            </a:solidFill>
            <a:ln w="9000" cap="rnd">
              <a:solidFill>
                <a:srgbClr val="EC7C7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l249"/>
            <p:cNvSpPr/>
            <p:nvPr/>
          </p:nvSpPr>
          <p:spPr>
            <a:xfrm>
              <a:off x="8007848" y="3471389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0" name="pl250"/>
            <p:cNvSpPr/>
            <p:nvPr/>
          </p:nvSpPr>
          <p:spPr>
            <a:xfrm>
              <a:off x="8007848" y="3328743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1" name="rc251"/>
            <p:cNvSpPr/>
            <p:nvPr/>
          </p:nvSpPr>
          <p:spPr>
            <a:xfrm>
              <a:off x="7925552" y="3361661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2" name="pl252"/>
            <p:cNvSpPr/>
            <p:nvPr/>
          </p:nvSpPr>
          <p:spPr>
            <a:xfrm>
              <a:off x="7925552" y="3416525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3" name="pl253"/>
            <p:cNvSpPr/>
            <p:nvPr/>
          </p:nvSpPr>
          <p:spPr>
            <a:xfrm>
              <a:off x="8007848" y="350430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4" name="pl254"/>
            <p:cNvSpPr/>
            <p:nvPr/>
          </p:nvSpPr>
          <p:spPr>
            <a:xfrm>
              <a:off x="8007848" y="332874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40436D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5" name="pt255"/>
            <p:cNvSpPr/>
            <p:nvPr/>
          </p:nvSpPr>
          <p:spPr>
            <a:xfrm>
              <a:off x="7991152" y="3399830"/>
              <a:ext cx="33391" cy="33391"/>
            </a:xfrm>
            <a:prstGeom prst="ellipse">
              <a:avLst/>
            </a:prstGeom>
            <a:solidFill>
              <a:srgbClr val="40436D">
                <a:alpha val="25098"/>
              </a:srgbClr>
            </a:solidFill>
            <a:ln w="9000" cap="rnd">
              <a:solidFill>
                <a:srgbClr val="40436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l256"/>
            <p:cNvSpPr/>
            <p:nvPr/>
          </p:nvSpPr>
          <p:spPr>
            <a:xfrm>
              <a:off x="8007848" y="3690845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7" name="pl257"/>
            <p:cNvSpPr/>
            <p:nvPr/>
          </p:nvSpPr>
          <p:spPr>
            <a:xfrm>
              <a:off x="8007848" y="3548199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8" name="rc258"/>
            <p:cNvSpPr/>
            <p:nvPr/>
          </p:nvSpPr>
          <p:spPr>
            <a:xfrm>
              <a:off x="7925552" y="3581117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59" name="pl259"/>
            <p:cNvSpPr/>
            <p:nvPr/>
          </p:nvSpPr>
          <p:spPr>
            <a:xfrm>
              <a:off x="7925552" y="3635981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0" name="pl260"/>
            <p:cNvSpPr/>
            <p:nvPr/>
          </p:nvSpPr>
          <p:spPr>
            <a:xfrm>
              <a:off x="8007848" y="372376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1" name="pl261"/>
            <p:cNvSpPr/>
            <p:nvPr/>
          </p:nvSpPr>
          <p:spPr>
            <a:xfrm>
              <a:off x="8007848" y="35481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1D2B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2" name="pt262"/>
            <p:cNvSpPr/>
            <p:nvPr/>
          </p:nvSpPr>
          <p:spPr>
            <a:xfrm>
              <a:off x="7991152" y="3619286"/>
              <a:ext cx="33391" cy="33391"/>
            </a:xfrm>
            <a:prstGeom prst="ellipse">
              <a:avLst/>
            </a:prstGeom>
            <a:solidFill>
              <a:srgbClr val="61D2B2">
                <a:alpha val="25098"/>
              </a:srgbClr>
            </a:solidFill>
            <a:ln w="9000" cap="rnd">
              <a:solidFill>
                <a:srgbClr val="61D2B2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l263"/>
            <p:cNvSpPr/>
            <p:nvPr/>
          </p:nvSpPr>
          <p:spPr>
            <a:xfrm>
              <a:off x="8007848" y="3910301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4" name="pl264"/>
            <p:cNvSpPr/>
            <p:nvPr/>
          </p:nvSpPr>
          <p:spPr>
            <a:xfrm>
              <a:off x="8007848" y="3767655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5" name="rc265"/>
            <p:cNvSpPr/>
            <p:nvPr/>
          </p:nvSpPr>
          <p:spPr>
            <a:xfrm>
              <a:off x="7925552" y="3800573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6" name="pl266"/>
            <p:cNvSpPr/>
            <p:nvPr/>
          </p:nvSpPr>
          <p:spPr>
            <a:xfrm>
              <a:off x="7925552" y="3855437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7" name="pl267"/>
            <p:cNvSpPr/>
            <p:nvPr/>
          </p:nvSpPr>
          <p:spPr>
            <a:xfrm>
              <a:off x="8007848" y="394322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8" name="pl268"/>
            <p:cNvSpPr/>
            <p:nvPr/>
          </p:nvSpPr>
          <p:spPr>
            <a:xfrm>
              <a:off x="8007848" y="376765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A93C38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69" name="pt269"/>
            <p:cNvSpPr/>
            <p:nvPr/>
          </p:nvSpPr>
          <p:spPr>
            <a:xfrm>
              <a:off x="7991152" y="3838742"/>
              <a:ext cx="33391" cy="33391"/>
            </a:xfrm>
            <a:prstGeom prst="ellipse">
              <a:avLst/>
            </a:prstGeom>
            <a:solidFill>
              <a:srgbClr val="A93C38">
                <a:alpha val="25098"/>
              </a:srgbClr>
            </a:solidFill>
            <a:ln w="9000" cap="rnd">
              <a:solidFill>
                <a:srgbClr val="A93C38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l270"/>
            <p:cNvSpPr/>
            <p:nvPr/>
          </p:nvSpPr>
          <p:spPr>
            <a:xfrm>
              <a:off x="8007848" y="4129757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1" name="pl271"/>
            <p:cNvSpPr/>
            <p:nvPr/>
          </p:nvSpPr>
          <p:spPr>
            <a:xfrm>
              <a:off x="8007848" y="3987111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2" name="rc272"/>
            <p:cNvSpPr/>
            <p:nvPr/>
          </p:nvSpPr>
          <p:spPr>
            <a:xfrm>
              <a:off x="7925552" y="4020029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3" name="pl273"/>
            <p:cNvSpPr/>
            <p:nvPr/>
          </p:nvSpPr>
          <p:spPr>
            <a:xfrm>
              <a:off x="7925552" y="4074893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4" name="pl274"/>
            <p:cNvSpPr/>
            <p:nvPr/>
          </p:nvSpPr>
          <p:spPr>
            <a:xfrm>
              <a:off x="8007848" y="416267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5" name="pl275"/>
            <p:cNvSpPr/>
            <p:nvPr/>
          </p:nvSpPr>
          <p:spPr>
            <a:xfrm>
              <a:off x="8007848" y="398711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F9DC8C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6" name="pt276"/>
            <p:cNvSpPr/>
            <p:nvPr/>
          </p:nvSpPr>
          <p:spPr>
            <a:xfrm>
              <a:off x="7991152" y="4058198"/>
              <a:ext cx="33391" cy="33391"/>
            </a:xfrm>
            <a:prstGeom prst="ellipse">
              <a:avLst/>
            </a:prstGeom>
            <a:solidFill>
              <a:srgbClr val="F9DC8C">
                <a:alpha val="25098"/>
              </a:srgbClr>
            </a:solidFill>
            <a:ln w="9000" cap="rnd">
              <a:solidFill>
                <a:srgbClr val="F9DC8C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l277"/>
            <p:cNvSpPr/>
            <p:nvPr/>
          </p:nvSpPr>
          <p:spPr>
            <a:xfrm>
              <a:off x="8007848" y="4349213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8" name="pl278"/>
            <p:cNvSpPr/>
            <p:nvPr/>
          </p:nvSpPr>
          <p:spPr>
            <a:xfrm>
              <a:off x="8007848" y="4206567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79" name="rc279"/>
            <p:cNvSpPr/>
            <p:nvPr/>
          </p:nvSpPr>
          <p:spPr>
            <a:xfrm>
              <a:off x="7925552" y="4239485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0" name="pl280"/>
            <p:cNvSpPr/>
            <p:nvPr/>
          </p:nvSpPr>
          <p:spPr>
            <a:xfrm>
              <a:off x="7925552" y="4294349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1" name="pl281"/>
            <p:cNvSpPr/>
            <p:nvPr/>
          </p:nvSpPr>
          <p:spPr>
            <a:xfrm>
              <a:off x="8007848" y="438213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2" name="pl282"/>
            <p:cNvSpPr/>
            <p:nvPr/>
          </p:nvSpPr>
          <p:spPr>
            <a:xfrm>
              <a:off x="8007848" y="420656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7176C9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3" name="pt283"/>
            <p:cNvSpPr/>
            <p:nvPr/>
          </p:nvSpPr>
          <p:spPr>
            <a:xfrm>
              <a:off x="7991152" y="4277654"/>
              <a:ext cx="33391" cy="33391"/>
            </a:xfrm>
            <a:prstGeom prst="ellipse">
              <a:avLst/>
            </a:prstGeom>
            <a:solidFill>
              <a:srgbClr val="7176C9">
                <a:alpha val="25098"/>
              </a:srgbClr>
            </a:solidFill>
            <a:ln w="9000" cap="rnd">
              <a:solidFill>
                <a:srgbClr val="7176C9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l284"/>
            <p:cNvSpPr/>
            <p:nvPr/>
          </p:nvSpPr>
          <p:spPr>
            <a:xfrm>
              <a:off x="8007848" y="4568669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5" name="pl285"/>
            <p:cNvSpPr/>
            <p:nvPr/>
          </p:nvSpPr>
          <p:spPr>
            <a:xfrm>
              <a:off x="8007848" y="4426023"/>
              <a:ext cx="0" cy="32918"/>
            </a:xfrm>
            <a:custGeom>
              <a:avLst/>
              <a:pathLst>
                <a:path w="0" h="32918">
                  <a:moveTo>
                    <a:pt x="0" y="3291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6" name="rc286"/>
            <p:cNvSpPr/>
            <p:nvPr/>
          </p:nvSpPr>
          <p:spPr>
            <a:xfrm>
              <a:off x="7925552" y="4458941"/>
              <a:ext cx="164592" cy="109727"/>
            </a:xfrm>
            <a:prstGeom prst="rect">
              <a:avLst/>
            </a:prstGeom>
            <a:solidFill>
              <a:srgbClr val="FFFFFF">
                <a:alpha val="34901"/>
              </a:srgbClr>
            </a:solidFill>
            <a:ln w="13550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7" name="pl287"/>
            <p:cNvSpPr/>
            <p:nvPr/>
          </p:nvSpPr>
          <p:spPr>
            <a:xfrm>
              <a:off x="7925552" y="4513805"/>
              <a:ext cx="164591" cy="0"/>
            </a:xfrm>
            <a:custGeom>
              <a:avLst/>
              <a:pathLst>
                <a:path w="164591" h="0">
                  <a:moveTo>
                    <a:pt x="0" y="0"/>
                  </a:moveTo>
                  <a:lnTo>
                    <a:pt x="164591" y="0"/>
                  </a:lnTo>
                </a:path>
              </a:pathLst>
            </a:custGeom>
            <a:ln w="13550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8" name="pl288"/>
            <p:cNvSpPr/>
            <p:nvPr/>
          </p:nvSpPr>
          <p:spPr>
            <a:xfrm>
              <a:off x="8007848" y="460158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89" name="pl289"/>
            <p:cNvSpPr/>
            <p:nvPr/>
          </p:nvSpPr>
          <p:spPr>
            <a:xfrm>
              <a:off x="8007848" y="442602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E0F0F7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290" name="pt290"/>
            <p:cNvSpPr/>
            <p:nvPr/>
          </p:nvSpPr>
          <p:spPr>
            <a:xfrm>
              <a:off x="7991152" y="4497110"/>
              <a:ext cx="33391" cy="33391"/>
            </a:xfrm>
            <a:prstGeom prst="ellipse">
              <a:avLst/>
            </a:prstGeom>
            <a:solidFill>
              <a:srgbClr val="E0F0F7">
                <a:alpha val="25098"/>
              </a:srgbClr>
            </a:solidFill>
            <a:ln w="9000" cap="rnd">
              <a:solidFill>
                <a:srgbClr val="E0F0F7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tx291"/>
            <p:cNvSpPr/>
            <p:nvPr/>
          </p:nvSpPr>
          <p:spPr>
            <a:xfrm>
              <a:off x="8187165" y="3157064"/>
              <a:ext cx="17391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292" name="tx292"/>
            <p:cNvSpPr/>
            <p:nvPr/>
          </p:nvSpPr>
          <p:spPr>
            <a:xfrm>
              <a:off x="8187165" y="3376520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293" name="tx293"/>
            <p:cNvSpPr/>
            <p:nvPr/>
          </p:nvSpPr>
          <p:spPr>
            <a:xfrm>
              <a:off x="8187165" y="3595976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294" name="tx294"/>
            <p:cNvSpPr/>
            <p:nvPr/>
          </p:nvSpPr>
          <p:spPr>
            <a:xfrm>
              <a:off x="8187165" y="3815432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295" name="tx295"/>
            <p:cNvSpPr/>
            <p:nvPr/>
          </p:nvSpPr>
          <p:spPr>
            <a:xfrm>
              <a:off x="8187165" y="4034888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296" name="tx296"/>
            <p:cNvSpPr/>
            <p:nvPr/>
          </p:nvSpPr>
          <p:spPr>
            <a:xfrm>
              <a:off x="8187165" y="4254344"/>
              <a:ext cx="3604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297" name="tx297"/>
            <p:cNvSpPr/>
            <p:nvPr/>
          </p:nvSpPr>
          <p:spPr>
            <a:xfrm>
              <a:off x="8187165" y="4473800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  <p:sp>
          <p:nvSpPr>
            <p:cNvPr id="298" name="tx298"/>
            <p:cNvSpPr/>
            <p:nvPr/>
          </p:nvSpPr>
          <p:spPr>
            <a:xfrm>
              <a:off x="878051" y="1894551"/>
              <a:ext cx="146020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Ct-kolonne: pcr_bvic_ct</a:t>
              </a:r>
            </a:p>
          </p:txBody>
        </p:sp>
        <p:sp>
          <p:nvSpPr>
            <p:cNvPr id="299" name="tx299"/>
            <p:cNvSpPr/>
            <p:nvPr/>
          </p:nvSpPr>
          <p:spPr>
            <a:xfrm>
              <a:off x="878051" y="1669789"/>
              <a:ext cx="2122688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Ct-verdier per måned - BVIC</a:t>
              </a:r>
            </a:p>
          </p:txBody>
        </p:sp>
      </p:grpSp>
      <p:sp>
        <p:nvSpPr>
          <p:cNvPr id="30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Ct-verdier per måned - BVIC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Seksjon: Prøvetabeller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r>
              <a:rPr/>
              <a:t>Sammendragstabeller beregnet direkte fra fludb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316504"/>
                <a:gridCol w="493857"/>
                <a:gridCol w="509341"/>
                <a:gridCol w="493857"/>
                <a:gridCol w="656749"/>
                <a:gridCol w="509341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pasient_status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P11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Ukjent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IKKESATT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INNELIGGENDE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191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POLIKLINISK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145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Prøvekategori etter pasientstatus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316504"/>
                <a:gridCol w="1184922"/>
                <a:gridCol w="851156"/>
                <a:gridCol w="843311"/>
                <a:gridCol w="804430"/>
                <a:gridCol w="843311"/>
                <a:gridCol w="843311"/>
                <a:gridCol w="804498"/>
                <a:gridCol w="812275"/>
                <a:gridCol w="858659"/>
                <a:gridCol w="819983"/>
                <a:gridCol w="454839"/>
                <a:gridCol w="757841"/>
                <a:gridCol w="843175"/>
              </a:tblGrid>
              <a:tr h="39058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pasient_status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prove_kategori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aug-2025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sep-2025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okt-2025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nov-2025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des-2025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jan-2026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feb-2026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jul-2025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IKKESATT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Non-Sentinel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IKKESATT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Sentinel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INNELIGGENDE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Non-Sentinel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POLIKLINISK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Non-Sentinel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POLIKLINISK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Sentinel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Prøvekategori per måned etter pasientstatus (tabell)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70715" y="4569004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70715" y="3866261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70715" y="3163518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70715" y="2460775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210705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530743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850781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165657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480532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795408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110284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430322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734874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039426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354302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669177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070715" y="4920375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070715" y="4217632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070715" y="3514889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070715" y="2812147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070715" y="2109404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370724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690762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010800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320514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640551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950265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3270303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3590341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3879407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4199445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4509159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1560682" y="2109404"/>
              <a:ext cx="260159" cy="312330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1880720" y="2109404"/>
              <a:ext cx="260159" cy="120470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190434" y="2109404"/>
              <a:ext cx="260159" cy="34703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510471" y="2109404"/>
              <a:ext cx="260159" cy="151944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820185" y="2109404"/>
              <a:ext cx="260159" cy="374796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3140223" y="2109404"/>
              <a:ext cx="260159" cy="204966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3460261" y="2109404"/>
              <a:ext cx="260159" cy="104110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3749327" y="2109404"/>
              <a:ext cx="260159" cy="122216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4069365" y="2109404"/>
              <a:ext cx="260159" cy="133855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1240644" y="2109404"/>
              <a:ext cx="260159" cy="2810971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1560682" y="2421734"/>
              <a:ext cx="260159" cy="468495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1880720" y="2229874"/>
              <a:ext cx="260159" cy="602350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190434" y="2144107"/>
              <a:ext cx="260159" cy="798177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2510471" y="2261348"/>
              <a:ext cx="260159" cy="790110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2820185" y="2484200"/>
              <a:ext cx="260159" cy="1124388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3140223" y="2314370"/>
              <a:ext cx="260159" cy="995552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3460261" y="2213514"/>
              <a:ext cx="260159" cy="312330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3749327" y="2231620"/>
              <a:ext cx="260159" cy="757740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4069365" y="2243260"/>
              <a:ext cx="260159" cy="568887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4379079" y="2109404"/>
              <a:ext cx="260159" cy="983839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1560682" y="2890229"/>
              <a:ext cx="260159" cy="2030145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1880720" y="2832225"/>
              <a:ext cx="260159" cy="2088150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2190434" y="2942284"/>
              <a:ext cx="260159" cy="1978090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2510471" y="3051459"/>
              <a:ext cx="260159" cy="1868916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2820185" y="3608588"/>
              <a:ext cx="260159" cy="1311786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3140223" y="3309923"/>
              <a:ext cx="260159" cy="1610452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3460261" y="2525844"/>
              <a:ext cx="260159" cy="2394531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3749327" y="2989360"/>
              <a:ext cx="260159" cy="1931015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4069365" y="2812147"/>
              <a:ext cx="260159" cy="2108228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4379079" y="3093244"/>
              <a:ext cx="260159" cy="1827131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878757" y="4569004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4878757" y="3866261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878757" y="3163518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4878757" y="2460775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5018748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5338786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5658823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5973699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6288575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6603451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6918326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7238364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7542916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7847468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8162344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8477220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4878757" y="4920375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4878757" y="4217632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4878757" y="3514889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4878757" y="2812147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4878757" y="2109404"/>
              <a:ext cx="3738453" cy="0"/>
            </a:xfrm>
            <a:custGeom>
              <a:avLst/>
              <a:pathLst>
                <a:path w="3738453" h="0">
                  <a:moveTo>
                    <a:pt x="0" y="0"/>
                  </a:moveTo>
                  <a:lnTo>
                    <a:pt x="3738453" y="0"/>
                  </a:lnTo>
                  <a:lnTo>
                    <a:pt x="37384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5178767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5498804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5818842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128556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448594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758308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7078345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7398383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7687449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8007487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8317201" y="2109404"/>
              <a:ext cx="0" cy="2810971"/>
            </a:xfrm>
            <a:custGeom>
              <a:avLst/>
              <a:pathLst>
                <a:path w="0" h="2810971">
                  <a:moveTo>
                    <a:pt x="0" y="28109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7557369" y="2109404"/>
              <a:ext cx="260159" cy="468495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5688762" y="2109404"/>
              <a:ext cx="260159" cy="2810971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5998476" y="2109404"/>
              <a:ext cx="260159" cy="2810971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6318514" y="2109404"/>
              <a:ext cx="260159" cy="2810971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6628228" y="2109404"/>
              <a:ext cx="260159" cy="2810971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6948265" y="2109404"/>
              <a:ext cx="260159" cy="2810971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7268303" y="2109404"/>
              <a:ext cx="260159" cy="2810971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7557369" y="2577899"/>
              <a:ext cx="260159" cy="2342476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877407" y="2109404"/>
              <a:ext cx="260159" cy="2810971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tx108"/>
            <p:cNvSpPr/>
            <p:nvPr/>
          </p:nvSpPr>
          <p:spPr>
            <a:xfrm>
              <a:off x="2595441" y="1961973"/>
              <a:ext cx="6890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 b="1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Non-Sentinel</a:t>
              </a:r>
            </a:p>
          </p:txBody>
        </p:sp>
        <p:sp>
          <p:nvSpPr>
            <p:cNvPr id="109" name="tx109"/>
            <p:cNvSpPr/>
            <p:nvPr/>
          </p:nvSpPr>
          <p:spPr>
            <a:xfrm>
              <a:off x="6530631" y="1961973"/>
              <a:ext cx="43470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 b="1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Sentinel</a:t>
              </a:r>
            </a:p>
          </p:txBody>
        </p:sp>
        <p:sp>
          <p:nvSpPr>
            <p:cNvPr id="110" name="tx110"/>
            <p:cNvSpPr/>
            <p:nvPr/>
          </p:nvSpPr>
          <p:spPr>
            <a:xfrm rot="-2700000">
              <a:off x="1059577" y="5111887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1" name="tx111"/>
            <p:cNvSpPr/>
            <p:nvPr/>
          </p:nvSpPr>
          <p:spPr>
            <a:xfrm rot="-2700000">
              <a:off x="1315771" y="5138332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2" name="tx112"/>
            <p:cNvSpPr/>
            <p:nvPr/>
          </p:nvSpPr>
          <p:spPr>
            <a:xfrm rot="-2700000">
              <a:off x="1641194" y="5136101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3" name="tx113"/>
            <p:cNvSpPr/>
            <p:nvPr/>
          </p:nvSpPr>
          <p:spPr>
            <a:xfrm rot="-2700000">
              <a:off x="1977445" y="5125109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2270946" y="5136101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2580660" y="5136101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2927234" y="5125109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3241886" y="5127340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3499343" y="5140433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3845761" y="5129506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4139709" y="5136036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4867620" y="5111887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5123813" y="5138332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5449236" y="5136101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5785487" y="5125109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6078988" y="5136101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6388702" y="5136101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6735276" y="5125109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7049929" y="5127340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7307385" y="5140433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7653803" y="5129506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7947751" y="5136036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2" name="tx132"/>
            <p:cNvSpPr/>
            <p:nvPr/>
          </p:nvSpPr>
          <p:spPr>
            <a:xfrm>
              <a:off x="691062" y="4880370"/>
              <a:ext cx="31702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0.00%</a:t>
              </a:r>
            </a:p>
          </p:txBody>
        </p:sp>
        <p:sp>
          <p:nvSpPr>
            <p:cNvPr id="133" name="tx133"/>
            <p:cNvSpPr/>
            <p:nvPr/>
          </p:nvSpPr>
          <p:spPr>
            <a:xfrm>
              <a:off x="691062" y="4177627"/>
              <a:ext cx="31702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0.25%</a:t>
              </a:r>
            </a:p>
          </p:txBody>
        </p:sp>
        <p:sp>
          <p:nvSpPr>
            <p:cNvPr id="134" name="tx134"/>
            <p:cNvSpPr/>
            <p:nvPr/>
          </p:nvSpPr>
          <p:spPr>
            <a:xfrm>
              <a:off x="691062" y="3474884"/>
              <a:ext cx="31702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0.50%</a:t>
              </a:r>
            </a:p>
          </p:txBody>
        </p:sp>
        <p:sp>
          <p:nvSpPr>
            <p:cNvPr id="135" name="tx135"/>
            <p:cNvSpPr/>
            <p:nvPr/>
          </p:nvSpPr>
          <p:spPr>
            <a:xfrm>
              <a:off x="691062" y="2772142"/>
              <a:ext cx="31702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0.75%</a:t>
              </a:r>
            </a:p>
          </p:txBody>
        </p:sp>
        <p:sp>
          <p:nvSpPr>
            <p:cNvPr id="136" name="tx136"/>
            <p:cNvSpPr/>
            <p:nvPr/>
          </p:nvSpPr>
          <p:spPr>
            <a:xfrm>
              <a:off x="691062" y="2069399"/>
              <a:ext cx="31702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1.00%</a:t>
              </a:r>
            </a:p>
          </p:txBody>
        </p:sp>
        <p:sp>
          <p:nvSpPr>
            <p:cNvPr id="137" name="tx137"/>
            <p:cNvSpPr/>
            <p:nvPr/>
          </p:nvSpPr>
          <p:spPr>
            <a:xfrm>
              <a:off x="4630313" y="5429282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5400000">
              <a:off x="270025" y="3464872"/>
              <a:ext cx="61356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39" name="tx139"/>
            <p:cNvSpPr/>
            <p:nvPr/>
          </p:nvSpPr>
          <p:spPr>
            <a:xfrm>
              <a:off x="2856733" y="5827239"/>
              <a:ext cx="83896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Pasientstatus</a:t>
              </a:r>
            </a:p>
          </p:txBody>
        </p:sp>
        <p:sp>
          <p:nvSpPr>
            <p:cNvPr id="140" name="rc140"/>
            <p:cNvSpPr/>
            <p:nvPr/>
          </p:nvSpPr>
          <p:spPr>
            <a:xfrm>
              <a:off x="3774284" y="5776528"/>
              <a:ext cx="201456" cy="201456"/>
            </a:xfrm>
            <a:prstGeom prst="rect">
              <a:avLst/>
            </a:prstGeom>
            <a:solidFill>
              <a:srgbClr val="F876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1" name="rc141"/>
            <p:cNvSpPr/>
            <p:nvPr/>
          </p:nvSpPr>
          <p:spPr>
            <a:xfrm>
              <a:off x="4664733" y="5776528"/>
              <a:ext cx="201456" cy="201456"/>
            </a:xfrm>
            <a:prstGeom prst="rect">
              <a:avLst/>
            </a:prstGeom>
            <a:solidFill>
              <a:srgbClr val="00BA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2" name="rc142"/>
            <p:cNvSpPr/>
            <p:nvPr/>
          </p:nvSpPr>
          <p:spPr>
            <a:xfrm>
              <a:off x="5867816" y="5776528"/>
              <a:ext cx="201456" cy="201456"/>
            </a:xfrm>
            <a:prstGeom prst="rect">
              <a:avLst/>
            </a:prstGeom>
            <a:solidFill>
              <a:srgbClr val="619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3" name="tx143"/>
            <p:cNvSpPr/>
            <p:nvPr/>
          </p:nvSpPr>
          <p:spPr>
            <a:xfrm>
              <a:off x="4054329" y="5837251"/>
              <a:ext cx="53181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IKKESATT</a:t>
              </a:r>
            </a:p>
          </p:txBody>
        </p:sp>
        <p:sp>
          <p:nvSpPr>
            <p:cNvPr id="144" name="tx144"/>
            <p:cNvSpPr/>
            <p:nvPr/>
          </p:nvSpPr>
          <p:spPr>
            <a:xfrm>
              <a:off x="4944778" y="5837251"/>
              <a:ext cx="844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INNELIGGENDE</a:t>
              </a:r>
            </a:p>
          </p:txBody>
        </p:sp>
        <p:sp>
          <p:nvSpPr>
            <p:cNvPr id="145" name="tx145"/>
            <p:cNvSpPr/>
            <p:nvPr/>
          </p:nvSpPr>
          <p:spPr>
            <a:xfrm>
              <a:off x="6147861" y="5837251"/>
              <a:ext cx="68333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POLIKLINISK</a:t>
              </a:r>
            </a:p>
          </p:txBody>
        </p:sp>
        <p:sp>
          <p:nvSpPr>
            <p:cNvPr id="146" name="tx146"/>
            <p:cNvSpPr/>
            <p:nvPr/>
          </p:nvSpPr>
          <p:spPr>
            <a:xfrm>
              <a:off x="1070715" y="1669789"/>
              <a:ext cx="3305738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Prøvekategori per måned etter pasientstatus</a:t>
              </a:r>
            </a:p>
          </p:txBody>
        </p:sp>
      </p:grpSp>
      <p:sp>
        <p:nvSpPr>
          <p:cNvPr id="14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Prøvekategori per måned etter pasientstatus (andel)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730636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989683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252975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512022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771068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3030114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289160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552453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803006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053559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4312605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4567405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4694804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98141" y="4252675"/>
              <a:ext cx="3101759" cy="0"/>
            </a:xfrm>
            <a:custGeom>
              <a:avLst/>
              <a:pathLst>
                <a:path w="3101759" h="0">
                  <a:moveTo>
                    <a:pt x="0" y="0"/>
                  </a:moveTo>
                  <a:lnTo>
                    <a:pt x="3101759" y="0"/>
                  </a:lnTo>
                  <a:lnTo>
                    <a:pt x="310175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98141" y="3428340"/>
              <a:ext cx="3101759" cy="0"/>
            </a:xfrm>
            <a:custGeom>
              <a:avLst/>
              <a:pathLst>
                <a:path w="3101759" h="0">
                  <a:moveTo>
                    <a:pt x="0" y="0"/>
                  </a:moveTo>
                  <a:lnTo>
                    <a:pt x="3101759" y="0"/>
                  </a:lnTo>
                  <a:lnTo>
                    <a:pt x="310175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598141" y="2604005"/>
              <a:ext cx="3101759" cy="0"/>
            </a:xfrm>
            <a:custGeom>
              <a:avLst/>
              <a:pathLst>
                <a:path w="3101759" h="0">
                  <a:moveTo>
                    <a:pt x="0" y="0"/>
                  </a:moveTo>
                  <a:lnTo>
                    <a:pt x="3101759" y="0"/>
                  </a:lnTo>
                  <a:lnTo>
                    <a:pt x="310175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603237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858036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121329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384622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639421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902714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3157514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3420807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3684100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921912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4185205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4440005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002423" y="3840507"/>
              <a:ext cx="237812" cy="824335"/>
            </a:xfrm>
            <a:prstGeom prst="rect">
              <a:avLst/>
            </a:prstGeom>
            <a:solidFill>
              <a:srgbClr val="EDEE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265715" y="3840507"/>
              <a:ext cx="237812" cy="82433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520515" y="3840507"/>
              <a:ext cx="237812" cy="824335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783808" y="3840507"/>
              <a:ext cx="237812" cy="824335"/>
            </a:xfrm>
            <a:prstGeom prst="rect">
              <a:avLst/>
            </a:prstGeom>
            <a:solidFill>
              <a:srgbClr val="F4F6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038607" y="3840507"/>
              <a:ext cx="237812" cy="824335"/>
            </a:xfrm>
            <a:prstGeom prst="rect">
              <a:avLst/>
            </a:prstGeom>
            <a:solidFill>
              <a:srgbClr val="E9EB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3301900" y="3840507"/>
              <a:ext cx="237812" cy="824335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3565193" y="3840507"/>
              <a:ext cx="237812" cy="824335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3803006" y="3840507"/>
              <a:ext cx="237812" cy="82433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066299" y="3840507"/>
              <a:ext cx="237812" cy="824335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1739130" y="3016172"/>
              <a:ext cx="237812" cy="824335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002423" y="3016172"/>
              <a:ext cx="237812" cy="824335"/>
            </a:xfrm>
            <a:prstGeom prst="rect">
              <a:avLst/>
            </a:prstGeom>
            <a:solidFill>
              <a:srgbClr val="E3E6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2265715" y="3016172"/>
              <a:ext cx="237812" cy="824335"/>
            </a:xfrm>
            <a:prstGeom prst="rect">
              <a:avLst/>
            </a:prstGeom>
            <a:solidFill>
              <a:srgbClr val="DBE0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520515" y="3016172"/>
              <a:ext cx="237812" cy="824335"/>
            </a:xfrm>
            <a:prstGeom prst="rect">
              <a:avLst/>
            </a:prstGeom>
            <a:solidFill>
              <a:srgbClr val="C5CBF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2783808" y="3016172"/>
              <a:ext cx="237812" cy="824335"/>
            </a:xfrm>
            <a:prstGeom prst="rect">
              <a:avLst/>
            </a:prstGeom>
            <a:solidFill>
              <a:srgbClr val="C6CCF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3038607" y="3016172"/>
              <a:ext cx="237812" cy="824335"/>
            </a:xfrm>
            <a:prstGeom prst="rect">
              <a:avLst/>
            </a:prstGeom>
            <a:solidFill>
              <a:srgbClr val="9EA6F6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3301900" y="3016172"/>
              <a:ext cx="237812" cy="824335"/>
            </a:xfrm>
            <a:prstGeom prst="rect">
              <a:avLst/>
            </a:prstGeom>
            <a:solidFill>
              <a:srgbClr val="ACB4F9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3565193" y="3016172"/>
              <a:ext cx="237812" cy="824335"/>
            </a:xfrm>
            <a:prstGeom prst="rect">
              <a:avLst/>
            </a:prstGeom>
            <a:solidFill>
              <a:srgbClr val="EDEE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3803006" y="3016172"/>
              <a:ext cx="237812" cy="824335"/>
            </a:xfrm>
            <a:prstGeom prst="rect">
              <a:avLst/>
            </a:prstGeom>
            <a:solidFill>
              <a:srgbClr val="CBD0F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4066299" y="3016172"/>
              <a:ext cx="237812" cy="824335"/>
            </a:xfrm>
            <a:prstGeom prst="rect">
              <a:avLst/>
            </a:prstGeom>
            <a:solidFill>
              <a:srgbClr val="DDE1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4321098" y="3016172"/>
              <a:ext cx="237812" cy="824335"/>
            </a:xfrm>
            <a:prstGeom prst="rect">
              <a:avLst/>
            </a:prstGeom>
            <a:solidFill>
              <a:srgbClr val="AEB5F9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2002423" y="2191837"/>
              <a:ext cx="237812" cy="824335"/>
            </a:xfrm>
            <a:prstGeom prst="rect">
              <a:avLst/>
            </a:prstGeom>
            <a:solidFill>
              <a:srgbClr val="4D5186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2265715" y="2191837"/>
              <a:ext cx="237812" cy="824335"/>
            </a:xfrm>
            <a:prstGeom prst="rect">
              <a:avLst/>
            </a:prstGeom>
            <a:solidFill>
              <a:srgbClr val="484C7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2520515" y="2191837"/>
              <a:ext cx="237812" cy="824335"/>
            </a:xfrm>
            <a:prstGeom prst="rect">
              <a:avLst/>
            </a:prstGeom>
            <a:solidFill>
              <a:srgbClr val="51558E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2783808" y="2191837"/>
              <a:ext cx="237812" cy="824335"/>
            </a:xfrm>
            <a:prstGeom prst="rect">
              <a:avLst/>
            </a:prstGeom>
            <a:solidFill>
              <a:srgbClr val="5A5E9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3038607" y="2191837"/>
              <a:ext cx="237812" cy="824335"/>
            </a:xfrm>
            <a:prstGeom prst="rect">
              <a:avLst/>
            </a:prstGeom>
            <a:solidFill>
              <a:srgbClr val="8A91E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3301900" y="2191837"/>
              <a:ext cx="237812" cy="824335"/>
            </a:xfrm>
            <a:prstGeom prst="rect">
              <a:avLst/>
            </a:prstGeom>
            <a:solidFill>
              <a:srgbClr val="6E73C4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3565193" y="2191837"/>
              <a:ext cx="237812" cy="824335"/>
            </a:xfrm>
            <a:prstGeom prst="rect">
              <a:avLst/>
            </a:prstGeom>
            <a:solidFill>
              <a:srgbClr val="313354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3803006" y="2191837"/>
              <a:ext cx="237812" cy="824335"/>
            </a:xfrm>
            <a:prstGeom prst="rect">
              <a:avLst/>
            </a:prstGeom>
            <a:solidFill>
              <a:srgbClr val="555996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4066299" y="2191837"/>
              <a:ext cx="237812" cy="824335"/>
            </a:xfrm>
            <a:prstGeom prst="rect">
              <a:avLst/>
            </a:prstGeom>
            <a:solidFill>
              <a:srgbClr val="474A7A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4321098" y="2191837"/>
              <a:ext cx="237812" cy="824335"/>
            </a:xfrm>
            <a:prstGeom prst="rect">
              <a:avLst/>
            </a:prstGeom>
            <a:solidFill>
              <a:srgbClr val="5D62A5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3" name="tx63"/>
            <p:cNvSpPr/>
            <p:nvPr/>
          </p:nvSpPr>
          <p:spPr>
            <a:xfrm>
              <a:off x="2072592" y="4219071"/>
              <a:ext cx="97475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11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2358516" y="4219071"/>
              <a:ext cx="52212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2613315" y="4219071"/>
              <a:ext cx="52212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2876608" y="4219071"/>
              <a:ext cx="52212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3105302" y="421907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13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3394701" y="4219071"/>
              <a:ext cx="52212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7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3657993" y="4219071"/>
              <a:ext cx="52212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3895806" y="4219071"/>
              <a:ext cx="52212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4159099" y="4219071"/>
              <a:ext cx="52212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1779718" y="3394736"/>
              <a:ext cx="156636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2069117" y="3394736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17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2332410" y="3394736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21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2587209" y="3394736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28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2850502" y="3394736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28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3105302" y="3394736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3368594" y="3394736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35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3635362" y="3394736"/>
              <a:ext cx="97475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11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3869700" y="3394736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27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4132993" y="3394736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4387793" y="3394736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35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2069117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72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2332410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74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2587209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70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2850502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66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3105302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47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3368594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3631887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85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3869700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69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4132993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4387793" y="2570401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65</a:t>
              </a:r>
            </a:p>
          </p:txBody>
        </p:sp>
        <p:sp>
          <p:nvSpPr>
            <p:cNvPr id="93" name="pl93"/>
            <p:cNvSpPr/>
            <p:nvPr/>
          </p:nvSpPr>
          <p:spPr>
            <a:xfrm>
              <a:off x="5647946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5906993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170286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429332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688378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947424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206470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469763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720316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970869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8229915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8484715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8612114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5515451" y="4027856"/>
              <a:ext cx="3101759" cy="0"/>
            </a:xfrm>
            <a:custGeom>
              <a:avLst/>
              <a:pathLst>
                <a:path w="3101759" h="0">
                  <a:moveTo>
                    <a:pt x="0" y="0"/>
                  </a:moveTo>
                  <a:lnTo>
                    <a:pt x="3101759" y="0"/>
                  </a:lnTo>
                  <a:lnTo>
                    <a:pt x="310175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5515451" y="2828823"/>
              <a:ext cx="3101759" cy="0"/>
            </a:xfrm>
            <a:custGeom>
              <a:avLst/>
              <a:pathLst>
                <a:path w="3101759" h="0">
                  <a:moveTo>
                    <a:pt x="0" y="0"/>
                  </a:moveTo>
                  <a:lnTo>
                    <a:pt x="3101759" y="0"/>
                  </a:lnTo>
                  <a:lnTo>
                    <a:pt x="310175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5520547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5775346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6038639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6301932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6556731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l113"/>
            <p:cNvSpPr/>
            <p:nvPr/>
          </p:nvSpPr>
          <p:spPr>
            <a:xfrm>
              <a:off x="6820024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l114"/>
            <p:cNvSpPr/>
            <p:nvPr/>
          </p:nvSpPr>
          <p:spPr>
            <a:xfrm>
              <a:off x="7074824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l115"/>
            <p:cNvSpPr/>
            <p:nvPr/>
          </p:nvSpPr>
          <p:spPr>
            <a:xfrm>
              <a:off x="7338117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l116"/>
            <p:cNvSpPr/>
            <p:nvPr/>
          </p:nvSpPr>
          <p:spPr>
            <a:xfrm>
              <a:off x="7601410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l117"/>
            <p:cNvSpPr/>
            <p:nvPr/>
          </p:nvSpPr>
          <p:spPr>
            <a:xfrm>
              <a:off x="7839223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8102515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l119"/>
            <p:cNvSpPr/>
            <p:nvPr/>
          </p:nvSpPr>
          <p:spPr>
            <a:xfrm>
              <a:off x="8357315" y="2109404"/>
              <a:ext cx="0" cy="2637872"/>
            </a:xfrm>
            <a:custGeom>
              <a:avLst/>
              <a:pathLst>
                <a:path w="0" h="2637872">
                  <a:moveTo>
                    <a:pt x="0" y="263787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7720316" y="3428340"/>
              <a:ext cx="237812" cy="1199032"/>
            </a:xfrm>
            <a:prstGeom prst="rect">
              <a:avLst/>
            </a:prstGeom>
            <a:solidFill>
              <a:srgbClr val="E3E6F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6183025" y="2229307"/>
              <a:ext cx="237812" cy="119903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6437825" y="2229307"/>
              <a:ext cx="237812" cy="119903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6701118" y="2229307"/>
              <a:ext cx="237812" cy="119903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6955917" y="2229307"/>
              <a:ext cx="237812" cy="119903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7219210" y="2229307"/>
              <a:ext cx="237812" cy="119903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7482503" y="2229307"/>
              <a:ext cx="237812" cy="119903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7720316" y="2229307"/>
              <a:ext cx="237812" cy="1199032"/>
            </a:xfrm>
            <a:prstGeom prst="rect">
              <a:avLst/>
            </a:prstGeom>
            <a:solidFill>
              <a:srgbClr val="35375A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7983609" y="2229307"/>
              <a:ext cx="237812" cy="119903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129" name="tx129"/>
            <p:cNvSpPr/>
            <p:nvPr/>
          </p:nvSpPr>
          <p:spPr>
            <a:xfrm>
              <a:off x="7787010" y="3994252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17</a:t>
              </a:r>
            </a:p>
          </p:txBody>
        </p:sp>
        <p:sp>
          <p:nvSpPr>
            <p:cNvPr id="130" name="tx130"/>
            <p:cNvSpPr/>
            <p:nvPr/>
          </p:nvSpPr>
          <p:spPr>
            <a:xfrm>
              <a:off x="6223614" y="2795219"/>
              <a:ext cx="156636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31" name="tx131"/>
            <p:cNvSpPr/>
            <p:nvPr/>
          </p:nvSpPr>
          <p:spPr>
            <a:xfrm>
              <a:off x="6478413" y="2795219"/>
              <a:ext cx="156636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32" name="tx132"/>
            <p:cNvSpPr/>
            <p:nvPr/>
          </p:nvSpPr>
          <p:spPr>
            <a:xfrm>
              <a:off x="6741706" y="2795219"/>
              <a:ext cx="156636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33" name="tx133"/>
            <p:cNvSpPr/>
            <p:nvPr/>
          </p:nvSpPr>
          <p:spPr>
            <a:xfrm>
              <a:off x="6996506" y="2795219"/>
              <a:ext cx="156636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34" name="tx134"/>
            <p:cNvSpPr/>
            <p:nvPr/>
          </p:nvSpPr>
          <p:spPr>
            <a:xfrm>
              <a:off x="7259798" y="2795219"/>
              <a:ext cx="156636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35" name="tx135"/>
            <p:cNvSpPr/>
            <p:nvPr/>
          </p:nvSpPr>
          <p:spPr>
            <a:xfrm>
              <a:off x="7523091" y="2795219"/>
              <a:ext cx="156636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36" name="tx136"/>
            <p:cNvSpPr/>
            <p:nvPr/>
          </p:nvSpPr>
          <p:spPr>
            <a:xfrm>
              <a:off x="7787010" y="2795219"/>
              <a:ext cx="104424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83</a:t>
              </a:r>
            </a:p>
          </p:txBody>
        </p:sp>
        <p:sp>
          <p:nvSpPr>
            <p:cNvPr id="137" name="tx137"/>
            <p:cNvSpPr/>
            <p:nvPr/>
          </p:nvSpPr>
          <p:spPr>
            <a:xfrm>
              <a:off x="8024197" y="2795219"/>
              <a:ext cx="156636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131428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38" name="tx138"/>
            <p:cNvSpPr/>
            <p:nvPr/>
          </p:nvSpPr>
          <p:spPr>
            <a:xfrm>
              <a:off x="2804520" y="1961973"/>
              <a:ext cx="68900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 b="1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Non-Sentinel</a:t>
              </a:r>
            </a:p>
          </p:txBody>
        </p:sp>
        <p:sp>
          <p:nvSpPr>
            <p:cNvPr id="139" name="tx139"/>
            <p:cNvSpPr/>
            <p:nvPr/>
          </p:nvSpPr>
          <p:spPr>
            <a:xfrm>
              <a:off x="6848978" y="1961973"/>
              <a:ext cx="43470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 b="1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Sentinel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1260168" y="4952010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1546889" y="4938787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1746338" y="4965232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2015016" y="4963002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2296352" y="4952010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2533109" y="4963002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2787908" y="4963002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3077738" y="4952010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3335645" y="4954241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3541848" y="4967334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3831522" y="4956407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4070555" y="4962937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5177478" y="4952010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5464199" y="4938787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5663648" y="4965232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5932326" y="4963002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6213663" y="4952010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6450419" y="4963002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58" name="tx158"/>
            <p:cNvSpPr/>
            <p:nvPr/>
          </p:nvSpPr>
          <p:spPr>
            <a:xfrm rot="-2700000">
              <a:off x="6705218" y="4963002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59" name="tx159"/>
            <p:cNvSpPr/>
            <p:nvPr/>
          </p:nvSpPr>
          <p:spPr>
            <a:xfrm rot="-2700000">
              <a:off x="6995048" y="4952010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7252955" y="4954241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7459158" y="4967334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7748832" y="4956407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7987865" y="4962937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64" name="tx164"/>
            <p:cNvSpPr/>
            <p:nvPr/>
          </p:nvSpPr>
          <p:spPr>
            <a:xfrm>
              <a:off x="4921006" y="3987851"/>
              <a:ext cx="53181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IKKESATT</a:t>
              </a:r>
            </a:p>
          </p:txBody>
        </p:sp>
        <p:sp>
          <p:nvSpPr>
            <p:cNvPr id="165" name="tx165"/>
            <p:cNvSpPr/>
            <p:nvPr/>
          </p:nvSpPr>
          <p:spPr>
            <a:xfrm>
              <a:off x="4769489" y="2788818"/>
              <a:ext cx="68333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POLIKLINISK</a:t>
              </a:r>
            </a:p>
          </p:txBody>
        </p:sp>
        <p:sp>
          <p:nvSpPr>
            <p:cNvPr id="166" name="tx166"/>
            <p:cNvSpPr/>
            <p:nvPr/>
          </p:nvSpPr>
          <p:spPr>
            <a:xfrm>
              <a:off x="1003695" y="4212670"/>
              <a:ext cx="53181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IKKESATT</a:t>
              </a:r>
            </a:p>
          </p:txBody>
        </p:sp>
        <p:sp>
          <p:nvSpPr>
            <p:cNvPr id="167" name="tx167"/>
            <p:cNvSpPr/>
            <p:nvPr/>
          </p:nvSpPr>
          <p:spPr>
            <a:xfrm>
              <a:off x="691062" y="3388335"/>
              <a:ext cx="844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INNELIGGENDE</a:t>
              </a:r>
            </a:p>
          </p:txBody>
        </p:sp>
        <p:sp>
          <p:nvSpPr>
            <p:cNvPr id="168" name="tx168"/>
            <p:cNvSpPr/>
            <p:nvPr/>
          </p:nvSpPr>
          <p:spPr>
            <a:xfrm>
              <a:off x="852179" y="2564000"/>
              <a:ext cx="68333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POLIKLINISK</a:t>
              </a:r>
            </a:p>
          </p:txBody>
        </p:sp>
        <p:sp>
          <p:nvSpPr>
            <p:cNvPr id="169" name="tx169"/>
            <p:cNvSpPr/>
            <p:nvPr/>
          </p:nvSpPr>
          <p:spPr>
            <a:xfrm>
              <a:off x="4894026" y="5256183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5400000">
              <a:off x="157325" y="3378322"/>
              <a:ext cx="83896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Pasientstatus</a:t>
              </a:r>
            </a:p>
          </p:txBody>
        </p:sp>
        <p:sp>
          <p:nvSpPr>
            <p:cNvPr id="171" name="tx171"/>
            <p:cNvSpPr/>
            <p:nvPr/>
          </p:nvSpPr>
          <p:spPr>
            <a:xfrm>
              <a:off x="4217460" y="5740689"/>
              <a:ext cx="61356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pic>
          <p:nvPicPr>
            <p:cNvPr id="172" name="pic17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00611" y="5594429"/>
              <a:ext cx="1097280" cy="219455"/>
            </a:xfrm>
            <a:prstGeom prst="rect">
              <a:avLst/>
            </a:prstGeom>
          </p:spPr>
        </p:pic>
        <p:sp>
          <p:nvSpPr>
            <p:cNvPr id="173" name="pl173"/>
            <p:cNvSpPr/>
            <p:nvPr/>
          </p:nvSpPr>
          <p:spPr>
            <a:xfrm>
              <a:off x="5165593" y="5769994"/>
              <a:ext cx="0" cy="43891"/>
            </a:xfrm>
            <a:custGeom>
              <a:avLst/>
              <a:pathLst>
                <a:path w="0" h="43891">
                  <a:moveTo>
                    <a:pt x="0" y="0"/>
                  </a:moveTo>
                  <a:lnTo>
                    <a:pt x="0" y="43891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l174"/>
            <p:cNvSpPr/>
            <p:nvPr/>
          </p:nvSpPr>
          <p:spPr>
            <a:xfrm>
              <a:off x="5442416" y="5769994"/>
              <a:ext cx="0" cy="43891"/>
            </a:xfrm>
            <a:custGeom>
              <a:avLst/>
              <a:pathLst>
                <a:path w="0" h="43891">
                  <a:moveTo>
                    <a:pt x="0" y="0"/>
                  </a:moveTo>
                  <a:lnTo>
                    <a:pt x="0" y="43891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l175"/>
            <p:cNvSpPr/>
            <p:nvPr/>
          </p:nvSpPr>
          <p:spPr>
            <a:xfrm>
              <a:off x="5719239" y="5769994"/>
              <a:ext cx="0" cy="43891"/>
            </a:xfrm>
            <a:custGeom>
              <a:avLst/>
              <a:pathLst>
                <a:path w="0" h="43891">
                  <a:moveTo>
                    <a:pt x="0" y="0"/>
                  </a:moveTo>
                  <a:lnTo>
                    <a:pt x="0" y="43891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l176"/>
            <p:cNvSpPr/>
            <p:nvPr/>
          </p:nvSpPr>
          <p:spPr>
            <a:xfrm>
              <a:off x="5996062" y="5769994"/>
              <a:ext cx="0" cy="43891"/>
            </a:xfrm>
            <a:custGeom>
              <a:avLst/>
              <a:pathLst>
                <a:path w="0" h="43891">
                  <a:moveTo>
                    <a:pt x="0" y="0"/>
                  </a:moveTo>
                  <a:lnTo>
                    <a:pt x="0" y="43891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l177"/>
            <p:cNvSpPr/>
            <p:nvPr/>
          </p:nvSpPr>
          <p:spPr>
            <a:xfrm>
              <a:off x="5165593" y="5594429"/>
              <a:ext cx="0" cy="43891"/>
            </a:xfrm>
            <a:custGeom>
              <a:avLst/>
              <a:pathLst>
                <a:path w="0" h="43891">
                  <a:moveTo>
                    <a:pt x="0" y="43891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l178"/>
            <p:cNvSpPr/>
            <p:nvPr/>
          </p:nvSpPr>
          <p:spPr>
            <a:xfrm>
              <a:off x="5442416" y="5594429"/>
              <a:ext cx="0" cy="43891"/>
            </a:xfrm>
            <a:custGeom>
              <a:avLst/>
              <a:pathLst>
                <a:path w="0" h="43891">
                  <a:moveTo>
                    <a:pt x="0" y="43891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l179"/>
            <p:cNvSpPr/>
            <p:nvPr/>
          </p:nvSpPr>
          <p:spPr>
            <a:xfrm>
              <a:off x="5719239" y="5594429"/>
              <a:ext cx="0" cy="43891"/>
            </a:xfrm>
            <a:custGeom>
              <a:avLst/>
              <a:pathLst>
                <a:path w="0" h="43891">
                  <a:moveTo>
                    <a:pt x="0" y="43891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l180"/>
            <p:cNvSpPr/>
            <p:nvPr/>
          </p:nvSpPr>
          <p:spPr>
            <a:xfrm>
              <a:off x="5996062" y="5594429"/>
              <a:ext cx="0" cy="43891"/>
            </a:xfrm>
            <a:custGeom>
              <a:avLst/>
              <a:pathLst>
                <a:path w="0" h="43891">
                  <a:moveTo>
                    <a:pt x="0" y="43891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tx181"/>
            <p:cNvSpPr/>
            <p:nvPr/>
          </p:nvSpPr>
          <p:spPr>
            <a:xfrm>
              <a:off x="5053716" y="588347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82" name="tx182"/>
            <p:cNvSpPr/>
            <p:nvPr/>
          </p:nvSpPr>
          <p:spPr>
            <a:xfrm>
              <a:off x="5330539" y="588347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83" name="tx183"/>
            <p:cNvSpPr/>
            <p:nvPr/>
          </p:nvSpPr>
          <p:spPr>
            <a:xfrm>
              <a:off x="5607362" y="588347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84" name="tx184"/>
            <p:cNvSpPr/>
            <p:nvPr/>
          </p:nvSpPr>
          <p:spPr>
            <a:xfrm>
              <a:off x="5853096" y="5883474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85" name="tx185"/>
            <p:cNvSpPr/>
            <p:nvPr/>
          </p:nvSpPr>
          <p:spPr>
            <a:xfrm>
              <a:off x="1598141" y="1669789"/>
              <a:ext cx="4208526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Prøvekategori per måned etter pasientstatus (varmekart)</a:t>
              </a:r>
            </a:p>
          </p:txBody>
        </p:sp>
      </p:grpSp>
      <p:sp>
        <p:nvSpPr>
          <p:cNvPr id="186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Prøvekategori per måned etter pasientstatus (varmekart)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Seksjon: Influensafrekvens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r>
              <a:rPr/>
              <a:t>Frekvenstabeller og månedlige subtypeoppsummeringer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2629671"/>
                <a:gridCol w="1488060"/>
                <a:gridCol w="843311"/>
                <a:gridCol w="944130"/>
                <a:gridCol w="944130"/>
                <a:gridCol w="843175"/>
                <a:gridCol w="610160"/>
              </a:tblGrid>
              <a:tr h="391947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WHO/ECDC kategori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Klade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Subklade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-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-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340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genAH1/Missouri/11/2025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6B.1A.5a.2a.1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67 (100%)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31 (100%)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 (100%)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291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genAH1/Missouri/11/2025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6B.1A.5a.2a.1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-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-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443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genAH3/Croatia/10136RV/2023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3C.2a1b.2a.2a.3a.1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genAH3/Croatia/10136RV/2023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3C.2a1b.2a.2a.3a.1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 (2.1%)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genAH3/Lisboa/216/2023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3C.2a1b.2a.2a.3a.1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genAH3/Netherlands/10685/2024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3C.2a1b.2a.2a.3a.1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genAH3/Singapore/GP20238/2024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3C.2a1b.2a.2a.3a.1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 (8%)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genAH3/Norway/8765/2025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3C.2a1b.2a.2a.3a.1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46 (97.9%)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23 (92%)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 (100%)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-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-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genBVicB/Catalonia/2279261NS/2023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V1A.3a.2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 (28.6%)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 (20.7%)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 (60%)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genBVicB/Greece/5509/2024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V1A.3a.2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 (3.4%)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genBVicB/Switzerland/329/2024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V1A.3a.2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 (14.3%)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13 (44.8%)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 (30%)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genBVicB/Kanagawa/AC2414/2025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V1A.3a.2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 (3.4%)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genBVicB/Kanagawa/AC2414/2025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V1A.3a.2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 (3.4%)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genBVicB/Kanagawa/AC2414/2025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V1A.3a.2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 (42.9%)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genBVicB/ENG/120/2025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V1A.3a.2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 (14.3%)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 (24.1%)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 (10%)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Frekvenstabell for WHO/ECDC-kategorier, klader og subklader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Seksjon: Klade- og subkladeplott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r>
              <a:rPr/>
              <a:t>Sesongfordeling, månedsplott og arealdiagrammer per subtype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59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8090421" cy="188152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526789" y="3551316"/>
              <a:ext cx="8090421" cy="250525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45023" y="282167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45023" y="258991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45023" y="235814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45023" y="212637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325967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968241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610516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3242432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874347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4506263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5138178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5780453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6391650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7002847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7634762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8266678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045023" y="293756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045023" y="270579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045023" y="247402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045023" y="224226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045023" y="201049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647104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289379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931654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3553210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4195485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4817041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5459316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6101590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6681710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7323984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7945541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7062931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028325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555987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840537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198262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1386050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7684487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6420656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3934431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3292156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670600" y="2010494"/>
              <a:ext cx="522107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tx50"/>
            <p:cNvSpPr/>
            <p:nvPr/>
          </p:nvSpPr>
          <p:spPr>
            <a:xfrm>
              <a:off x="920214" y="289755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858035" y="266578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858035" y="2434022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858035" y="2202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795856" y="1970489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55" name="tx55"/>
            <p:cNvSpPr/>
            <p:nvPr/>
          </p:nvSpPr>
          <p:spPr>
            <a:xfrm rot="-5400000">
              <a:off x="269800" y="2410385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4035676" y="3252392"/>
              <a:ext cx="3573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Klade</a:t>
              </a:r>
            </a:p>
          </p:txBody>
        </p:sp>
        <p:sp>
          <p:nvSpPr>
            <p:cNvPr id="57" name="rc57"/>
            <p:cNvSpPr/>
            <p:nvPr/>
          </p:nvSpPr>
          <p:spPr>
            <a:xfrm>
              <a:off x="4471612" y="3201681"/>
              <a:ext cx="201456" cy="2014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tx58"/>
            <p:cNvSpPr/>
            <p:nvPr/>
          </p:nvSpPr>
          <p:spPr>
            <a:xfrm>
              <a:off x="4751657" y="3256918"/>
              <a:ext cx="80531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6B.1A.5a.2a.1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3376168" y="1739378"/>
              <a:ext cx="2840309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A/H1N1 fordeling av klade per måned:</a:t>
              </a:r>
            </a:p>
          </p:txBody>
        </p:sp>
        <p:sp>
          <p:nvSpPr>
            <p:cNvPr id="60" name="pl60"/>
            <p:cNvSpPr/>
            <p:nvPr/>
          </p:nvSpPr>
          <p:spPr>
            <a:xfrm>
              <a:off x="1045023" y="470320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1045023" y="447143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1045023" y="423967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1045023" y="400790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1325967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1968241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2610516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3242432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3874347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506263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5138178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5780453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6391650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7002847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7634762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8266678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1045023" y="481908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1045023" y="458732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1045023" y="435555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1045023" y="412378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1045023" y="389202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1647104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2289379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2931654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3553210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4195485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4817041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5459316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6101590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6681710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323984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7945541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7062931" y="3892021"/>
              <a:ext cx="522107" cy="927067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2028325" y="3892021"/>
              <a:ext cx="522107" cy="185413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2028325" y="4077434"/>
              <a:ext cx="522107" cy="741653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4555987" y="3892021"/>
              <a:ext cx="522107" cy="252836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4555987" y="4144857"/>
              <a:ext cx="522107" cy="674230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5840537" y="3892021"/>
              <a:ext cx="522107" cy="927067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5198262" y="3892021"/>
              <a:ext cx="522107" cy="20153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5198262" y="3912174"/>
              <a:ext cx="522107" cy="906913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1386050" y="3892021"/>
              <a:ext cx="522107" cy="927067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7684487" y="3892021"/>
              <a:ext cx="522107" cy="927067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6420656" y="3892021"/>
              <a:ext cx="522107" cy="927067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3934431" y="3892021"/>
              <a:ext cx="522107" cy="103007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3934431" y="3995028"/>
              <a:ext cx="522107" cy="824059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3292156" y="3892021"/>
              <a:ext cx="522107" cy="231766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3292156" y="4123788"/>
              <a:ext cx="522107" cy="695300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2670600" y="3892021"/>
              <a:ext cx="522107" cy="473834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2670600" y="4365855"/>
              <a:ext cx="522107" cy="453232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tx109"/>
            <p:cNvSpPr/>
            <p:nvPr/>
          </p:nvSpPr>
          <p:spPr>
            <a:xfrm>
              <a:off x="920214" y="4779083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10" name="tx110"/>
            <p:cNvSpPr/>
            <p:nvPr/>
          </p:nvSpPr>
          <p:spPr>
            <a:xfrm>
              <a:off x="858035" y="454731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111" name="tx111"/>
            <p:cNvSpPr/>
            <p:nvPr/>
          </p:nvSpPr>
          <p:spPr>
            <a:xfrm>
              <a:off x="858035" y="431554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858035" y="408378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795856" y="3852016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1222875" y="5103793"/>
              <a:ext cx="54223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778203" y="5139807"/>
              <a:ext cx="64410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2427736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3085507" y="5121800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3691567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4313124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4991613" y="5121800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5626629" y="5124807"/>
              <a:ext cx="60167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6163509" y="5142717"/>
              <a:ext cx="6523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6841843" y="5127781"/>
              <a:ext cx="61008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7441779" y="5136736"/>
              <a:ext cx="635416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5400000">
              <a:off x="269800" y="4291912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26" name="tx126"/>
            <p:cNvSpPr/>
            <p:nvPr/>
          </p:nvSpPr>
          <p:spPr>
            <a:xfrm>
              <a:off x="3789699" y="5757650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27" name="rc127"/>
            <p:cNvSpPr/>
            <p:nvPr/>
          </p:nvSpPr>
          <p:spPr>
            <a:xfrm>
              <a:off x="4450943" y="5706939"/>
              <a:ext cx="201456" cy="201456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5113250" y="5706939"/>
              <a:ext cx="201456" cy="201456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tx129"/>
            <p:cNvSpPr/>
            <p:nvPr/>
          </p:nvSpPr>
          <p:spPr>
            <a:xfrm>
              <a:off x="4730988" y="5762176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130" name="tx130"/>
            <p:cNvSpPr/>
            <p:nvPr/>
          </p:nvSpPr>
          <p:spPr>
            <a:xfrm>
              <a:off x="5393295" y="5762176"/>
              <a:ext cx="409651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  <p:sp>
          <p:nvSpPr>
            <p:cNvPr id="131" name="tx131"/>
            <p:cNvSpPr/>
            <p:nvPr/>
          </p:nvSpPr>
          <p:spPr>
            <a:xfrm>
              <a:off x="3241111" y="3620905"/>
              <a:ext cx="311042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A/H1N1 fordeling av subklade per måned:</a:t>
              </a:r>
            </a:p>
          </p:txBody>
        </p:sp>
      </p:grpSp>
      <p:sp>
        <p:nvSpPr>
          <p:cNvPr id="13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A/H1N1 - klade og subklade per måned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59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8090421" cy="188152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526789" y="3551316"/>
              <a:ext cx="8090421" cy="250525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45023" y="282167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45023" y="258991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45023" y="235814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45023" y="212637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319721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028764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26372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3423980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4121587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4819195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5528239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6202974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6877709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7575317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8272924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045023" y="293756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045023" y="270579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045023" y="247402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045023" y="224226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045023" y="201049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674242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383286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3069458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778501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4464673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5173717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5882760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6523187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7232231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7918402" y="1964140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6944039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1386050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176481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5594568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885525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7630210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6234995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3490309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781266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2095094" y="2010494"/>
              <a:ext cx="576383" cy="927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tx47"/>
            <p:cNvSpPr/>
            <p:nvPr/>
          </p:nvSpPr>
          <p:spPr>
            <a:xfrm>
              <a:off x="920214" y="289755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858035" y="266578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858035" y="2434022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858035" y="2202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795856" y="1970489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52" name="tx52"/>
            <p:cNvSpPr/>
            <p:nvPr/>
          </p:nvSpPr>
          <p:spPr>
            <a:xfrm rot="-5400000">
              <a:off x="269800" y="2410385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3880136" y="3252392"/>
              <a:ext cx="3573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Klade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4316073" y="3201681"/>
              <a:ext cx="201456" cy="2014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tx55"/>
            <p:cNvSpPr/>
            <p:nvPr/>
          </p:nvSpPr>
          <p:spPr>
            <a:xfrm>
              <a:off x="4596118" y="3256918"/>
              <a:ext cx="1116390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3C.2a1b.2a.2a.3a.1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3376168" y="1739378"/>
              <a:ext cx="2840309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A/H3N2 fordeling av klade per måned:</a:t>
              </a:r>
            </a:p>
          </p:txBody>
        </p:sp>
        <p:sp>
          <p:nvSpPr>
            <p:cNvPr id="57" name="pl57"/>
            <p:cNvSpPr/>
            <p:nvPr/>
          </p:nvSpPr>
          <p:spPr>
            <a:xfrm>
              <a:off x="1045023" y="470320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1045023" y="447143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1045023" y="423967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1045023" y="400790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1319721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2028764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2726372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3423980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121587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819195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528239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6202974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6877709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575317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8272924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1045023" y="481908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1045023" y="458732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1045023" y="435555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1045023" y="412378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1045023" y="389202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1674242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2383286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3069458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3778501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4464673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5173717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5882760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6523187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232231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918402" y="3845667"/>
              <a:ext cx="0" cy="1019774"/>
            </a:xfrm>
            <a:custGeom>
              <a:avLst/>
              <a:pathLst>
                <a:path w="0" h="1019774">
                  <a:moveTo>
                    <a:pt x="0" y="1019774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6944039" y="3892021"/>
              <a:ext cx="576383" cy="74165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6944039" y="3966186"/>
              <a:ext cx="576383" cy="85290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1386050" y="3892021"/>
              <a:ext cx="576383" cy="529752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1386050" y="4421773"/>
              <a:ext cx="576383" cy="39731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4176481" y="3892021"/>
              <a:ext cx="576383" cy="14485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4176481" y="3906506"/>
              <a:ext cx="576383" cy="14485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4176481" y="3920992"/>
              <a:ext cx="576383" cy="14485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4176481" y="3935477"/>
              <a:ext cx="576383" cy="883611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5594568" y="3892021"/>
              <a:ext cx="576383" cy="92706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4885525" y="3892021"/>
              <a:ext cx="576383" cy="13057"/>
            </a:xfrm>
            <a:prstGeom prst="rect">
              <a:avLst/>
            </a:pr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4885525" y="3905078"/>
              <a:ext cx="576383" cy="13057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4885525" y="3918135"/>
              <a:ext cx="576383" cy="90095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7630210" y="3892021"/>
              <a:ext cx="576383" cy="92706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6234995" y="3892021"/>
              <a:ext cx="576383" cy="19724"/>
            </a:xfrm>
            <a:prstGeom prst="rect">
              <a:avLst/>
            </a:pr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6234995" y="3911746"/>
              <a:ext cx="576383" cy="90734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3490309" y="3892021"/>
              <a:ext cx="576383" cy="27673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3490309" y="3919694"/>
              <a:ext cx="576383" cy="13836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3490309" y="3933531"/>
              <a:ext cx="576383" cy="13836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3490309" y="3947368"/>
              <a:ext cx="576383" cy="871720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2781266" y="3892021"/>
              <a:ext cx="576383" cy="17828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2781266" y="3909849"/>
              <a:ext cx="576383" cy="17828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2781266" y="3927677"/>
              <a:ext cx="576383" cy="17828"/>
            </a:xfrm>
            <a:prstGeom prst="rect">
              <a:avLst/>
            </a:pr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2781266" y="3945505"/>
              <a:ext cx="576383" cy="17828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2781266" y="3963334"/>
              <a:ext cx="576383" cy="85575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2095094" y="3892021"/>
              <a:ext cx="576383" cy="106969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2095094" y="3998990"/>
              <a:ext cx="576383" cy="35656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2095094" y="4034646"/>
              <a:ext cx="576383" cy="178282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2095094" y="4212929"/>
              <a:ext cx="576383" cy="60615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tx115"/>
            <p:cNvSpPr/>
            <p:nvPr/>
          </p:nvSpPr>
          <p:spPr>
            <a:xfrm>
              <a:off x="920214" y="4779083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16" name="tx116"/>
            <p:cNvSpPr/>
            <p:nvPr/>
          </p:nvSpPr>
          <p:spPr>
            <a:xfrm>
              <a:off x="858035" y="454731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117" name="tx117"/>
            <p:cNvSpPr/>
            <p:nvPr/>
          </p:nvSpPr>
          <p:spPr>
            <a:xfrm>
              <a:off x="858035" y="431554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118" name="tx118"/>
            <p:cNvSpPr/>
            <p:nvPr/>
          </p:nvSpPr>
          <p:spPr>
            <a:xfrm>
              <a:off x="858035" y="408378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119" name="tx119"/>
            <p:cNvSpPr/>
            <p:nvPr/>
          </p:nvSpPr>
          <p:spPr>
            <a:xfrm>
              <a:off x="795856" y="3852016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163067" y="5139807"/>
              <a:ext cx="64410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1879369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601755" y="5121800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3274584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3960756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4706014" y="5121800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5407799" y="5124807"/>
              <a:ext cx="60167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6004987" y="5142717"/>
              <a:ext cx="6523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6750089" y="5127781"/>
              <a:ext cx="61008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7414641" y="5136736"/>
              <a:ext cx="635416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5400000">
              <a:off x="269800" y="4291912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31" name="tx131"/>
            <p:cNvSpPr/>
            <p:nvPr/>
          </p:nvSpPr>
          <p:spPr>
            <a:xfrm>
              <a:off x="3068045" y="5757650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32" name="rc132"/>
            <p:cNvSpPr/>
            <p:nvPr/>
          </p:nvSpPr>
          <p:spPr>
            <a:xfrm>
              <a:off x="3729289" y="5706939"/>
              <a:ext cx="201456" cy="201456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4257453" y="5706939"/>
              <a:ext cx="201456" cy="201456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4891596" y="5706939"/>
              <a:ext cx="201456" cy="201456"/>
            </a:xfrm>
            <a:prstGeom prst="rect">
              <a:avLst/>
            </a:pr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5525739" y="5706939"/>
              <a:ext cx="201456" cy="201456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6159882" y="5706939"/>
              <a:ext cx="201456" cy="20145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tx137"/>
            <p:cNvSpPr/>
            <p:nvPr/>
          </p:nvSpPr>
          <p:spPr>
            <a:xfrm>
              <a:off x="4009334" y="5762176"/>
              <a:ext cx="169529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138" name="tx138"/>
            <p:cNvSpPr/>
            <p:nvPr/>
          </p:nvSpPr>
          <p:spPr>
            <a:xfrm>
              <a:off x="4537498" y="5762176"/>
              <a:ext cx="275508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139" name="tx139"/>
            <p:cNvSpPr/>
            <p:nvPr/>
          </p:nvSpPr>
          <p:spPr>
            <a:xfrm>
              <a:off x="5171641" y="5762176"/>
              <a:ext cx="275508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140" name="tx140"/>
            <p:cNvSpPr/>
            <p:nvPr/>
          </p:nvSpPr>
          <p:spPr>
            <a:xfrm>
              <a:off x="5805784" y="5762176"/>
              <a:ext cx="275508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141" name="tx141"/>
            <p:cNvSpPr/>
            <p:nvPr/>
          </p:nvSpPr>
          <p:spPr>
            <a:xfrm>
              <a:off x="6439927" y="5762176"/>
              <a:ext cx="84673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  <p:sp>
          <p:nvSpPr>
            <p:cNvPr id="142" name="tx142"/>
            <p:cNvSpPr/>
            <p:nvPr/>
          </p:nvSpPr>
          <p:spPr>
            <a:xfrm>
              <a:off x="3241111" y="3620905"/>
              <a:ext cx="311042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A/H3N2 fordeling av subklade per måned:</a:t>
              </a:r>
            </a:p>
          </p:txBody>
        </p:sp>
      </p:grpSp>
      <p:sp>
        <p:nvSpPr>
          <p:cNvPr id="14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A/H3N2 - klade og subklade per måned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59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8090421" cy="17370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526789" y="3406793"/>
              <a:ext cx="8090421" cy="26497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45023" y="270014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45023" y="2501226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45023" y="2302306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45023" y="210338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069458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819195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5528239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6202974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6877709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7575317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045023" y="279960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045023" y="260068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045023" y="2401766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045023" y="220284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045023" y="200392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674242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4464673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5173717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5882760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6523187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7232231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7918402" y="1964140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6944039" y="2003924"/>
              <a:ext cx="576383" cy="7956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1386050" y="2003924"/>
              <a:ext cx="576383" cy="7956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4176481" y="2003924"/>
              <a:ext cx="576383" cy="7956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5594568" y="2003924"/>
              <a:ext cx="576383" cy="7956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4885525" y="2003924"/>
              <a:ext cx="576383" cy="7956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7630210" y="2003924"/>
              <a:ext cx="576383" cy="7956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6234995" y="2003924"/>
              <a:ext cx="576383" cy="7956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tx36"/>
            <p:cNvSpPr/>
            <p:nvPr/>
          </p:nvSpPr>
          <p:spPr>
            <a:xfrm>
              <a:off x="920214" y="2759603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37" name="tx37"/>
            <p:cNvSpPr/>
            <p:nvPr/>
          </p:nvSpPr>
          <p:spPr>
            <a:xfrm>
              <a:off x="858035" y="2560682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38" name="tx38"/>
            <p:cNvSpPr/>
            <p:nvPr/>
          </p:nvSpPr>
          <p:spPr>
            <a:xfrm>
              <a:off x="858035" y="236176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858035" y="216284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40" name="tx40"/>
            <p:cNvSpPr/>
            <p:nvPr/>
          </p:nvSpPr>
          <p:spPr>
            <a:xfrm>
              <a:off x="795856" y="1963919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41" name="tx41"/>
            <p:cNvSpPr/>
            <p:nvPr/>
          </p:nvSpPr>
          <p:spPr>
            <a:xfrm rot="-5400000">
              <a:off x="269800" y="2338124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42" name="tx42"/>
            <p:cNvSpPr/>
            <p:nvPr/>
          </p:nvSpPr>
          <p:spPr>
            <a:xfrm>
              <a:off x="4176996" y="3107869"/>
              <a:ext cx="3573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Klade</a:t>
              </a:r>
            </a:p>
          </p:txBody>
        </p:sp>
        <p:sp>
          <p:nvSpPr>
            <p:cNvPr id="43" name="rc43"/>
            <p:cNvSpPr/>
            <p:nvPr/>
          </p:nvSpPr>
          <p:spPr>
            <a:xfrm>
              <a:off x="4612933" y="3057159"/>
              <a:ext cx="201456" cy="2014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tx44"/>
            <p:cNvSpPr/>
            <p:nvPr/>
          </p:nvSpPr>
          <p:spPr>
            <a:xfrm>
              <a:off x="4892978" y="3112396"/>
              <a:ext cx="522671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V1A.3a.2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3312525" y="1739378"/>
              <a:ext cx="296759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B/Victoria fordeling av klade per måned:</a:t>
              </a:r>
            </a:p>
          </p:txBody>
        </p:sp>
        <p:sp>
          <p:nvSpPr>
            <p:cNvPr id="46" name="pl46"/>
            <p:cNvSpPr/>
            <p:nvPr/>
          </p:nvSpPr>
          <p:spPr>
            <a:xfrm>
              <a:off x="1045023" y="4437152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1045023" y="423823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1045023" y="403931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1045023" y="3840389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3069458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819195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528239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6202974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6877709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7575317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1045023" y="4536612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1045023" y="433769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1045023" y="413877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1045023" y="393985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1045023" y="3740929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1674242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464673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173717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882760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6523187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7232231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7918402" y="3701145"/>
              <a:ext cx="0" cy="875251"/>
            </a:xfrm>
            <a:custGeom>
              <a:avLst/>
              <a:pathLst>
                <a:path w="0" h="875251">
                  <a:moveTo>
                    <a:pt x="0" y="87525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6944039" y="3740929"/>
              <a:ext cx="576383" cy="27437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6944039" y="3768366"/>
              <a:ext cx="576383" cy="27437"/>
            </a:xfrm>
            <a:prstGeom prst="rect">
              <a:avLst/>
            </a:pr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6944039" y="3795804"/>
              <a:ext cx="576383" cy="164624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6944039" y="3960428"/>
              <a:ext cx="576383" cy="356685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6944039" y="4317113"/>
              <a:ext cx="576383" cy="192061"/>
            </a:xfrm>
            <a:prstGeom prst="rect">
              <a:avLst/>
            </a:pr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6944039" y="4509175"/>
              <a:ext cx="576383" cy="2743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1386050" y="3740929"/>
              <a:ext cx="576383" cy="795683"/>
            </a:xfrm>
            <a:prstGeom prst="rect">
              <a:avLst/>
            </a:pr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176481" y="3740929"/>
              <a:ext cx="576383" cy="265227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176481" y="4006157"/>
              <a:ext cx="576383" cy="26522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176481" y="4271384"/>
              <a:ext cx="576383" cy="265227"/>
            </a:xfrm>
            <a:prstGeom prst="rect">
              <a:avLst/>
            </a:pr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5594568" y="3740929"/>
              <a:ext cx="576383" cy="106091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5594568" y="3847020"/>
              <a:ext cx="576383" cy="371318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5594568" y="4218339"/>
              <a:ext cx="576383" cy="212182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5594568" y="4430521"/>
              <a:ext cx="576383" cy="53045"/>
            </a:xfrm>
            <a:prstGeom prst="rect">
              <a:avLst/>
            </a:pr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5594568" y="4483567"/>
              <a:ext cx="576383" cy="5304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4885525" y="3740929"/>
              <a:ext cx="576383" cy="88409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4885525" y="3829338"/>
              <a:ext cx="576383" cy="88409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4885525" y="3917747"/>
              <a:ext cx="576383" cy="265227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4885525" y="4182975"/>
              <a:ext cx="576383" cy="353636"/>
            </a:xfrm>
            <a:prstGeom prst="rect">
              <a:avLst/>
            </a:pr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7630210" y="3740929"/>
              <a:ext cx="576383" cy="477409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7630210" y="4218339"/>
              <a:ext cx="576383" cy="238704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7630210" y="4457044"/>
              <a:ext cx="576383" cy="79568"/>
            </a:xfrm>
            <a:prstGeom prst="rect">
              <a:avLst/>
            </a:pr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6234995" y="3740929"/>
              <a:ext cx="576383" cy="341007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6234995" y="4081936"/>
              <a:ext cx="576383" cy="227338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6234995" y="4309274"/>
              <a:ext cx="576383" cy="113669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6234995" y="4422943"/>
              <a:ext cx="576383" cy="113669"/>
            </a:xfrm>
            <a:prstGeom prst="rect">
              <a:avLst/>
            </a:pr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tx94"/>
            <p:cNvSpPr/>
            <p:nvPr/>
          </p:nvSpPr>
          <p:spPr>
            <a:xfrm>
              <a:off x="920214" y="4496607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858035" y="429768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858035" y="409876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858035" y="389984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795856" y="3700924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99" name="tx99"/>
            <p:cNvSpPr/>
            <p:nvPr/>
          </p:nvSpPr>
          <p:spPr>
            <a:xfrm rot="-2700000">
              <a:off x="1163067" y="4850762"/>
              <a:ext cx="64410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00" name="tx100"/>
            <p:cNvSpPr/>
            <p:nvPr/>
          </p:nvSpPr>
          <p:spPr>
            <a:xfrm rot="-2700000">
              <a:off x="3960756" y="4847756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01" name="tx101"/>
            <p:cNvSpPr/>
            <p:nvPr/>
          </p:nvSpPr>
          <p:spPr>
            <a:xfrm rot="-2700000">
              <a:off x="4706014" y="4832755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02" name="tx102"/>
            <p:cNvSpPr/>
            <p:nvPr/>
          </p:nvSpPr>
          <p:spPr>
            <a:xfrm rot="-2700000">
              <a:off x="5407799" y="4835762"/>
              <a:ext cx="60167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03" name="tx103"/>
            <p:cNvSpPr/>
            <p:nvPr/>
          </p:nvSpPr>
          <p:spPr>
            <a:xfrm rot="-2700000">
              <a:off x="6004987" y="4853672"/>
              <a:ext cx="6523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04" name="tx104"/>
            <p:cNvSpPr/>
            <p:nvPr/>
          </p:nvSpPr>
          <p:spPr>
            <a:xfrm rot="-2700000">
              <a:off x="6750089" y="4838736"/>
              <a:ext cx="61008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05" name="tx105"/>
            <p:cNvSpPr/>
            <p:nvPr/>
          </p:nvSpPr>
          <p:spPr>
            <a:xfrm rot="-2700000">
              <a:off x="7414641" y="4847691"/>
              <a:ext cx="635416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06" name="tx106"/>
            <p:cNvSpPr/>
            <p:nvPr/>
          </p:nvSpPr>
          <p:spPr>
            <a:xfrm rot="-5400000">
              <a:off x="269800" y="4075128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07" name="tx107"/>
            <p:cNvSpPr/>
            <p:nvPr/>
          </p:nvSpPr>
          <p:spPr>
            <a:xfrm>
              <a:off x="3127392" y="5613127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08" name="rc108"/>
            <p:cNvSpPr/>
            <p:nvPr/>
          </p:nvSpPr>
          <p:spPr>
            <a:xfrm>
              <a:off x="3788637" y="5417894"/>
              <a:ext cx="201456" cy="201456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3788637" y="5706939"/>
              <a:ext cx="201456" cy="201456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4450943" y="5417894"/>
              <a:ext cx="201456" cy="201456"/>
            </a:xfrm>
            <a:prstGeom prst="rect">
              <a:avLst/>
            </a:pr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4450943" y="5706939"/>
              <a:ext cx="201456" cy="201456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5113250" y="5417894"/>
              <a:ext cx="201456" cy="20145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5113250" y="5706939"/>
              <a:ext cx="201456" cy="201456"/>
            </a:xfrm>
            <a:prstGeom prst="rect">
              <a:avLst/>
            </a:pr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5881535" y="5417894"/>
              <a:ext cx="201456" cy="20145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tx115"/>
            <p:cNvSpPr/>
            <p:nvPr/>
          </p:nvSpPr>
          <p:spPr>
            <a:xfrm>
              <a:off x="4068682" y="5473131"/>
              <a:ext cx="197693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116" name="tx116"/>
            <p:cNvSpPr/>
            <p:nvPr/>
          </p:nvSpPr>
          <p:spPr>
            <a:xfrm>
              <a:off x="4068682" y="5762176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117" name="tx117"/>
            <p:cNvSpPr/>
            <p:nvPr/>
          </p:nvSpPr>
          <p:spPr>
            <a:xfrm>
              <a:off x="4730988" y="5473131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118" name="tx118"/>
            <p:cNvSpPr/>
            <p:nvPr/>
          </p:nvSpPr>
          <p:spPr>
            <a:xfrm>
              <a:off x="4730988" y="5762176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119" name="tx119"/>
            <p:cNvSpPr/>
            <p:nvPr/>
          </p:nvSpPr>
          <p:spPr>
            <a:xfrm>
              <a:off x="5393295" y="5473131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120" name="tx120"/>
            <p:cNvSpPr/>
            <p:nvPr/>
          </p:nvSpPr>
          <p:spPr>
            <a:xfrm>
              <a:off x="5393295" y="5762176"/>
              <a:ext cx="409651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121" name="tx121"/>
            <p:cNvSpPr/>
            <p:nvPr/>
          </p:nvSpPr>
          <p:spPr>
            <a:xfrm>
              <a:off x="6161580" y="5473131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  <p:sp>
          <p:nvSpPr>
            <p:cNvPr id="122" name="tx122"/>
            <p:cNvSpPr/>
            <p:nvPr/>
          </p:nvSpPr>
          <p:spPr>
            <a:xfrm>
              <a:off x="3177469" y="3476382"/>
              <a:ext cx="323770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B/Victoria fordeling av subklade per måned:</a:t>
              </a:r>
            </a:p>
          </p:txBody>
        </p:sp>
      </p:grpSp>
      <p:sp>
        <p:nvSpPr>
          <p:cNvPr id="12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B/Victoria - klade og subklade per måned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59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8090421" cy="219339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526789" y="3863181"/>
              <a:ext cx="8090421" cy="219339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45023" y="255942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45023" y="2398539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45023" y="223765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45023" y="2076762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733808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2932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113622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3797920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4482218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166516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5862032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652389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7185756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787005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045023" y="263987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045023" y="2478983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045023" y="231809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045023" y="2157206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045023" y="199631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386050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081566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777082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3450162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4145678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4818758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551427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6209790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6837998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753351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820659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g37"/>
            <p:cNvSpPr/>
            <p:nvPr/>
          </p:nvSpPr>
          <p:spPr>
            <a:xfrm>
              <a:off x="1386050" y="1996318"/>
              <a:ext cx="6820543" cy="643553"/>
            </a:xfrm>
            <a:custGeom>
              <a:avLst/>
              <a:pathLst>
                <a:path w="6820543" h="643553">
                  <a:moveTo>
                    <a:pt x="0" y="0"/>
                  </a:moveTo>
                  <a:lnTo>
                    <a:pt x="695515" y="0"/>
                  </a:lnTo>
                  <a:lnTo>
                    <a:pt x="1391031" y="0"/>
                  </a:lnTo>
                  <a:lnTo>
                    <a:pt x="2064111" y="0"/>
                  </a:lnTo>
                  <a:lnTo>
                    <a:pt x="2759627" y="0"/>
                  </a:lnTo>
                  <a:lnTo>
                    <a:pt x="3432707" y="0"/>
                  </a:lnTo>
                  <a:lnTo>
                    <a:pt x="4128223" y="0"/>
                  </a:lnTo>
                  <a:lnTo>
                    <a:pt x="4823739" y="0"/>
                  </a:lnTo>
                  <a:lnTo>
                    <a:pt x="5451947" y="0"/>
                  </a:lnTo>
                  <a:lnTo>
                    <a:pt x="6147463" y="0"/>
                  </a:lnTo>
                  <a:lnTo>
                    <a:pt x="6820543" y="0"/>
                  </a:lnTo>
                  <a:lnTo>
                    <a:pt x="6820543" y="643553"/>
                  </a:lnTo>
                  <a:lnTo>
                    <a:pt x="6147463" y="643553"/>
                  </a:lnTo>
                  <a:lnTo>
                    <a:pt x="5451947" y="643553"/>
                  </a:lnTo>
                  <a:lnTo>
                    <a:pt x="4823739" y="643553"/>
                  </a:lnTo>
                  <a:lnTo>
                    <a:pt x="4128223" y="643553"/>
                  </a:lnTo>
                  <a:lnTo>
                    <a:pt x="3432707" y="643553"/>
                  </a:lnTo>
                  <a:lnTo>
                    <a:pt x="2759627" y="643553"/>
                  </a:lnTo>
                  <a:lnTo>
                    <a:pt x="2064111" y="643553"/>
                  </a:lnTo>
                  <a:lnTo>
                    <a:pt x="1391031" y="643553"/>
                  </a:lnTo>
                  <a:lnTo>
                    <a:pt x="695515" y="643553"/>
                  </a:lnTo>
                  <a:lnTo>
                    <a:pt x="0" y="643553"/>
                  </a:lnTo>
                  <a:close/>
                </a:path>
              </a:pathLst>
            </a:cu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1386050" y="1996318"/>
              <a:ext cx="6820543" cy="0"/>
            </a:xfrm>
            <a:custGeom>
              <a:avLst/>
              <a:pathLst>
                <a:path w="6820543" h="0">
                  <a:moveTo>
                    <a:pt x="0" y="0"/>
                  </a:moveTo>
                  <a:lnTo>
                    <a:pt x="695515" y="0"/>
                  </a:lnTo>
                  <a:lnTo>
                    <a:pt x="1391031" y="0"/>
                  </a:lnTo>
                  <a:lnTo>
                    <a:pt x="2064111" y="0"/>
                  </a:lnTo>
                  <a:lnTo>
                    <a:pt x="2759627" y="0"/>
                  </a:lnTo>
                  <a:lnTo>
                    <a:pt x="3432707" y="0"/>
                  </a:lnTo>
                  <a:lnTo>
                    <a:pt x="4128223" y="0"/>
                  </a:lnTo>
                  <a:lnTo>
                    <a:pt x="4823739" y="0"/>
                  </a:lnTo>
                  <a:lnTo>
                    <a:pt x="5451947" y="0"/>
                  </a:lnTo>
                  <a:lnTo>
                    <a:pt x="6147463" y="0"/>
                  </a:lnTo>
                  <a:lnTo>
                    <a:pt x="682054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" name="tx39"/>
            <p:cNvSpPr/>
            <p:nvPr/>
          </p:nvSpPr>
          <p:spPr>
            <a:xfrm>
              <a:off x="920214" y="259986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40" name="tx40"/>
            <p:cNvSpPr/>
            <p:nvPr/>
          </p:nvSpPr>
          <p:spPr>
            <a:xfrm>
              <a:off x="858035" y="243897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858035" y="227809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42" name="tx42"/>
            <p:cNvSpPr/>
            <p:nvPr/>
          </p:nvSpPr>
          <p:spPr>
            <a:xfrm>
              <a:off x="858035" y="211720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795856" y="1956313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44" name="tx44"/>
            <p:cNvSpPr/>
            <p:nvPr/>
          </p:nvSpPr>
          <p:spPr>
            <a:xfrm rot="-2700000">
              <a:off x="961821" y="2910401"/>
              <a:ext cx="54223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45" name="tx45"/>
            <p:cNvSpPr/>
            <p:nvPr/>
          </p:nvSpPr>
          <p:spPr>
            <a:xfrm rot="-2700000">
              <a:off x="1570391" y="2946415"/>
              <a:ext cx="64410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46" name="tx46"/>
            <p:cNvSpPr/>
            <p:nvPr/>
          </p:nvSpPr>
          <p:spPr>
            <a:xfrm rot="-2700000">
              <a:off x="2273165" y="2943408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47" name="tx47"/>
            <p:cNvSpPr/>
            <p:nvPr/>
          </p:nvSpPr>
          <p:spPr>
            <a:xfrm rot="-2700000">
              <a:off x="2982460" y="2928408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48" name="tx48"/>
            <p:cNvSpPr/>
            <p:nvPr/>
          </p:nvSpPr>
          <p:spPr>
            <a:xfrm rot="-2700000">
              <a:off x="3641761" y="2943408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49" name="tx49"/>
            <p:cNvSpPr/>
            <p:nvPr/>
          </p:nvSpPr>
          <p:spPr>
            <a:xfrm rot="-2700000">
              <a:off x="4314841" y="2943408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50" name="tx50"/>
            <p:cNvSpPr/>
            <p:nvPr/>
          </p:nvSpPr>
          <p:spPr>
            <a:xfrm rot="-2700000">
              <a:off x="5046572" y="2928408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51" name="tx51"/>
            <p:cNvSpPr/>
            <p:nvPr/>
          </p:nvSpPr>
          <p:spPr>
            <a:xfrm rot="-2700000">
              <a:off x="5734829" y="2931414"/>
              <a:ext cx="60167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52" name="tx52"/>
            <p:cNvSpPr/>
            <p:nvPr/>
          </p:nvSpPr>
          <p:spPr>
            <a:xfrm rot="-2700000">
              <a:off x="6319798" y="2949325"/>
              <a:ext cx="6523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53" name="tx53"/>
            <p:cNvSpPr/>
            <p:nvPr/>
          </p:nvSpPr>
          <p:spPr>
            <a:xfrm rot="-2700000">
              <a:off x="7051373" y="2934389"/>
              <a:ext cx="61008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54" name="tx54"/>
            <p:cNvSpPr/>
            <p:nvPr/>
          </p:nvSpPr>
          <p:spPr>
            <a:xfrm rot="-2700000">
              <a:off x="7702833" y="2943344"/>
              <a:ext cx="635416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55" name="tx55"/>
            <p:cNvSpPr/>
            <p:nvPr/>
          </p:nvSpPr>
          <p:spPr>
            <a:xfrm rot="-5400000">
              <a:off x="269800" y="2254452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4035676" y="3564257"/>
              <a:ext cx="3573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Klade</a:t>
              </a:r>
            </a:p>
          </p:txBody>
        </p:sp>
        <p:sp>
          <p:nvSpPr>
            <p:cNvPr id="57" name="rc57"/>
            <p:cNvSpPr/>
            <p:nvPr/>
          </p:nvSpPr>
          <p:spPr>
            <a:xfrm>
              <a:off x="4471612" y="3513547"/>
              <a:ext cx="201456" cy="2014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tx58"/>
            <p:cNvSpPr/>
            <p:nvPr/>
          </p:nvSpPr>
          <p:spPr>
            <a:xfrm>
              <a:off x="4751657" y="3568784"/>
              <a:ext cx="80531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6B.1A.5a.2a.1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3473917" y="1739378"/>
              <a:ext cx="2644810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A/H1N1 Klade fordeling per måned:</a:t>
              </a:r>
            </a:p>
          </p:txBody>
        </p:sp>
        <p:sp>
          <p:nvSpPr>
            <p:cNvPr id="60" name="pl60"/>
            <p:cNvSpPr/>
            <p:nvPr/>
          </p:nvSpPr>
          <p:spPr>
            <a:xfrm>
              <a:off x="1045023" y="475282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1045023" y="459193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1045023" y="4431043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1045023" y="427015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1045794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1739921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2434049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3116981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3799913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482845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5165777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5859905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6520446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7180987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7863919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8546851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1045023" y="483326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1045023" y="467237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1045023" y="451148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1045023" y="4350599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1045023" y="418971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1392857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2086985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2781113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3452849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4146977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4818714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5512841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6206969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6833923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528051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8199787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g92"/>
            <p:cNvSpPr/>
            <p:nvPr/>
          </p:nvSpPr>
          <p:spPr>
            <a:xfrm>
              <a:off x="1386050" y="4189710"/>
              <a:ext cx="6820543" cy="643553"/>
            </a:xfrm>
            <a:custGeom>
              <a:avLst/>
              <a:pathLst>
                <a:path w="6820543" h="643553">
                  <a:moveTo>
                    <a:pt x="6806" y="0"/>
                  </a:moveTo>
                  <a:lnTo>
                    <a:pt x="13613" y="0"/>
                  </a:lnTo>
                  <a:lnTo>
                    <a:pt x="694127" y="0"/>
                  </a:lnTo>
                  <a:lnTo>
                    <a:pt x="700934" y="0"/>
                  </a:lnTo>
                  <a:lnTo>
                    <a:pt x="707741" y="0"/>
                  </a:lnTo>
                  <a:lnTo>
                    <a:pt x="1388255" y="0"/>
                  </a:lnTo>
                  <a:lnTo>
                    <a:pt x="1395062" y="0"/>
                  </a:lnTo>
                  <a:lnTo>
                    <a:pt x="1401869" y="0"/>
                  </a:lnTo>
                  <a:lnTo>
                    <a:pt x="2059991" y="0"/>
                  </a:lnTo>
                  <a:lnTo>
                    <a:pt x="2066798" y="0"/>
                  </a:lnTo>
                  <a:lnTo>
                    <a:pt x="2073605" y="0"/>
                  </a:lnTo>
                  <a:lnTo>
                    <a:pt x="2754119" y="0"/>
                  </a:lnTo>
                  <a:lnTo>
                    <a:pt x="2760926" y="0"/>
                  </a:lnTo>
                  <a:lnTo>
                    <a:pt x="2767733" y="0"/>
                  </a:lnTo>
                  <a:lnTo>
                    <a:pt x="3425856" y="0"/>
                  </a:lnTo>
                  <a:lnTo>
                    <a:pt x="3432663" y="0"/>
                  </a:lnTo>
                  <a:lnTo>
                    <a:pt x="3439470" y="0"/>
                  </a:lnTo>
                  <a:lnTo>
                    <a:pt x="4119983" y="0"/>
                  </a:lnTo>
                  <a:lnTo>
                    <a:pt x="4126790" y="0"/>
                  </a:lnTo>
                  <a:lnTo>
                    <a:pt x="4133597" y="0"/>
                  </a:lnTo>
                  <a:lnTo>
                    <a:pt x="4814111" y="0"/>
                  </a:lnTo>
                  <a:lnTo>
                    <a:pt x="4820918" y="0"/>
                  </a:lnTo>
                  <a:lnTo>
                    <a:pt x="4827725" y="0"/>
                  </a:lnTo>
                  <a:lnTo>
                    <a:pt x="5441065" y="0"/>
                  </a:lnTo>
                  <a:lnTo>
                    <a:pt x="5447872" y="0"/>
                  </a:lnTo>
                  <a:lnTo>
                    <a:pt x="5454679" y="0"/>
                  </a:lnTo>
                  <a:lnTo>
                    <a:pt x="6135193" y="0"/>
                  </a:lnTo>
                  <a:lnTo>
                    <a:pt x="6142000" y="0"/>
                  </a:lnTo>
                  <a:lnTo>
                    <a:pt x="6148807" y="0"/>
                  </a:lnTo>
                  <a:lnTo>
                    <a:pt x="6806929" y="0"/>
                  </a:lnTo>
                  <a:lnTo>
                    <a:pt x="6813736" y="0"/>
                  </a:lnTo>
                  <a:lnTo>
                    <a:pt x="6820543" y="643553"/>
                  </a:lnTo>
                  <a:lnTo>
                    <a:pt x="6813736" y="0"/>
                  </a:lnTo>
                  <a:lnTo>
                    <a:pt x="6806929" y="0"/>
                  </a:lnTo>
                  <a:lnTo>
                    <a:pt x="6148807" y="0"/>
                  </a:lnTo>
                  <a:lnTo>
                    <a:pt x="6142000" y="0"/>
                  </a:lnTo>
                  <a:lnTo>
                    <a:pt x="6135193" y="0"/>
                  </a:lnTo>
                  <a:lnTo>
                    <a:pt x="5454679" y="0"/>
                  </a:lnTo>
                  <a:lnTo>
                    <a:pt x="5447872" y="0"/>
                  </a:lnTo>
                  <a:lnTo>
                    <a:pt x="5441065" y="0"/>
                  </a:lnTo>
                  <a:lnTo>
                    <a:pt x="4827725" y="0"/>
                  </a:lnTo>
                  <a:lnTo>
                    <a:pt x="4820918" y="0"/>
                  </a:lnTo>
                  <a:lnTo>
                    <a:pt x="4814111" y="137"/>
                  </a:lnTo>
                  <a:lnTo>
                    <a:pt x="4133597" y="13853"/>
                  </a:lnTo>
                  <a:lnTo>
                    <a:pt x="4126790" y="13990"/>
                  </a:lnTo>
                  <a:lnTo>
                    <a:pt x="4119983" y="15574"/>
                  </a:lnTo>
                  <a:lnTo>
                    <a:pt x="3439470" y="173930"/>
                  </a:lnTo>
                  <a:lnTo>
                    <a:pt x="3432663" y="175514"/>
                  </a:lnTo>
                  <a:lnTo>
                    <a:pt x="3425856" y="174460"/>
                  </a:lnTo>
                  <a:lnTo>
                    <a:pt x="2767733" y="72559"/>
                  </a:lnTo>
                  <a:lnTo>
                    <a:pt x="2760926" y="71505"/>
                  </a:lnTo>
                  <a:lnTo>
                    <a:pt x="2754119" y="72382"/>
                  </a:lnTo>
                  <a:lnTo>
                    <a:pt x="2073605" y="160011"/>
                  </a:lnTo>
                  <a:lnTo>
                    <a:pt x="2066798" y="160888"/>
                  </a:lnTo>
                  <a:lnTo>
                    <a:pt x="2059991" y="162591"/>
                  </a:lnTo>
                  <a:lnTo>
                    <a:pt x="1401869" y="327224"/>
                  </a:lnTo>
                  <a:lnTo>
                    <a:pt x="1395062" y="328927"/>
                  </a:lnTo>
                  <a:lnTo>
                    <a:pt x="1388255" y="326963"/>
                  </a:lnTo>
                  <a:lnTo>
                    <a:pt x="707741" y="130674"/>
                  </a:lnTo>
                  <a:lnTo>
                    <a:pt x="700934" y="128710"/>
                  </a:lnTo>
                  <a:lnTo>
                    <a:pt x="694127" y="133759"/>
                  </a:lnTo>
                  <a:lnTo>
                    <a:pt x="13613" y="638504"/>
                  </a:lnTo>
                  <a:lnTo>
                    <a:pt x="6806" y="643553"/>
                  </a:lnTo>
                  <a:lnTo>
                    <a:pt x="0" y="643553"/>
                  </a:lnTo>
                  <a:close/>
                </a:path>
              </a:pathLst>
            </a:cu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1392857" y="4189710"/>
              <a:ext cx="6806929" cy="0"/>
            </a:xfrm>
            <a:custGeom>
              <a:avLst/>
              <a:pathLst>
                <a:path w="6806929" h="0">
                  <a:moveTo>
                    <a:pt x="0" y="0"/>
                  </a:moveTo>
                  <a:lnTo>
                    <a:pt x="6806" y="0"/>
                  </a:lnTo>
                  <a:lnTo>
                    <a:pt x="687320" y="0"/>
                  </a:lnTo>
                  <a:lnTo>
                    <a:pt x="694127" y="0"/>
                  </a:lnTo>
                  <a:lnTo>
                    <a:pt x="700934" y="0"/>
                  </a:lnTo>
                  <a:lnTo>
                    <a:pt x="1381448" y="0"/>
                  </a:lnTo>
                  <a:lnTo>
                    <a:pt x="1388255" y="0"/>
                  </a:lnTo>
                  <a:lnTo>
                    <a:pt x="1395062" y="0"/>
                  </a:lnTo>
                  <a:lnTo>
                    <a:pt x="2053185" y="0"/>
                  </a:lnTo>
                  <a:lnTo>
                    <a:pt x="2059991" y="0"/>
                  </a:lnTo>
                  <a:lnTo>
                    <a:pt x="2066798" y="0"/>
                  </a:lnTo>
                  <a:lnTo>
                    <a:pt x="2747312" y="0"/>
                  </a:lnTo>
                  <a:lnTo>
                    <a:pt x="2754119" y="0"/>
                  </a:lnTo>
                  <a:lnTo>
                    <a:pt x="2760926" y="0"/>
                  </a:lnTo>
                  <a:lnTo>
                    <a:pt x="3419049" y="0"/>
                  </a:lnTo>
                  <a:lnTo>
                    <a:pt x="3425856" y="0"/>
                  </a:lnTo>
                  <a:lnTo>
                    <a:pt x="3432663" y="0"/>
                  </a:lnTo>
                  <a:lnTo>
                    <a:pt x="4113176" y="0"/>
                  </a:lnTo>
                  <a:lnTo>
                    <a:pt x="4119983" y="0"/>
                  </a:lnTo>
                  <a:lnTo>
                    <a:pt x="4126790" y="0"/>
                  </a:lnTo>
                  <a:lnTo>
                    <a:pt x="4807304" y="0"/>
                  </a:lnTo>
                  <a:lnTo>
                    <a:pt x="4814111" y="0"/>
                  </a:lnTo>
                  <a:lnTo>
                    <a:pt x="4820918" y="0"/>
                  </a:lnTo>
                  <a:lnTo>
                    <a:pt x="5434258" y="0"/>
                  </a:lnTo>
                  <a:lnTo>
                    <a:pt x="5441065" y="0"/>
                  </a:lnTo>
                  <a:lnTo>
                    <a:pt x="5447872" y="0"/>
                  </a:lnTo>
                  <a:lnTo>
                    <a:pt x="6128386" y="0"/>
                  </a:lnTo>
                  <a:lnTo>
                    <a:pt x="6135193" y="0"/>
                  </a:lnTo>
                  <a:lnTo>
                    <a:pt x="6142000" y="0"/>
                  </a:lnTo>
                  <a:lnTo>
                    <a:pt x="6800122" y="0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" name="pg94"/>
            <p:cNvSpPr/>
            <p:nvPr/>
          </p:nvSpPr>
          <p:spPr>
            <a:xfrm>
              <a:off x="1386050" y="4189710"/>
              <a:ext cx="6820543" cy="643553"/>
            </a:xfrm>
            <a:custGeom>
              <a:avLst/>
              <a:pathLst>
                <a:path w="6820543" h="643553">
                  <a:moveTo>
                    <a:pt x="6806" y="643553"/>
                  </a:moveTo>
                  <a:lnTo>
                    <a:pt x="13613" y="638504"/>
                  </a:lnTo>
                  <a:lnTo>
                    <a:pt x="694127" y="133759"/>
                  </a:lnTo>
                  <a:lnTo>
                    <a:pt x="700934" y="128710"/>
                  </a:lnTo>
                  <a:lnTo>
                    <a:pt x="707741" y="130674"/>
                  </a:lnTo>
                  <a:lnTo>
                    <a:pt x="1388255" y="326963"/>
                  </a:lnTo>
                  <a:lnTo>
                    <a:pt x="1395062" y="328927"/>
                  </a:lnTo>
                  <a:lnTo>
                    <a:pt x="1401869" y="327224"/>
                  </a:lnTo>
                  <a:lnTo>
                    <a:pt x="2059991" y="162591"/>
                  </a:lnTo>
                  <a:lnTo>
                    <a:pt x="2066798" y="160888"/>
                  </a:lnTo>
                  <a:lnTo>
                    <a:pt x="2073605" y="160011"/>
                  </a:lnTo>
                  <a:lnTo>
                    <a:pt x="2754119" y="72382"/>
                  </a:lnTo>
                  <a:lnTo>
                    <a:pt x="2760926" y="71505"/>
                  </a:lnTo>
                  <a:lnTo>
                    <a:pt x="2767733" y="72559"/>
                  </a:lnTo>
                  <a:lnTo>
                    <a:pt x="3425856" y="174460"/>
                  </a:lnTo>
                  <a:lnTo>
                    <a:pt x="3432663" y="175514"/>
                  </a:lnTo>
                  <a:lnTo>
                    <a:pt x="3439470" y="173930"/>
                  </a:lnTo>
                  <a:lnTo>
                    <a:pt x="4119983" y="15574"/>
                  </a:lnTo>
                  <a:lnTo>
                    <a:pt x="4126790" y="13990"/>
                  </a:lnTo>
                  <a:lnTo>
                    <a:pt x="4133597" y="13853"/>
                  </a:lnTo>
                  <a:lnTo>
                    <a:pt x="4814111" y="137"/>
                  </a:lnTo>
                  <a:lnTo>
                    <a:pt x="4820918" y="0"/>
                  </a:lnTo>
                  <a:lnTo>
                    <a:pt x="4827725" y="0"/>
                  </a:lnTo>
                  <a:lnTo>
                    <a:pt x="5441065" y="0"/>
                  </a:lnTo>
                  <a:lnTo>
                    <a:pt x="5447872" y="0"/>
                  </a:lnTo>
                  <a:lnTo>
                    <a:pt x="5454679" y="0"/>
                  </a:lnTo>
                  <a:lnTo>
                    <a:pt x="6135193" y="0"/>
                  </a:lnTo>
                  <a:lnTo>
                    <a:pt x="6142000" y="0"/>
                  </a:lnTo>
                  <a:lnTo>
                    <a:pt x="6148807" y="0"/>
                  </a:lnTo>
                  <a:lnTo>
                    <a:pt x="6806929" y="0"/>
                  </a:lnTo>
                  <a:lnTo>
                    <a:pt x="6813736" y="0"/>
                  </a:lnTo>
                  <a:lnTo>
                    <a:pt x="6820543" y="643553"/>
                  </a:lnTo>
                  <a:lnTo>
                    <a:pt x="6813736" y="643553"/>
                  </a:lnTo>
                  <a:lnTo>
                    <a:pt x="6806929" y="643553"/>
                  </a:lnTo>
                  <a:lnTo>
                    <a:pt x="6148807" y="643553"/>
                  </a:lnTo>
                  <a:lnTo>
                    <a:pt x="6142000" y="643553"/>
                  </a:lnTo>
                  <a:lnTo>
                    <a:pt x="6135193" y="643553"/>
                  </a:lnTo>
                  <a:lnTo>
                    <a:pt x="5454679" y="643553"/>
                  </a:lnTo>
                  <a:lnTo>
                    <a:pt x="5447872" y="643553"/>
                  </a:lnTo>
                  <a:lnTo>
                    <a:pt x="5441065" y="643553"/>
                  </a:lnTo>
                  <a:lnTo>
                    <a:pt x="4827725" y="643553"/>
                  </a:lnTo>
                  <a:lnTo>
                    <a:pt x="4820918" y="643553"/>
                  </a:lnTo>
                  <a:lnTo>
                    <a:pt x="4814111" y="643553"/>
                  </a:lnTo>
                  <a:lnTo>
                    <a:pt x="4133597" y="643553"/>
                  </a:lnTo>
                  <a:lnTo>
                    <a:pt x="4126790" y="643553"/>
                  </a:lnTo>
                  <a:lnTo>
                    <a:pt x="4119983" y="643553"/>
                  </a:lnTo>
                  <a:lnTo>
                    <a:pt x="3439470" y="643553"/>
                  </a:lnTo>
                  <a:lnTo>
                    <a:pt x="3432663" y="643553"/>
                  </a:lnTo>
                  <a:lnTo>
                    <a:pt x="3425856" y="643553"/>
                  </a:lnTo>
                  <a:lnTo>
                    <a:pt x="2767733" y="643553"/>
                  </a:lnTo>
                  <a:lnTo>
                    <a:pt x="2760926" y="643553"/>
                  </a:lnTo>
                  <a:lnTo>
                    <a:pt x="2754119" y="643553"/>
                  </a:lnTo>
                  <a:lnTo>
                    <a:pt x="2073605" y="643553"/>
                  </a:lnTo>
                  <a:lnTo>
                    <a:pt x="2066798" y="643553"/>
                  </a:lnTo>
                  <a:lnTo>
                    <a:pt x="2059991" y="643553"/>
                  </a:lnTo>
                  <a:lnTo>
                    <a:pt x="1401869" y="643553"/>
                  </a:lnTo>
                  <a:lnTo>
                    <a:pt x="1395062" y="643553"/>
                  </a:lnTo>
                  <a:lnTo>
                    <a:pt x="1388255" y="643553"/>
                  </a:lnTo>
                  <a:lnTo>
                    <a:pt x="707741" y="643553"/>
                  </a:lnTo>
                  <a:lnTo>
                    <a:pt x="700934" y="643553"/>
                  </a:lnTo>
                  <a:lnTo>
                    <a:pt x="694127" y="643553"/>
                  </a:lnTo>
                  <a:lnTo>
                    <a:pt x="13613" y="643553"/>
                  </a:lnTo>
                  <a:lnTo>
                    <a:pt x="6806" y="643553"/>
                  </a:lnTo>
                  <a:lnTo>
                    <a:pt x="0" y="643553"/>
                  </a:lnTo>
                  <a:close/>
                </a:path>
              </a:pathLst>
            </a:cu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1392857" y="4189710"/>
              <a:ext cx="6806929" cy="643553"/>
            </a:xfrm>
            <a:custGeom>
              <a:avLst/>
              <a:pathLst>
                <a:path w="6806929" h="643553">
                  <a:moveTo>
                    <a:pt x="0" y="643553"/>
                  </a:moveTo>
                  <a:lnTo>
                    <a:pt x="6806" y="638504"/>
                  </a:lnTo>
                  <a:lnTo>
                    <a:pt x="687320" y="133759"/>
                  </a:lnTo>
                  <a:lnTo>
                    <a:pt x="694127" y="128710"/>
                  </a:lnTo>
                  <a:lnTo>
                    <a:pt x="700934" y="130674"/>
                  </a:lnTo>
                  <a:lnTo>
                    <a:pt x="1381448" y="326963"/>
                  </a:lnTo>
                  <a:lnTo>
                    <a:pt x="1388255" y="328927"/>
                  </a:lnTo>
                  <a:lnTo>
                    <a:pt x="1395062" y="327224"/>
                  </a:lnTo>
                  <a:lnTo>
                    <a:pt x="2053185" y="162591"/>
                  </a:lnTo>
                  <a:lnTo>
                    <a:pt x="2059991" y="160888"/>
                  </a:lnTo>
                  <a:lnTo>
                    <a:pt x="2066798" y="160011"/>
                  </a:lnTo>
                  <a:lnTo>
                    <a:pt x="2747312" y="72382"/>
                  </a:lnTo>
                  <a:lnTo>
                    <a:pt x="2754119" y="71505"/>
                  </a:lnTo>
                  <a:lnTo>
                    <a:pt x="2760926" y="72559"/>
                  </a:lnTo>
                  <a:lnTo>
                    <a:pt x="3419049" y="174460"/>
                  </a:lnTo>
                  <a:lnTo>
                    <a:pt x="3425856" y="175514"/>
                  </a:lnTo>
                  <a:lnTo>
                    <a:pt x="3432663" y="173930"/>
                  </a:lnTo>
                  <a:lnTo>
                    <a:pt x="4113176" y="15574"/>
                  </a:lnTo>
                  <a:lnTo>
                    <a:pt x="4119983" y="13990"/>
                  </a:lnTo>
                  <a:lnTo>
                    <a:pt x="4126790" y="13853"/>
                  </a:lnTo>
                  <a:lnTo>
                    <a:pt x="4807304" y="137"/>
                  </a:lnTo>
                  <a:lnTo>
                    <a:pt x="4814111" y="0"/>
                  </a:lnTo>
                  <a:lnTo>
                    <a:pt x="4820918" y="0"/>
                  </a:lnTo>
                  <a:lnTo>
                    <a:pt x="5434258" y="0"/>
                  </a:lnTo>
                  <a:lnTo>
                    <a:pt x="5441065" y="0"/>
                  </a:lnTo>
                  <a:lnTo>
                    <a:pt x="5447872" y="0"/>
                  </a:lnTo>
                  <a:lnTo>
                    <a:pt x="6128386" y="0"/>
                  </a:lnTo>
                  <a:lnTo>
                    <a:pt x="6135193" y="0"/>
                  </a:lnTo>
                  <a:lnTo>
                    <a:pt x="6142000" y="0"/>
                  </a:lnTo>
                  <a:lnTo>
                    <a:pt x="6800122" y="0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" name="tx96"/>
            <p:cNvSpPr/>
            <p:nvPr/>
          </p:nvSpPr>
          <p:spPr>
            <a:xfrm>
              <a:off x="920214" y="4793259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858035" y="463237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858035" y="4471482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99" name="tx99"/>
            <p:cNvSpPr/>
            <p:nvPr/>
          </p:nvSpPr>
          <p:spPr>
            <a:xfrm>
              <a:off x="858035" y="431059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100" name="tx100"/>
            <p:cNvSpPr/>
            <p:nvPr/>
          </p:nvSpPr>
          <p:spPr>
            <a:xfrm>
              <a:off x="795856" y="4149705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01" name="tx101"/>
            <p:cNvSpPr/>
            <p:nvPr/>
          </p:nvSpPr>
          <p:spPr>
            <a:xfrm rot="-2700000">
              <a:off x="968628" y="5103793"/>
              <a:ext cx="54223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02" name="tx102"/>
            <p:cNvSpPr/>
            <p:nvPr/>
          </p:nvSpPr>
          <p:spPr>
            <a:xfrm rot="-2700000">
              <a:off x="1575809" y="5139807"/>
              <a:ext cx="64410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03" name="tx103"/>
            <p:cNvSpPr/>
            <p:nvPr/>
          </p:nvSpPr>
          <p:spPr>
            <a:xfrm rot="-2700000">
              <a:off x="2277196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04" name="tx104"/>
            <p:cNvSpPr/>
            <p:nvPr/>
          </p:nvSpPr>
          <p:spPr>
            <a:xfrm rot="-2700000">
              <a:off x="2985147" y="5121800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05" name="tx105"/>
            <p:cNvSpPr/>
            <p:nvPr/>
          </p:nvSpPr>
          <p:spPr>
            <a:xfrm rot="-2700000">
              <a:off x="3643060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06" name="tx106"/>
            <p:cNvSpPr/>
            <p:nvPr/>
          </p:nvSpPr>
          <p:spPr>
            <a:xfrm rot="-2700000">
              <a:off x="4314796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07" name="tx107"/>
            <p:cNvSpPr/>
            <p:nvPr/>
          </p:nvSpPr>
          <p:spPr>
            <a:xfrm rot="-2700000">
              <a:off x="5045139" y="5121800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08" name="tx108"/>
            <p:cNvSpPr/>
            <p:nvPr/>
          </p:nvSpPr>
          <p:spPr>
            <a:xfrm rot="-2700000">
              <a:off x="5732008" y="5124807"/>
              <a:ext cx="60167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09" name="tx109"/>
            <p:cNvSpPr/>
            <p:nvPr/>
          </p:nvSpPr>
          <p:spPr>
            <a:xfrm rot="-2700000">
              <a:off x="6315723" y="5142717"/>
              <a:ext cx="6523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10" name="tx110"/>
            <p:cNvSpPr/>
            <p:nvPr/>
          </p:nvSpPr>
          <p:spPr>
            <a:xfrm rot="-2700000">
              <a:off x="7045909" y="5127781"/>
              <a:ext cx="61008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11" name="tx111"/>
            <p:cNvSpPr/>
            <p:nvPr/>
          </p:nvSpPr>
          <p:spPr>
            <a:xfrm rot="-2700000">
              <a:off x="7696026" y="5136736"/>
              <a:ext cx="635416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12" name="tx112"/>
            <p:cNvSpPr/>
            <p:nvPr/>
          </p:nvSpPr>
          <p:spPr>
            <a:xfrm rot="-5400000">
              <a:off x="269800" y="4447845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3789699" y="5757650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14" name="rc114"/>
            <p:cNvSpPr/>
            <p:nvPr/>
          </p:nvSpPr>
          <p:spPr>
            <a:xfrm>
              <a:off x="4450943" y="5706939"/>
              <a:ext cx="201456" cy="201456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5113250" y="5706939"/>
              <a:ext cx="201456" cy="201456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tx116"/>
            <p:cNvSpPr/>
            <p:nvPr/>
          </p:nvSpPr>
          <p:spPr>
            <a:xfrm>
              <a:off x="4730988" y="5762176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117" name="tx117"/>
            <p:cNvSpPr/>
            <p:nvPr/>
          </p:nvSpPr>
          <p:spPr>
            <a:xfrm>
              <a:off x="5393295" y="5762176"/>
              <a:ext cx="409651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  <p:sp>
          <p:nvSpPr>
            <p:cNvPr id="118" name="tx118"/>
            <p:cNvSpPr/>
            <p:nvPr/>
          </p:nvSpPr>
          <p:spPr>
            <a:xfrm>
              <a:off x="3338860" y="3932770"/>
              <a:ext cx="2914924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A/H1N1 Subklade fordeling per måned:</a:t>
              </a:r>
            </a:p>
          </p:txBody>
        </p:sp>
      </p:grpSp>
      <p:sp>
        <p:nvSpPr>
          <p:cNvPr id="11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A/H1N1 - klade og subklade per måned (areal)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59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8090421" cy="219339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526789" y="3863181"/>
              <a:ext cx="8090421" cy="219339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45023" y="255942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45023" y="2398539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45023" y="223765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45023" y="2076762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773297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535300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297302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05930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4821306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595800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6332818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7069837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7831839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045023" y="263987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045023" y="2478983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045023" y="231809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045023" y="2157206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045023" y="199631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386050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16054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910055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3684549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4434059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5208553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5983047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6682590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745708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8206594" y="1964140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g35"/>
            <p:cNvSpPr/>
            <p:nvPr/>
          </p:nvSpPr>
          <p:spPr>
            <a:xfrm>
              <a:off x="1386050" y="1996318"/>
              <a:ext cx="6820543" cy="643553"/>
            </a:xfrm>
            <a:custGeom>
              <a:avLst/>
              <a:pathLst>
                <a:path w="6820543" h="643553">
                  <a:moveTo>
                    <a:pt x="0" y="0"/>
                  </a:moveTo>
                  <a:lnTo>
                    <a:pt x="774493" y="0"/>
                  </a:lnTo>
                  <a:lnTo>
                    <a:pt x="1524004" y="0"/>
                  </a:lnTo>
                  <a:lnTo>
                    <a:pt x="2298498" y="0"/>
                  </a:lnTo>
                  <a:lnTo>
                    <a:pt x="3048008" y="0"/>
                  </a:lnTo>
                  <a:lnTo>
                    <a:pt x="3822502" y="0"/>
                  </a:lnTo>
                  <a:lnTo>
                    <a:pt x="4596996" y="0"/>
                  </a:lnTo>
                  <a:lnTo>
                    <a:pt x="5296539" y="0"/>
                  </a:lnTo>
                  <a:lnTo>
                    <a:pt x="6071033" y="0"/>
                  </a:lnTo>
                  <a:lnTo>
                    <a:pt x="6820543" y="0"/>
                  </a:lnTo>
                  <a:lnTo>
                    <a:pt x="6820543" y="643553"/>
                  </a:lnTo>
                  <a:lnTo>
                    <a:pt x="6071033" y="643553"/>
                  </a:lnTo>
                  <a:lnTo>
                    <a:pt x="5296539" y="643553"/>
                  </a:lnTo>
                  <a:lnTo>
                    <a:pt x="4596996" y="643553"/>
                  </a:lnTo>
                  <a:lnTo>
                    <a:pt x="3822502" y="643553"/>
                  </a:lnTo>
                  <a:lnTo>
                    <a:pt x="3048008" y="643553"/>
                  </a:lnTo>
                  <a:lnTo>
                    <a:pt x="2298498" y="643553"/>
                  </a:lnTo>
                  <a:lnTo>
                    <a:pt x="1524004" y="643553"/>
                  </a:lnTo>
                  <a:lnTo>
                    <a:pt x="774493" y="643553"/>
                  </a:lnTo>
                  <a:lnTo>
                    <a:pt x="0" y="643553"/>
                  </a:lnTo>
                  <a:close/>
                </a:path>
              </a:pathLst>
            </a:cu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1386050" y="1996318"/>
              <a:ext cx="6820543" cy="0"/>
            </a:xfrm>
            <a:custGeom>
              <a:avLst/>
              <a:pathLst>
                <a:path w="6820543" h="0">
                  <a:moveTo>
                    <a:pt x="0" y="0"/>
                  </a:moveTo>
                  <a:lnTo>
                    <a:pt x="774493" y="0"/>
                  </a:lnTo>
                  <a:lnTo>
                    <a:pt x="1524004" y="0"/>
                  </a:lnTo>
                  <a:lnTo>
                    <a:pt x="2298498" y="0"/>
                  </a:lnTo>
                  <a:lnTo>
                    <a:pt x="3048008" y="0"/>
                  </a:lnTo>
                  <a:lnTo>
                    <a:pt x="3822502" y="0"/>
                  </a:lnTo>
                  <a:lnTo>
                    <a:pt x="4596996" y="0"/>
                  </a:lnTo>
                  <a:lnTo>
                    <a:pt x="5296539" y="0"/>
                  </a:lnTo>
                  <a:lnTo>
                    <a:pt x="6071033" y="0"/>
                  </a:lnTo>
                  <a:lnTo>
                    <a:pt x="682054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" name="tx37"/>
            <p:cNvSpPr/>
            <p:nvPr/>
          </p:nvSpPr>
          <p:spPr>
            <a:xfrm>
              <a:off x="920214" y="259986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38" name="tx38"/>
            <p:cNvSpPr/>
            <p:nvPr/>
          </p:nvSpPr>
          <p:spPr>
            <a:xfrm>
              <a:off x="858035" y="243897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858035" y="227809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40" name="tx40"/>
            <p:cNvSpPr/>
            <p:nvPr/>
          </p:nvSpPr>
          <p:spPr>
            <a:xfrm>
              <a:off x="858035" y="211720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795856" y="1956313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42" name="tx42"/>
            <p:cNvSpPr/>
            <p:nvPr/>
          </p:nvSpPr>
          <p:spPr>
            <a:xfrm rot="-2700000">
              <a:off x="874875" y="2946415"/>
              <a:ext cx="64410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43" name="tx43"/>
            <p:cNvSpPr/>
            <p:nvPr/>
          </p:nvSpPr>
          <p:spPr>
            <a:xfrm rot="-2700000">
              <a:off x="1656627" y="2943408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44" name="tx44"/>
            <p:cNvSpPr/>
            <p:nvPr/>
          </p:nvSpPr>
          <p:spPr>
            <a:xfrm rot="-2700000">
              <a:off x="2442352" y="2928408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45" name="tx45"/>
            <p:cNvSpPr/>
            <p:nvPr/>
          </p:nvSpPr>
          <p:spPr>
            <a:xfrm rot="-2700000">
              <a:off x="3180631" y="2943408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46" name="tx46"/>
            <p:cNvSpPr/>
            <p:nvPr/>
          </p:nvSpPr>
          <p:spPr>
            <a:xfrm rot="-2700000">
              <a:off x="3930142" y="2943408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47" name="tx47"/>
            <p:cNvSpPr/>
            <p:nvPr/>
          </p:nvSpPr>
          <p:spPr>
            <a:xfrm rot="-2700000">
              <a:off x="4740850" y="2928408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48" name="tx48"/>
            <p:cNvSpPr/>
            <p:nvPr/>
          </p:nvSpPr>
          <p:spPr>
            <a:xfrm rot="-2700000">
              <a:off x="5508086" y="2931414"/>
              <a:ext cx="60167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49" name="tx49"/>
            <p:cNvSpPr/>
            <p:nvPr/>
          </p:nvSpPr>
          <p:spPr>
            <a:xfrm rot="-2700000">
              <a:off x="6164390" y="2949325"/>
              <a:ext cx="6523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50" name="tx50"/>
            <p:cNvSpPr/>
            <p:nvPr/>
          </p:nvSpPr>
          <p:spPr>
            <a:xfrm rot="-2700000">
              <a:off x="6974942" y="2934389"/>
              <a:ext cx="61008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51" name="tx51"/>
            <p:cNvSpPr/>
            <p:nvPr/>
          </p:nvSpPr>
          <p:spPr>
            <a:xfrm rot="-2700000">
              <a:off x="7702833" y="2943344"/>
              <a:ext cx="635416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52" name="tx52"/>
            <p:cNvSpPr/>
            <p:nvPr/>
          </p:nvSpPr>
          <p:spPr>
            <a:xfrm rot="-5400000">
              <a:off x="269800" y="2254452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3880136" y="3564257"/>
              <a:ext cx="3573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Klade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4316073" y="3513547"/>
              <a:ext cx="201456" cy="2014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tx55"/>
            <p:cNvSpPr/>
            <p:nvPr/>
          </p:nvSpPr>
          <p:spPr>
            <a:xfrm>
              <a:off x="4596118" y="3568784"/>
              <a:ext cx="1116390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3C.2a1b.2a.2a.3a.1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3473917" y="1739378"/>
              <a:ext cx="2644810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A/H3N2 Klade fordeling per måned:</a:t>
              </a:r>
            </a:p>
          </p:txBody>
        </p:sp>
        <p:sp>
          <p:nvSpPr>
            <p:cNvPr id="57" name="pl57"/>
            <p:cNvSpPr/>
            <p:nvPr/>
          </p:nvSpPr>
          <p:spPr>
            <a:xfrm>
              <a:off x="1045023" y="475282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1045023" y="459193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1045023" y="4431043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1045023" y="427015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1779331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2539813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3300294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060775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821256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594204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329752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7065299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7825780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1045023" y="483326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1045023" y="4672375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1045023" y="451148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1045023" y="4350599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1045023" y="418971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1392857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2165805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2913820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3686768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4434782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5207730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5980678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678825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7451773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8199787" y="4157533"/>
              <a:ext cx="0" cy="707908"/>
            </a:xfrm>
            <a:custGeom>
              <a:avLst/>
              <a:pathLst>
                <a:path w="0" h="707908">
                  <a:moveTo>
                    <a:pt x="0" y="70790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g85"/>
            <p:cNvSpPr/>
            <p:nvPr/>
          </p:nvSpPr>
          <p:spPr>
            <a:xfrm>
              <a:off x="1386050" y="4189710"/>
              <a:ext cx="6820543" cy="643553"/>
            </a:xfrm>
            <a:custGeom>
              <a:avLst/>
              <a:pathLst>
                <a:path w="6820543" h="643553">
                  <a:moveTo>
                    <a:pt x="6806" y="0"/>
                  </a:moveTo>
                  <a:lnTo>
                    <a:pt x="13613" y="0"/>
                  </a:lnTo>
                  <a:lnTo>
                    <a:pt x="772948" y="0"/>
                  </a:lnTo>
                  <a:lnTo>
                    <a:pt x="779755" y="0"/>
                  </a:lnTo>
                  <a:lnTo>
                    <a:pt x="786561" y="0"/>
                  </a:lnTo>
                  <a:lnTo>
                    <a:pt x="1520962" y="0"/>
                  </a:lnTo>
                  <a:lnTo>
                    <a:pt x="1527769" y="0"/>
                  </a:lnTo>
                  <a:lnTo>
                    <a:pt x="1534576" y="0"/>
                  </a:lnTo>
                  <a:lnTo>
                    <a:pt x="2293910" y="0"/>
                  </a:lnTo>
                  <a:lnTo>
                    <a:pt x="2300717" y="0"/>
                  </a:lnTo>
                  <a:lnTo>
                    <a:pt x="2307524" y="0"/>
                  </a:lnTo>
                  <a:lnTo>
                    <a:pt x="3041924" y="0"/>
                  </a:lnTo>
                  <a:lnTo>
                    <a:pt x="3048731" y="0"/>
                  </a:lnTo>
                  <a:lnTo>
                    <a:pt x="3055538" y="0"/>
                  </a:lnTo>
                  <a:lnTo>
                    <a:pt x="3814872" y="0"/>
                  </a:lnTo>
                  <a:lnTo>
                    <a:pt x="3821679" y="0"/>
                  </a:lnTo>
                  <a:lnTo>
                    <a:pt x="3828486" y="0"/>
                  </a:lnTo>
                  <a:lnTo>
                    <a:pt x="4587820" y="0"/>
                  </a:lnTo>
                  <a:lnTo>
                    <a:pt x="4594627" y="0"/>
                  </a:lnTo>
                  <a:lnTo>
                    <a:pt x="4601434" y="0"/>
                  </a:lnTo>
                  <a:lnTo>
                    <a:pt x="5285967" y="0"/>
                  </a:lnTo>
                  <a:lnTo>
                    <a:pt x="5292774" y="0"/>
                  </a:lnTo>
                  <a:lnTo>
                    <a:pt x="5299581" y="0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072529" y="0"/>
                  </a:lnTo>
                  <a:lnTo>
                    <a:pt x="6806929" y="0"/>
                  </a:lnTo>
                  <a:lnTo>
                    <a:pt x="6813736" y="0"/>
                  </a:lnTo>
                  <a:lnTo>
                    <a:pt x="6820543" y="643553"/>
                  </a:lnTo>
                  <a:lnTo>
                    <a:pt x="6813736" y="0"/>
                  </a:lnTo>
                  <a:lnTo>
                    <a:pt x="6806929" y="0"/>
                  </a:lnTo>
                  <a:lnTo>
                    <a:pt x="6072529" y="0"/>
                  </a:lnTo>
                  <a:lnTo>
                    <a:pt x="6065722" y="0"/>
                  </a:lnTo>
                  <a:lnTo>
                    <a:pt x="6058915" y="0"/>
                  </a:lnTo>
                  <a:lnTo>
                    <a:pt x="5299581" y="0"/>
                  </a:lnTo>
                  <a:lnTo>
                    <a:pt x="5292774" y="0"/>
                  </a:lnTo>
                  <a:lnTo>
                    <a:pt x="5285967" y="0"/>
                  </a:lnTo>
                  <a:lnTo>
                    <a:pt x="4601434" y="0"/>
                  </a:lnTo>
                  <a:lnTo>
                    <a:pt x="4594627" y="0"/>
                  </a:lnTo>
                  <a:lnTo>
                    <a:pt x="4587820" y="0"/>
                  </a:lnTo>
                  <a:lnTo>
                    <a:pt x="3828486" y="0"/>
                  </a:lnTo>
                  <a:lnTo>
                    <a:pt x="3821679" y="0"/>
                  </a:lnTo>
                  <a:lnTo>
                    <a:pt x="3814872" y="88"/>
                  </a:lnTo>
                  <a:lnTo>
                    <a:pt x="3055538" y="9966"/>
                  </a:lnTo>
                  <a:lnTo>
                    <a:pt x="3048731" y="10055"/>
                  </a:lnTo>
                  <a:lnTo>
                    <a:pt x="3041924" y="10138"/>
                  </a:lnTo>
                  <a:lnTo>
                    <a:pt x="2307524" y="19127"/>
                  </a:lnTo>
                  <a:lnTo>
                    <a:pt x="2300717" y="19210"/>
                  </a:lnTo>
                  <a:lnTo>
                    <a:pt x="2293910" y="19150"/>
                  </a:lnTo>
                  <a:lnTo>
                    <a:pt x="1534576" y="12436"/>
                  </a:lnTo>
                  <a:lnTo>
                    <a:pt x="1527769" y="12376"/>
                  </a:lnTo>
                  <a:lnTo>
                    <a:pt x="1520962" y="12939"/>
                  </a:lnTo>
                  <a:lnTo>
                    <a:pt x="786561" y="73693"/>
                  </a:lnTo>
                  <a:lnTo>
                    <a:pt x="779755" y="74256"/>
                  </a:lnTo>
                  <a:lnTo>
                    <a:pt x="772948" y="73602"/>
                  </a:lnTo>
                  <a:lnTo>
                    <a:pt x="13613" y="653"/>
                  </a:lnTo>
                  <a:lnTo>
                    <a:pt x="6806" y="0"/>
                  </a:lnTo>
                  <a:lnTo>
                    <a:pt x="0" y="643553"/>
                  </a:lnTo>
                  <a:close/>
                </a:path>
              </a:pathLst>
            </a:cu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1392857" y="4189710"/>
              <a:ext cx="6806929" cy="0"/>
            </a:xfrm>
            <a:custGeom>
              <a:avLst/>
              <a:pathLst>
                <a:path w="6806929" h="0">
                  <a:moveTo>
                    <a:pt x="0" y="0"/>
                  </a:moveTo>
                  <a:lnTo>
                    <a:pt x="6806" y="0"/>
                  </a:lnTo>
                  <a:lnTo>
                    <a:pt x="766141" y="0"/>
                  </a:lnTo>
                  <a:lnTo>
                    <a:pt x="772948" y="0"/>
                  </a:lnTo>
                  <a:lnTo>
                    <a:pt x="779755" y="0"/>
                  </a:lnTo>
                  <a:lnTo>
                    <a:pt x="1514155" y="0"/>
                  </a:lnTo>
                  <a:lnTo>
                    <a:pt x="1520962" y="0"/>
                  </a:lnTo>
                  <a:lnTo>
                    <a:pt x="1527769" y="0"/>
                  </a:lnTo>
                  <a:lnTo>
                    <a:pt x="2287103" y="0"/>
                  </a:lnTo>
                  <a:lnTo>
                    <a:pt x="2293910" y="0"/>
                  </a:lnTo>
                  <a:lnTo>
                    <a:pt x="2300717" y="0"/>
                  </a:lnTo>
                  <a:lnTo>
                    <a:pt x="3035117" y="0"/>
                  </a:lnTo>
                  <a:lnTo>
                    <a:pt x="3041924" y="0"/>
                  </a:lnTo>
                  <a:lnTo>
                    <a:pt x="3048731" y="0"/>
                  </a:lnTo>
                  <a:lnTo>
                    <a:pt x="3808065" y="0"/>
                  </a:lnTo>
                  <a:lnTo>
                    <a:pt x="3814872" y="0"/>
                  </a:lnTo>
                  <a:lnTo>
                    <a:pt x="3821679" y="0"/>
                  </a:lnTo>
                  <a:lnTo>
                    <a:pt x="4581013" y="0"/>
                  </a:lnTo>
                  <a:lnTo>
                    <a:pt x="4587820" y="0"/>
                  </a:lnTo>
                  <a:lnTo>
                    <a:pt x="4594627" y="0"/>
                  </a:lnTo>
                  <a:lnTo>
                    <a:pt x="5279160" y="0"/>
                  </a:lnTo>
                  <a:lnTo>
                    <a:pt x="5285967" y="0"/>
                  </a:lnTo>
                  <a:lnTo>
                    <a:pt x="5292774" y="0"/>
                  </a:lnTo>
                  <a:lnTo>
                    <a:pt x="6052108" y="0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800122" y="0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" name="pg87"/>
            <p:cNvSpPr/>
            <p:nvPr/>
          </p:nvSpPr>
          <p:spPr>
            <a:xfrm>
              <a:off x="1386050" y="4189710"/>
              <a:ext cx="6820543" cy="643553"/>
            </a:xfrm>
            <a:custGeom>
              <a:avLst/>
              <a:pathLst>
                <a:path w="6820543" h="643553">
                  <a:moveTo>
                    <a:pt x="6806" y="0"/>
                  </a:moveTo>
                  <a:lnTo>
                    <a:pt x="13613" y="653"/>
                  </a:lnTo>
                  <a:lnTo>
                    <a:pt x="772948" y="73602"/>
                  </a:lnTo>
                  <a:lnTo>
                    <a:pt x="779755" y="74256"/>
                  </a:lnTo>
                  <a:lnTo>
                    <a:pt x="786561" y="73693"/>
                  </a:lnTo>
                  <a:lnTo>
                    <a:pt x="1520962" y="12939"/>
                  </a:lnTo>
                  <a:lnTo>
                    <a:pt x="1527769" y="12376"/>
                  </a:lnTo>
                  <a:lnTo>
                    <a:pt x="1534576" y="12436"/>
                  </a:lnTo>
                  <a:lnTo>
                    <a:pt x="2293910" y="19150"/>
                  </a:lnTo>
                  <a:lnTo>
                    <a:pt x="2300717" y="19210"/>
                  </a:lnTo>
                  <a:lnTo>
                    <a:pt x="2307524" y="19127"/>
                  </a:lnTo>
                  <a:lnTo>
                    <a:pt x="3041924" y="10138"/>
                  </a:lnTo>
                  <a:lnTo>
                    <a:pt x="3048731" y="10055"/>
                  </a:lnTo>
                  <a:lnTo>
                    <a:pt x="3055538" y="9966"/>
                  </a:lnTo>
                  <a:lnTo>
                    <a:pt x="3814872" y="88"/>
                  </a:lnTo>
                  <a:lnTo>
                    <a:pt x="3821679" y="0"/>
                  </a:lnTo>
                  <a:lnTo>
                    <a:pt x="3828486" y="0"/>
                  </a:lnTo>
                  <a:lnTo>
                    <a:pt x="4587820" y="0"/>
                  </a:lnTo>
                  <a:lnTo>
                    <a:pt x="4594627" y="0"/>
                  </a:lnTo>
                  <a:lnTo>
                    <a:pt x="4601434" y="0"/>
                  </a:lnTo>
                  <a:lnTo>
                    <a:pt x="5285967" y="0"/>
                  </a:lnTo>
                  <a:lnTo>
                    <a:pt x="5292774" y="0"/>
                  </a:lnTo>
                  <a:lnTo>
                    <a:pt x="5299581" y="0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072529" y="0"/>
                  </a:lnTo>
                  <a:lnTo>
                    <a:pt x="6806929" y="0"/>
                  </a:lnTo>
                  <a:lnTo>
                    <a:pt x="6813736" y="0"/>
                  </a:lnTo>
                  <a:lnTo>
                    <a:pt x="6820543" y="643553"/>
                  </a:lnTo>
                  <a:lnTo>
                    <a:pt x="6813736" y="0"/>
                  </a:lnTo>
                  <a:lnTo>
                    <a:pt x="6806929" y="0"/>
                  </a:lnTo>
                  <a:lnTo>
                    <a:pt x="6072529" y="0"/>
                  </a:lnTo>
                  <a:lnTo>
                    <a:pt x="6065722" y="0"/>
                  </a:lnTo>
                  <a:lnTo>
                    <a:pt x="6058915" y="0"/>
                  </a:lnTo>
                  <a:lnTo>
                    <a:pt x="5299581" y="0"/>
                  </a:lnTo>
                  <a:lnTo>
                    <a:pt x="5292774" y="0"/>
                  </a:lnTo>
                  <a:lnTo>
                    <a:pt x="5285967" y="0"/>
                  </a:lnTo>
                  <a:lnTo>
                    <a:pt x="4601434" y="0"/>
                  </a:lnTo>
                  <a:lnTo>
                    <a:pt x="4594627" y="0"/>
                  </a:lnTo>
                  <a:lnTo>
                    <a:pt x="4587820" y="0"/>
                  </a:lnTo>
                  <a:lnTo>
                    <a:pt x="3828486" y="0"/>
                  </a:lnTo>
                  <a:lnTo>
                    <a:pt x="3821679" y="0"/>
                  </a:lnTo>
                  <a:lnTo>
                    <a:pt x="3814872" y="177"/>
                  </a:lnTo>
                  <a:lnTo>
                    <a:pt x="3055538" y="19933"/>
                  </a:lnTo>
                  <a:lnTo>
                    <a:pt x="3048731" y="20111"/>
                  </a:lnTo>
                  <a:lnTo>
                    <a:pt x="3041924" y="20190"/>
                  </a:lnTo>
                  <a:lnTo>
                    <a:pt x="2307524" y="28736"/>
                  </a:lnTo>
                  <a:lnTo>
                    <a:pt x="2300717" y="28815"/>
                  </a:lnTo>
                  <a:lnTo>
                    <a:pt x="2293910" y="28780"/>
                  </a:lnTo>
                  <a:lnTo>
                    <a:pt x="1534576" y="24787"/>
                  </a:lnTo>
                  <a:lnTo>
                    <a:pt x="1527769" y="24752"/>
                  </a:lnTo>
                  <a:lnTo>
                    <a:pt x="1520962" y="25427"/>
                  </a:lnTo>
                  <a:lnTo>
                    <a:pt x="786561" y="98332"/>
                  </a:lnTo>
                  <a:lnTo>
                    <a:pt x="779755" y="99008"/>
                  </a:lnTo>
                  <a:lnTo>
                    <a:pt x="772948" y="98136"/>
                  </a:lnTo>
                  <a:lnTo>
                    <a:pt x="13613" y="871"/>
                  </a:lnTo>
                  <a:lnTo>
                    <a:pt x="6806" y="0"/>
                  </a:lnTo>
                  <a:lnTo>
                    <a:pt x="0" y="643553"/>
                  </a:lnTo>
                  <a:close/>
                </a:path>
              </a:pathLst>
            </a:cu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1392857" y="4189710"/>
              <a:ext cx="6806929" cy="74256"/>
            </a:xfrm>
            <a:custGeom>
              <a:avLst/>
              <a:pathLst>
                <a:path w="6806929" h="74256">
                  <a:moveTo>
                    <a:pt x="0" y="0"/>
                  </a:moveTo>
                  <a:lnTo>
                    <a:pt x="6806" y="653"/>
                  </a:lnTo>
                  <a:lnTo>
                    <a:pt x="766141" y="73602"/>
                  </a:lnTo>
                  <a:lnTo>
                    <a:pt x="772948" y="74256"/>
                  </a:lnTo>
                  <a:lnTo>
                    <a:pt x="779755" y="73693"/>
                  </a:lnTo>
                  <a:lnTo>
                    <a:pt x="1514155" y="12939"/>
                  </a:lnTo>
                  <a:lnTo>
                    <a:pt x="1520962" y="12376"/>
                  </a:lnTo>
                  <a:lnTo>
                    <a:pt x="1527769" y="12436"/>
                  </a:lnTo>
                  <a:lnTo>
                    <a:pt x="2287103" y="19150"/>
                  </a:lnTo>
                  <a:lnTo>
                    <a:pt x="2293910" y="19210"/>
                  </a:lnTo>
                  <a:lnTo>
                    <a:pt x="2300717" y="19127"/>
                  </a:lnTo>
                  <a:lnTo>
                    <a:pt x="3035117" y="10138"/>
                  </a:lnTo>
                  <a:lnTo>
                    <a:pt x="3041924" y="10055"/>
                  </a:lnTo>
                  <a:lnTo>
                    <a:pt x="3048731" y="9966"/>
                  </a:lnTo>
                  <a:lnTo>
                    <a:pt x="3808065" y="88"/>
                  </a:lnTo>
                  <a:lnTo>
                    <a:pt x="3814872" y="0"/>
                  </a:lnTo>
                  <a:lnTo>
                    <a:pt x="3821679" y="0"/>
                  </a:lnTo>
                  <a:lnTo>
                    <a:pt x="4581013" y="0"/>
                  </a:lnTo>
                  <a:lnTo>
                    <a:pt x="4587820" y="0"/>
                  </a:lnTo>
                  <a:lnTo>
                    <a:pt x="4594627" y="0"/>
                  </a:lnTo>
                  <a:lnTo>
                    <a:pt x="5279160" y="0"/>
                  </a:lnTo>
                  <a:lnTo>
                    <a:pt x="5285967" y="0"/>
                  </a:lnTo>
                  <a:lnTo>
                    <a:pt x="5292774" y="0"/>
                  </a:lnTo>
                  <a:lnTo>
                    <a:pt x="6052108" y="0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800122" y="0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" name="pg89"/>
            <p:cNvSpPr/>
            <p:nvPr/>
          </p:nvSpPr>
          <p:spPr>
            <a:xfrm>
              <a:off x="1386050" y="4189710"/>
              <a:ext cx="6820543" cy="643553"/>
            </a:xfrm>
            <a:custGeom>
              <a:avLst/>
              <a:pathLst>
                <a:path w="6820543" h="643553">
                  <a:moveTo>
                    <a:pt x="6806" y="0"/>
                  </a:moveTo>
                  <a:lnTo>
                    <a:pt x="13613" y="871"/>
                  </a:lnTo>
                  <a:lnTo>
                    <a:pt x="772948" y="98136"/>
                  </a:lnTo>
                  <a:lnTo>
                    <a:pt x="779755" y="99008"/>
                  </a:lnTo>
                  <a:lnTo>
                    <a:pt x="786561" y="98332"/>
                  </a:lnTo>
                  <a:lnTo>
                    <a:pt x="1520962" y="25427"/>
                  </a:lnTo>
                  <a:lnTo>
                    <a:pt x="1527769" y="24752"/>
                  </a:lnTo>
                  <a:lnTo>
                    <a:pt x="1534576" y="24787"/>
                  </a:lnTo>
                  <a:lnTo>
                    <a:pt x="2293910" y="28780"/>
                  </a:lnTo>
                  <a:lnTo>
                    <a:pt x="2300717" y="28815"/>
                  </a:lnTo>
                  <a:lnTo>
                    <a:pt x="2307524" y="28736"/>
                  </a:lnTo>
                  <a:lnTo>
                    <a:pt x="3041924" y="20190"/>
                  </a:lnTo>
                  <a:lnTo>
                    <a:pt x="3048731" y="20111"/>
                  </a:lnTo>
                  <a:lnTo>
                    <a:pt x="3055538" y="19933"/>
                  </a:lnTo>
                  <a:lnTo>
                    <a:pt x="3814872" y="177"/>
                  </a:lnTo>
                  <a:lnTo>
                    <a:pt x="3821679" y="0"/>
                  </a:lnTo>
                  <a:lnTo>
                    <a:pt x="3828486" y="0"/>
                  </a:lnTo>
                  <a:lnTo>
                    <a:pt x="4587820" y="0"/>
                  </a:lnTo>
                  <a:lnTo>
                    <a:pt x="4594627" y="0"/>
                  </a:lnTo>
                  <a:lnTo>
                    <a:pt x="4601434" y="0"/>
                  </a:lnTo>
                  <a:lnTo>
                    <a:pt x="5285967" y="0"/>
                  </a:lnTo>
                  <a:lnTo>
                    <a:pt x="5292774" y="0"/>
                  </a:lnTo>
                  <a:lnTo>
                    <a:pt x="5299581" y="0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072529" y="0"/>
                  </a:lnTo>
                  <a:lnTo>
                    <a:pt x="6806929" y="0"/>
                  </a:lnTo>
                  <a:lnTo>
                    <a:pt x="6813736" y="0"/>
                  </a:lnTo>
                  <a:lnTo>
                    <a:pt x="6820543" y="643553"/>
                  </a:lnTo>
                  <a:lnTo>
                    <a:pt x="6813736" y="0"/>
                  </a:lnTo>
                  <a:lnTo>
                    <a:pt x="6806929" y="0"/>
                  </a:lnTo>
                  <a:lnTo>
                    <a:pt x="6072529" y="0"/>
                  </a:lnTo>
                  <a:lnTo>
                    <a:pt x="6065722" y="0"/>
                  </a:lnTo>
                  <a:lnTo>
                    <a:pt x="6058915" y="120"/>
                  </a:lnTo>
                  <a:lnTo>
                    <a:pt x="5299581" y="13572"/>
                  </a:lnTo>
                  <a:lnTo>
                    <a:pt x="5292774" y="13692"/>
                  </a:lnTo>
                  <a:lnTo>
                    <a:pt x="5285967" y="13559"/>
                  </a:lnTo>
                  <a:lnTo>
                    <a:pt x="4601434" y="133"/>
                  </a:lnTo>
                  <a:lnTo>
                    <a:pt x="4594627" y="0"/>
                  </a:lnTo>
                  <a:lnTo>
                    <a:pt x="4587820" y="79"/>
                  </a:lnTo>
                  <a:lnTo>
                    <a:pt x="3828486" y="8984"/>
                  </a:lnTo>
                  <a:lnTo>
                    <a:pt x="3821679" y="9064"/>
                  </a:lnTo>
                  <a:lnTo>
                    <a:pt x="3814872" y="9161"/>
                  </a:lnTo>
                  <a:lnTo>
                    <a:pt x="3055538" y="20013"/>
                  </a:lnTo>
                  <a:lnTo>
                    <a:pt x="3048731" y="20111"/>
                  </a:lnTo>
                  <a:lnTo>
                    <a:pt x="3041924" y="20190"/>
                  </a:lnTo>
                  <a:lnTo>
                    <a:pt x="2307524" y="28736"/>
                  </a:lnTo>
                  <a:lnTo>
                    <a:pt x="2300717" y="28815"/>
                  </a:lnTo>
                  <a:lnTo>
                    <a:pt x="2293910" y="28889"/>
                  </a:lnTo>
                  <a:lnTo>
                    <a:pt x="1534576" y="37054"/>
                  </a:lnTo>
                  <a:lnTo>
                    <a:pt x="1527769" y="37128"/>
                  </a:lnTo>
                  <a:lnTo>
                    <a:pt x="1520962" y="37691"/>
                  </a:lnTo>
                  <a:lnTo>
                    <a:pt x="786561" y="98445"/>
                  </a:lnTo>
                  <a:lnTo>
                    <a:pt x="779755" y="99008"/>
                  </a:lnTo>
                  <a:lnTo>
                    <a:pt x="772948" y="98136"/>
                  </a:lnTo>
                  <a:lnTo>
                    <a:pt x="13613" y="871"/>
                  </a:lnTo>
                  <a:lnTo>
                    <a:pt x="6806" y="0"/>
                  </a:lnTo>
                  <a:lnTo>
                    <a:pt x="0" y="643553"/>
                  </a:lnTo>
                  <a:close/>
                </a:path>
              </a:pathLst>
            </a:cu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1392857" y="4189710"/>
              <a:ext cx="6806929" cy="99008"/>
            </a:xfrm>
            <a:custGeom>
              <a:avLst/>
              <a:pathLst>
                <a:path w="6806929" h="99008">
                  <a:moveTo>
                    <a:pt x="0" y="0"/>
                  </a:moveTo>
                  <a:lnTo>
                    <a:pt x="6806" y="871"/>
                  </a:lnTo>
                  <a:lnTo>
                    <a:pt x="766141" y="98136"/>
                  </a:lnTo>
                  <a:lnTo>
                    <a:pt x="772948" y="99008"/>
                  </a:lnTo>
                  <a:lnTo>
                    <a:pt x="779755" y="98332"/>
                  </a:lnTo>
                  <a:lnTo>
                    <a:pt x="1514155" y="25427"/>
                  </a:lnTo>
                  <a:lnTo>
                    <a:pt x="1520962" y="24752"/>
                  </a:lnTo>
                  <a:lnTo>
                    <a:pt x="1527769" y="24787"/>
                  </a:lnTo>
                  <a:lnTo>
                    <a:pt x="2287103" y="28780"/>
                  </a:lnTo>
                  <a:lnTo>
                    <a:pt x="2293910" y="28815"/>
                  </a:lnTo>
                  <a:lnTo>
                    <a:pt x="2300717" y="28736"/>
                  </a:lnTo>
                  <a:lnTo>
                    <a:pt x="3035117" y="20190"/>
                  </a:lnTo>
                  <a:lnTo>
                    <a:pt x="3041924" y="20111"/>
                  </a:lnTo>
                  <a:lnTo>
                    <a:pt x="3048731" y="19933"/>
                  </a:lnTo>
                  <a:lnTo>
                    <a:pt x="3808065" y="177"/>
                  </a:lnTo>
                  <a:lnTo>
                    <a:pt x="3814872" y="0"/>
                  </a:lnTo>
                  <a:lnTo>
                    <a:pt x="3821679" y="0"/>
                  </a:lnTo>
                  <a:lnTo>
                    <a:pt x="4581013" y="0"/>
                  </a:lnTo>
                  <a:lnTo>
                    <a:pt x="4587820" y="0"/>
                  </a:lnTo>
                  <a:lnTo>
                    <a:pt x="4594627" y="0"/>
                  </a:lnTo>
                  <a:lnTo>
                    <a:pt x="5279160" y="0"/>
                  </a:lnTo>
                  <a:lnTo>
                    <a:pt x="5285967" y="0"/>
                  </a:lnTo>
                  <a:lnTo>
                    <a:pt x="5292774" y="0"/>
                  </a:lnTo>
                  <a:lnTo>
                    <a:pt x="6052108" y="0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800122" y="0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" name="pg91"/>
            <p:cNvSpPr/>
            <p:nvPr/>
          </p:nvSpPr>
          <p:spPr>
            <a:xfrm>
              <a:off x="1386050" y="4189710"/>
              <a:ext cx="6820543" cy="643553"/>
            </a:xfrm>
            <a:custGeom>
              <a:avLst/>
              <a:pathLst>
                <a:path w="6820543" h="643553">
                  <a:moveTo>
                    <a:pt x="6806" y="0"/>
                  </a:moveTo>
                  <a:lnTo>
                    <a:pt x="13613" y="871"/>
                  </a:lnTo>
                  <a:lnTo>
                    <a:pt x="772948" y="98136"/>
                  </a:lnTo>
                  <a:lnTo>
                    <a:pt x="779755" y="99008"/>
                  </a:lnTo>
                  <a:lnTo>
                    <a:pt x="786561" y="98445"/>
                  </a:lnTo>
                  <a:lnTo>
                    <a:pt x="1520962" y="37691"/>
                  </a:lnTo>
                  <a:lnTo>
                    <a:pt x="1527769" y="37128"/>
                  </a:lnTo>
                  <a:lnTo>
                    <a:pt x="1534576" y="37054"/>
                  </a:lnTo>
                  <a:lnTo>
                    <a:pt x="2293910" y="28889"/>
                  </a:lnTo>
                  <a:lnTo>
                    <a:pt x="2300717" y="28815"/>
                  </a:lnTo>
                  <a:lnTo>
                    <a:pt x="2307524" y="28736"/>
                  </a:lnTo>
                  <a:lnTo>
                    <a:pt x="3041924" y="20190"/>
                  </a:lnTo>
                  <a:lnTo>
                    <a:pt x="3048731" y="20111"/>
                  </a:lnTo>
                  <a:lnTo>
                    <a:pt x="3055538" y="20013"/>
                  </a:lnTo>
                  <a:lnTo>
                    <a:pt x="3814872" y="9161"/>
                  </a:lnTo>
                  <a:lnTo>
                    <a:pt x="3821679" y="9064"/>
                  </a:lnTo>
                  <a:lnTo>
                    <a:pt x="3828486" y="8984"/>
                  </a:lnTo>
                  <a:lnTo>
                    <a:pt x="4587820" y="79"/>
                  </a:lnTo>
                  <a:lnTo>
                    <a:pt x="4594627" y="0"/>
                  </a:lnTo>
                  <a:lnTo>
                    <a:pt x="4601434" y="133"/>
                  </a:lnTo>
                  <a:lnTo>
                    <a:pt x="5285967" y="13559"/>
                  </a:lnTo>
                  <a:lnTo>
                    <a:pt x="5292774" y="13692"/>
                  </a:lnTo>
                  <a:lnTo>
                    <a:pt x="5299581" y="13572"/>
                  </a:lnTo>
                  <a:lnTo>
                    <a:pt x="6058915" y="120"/>
                  </a:lnTo>
                  <a:lnTo>
                    <a:pt x="6065722" y="0"/>
                  </a:lnTo>
                  <a:lnTo>
                    <a:pt x="6072529" y="0"/>
                  </a:lnTo>
                  <a:lnTo>
                    <a:pt x="6806929" y="0"/>
                  </a:lnTo>
                  <a:lnTo>
                    <a:pt x="6813736" y="0"/>
                  </a:lnTo>
                  <a:lnTo>
                    <a:pt x="6820543" y="643553"/>
                  </a:lnTo>
                  <a:lnTo>
                    <a:pt x="6813736" y="0"/>
                  </a:lnTo>
                  <a:lnTo>
                    <a:pt x="6806929" y="468"/>
                  </a:lnTo>
                  <a:lnTo>
                    <a:pt x="6072529" y="51015"/>
                  </a:lnTo>
                  <a:lnTo>
                    <a:pt x="6065722" y="51484"/>
                  </a:lnTo>
                  <a:lnTo>
                    <a:pt x="6058915" y="51151"/>
                  </a:lnTo>
                  <a:lnTo>
                    <a:pt x="5299581" y="14025"/>
                  </a:lnTo>
                  <a:lnTo>
                    <a:pt x="5292774" y="13692"/>
                  </a:lnTo>
                  <a:lnTo>
                    <a:pt x="5285967" y="13559"/>
                  </a:lnTo>
                  <a:lnTo>
                    <a:pt x="4601434" y="133"/>
                  </a:lnTo>
                  <a:lnTo>
                    <a:pt x="4594627" y="0"/>
                  </a:lnTo>
                  <a:lnTo>
                    <a:pt x="4587820" y="159"/>
                  </a:lnTo>
                  <a:lnTo>
                    <a:pt x="3828486" y="17968"/>
                  </a:lnTo>
                  <a:lnTo>
                    <a:pt x="3821679" y="18128"/>
                  </a:lnTo>
                  <a:lnTo>
                    <a:pt x="3814872" y="18234"/>
                  </a:lnTo>
                  <a:lnTo>
                    <a:pt x="3055538" y="30060"/>
                  </a:lnTo>
                  <a:lnTo>
                    <a:pt x="3048731" y="30166"/>
                  </a:lnTo>
                  <a:lnTo>
                    <a:pt x="3041924" y="30241"/>
                  </a:lnTo>
                  <a:lnTo>
                    <a:pt x="2307524" y="38345"/>
                  </a:lnTo>
                  <a:lnTo>
                    <a:pt x="2300717" y="38421"/>
                  </a:lnTo>
                  <a:lnTo>
                    <a:pt x="2293910" y="38518"/>
                  </a:lnTo>
                  <a:lnTo>
                    <a:pt x="1534576" y="49406"/>
                  </a:lnTo>
                  <a:lnTo>
                    <a:pt x="1527769" y="49504"/>
                  </a:lnTo>
                  <a:lnTo>
                    <a:pt x="1520962" y="51080"/>
                  </a:lnTo>
                  <a:lnTo>
                    <a:pt x="786561" y="221191"/>
                  </a:lnTo>
                  <a:lnTo>
                    <a:pt x="779755" y="222768"/>
                  </a:lnTo>
                  <a:lnTo>
                    <a:pt x="772948" y="224045"/>
                  </a:lnTo>
                  <a:lnTo>
                    <a:pt x="13613" y="366467"/>
                  </a:lnTo>
                  <a:lnTo>
                    <a:pt x="6806" y="367744"/>
                  </a:lnTo>
                  <a:lnTo>
                    <a:pt x="0" y="643553"/>
                  </a:lnTo>
                  <a:close/>
                </a:path>
              </a:pathLst>
            </a:cu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1392857" y="4189710"/>
              <a:ext cx="6806929" cy="99008"/>
            </a:xfrm>
            <a:custGeom>
              <a:avLst/>
              <a:pathLst>
                <a:path w="6806929" h="99008">
                  <a:moveTo>
                    <a:pt x="0" y="0"/>
                  </a:moveTo>
                  <a:lnTo>
                    <a:pt x="6806" y="871"/>
                  </a:lnTo>
                  <a:lnTo>
                    <a:pt x="766141" y="98136"/>
                  </a:lnTo>
                  <a:lnTo>
                    <a:pt x="772948" y="99008"/>
                  </a:lnTo>
                  <a:lnTo>
                    <a:pt x="779755" y="98445"/>
                  </a:lnTo>
                  <a:lnTo>
                    <a:pt x="1514155" y="37691"/>
                  </a:lnTo>
                  <a:lnTo>
                    <a:pt x="1520962" y="37128"/>
                  </a:lnTo>
                  <a:lnTo>
                    <a:pt x="1527769" y="37054"/>
                  </a:lnTo>
                  <a:lnTo>
                    <a:pt x="2287103" y="28889"/>
                  </a:lnTo>
                  <a:lnTo>
                    <a:pt x="2293910" y="28815"/>
                  </a:lnTo>
                  <a:lnTo>
                    <a:pt x="2300717" y="28736"/>
                  </a:lnTo>
                  <a:lnTo>
                    <a:pt x="3035117" y="20190"/>
                  </a:lnTo>
                  <a:lnTo>
                    <a:pt x="3041924" y="20111"/>
                  </a:lnTo>
                  <a:lnTo>
                    <a:pt x="3048731" y="20013"/>
                  </a:lnTo>
                  <a:lnTo>
                    <a:pt x="3808065" y="9161"/>
                  </a:lnTo>
                  <a:lnTo>
                    <a:pt x="3814872" y="9064"/>
                  </a:lnTo>
                  <a:lnTo>
                    <a:pt x="3821679" y="8984"/>
                  </a:lnTo>
                  <a:lnTo>
                    <a:pt x="4581013" y="79"/>
                  </a:lnTo>
                  <a:lnTo>
                    <a:pt x="4587820" y="0"/>
                  </a:lnTo>
                  <a:lnTo>
                    <a:pt x="4594627" y="133"/>
                  </a:lnTo>
                  <a:lnTo>
                    <a:pt x="5279160" y="13559"/>
                  </a:lnTo>
                  <a:lnTo>
                    <a:pt x="5285967" y="13692"/>
                  </a:lnTo>
                  <a:lnTo>
                    <a:pt x="5292774" y="13572"/>
                  </a:lnTo>
                  <a:lnTo>
                    <a:pt x="6052108" y="120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800122" y="0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" name="pg93"/>
            <p:cNvSpPr/>
            <p:nvPr/>
          </p:nvSpPr>
          <p:spPr>
            <a:xfrm>
              <a:off x="1386050" y="4189710"/>
              <a:ext cx="6820543" cy="643553"/>
            </a:xfrm>
            <a:custGeom>
              <a:avLst/>
              <a:pathLst>
                <a:path w="6820543" h="643553">
                  <a:moveTo>
                    <a:pt x="6806" y="367744"/>
                  </a:moveTo>
                  <a:lnTo>
                    <a:pt x="13613" y="366467"/>
                  </a:lnTo>
                  <a:lnTo>
                    <a:pt x="772948" y="224045"/>
                  </a:lnTo>
                  <a:lnTo>
                    <a:pt x="779755" y="222768"/>
                  </a:lnTo>
                  <a:lnTo>
                    <a:pt x="786561" y="221191"/>
                  </a:lnTo>
                  <a:lnTo>
                    <a:pt x="1520962" y="51080"/>
                  </a:lnTo>
                  <a:lnTo>
                    <a:pt x="1527769" y="49504"/>
                  </a:lnTo>
                  <a:lnTo>
                    <a:pt x="1534576" y="49406"/>
                  </a:lnTo>
                  <a:lnTo>
                    <a:pt x="2293910" y="38518"/>
                  </a:lnTo>
                  <a:lnTo>
                    <a:pt x="2300717" y="38421"/>
                  </a:lnTo>
                  <a:lnTo>
                    <a:pt x="2307524" y="38345"/>
                  </a:lnTo>
                  <a:lnTo>
                    <a:pt x="3041924" y="30241"/>
                  </a:lnTo>
                  <a:lnTo>
                    <a:pt x="3048731" y="30166"/>
                  </a:lnTo>
                  <a:lnTo>
                    <a:pt x="3055538" y="30060"/>
                  </a:lnTo>
                  <a:lnTo>
                    <a:pt x="3814872" y="18234"/>
                  </a:lnTo>
                  <a:lnTo>
                    <a:pt x="3821679" y="18128"/>
                  </a:lnTo>
                  <a:lnTo>
                    <a:pt x="3828486" y="17968"/>
                  </a:lnTo>
                  <a:lnTo>
                    <a:pt x="4587820" y="159"/>
                  </a:lnTo>
                  <a:lnTo>
                    <a:pt x="4594627" y="0"/>
                  </a:lnTo>
                  <a:lnTo>
                    <a:pt x="4601434" y="133"/>
                  </a:lnTo>
                  <a:lnTo>
                    <a:pt x="5285967" y="13559"/>
                  </a:lnTo>
                  <a:lnTo>
                    <a:pt x="5292774" y="13692"/>
                  </a:lnTo>
                  <a:lnTo>
                    <a:pt x="5299581" y="14025"/>
                  </a:lnTo>
                  <a:lnTo>
                    <a:pt x="6058915" y="51151"/>
                  </a:lnTo>
                  <a:lnTo>
                    <a:pt x="6065722" y="51484"/>
                  </a:lnTo>
                  <a:lnTo>
                    <a:pt x="6072529" y="51015"/>
                  </a:lnTo>
                  <a:lnTo>
                    <a:pt x="6806929" y="468"/>
                  </a:lnTo>
                  <a:lnTo>
                    <a:pt x="6813736" y="0"/>
                  </a:lnTo>
                  <a:lnTo>
                    <a:pt x="6820543" y="643553"/>
                  </a:lnTo>
                  <a:lnTo>
                    <a:pt x="6813736" y="643553"/>
                  </a:lnTo>
                  <a:lnTo>
                    <a:pt x="6806929" y="643553"/>
                  </a:lnTo>
                  <a:lnTo>
                    <a:pt x="6072529" y="643553"/>
                  </a:lnTo>
                  <a:lnTo>
                    <a:pt x="6065722" y="643553"/>
                  </a:lnTo>
                  <a:lnTo>
                    <a:pt x="6058915" y="643553"/>
                  </a:lnTo>
                  <a:lnTo>
                    <a:pt x="5299581" y="643553"/>
                  </a:lnTo>
                  <a:lnTo>
                    <a:pt x="5292774" y="643553"/>
                  </a:lnTo>
                  <a:lnTo>
                    <a:pt x="5285967" y="643553"/>
                  </a:lnTo>
                  <a:lnTo>
                    <a:pt x="4601434" y="643553"/>
                  </a:lnTo>
                  <a:lnTo>
                    <a:pt x="4594627" y="643553"/>
                  </a:lnTo>
                  <a:lnTo>
                    <a:pt x="4587820" y="643553"/>
                  </a:lnTo>
                  <a:lnTo>
                    <a:pt x="3828486" y="643553"/>
                  </a:lnTo>
                  <a:lnTo>
                    <a:pt x="3821679" y="643553"/>
                  </a:lnTo>
                  <a:lnTo>
                    <a:pt x="3814872" y="643553"/>
                  </a:lnTo>
                  <a:lnTo>
                    <a:pt x="3055538" y="643553"/>
                  </a:lnTo>
                  <a:lnTo>
                    <a:pt x="3048731" y="643553"/>
                  </a:lnTo>
                  <a:lnTo>
                    <a:pt x="3041924" y="643553"/>
                  </a:lnTo>
                  <a:lnTo>
                    <a:pt x="2307524" y="643553"/>
                  </a:lnTo>
                  <a:lnTo>
                    <a:pt x="2300717" y="643553"/>
                  </a:lnTo>
                  <a:lnTo>
                    <a:pt x="2293910" y="643553"/>
                  </a:lnTo>
                  <a:lnTo>
                    <a:pt x="1534576" y="643553"/>
                  </a:lnTo>
                  <a:lnTo>
                    <a:pt x="1527769" y="643553"/>
                  </a:lnTo>
                  <a:lnTo>
                    <a:pt x="1520962" y="643553"/>
                  </a:lnTo>
                  <a:lnTo>
                    <a:pt x="786561" y="643553"/>
                  </a:lnTo>
                  <a:lnTo>
                    <a:pt x="779755" y="643553"/>
                  </a:lnTo>
                  <a:lnTo>
                    <a:pt x="772948" y="643553"/>
                  </a:lnTo>
                  <a:lnTo>
                    <a:pt x="13613" y="643553"/>
                  </a:lnTo>
                  <a:lnTo>
                    <a:pt x="6806" y="643553"/>
                  </a:lnTo>
                  <a:lnTo>
                    <a:pt x="0" y="643553"/>
                  </a:lnTo>
                  <a:close/>
                </a:path>
              </a:pathLst>
            </a:cu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1392857" y="4189710"/>
              <a:ext cx="6806929" cy="367744"/>
            </a:xfrm>
            <a:custGeom>
              <a:avLst/>
              <a:pathLst>
                <a:path w="6806929" h="367744">
                  <a:moveTo>
                    <a:pt x="0" y="367744"/>
                  </a:moveTo>
                  <a:lnTo>
                    <a:pt x="6806" y="366467"/>
                  </a:lnTo>
                  <a:lnTo>
                    <a:pt x="766141" y="224045"/>
                  </a:lnTo>
                  <a:lnTo>
                    <a:pt x="772948" y="222768"/>
                  </a:lnTo>
                  <a:lnTo>
                    <a:pt x="779755" y="221191"/>
                  </a:lnTo>
                  <a:lnTo>
                    <a:pt x="1514155" y="51080"/>
                  </a:lnTo>
                  <a:lnTo>
                    <a:pt x="1520962" y="49504"/>
                  </a:lnTo>
                  <a:lnTo>
                    <a:pt x="1527769" y="49406"/>
                  </a:lnTo>
                  <a:lnTo>
                    <a:pt x="2287103" y="38518"/>
                  </a:lnTo>
                  <a:lnTo>
                    <a:pt x="2293910" y="38421"/>
                  </a:lnTo>
                  <a:lnTo>
                    <a:pt x="2300717" y="38345"/>
                  </a:lnTo>
                  <a:lnTo>
                    <a:pt x="3035117" y="30241"/>
                  </a:lnTo>
                  <a:lnTo>
                    <a:pt x="3041924" y="30166"/>
                  </a:lnTo>
                  <a:lnTo>
                    <a:pt x="3048731" y="30060"/>
                  </a:lnTo>
                  <a:lnTo>
                    <a:pt x="3808065" y="18234"/>
                  </a:lnTo>
                  <a:lnTo>
                    <a:pt x="3814872" y="18128"/>
                  </a:lnTo>
                  <a:lnTo>
                    <a:pt x="3821679" y="17968"/>
                  </a:lnTo>
                  <a:lnTo>
                    <a:pt x="4581013" y="159"/>
                  </a:lnTo>
                  <a:lnTo>
                    <a:pt x="4587820" y="0"/>
                  </a:lnTo>
                  <a:lnTo>
                    <a:pt x="4594627" y="133"/>
                  </a:lnTo>
                  <a:lnTo>
                    <a:pt x="5279160" y="13559"/>
                  </a:lnTo>
                  <a:lnTo>
                    <a:pt x="5285967" y="13692"/>
                  </a:lnTo>
                  <a:lnTo>
                    <a:pt x="5292774" y="14025"/>
                  </a:lnTo>
                  <a:lnTo>
                    <a:pt x="6052108" y="51151"/>
                  </a:lnTo>
                  <a:lnTo>
                    <a:pt x="6058915" y="51484"/>
                  </a:lnTo>
                  <a:lnTo>
                    <a:pt x="6065722" y="51015"/>
                  </a:lnTo>
                  <a:lnTo>
                    <a:pt x="6800122" y="468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" name="tx95"/>
            <p:cNvSpPr/>
            <p:nvPr/>
          </p:nvSpPr>
          <p:spPr>
            <a:xfrm>
              <a:off x="920214" y="4793259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858035" y="463237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858035" y="4471482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858035" y="431059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99" name="tx99"/>
            <p:cNvSpPr/>
            <p:nvPr/>
          </p:nvSpPr>
          <p:spPr>
            <a:xfrm>
              <a:off x="795856" y="4149705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100" name="tx100"/>
            <p:cNvSpPr/>
            <p:nvPr/>
          </p:nvSpPr>
          <p:spPr>
            <a:xfrm rot="-2700000">
              <a:off x="881682" y="5139807"/>
              <a:ext cx="64410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01" name="tx101"/>
            <p:cNvSpPr/>
            <p:nvPr/>
          </p:nvSpPr>
          <p:spPr>
            <a:xfrm rot="-2700000">
              <a:off x="1661888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02" name="tx102"/>
            <p:cNvSpPr/>
            <p:nvPr/>
          </p:nvSpPr>
          <p:spPr>
            <a:xfrm rot="-2700000">
              <a:off x="2446117" y="5121800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03" name="tx103"/>
            <p:cNvSpPr/>
            <p:nvPr/>
          </p:nvSpPr>
          <p:spPr>
            <a:xfrm rot="-2700000">
              <a:off x="3182851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04" name="tx104"/>
            <p:cNvSpPr/>
            <p:nvPr/>
          </p:nvSpPr>
          <p:spPr>
            <a:xfrm rot="-2700000">
              <a:off x="3930865" y="5136801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05" name="tx105"/>
            <p:cNvSpPr/>
            <p:nvPr/>
          </p:nvSpPr>
          <p:spPr>
            <a:xfrm rot="-2700000">
              <a:off x="4740028" y="5121800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06" name="tx106"/>
            <p:cNvSpPr/>
            <p:nvPr/>
          </p:nvSpPr>
          <p:spPr>
            <a:xfrm rot="-2700000">
              <a:off x="5505717" y="5124807"/>
              <a:ext cx="60167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07" name="tx107"/>
            <p:cNvSpPr/>
            <p:nvPr/>
          </p:nvSpPr>
          <p:spPr>
            <a:xfrm rot="-2700000">
              <a:off x="6160625" y="5142717"/>
              <a:ext cx="6523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08" name="tx108"/>
            <p:cNvSpPr/>
            <p:nvPr/>
          </p:nvSpPr>
          <p:spPr>
            <a:xfrm rot="-2700000">
              <a:off x="6969631" y="5127781"/>
              <a:ext cx="61008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09" name="tx109"/>
            <p:cNvSpPr/>
            <p:nvPr/>
          </p:nvSpPr>
          <p:spPr>
            <a:xfrm rot="-2700000">
              <a:off x="7696026" y="5136736"/>
              <a:ext cx="635416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10" name="tx110"/>
            <p:cNvSpPr/>
            <p:nvPr/>
          </p:nvSpPr>
          <p:spPr>
            <a:xfrm rot="-5400000">
              <a:off x="269800" y="4447845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11" name="tx111"/>
            <p:cNvSpPr/>
            <p:nvPr/>
          </p:nvSpPr>
          <p:spPr>
            <a:xfrm>
              <a:off x="3068045" y="5757650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12" name="rc112"/>
            <p:cNvSpPr/>
            <p:nvPr/>
          </p:nvSpPr>
          <p:spPr>
            <a:xfrm>
              <a:off x="3729289" y="5706939"/>
              <a:ext cx="201456" cy="201456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4257453" y="5706939"/>
              <a:ext cx="201456" cy="201456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4891596" y="5706939"/>
              <a:ext cx="201456" cy="201456"/>
            </a:xfrm>
            <a:prstGeom prst="rect">
              <a:avLst/>
            </a:pr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5525739" y="5706939"/>
              <a:ext cx="201456" cy="201456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6159882" y="5706939"/>
              <a:ext cx="201456" cy="20145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tx117"/>
            <p:cNvSpPr/>
            <p:nvPr/>
          </p:nvSpPr>
          <p:spPr>
            <a:xfrm>
              <a:off x="4009334" y="5762176"/>
              <a:ext cx="169529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118" name="tx118"/>
            <p:cNvSpPr/>
            <p:nvPr/>
          </p:nvSpPr>
          <p:spPr>
            <a:xfrm>
              <a:off x="4537498" y="5762176"/>
              <a:ext cx="275508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119" name="tx119"/>
            <p:cNvSpPr/>
            <p:nvPr/>
          </p:nvSpPr>
          <p:spPr>
            <a:xfrm>
              <a:off x="5171641" y="5762176"/>
              <a:ext cx="275508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120" name="tx120"/>
            <p:cNvSpPr/>
            <p:nvPr/>
          </p:nvSpPr>
          <p:spPr>
            <a:xfrm>
              <a:off x="5805784" y="5762176"/>
              <a:ext cx="275508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121" name="tx121"/>
            <p:cNvSpPr/>
            <p:nvPr/>
          </p:nvSpPr>
          <p:spPr>
            <a:xfrm>
              <a:off x="6439927" y="5762176"/>
              <a:ext cx="84673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  <p:sp>
          <p:nvSpPr>
            <p:cNvPr id="122" name="tx122"/>
            <p:cNvSpPr/>
            <p:nvPr/>
          </p:nvSpPr>
          <p:spPr>
            <a:xfrm>
              <a:off x="3338860" y="3932770"/>
              <a:ext cx="2914924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A/H3N2 Subklade fordeling per måned:</a:t>
              </a:r>
            </a:p>
          </p:txBody>
        </p:sp>
      </p:grpSp>
      <p:sp>
        <p:nvSpPr>
          <p:cNvPr id="12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A/H3N2 - klade og subklade per måned (areal)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59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8090421" cy="204886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526789" y="3718658"/>
              <a:ext cx="8090421" cy="233791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45023" y="243789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45023" y="230985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45023" y="2181812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45023" y="205377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910055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821306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5595800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6332818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7069837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7831839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045023" y="250191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045023" y="2373876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045023" y="2245833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045023" y="211779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045023" y="1989749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386050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4434059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5208553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5983047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6682590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7457084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8206594" y="196414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g29"/>
            <p:cNvSpPr/>
            <p:nvPr/>
          </p:nvSpPr>
          <p:spPr>
            <a:xfrm>
              <a:off x="1386050" y="1989749"/>
              <a:ext cx="6820543" cy="512169"/>
            </a:xfrm>
            <a:custGeom>
              <a:avLst/>
              <a:pathLst>
                <a:path w="6820543" h="512169">
                  <a:moveTo>
                    <a:pt x="0" y="0"/>
                  </a:moveTo>
                  <a:lnTo>
                    <a:pt x="3048008" y="0"/>
                  </a:lnTo>
                  <a:lnTo>
                    <a:pt x="3822502" y="0"/>
                  </a:lnTo>
                  <a:lnTo>
                    <a:pt x="4596996" y="0"/>
                  </a:lnTo>
                  <a:lnTo>
                    <a:pt x="5296539" y="0"/>
                  </a:lnTo>
                  <a:lnTo>
                    <a:pt x="6071033" y="0"/>
                  </a:lnTo>
                  <a:lnTo>
                    <a:pt x="6820543" y="0"/>
                  </a:lnTo>
                  <a:lnTo>
                    <a:pt x="6820543" y="512169"/>
                  </a:lnTo>
                  <a:lnTo>
                    <a:pt x="6071033" y="512169"/>
                  </a:lnTo>
                  <a:lnTo>
                    <a:pt x="5296539" y="512169"/>
                  </a:lnTo>
                  <a:lnTo>
                    <a:pt x="4596996" y="512169"/>
                  </a:lnTo>
                  <a:lnTo>
                    <a:pt x="3822502" y="512169"/>
                  </a:lnTo>
                  <a:lnTo>
                    <a:pt x="3048008" y="512169"/>
                  </a:lnTo>
                  <a:lnTo>
                    <a:pt x="0" y="512169"/>
                  </a:lnTo>
                  <a:close/>
                </a:path>
              </a:pathLst>
            </a:cu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386050" y="1989749"/>
              <a:ext cx="6820543" cy="0"/>
            </a:xfrm>
            <a:custGeom>
              <a:avLst/>
              <a:pathLst>
                <a:path w="6820543" h="0">
                  <a:moveTo>
                    <a:pt x="0" y="0"/>
                  </a:moveTo>
                  <a:lnTo>
                    <a:pt x="3048008" y="0"/>
                  </a:lnTo>
                  <a:lnTo>
                    <a:pt x="3822502" y="0"/>
                  </a:lnTo>
                  <a:lnTo>
                    <a:pt x="4596996" y="0"/>
                  </a:lnTo>
                  <a:lnTo>
                    <a:pt x="5296539" y="0"/>
                  </a:lnTo>
                  <a:lnTo>
                    <a:pt x="6071033" y="0"/>
                  </a:lnTo>
                  <a:lnTo>
                    <a:pt x="682054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" name="tx31"/>
            <p:cNvSpPr/>
            <p:nvPr/>
          </p:nvSpPr>
          <p:spPr>
            <a:xfrm>
              <a:off x="920214" y="2461913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32" name="tx32"/>
            <p:cNvSpPr/>
            <p:nvPr/>
          </p:nvSpPr>
          <p:spPr>
            <a:xfrm>
              <a:off x="858035" y="233387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858035" y="220582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858035" y="207778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795856" y="1949744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36" name="tx36"/>
            <p:cNvSpPr/>
            <p:nvPr/>
          </p:nvSpPr>
          <p:spPr>
            <a:xfrm rot="-2700000">
              <a:off x="874875" y="2801892"/>
              <a:ext cx="64410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7" name="tx37"/>
            <p:cNvSpPr/>
            <p:nvPr/>
          </p:nvSpPr>
          <p:spPr>
            <a:xfrm rot="-2700000">
              <a:off x="3930142" y="2798886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8" name="tx38"/>
            <p:cNvSpPr/>
            <p:nvPr/>
          </p:nvSpPr>
          <p:spPr>
            <a:xfrm rot="-2700000">
              <a:off x="4740850" y="2783885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9" name="tx39"/>
            <p:cNvSpPr/>
            <p:nvPr/>
          </p:nvSpPr>
          <p:spPr>
            <a:xfrm rot="-2700000">
              <a:off x="5508086" y="2786892"/>
              <a:ext cx="60167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40" name="tx40"/>
            <p:cNvSpPr/>
            <p:nvPr/>
          </p:nvSpPr>
          <p:spPr>
            <a:xfrm rot="-2700000">
              <a:off x="6164390" y="2804802"/>
              <a:ext cx="6523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41" name="tx41"/>
            <p:cNvSpPr/>
            <p:nvPr/>
          </p:nvSpPr>
          <p:spPr>
            <a:xfrm rot="-2700000">
              <a:off x="6974942" y="2789866"/>
              <a:ext cx="61008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42" name="tx42"/>
            <p:cNvSpPr/>
            <p:nvPr/>
          </p:nvSpPr>
          <p:spPr>
            <a:xfrm rot="-2700000">
              <a:off x="7702833" y="2798821"/>
              <a:ext cx="635416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43" name="tx43"/>
            <p:cNvSpPr/>
            <p:nvPr/>
          </p:nvSpPr>
          <p:spPr>
            <a:xfrm rot="-5400000">
              <a:off x="269800" y="2182191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4176996" y="3419735"/>
              <a:ext cx="3573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Klade</a:t>
              </a:r>
            </a:p>
          </p:txBody>
        </p:sp>
        <p:sp>
          <p:nvSpPr>
            <p:cNvPr id="45" name="rc45"/>
            <p:cNvSpPr/>
            <p:nvPr/>
          </p:nvSpPr>
          <p:spPr>
            <a:xfrm>
              <a:off x="4612933" y="3369024"/>
              <a:ext cx="201456" cy="2014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tx46"/>
            <p:cNvSpPr/>
            <p:nvPr/>
          </p:nvSpPr>
          <p:spPr>
            <a:xfrm>
              <a:off x="4892978" y="3424261"/>
              <a:ext cx="522671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V1A.3a.2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3410275" y="1739378"/>
              <a:ext cx="2772095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B/Victoria Klade fordeling per måned:</a:t>
              </a:r>
            </a:p>
          </p:txBody>
        </p:sp>
        <p:sp>
          <p:nvSpPr>
            <p:cNvPr id="48" name="pl48"/>
            <p:cNvSpPr/>
            <p:nvPr/>
          </p:nvSpPr>
          <p:spPr>
            <a:xfrm>
              <a:off x="1045023" y="4486767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1045023" y="4358724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1045023" y="4230682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1045023" y="4102640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2913820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821256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594204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6329752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7065299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7825780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1045023" y="4550788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1045023" y="4422746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1045023" y="4294703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1045023" y="4166661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1045023" y="4038619"/>
              <a:ext cx="7502598" cy="0"/>
            </a:xfrm>
            <a:custGeom>
              <a:avLst/>
              <a:pathLst>
                <a:path w="7502598" h="0">
                  <a:moveTo>
                    <a:pt x="0" y="0"/>
                  </a:moveTo>
                  <a:lnTo>
                    <a:pt x="7502598" y="0"/>
                  </a:lnTo>
                  <a:lnTo>
                    <a:pt x="75025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1392857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434782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207730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980678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678825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7451773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8199787" y="4013010"/>
              <a:ext cx="0" cy="563386"/>
            </a:xfrm>
            <a:custGeom>
              <a:avLst/>
              <a:pathLst>
                <a:path w="0" h="563386">
                  <a:moveTo>
                    <a:pt x="0" y="56338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g70"/>
            <p:cNvSpPr/>
            <p:nvPr/>
          </p:nvSpPr>
          <p:spPr>
            <a:xfrm>
              <a:off x="1386050" y="4038619"/>
              <a:ext cx="6820543" cy="512169"/>
            </a:xfrm>
            <a:custGeom>
              <a:avLst/>
              <a:pathLst>
                <a:path w="6820543" h="512169">
                  <a:moveTo>
                    <a:pt x="6806" y="0"/>
                  </a:moveTo>
                  <a:lnTo>
                    <a:pt x="13613" y="0"/>
                  </a:lnTo>
                  <a:lnTo>
                    <a:pt x="3041924" y="0"/>
                  </a:lnTo>
                  <a:lnTo>
                    <a:pt x="3048731" y="0"/>
                  </a:lnTo>
                  <a:lnTo>
                    <a:pt x="3055538" y="0"/>
                  </a:lnTo>
                  <a:lnTo>
                    <a:pt x="3814872" y="0"/>
                  </a:lnTo>
                  <a:lnTo>
                    <a:pt x="3821679" y="0"/>
                  </a:lnTo>
                  <a:lnTo>
                    <a:pt x="3828486" y="0"/>
                  </a:lnTo>
                  <a:lnTo>
                    <a:pt x="4587820" y="0"/>
                  </a:lnTo>
                  <a:lnTo>
                    <a:pt x="4594627" y="0"/>
                  </a:lnTo>
                  <a:lnTo>
                    <a:pt x="4601434" y="0"/>
                  </a:lnTo>
                  <a:lnTo>
                    <a:pt x="5285967" y="0"/>
                  </a:lnTo>
                  <a:lnTo>
                    <a:pt x="5292774" y="0"/>
                  </a:lnTo>
                  <a:lnTo>
                    <a:pt x="5299581" y="0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072529" y="0"/>
                  </a:lnTo>
                  <a:lnTo>
                    <a:pt x="6806929" y="0"/>
                  </a:lnTo>
                  <a:lnTo>
                    <a:pt x="6813736" y="0"/>
                  </a:lnTo>
                  <a:lnTo>
                    <a:pt x="6820543" y="512169"/>
                  </a:lnTo>
                  <a:lnTo>
                    <a:pt x="6813736" y="0"/>
                  </a:lnTo>
                  <a:lnTo>
                    <a:pt x="6806929" y="0"/>
                  </a:lnTo>
                  <a:lnTo>
                    <a:pt x="6072529" y="0"/>
                  </a:lnTo>
                  <a:lnTo>
                    <a:pt x="6065722" y="0"/>
                  </a:lnTo>
                  <a:lnTo>
                    <a:pt x="6058915" y="1933"/>
                  </a:lnTo>
                  <a:lnTo>
                    <a:pt x="5299581" y="217568"/>
                  </a:lnTo>
                  <a:lnTo>
                    <a:pt x="5292774" y="219501"/>
                  </a:lnTo>
                  <a:lnTo>
                    <a:pt x="5285967" y="218026"/>
                  </a:lnTo>
                  <a:lnTo>
                    <a:pt x="4601434" y="69763"/>
                  </a:lnTo>
                  <a:lnTo>
                    <a:pt x="4594627" y="68289"/>
                  </a:lnTo>
                  <a:lnTo>
                    <a:pt x="4587820" y="68188"/>
                  </a:lnTo>
                  <a:lnTo>
                    <a:pt x="3828486" y="57007"/>
                  </a:lnTo>
                  <a:lnTo>
                    <a:pt x="3821679" y="56907"/>
                  </a:lnTo>
                  <a:lnTo>
                    <a:pt x="3814872" y="56406"/>
                  </a:lnTo>
                  <a:lnTo>
                    <a:pt x="3055538" y="501"/>
                  </a:lnTo>
                  <a:lnTo>
                    <a:pt x="3048731" y="0"/>
                  </a:lnTo>
                  <a:lnTo>
                    <a:pt x="3041924" y="0"/>
                  </a:lnTo>
                  <a:lnTo>
                    <a:pt x="13613" y="0"/>
                  </a:lnTo>
                  <a:lnTo>
                    <a:pt x="6806" y="0"/>
                  </a:lnTo>
                  <a:lnTo>
                    <a:pt x="0" y="512169"/>
                  </a:lnTo>
                  <a:close/>
                </a:path>
              </a:pathLst>
            </a:cu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1392857" y="4038619"/>
              <a:ext cx="6806929" cy="0"/>
            </a:xfrm>
            <a:custGeom>
              <a:avLst/>
              <a:pathLst>
                <a:path w="6806929" h="0">
                  <a:moveTo>
                    <a:pt x="0" y="0"/>
                  </a:moveTo>
                  <a:lnTo>
                    <a:pt x="6806" y="0"/>
                  </a:lnTo>
                  <a:lnTo>
                    <a:pt x="3035117" y="0"/>
                  </a:lnTo>
                  <a:lnTo>
                    <a:pt x="3041924" y="0"/>
                  </a:lnTo>
                  <a:lnTo>
                    <a:pt x="3048731" y="0"/>
                  </a:lnTo>
                  <a:lnTo>
                    <a:pt x="3808065" y="0"/>
                  </a:lnTo>
                  <a:lnTo>
                    <a:pt x="3814872" y="0"/>
                  </a:lnTo>
                  <a:lnTo>
                    <a:pt x="3821679" y="0"/>
                  </a:lnTo>
                  <a:lnTo>
                    <a:pt x="4581013" y="0"/>
                  </a:lnTo>
                  <a:lnTo>
                    <a:pt x="4587820" y="0"/>
                  </a:lnTo>
                  <a:lnTo>
                    <a:pt x="4594627" y="0"/>
                  </a:lnTo>
                  <a:lnTo>
                    <a:pt x="5279160" y="0"/>
                  </a:lnTo>
                  <a:lnTo>
                    <a:pt x="5285967" y="0"/>
                  </a:lnTo>
                  <a:lnTo>
                    <a:pt x="5292774" y="0"/>
                  </a:lnTo>
                  <a:lnTo>
                    <a:pt x="6052108" y="0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800122" y="0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" name="pg72"/>
            <p:cNvSpPr/>
            <p:nvPr/>
          </p:nvSpPr>
          <p:spPr>
            <a:xfrm>
              <a:off x="1386050" y="4038619"/>
              <a:ext cx="6820543" cy="512169"/>
            </a:xfrm>
            <a:custGeom>
              <a:avLst/>
              <a:pathLst>
                <a:path w="6820543" h="512169">
                  <a:moveTo>
                    <a:pt x="6806" y="0"/>
                  </a:moveTo>
                  <a:lnTo>
                    <a:pt x="13613" y="0"/>
                  </a:lnTo>
                  <a:lnTo>
                    <a:pt x="3041924" y="0"/>
                  </a:lnTo>
                  <a:lnTo>
                    <a:pt x="3048731" y="0"/>
                  </a:lnTo>
                  <a:lnTo>
                    <a:pt x="3055538" y="501"/>
                  </a:lnTo>
                  <a:lnTo>
                    <a:pt x="3814872" y="56406"/>
                  </a:lnTo>
                  <a:lnTo>
                    <a:pt x="3821679" y="56907"/>
                  </a:lnTo>
                  <a:lnTo>
                    <a:pt x="3828486" y="57007"/>
                  </a:lnTo>
                  <a:lnTo>
                    <a:pt x="4587820" y="68188"/>
                  </a:lnTo>
                  <a:lnTo>
                    <a:pt x="4594627" y="68289"/>
                  </a:lnTo>
                  <a:lnTo>
                    <a:pt x="4601434" y="69763"/>
                  </a:lnTo>
                  <a:lnTo>
                    <a:pt x="5285967" y="218026"/>
                  </a:lnTo>
                  <a:lnTo>
                    <a:pt x="5292774" y="219501"/>
                  </a:lnTo>
                  <a:lnTo>
                    <a:pt x="5299581" y="217568"/>
                  </a:lnTo>
                  <a:lnTo>
                    <a:pt x="6058915" y="1933"/>
                  </a:lnTo>
                  <a:lnTo>
                    <a:pt x="6065722" y="0"/>
                  </a:lnTo>
                  <a:lnTo>
                    <a:pt x="6072529" y="0"/>
                  </a:lnTo>
                  <a:lnTo>
                    <a:pt x="6806929" y="0"/>
                  </a:lnTo>
                  <a:lnTo>
                    <a:pt x="6813736" y="0"/>
                  </a:lnTo>
                  <a:lnTo>
                    <a:pt x="6820543" y="512169"/>
                  </a:lnTo>
                  <a:lnTo>
                    <a:pt x="6813736" y="0"/>
                  </a:lnTo>
                  <a:lnTo>
                    <a:pt x="6806929" y="160"/>
                  </a:lnTo>
                  <a:lnTo>
                    <a:pt x="6072529" y="17500"/>
                  </a:lnTo>
                  <a:lnTo>
                    <a:pt x="6065722" y="17661"/>
                  </a:lnTo>
                  <a:lnTo>
                    <a:pt x="6058915" y="19438"/>
                  </a:lnTo>
                  <a:lnTo>
                    <a:pt x="5299581" y="217723"/>
                  </a:lnTo>
                  <a:lnTo>
                    <a:pt x="5292774" y="219501"/>
                  </a:lnTo>
                  <a:lnTo>
                    <a:pt x="5285967" y="218026"/>
                  </a:lnTo>
                  <a:lnTo>
                    <a:pt x="4601434" y="69763"/>
                  </a:lnTo>
                  <a:lnTo>
                    <a:pt x="4594627" y="68289"/>
                  </a:lnTo>
                  <a:lnTo>
                    <a:pt x="4587820" y="68188"/>
                  </a:lnTo>
                  <a:lnTo>
                    <a:pt x="3828486" y="57007"/>
                  </a:lnTo>
                  <a:lnTo>
                    <a:pt x="3821679" y="56907"/>
                  </a:lnTo>
                  <a:lnTo>
                    <a:pt x="3814872" y="56406"/>
                  </a:lnTo>
                  <a:lnTo>
                    <a:pt x="3055538" y="501"/>
                  </a:lnTo>
                  <a:lnTo>
                    <a:pt x="3048731" y="0"/>
                  </a:lnTo>
                  <a:lnTo>
                    <a:pt x="3041924" y="0"/>
                  </a:lnTo>
                  <a:lnTo>
                    <a:pt x="13613" y="0"/>
                  </a:lnTo>
                  <a:lnTo>
                    <a:pt x="6806" y="0"/>
                  </a:lnTo>
                  <a:lnTo>
                    <a:pt x="0" y="512169"/>
                  </a:lnTo>
                  <a:close/>
                </a:path>
              </a:pathLst>
            </a:cu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1392857" y="4038619"/>
              <a:ext cx="6806929" cy="219501"/>
            </a:xfrm>
            <a:custGeom>
              <a:avLst/>
              <a:pathLst>
                <a:path w="6806929" h="219501">
                  <a:moveTo>
                    <a:pt x="0" y="0"/>
                  </a:moveTo>
                  <a:lnTo>
                    <a:pt x="6806" y="0"/>
                  </a:lnTo>
                  <a:lnTo>
                    <a:pt x="3035117" y="0"/>
                  </a:lnTo>
                  <a:lnTo>
                    <a:pt x="3041924" y="0"/>
                  </a:lnTo>
                  <a:lnTo>
                    <a:pt x="3048731" y="501"/>
                  </a:lnTo>
                  <a:lnTo>
                    <a:pt x="3808065" y="56406"/>
                  </a:lnTo>
                  <a:lnTo>
                    <a:pt x="3814872" y="56907"/>
                  </a:lnTo>
                  <a:lnTo>
                    <a:pt x="3821679" y="57007"/>
                  </a:lnTo>
                  <a:lnTo>
                    <a:pt x="4581013" y="68188"/>
                  </a:lnTo>
                  <a:lnTo>
                    <a:pt x="4587820" y="68289"/>
                  </a:lnTo>
                  <a:lnTo>
                    <a:pt x="4594627" y="69763"/>
                  </a:lnTo>
                  <a:lnTo>
                    <a:pt x="5279160" y="218026"/>
                  </a:lnTo>
                  <a:lnTo>
                    <a:pt x="5285967" y="219501"/>
                  </a:lnTo>
                  <a:lnTo>
                    <a:pt x="5292774" y="217568"/>
                  </a:lnTo>
                  <a:lnTo>
                    <a:pt x="6052108" y="1933"/>
                  </a:lnTo>
                  <a:lnTo>
                    <a:pt x="6058915" y="0"/>
                  </a:lnTo>
                  <a:lnTo>
                    <a:pt x="6065722" y="0"/>
                  </a:lnTo>
                  <a:lnTo>
                    <a:pt x="6800122" y="0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" name="pg74"/>
            <p:cNvSpPr/>
            <p:nvPr/>
          </p:nvSpPr>
          <p:spPr>
            <a:xfrm>
              <a:off x="1386050" y="4038619"/>
              <a:ext cx="6820543" cy="512169"/>
            </a:xfrm>
            <a:custGeom>
              <a:avLst/>
              <a:pathLst>
                <a:path w="6820543" h="512169">
                  <a:moveTo>
                    <a:pt x="6806" y="0"/>
                  </a:moveTo>
                  <a:lnTo>
                    <a:pt x="13613" y="0"/>
                  </a:lnTo>
                  <a:lnTo>
                    <a:pt x="3041924" y="0"/>
                  </a:lnTo>
                  <a:lnTo>
                    <a:pt x="3048731" y="0"/>
                  </a:lnTo>
                  <a:lnTo>
                    <a:pt x="3055538" y="501"/>
                  </a:lnTo>
                  <a:lnTo>
                    <a:pt x="3814872" y="56406"/>
                  </a:lnTo>
                  <a:lnTo>
                    <a:pt x="3821679" y="56907"/>
                  </a:lnTo>
                  <a:lnTo>
                    <a:pt x="3828486" y="57007"/>
                  </a:lnTo>
                  <a:lnTo>
                    <a:pt x="4587820" y="68188"/>
                  </a:lnTo>
                  <a:lnTo>
                    <a:pt x="4594627" y="68289"/>
                  </a:lnTo>
                  <a:lnTo>
                    <a:pt x="4601434" y="69763"/>
                  </a:lnTo>
                  <a:lnTo>
                    <a:pt x="5285967" y="218026"/>
                  </a:lnTo>
                  <a:lnTo>
                    <a:pt x="5292774" y="219501"/>
                  </a:lnTo>
                  <a:lnTo>
                    <a:pt x="5299581" y="217723"/>
                  </a:lnTo>
                  <a:lnTo>
                    <a:pt x="6058915" y="19438"/>
                  </a:lnTo>
                  <a:lnTo>
                    <a:pt x="6065722" y="17661"/>
                  </a:lnTo>
                  <a:lnTo>
                    <a:pt x="6072529" y="17500"/>
                  </a:lnTo>
                  <a:lnTo>
                    <a:pt x="6806929" y="160"/>
                  </a:lnTo>
                  <a:lnTo>
                    <a:pt x="6813736" y="0"/>
                  </a:lnTo>
                  <a:lnTo>
                    <a:pt x="6820543" y="512169"/>
                  </a:lnTo>
                  <a:lnTo>
                    <a:pt x="6813736" y="0"/>
                  </a:lnTo>
                  <a:lnTo>
                    <a:pt x="6806929" y="321"/>
                  </a:lnTo>
                  <a:lnTo>
                    <a:pt x="6072529" y="35000"/>
                  </a:lnTo>
                  <a:lnTo>
                    <a:pt x="6065722" y="35322"/>
                  </a:lnTo>
                  <a:lnTo>
                    <a:pt x="6058915" y="36943"/>
                  </a:lnTo>
                  <a:lnTo>
                    <a:pt x="5299581" y="217879"/>
                  </a:lnTo>
                  <a:lnTo>
                    <a:pt x="5292774" y="219501"/>
                  </a:lnTo>
                  <a:lnTo>
                    <a:pt x="5285967" y="218026"/>
                  </a:lnTo>
                  <a:lnTo>
                    <a:pt x="4601434" y="69763"/>
                  </a:lnTo>
                  <a:lnTo>
                    <a:pt x="4594627" y="68289"/>
                  </a:lnTo>
                  <a:lnTo>
                    <a:pt x="4587820" y="68188"/>
                  </a:lnTo>
                  <a:lnTo>
                    <a:pt x="3828486" y="57007"/>
                  </a:lnTo>
                  <a:lnTo>
                    <a:pt x="3821679" y="56907"/>
                  </a:lnTo>
                  <a:lnTo>
                    <a:pt x="3814872" y="56406"/>
                  </a:lnTo>
                  <a:lnTo>
                    <a:pt x="3055538" y="501"/>
                  </a:lnTo>
                  <a:lnTo>
                    <a:pt x="3048731" y="0"/>
                  </a:lnTo>
                  <a:lnTo>
                    <a:pt x="3041924" y="0"/>
                  </a:lnTo>
                  <a:lnTo>
                    <a:pt x="13613" y="0"/>
                  </a:lnTo>
                  <a:lnTo>
                    <a:pt x="6806" y="0"/>
                  </a:lnTo>
                  <a:lnTo>
                    <a:pt x="0" y="512169"/>
                  </a:lnTo>
                  <a:close/>
                </a:path>
              </a:pathLst>
            </a:cu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1392857" y="4038619"/>
              <a:ext cx="6806929" cy="219501"/>
            </a:xfrm>
            <a:custGeom>
              <a:avLst/>
              <a:pathLst>
                <a:path w="6806929" h="219501">
                  <a:moveTo>
                    <a:pt x="0" y="0"/>
                  </a:moveTo>
                  <a:lnTo>
                    <a:pt x="6806" y="0"/>
                  </a:lnTo>
                  <a:lnTo>
                    <a:pt x="3035117" y="0"/>
                  </a:lnTo>
                  <a:lnTo>
                    <a:pt x="3041924" y="0"/>
                  </a:lnTo>
                  <a:lnTo>
                    <a:pt x="3048731" y="501"/>
                  </a:lnTo>
                  <a:lnTo>
                    <a:pt x="3808065" y="56406"/>
                  </a:lnTo>
                  <a:lnTo>
                    <a:pt x="3814872" y="56907"/>
                  </a:lnTo>
                  <a:lnTo>
                    <a:pt x="3821679" y="57007"/>
                  </a:lnTo>
                  <a:lnTo>
                    <a:pt x="4581013" y="68188"/>
                  </a:lnTo>
                  <a:lnTo>
                    <a:pt x="4587820" y="68289"/>
                  </a:lnTo>
                  <a:lnTo>
                    <a:pt x="4594627" y="69763"/>
                  </a:lnTo>
                  <a:lnTo>
                    <a:pt x="5279160" y="218026"/>
                  </a:lnTo>
                  <a:lnTo>
                    <a:pt x="5285967" y="219501"/>
                  </a:lnTo>
                  <a:lnTo>
                    <a:pt x="5292774" y="217723"/>
                  </a:lnTo>
                  <a:lnTo>
                    <a:pt x="6052108" y="19438"/>
                  </a:lnTo>
                  <a:lnTo>
                    <a:pt x="6058915" y="17661"/>
                  </a:lnTo>
                  <a:lnTo>
                    <a:pt x="6065722" y="17500"/>
                  </a:lnTo>
                  <a:lnTo>
                    <a:pt x="6800122" y="160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" name="pg76"/>
            <p:cNvSpPr/>
            <p:nvPr/>
          </p:nvSpPr>
          <p:spPr>
            <a:xfrm>
              <a:off x="1386050" y="4038619"/>
              <a:ext cx="6820543" cy="512169"/>
            </a:xfrm>
            <a:custGeom>
              <a:avLst/>
              <a:pathLst>
                <a:path w="6820543" h="512169">
                  <a:moveTo>
                    <a:pt x="6806" y="0"/>
                  </a:moveTo>
                  <a:lnTo>
                    <a:pt x="13613" y="0"/>
                  </a:lnTo>
                  <a:lnTo>
                    <a:pt x="3041924" y="0"/>
                  </a:lnTo>
                  <a:lnTo>
                    <a:pt x="3048731" y="0"/>
                  </a:lnTo>
                  <a:lnTo>
                    <a:pt x="3055538" y="501"/>
                  </a:lnTo>
                  <a:lnTo>
                    <a:pt x="3814872" y="56406"/>
                  </a:lnTo>
                  <a:lnTo>
                    <a:pt x="3821679" y="56907"/>
                  </a:lnTo>
                  <a:lnTo>
                    <a:pt x="3828486" y="57007"/>
                  </a:lnTo>
                  <a:lnTo>
                    <a:pt x="4587820" y="68188"/>
                  </a:lnTo>
                  <a:lnTo>
                    <a:pt x="4594627" y="68289"/>
                  </a:lnTo>
                  <a:lnTo>
                    <a:pt x="4601434" y="69763"/>
                  </a:lnTo>
                  <a:lnTo>
                    <a:pt x="5285967" y="218026"/>
                  </a:lnTo>
                  <a:lnTo>
                    <a:pt x="5292774" y="219501"/>
                  </a:lnTo>
                  <a:lnTo>
                    <a:pt x="5299581" y="217879"/>
                  </a:lnTo>
                  <a:lnTo>
                    <a:pt x="6058915" y="36943"/>
                  </a:lnTo>
                  <a:lnTo>
                    <a:pt x="6065722" y="35322"/>
                  </a:lnTo>
                  <a:lnTo>
                    <a:pt x="6072529" y="35000"/>
                  </a:lnTo>
                  <a:lnTo>
                    <a:pt x="6806929" y="321"/>
                  </a:lnTo>
                  <a:lnTo>
                    <a:pt x="6813736" y="0"/>
                  </a:lnTo>
                  <a:lnTo>
                    <a:pt x="6820543" y="512169"/>
                  </a:lnTo>
                  <a:lnTo>
                    <a:pt x="6813736" y="307301"/>
                  </a:lnTo>
                  <a:lnTo>
                    <a:pt x="6806929" y="305790"/>
                  </a:lnTo>
                  <a:lnTo>
                    <a:pt x="6072529" y="142798"/>
                  </a:lnTo>
                  <a:lnTo>
                    <a:pt x="6065722" y="141288"/>
                  </a:lnTo>
                  <a:lnTo>
                    <a:pt x="6058915" y="143265"/>
                  </a:lnTo>
                  <a:lnTo>
                    <a:pt x="5299581" y="363857"/>
                  </a:lnTo>
                  <a:lnTo>
                    <a:pt x="5292774" y="365835"/>
                  </a:lnTo>
                  <a:lnTo>
                    <a:pt x="5285967" y="365264"/>
                  </a:lnTo>
                  <a:lnTo>
                    <a:pt x="4601434" y="307872"/>
                  </a:lnTo>
                  <a:lnTo>
                    <a:pt x="4594627" y="307301"/>
                  </a:lnTo>
                  <a:lnTo>
                    <a:pt x="4587820" y="305597"/>
                  </a:lnTo>
                  <a:lnTo>
                    <a:pt x="3828486" y="115519"/>
                  </a:lnTo>
                  <a:lnTo>
                    <a:pt x="3821679" y="113815"/>
                  </a:lnTo>
                  <a:lnTo>
                    <a:pt x="3814872" y="114316"/>
                  </a:lnTo>
                  <a:lnTo>
                    <a:pt x="3055538" y="170221"/>
                  </a:lnTo>
                  <a:lnTo>
                    <a:pt x="3048731" y="170723"/>
                  </a:lnTo>
                  <a:lnTo>
                    <a:pt x="3041924" y="170341"/>
                  </a:lnTo>
                  <a:lnTo>
                    <a:pt x="13613" y="382"/>
                  </a:lnTo>
                  <a:lnTo>
                    <a:pt x="6806" y="0"/>
                  </a:lnTo>
                  <a:lnTo>
                    <a:pt x="0" y="512169"/>
                  </a:lnTo>
                  <a:close/>
                </a:path>
              </a:pathLst>
            </a:cu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1392857" y="4038619"/>
              <a:ext cx="6806929" cy="219501"/>
            </a:xfrm>
            <a:custGeom>
              <a:avLst/>
              <a:pathLst>
                <a:path w="6806929" h="219501">
                  <a:moveTo>
                    <a:pt x="0" y="0"/>
                  </a:moveTo>
                  <a:lnTo>
                    <a:pt x="6806" y="0"/>
                  </a:lnTo>
                  <a:lnTo>
                    <a:pt x="3035117" y="0"/>
                  </a:lnTo>
                  <a:lnTo>
                    <a:pt x="3041924" y="0"/>
                  </a:lnTo>
                  <a:lnTo>
                    <a:pt x="3048731" y="501"/>
                  </a:lnTo>
                  <a:lnTo>
                    <a:pt x="3808065" y="56406"/>
                  </a:lnTo>
                  <a:lnTo>
                    <a:pt x="3814872" y="56907"/>
                  </a:lnTo>
                  <a:lnTo>
                    <a:pt x="3821679" y="57007"/>
                  </a:lnTo>
                  <a:lnTo>
                    <a:pt x="4581013" y="68188"/>
                  </a:lnTo>
                  <a:lnTo>
                    <a:pt x="4587820" y="68289"/>
                  </a:lnTo>
                  <a:lnTo>
                    <a:pt x="4594627" y="69763"/>
                  </a:lnTo>
                  <a:lnTo>
                    <a:pt x="5279160" y="218026"/>
                  </a:lnTo>
                  <a:lnTo>
                    <a:pt x="5285967" y="219501"/>
                  </a:lnTo>
                  <a:lnTo>
                    <a:pt x="5292774" y="217879"/>
                  </a:lnTo>
                  <a:lnTo>
                    <a:pt x="6052108" y="36943"/>
                  </a:lnTo>
                  <a:lnTo>
                    <a:pt x="6058915" y="35322"/>
                  </a:lnTo>
                  <a:lnTo>
                    <a:pt x="6065722" y="35000"/>
                  </a:lnTo>
                  <a:lnTo>
                    <a:pt x="6800122" y="321"/>
                  </a:lnTo>
                  <a:lnTo>
                    <a:pt x="6806929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" name="pg78"/>
            <p:cNvSpPr/>
            <p:nvPr/>
          </p:nvSpPr>
          <p:spPr>
            <a:xfrm>
              <a:off x="1386050" y="4038619"/>
              <a:ext cx="6820543" cy="512169"/>
            </a:xfrm>
            <a:custGeom>
              <a:avLst/>
              <a:pathLst>
                <a:path w="6820543" h="512169">
                  <a:moveTo>
                    <a:pt x="6806" y="0"/>
                  </a:moveTo>
                  <a:lnTo>
                    <a:pt x="13613" y="382"/>
                  </a:lnTo>
                  <a:lnTo>
                    <a:pt x="3041924" y="170341"/>
                  </a:lnTo>
                  <a:lnTo>
                    <a:pt x="3048731" y="170723"/>
                  </a:lnTo>
                  <a:lnTo>
                    <a:pt x="3055538" y="170221"/>
                  </a:lnTo>
                  <a:lnTo>
                    <a:pt x="3814872" y="114316"/>
                  </a:lnTo>
                  <a:lnTo>
                    <a:pt x="3821679" y="113815"/>
                  </a:lnTo>
                  <a:lnTo>
                    <a:pt x="3828486" y="115519"/>
                  </a:lnTo>
                  <a:lnTo>
                    <a:pt x="4587820" y="305597"/>
                  </a:lnTo>
                  <a:lnTo>
                    <a:pt x="4594627" y="307301"/>
                  </a:lnTo>
                  <a:lnTo>
                    <a:pt x="4601434" y="307872"/>
                  </a:lnTo>
                  <a:lnTo>
                    <a:pt x="5285967" y="365264"/>
                  </a:lnTo>
                  <a:lnTo>
                    <a:pt x="5292774" y="365835"/>
                  </a:lnTo>
                  <a:lnTo>
                    <a:pt x="5299581" y="363857"/>
                  </a:lnTo>
                  <a:lnTo>
                    <a:pt x="6058915" y="143265"/>
                  </a:lnTo>
                  <a:lnTo>
                    <a:pt x="6065722" y="141288"/>
                  </a:lnTo>
                  <a:lnTo>
                    <a:pt x="6072529" y="142798"/>
                  </a:lnTo>
                  <a:lnTo>
                    <a:pt x="6806929" y="305790"/>
                  </a:lnTo>
                  <a:lnTo>
                    <a:pt x="6813736" y="307301"/>
                  </a:lnTo>
                  <a:lnTo>
                    <a:pt x="6820543" y="512169"/>
                  </a:lnTo>
                  <a:lnTo>
                    <a:pt x="6813736" y="460952"/>
                  </a:lnTo>
                  <a:lnTo>
                    <a:pt x="6806929" y="460132"/>
                  </a:lnTo>
                  <a:lnTo>
                    <a:pt x="6072529" y="371700"/>
                  </a:lnTo>
                  <a:lnTo>
                    <a:pt x="6065722" y="370881"/>
                  </a:lnTo>
                  <a:lnTo>
                    <a:pt x="6058915" y="371481"/>
                  </a:lnTo>
                  <a:lnTo>
                    <a:pt x="5299581" y="438402"/>
                  </a:lnTo>
                  <a:lnTo>
                    <a:pt x="5292774" y="439002"/>
                  </a:lnTo>
                  <a:lnTo>
                    <a:pt x="5285967" y="439049"/>
                  </a:lnTo>
                  <a:lnTo>
                    <a:pt x="4601434" y="443832"/>
                  </a:lnTo>
                  <a:lnTo>
                    <a:pt x="4594627" y="443879"/>
                  </a:lnTo>
                  <a:lnTo>
                    <a:pt x="4587820" y="442476"/>
                  </a:lnTo>
                  <a:lnTo>
                    <a:pt x="3828486" y="285941"/>
                  </a:lnTo>
                  <a:lnTo>
                    <a:pt x="3821679" y="284538"/>
                  </a:lnTo>
                  <a:lnTo>
                    <a:pt x="3814872" y="285039"/>
                  </a:lnTo>
                  <a:lnTo>
                    <a:pt x="3055538" y="340944"/>
                  </a:lnTo>
                  <a:lnTo>
                    <a:pt x="3048731" y="341446"/>
                  </a:lnTo>
                  <a:lnTo>
                    <a:pt x="3041924" y="340682"/>
                  </a:lnTo>
                  <a:lnTo>
                    <a:pt x="13613" y="764"/>
                  </a:lnTo>
                  <a:lnTo>
                    <a:pt x="6806" y="0"/>
                  </a:lnTo>
                  <a:lnTo>
                    <a:pt x="0" y="512169"/>
                  </a:lnTo>
                  <a:close/>
                </a:path>
              </a:pathLst>
            </a:cu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1392857" y="4038619"/>
              <a:ext cx="6806929" cy="365835"/>
            </a:xfrm>
            <a:custGeom>
              <a:avLst/>
              <a:pathLst>
                <a:path w="6806929" h="365835">
                  <a:moveTo>
                    <a:pt x="0" y="0"/>
                  </a:moveTo>
                  <a:lnTo>
                    <a:pt x="6806" y="382"/>
                  </a:lnTo>
                  <a:lnTo>
                    <a:pt x="3035117" y="170341"/>
                  </a:lnTo>
                  <a:lnTo>
                    <a:pt x="3041924" y="170723"/>
                  </a:lnTo>
                  <a:lnTo>
                    <a:pt x="3048731" y="170221"/>
                  </a:lnTo>
                  <a:lnTo>
                    <a:pt x="3808065" y="114316"/>
                  </a:lnTo>
                  <a:lnTo>
                    <a:pt x="3814872" y="113815"/>
                  </a:lnTo>
                  <a:lnTo>
                    <a:pt x="3821679" y="115519"/>
                  </a:lnTo>
                  <a:lnTo>
                    <a:pt x="4581013" y="305597"/>
                  </a:lnTo>
                  <a:lnTo>
                    <a:pt x="4587820" y="307301"/>
                  </a:lnTo>
                  <a:lnTo>
                    <a:pt x="4594627" y="307872"/>
                  </a:lnTo>
                  <a:lnTo>
                    <a:pt x="5279160" y="365264"/>
                  </a:lnTo>
                  <a:lnTo>
                    <a:pt x="5285967" y="365835"/>
                  </a:lnTo>
                  <a:lnTo>
                    <a:pt x="5292774" y="363857"/>
                  </a:lnTo>
                  <a:lnTo>
                    <a:pt x="6052108" y="143265"/>
                  </a:lnTo>
                  <a:lnTo>
                    <a:pt x="6058915" y="141288"/>
                  </a:lnTo>
                  <a:lnTo>
                    <a:pt x="6065722" y="142798"/>
                  </a:lnTo>
                  <a:lnTo>
                    <a:pt x="6800122" y="305790"/>
                  </a:lnTo>
                  <a:lnTo>
                    <a:pt x="6806929" y="3073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" name="pg80"/>
            <p:cNvSpPr/>
            <p:nvPr/>
          </p:nvSpPr>
          <p:spPr>
            <a:xfrm>
              <a:off x="1386050" y="4038619"/>
              <a:ext cx="6820543" cy="512169"/>
            </a:xfrm>
            <a:custGeom>
              <a:avLst/>
              <a:pathLst>
                <a:path w="6820543" h="512169">
                  <a:moveTo>
                    <a:pt x="6806" y="0"/>
                  </a:moveTo>
                  <a:lnTo>
                    <a:pt x="13613" y="764"/>
                  </a:lnTo>
                  <a:lnTo>
                    <a:pt x="3041924" y="340682"/>
                  </a:lnTo>
                  <a:lnTo>
                    <a:pt x="3048731" y="341446"/>
                  </a:lnTo>
                  <a:lnTo>
                    <a:pt x="3055538" y="340944"/>
                  </a:lnTo>
                  <a:lnTo>
                    <a:pt x="3814872" y="285039"/>
                  </a:lnTo>
                  <a:lnTo>
                    <a:pt x="3821679" y="284538"/>
                  </a:lnTo>
                  <a:lnTo>
                    <a:pt x="3828486" y="285941"/>
                  </a:lnTo>
                  <a:lnTo>
                    <a:pt x="4587820" y="442476"/>
                  </a:lnTo>
                  <a:lnTo>
                    <a:pt x="4594627" y="443879"/>
                  </a:lnTo>
                  <a:lnTo>
                    <a:pt x="4601434" y="443832"/>
                  </a:lnTo>
                  <a:lnTo>
                    <a:pt x="5285967" y="439049"/>
                  </a:lnTo>
                  <a:lnTo>
                    <a:pt x="5292774" y="439002"/>
                  </a:lnTo>
                  <a:lnTo>
                    <a:pt x="5299581" y="438402"/>
                  </a:lnTo>
                  <a:lnTo>
                    <a:pt x="6058915" y="371481"/>
                  </a:lnTo>
                  <a:lnTo>
                    <a:pt x="6065722" y="370881"/>
                  </a:lnTo>
                  <a:lnTo>
                    <a:pt x="6072529" y="371700"/>
                  </a:lnTo>
                  <a:lnTo>
                    <a:pt x="6806929" y="460132"/>
                  </a:lnTo>
                  <a:lnTo>
                    <a:pt x="6813736" y="460952"/>
                  </a:lnTo>
                  <a:lnTo>
                    <a:pt x="6820543" y="512169"/>
                  </a:lnTo>
                  <a:lnTo>
                    <a:pt x="6813736" y="512169"/>
                  </a:lnTo>
                  <a:lnTo>
                    <a:pt x="6806929" y="512008"/>
                  </a:lnTo>
                  <a:lnTo>
                    <a:pt x="6072529" y="494668"/>
                  </a:lnTo>
                  <a:lnTo>
                    <a:pt x="6065722" y="494508"/>
                  </a:lnTo>
                  <a:lnTo>
                    <a:pt x="6058915" y="494663"/>
                  </a:lnTo>
                  <a:lnTo>
                    <a:pt x="5299581" y="512013"/>
                  </a:lnTo>
                  <a:lnTo>
                    <a:pt x="5292774" y="512169"/>
                  </a:lnTo>
                  <a:lnTo>
                    <a:pt x="5285967" y="511836"/>
                  </a:lnTo>
                  <a:lnTo>
                    <a:pt x="4601434" y="478357"/>
                  </a:lnTo>
                  <a:lnTo>
                    <a:pt x="4594627" y="478024"/>
                  </a:lnTo>
                  <a:lnTo>
                    <a:pt x="4587820" y="478325"/>
                  </a:lnTo>
                  <a:lnTo>
                    <a:pt x="3828486" y="511868"/>
                  </a:lnTo>
                  <a:lnTo>
                    <a:pt x="3821679" y="512169"/>
                  </a:lnTo>
                  <a:lnTo>
                    <a:pt x="3814872" y="512169"/>
                  </a:lnTo>
                  <a:lnTo>
                    <a:pt x="3055538" y="512169"/>
                  </a:lnTo>
                  <a:lnTo>
                    <a:pt x="3048731" y="512169"/>
                  </a:lnTo>
                  <a:lnTo>
                    <a:pt x="3041924" y="512169"/>
                  </a:lnTo>
                  <a:lnTo>
                    <a:pt x="13613" y="512169"/>
                  </a:lnTo>
                  <a:lnTo>
                    <a:pt x="6806" y="512169"/>
                  </a:lnTo>
                  <a:lnTo>
                    <a:pt x="0" y="512169"/>
                  </a:lnTo>
                  <a:close/>
                </a:path>
              </a:pathLst>
            </a:cu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1392857" y="4038619"/>
              <a:ext cx="6806929" cy="460952"/>
            </a:xfrm>
            <a:custGeom>
              <a:avLst/>
              <a:pathLst>
                <a:path w="6806929" h="460952">
                  <a:moveTo>
                    <a:pt x="0" y="0"/>
                  </a:moveTo>
                  <a:lnTo>
                    <a:pt x="6806" y="764"/>
                  </a:lnTo>
                  <a:lnTo>
                    <a:pt x="3035117" y="340682"/>
                  </a:lnTo>
                  <a:lnTo>
                    <a:pt x="3041924" y="341446"/>
                  </a:lnTo>
                  <a:lnTo>
                    <a:pt x="3048731" y="340944"/>
                  </a:lnTo>
                  <a:lnTo>
                    <a:pt x="3808065" y="285039"/>
                  </a:lnTo>
                  <a:lnTo>
                    <a:pt x="3814872" y="284538"/>
                  </a:lnTo>
                  <a:lnTo>
                    <a:pt x="3821679" y="285941"/>
                  </a:lnTo>
                  <a:lnTo>
                    <a:pt x="4581013" y="442476"/>
                  </a:lnTo>
                  <a:lnTo>
                    <a:pt x="4587820" y="443879"/>
                  </a:lnTo>
                  <a:lnTo>
                    <a:pt x="4594627" y="443832"/>
                  </a:lnTo>
                  <a:lnTo>
                    <a:pt x="5279160" y="439049"/>
                  </a:lnTo>
                  <a:lnTo>
                    <a:pt x="5285967" y="439002"/>
                  </a:lnTo>
                  <a:lnTo>
                    <a:pt x="5292774" y="438402"/>
                  </a:lnTo>
                  <a:lnTo>
                    <a:pt x="6052108" y="371481"/>
                  </a:lnTo>
                  <a:lnTo>
                    <a:pt x="6058915" y="370881"/>
                  </a:lnTo>
                  <a:lnTo>
                    <a:pt x="6065722" y="371700"/>
                  </a:lnTo>
                  <a:lnTo>
                    <a:pt x="6800122" y="460132"/>
                  </a:lnTo>
                  <a:lnTo>
                    <a:pt x="6806929" y="4609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" name="pg82"/>
            <p:cNvSpPr/>
            <p:nvPr/>
          </p:nvSpPr>
          <p:spPr>
            <a:xfrm>
              <a:off x="1386050" y="4516643"/>
              <a:ext cx="6820543" cy="34144"/>
            </a:xfrm>
            <a:custGeom>
              <a:avLst/>
              <a:pathLst>
                <a:path w="6820543" h="34144">
                  <a:moveTo>
                    <a:pt x="6806" y="34144"/>
                  </a:moveTo>
                  <a:lnTo>
                    <a:pt x="13613" y="34144"/>
                  </a:lnTo>
                  <a:lnTo>
                    <a:pt x="3041924" y="34144"/>
                  </a:lnTo>
                  <a:lnTo>
                    <a:pt x="3048731" y="34144"/>
                  </a:lnTo>
                  <a:lnTo>
                    <a:pt x="3055538" y="34144"/>
                  </a:lnTo>
                  <a:lnTo>
                    <a:pt x="3814872" y="34144"/>
                  </a:lnTo>
                  <a:lnTo>
                    <a:pt x="3821679" y="34144"/>
                  </a:lnTo>
                  <a:lnTo>
                    <a:pt x="3828486" y="33843"/>
                  </a:lnTo>
                  <a:lnTo>
                    <a:pt x="4587820" y="300"/>
                  </a:lnTo>
                  <a:lnTo>
                    <a:pt x="4594627" y="0"/>
                  </a:lnTo>
                  <a:lnTo>
                    <a:pt x="4601434" y="332"/>
                  </a:lnTo>
                  <a:lnTo>
                    <a:pt x="5285967" y="33811"/>
                  </a:lnTo>
                  <a:lnTo>
                    <a:pt x="5292774" y="34144"/>
                  </a:lnTo>
                  <a:lnTo>
                    <a:pt x="5299581" y="33989"/>
                  </a:lnTo>
                  <a:lnTo>
                    <a:pt x="6058915" y="16639"/>
                  </a:lnTo>
                  <a:lnTo>
                    <a:pt x="6065722" y="16483"/>
                  </a:lnTo>
                  <a:lnTo>
                    <a:pt x="6072529" y="16644"/>
                  </a:lnTo>
                  <a:lnTo>
                    <a:pt x="6806929" y="33983"/>
                  </a:lnTo>
                  <a:lnTo>
                    <a:pt x="6813736" y="34144"/>
                  </a:lnTo>
                  <a:lnTo>
                    <a:pt x="6820543" y="34144"/>
                  </a:lnTo>
                  <a:lnTo>
                    <a:pt x="6813736" y="34144"/>
                  </a:lnTo>
                  <a:lnTo>
                    <a:pt x="6806929" y="34144"/>
                  </a:lnTo>
                  <a:lnTo>
                    <a:pt x="6072529" y="34144"/>
                  </a:lnTo>
                  <a:lnTo>
                    <a:pt x="6065722" y="34144"/>
                  </a:lnTo>
                  <a:lnTo>
                    <a:pt x="6058915" y="34144"/>
                  </a:lnTo>
                  <a:lnTo>
                    <a:pt x="5299581" y="34144"/>
                  </a:lnTo>
                  <a:lnTo>
                    <a:pt x="5292774" y="34144"/>
                  </a:lnTo>
                  <a:lnTo>
                    <a:pt x="5285967" y="34144"/>
                  </a:lnTo>
                  <a:lnTo>
                    <a:pt x="4601434" y="34144"/>
                  </a:lnTo>
                  <a:lnTo>
                    <a:pt x="4594627" y="34144"/>
                  </a:lnTo>
                  <a:lnTo>
                    <a:pt x="4587820" y="34144"/>
                  </a:lnTo>
                  <a:lnTo>
                    <a:pt x="3828486" y="34144"/>
                  </a:lnTo>
                  <a:lnTo>
                    <a:pt x="3821679" y="34144"/>
                  </a:lnTo>
                  <a:lnTo>
                    <a:pt x="3814872" y="34144"/>
                  </a:lnTo>
                  <a:lnTo>
                    <a:pt x="3055538" y="34144"/>
                  </a:lnTo>
                  <a:lnTo>
                    <a:pt x="3048731" y="34144"/>
                  </a:lnTo>
                  <a:lnTo>
                    <a:pt x="3041924" y="34144"/>
                  </a:lnTo>
                  <a:lnTo>
                    <a:pt x="13613" y="34144"/>
                  </a:lnTo>
                  <a:lnTo>
                    <a:pt x="6806" y="34144"/>
                  </a:lnTo>
                  <a:lnTo>
                    <a:pt x="0" y="34144"/>
                  </a:lnTo>
                  <a:close/>
                </a:path>
              </a:pathLst>
            </a:cu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1392857" y="4516643"/>
              <a:ext cx="6806929" cy="34144"/>
            </a:xfrm>
            <a:custGeom>
              <a:avLst/>
              <a:pathLst>
                <a:path w="6806929" h="34144">
                  <a:moveTo>
                    <a:pt x="0" y="34144"/>
                  </a:moveTo>
                  <a:lnTo>
                    <a:pt x="6806" y="34144"/>
                  </a:lnTo>
                  <a:lnTo>
                    <a:pt x="3035117" y="34144"/>
                  </a:lnTo>
                  <a:lnTo>
                    <a:pt x="3041924" y="34144"/>
                  </a:lnTo>
                  <a:lnTo>
                    <a:pt x="3048731" y="34144"/>
                  </a:lnTo>
                  <a:lnTo>
                    <a:pt x="3808065" y="34144"/>
                  </a:lnTo>
                  <a:lnTo>
                    <a:pt x="3814872" y="34144"/>
                  </a:lnTo>
                  <a:lnTo>
                    <a:pt x="3821679" y="33843"/>
                  </a:lnTo>
                  <a:lnTo>
                    <a:pt x="4581013" y="300"/>
                  </a:lnTo>
                  <a:lnTo>
                    <a:pt x="4587820" y="0"/>
                  </a:lnTo>
                  <a:lnTo>
                    <a:pt x="4594627" y="332"/>
                  </a:lnTo>
                  <a:lnTo>
                    <a:pt x="5279160" y="33811"/>
                  </a:lnTo>
                  <a:lnTo>
                    <a:pt x="5285967" y="34144"/>
                  </a:lnTo>
                  <a:lnTo>
                    <a:pt x="5292774" y="33989"/>
                  </a:lnTo>
                  <a:lnTo>
                    <a:pt x="6052108" y="16639"/>
                  </a:lnTo>
                  <a:lnTo>
                    <a:pt x="6058915" y="16483"/>
                  </a:lnTo>
                  <a:lnTo>
                    <a:pt x="6065722" y="16644"/>
                  </a:lnTo>
                  <a:lnTo>
                    <a:pt x="6800122" y="33983"/>
                  </a:lnTo>
                  <a:lnTo>
                    <a:pt x="6806929" y="341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" name="tx84"/>
            <p:cNvSpPr/>
            <p:nvPr/>
          </p:nvSpPr>
          <p:spPr>
            <a:xfrm>
              <a:off x="920214" y="4510783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858035" y="438274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858035" y="425469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858035" y="412665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795856" y="3998614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89" name="tx89"/>
            <p:cNvSpPr/>
            <p:nvPr/>
          </p:nvSpPr>
          <p:spPr>
            <a:xfrm rot="-2700000">
              <a:off x="881682" y="4850762"/>
              <a:ext cx="64410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90" name="tx90"/>
            <p:cNvSpPr/>
            <p:nvPr/>
          </p:nvSpPr>
          <p:spPr>
            <a:xfrm rot="-2700000">
              <a:off x="3930865" y="4847756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91" name="tx91"/>
            <p:cNvSpPr/>
            <p:nvPr/>
          </p:nvSpPr>
          <p:spPr>
            <a:xfrm rot="-2700000">
              <a:off x="4740028" y="4832755"/>
              <a:ext cx="59317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92" name="tx92"/>
            <p:cNvSpPr/>
            <p:nvPr/>
          </p:nvSpPr>
          <p:spPr>
            <a:xfrm rot="-2700000">
              <a:off x="5505717" y="4835762"/>
              <a:ext cx="60167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93" name="tx93"/>
            <p:cNvSpPr/>
            <p:nvPr/>
          </p:nvSpPr>
          <p:spPr>
            <a:xfrm rot="-2700000">
              <a:off x="6160625" y="4853672"/>
              <a:ext cx="6523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94" name="tx94"/>
            <p:cNvSpPr/>
            <p:nvPr/>
          </p:nvSpPr>
          <p:spPr>
            <a:xfrm rot="-2700000">
              <a:off x="6969631" y="4838736"/>
              <a:ext cx="61008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95" name="tx95"/>
            <p:cNvSpPr/>
            <p:nvPr/>
          </p:nvSpPr>
          <p:spPr>
            <a:xfrm rot="-2700000">
              <a:off x="7696026" y="4847691"/>
              <a:ext cx="635416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96" name="tx96"/>
            <p:cNvSpPr/>
            <p:nvPr/>
          </p:nvSpPr>
          <p:spPr>
            <a:xfrm rot="-5400000">
              <a:off x="269800" y="4231061"/>
              <a:ext cx="780440" cy="1272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3127392" y="5613127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98" name="rc98"/>
            <p:cNvSpPr/>
            <p:nvPr/>
          </p:nvSpPr>
          <p:spPr>
            <a:xfrm>
              <a:off x="3788637" y="5417894"/>
              <a:ext cx="201456" cy="201456"/>
            </a:xfrm>
            <a:prstGeom prst="rect">
              <a:avLst/>
            </a:prstGeom>
            <a:solidFill>
              <a:srgbClr val="65A9C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3788637" y="5706939"/>
              <a:ext cx="201456" cy="201456"/>
            </a:xfrm>
            <a:prstGeom prst="rect">
              <a:avLst/>
            </a:prstGeom>
            <a:solidFill>
              <a:srgbClr val="2A6A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4450943" y="5417894"/>
              <a:ext cx="201456" cy="201456"/>
            </a:xfrm>
            <a:prstGeom prst="rect">
              <a:avLst/>
            </a:prstGeom>
            <a:solidFill>
              <a:srgbClr val="F0AF5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4450943" y="5706939"/>
              <a:ext cx="201456" cy="201456"/>
            </a:xfrm>
            <a:prstGeom prst="rect">
              <a:avLst/>
            </a:prstGeom>
            <a:solidFill>
              <a:srgbClr val="FEE9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5113250" y="5417894"/>
              <a:ext cx="201456" cy="201456"/>
            </a:xfrm>
            <a:prstGeom prst="rect">
              <a:avLst/>
            </a:prstGeom>
            <a:solidFill>
              <a:srgbClr val="17946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5113250" y="5706939"/>
              <a:ext cx="201456" cy="201456"/>
            </a:xfrm>
            <a:prstGeom prst="rect">
              <a:avLst/>
            </a:prstGeom>
            <a:solidFill>
              <a:srgbClr val="C8E1E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5881535" y="5417894"/>
              <a:ext cx="201456" cy="20145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tx105"/>
            <p:cNvSpPr/>
            <p:nvPr/>
          </p:nvSpPr>
          <p:spPr>
            <a:xfrm>
              <a:off x="4068682" y="5473131"/>
              <a:ext cx="197693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106" name="tx106"/>
            <p:cNvSpPr/>
            <p:nvPr/>
          </p:nvSpPr>
          <p:spPr>
            <a:xfrm>
              <a:off x="4068682" y="5762176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107" name="tx107"/>
            <p:cNvSpPr/>
            <p:nvPr/>
          </p:nvSpPr>
          <p:spPr>
            <a:xfrm>
              <a:off x="4730988" y="5473131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108" name="tx108"/>
            <p:cNvSpPr/>
            <p:nvPr/>
          </p:nvSpPr>
          <p:spPr>
            <a:xfrm>
              <a:off x="4730988" y="5762176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109" name="tx109"/>
            <p:cNvSpPr/>
            <p:nvPr/>
          </p:nvSpPr>
          <p:spPr>
            <a:xfrm>
              <a:off x="5393295" y="5473131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110" name="tx110"/>
            <p:cNvSpPr/>
            <p:nvPr/>
          </p:nvSpPr>
          <p:spPr>
            <a:xfrm>
              <a:off x="5393295" y="5762176"/>
              <a:ext cx="409651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111" name="tx111"/>
            <p:cNvSpPr/>
            <p:nvPr/>
          </p:nvSpPr>
          <p:spPr>
            <a:xfrm>
              <a:off x="6161580" y="5473131"/>
              <a:ext cx="303672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3275218" y="3788248"/>
              <a:ext cx="3042208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B/Victoria Subklade fordeling per måned:</a:t>
              </a:r>
            </a:p>
          </p:txBody>
        </p:sp>
      </p:grpSp>
      <p:sp>
        <p:nvSpPr>
          <p:cNvPr id="11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B/Victoria - klade og subklade per måned (areal)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Seksjon: Antiviral resistens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r>
              <a:rPr/>
              <a:t>Resistenstabeller og mutasjonsoppsummeringer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858591"/>
                <a:gridCol w="1293721"/>
                <a:gridCol w="944130"/>
                <a:gridCol w="1060638"/>
                <a:gridCol w="944130"/>
                <a:gridCol w="1060638"/>
                <a:gridCol w="975099"/>
              </a:tblGrid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Influensa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Adamantine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Baloxavir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Oseltamivir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Peramivir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Zanamivir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Laninamivir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339/340 (99.7%)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0/306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4/329 (1.2%)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0/340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1/329 (0.3%)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0/340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440/443 (99.3%)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0/414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0/436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0/443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0/436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0/443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0/62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0/71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0/71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0/71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0/71 (0%)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118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H1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607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0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Tabell 1. Oppsummering av antiviral resistens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612002"/>
                <a:gridCol w="1402043"/>
                <a:gridCol w="1153885"/>
                <a:gridCol w="493857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ngs_sekvens_resultat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dr_res_oseltamivir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dr_na_mut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I223V;S247N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S247N;Y155H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S334N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Y155H;S247N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I223R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I223V;S247N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S247N;I223V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S247N;Y155H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Y155H;S247N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S245N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436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S245N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K186R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T106I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Tabell 2. Oseltamivir-resistens med NA-mutasjon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612002"/>
                <a:gridCol w="1308864"/>
                <a:gridCol w="1153885"/>
                <a:gridCol w="493857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ngs_sekvens_resultat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dr_res_peramivir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dr_na_mut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I223R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I223V;S247N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189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S247N;I223V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S247N;Y155H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S334N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Y155H;S247N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S245N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443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K186R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T106I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Tabell 3. Peramivir-resistens med NA-mutasjon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612002"/>
                <a:gridCol w="1332193"/>
                <a:gridCol w="1153885"/>
                <a:gridCol w="493857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ngs_sekvens_resultat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dr_res_zanamivir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dr_na_mut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I223V;S247N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182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S247N;I223V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S247N;Y155H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S334N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Y155H;S247N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I223R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S247N;Y155H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Y155H;S247N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S245N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436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S245N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K186R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T106I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Tabell 4. Zanamivir-resistens med NA-mutasjon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612002"/>
                <a:gridCol w="1402111"/>
                <a:gridCol w="1153885"/>
                <a:gridCol w="493857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ngs_sekvens_resultat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dr_res_laninamivir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dr_na_mut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I223R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I223V;S247N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189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S247N;I223V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S247N;Y155H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S334N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Y155H;S247N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S245N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443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K186R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T106I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Tabell 5. Laninamivir-resistens med NA-mutasjon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612002"/>
                <a:gridCol w="1293516"/>
                <a:gridCol w="928646"/>
                <a:gridCol w="338468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ngs_sekvens_resultat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dr_res_baloxavir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dr_pa_mut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AANS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I38V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Tabell 6. Baloxavir-resistens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612002"/>
                <a:gridCol w="1464526"/>
                <a:gridCol w="990788"/>
                <a:gridCol w="493857"/>
              </a:tblGrid>
              <a:tr h="390173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ngs_sekvens_resultat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dr_res_adamantine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dr_m2_mut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AAHRI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S31N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338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AAHRI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S31N;L26F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252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AAHRI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S31N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438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AAHRI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V27A;S31N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Tabell 7. Adamantan-resistens med M2-mutasjon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Seksjon: HA-mutasjoner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r>
              <a:rPr/>
              <a:t>Varmekart, epitopoppsummeringer og mutasjonstrender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612002"/>
                <a:gridCol w="1278305"/>
                <a:gridCol w="493857"/>
                <a:gridCol w="32658759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ngs_sekvens_resultat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nc_ha_subclade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ha_cluster_defining_mutations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HA1:129D; HA1:185I; HA1:156K; HA1:161I; HA1:54Q; HA1:186T; HA1:189E; HA1:308R; HA1:137S; HA1:142R; HA1:216A; HA1:120A; HA2:45V; HA2:193A; HA2:133T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A/H1N1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291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HA1:129D; HA1:185I; HA1:156K; HA1:161I; HA1:54Q; HA1:186T; HA1:189E; HA1:308R; HA1:137S; HA1:142R; HA1:216A; HA1:120A; HA2:45V; HA2:193A; HA2:133T; HA1:113K; HA1:139D; HA1:283K; HA1:302E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HA1:45N; HA1:48I; nuc:473T; HA2:160N; nuc:710A; nuc:1535G; HA1:3I; HA1:144S; HA1:159Y; HA1:160T; nuc:1277A; HA1:121K; HA1:171K; HA2:77V; HA2:155E; HA1:62G; HA1:142G; HA1:311Q; HA1:131K; HA2:200I; HA1:83E; HA1:94N; HA2:193M; HA1:159N; HA1:160I; HA1:164Q; HA1:186D; HA1:190N; HA1:193S; HA1:195F; HA1:156S; HA1:53N; HA1:96S; HA1:192F; HA1:50K; HA1:140K; HA1:276E; HA1:122D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HA1:45N; HA1:48I; nuc:473T; HA2:160N; nuc:710A; nuc:1535G; HA1:3I; HA1:144S; HA1:159Y; HA1:160T; nuc:1277A; HA1:121K; HA1:171K; HA2:77V; HA2:155E; HA1:62G; HA1:142G; HA1:311Q; HA1:131K; HA2:200I; HA1:83E; HA1:94N; HA2:193M; HA1:159N; HA1:160I; HA1:164Q; HA1:186D; HA1:190N; HA1:193S; HA1:195F; HA1:156S; HA1:53N; HA1:96S; HA1:192F; HA1:50K; HA1:140K; HA1:276E; HA1:122D; HA1:124N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HA1:45N; HA1:48I; nuc:473T; HA2:160N; nuc:710A; nuc:1535G; HA1:3I; HA1:144S; HA1:159Y; HA1:160T; nuc:1277A; HA1:121K; HA1:171K; HA2:77V; HA2:155E; HA1:62G; HA1:142G; HA1:311Q; HA1:131K; HA2:200I; HA1:83E; HA1:94N; HA2:193M; HA1:159N; HA1:160I; HA1:164Q; HA1:186D; HA1:190N; HA1:193S; HA1:195F; HA1:156S; HA1:53N; HA1:96S; HA1:192F; HA1:50K; HA1:140K; HA1:276E; HA1:122D; HA1:189R; HA1:158K; HA2:49N; nuc:539G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HA1:45N; HA1:48I; nuc:473T; HA2:160N; nuc:710A; nuc:1535G; HA1:3I; HA1:144S; HA1:159Y; HA1:160T; nuc:1277A; HA1:121K; HA1:171K; HA2:77V; HA2:155E; HA1:62G; HA1:142G; HA1:311Q; HA1:131K; HA2:200I; HA1:83E; HA1:94N; HA2:193M; HA1:159N; HA1:160I; HA1:164Q; HA1:186D; HA1:190N; HA1:193S; HA1:195F; HA1:156S; HA1:53N; HA1:96S; HA1:192F; HA1:50K; HA1:140K; HA1:276E; HA1:122D; HA1:189R; HA1:135K; nuc:469A; nuc:1568A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A/H3N2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HA1:45N; HA1:48I; nuc:473T; HA2:160N; nuc:710A; nuc:1535G; HA1:3I; HA1:144S; HA1:159Y; HA1:160T; nuc:1277A; HA1:121K; HA1:171K; HA2:77V; HA2:155E; HA1:62G; HA1:142G; HA1:311Q; HA1:131K; HA2:200I; HA1:83E; HA1:94N; HA2:193M; HA1:159N; HA1:160I; HA1:164Q; HA1:186D; HA1:190N; HA1:193S; HA1:195F; HA1:156S; HA1:53N; HA1:96S; HA1:192F; HA1:50K; HA1:140K; HA1:276E; HA1:122D; HA1:189R; HA1:135K; nuc:469A; nuc:1568A; HA1:2N; HA1:144N; HA1:158D; HA1:160K; HA1:173R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nuc:228G; nuc:666C; nuc:1362T; nuc:1843T; HA1:136E; HA1:163'-'; HA1:164'-'; nuc:484G; HA1:150K; HA1:184E; HA1:197D; HA1:279K; HA1:127T; HA1:144L; HA1:203R; HA1:128K; HA1:154E; nuc:882G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nuc:228G; nuc:666C; nuc:1362T; nuc:1843T; HA1:136E; HA1:163'-'; HA1:164'-'; nuc:484G; HA1:150K; HA1:184E; HA1:197D; HA1:279K; HA1:127T; HA1:144L; HA1:203R; HA1:128K; HA1:154E; nuc:882G; HA1:197N; HA1:208S; nuc:700T; nuc:1605C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C.3.3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nuc:228G; nuc:666C; nuc:1362T; nuc:1843T; HA1:136E; HA1:163'-'; HA1:164'-'; nuc:484G; HA1:150K; HA1:184E; HA1:197D; HA1:279K; HA1:127T; HA1:144L; HA1:203R; HA1:128K; HA1:154E; nuc:882G; HA1:255P; HA1:197N; HA1:267V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nuc:228G; nuc:666C; nuc:1362T; nuc:1843T; HA1:136E; HA1:163'-'; HA1:164'-'; nuc:484G; HA1:150K; HA1:184E; HA1:197D; HA1:279K; HA1:127T; HA1:144L; HA1:203R; HA1:197E; nuc:351G; HA1:183K; nuc:1377C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nuc:228G; nuc:666C; nuc:1362T; nuc:1843T; HA1:136E; HA1:163'-'; HA1:164'-'; nuc:484G; HA1:150K; HA1:184E; HA1:197D; HA1:279K; HA1:127T; HA1:144L; HA1:203R; HA1:197E; nuc:351G; HA1:129N; nuc:555T; nuc:435G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C.5.6.1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nuc:228G; nuc:666C; nuc:1362T; nuc:1843T; HA1:136E; HA1:163'-'; HA1:164'-'; nuc:484G; HA1:150K; HA1:184E; HA1:197D; HA1:279K; HA1:127T; HA1:144L; HA1:203R; HA1:197E; nuc:351G; HA1:129N; nuc:555T; nuc:435G; HA1:199A; HA1:128D; HA1:37I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B/Victoria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nuc:228G; nuc:666C; nuc:1362T; nuc:1843T; HA1:136E; HA1:163'-'; HA1:164'-'; nuc:484G; HA1:150K; HA1:184E; HA1:197D; HA1:279K; HA1:127T; HA1:144L; HA1:203R; HA1:197E; nuc:351G; HA1:128G; HA1:183K; nuc:195C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Subklader i datasettet og cluster-definerende HA-mutasjoner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260773"/>
                <a:gridCol w="260773"/>
                <a:gridCol w="260773"/>
              </a:tblGrid>
              <a:tr h="260773">
                <a:tc gridSpan="3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1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1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 hMerge="true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1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1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 hMerge="true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1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1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60773">
                <a:tc gridSpan="3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1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1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9525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 hMerge="true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1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1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9525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 hMerge="true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endParaRPr cap="none" sz="1100" i="0" b="1" u="none" strike="noStrike">
                        <a:solidFill>
                          <a:srgbClr val="000000">
                            <a:alpha val="100000"/>
                          </a:srgbClr>
                        </a:solidFill>
                        <a:latin typeface="Arial"/>
                        <a:cs typeface="Arial"/>
                        <a:ea typeface="Arial"/>
                        <a:sym typeface="Arial"/>
                      </a:endParaRPr>
                      <a:r>
                        <a:rPr cap="none" sz="1100" i="0" b="1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/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9525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Oppsummering av HA-mutasjoner og epitopmutasjoner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2851021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+ 113Q;224A;259K;260E;277A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+ 224A;259K;260E;277A;71A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+ 224A;259K;260E;277A;45K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+ 224A;259K;260E;277A;69P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+ 108M;224A;259K;260E;277A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+ 157L;224A;259K;260E;277A;321I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+ 113K;224A;259K;260E;277A;43R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+ 113M;224A;259K;260E;277A;45K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+ 185T;224A;259K;260E;277A;86G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+ 211N;224A;259K;260E;277A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+ 224A;259K;260E;277A;310I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+ 224A;259K;260E;277A;43N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 + 224A;260E;277A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A/H1N1 - D.3.1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630224" y="5269301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630224" y="5021158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630224" y="4773014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630224" y="4524871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630224" y="4276728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630224" y="4028584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630224" y="3780441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630224" y="3532298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630224" y="3284154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30224" y="3036011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630224" y="2787867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630224" y="2539724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630224" y="2291581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630224" y="2043437"/>
              <a:ext cx="4131930" cy="0"/>
            </a:xfrm>
            <a:custGeom>
              <a:avLst/>
              <a:pathLst>
                <a:path w="4131930" h="0">
                  <a:moveTo>
                    <a:pt x="0" y="0"/>
                  </a:moveTo>
                  <a:lnTo>
                    <a:pt x="4131930" y="0"/>
                  </a:lnTo>
                  <a:lnTo>
                    <a:pt x="413193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85157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322050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358942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395834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432726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469618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506511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543403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580295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617187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654080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667116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036039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404961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773883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142806" y="5145230"/>
              <a:ext cx="368922" cy="248143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511728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4880650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5249573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5618495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5987417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6356340" y="5145230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667116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3036039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3404961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3773883" y="4897086"/>
              <a:ext cx="368922" cy="24814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4142806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4511728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4880650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5249573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5618495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5987417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6356340" y="489708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2667116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3036039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3404961" y="4648943"/>
              <a:ext cx="368922" cy="24814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3773883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4142806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4511728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4880650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5249573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5618495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5987417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6356340" y="464894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2667116" y="440079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3036039" y="440079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3404961" y="440079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3773883" y="4400799"/>
              <a:ext cx="368922" cy="248143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4142806" y="4400799"/>
              <a:ext cx="368922" cy="248143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4511728" y="4400799"/>
              <a:ext cx="368922" cy="248143"/>
            </a:xfrm>
            <a:prstGeom prst="rect">
              <a:avLst/>
            </a:prstGeom>
            <a:solidFill>
              <a:srgbClr val="DFE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880650" y="440079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5249573" y="440079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618495" y="440079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987417" y="440079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6356340" y="440079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2667116" y="415265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3036039" y="4152656"/>
              <a:ext cx="368922" cy="248143"/>
            </a:xfrm>
            <a:prstGeom prst="rect">
              <a:avLst/>
            </a:prstGeom>
            <a:solidFill>
              <a:srgbClr val="ED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3404961" y="4152656"/>
              <a:ext cx="368922" cy="24814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3773883" y="415265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4142806" y="415265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511728" y="415265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4880650" y="415265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5249573" y="415265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5618495" y="415265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5987417" y="415265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6356340" y="415265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2667116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3036039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3404961" y="3904513"/>
              <a:ext cx="368922" cy="24814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3773883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4142806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4511728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4880650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5249573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5618495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5987417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6356340" y="3904513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2667116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3036039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3404961" y="3656369"/>
              <a:ext cx="368922" cy="24814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3773883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4142806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4511728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4880650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5249573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5618495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5987417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6356340" y="365636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2667116" y="340822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3036039" y="340822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3404961" y="3408226"/>
              <a:ext cx="368922" cy="248143"/>
            </a:xfrm>
            <a:prstGeom prst="rect">
              <a:avLst/>
            </a:prstGeom>
            <a:solidFill>
              <a:srgbClr val="D0D5F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3773883" y="3408226"/>
              <a:ext cx="368922" cy="248143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4142806" y="3408226"/>
              <a:ext cx="368922" cy="248143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4511728" y="3408226"/>
              <a:ext cx="368922" cy="248143"/>
            </a:xfrm>
            <a:prstGeom prst="rect">
              <a:avLst/>
            </a:prstGeom>
            <a:solidFill>
              <a:srgbClr val="EE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4880650" y="3408226"/>
              <a:ext cx="368922" cy="24814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5249573" y="340822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5618495" y="340822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5987417" y="340822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6356340" y="340822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2667116" y="3160082"/>
              <a:ext cx="368922" cy="24814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3036039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3404961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3773883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4142806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4511728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4880650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5249573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5618495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5987417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6356340" y="316008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2667116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3036039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3404961" y="2911939"/>
              <a:ext cx="368922" cy="24814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3773883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4142806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4511728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4880650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5249573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5618495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rc138"/>
            <p:cNvSpPr/>
            <p:nvPr/>
          </p:nvSpPr>
          <p:spPr>
            <a:xfrm>
              <a:off x="5987417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6356340" y="291193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rc140"/>
            <p:cNvSpPr/>
            <p:nvPr/>
          </p:nvSpPr>
          <p:spPr>
            <a:xfrm>
              <a:off x="2667116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1" name="rc141"/>
            <p:cNvSpPr/>
            <p:nvPr/>
          </p:nvSpPr>
          <p:spPr>
            <a:xfrm>
              <a:off x="3036039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2" name="rc142"/>
            <p:cNvSpPr/>
            <p:nvPr/>
          </p:nvSpPr>
          <p:spPr>
            <a:xfrm>
              <a:off x="3404961" y="2663796"/>
              <a:ext cx="368922" cy="248143"/>
            </a:xfrm>
            <a:prstGeom prst="rect">
              <a:avLst/>
            </a:prstGeom>
            <a:solidFill>
              <a:srgbClr val="F1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3" name="rc143"/>
            <p:cNvSpPr/>
            <p:nvPr/>
          </p:nvSpPr>
          <p:spPr>
            <a:xfrm>
              <a:off x="3773883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4" name="rc144"/>
            <p:cNvSpPr/>
            <p:nvPr/>
          </p:nvSpPr>
          <p:spPr>
            <a:xfrm>
              <a:off x="4142806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5" name="rc145"/>
            <p:cNvSpPr/>
            <p:nvPr/>
          </p:nvSpPr>
          <p:spPr>
            <a:xfrm>
              <a:off x="4511728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6" name="rc146"/>
            <p:cNvSpPr/>
            <p:nvPr/>
          </p:nvSpPr>
          <p:spPr>
            <a:xfrm>
              <a:off x="4880650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5249573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rc148"/>
            <p:cNvSpPr/>
            <p:nvPr/>
          </p:nvSpPr>
          <p:spPr>
            <a:xfrm>
              <a:off x="5618495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9" name="rc149"/>
            <p:cNvSpPr/>
            <p:nvPr/>
          </p:nvSpPr>
          <p:spPr>
            <a:xfrm>
              <a:off x="5987417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0" name="rc150"/>
            <p:cNvSpPr/>
            <p:nvPr/>
          </p:nvSpPr>
          <p:spPr>
            <a:xfrm>
              <a:off x="6356340" y="266379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1" name="rc151"/>
            <p:cNvSpPr/>
            <p:nvPr/>
          </p:nvSpPr>
          <p:spPr>
            <a:xfrm>
              <a:off x="2667116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2" name="rc152"/>
            <p:cNvSpPr/>
            <p:nvPr/>
          </p:nvSpPr>
          <p:spPr>
            <a:xfrm>
              <a:off x="3036039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3" name="rc153"/>
            <p:cNvSpPr/>
            <p:nvPr/>
          </p:nvSpPr>
          <p:spPr>
            <a:xfrm>
              <a:off x="3404961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4" name="rc154"/>
            <p:cNvSpPr/>
            <p:nvPr/>
          </p:nvSpPr>
          <p:spPr>
            <a:xfrm>
              <a:off x="3773883" y="2415652"/>
              <a:ext cx="368922" cy="248143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5" name="rc155"/>
            <p:cNvSpPr/>
            <p:nvPr/>
          </p:nvSpPr>
          <p:spPr>
            <a:xfrm>
              <a:off x="4142806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6" name="rc156"/>
            <p:cNvSpPr/>
            <p:nvPr/>
          </p:nvSpPr>
          <p:spPr>
            <a:xfrm>
              <a:off x="4511728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7" name="rc157"/>
            <p:cNvSpPr/>
            <p:nvPr/>
          </p:nvSpPr>
          <p:spPr>
            <a:xfrm>
              <a:off x="4880650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8" name="rc158"/>
            <p:cNvSpPr/>
            <p:nvPr/>
          </p:nvSpPr>
          <p:spPr>
            <a:xfrm>
              <a:off x="5249573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9" name="rc159"/>
            <p:cNvSpPr/>
            <p:nvPr/>
          </p:nvSpPr>
          <p:spPr>
            <a:xfrm>
              <a:off x="5618495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0" name="rc160"/>
            <p:cNvSpPr/>
            <p:nvPr/>
          </p:nvSpPr>
          <p:spPr>
            <a:xfrm>
              <a:off x="5987417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1" name="rc161"/>
            <p:cNvSpPr/>
            <p:nvPr/>
          </p:nvSpPr>
          <p:spPr>
            <a:xfrm>
              <a:off x="6356340" y="2415652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2" name="rc162"/>
            <p:cNvSpPr/>
            <p:nvPr/>
          </p:nvSpPr>
          <p:spPr>
            <a:xfrm>
              <a:off x="2667116" y="216750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3" name="rc163"/>
            <p:cNvSpPr/>
            <p:nvPr/>
          </p:nvSpPr>
          <p:spPr>
            <a:xfrm>
              <a:off x="3036039" y="2167509"/>
              <a:ext cx="368922" cy="248143"/>
            </a:xfrm>
            <a:prstGeom prst="rect">
              <a:avLst/>
            </a:prstGeom>
            <a:solidFill>
              <a:srgbClr val="ED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4" name="rc164"/>
            <p:cNvSpPr/>
            <p:nvPr/>
          </p:nvSpPr>
          <p:spPr>
            <a:xfrm>
              <a:off x="3404961" y="2167509"/>
              <a:ext cx="368922" cy="248143"/>
            </a:xfrm>
            <a:prstGeom prst="rect">
              <a:avLst/>
            </a:prstGeom>
            <a:solidFill>
              <a:srgbClr val="EE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5" name="rc165"/>
            <p:cNvSpPr/>
            <p:nvPr/>
          </p:nvSpPr>
          <p:spPr>
            <a:xfrm>
              <a:off x="3773883" y="216750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6" name="rc166"/>
            <p:cNvSpPr/>
            <p:nvPr/>
          </p:nvSpPr>
          <p:spPr>
            <a:xfrm>
              <a:off x="4142806" y="216750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7" name="rc167"/>
            <p:cNvSpPr/>
            <p:nvPr/>
          </p:nvSpPr>
          <p:spPr>
            <a:xfrm>
              <a:off x="4511728" y="216750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8" name="rc168"/>
            <p:cNvSpPr/>
            <p:nvPr/>
          </p:nvSpPr>
          <p:spPr>
            <a:xfrm>
              <a:off x="4880650" y="216750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9" name="rc169"/>
            <p:cNvSpPr/>
            <p:nvPr/>
          </p:nvSpPr>
          <p:spPr>
            <a:xfrm>
              <a:off x="5249573" y="216750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0" name="rc170"/>
            <p:cNvSpPr/>
            <p:nvPr/>
          </p:nvSpPr>
          <p:spPr>
            <a:xfrm>
              <a:off x="5618495" y="216750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1" name="rc171"/>
            <p:cNvSpPr/>
            <p:nvPr/>
          </p:nvSpPr>
          <p:spPr>
            <a:xfrm>
              <a:off x="5987417" y="216750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2" name="rc172"/>
            <p:cNvSpPr/>
            <p:nvPr/>
          </p:nvSpPr>
          <p:spPr>
            <a:xfrm>
              <a:off x="6356340" y="2167509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3" name="rc173"/>
            <p:cNvSpPr/>
            <p:nvPr/>
          </p:nvSpPr>
          <p:spPr>
            <a:xfrm>
              <a:off x="2667116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4" name="rc174"/>
            <p:cNvSpPr/>
            <p:nvPr/>
          </p:nvSpPr>
          <p:spPr>
            <a:xfrm>
              <a:off x="3036039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5" name="rc175"/>
            <p:cNvSpPr/>
            <p:nvPr/>
          </p:nvSpPr>
          <p:spPr>
            <a:xfrm>
              <a:off x="3404961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6" name="rc176"/>
            <p:cNvSpPr/>
            <p:nvPr/>
          </p:nvSpPr>
          <p:spPr>
            <a:xfrm>
              <a:off x="3773883" y="1919366"/>
              <a:ext cx="368922" cy="24814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7" name="rc177"/>
            <p:cNvSpPr/>
            <p:nvPr/>
          </p:nvSpPr>
          <p:spPr>
            <a:xfrm>
              <a:off x="4142806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8" name="rc178"/>
            <p:cNvSpPr/>
            <p:nvPr/>
          </p:nvSpPr>
          <p:spPr>
            <a:xfrm>
              <a:off x="4511728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9" name="rc179"/>
            <p:cNvSpPr/>
            <p:nvPr/>
          </p:nvSpPr>
          <p:spPr>
            <a:xfrm>
              <a:off x="4880650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0" name="rc180"/>
            <p:cNvSpPr/>
            <p:nvPr/>
          </p:nvSpPr>
          <p:spPr>
            <a:xfrm>
              <a:off x="5249573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1" name="rc181"/>
            <p:cNvSpPr/>
            <p:nvPr/>
          </p:nvSpPr>
          <p:spPr>
            <a:xfrm>
              <a:off x="5618495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2" name="rc182"/>
            <p:cNvSpPr/>
            <p:nvPr/>
          </p:nvSpPr>
          <p:spPr>
            <a:xfrm>
              <a:off x="5987417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3" name="rc183"/>
            <p:cNvSpPr/>
            <p:nvPr/>
          </p:nvSpPr>
          <p:spPr>
            <a:xfrm>
              <a:off x="6356340" y="1919366"/>
              <a:ext cx="368922" cy="24814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4" name="tx184"/>
            <p:cNvSpPr/>
            <p:nvPr/>
          </p:nvSpPr>
          <p:spPr>
            <a:xfrm>
              <a:off x="892596" y="5232908"/>
              <a:ext cx="1674997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+ 108M;224A;259K;260E;277A</a:t>
              </a:r>
            </a:p>
          </p:txBody>
        </p:sp>
        <p:sp>
          <p:nvSpPr>
            <p:cNvPr id="185" name="tx185"/>
            <p:cNvSpPr/>
            <p:nvPr/>
          </p:nvSpPr>
          <p:spPr>
            <a:xfrm>
              <a:off x="702309" y="4984765"/>
              <a:ext cx="186528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+ 113K;224A;259K;260E;277A;43R</a:t>
              </a:r>
            </a:p>
          </p:txBody>
        </p:sp>
        <p:sp>
          <p:nvSpPr>
            <p:cNvPr id="186" name="tx186"/>
            <p:cNvSpPr/>
            <p:nvPr/>
          </p:nvSpPr>
          <p:spPr>
            <a:xfrm>
              <a:off x="691062" y="4736621"/>
              <a:ext cx="1876531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+ 113M;224A;259K;260E;277A;45K</a:t>
              </a:r>
            </a:p>
          </p:txBody>
        </p:sp>
        <p:sp>
          <p:nvSpPr>
            <p:cNvPr id="187" name="tx187"/>
            <p:cNvSpPr/>
            <p:nvPr/>
          </p:nvSpPr>
          <p:spPr>
            <a:xfrm>
              <a:off x="905672" y="4488478"/>
              <a:ext cx="1661922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+ 113Q;224A;259K;260E;277A</a:t>
              </a:r>
            </a:p>
          </p:txBody>
        </p:sp>
        <p:sp>
          <p:nvSpPr>
            <p:cNvPr id="188" name="tx188"/>
            <p:cNvSpPr/>
            <p:nvPr/>
          </p:nvSpPr>
          <p:spPr>
            <a:xfrm>
              <a:off x="694628" y="4240335"/>
              <a:ext cx="1872965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+ 157L;224A;259K;260E;277A;321I</a:t>
              </a:r>
            </a:p>
          </p:txBody>
        </p:sp>
        <p:sp>
          <p:nvSpPr>
            <p:cNvPr id="189" name="tx189"/>
            <p:cNvSpPr/>
            <p:nvPr/>
          </p:nvSpPr>
          <p:spPr>
            <a:xfrm>
              <a:off x="706058" y="3992191"/>
              <a:ext cx="1861535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+ 185T;224A;259K;260E;277A;86G</a:t>
              </a:r>
            </a:p>
          </p:txBody>
        </p:sp>
        <p:sp>
          <p:nvSpPr>
            <p:cNvPr id="190" name="tx190"/>
            <p:cNvSpPr/>
            <p:nvPr/>
          </p:nvSpPr>
          <p:spPr>
            <a:xfrm>
              <a:off x="911341" y="3744048"/>
              <a:ext cx="1656252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+ 211N;224A;259K;260E;277A</a:t>
              </a:r>
            </a:p>
          </p:txBody>
        </p:sp>
        <p:sp>
          <p:nvSpPr>
            <p:cNvPr id="191" name="tx191"/>
            <p:cNvSpPr/>
            <p:nvPr/>
          </p:nvSpPr>
          <p:spPr>
            <a:xfrm>
              <a:off x="1174963" y="3495904"/>
              <a:ext cx="1392631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+ 224A;259K;260E;277A</a:t>
              </a:r>
            </a:p>
          </p:txBody>
        </p:sp>
        <p:sp>
          <p:nvSpPr>
            <p:cNvPr id="192" name="tx192"/>
            <p:cNvSpPr/>
            <p:nvPr/>
          </p:nvSpPr>
          <p:spPr>
            <a:xfrm>
              <a:off x="948923" y="3247761"/>
              <a:ext cx="161867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+ 224A;259K;260E;277A;310I</a:t>
              </a:r>
            </a:p>
          </p:txBody>
        </p:sp>
        <p:sp>
          <p:nvSpPr>
            <p:cNvPr id="193" name="tx193"/>
            <p:cNvSpPr/>
            <p:nvPr/>
          </p:nvSpPr>
          <p:spPr>
            <a:xfrm>
              <a:off x="960353" y="2999618"/>
              <a:ext cx="160724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+ 224A;259K;260E;277A;43N</a:t>
              </a:r>
            </a:p>
          </p:txBody>
        </p:sp>
        <p:sp>
          <p:nvSpPr>
            <p:cNvPr id="194" name="tx194"/>
            <p:cNvSpPr/>
            <p:nvPr/>
          </p:nvSpPr>
          <p:spPr>
            <a:xfrm>
              <a:off x="965931" y="2751474"/>
              <a:ext cx="1601663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+ 224A;259K;260E;277A;45K</a:t>
              </a:r>
            </a:p>
          </p:txBody>
        </p:sp>
        <p:sp>
          <p:nvSpPr>
            <p:cNvPr id="195" name="tx195"/>
            <p:cNvSpPr/>
            <p:nvPr/>
          </p:nvSpPr>
          <p:spPr>
            <a:xfrm>
              <a:off x="965931" y="2503331"/>
              <a:ext cx="1601663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+ 224A;259K;260E;277A;69P</a:t>
              </a:r>
            </a:p>
          </p:txBody>
        </p:sp>
        <p:sp>
          <p:nvSpPr>
            <p:cNvPr id="196" name="tx196"/>
            <p:cNvSpPr/>
            <p:nvPr/>
          </p:nvSpPr>
          <p:spPr>
            <a:xfrm>
              <a:off x="965931" y="2255188"/>
              <a:ext cx="1601663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+ 224A;259K;260E;277A;71A</a:t>
              </a:r>
            </a:p>
          </p:txBody>
        </p:sp>
        <p:sp>
          <p:nvSpPr>
            <p:cNvPr id="197" name="tx197"/>
            <p:cNvSpPr/>
            <p:nvPr/>
          </p:nvSpPr>
          <p:spPr>
            <a:xfrm>
              <a:off x="1440504" y="2007044"/>
              <a:ext cx="112708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 + 224A;260E;277A</a:t>
              </a:r>
            </a:p>
          </p:txBody>
        </p:sp>
        <p:sp>
          <p:nvSpPr>
            <p:cNvPr id="198" name="tx198"/>
            <p:cNvSpPr/>
            <p:nvPr/>
          </p:nvSpPr>
          <p:spPr>
            <a:xfrm rot="-2700000">
              <a:off x="2540430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99" name="tx199"/>
            <p:cNvSpPr/>
            <p:nvPr/>
          </p:nvSpPr>
          <p:spPr>
            <a:xfrm rot="-2700000">
              <a:off x="284550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00" name="tx200"/>
            <p:cNvSpPr/>
            <p:nvPr/>
          </p:nvSpPr>
          <p:spPr>
            <a:xfrm rot="-2700000">
              <a:off x="321981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201" name="tx201"/>
            <p:cNvSpPr/>
            <p:nvPr/>
          </p:nvSpPr>
          <p:spPr>
            <a:xfrm rot="-2700000">
              <a:off x="361527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202" name="tx202"/>
            <p:cNvSpPr/>
            <p:nvPr/>
          </p:nvSpPr>
          <p:spPr>
            <a:xfrm rot="-2700000">
              <a:off x="395766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203" name="tx203"/>
            <p:cNvSpPr/>
            <p:nvPr/>
          </p:nvSpPr>
          <p:spPr>
            <a:xfrm rot="-2700000">
              <a:off x="432658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204" name="tx204"/>
            <p:cNvSpPr/>
            <p:nvPr/>
          </p:nvSpPr>
          <p:spPr>
            <a:xfrm rot="-2700000">
              <a:off x="472204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205" name="tx205"/>
            <p:cNvSpPr/>
            <p:nvPr/>
          </p:nvSpPr>
          <p:spPr>
            <a:xfrm rot="-2700000">
              <a:off x="5085580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206" name="tx206"/>
            <p:cNvSpPr/>
            <p:nvPr/>
          </p:nvSpPr>
          <p:spPr>
            <a:xfrm rot="-2700000">
              <a:off x="542289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207" name="tx207"/>
            <p:cNvSpPr/>
            <p:nvPr/>
          </p:nvSpPr>
          <p:spPr>
            <a:xfrm rot="-2700000">
              <a:off x="5818195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208" name="tx208"/>
            <p:cNvSpPr/>
            <p:nvPr/>
          </p:nvSpPr>
          <p:spPr>
            <a:xfrm rot="-2700000">
              <a:off x="6171351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209" name="tx209"/>
            <p:cNvSpPr/>
            <p:nvPr/>
          </p:nvSpPr>
          <p:spPr>
            <a:xfrm>
              <a:off x="4482540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210" name="tx210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211" name="tx211"/>
            <p:cNvSpPr/>
            <p:nvPr/>
          </p:nvSpPr>
          <p:spPr>
            <a:xfrm>
              <a:off x="6970921" y="3022917"/>
              <a:ext cx="15766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A/H1N1 (%)</a:t>
              </a:r>
            </a:p>
          </p:txBody>
        </p:sp>
        <p:pic>
          <p:nvPicPr>
            <p:cNvPr id="212" name="pic2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970921" y="3207263"/>
              <a:ext cx="219455" cy="1097280"/>
            </a:xfrm>
            <a:prstGeom prst="rect">
              <a:avLst/>
            </a:prstGeom>
          </p:spPr>
        </p:pic>
        <p:sp>
          <p:nvSpPr>
            <p:cNvPr id="213" name="pl213"/>
            <p:cNvSpPr/>
            <p:nvPr/>
          </p:nvSpPr>
          <p:spPr>
            <a:xfrm>
              <a:off x="7146486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l214"/>
            <p:cNvSpPr/>
            <p:nvPr/>
          </p:nvSpPr>
          <p:spPr>
            <a:xfrm>
              <a:off x="7146486" y="402930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l215"/>
            <p:cNvSpPr/>
            <p:nvPr/>
          </p:nvSpPr>
          <p:spPr>
            <a:xfrm>
              <a:off x="7146486" y="375590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l216"/>
            <p:cNvSpPr/>
            <p:nvPr/>
          </p:nvSpPr>
          <p:spPr>
            <a:xfrm>
              <a:off x="7146486" y="348249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l217"/>
            <p:cNvSpPr/>
            <p:nvPr/>
          </p:nvSpPr>
          <p:spPr>
            <a:xfrm>
              <a:off x="7146486" y="320909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l218"/>
            <p:cNvSpPr/>
            <p:nvPr/>
          </p:nvSpPr>
          <p:spPr>
            <a:xfrm>
              <a:off x="6970921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l219"/>
            <p:cNvSpPr/>
            <p:nvPr/>
          </p:nvSpPr>
          <p:spPr>
            <a:xfrm>
              <a:off x="6970921" y="402930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l220"/>
            <p:cNvSpPr/>
            <p:nvPr/>
          </p:nvSpPr>
          <p:spPr>
            <a:xfrm>
              <a:off x="6970921" y="375590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l221"/>
            <p:cNvSpPr/>
            <p:nvPr/>
          </p:nvSpPr>
          <p:spPr>
            <a:xfrm>
              <a:off x="6970921" y="348249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l222"/>
            <p:cNvSpPr/>
            <p:nvPr/>
          </p:nvSpPr>
          <p:spPr>
            <a:xfrm>
              <a:off x="6970921" y="320909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tx223"/>
            <p:cNvSpPr/>
            <p:nvPr/>
          </p:nvSpPr>
          <p:spPr>
            <a:xfrm>
              <a:off x="7259967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224" name="tx224"/>
            <p:cNvSpPr/>
            <p:nvPr/>
          </p:nvSpPr>
          <p:spPr>
            <a:xfrm>
              <a:off x="7259967" y="398930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225" name="tx225"/>
            <p:cNvSpPr/>
            <p:nvPr/>
          </p:nvSpPr>
          <p:spPr>
            <a:xfrm>
              <a:off x="7259967" y="371589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226" name="tx226"/>
            <p:cNvSpPr/>
            <p:nvPr/>
          </p:nvSpPr>
          <p:spPr>
            <a:xfrm>
              <a:off x="7259967" y="3442493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227" name="tx227"/>
            <p:cNvSpPr/>
            <p:nvPr/>
          </p:nvSpPr>
          <p:spPr>
            <a:xfrm>
              <a:off x="7259967" y="3169087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28" name="tx228"/>
            <p:cNvSpPr/>
            <p:nvPr/>
          </p:nvSpPr>
          <p:spPr>
            <a:xfrm>
              <a:off x="2630224" y="1669789"/>
              <a:ext cx="364955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A/H1N1 - D.3.1</a:t>
              </a:r>
            </a:p>
          </p:txBody>
        </p:sp>
      </p:grpSp>
      <p:sp>
        <p:nvSpPr>
          <p:cNvPr id="22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A/H1N1 - D.3.1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1039625" y="1894551"/>
              <a:ext cx="7577585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39625" y="5255236"/>
              <a:ext cx="7577585" cy="96019"/>
            </a:xfrm>
            <a:custGeom>
              <a:avLst/>
              <a:pathLst>
                <a:path w="7577585" h="96019">
                  <a:moveTo>
                    <a:pt x="0" y="96019"/>
                  </a:moveTo>
                  <a:lnTo>
                    <a:pt x="772714" y="96019"/>
                  </a:lnTo>
                  <a:lnTo>
                    <a:pt x="1545428" y="96019"/>
                  </a:lnTo>
                  <a:lnTo>
                    <a:pt x="2293216" y="96019"/>
                  </a:lnTo>
                  <a:lnTo>
                    <a:pt x="3065930" y="0"/>
                  </a:lnTo>
                  <a:lnTo>
                    <a:pt x="3813718" y="96019"/>
                  </a:lnTo>
                  <a:lnTo>
                    <a:pt x="4586433" y="96019"/>
                  </a:lnTo>
                  <a:lnTo>
                    <a:pt x="5359147" y="96019"/>
                  </a:lnTo>
                  <a:lnTo>
                    <a:pt x="6057083" y="96019"/>
                  </a:lnTo>
                  <a:lnTo>
                    <a:pt x="6829797" y="96019"/>
                  </a:lnTo>
                  <a:lnTo>
                    <a:pt x="7577585" y="96019"/>
                  </a:lnTo>
                  <a:lnTo>
                    <a:pt x="7577585" y="96019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39625" y="5272694"/>
              <a:ext cx="7577585" cy="78561"/>
            </a:xfrm>
            <a:custGeom>
              <a:avLst/>
              <a:pathLst>
                <a:path w="7577585" h="78561">
                  <a:moveTo>
                    <a:pt x="0" y="78561"/>
                  </a:moveTo>
                  <a:lnTo>
                    <a:pt x="772714" y="78561"/>
                  </a:lnTo>
                  <a:lnTo>
                    <a:pt x="1545428" y="78561"/>
                  </a:lnTo>
                  <a:lnTo>
                    <a:pt x="2293216" y="0"/>
                  </a:lnTo>
                  <a:lnTo>
                    <a:pt x="3065930" y="78561"/>
                  </a:lnTo>
                  <a:lnTo>
                    <a:pt x="3065930" y="78561"/>
                  </a:lnTo>
                  <a:lnTo>
                    <a:pt x="3813718" y="78561"/>
                  </a:lnTo>
                  <a:lnTo>
                    <a:pt x="4586433" y="78561"/>
                  </a:lnTo>
                  <a:lnTo>
                    <a:pt x="5359147" y="78561"/>
                  </a:lnTo>
                  <a:lnTo>
                    <a:pt x="6057083" y="78561"/>
                  </a:lnTo>
                  <a:lnTo>
                    <a:pt x="6829797" y="78561"/>
                  </a:lnTo>
                  <a:lnTo>
                    <a:pt x="7577585" y="78561"/>
                  </a:lnTo>
                  <a:lnTo>
                    <a:pt x="7577585" y="78561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39625" y="5274440"/>
              <a:ext cx="7577585" cy="76815"/>
            </a:xfrm>
            <a:custGeom>
              <a:avLst/>
              <a:pathLst>
                <a:path w="7577585" h="76815">
                  <a:moveTo>
                    <a:pt x="0" y="76815"/>
                  </a:moveTo>
                  <a:lnTo>
                    <a:pt x="772714" y="76815"/>
                  </a:lnTo>
                  <a:lnTo>
                    <a:pt x="1545428" y="0"/>
                  </a:lnTo>
                  <a:lnTo>
                    <a:pt x="2293216" y="76815"/>
                  </a:lnTo>
                  <a:lnTo>
                    <a:pt x="2293216" y="76815"/>
                  </a:lnTo>
                  <a:lnTo>
                    <a:pt x="3065930" y="76815"/>
                  </a:lnTo>
                  <a:lnTo>
                    <a:pt x="3813718" y="76815"/>
                  </a:lnTo>
                  <a:lnTo>
                    <a:pt x="4586433" y="76815"/>
                  </a:lnTo>
                  <a:lnTo>
                    <a:pt x="5359147" y="76815"/>
                  </a:lnTo>
                  <a:lnTo>
                    <a:pt x="6057083" y="76815"/>
                  </a:lnTo>
                  <a:lnTo>
                    <a:pt x="6829797" y="76815"/>
                  </a:lnTo>
                  <a:lnTo>
                    <a:pt x="7577585" y="76815"/>
                  </a:lnTo>
                  <a:lnTo>
                    <a:pt x="7577585" y="76815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39625" y="4722764"/>
              <a:ext cx="7577585" cy="628491"/>
            </a:xfrm>
            <a:custGeom>
              <a:avLst/>
              <a:pathLst>
                <a:path w="7577585" h="628491">
                  <a:moveTo>
                    <a:pt x="0" y="628491"/>
                  </a:moveTo>
                  <a:lnTo>
                    <a:pt x="772714" y="628491"/>
                  </a:lnTo>
                  <a:lnTo>
                    <a:pt x="1545428" y="628491"/>
                  </a:lnTo>
                  <a:lnTo>
                    <a:pt x="2293216" y="392807"/>
                  </a:lnTo>
                  <a:lnTo>
                    <a:pt x="3065930" y="580481"/>
                  </a:lnTo>
                  <a:lnTo>
                    <a:pt x="3813718" y="0"/>
                  </a:lnTo>
                  <a:lnTo>
                    <a:pt x="4586433" y="628491"/>
                  </a:lnTo>
                  <a:lnTo>
                    <a:pt x="4586433" y="628491"/>
                  </a:lnTo>
                  <a:lnTo>
                    <a:pt x="5359147" y="628491"/>
                  </a:lnTo>
                  <a:lnTo>
                    <a:pt x="6057083" y="628491"/>
                  </a:lnTo>
                  <a:lnTo>
                    <a:pt x="6829797" y="628491"/>
                  </a:lnTo>
                  <a:lnTo>
                    <a:pt x="7577585" y="628491"/>
                  </a:lnTo>
                  <a:lnTo>
                    <a:pt x="7577585" y="628491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39625" y="5005585"/>
              <a:ext cx="7577585" cy="345670"/>
            </a:xfrm>
            <a:custGeom>
              <a:avLst/>
              <a:pathLst>
                <a:path w="7577585" h="345670">
                  <a:moveTo>
                    <a:pt x="0" y="345670"/>
                  </a:moveTo>
                  <a:lnTo>
                    <a:pt x="772714" y="0"/>
                  </a:lnTo>
                  <a:lnTo>
                    <a:pt x="1545428" y="268854"/>
                  </a:lnTo>
                  <a:lnTo>
                    <a:pt x="2293216" y="345670"/>
                  </a:lnTo>
                  <a:lnTo>
                    <a:pt x="2293216" y="345670"/>
                  </a:lnTo>
                  <a:lnTo>
                    <a:pt x="3065930" y="345670"/>
                  </a:lnTo>
                  <a:lnTo>
                    <a:pt x="3813718" y="345670"/>
                  </a:lnTo>
                  <a:lnTo>
                    <a:pt x="4586433" y="345670"/>
                  </a:lnTo>
                  <a:lnTo>
                    <a:pt x="5359147" y="345670"/>
                  </a:lnTo>
                  <a:lnTo>
                    <a:pt x="6057083" y="345670"/>
                  </a:lnTo>
                  <a:lnTo>
                    <a:pt x="6829797" y="345670"/>
                  </a:lnTo>
                  <a:lnTo>
                    <a:pt x="7577585" y="345670"/>
                  </a:lnTo>
                  <a:lnTo>
                    <a:pt x="7577585" y="34567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39625" y="5274440"/>
              <a:ext cx="7577585" cy="76815"/>
            </a:xfrm>
            <a:custGeom>
              <a:avLst/>
              <a:pathLst>
                <a:path w="7577585" h="76815">
                  <a:moveTo>
                    <a:pt x="0" y="76815"/>
                  </a:moveTo>
                  <a:lnTo>
                    <a:pt x="772714" y="76815"/>
                  </a:lnTo>
                  <a:lnTo>
                    <a:pt x="1545428" y="0"/>
                  </a:lnTo>
                  <a:lnTo>
                    <a:pt x="2293216" y="76815"/>
                  </a:lnTo>
                  <a:lnTo>
                    <a:pt x="2293216" y="76815"/>
                  </a:lnTo>
                  <a:lnTo>
                    <a:pt x="3065930" y="76815"/>
                  </a:lnTo>
                  <a:lnTo>
                    <a:pt x="3813718" y="76815"/>
                  </a:lnTo>
                  <a:lnTo>
                    <a:pt x="4586433" y="76815"/>
                  </a:lnTo>
                  <a:lnTo>
                    <a:pt x="5359147" y="76815"/>
                  </a:lnTo>
                  <a:lnTo>
                    <a:pt x="6057083" y="76815"/>
                  </a:lnTo>
                  <a:lnTo>
                    <a:pt x="6829797" y="76815"/>
                  </a:lnTo>
                  <a:lnTo>
                    <a:pt x="7577585" y="76815"/>
                  </a:lnTo>
                  <a:lnTo>
                    <a:pt x="7577585" y="76815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39625" y="5274440"/>
              <a:ext cx="7577585" cy="76815"/>
            </a:xfrm>
            <a:custGeom>
              <a:avLst/>
              <a:pathLst>
                <a:path w="7577585" h="76815">
                  <a:moveTo>
                    <a:pt x="0" y="76815"/>
                  </a:moveTo>
                  <a:lnTo>
                    <a:pt x="772714" y="76815"/>
                  </a:lnTo>
                  <a:lnTo>
                    <a:pt x="1545428" y="0"/>
                  </a:lnTo>
                  <a:lnTo>
                    <a:pt x="2293216" y="76815"/>
                  </a:lnTo>
                  <a:lnTo>
                    <a:pt x="2293216" y="76815"/>
                  </a:lnTo>
                  <a:lnTo>
                    <a:pt x="3065930" y="76815"/>
                  </a:lnTo>
                  <a:lnTo>
                    <a:pt x="3813718" y="76815"/>
                  </a:lnTo>
                  <a:lnTo>
                    <a:pt x="4586433" y="76815"/>
                  </a:lnTo>
                  <a:lnTo>
                    <a:pt x="5359147" y="76815"/>
                  </a:lnTo>
                  <a:lnTo>
                    <a:pt x="6057083" y="76815"/>
                  </a:lnTo>
                  <a:lnTo>
                    <a:pt x="6829797" y="76815"/>
                  </a:lnTo>
                  <a:lnTo>
                    <a:pt x="7577585" y="76815"/>
                  </a:lnTo>
                  <a:lnTo>
                    <a:pt x="7577585" y="76815"/>
                  </a:lnTo>
                </a:path>
              </a:pathLst>
            </a:custGeom>
            <a:ln w="27101" cap="flat">
              <a:solidFill>
                <a:srgbClr val="E0F0F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39625" y="4506283"/>
              <a:ext cx="7577585" cy="844972"/>
            </a:xfrm>
            <a:custGeom>
              <a:avLst/>
              <a:pathLst>
                <a:path w="7577585" h="844972">
                  <a:moveTo>
                    <a:pt x="0" y="844972"/>
                  </a:moveTo>
                  <a:lnTo>
                    <a:pt x="772714" y="844972"/>
                  </a:lnTo>
                  <a:lnTo>
                    <a:pt x="1545428" y="0"/>
                  </a:lnTo>
                  <a:lnTo>
                    <a:pt x="2293216" y="609287"/>
                  </a:lnTo>
                  <a:lnTo>
                    <a:pt x="3065930" y="604923"/>
                  </a:lnTo>
                  <a:lnTo>
                    <a:pt x="3813718" y="530726"/>
                  </a:lnTo>
                  <a:lnTo>
                    <a:pt x="4586433" y="769826"/>
                  </a:lnTo>
                  <a:lnTo>
                    <a:pt x="5359147" y="844972"/>
                  </a:lnTo>
                  <a:lnTo>
                    <a:pt x="5359147" y="844972"/>
                  </a:lnTo>
                  <a:lnTo>
                    <a:pt x="6057083" y="844972"/>
                  </a:lnTo>
                  <a:lnTo>
                    <a:pt x="6829797" y="844972"/>
                  </a:lnTo>
                  <a:lnTo>
                    <a:pt x="7577585" y="844972"/>
                  </a:lnTo>
                  <a:lnTo>
                    <a:pt x="7577585" y="844972"/>
                  </a:lnTo>
                </a:path>
              </a:pathLst>
            </a:custGeom>
            <a:ln w="27101" cap="flat">
              <a:solidFill>
                <a:srgbClr val="09181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039625" y="1894551"/>
              <a:ext cx="7577585" cy="3456704"/>
            </a:xfrm>
            <a:custGeom>
              <a:avLst/>
              <a:pathLst>
                <a:path w="7577585" h="3456704">
                  <a:moveTo>
                    <a:pt x="0" y="0"/>
                  </a:moveTo>
                  <a:lnTo>
                    <a:pt x="772714" y="3456704"/>
                  </a:lnTo>
                  <a:lnTo>
                    <a:pt x="772714" y="3456704"/>
                  </a:lnTo>
                  <a:lnTo>
                    <a:pt x="1545428" y="3456704"/>
                  </a:lnTo>
                  <a:lnTo>
                    <a:pt x="2293216" y="3456704"/>
                  </a:lnTo>
                  <a:lnTo>
                    <a:pt x="3065930" y="3456704"/>
                  </a:lnTo>
                  <a:lnTo>
                    <a:pt x="3813718" y="3456704"/>
                  </a:lnTo>
                  <a:lnTo>
                    <a:pt x="4586433" y="3456704"/>
                  </a:lnTo>
                  <a:lnTo>
                    <a:pt x="5359147" y="3456704"/>
                  </a:lnTo>
                  <a:lnTo>
                    <a:pt x="6057083" y="3456704"/>
                  </a:lnTo>
                  <a:lnTo>
                    <a:pt x="6829797" y="3456704"/>
                  </a:lnTo>
                  <a:lnTo>
                    <a:pt x="7577585" y="3456704"/>
                  </a:lnTo>
                  <a:lnTo>
                    <a:pt x="7577585" y="3456704"/>
                  </a:lnTo>
                </a:path>
              </a:pathLst>
            </a:custGeom>
            <a:ln w="27101" cap="flat">
              <a:solidFill>
                <a:srgbClr val="65A9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039625" y="5274440"/>
              <a:ext cx="7577585" cy="76815"/>
            </a:xfrm>
            <a:custGeom>
              <a:avLst/>
              <a:pathLst>
                <a:path w="7577585" h="76815">
                  <a:moveTo>
                    <a:pt x="0" y="76815"/>
                  </a:moveTo>
                  <a:lnTo>
                    <a:pt x="772714" y="76815"/>
                  </a:lnTo>
                  <a:lnTo>
                    <a:pt x="1545428" y="0"/>
                  </a:lnTo>
                  <a:lnTo>
                    <a:pt x="2293216" y="76815"/>
                  </a:lnTo>
                  <a:lnTo>
                    <a:pt x="2293216" y="76815"/>
                  </a:lnTo>
                  <a:lnTo>
                    <a:pt x="3065930" y="76815"/>
                  </a:lnTo>
                  <a:lnTo>
                    <a:pt x="3813718" y="76815"/>
                  </a:lnTo>
                  <a:lnTo>
                    <a:pt x="4586433" y="76815"/>
                  </a:lnTo>
                  <a:lnTo>
                    <a:pt x="5359147" y="76815"/>
                  </a:lnTo>
                  <a:lnTo>
                    <a:pt x="6057083" y="76815"/>
                  </a:lnTo>
                  <a:lnTo>
                    <a:pt x="6829797" y="76815"/>
                  </a:lnTo>
                  <a:lnTo>
                    <a:pt x="7577585" y="76815"/>
                  </a:lnTo>
                  <a:lnTo>
                    <a:pt x="7577585" y="76815"/>
                  </a:lnTo>
                </a:path>
              </a:pathLst>
            </a:custGeom>
            <a:ln w="27101" cap="flat">
              <a:solidFill>
                <a:srgbClr val="2A6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039625" y="5120809"/>
              <a:ext cx="7577585" cy="230446"/>
            </a:xfrm>
            <a:custGeom>
              <a:avLst/>
              <a:pathLst>
                <a:path w="7577585" h="230446">
                  <a:moveTo>
                    <a:pt x="0" y="230446"/>
                  </a:moveTo>
                  <a:lnTo>
                    <a:pt x="772714" y="230446"/>
                  </a:lnTo>
                  <a:lnTo>
                    <a:pt x="1545428" y="0"/>
                  </a:lnTo>
                  <a:lnTo>
                    <a:pt x="2293216" y="230446"/>
                  </a:lnTo>
                  <a:lnTo>
                    <a:pt x="2293216" y="230446"/>
                  </a:lnTo>
                  <a:lnTo>
                    <a:pt x="3065930" y="230446"/>
                  </a:lnTo>
                  <a:lnTo>
                    <a:pt x="3813718" y="230446"/>
                  </a:lnTo>
                  <a:lnTo>
                    <a:pt x="4586433" y="230446"/>
                  </a:lnTo>
                  <a:lnTo>
                    <a:pt x="5359147" y="230446"/>
                  </a:lnTo>
                  <a:lnTo>
                    <a:pt x="6057083" y="230446"/>
                  </a:lnTo>
                  <a:lnTo>
                    <a:pt x="6829797" y="230446"/>
                  </a:lnTo>
                  <a:lnTo>
                    <a:pt x="7577585" y="230446"/>
                  </a:lnTo>
                  <a:lnTo>
                    <a:pt x="7577585" y="230446"/>
                  </a:lnTo>
                </a:path>
              </a:pathLst>
            </a:custGeom>
            <a:ln w="27101" cap="flat">
              <a:solidFill>
                <a:srgbClr val="F0AF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039625" y="5115571"/>
              <a:ext cx="7577585" cy="235684"/>
            </a:xfrm>
            <a:custGeom>
              <a:avLst/>
              <a:pathLst>
                <a:path w="7577585" h="235684">
                  <a:moveTo>
                    <a:pt x="0" y="235684"/>
                  </a:moveTo>
                  <a:lnTo>
                    <a:pt x="772714" y="235684"/>
                  </a:lnTo>
                  <a:lnTo>
                    <a:pt x="1545428" y="235684"/>
                  </a:lnTo>
                  <a:lnTo>
                    <a:pt x="2293216" y="0"/>
                  </a:lnTo>
                  <a:lnTo>
                    <a:pt x="3065930" y="235684"/>
                  </a:lnTo>
                  <a:lnTo>
                    <a:pt x="3065930" y="235684"/>
                  </a:lnTo>
                  <a:lnTo>
                    <a:pt x="3813718" y="235684"/>
                  </a:lnTo>
                  <a:lnTo>
                    <a:pt x="4586433" y="235684"/>
                  </a:lnTo>
                  <a:lnTo>
                    <a:pt x="5359147" y="235684"/>
                  </a:lnTo>
                  <a:lnTo>
                    <a:pt x="6057083" y="235684"/>
                  </a:lnTo>
                  <a:lnTo>
                    <a:pt x="6829797" y="235684"/>
                  </a:lnTo>
                  <a:lnTo>
                    <a:pt x="7577585" y="235684"/>
                  </a:lnTo>
                  <a:lnTo>
                    <a:pt x="7577585" y="235684"/>
                  </a:lnTo>
                </a:path>
              </a:pathLst>
            </a:custGeom>
            <a:ln w="27101" cap="flat">
              <a:solidFill>
                <a:srgbClr val="FEE9E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039625" y="5005585"/>
              <a:ext cx="7577585" cy="345670"/>
            </a:xfrm>
            <a:custGeom>
              <a:avLst/>
              <a:pathLst>
                <a:path w="7577585" h="345670">
                  <a:moveTo>
                    <a:pt x="0" y="345670"/>
                  </a:moveTo>
                  <a:lnTo>
                    <a:pt x="772714" y="0"/>
                  </a:lnTo>
                  <a:lnTo>
                    <a:pt x="1545428" y="38407"/>
                  </a:lnTo>
                  <a:lnTo>
                    <a:pt x="2293216" y="345670"/>
                  </a:lnTo>
                  <a:lnTo>
                    <a:pt x="2293216" y="345670"/>
                  </a:lnTo>
                  <a:lnTo>
                    <a:pt x="3065930" y="345670"/>
                  </a:lnTo>
                  <a:lnTo>
                    <a:pt x="3813718" y="345670"/>
                  </a:lnTo>
                  <a:lnTo>
                    <a:pt x="4586433" y="345670"/>
                  </a:lnTo>
                  <a:lnTo>
                    <a:pt x="5359147" y="345670"/>
                  </a:lnTo>
                  <a:lnTo>
                    <a:pt x="6057083" y="345670"/>
                  </a:lnTo>
                  <a:lnTo>
                    <a:pt x="6829797" y="345670"/>
                  </a:lnTo>
                  <a:lnTo>
                    <a:pt x="7577585" y="345670"/>
                  </a:lnTo>
                  <a:lnTo>
                    <a:pt x="7577585" y="345670"/>
                  </a:lnTo>
                </a:path>
              </a:pathLst>
            </a:custGeom>
            <a:ln w="27101" cap="flat">
              <a:solidFill>
                <a:srgbClr val="1794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039625" y="5272694"/>
              <a:ext cx="7577585" cy="78561"/>
            </a:xfrm>
            <a:custGeom>
              <a:avLst/>
              <a:pathLst>
                <a:path w="7577585" h="78561">
                  <a:moveTo>
                    <a:pt x="0" y="78561"/>
                  </a:moveTo>
                  <a:lnTo>
                    <a:pt x="772714" y="78561"/>
                  </a:lnTo>
                  <a:lnTo>
                    <a:pt x="1545428" y="78561"/>
                  </a:lnTo>
                  <a:lnTo>
                    <a:pt x="2293216" y="0"/>
                  </a:lnTo>
                  <a:lnTo>
                    <a:pt x="3065930" y="78561"/>
                  </a:lnTo>
                  <a:lnTo>
                    <a:pt x="3065930" y="78561"/>
                  </a:lnTo>
                  <a:lnTo>
                    <a:pt x="3813718" y="78561"/>
                  </a:lnTo>
                  <a:lnTo>
                    <a:pt x="4586433" y="78561"/>
                  </a:lnTo>
                  <a:lnTo>
                    <a:pt x="5359147" y="78561"/>
                  </a:lnTo>
                  <a:lnTo>
                    <a:pt x="6057083" y="78561"/>
                  </a:lnTo>
                  <a:lnTo>
                    <a:pt x="6829797" y="78561"/>
                  </a:lnTo>
                  <a:lnTo>
                    <a:pt x="7577585" y="78561"/>
                  </a:lnTo>
                  <a:lnTo>
                    <a:pt x="7577585" y="78561"/>
                  </a:lnTo>
                </a:path>
              </a:pathLst>
            </a:custGeom>
            <a:ln w="27101" cap="flat">
              <a:solidFill>
                <a:srgbClr val="C8E1E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039625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tx21"/>
            <p:cNvSpPr/>
            <p:nvPr/>
          </p:nvSpPr>
          <p:spPr>
            <a:xfrm>
              <a:off x="815421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22" name="tx22"/>
            <p:cNvSpPr/>
            <p:nvPr/>
          </p:nvSpPr>
          <p:spPr>
            <a:xfrm>
              <a:off x="753241" y="44470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23" name="tx23"/>
            <p:cNvSpPr/>
            <p:nvPr/>
          </p:nvSpPr>
          <p:spPr>
            <a:xfrm>
              <a:off x="753241" y="358289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24" name="tx24"/>
            <p:cNvSpPr/>
            <p:nvPr/>
          </p:nvSpPr>
          <p:spPr>
            <a:xfrm>
              <a:off x="753241" y="2718722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25" name="tx25"/>
            <p:cNvSpPr/>
            <p:nvPr/>
          </p:nvSpPr>
          <p:spPr>
            <a:xfrm>
              <a:off x="691062" y="1854546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6" name="pl26"/>
            <p:cNvSpPr/>
            <p:nvPr/>
          </p:nvSpPr>
          <p:spPr>
            <a:xfrm>
              <a:off x="1004831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004831" y="4487080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004831" y="362290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004831" y="275872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004831" y="189455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039625" y="5351256"/>
              <a:ext cx="7577585" cy="0"/>
            </a:xfrm>
            <a:custGeom>
              <a:avLst/>
              <a:pathLst>
                <a:path w="7577585" h="0">
                  <a:moveTo>
                    <a:pt x="0" y="0"/>
                  </a:moveTo>
                  <a:lnTo>
                    <a:pt x="7577585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103962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81233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58505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3332842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410555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485334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5626058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639877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7096708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7869422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861721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tx43"/>
            <p:cNvSpPr/>
            <p:nvPr/>
          </p:nvSpPr>
          <p:spPr>
            <a:xfrm rot="-5400000">
              <a:off x="840789" y="5613088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44" name="tx44"/>
            <p:cNvSpPr/>
            <p:nvPr/>
          </p:nvSpPr>
          <p:spPr>
            <a:xfrm rot="-5400000">
              <a:off x="1576104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45" name="tx45"/>
            <p:cNvSpPr/>
            <p:nvPr/>
          </p:nvSpPr>
          <p:spPr>
            <a:xfrm rot="-5400000">
              <a:off x="235197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46" name="tx46"/>
            <p:cNvSpPr/>
            <p:nvPr/>
          </p:nvSpPr>
          <p:spPr>
            <a:xfrm rot="-5400000">
              <a:off x="3115306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47" name="tx47"/>
            <p:cNvSpPr/>
            <p:nvPr/>
          </p:nvSpPr>
          <p:spPr>
            <a:xfrm rot="-5400000">
              <a:off x="3872475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48" name="tx48"/>
            <p:cNvSpPr/>
            <p:nvPr/>
          </p:nvSpPr>
          <p:spPr>
            <a:xfrm rot="-5400000">
              <a:off x="462026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49" name="tx49"/>
            <p:cNvSpPr/>
            <p:nvPr/>
          </p:nvSpPr>
          <p:spPr>
            <a:xfrm rot="-5400000">
              <a:off x="5408523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50" name="tx50"/>
            <p:cNvSpPr/>
            <p:nvPr/>
          </p:nvSpPr>
          <p:spPr>
            <a:xfrm rot="-5400000">
              <a:off x="6178082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51" name="tx51"/>
            <p:cNvSpPr/>
            <p:nvPr/>
          </p:nvSpPr>
          <p:spPr>
            <a:xfrm rot="-5400000">
              <a:off x="6857501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52" name="tx52"/>
            <p:cNvSpPr/>
            <p:nvPr/>
          </p:nvSpPr>
          <p:spPr>
            <a:xfrm rot="-5400000">
              <a:off x="7645669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8384221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4614768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55" name="tx55"/>
            <p:cNvSpPr/>
            <p:nvPr/>
          </p:nvSpPr>
          <p:spPr>
            <a:xfrm rot="-5400000">
              <a:off x="-83435" y="3572886"/>
              <a:ext cx="132048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A/H1N1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1039625" y="1669789"/>
              <a:ext cx="325864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A/H1N1 - D.3.1</a:t>
              </a:r>
            </a:p>
          </p:txBody>
        </p:sp>
      </p:grpSp>
      <p:sp>
        <p:nvSpPr>
          <p:cNvPr id="5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A/H1N1 - D.3.1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3418075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156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+ 205K;224A;259K;260E;277A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+ 224A;259K;260E;274N;277A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17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+ 165F;224A;259K;260E;277A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+ 139N;224A;259K;260E;277A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+ 166V;224A;259K;260E;277A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+ 139N;224A;259K;260E;271S;277A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+ 155E;224A;259K;260E;277A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+ 168E;205K;224A;259K;260E;277A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+ 224A;259K;260E;277A;40R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+ 129N;224A;259K;260E;277A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+ 168E;205K;224A;259K;260E;277A;31S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+ 169R;224A;259K;260E;277A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+ 205K;224A;241K;259K;260E;277A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+ 205K;224A;245N;257V;259K;260E;277A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+ 139N;157L;224A;259K;260E;277A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+ 139N;224A;259K;260E;277A;53A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+ 139Y;205K;224A;259K;260E;277A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+ 143G;205K;224A;259K;260E;273Q;277A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+ 147H;224A;259K;260E;274N;277A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+ 159Q;209E;224A;259K;260E;277A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+ 169R;224A;259K;260E;271S;277A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+ 172K;224A;259K;260E;277A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+ 179V;224A;259K;260E;277A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+ 184I;224A;259K;260E;277A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+ 187N;224A;259K;260E;273Q;277A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+ 196E;224A;259K;260E;261V;277A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+ 205K;224A;250V;259K;260E;277A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+ 205K;224A;259K;260E;277A;326P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+ 209E;224A;259K;260E;277A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+ 210L;224A;259K;260E;277A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+ 224A;241K;259K;260E;277A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+ 224A;250T;259K;260E;277A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+ 224A;250V;259K;260E;277A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+ 224A;257V;259K;260E;277A;72K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+ 224A;258K;259K;260E;277A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+ 224A;259K;260E;261D;277A;28Q;307I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+ 224A;259K;260E;266V;277A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+ 224A;259K;260E;267T;277A;311T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+ 224A;259K;260E;272I;277A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+ 224A;259K;260E;274N;277A;326P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+ 224A;259K;260E;274N;277A;45K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+ 224A;259K;260E;277A;290I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+ 224A;259K;260E;277A;302G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+ 224A;259K;260E;277A;321I;54R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+ 224A;259K;260E;277A;35G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+ 224A;259K;260E;277A;35N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+ 224A;259K;260E;277A;45K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+ 224A;259K;260E;277A;57T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+ 224A;259K;260E;277A;68D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+ 224A;259K;260E;277A;68G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+ 224A;259K;260E;277A;71F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D.3.1.1 + 224A;259K;277A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A/H1N1 - D.3.1.1</a:t>
            </a: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88203" y="5378447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188203" y="5312213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188203" y="5245979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188203" y="5179746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188203" y="5113512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188203" y="5047278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188203" y="4981044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188203" y="4914811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188203" y="4848577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188203" y="4782343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188203" y="4716109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188203" y="4649876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188203" y="4583642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188203" y="4517408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188203" y="4451174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188203" y="4384941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188203" y="4318707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188203" y="4252473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188203" y="4186239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188203" y="4120006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188203" y="4053772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188203" y="3987538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188203" y="3921304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188203" y="3855071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188203" y="3788837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188203" y="3722603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188203" y="3656369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2188203" y="3590135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2188203" y="3523902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188203" y="3457668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188203" y="3391434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2188203" y="3325200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188203" y="3258967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188203" y="3192733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2188203" y="3126499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2188203" y="3060265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188203" y="2994032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2188203" y="2927798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2188203" y="2861564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2188203" y="2795330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2188203" y="2729097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2188203" y="2662863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2188203" y="2596629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2188203" y="2530395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2188203" y="2464162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2188203" y="2397928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2188203" y="2331694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2188203" y="2265460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2188203" y="2199227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2188203" y="2132993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2188203" y="2066759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2188203" y="2000525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2188203" y="1934292"/>
              <a:ext cx="4573951" cy="0"/>
            </a:xfrm>
            <a:custGeom>
              <a:avLst/>
              <a:pathLst>
                <a:path w="4573951" h="0">
                  <a:moveTo>
                    <a:pt x="0" y="0"/>
                  </a:moveTo>
                  <a:lnTo>
                    <a:pt x="4573951" y="0"/>
                  </a:lnTo>
                  <a:lnTo>
                    <a:pt x="457395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243323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284162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325001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365840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06679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47517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88356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29195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70034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10873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651712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2229042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2637430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3045819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3454207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3862596" y="5345330"/>
              <a:ext cx="408388" cy="66233"/>
            </a:xfrm>
            <a:prstGeom prst="rect">
              <a:avLst/>
            </a:prstGeom>
            <a:solidFill>
              <a:srgbClr val="F3F5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270984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679373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087761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496150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5904538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6312927" y="534533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2229042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2637430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3045819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3454207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3862596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4270984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4679373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5087761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5496150" y="5279096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5904538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6312927" y="527909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2229042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2637430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3045819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3454207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3862596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4270984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4679373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5087761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5496150" y="5212863"/>
              <a:ext cx="408388" cy="66233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5904538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6312927" y="521286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2229042" y="514662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2637430" y="514662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3045819" y="514662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3454207" y="514662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3862596" y="514662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4270984" y="514662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4679373" y="5146629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5087761" y="514662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5496150" y="5146629"/>
              <a:ext cx="408388" cy="66233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5904538" y="5146629"/>
              <a:ext cx="408388" cy="66233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6312927" y="5146629"/>
              <a:ext cx="408388" cy="66233"/>
            </a:xfrm>
            <a:prstGeom prst="rect">
              <a:avLst/>
            </a:prstGeom>
            <a:solidFill>
              <a:srgbClr val="BFC6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2229042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2637430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3045819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3454207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3862596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4270984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4679373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5087761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5496150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5904538" y="5080395"/>
              <a:ext cx="408388" cy="66233"/>
            </a:xfrm>
            <a:prstGeom prst="rect">
              <a:avLst/>
            </a:prstGeom>
            <a:solidFill>
              <a:srgbClr val="F2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6312927" y="508039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2229042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2637430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3045819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3454207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3862596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4270984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4679373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5087761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5496150" y="5014161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5904538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6312927" y="501416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2229042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2637430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3045819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rc138"/>
            <p:cNvSpPr/>
            <p:nvPr/>
          </p:nvSpPr>
          <p:spPr>
            <a:xfrm>
              <a:off x="3454207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3862596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rc140"/>
            <p:cNvSpPr/>
            <p:nvPr/>
          </p:nvSpPr>
          <p:spPr>
            <a:xfrm>
              <a:off x="4270984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1" name="rc141"/>
            <p:cNvSpPr/>
            <p:nvPr/>
          </p:nvSpPr>
          <p:spPr>
            <a:xfrm>
              <a:off x="4679373" y="4947928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2" name="rc142"/>
            <p:cNvSpPr/>
            <p:nvPr/>
          </p:nvSpPr>
          <p:spPr>
            <a:xfrm>
              <a:off x="5087761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3" name="rc143"/>
            <p:cNvSpPr/>
            <p:nvPr/>
          </p:nvSpPr>
          <p:spPr>
            <a:xfrm>
              <a:off x="5496150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4" name="rc144"/>
            <p:cNvSpPr/>
            <p:nvPr/>
          </p:nvSpPr>
          <p:spPr>
            <a:xfrm>
              <a:off x="5904538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5" name="rc145"/>
            <p:cNvSpPr/>
            <p:nvPr/>
          </p:nvSpPr>
          <p:spPr>
            <a:xfrm>
              <a:off x="6312927" y="494792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6" name="rc146"/>
            <p:cNvSpPr/>
            <p:nvPr/>
          </p:nvSpPr>
          <p:spPr>
            <a:xfrm>
              <a:off x="2229042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2637430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rc148"/>
            <p:cNvSpPr/>
            <p:nvPr/>
          </p:nvSpPr>
          <p:spPr>
            <a:xfrm>
              <a:off x="3045819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9" name="rc149"/>
            <p:cNvSpPr/>
            <p:nvPr/>
          </p:nvSpPr>
          <p:spPr>
            <a:xfrm>
              <a:off x="3454207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0" name="rc150"/>
            <p:cNvSpPr/>
            <p:nvPr/>
          </p:nvSpPr>
          <p:spPr>
            <a:xfrm>
              <a:off x="3862596" y="4881694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1" name="rc151"/>
            <p:cNvSpPr/>
            <p:nvPr/>
          </p:nvSpPr>
          <p:spPr>
            <a:xfrm>
              <a:off x="4270984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2" name="rc152"/>
            <p:cNvSpPr/>
            <p:nvPr/>
          </p:nvSpPr>
          <p:spPr>
            <a:xfrm>
              <a:off x="4679373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3" name="rc153"/>
            <p:cNvSpPr/>
            <p:nvPr/>
          </p:nvSpPr>
          <p:spPr>
            <a:xfrm>
              <a:off x="5087761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4" name="rc154"/>
            <p:cNvSpPr/>
            <p:nvPr/>
          </p:nvSpPr>
          <p:spPr>
            <a:xfrm>
              <a:off x="5496150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5" name="rc155"/>
            <p:cNvSpPr/>
            <p:nvPr/>
          </p:nvSpPr>
          <p:spPr>
            <a:xfrm>
              <a:off x="5904538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6" name="rc156"/>
            <p:cNvSpPr/>
            <p:nvPr/>
          </p:nvSpPr>
          <p:spPr>
            <a:xfrm>
              <a:off x="6312927" y="488169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7" name="rc157"/>
            <p:cNvSpPr/>
            <p:nvPr/>
          </p:nvSpPr>
          <p:spPr>
            <a:xfrm>
              <a:off x="2229042" y="481546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8" name="rc158"/>
            <p:cNvSpPr/>
            <p:nvPr/>
          </p:nvSpPr>
          <p:spPr>
            <a:xfrm>
              <a:off x="2637430" y="481546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9" name="rc159"/>
            <p:cNvSpPr/>
            <p:nvPr/>
          </p:nvSpPr>
          <p:spPr>
            <a:xfrm>
              <a:off x="3045819" y="4815460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0" name="rc160"/>
            <p:cNvSpPr/>
            <p:nvPr/>
          </p:nvSpPr>
          <p:spPr>
            <a:xfrm>
              <a:off x="3454207" y="4815460"/>
              <a:ext cx="408388" cy="66233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1" name="rc161"/>
            <p:cNvSpPr/>
            <p:nvPr/>
          </p:nvSpPr>
          <p:spPr>
            <a:xfrm>
              <a:off x="3862596" y="481546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2" name="rc162"/>
            <p:cNvSpPr/>
            <p:nvPr/>
          </p:nvSpPr>
          <p:spPr>
            <a:xfrm>
              <a:off x="4270984" y="481546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3" name="rc163"/>
            <p:cNvSpPr/>
            <p:nvPr/>
          </p:nvSpPr>
          <p:spPr>
            <a:xfrm>
              <a:off x="4679373" y="481546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4" name="rc164"/>
            <p:cNvSpPr/>
            <p:nvPr/>
          </p:nvSpPr>
          <p:spPr>
            <a:xfrm>
              <a:off x="5087761" y="481546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5" name="rc165"/>
            <p:cNvSpPr/>
            <p:nvPr/>
          </p:nvSpPr>
          <p:spPr>
            <a:xfrm>
              <a:off x="5496150" y="481546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6" name="rc166"/>
            <p:cNvSpPr/>
            <p:nvPr/>
          </p:nvSpPr>
          <p:spPr>
            <a:xfrm>
              <a:off x="5904538" y="481546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7" name="rc167"/>
            <p:cNvSpPr/>
            <p:nvPr/>
          </p:nvSpPr>
          <p:spPr>
            <a:xfrm>
              <a:off x="6312927" y="481546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8" name="rc168"/>
            <p:cNvSpPr/>
            <p:nvPr/>
          </p:nvSpPr>
          <p:spPr>
            <a:xfrm>
              <a:off x="2229042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9" name="rc169"/>
            <p:cNvSpPr/>
            <p:nvPr/>
          </p:nvSpPr>
          <p:spPr>
            <a:xfrm>
              <a:off x="2637430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0" name="rc170"/>
            <p:cNvSpPr/>
            <p:nvPr/>
          </p:nvSpPr>
          <p:spPr>
            <a:xfrm>
              <a:off x="3045819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1" name="rc171"/>
            <p:cNvSpPr/>
            <p:nvPr/>
          </p:nvSpPr>
          <p:spPr>
            <a:xfrm>
              <a:off x="3454207" y="4749226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2" name="rc172"/>
            <p:cNvSpPr/>
            <p:nvPr/>
          </p:nvSpPr>
          <p:spPr>
            <a:xfrm>
              <a:off x="3862596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3" name="rc173"/>
            <p:cNvSpPr/>
            <p:nvPr/>
          </p:nvSpPr>
          <p:spPr>
            <a:xfrm>
              <a:off x="4270984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4" name="rc174"/>
            <p:cNvSpPr/>
            <p:nvPr/>
          </p:nvSpPr>
          <p:spPr>
            <a:xfrm>
              <a:off x="4679373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5" name="rc175"/>
            <p:cNvSpPr/>
            <p:nvPr/>
          </p:nvSpPr>
          <p:spPr>
            <a:xfrm>
              <a:off x="5087761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6" name="rc176"/>
            <p:cNvSpPr/>
            <p:nvPr/>
          </p:nvSpPr>
          <p:spPr>
            <a:xfrm>
              <a:off x="5496150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7" name="rc177"/>
            <p:cNvSpPr/>
            <p:nvPr/>
          </p:nvSpPr>
          <p:spPr>
            <a:xfrm>
              <a:off x="5904538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8" name="rc178"/>
            <p:cNvSpPr/>
            <p:nvPr/>
          </p:nvSpPr>
          <p:spPr>
            <a:xfrm>
              <a:off x="6312927" y="474922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9" name="rc179"/>
            <p:cNvSpPr/>
            <p:nvPr/>
          </p:nvSpPr>
          <p:spPr>
            <a:xfrm>
              <a:off x="2229042" y="468299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0" name="rc180"/>
            <p:cNvSpPr/>
            <p:nvPr/>
          </p:nvSpPr>
          <p:spPr>
            <a:xfrm>
              <a:off x="2637430" y="468299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1" name="rc181"/>
            <p:cNvSpPr/>
            <p:nvPr/>
          </p:nvSpPr>
          <p:spPr>
            <a:xfrm>
              <a:off x="3045819" y="468299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2" name="rc182"/>
            <p:cNvSpPr/>
            <p:nvPr/>
          </p:nvSpPr>
          <p:spPr>
            <a:xfrm>
              <a:off x="3454207" y="468299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3" name="rc183"/>
            <p:cNvSpPr/>
            <p:nvPr/>
          </p:nvSpPr>
          <p:spPr>
            <a:xfrm>
              <a:off x="3862596" y="468299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4" name="rc184"/>
            <p:cNvSpPr/>
            <p:nvPr/>
          </p:nvSpPr>
          <p:spPr>
            <a:xfrm>
              <a:off x="4270984" y="468299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5" name="rc185"/>
            <p:cNvSpPr/>
            <p:nvPr/>
          </p:nvSpPr>
          <p:spPr>
            <a:xfrm>
              <a:off x="4679373" y="468299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6" name="rc186"/>
            <p:cNvSpPr/>
            <p:nvPr/>
          </p:nvSpPr>
          <p:spPr>
            <a:xfrm>
              <a:off x="5087761" y="468299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7" name="rc187"/>
            <p:cNvSpPr/>
            <p:nvPr/>
          </p:nvSpPr>
          <p:spPr>
            <a:xfrm>
              <a:off x="5496150" y="4682993"/>
              <a:ext cx="408388" cy="66233"/>
            </a:xfrm>
            <a:prstGeom prst="rect">
              <a:avLst/>
            </a:prstGeom>
            <a:solidFill>
              <a:srgbClr val="E8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8" name="rc188"/>
            <p:cNvSpPr/>
            <p:nvPr/>
          </p:nvSpPr>
          <p:spPr>
            <a:xfrm>
              <a:off x="5904538" y="4682993"/>
              <a:ext cx="408388" cy="66233"/>
            </a:xfrm>
            <a:prstGeom prst="rect">
              <a:avLst/>
            </a:prstGeom>
            <a:solidFill>
              <a:srgbClr val="D7D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9" name="rc189"/>
            <p:cNvSpPr/>
            <p:nvPr/>
          </p:nvSpPr>
          <p:spPr>
            <a:xfrm>
              <a:off x="6312927" y="468299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0" name="rc190"/>
            <p:cNvSpPr/>
            <p:nvPr/>
          </p:nvSpPr>
          <p:spPr>
            <a:xfrm>
              <a:off x="2229042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1" name="rc191"/>
            <p:cNvSpPr/>
            <p:nvPr/>
          </p:nvSpPr>
          <p:spPr>
            <a:xfrm>
              <a:off x="2637430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2" name="rc192"/>
            <p:cNvSpPr/>
            <p:nvPr/>
          </p:nvSpPr>
          <p:spPr>
            <a:xfrm>
              <a:off x="3045819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3" name="rc193"/>
            <p:cNvSpPr/>
            <p:nvPr/>
          </p:nvSpPr>
          <p:spPr>
            <a:xfrm>
              <a:off x="3454207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4" name="rc194"/>
            <p:cNvSpPr/>
            <p:nvPr/>
          </p:nvSpPr>
          <p:spPr>
            <a:xfrm>
              <a:off x="3862596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5" name="rc195"/>
            <p:cNvSpPr/>
            <p:nvPr/>
          </p:nvSpPr>
          <p:spPr>
            <a:xfrm>
              <a:off x="4270984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6" name="rc196"/>
            <p:cNvSpPr/>
            <p:nvPr/>
          </p:nvSpPr>
          <p:spPr>
            <a:xfrm>
              <a:off x="4679373" y="4616759"/>
              <a:ext cx="408388" cy="66233"/>
            </a:xfrm>
            <a:prstGeom prst="rect">
              <a:avLst/>
            </a:prstGeom>
            <a:solidFill>
              <a:srgbClr val="DEE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7" name="rc197"/>
            <p:cNvSpPr/>
            <p:nvPr/>
          </p:nvSpPr>
          <p:spPr>
            <a:xfrm>
              <a:off x="5087761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8" name="rc198"/>
            <p:cNvSpPr/>
            <p:nvPr/>
          </p:nvSpPr>
          <p:spPr>
            <a:xfrm>
              <a:off x="5496150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9" name="rc199"/>
            <p:cNvSpPr/>
            <p:nvPr/>
          </p:nvSpPr>
          <p:spPr>
            <a:xfrm>
              <a:off x="5904538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0" name="rc200"/>
            <p:cNvSpPr/>
            <p:nvPr/>
          </p:nvSpPr>
          <p:spPr>
            <a:xfrm>
              <a:off x="6312927" y="461675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1" name="rc201"/>
            <p:cNvSpPr/>
            <p:nvPr/>
          </p:nvSpPr>
          <p:spPr>
            <a:xfrm>
              <a:off x="2229042" y="455052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2" name="rc202"/>
            <p:cNvSpPr/>
            <p:nvPr/>
          </p:nvSpPr>
          <p:spPr>
            <a:xfrm>
              <a:off x="2637430" y="455052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3" name="rc203"/>
            <p:cNvSpPr/>
            <p:nvPr/>
          </p:nvSpPr>
          <p:spPr>
            <a:xfrm>
              <a:off x="3045819" y="455052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4" name="rc204"/>
            <p:cNvSpPr/>
            <p:nvPr/>
          </p:nvSpPr>
          <p:spPr>
            <a:xfrm>
              <a:off x="3454207" y="455052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5" name="rc205"/>
            <p:cNvSpPr/>
            <p:nvPr/>
          </p:nvSpPr>
          <p:spPr>
            <a:xfrm>
              <a:off x="3862596" y="455052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6" name="rc206"/>
            <p:cNvSpPr/>
            <p:nvPr/>
          </p:nvSpPr>
          <p:spPr>
            <a:xfrm>
              <a:off x="4270984" y="455052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7" name="rc207"/>
            <p:cNvSpPr/>
            <p:nvPr/>
          </p:nvSpPr>
          <p:spPr>
            <a:xfrm>
              <a:off x="4679373" y="4550525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8" name="rc208"/>
            <p:cNvSpPr/>
            <p:nvPr/>
          </p:nvSpPr>
          <p:spPr>
            <a:xfrm>
              <a:off x="5087761" y="4550525"/>
              <a:ext cx="408388" cy="66233"/>
            </a:xfrm>
            <a:prstGeom prst="rect">
              <a:avLst/>
            </a:prstGeom>
            <a:solidFill>
              <a:srgbClr val="CED4F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9" name="rc209"/>
            <p:cNvSpPr/>
            <p:nvPr/>
          </p:nvSpPr>
          <p:spPr>
            <a:xfrm>
              <a:off x="5496150" y="4550525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0" name="rc210"/>
            <p:cNvSpPr/>
            <p:nvPr/>
          </p:nvSpPr>
          <p:spPr>
            <a:xfrm>
              <a:off x="5904538" y="455052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1" name="rc211"/>
            <p:cNvSpPr/>
            <p:nvPr/>
          </p:nvSpPr>
          <p:spPr>
            <a:xfrm>
              <a:off x="6312927" y="455052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2" name="rc212"/>
            <p:cNvSpPr/>
            <p:nvPr/>
          </p:nvSpPr>
          <p:spPr>
            <a:xfrm>
              <a:off x="2229042" y="448429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3" name="rc213"/>
            <p:cNvSpPr/>
            <p:nvPr/>
          </p:nvSpPr>
          <p:spPr>
            <a:xfrm>
              <a:off x="2637430" y="448429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4" name="rc214"/>
            <p:cNvSpPr/>
            <p:nvPr/>
          </p:nvSpPr>
          <p:spPr>
            <a:xfrm>
              <a:off x="3045819" y="448429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5" name="rc215"/>
            <p:cNvSpPr/>
            <p:nvPr/>
          </p:nvSpPr>
          <p:spPr>
            <a:xfrm>
              <a:off x="3454207" y="448429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6" name="rc216"/>
            <p:cNvSpPr/>
            <p:nvPr/>
          </p:nvSpPr>
          <p:spPr>
            <a:xfrm>
              <a:off x="3862596" y="448429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7" name="rc217"/>
            <p:cNvSpPr/>
            <p:nvPr/>
          </p:nvSpPr>
          <p:spPr>
            <a:xfrm>
              <a:off x="4270984" y="448429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8" name="rc218"/>
            <p:cNvSpPr/>
            <p:nvPr/>
          </p:nvSpPr>
          <p:spPr>
            <a:xfrm>
              <a:off x="4679373" y="448429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9" name="rc219"/>
            <p:cNvSpPr/>
            <p:nvPr/>
          </p:nvSpPr>
          <p:spPr>
            <a:xfrm>
              <a:off x="5087761" y="448429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0" name="rc220"/>
            <p:cNvSpPr/>
            <p:nvPr/>
          </p:nvSpPr>
          <p:spPr>
            <a:xfrm>
              <a:off x="5496150" y="4484291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1" name="rc221"/>
            <p:cNvSpPr/>
            <p:nvPr/>
          </p:nvSpPr>
          <p:spPr>
            <a:xfrm>
              <a:off x="5904538" y="4484291"/>
              <a:ext cx="408388" cy="66233"/>
            </a:xfrm>
            <a:prstGeom prst="rect">
              <a:avLst/>
            </a:prstGeom>
            <a:solidFill>
              <a:srgbClr val="F2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2" name="rc222"/>
            <p:cNvSpPr/>
            <p:nvPr/>
          </p:nvSpPr>
          <p:spPr>
            <a:xfrm>
              <a:off x="6312927" y="448429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3" name="rc223"/>
            <p:cNvSpPr/>
            <p:nvPr/>
          </p:nvSpPr>
          <p:spPr>
            <a:xfrm>
              <a:off x="2229042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4" name="rc224"/>
            <p:cNvSpPr/>
            <p:nvPr/>
          </p:nvSpPr>
          <p:spPr>
            <a:xfrm>
              <a:off x="2637430" y="4418057"/>
              <a:ext cx="408388" cy="66233"/>
            </a:xfrm>
            <a:prstGeom prst="rect">
              <a:avLst/>
            </a:prstGeom>
            <a:solidFill>
              <a:srgbClr val="E0E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5" name="rc225"/>
            <p:cNvSpPr/>
            <p:nvPr/>
          </p:nvSpPr>
          <p:spPr>
            <a:xfrm>
              <a:off x="3045819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6" name="rc226"/>
            <p:cNvSpPr/>
            <p:nvPr/>
          </p:nvSpPr>
          <p:spPr>
            <a:xfrm>
              <a:off x="3454207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7" name="rc227"/>
            <p:cNvSpPr/>
            <p:nvPr/>
          </p:nvSpPr>
          <p:spPr>
            <a:xfrm>
              <a:off x="3862596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8" name="rc228"/>
            <p:cNvSpPr/>
            <p:nvPr/>
          </p:nvSpPr>
          <p:spPr>
            <a:xfrm>
              <a:off x="4270984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9" name="rc229"/>
            <p:cNvSpPr/>
            <p:nvPr/>
          </p:nvSpPr>
          <p:spPr>
            <a:xfrm>
              <a:off x="4679373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0" name="rc230"/>
            <p:cNvSpPr/>
            <p:nvPr/>
          </p:nvSpPr>
          <p:spPr>
            <a:xfrm>
              <a:off x="5087761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1" name="rc231"/>
            <p:cNvSpPr/>
            <p:nvPr/>
          </p:nvSpPr>
          <p:spPr>
            <a:xfrm>
              <a:off x="5496150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2" name="rc232"/>
            <p:cNvSpPr/>
            <p:nvPr/>
          </p:nvSpPr>
          <p:spPr>
            <a:xfrm>
              <a:off x="5904538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3" name="rc233"/>
            <p:cNvSpPr/>
            <p:nvPr/>
          </p:nvSpPr>
          <p:spPr>
            <a:xfrm>
              <a:off x="6312927" y="441805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4" name="rc234"/>
            <p:cNvSpPr/>
            <p:nvPr/>
          </p:nvSpPr>
          <p:spPr>
            <a:xfrm>
              <a:off x="2229042" y="435182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5" name="rc235"/>
            <p:cNvSpPr/>
            <p:nvPr/>
          </p:nvSpPr>
          <p:spPr>
            <a:xfrm>
              <a:off x="2637430" y="4351824"/>
              <a:ext cx="408388" cy="66233"/>
            </a:xfrm>
            <a:prstGeom prst="rect">
              <a:avLst/>
            </a:prstGeom>
            <a:solidFill>
              <a:srgbClr val="E0E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6" name="rc236"/>
            <p:cNvSpPr/>
            <p:nvPr/>
          </p:nvSpPr>
          <p:spPr>
            <a:xfrm>
              <a:off x="3045819" y="4351824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7" name="rc237"/>
            <p:cNvSpPr/>
            <p:nvPr/>
          </p:nvSpPr>
          <p:spPr>
            <a:xfrm>
              <a:off x="3454207" y="435182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8" name="rc238"/>
            <p:cNvSpPr/>
            <p:nvPr/>
          </p:nvSpPr>
          <p:spPr>
            <a:xfrm>
              <a:off x="3862596" y="435182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9" name="rc239"/>
            <p:cNvSpPr/>
            <p:nvPr/>
          </p:nvSpPr>
          <p:spPr>
            <a:xfrm>
              <a:off x="4270984" y="435182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0" name="rc240"/>
            <p:cNvSpPr/>
            <p:nvPr/>
          </p:nvSpPr>
          <p:spPr>
            <a:xfrm>
              <a:off x="4679373" y="435182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1" name="rc241"/>
            <p:cNvSpPr/>
            <p:nvPr/>
          </p:nvSpPr>
          <p:spPr>
            <a:xfrm>
              <a:off x="5087761" y="435182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2" name="rc242"/>
            <p:cNvSpPr/>
            <p:nvPr/>
          </p:nvSpPr>
          <p:spPr>
            <a:xfrm>
              <a:off x="5496150" y="435182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3" name="rc243"/>
            <p:cNvSpPr/>
            <p:nvPr/>
          </p:nvSpPr>
          <p:spPr>
            <a:xfrm>
              <a:off x="5904538" y="435182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4" name="rc244"/>
            <p:cNvSpPr/>
            <p:nvPr/>
          </p:nvSpPr>
          <p:spPr>
            <a:xfrm>
              <a:off x="6312927" y="435182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5" name="rc245"/>
            <p:cNvSpPr/>
            <p:nvPr/>
          </p:nvSpPr>
          <p:spPr>
            <a:xfrm>
              <a:off x="2229042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6" name="rc246"/>
            <p:cNvSpPr/>
            <p:nvPr/>
          </p:nvSpPr>
          <p:spPr>
            <a:xfrm>
              <a:off x="2637430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7" name="rc247"/>
            <p:cNvSpPr/>
            <p:nvPr/>
          </p:nvSpPr>
          <p:spPr>
            <a:xfrm>
              <a:off x="3045819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8" name="rc248"/>
            <p:cNvSpPr/>
            <p:nvPr/>
          </p:nvSpPr>
          <p:spPr>
            <a:xfrm>
              <a:off x="3454207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9" name="rc249"/>
            <p:cNvSpPr/>
            <p:nvPr/>
          </p:nvSpPr>
          <p:spPr>
            <a:xfrm>
              <a:off x="3862596" y="4285590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0" name="rc250"/>
            <p:cNvSpPr/>
            <p:nvPr/>
          </p:nvSpPr>
          <p:spPr>
            <a:xfrm>
              <a:off x="4270984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1" name="rc251"/>
            <p:cNvSpPr/>
            <p:nvPr/>
          </p:nvSpPr>
          <p:spPr>
            <a:xfrm>
              <a:off x="4679373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2" name="rc252"/>
            <p:cNvSpPr/>
            <p:nvPr/>
          </p:nvSpPr>
          <p:spPr>
            <a:xfrm>
              <a:off x="5087761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3" name="rc253"/>
            <p:cNvSpPr/>
            <p:nvPr/>
          </p:nvSpPr>
          <p:spPr>
            <a:xfrm>
              <a:off x="5496150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4" name="rc254"/>
            <p:cNvSpPr/>
            <p:nvPr/>
          </p:nvSpPr>
          <p:spPr>
            <a:xfrm>
              <a:off x="5904538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5" name="rc255"/>
            <p:cNvSpPr/>
            <p:nvPr/>
          </p:nvSpPr>
          <p:spPr>
            <a:xfrm>
              <a:off x="6312927" y="428559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6" name="rc256"/>
            <p:cNvSpPr/>
            <p:nvPr/>
          </p:nvSpPr>
          <p:spPr>
            <a:xfrm>
              <a:off x="2229042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7" name="rc257"/>
            <p:cNvSpPr/>
            <p:nvPr/>
          </p:nvSpPr>
          <p:spPr>
            <a:xfrm>
              <a:off x="2637430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8" name="rc258"/>
            <p:cNvSpPr/>
            <p:nvPr/>
          </p:nvSpPr>
          <p:spPr>
            <a:xfrm>
              <a:off x="3045819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9" name="rc259"/>
            <p:cNvSpPr/>
            <p:nvPr/>
          </p:nvSpPr>
          <p:spPr>
            <a:xfrm>
              <a:off x="3454207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0" name="rc260"/>
            <p:cNvSpPr/>
            <p:nvPr/>
          </p:nvSpPr>
          <p:spPr>
            <a:xfrm>
              <a:off x="3862596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1" name="rc261"/>
            <p:cNvSpPr/>
            <p:nvPr/>
          </p:nvSpPr>
          <p:spPr>
            <a:xfrm>
              <a:off x="4270984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2" name="rc262"/>
            <p:cNvSpPr/>
            <p:nvPr/>
          </p:nvSpPr>
          <p:spPr>
            <a:xfrm>
              <a:off x="4679373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3" name="rc263"/>
            <p:cNvSpPr/>
            <p:nvPr/>
          </p:nvSpPr>
          <p:spPr>
            <a:xfrm>
              <a:off x="5087761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4" name="rc264"/>
            <p:cNvSpPr/>
            <p:nvPr/>
          </p:nvSpPr>
          <p:spPr>
            <a:xfrm>
              <a:off x="5496150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5" name="rc265"/>
            <p:cNvSpPr/>
            <p:nvPr/>
          </p:nvSpPr>
          <p:spPr>
            <a:xfrm>
              <a:off x="5904538" y="4219356"/>
              <a:ext cx="408388" cy="66233"/>
            </a:xfrm>
            <a:prstGeom prst="rect">
              <a:avLst/>
            </a:prstGeom>
            <a:solidFill>
              <a:srgbClr val="F2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6" name="rc266"/>
            <p:cNvSpPr/>
            <p:nvPr/>
          </p:nvSpPr>
          <p:spPr>
            <a:xfrm>
              <a:off x="6312927" y="421935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7" name="rc267"/>
            <p:cNvSpPr/>
            <p:nvPr/>
          </p:nvSpPr>
          <p:spPr>
            <a:xfrm>
              <a:off x="2229042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8" name="rc268"/>
            <p:cNvSpPr/>
            <p:nvPr/>
          </p:nvSpPr>
          <p:spPr>
            <a:xfrm>
              <a:off x="2637430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9" name="rc269"/>
            <p:cNvSpPr/>
            <p:nvPr/>
          </p:nvSpPr>
          <p:spPr>
            <a:xfrm>
              <a:off x="3045819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0" name="rc270"/>
            <p:cNvSpPr/>
            <p:nvPr/>
          </p:nvSpPr>
          <p:spPr>
            <a:xfrm>
              <a:off x="3454207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1" name="rc271"/>
            <p:cNvSpPr/>
            <p:nvPr/>
          </p:nvSpPr>
          <p:spPr>
            <a:xfrm>
              <a:off x="3862596" y="4153122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2" name="rc272"/>
            <p:cNvSpPr/>
            <p:nvPr/>
          </p:nvSpPr>
          <p:spPr>
            <a:xfrm>
              <a:off x="4270984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3" name="rc273"/>
            <p:cNvSpPr/>
            <p:nvPr/>
          </p:nvSpPr>
          <p:spPr>
            <a:xfrm>
              <a:off x="4679373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4" name="rc274"/>
            <p:cNvSpPr/>
            <p:nvPr/>
          </p:nvSpPr>
          <p:spPr>
            <a:xfrm>
              <a:off x="5087761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5" name="rc275"/>
            <p:cNvSpPr/>
            <p:nvPr/>
          </p:nvSpPr>
          <p:spPr>
            <a:xfrm>
              <a:off x="5496150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6" name="rc276"/>
            <p:cNvSpPr/>
            <p:nvPr/>
          </p:nvSpPr>
          <p:spPr>
            <a:xfrm>
              <a:off x="5904538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7" name="rc277"/>
            <p:cNvSpPr/>
            <p:nvPr/>
          </p:nvSpPr>
          <p:spPr>
            <a:xfrm>
              <a:off x="6312927" y="415312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8" name="rc278"/>
            <p:cNvSpPr/>
            <p:nvPr/>
          </p:nvSpPr>
          <p:spPr>
            <a:xfrm>
              <a:off x="2229042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9" name="rc279"/>
            <p:cNvSpPr/>
            <p:nvPr/>
          </p:nvSpPr>
          <p:spPr>
            <a:xfrm>
              <a:off x="2637430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0" name="rc280"/>
            <p:cNvSpPr/>
            <p:nvPr/>
          </p:nvSpPr>
          <p:spPr>
            <a:xfrm>
              <a:off x="3045819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1" name="rc281"/>
            <p:cNvSpPr/>
            <p:nvPr/>
          </p:nvSpPr>
          <p:spPr>
            <a:xfrm>
              <a:off x="3454207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2" name="rc282"/>
            <p:cNvSpPr/>
            <p:nvPr/>
          </p:nvSpPr>
          <p:spPr>
            <a:xfrm>
              <a:off x="3862596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3" name="rc283"/>
            <p:cNvSpPr/>
            <p:nvPr/>
          </p:nvSpPr>
          <p:spPr>
            <a:xfrm>
              <a:off x="4270984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4" name="rc284"/>
            <p:cNvSpPr/>
            <p:nvPr/>
          </p:nvSpPr>
          <p:spPr>
            <a:xfrm>
              <a:off x="4679373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5" name="rc285"/>
            <p:cNvSpPr/>
            <p:nvPr/>
          </p:nvSpPr>
          <p:spPr>
            <a:xfrm>
              <a:off x="5087761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6" name="rc286"/>
            <p:cNvSpPr/>
            <p:nvPr/>
          </p:nvSpPr>
          <p:spPr>
            <a:xfrm>
              <a:off x="5496150" y="4086889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7" name="rc287"/>
            <p:cNvSpPr/>
            <p:nvPr/>
          </p:nvSpPr>
          <p:spPr>
            <a:xfrm>
              <a:off x="5904538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8" name="rc288"/>
            <p:cNvSpPr/>
            <p:nvPr/>
          </p:nvSpPr>
          <p:spPr>
            <a:xfrm>
              <a:off x="6312927" y="408688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9" name="rc289"/>
            <p:cNvSpPr/>
            <p:nvPr/>
          </p:nvSpPr>
          <p:spPr>
            <a:xfrm>
              <a:off x="2229042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0" name="rc290"/>
            <p:cNvSpPr/>
            <p:nvPr/>
          </p:nvSpPr>
          <p:spPr>
            <a:xfrm>
              <a:off x="2637430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1" name="rc291"/>
            <p:cNvSpPr/>
            <p:nvPr/>
          </p:nvSpPr>
          <p:spPr>
            <a:xfrm>
              <a:off x="3045819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2" name="rc292"/>
            <p:cNvSpPr/>
            <p:nvPr/>
          </p:nvSpPr>
          <p:spPr>
            <a:xfrm>
              <a:off x="3454207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3" name="rc293"/>
            <p:cNvSpPr/>
            <p:nvPr/>
          </p:nvSpPr>
          <p:spPr>
            <a:xfrm>
              <a:off x="3862596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4" name="rc294"/>
            <p:cNvSpPr/>
            <p:nvPr/>
          </p:nvSpPr>
          <p:spPr>
            <a:xfrm>
              <a:off x="4270984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5" name="rc295"/>
            <p:cNvSpPr/>
            <p:nvPr/>
          </p:nvSpPr>
          <p:spPr>
            <a:xfrm>
              <a:off x="4679373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6" name="rc296"/>
            <p:cNvSpPr/>
            <p:nvPr/>
          </p:nvSpPr>
          <p:spPr>
            <a:xfrm>
              <a:off x="5087761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7" name="rc297"/>
            <p:cNvSpPr/>
            <p:nvPr/>
          </p:nvSpPr>
          <p:spPr>
            <a:xfrm>
              <a:off x="5496150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8" name="rc298"/>
            <p:cNvSpPr/>
            <p:nvPr/>
          </p:nvSpPr>
          <p:spPr>
            <a:xfrm>
              <a:off x="5904538" y="4020655"/>
              <a:ext cx="408388" cy="66233"/>
            </a:xfrm>
            <a:prstGeom prst="rect">
              <a:avLst/>
            </a:prstGeom>
            <a:solidFill>
              <a:srgbClr val="F2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9" name="rc299"/>
            <p:cNvSpPr/>
            <p:nvPr/>
          </p:nvSpPr>
          <p:spPr>
            <a:xfrm>
              <a:off x="6312927" y="402065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0" name="rc300"/>
            <p:cNvSpPr/>
            <p:nvPr/>
          </p:nvSpPr>
          <p:spPr>
            <a:xfrm>
              <a:off x="2229042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1" name="rc301"/>
            <p:cNvSpPr/>
            <p:nvPr/>
          </p:nvSpPr>
          <p:spPr>
            <a:xfrm>
              <a:off x="2637430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2" name="rc302"/>
            <p:cNvSpPr/>
            <p:nvPr/>
          </p:nvSpPr>
          <p:spPr>
            <a:xfrm>
              <a:off x="3045819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3" name="rc303"/>
            <p:cNvSpPr/>
            <p:nvPr/>
          </p:nvSpPr>
          <p:spPr>
            <a:xfrm>
              <a:off x="3454207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4" name="rc304"/>
            <p:cNvSpPr/>
            <p:nvPr/>
          </p:nvSpPr>
          <p:spPr>
            <a:xfrm>
              <a:off x="3862596" y="3954421"/>
              <a:ext cx="408388" cy="66233"/>
            </a:xfrm>
            <a:prstGeom prst="rect">
              <a:avLst/>
            </a:prstGeom>
            <a:solidFill>
              <a:srgbClr val="F3F5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5" name="rc305"/>
            <p:cNvSpPr/>
            <p:nvPr/>
          </p:nvSpPr>
          <p:spPr>
            <a:xfrm>
              <a:off x="4270984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6" name="rc306"/>
            <p:cNvSpPr/>
            <p:nvPr/>
          </p:nvSpPr>
          <p:spPr>
            <a:xfrm>
              <a:off x="4679373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7" name="rc307"/>
            <p:cNvSpPr/>
            <p:nvPr/>
          </p:nvSpPr>
          <p:spPr>
            <a:xfrm>
              <a:off x="5087761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8" name="rc308"/>
            <p:cNvSpPr/>
            <p:nvPr/>
          </p:nvSpPr>
          <p:spPr>
            <a:xfrm>
              <a:off x="5496150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9" name="rc309"/>
            <p:cNvSpPr/>
            <p:nvPr/>
          </p:nvSpPr>
          <p:spPr>
            <a:xfrm>
              <a:off x="5904538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0" name="rc310"/>
            <p:cNvSpPr/>
            <p:nvPr/>
          </p:nvSpPr>
          <p:spPr>
            <a:xfrm>
              <a:off x="6312927" y="395442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1" name="rc311"/>
            <p:cNvSpPr/>
            <p:nvPr/>
          </p:nvSpPr>
          <p:spPr>
            <a:xfrm>
              <a:off x="2229042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2" name="rc312"/>
            <p:cNvSpPr/>
            <p:nvPr/>
          </p:nvSpPr>
          <p:spPr>
            <a:xfrm>
              <a:off x="2637430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3" name="rc313"/>
            <p:cNvSpPr/>
            <p:nvPr/>
          </p:nvSpPr>
          <p:spPr>
            <a:xfrm>
              <a:off x="3045819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4" name="rc314"/>
            <p:cNvSpPr/>
            <p:nvPr/>
          </p:nvSpPr>
          <p:spPr>
            <a:xfrm>
              <a:off x="3454207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5" name="rc315"/>
            <p:cNvSpPr/>
            <p:nvPr/>
          </p:nvSpPr>
          <p:spPr>
            <a:xfrm>
              <a:off x="3862596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6" name="rc316"/>
            <p:cNvSpPr/>
            <p:nvPr/>
          </p:nvSpPr>
          <p:spPr>
            <a:xfrm>
              <a:off x="4270984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7" name="rc317"/>
            <p:cNvSpPr/>
            <p:nvPr/>
          </p:nvSpPr>
          <p:spPr>
            <a:xfrm>
              <a:off x="4679373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8" name="rc318"/>
            <p:cNvSpPr/>
            <p:nvPr/>
          </p:nvSpPr>
          <p:spPr>
            <a:xfrm>
              <a:off x="5087761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9" name="rc319"/>
            <p:cNvSpPr/>
            <p:nvPr/>
          </p:nvSpPr>
          <p:spPr>
            <a:xfrm>
              <a:off x="5496150" y="3888187"/>
              <a:ext cx="408388" cy="66233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0" name="rc320"/>
            <p:cNvSpPr/>
            <p:nvPr/>
          </p:nvSpPr>
          <p:spPr>
            <a:xfrm>
              <a:off x="5904538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" name="rc321"/>
            <p:cNvSpPr/>
            <p:nvPr/>
          </p:nvSpPr>
          <p:spPr>
            <a:xfrm>
              <a:off x="6312927" y="388818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" name="rc322"/>
            <p:cNvSpPr/>
            <p:nvPr/>
          </p:nvSpPr>
          <p:spPr>
            <a:xfrm>
              <a:off x="2229042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3" name="rc323"/>
            <p:cNvSpPr/>
            <p:nvPr/>
          </p:nvSpPr>
          <p:spPr>
            <a:xfrm>
              <a:off x="2637430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4" name="rc324"/>
            <p:cNvSpPr/>
            <p:nvPr/>
          </p:nvSpPr>
          <p:spPr>
            <a:xfrm>
              <a:off x="3045819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5" name="rc325"/>
            <p:cNvSpPr/>
            <p:nvPr/>
          </p:nvSpPr>
          <p:spPr>
            <a:xfrm>
              <a:off x="3454207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6" name="rc326"/>
            <p:cNvSpPr/>
            <p:nvPr/>
          </p:nvSpPr>
          <p:spPr>
            <a:xfrm>
              <a:off x="3862596" y="3821954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7" name="rc327"/>
            <p:cNvSpPr/>
            <p:nvPr/>
          </p:nvSpPr>
          <p:spPr>
            <a:xfrm>
              <a:off x="4270984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8" name="rc328"/>
            <p:cNvSpPr/>
            <p:nvPr/>
          </p:nvSpPr>
          <p:spPr>
            <a:xfrm>
              <a:off x="4679373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9" name="rc329"/>
            <p:cNvSpPr/>
            <p:nvPr/>
          </p:nvSpPr>
          <p:spPr>
            <a:xfrm>
              <a:off x="5087761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0" name="rc330"/>
            <p:cNvSpPr/>
            <p:nvPr/>
          </p:nvSpPr>
          <p:spPr>
            <a:xfrm>
              <a:off x="5496150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1" name="rc331"/>
            <p:cNvSpPr/>
            <p:nvPr/>
          </p:nvSpPr>
          <p:spPr>
            <a:xfrm>
              <a:off x="5904538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2" name="rc332"/>
            <p:cNvSpPr/>
            <p:nvPr/>
          </p:nvSpPr>
          <p:spPr>
            <a:xfrm>
              <a:off x="6312927" y="382195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3" name="rc333"/>
            <p:cNvSpPr/>
            <p:nvPr/>
          </p:nvSpPr>
          <p:spPr>
            <a:xfrm>
              <a:off x="2229042" y="375572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4" name="rc334"/>
            <p:cNvSpPr/>
            <p:nvPr/>
          </p:nvSpPr>
          <p:spPr>
            <a:xfrm>
              <a:off x="2637430" y="3755720"/>
              <a:ext cx="408388" cy="66233"/>
            </a:xfrm>
            <a:prstGeom prst="rect">
              <a:avLst/>
            </a:prstGeom>
            <a:solidFill>
              <a:srgbClr val="E0E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5" name="rc335"/>
            <p:cNvSpPr/>
            <p:nvPr/>
          </p:nvSpPr>
          <p:spPr>
            <a:xfrm>
              <a:off x="3045819" y="3755720"/>
              <a:ext cx="408388" cy="66233"/>
            </a:xfrm>
            <a:prstGeom prst="rect">
              <a:avLst/>
            </a:prstGeom>
            <a:solidFill>
              <a:srgbClr val="F0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6" name="rc336"/>
            <p:cNvSpPr/>
            <p:nvPr/>
          </p:nvSpPr>
          <p:spPr>
            <a:xfrm>
              <a:off x="3454207" y="3755720"/>
              <a:ext cx="408388" cy="66233"/>
            </a:xfrm>
            <a:prstGeom prst="rect">
              <a:avLst/>
            </a:prstGeom>
            <a:solidFill>
              <a:srgbClr val="E3E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7" name="rc337"/>
            <p:cNvSpPr/>
            <p:nvPr/>
          </p:nvSpPr>
          <p:spPr>
            <a:xfrm>
              <a:off x="3862596" y="3755720"/>
              <a:ext cx="408388" cy="66233"/>
            </a:xfrm>
            <a:prstGeom prst="rect">
              <a:avLst/>
            </a:prstGeom>
            <a:solidFill>
              <a:srgbClr val="D9D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8" name="rc338"/>
            <p:cNvSpPr/>
            <p:nvPr/>
          </p:nvSpPr>
          <p:spPr>
            <a:xfrm>
              <a:off x="4270984" y="375572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9" name="rc339"/>
            <p:cNvSpPr/>
            <p:nvPr/>
          </p:nvSpPr>
          <p:spPr>
            <a:xfrm>
              <a:off x="4679373" y="3755720"/>
              <a:ext cx="408388" cy="66233"/>
            </a:xfrm>
            <a:prstGeom prst="rect">
              <a:avLst/>
            </a:prstGeom>
            <a:solidFill>
              <a:srgbClr val="C8CEF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0" name="rc340"/>
            <p:cNvSpPr/>
            <p:nvPr/>
          </p:nvSpPr>
          <p:spPr>
            <a:xfrm>
              <a:off x="5087761" y="3755720"/>
              <a:ext cx="408388" cy="66233"/>
            </a:xfrm>
            <a:prstGeom prst="rect">
              <a:avLst/>
            </a:prstGeom>
            <a:solidFill>
              <a:srgbClr val="CED4F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1" name="rc341"/>
            <p:cNvSpPr/>
            <p:nvPr/>
          </p:nvSpPr>
          <p:spPr>
            <a:xfrm>
              <a:off x="5496150" y="3755720"/>
              <a:ext cx="408388" cy="66233"/>
            </a:xfrm>
            <a:prstGeom prst="rect">
              <a:avLst/>
            </a:prstGeom>
            <a:solidFill>
              <a:srgbClr val="C1C7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2" name="rc342"/>
            <p:cNvSpPr/>
            <p:nvPr/>
          </p:nvSpPr>
          <p:spPr>
            <a:xfrm>
              <a:off x="5904538" y="3755720"/>
              <a:ext cx="408388" cy="66233"/>
            </a:xfrm>
            <a:prstGeom prst="rect">
              <a:avLst/>
            </a:prstGeom>
            <a:solidFill>
              <a:srgbClr val="E1E5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3" name="rc343"/>
            <p:cNvSpPr/>
            <p:nvPr/>
          </p:nvSpPr>
          <p:spPr>
            <a:xfrm>
              <a:off x="6312927" y="375572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4" name="rc344"/>
            <p:cNvSpPr/>
            <p:nvPr/>
          </p:nvSpPr>
          <p:spPr>
            <a:xfrm>
              <a:off x="2229042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5" name="rc345"/>
            <p:cNvSpPr/>
            <p:nvPr/>
          </p:nvSpPr>
          <p:spPr>
            <a:xfrm>
              <a:off x="2637430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6" name="rc346"/>
            <p:cNvSpPr/>
            <p:nvPr/>
          </p:nvSpPr>
          <p:spPr>
            <a:xfrm>
              <a:off x="3045819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7" name="rc347"/>
            <p:cNvSpPr/>
            <p:nvPr/>
          </p:nvSpPr>
          <p:spPr>
            <a:xfrm>
              <a:off x="3454207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8" name="rc348"/>
            <p:cNvSpPr/>
            <p:nvPr/>
          </p:nvSpPr>
          <p:spPr>
            <a:xfrm>
              <a:off x="3862596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9" name="rc349"/>
            <p:cNvSpPr/>
            <p:nvPr/>
          </p:nvSpPr>
          <p:spPr>
            <a:xfrm>
              <a:off x="4270984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0" name="rc350"/>
            <p:cNvSpPr/>
            <p:nvPr/>
          </p:nvSpPr>
          <p:spPr>
            <a:xfrm>
              <a:off x="4679373" y="3689486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1" name="rc351"/>
            <p:cNvSpPr/>
            <p:nvPr/>
          </p:nvSpPr>
          <p:spPr>
            <a:xfrm>
              <a:off x="5087761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2" name="rc352"/>
            <p:cNvSpPr/>
            <p:nvPr/>
          </p:nvSpPr>
          <p:spPr>
            <a:xfrm>
              <a:off x="5496150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3" name="rc353"/>
            <p:cNvSpPr/>
            <p:nvPr/>
          </p:nvSpPr>
          <p:spPr>
            <a:xfrm>
              <a:off x="5904538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4" name="rc354"/>
            <p:cNvSpPr/>
            <p:nvPr/>
          </p:nvSpPr>
          <p:spPr>
            <a:xfrm>
              <a:off x="6312927" y="368948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5" name="rc355"/>
            <p:cNvSpPr/>
            <p:nvPr/>
          </p:nvSpPr>
          <p:spPr>
            <a:xfrm>
              <a:off x="2229042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6" name="rc356"/>
            <p:cNvSpPr/>
            <p:nvPr/>
          </p:nvSpPr>
          <p:spPr>
            <a:xfrm>
              <a:off x="2637430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7" name="rc357"/>
            <p:cNvSpPr/>
            <p:nvPr/>
          </p:nvSpPr>
          <p:spPr>
            <a:xfrm>
              <a:off x="3045819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8" name="rc358"/>
            <p:cNvSpPr/>
            <p:nvPr/>
          </p:nvSpPr>
          <p:spPr>
            <a:xfrm>
              <a:off x="3454207" y="3623252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9" name="rc359"/>
            <p:cNvSpPr/>
            <p:nvPr/>
          </p:nvSpPr>
          <p:spPr>
            <a:xfrm>
              <a:off x="3862596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0" name="rc360"/>
            <p:cNvSpPr/>
            <p:nvPr/>
          </p:nvSpPr>
          <p:spPr>
            <a:xfrm>
              <a:off x="4270984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1" name="rc361"/>
            <p:cNvSpPr/>
            <p:nvPr/>
          </p:nvSpPr>
          <p:spPr>
            <a:xfrm>
              <a:off x="4679373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2" name="rc362"/>
            <p:cNvSpPr/>
            <p:nvPr/>
          </p:nvSpPr>
          <p:spPr>
            <a:xfrm>
              <a:off x="5087761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3" name="rc363"/>
            <p:cNvSpPr/>
            <p:nvPr/>
          </p:nvSpPr>
          <p:spPr>
            <a:xfrm>
              <a:off x="5496150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4" name="rc364"/>
            <p:cNvSpPr/>
            <p:nvPr/>
          </p:nvSpPr>
          <p:spPr>
            <a:xfrm>
              <a:off x="5904538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5" name="rc365"/>
            <p:cNvSpPr/>
            <p:nvPr/>
          </p:nvSpPr>
          <p:spPr>
            <a:xfrm>
              <a:off x="6312927" y="362325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6" name="rc366"/>
            <p:cNvSpPr/>
            <p:nvPr/>
          </p:nvSpPr>
          <p:spPr>
            <a:xfrm>
              <a:off x="2229042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7" name="rc367"/>
            <p:cNvSpPr/>
            <p:nvPr/>
          </p:nvSpPr>
          <p:spPr>
            <a:xfrm>
              <a:off x="2637430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8" name="rc368"/>
            <p:cNvSpPr/>
            <p:nvPr/>
          </p:nvSpPr>
          <p:spPr>
            <a:xfrm>
              <a:off x="3045819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9" name="rc369"/>
            <p:cNvSpPr/>
            <p:nvPr/>
          </p:nvSpPr>
          <p:spPr>
            <a:xfrm>
              <a:off x="3454207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0" name="rc370"/>
            <p:cNvSpPr/>
            <p:nvPr/>
          </p:nvSpPr>
          <p:spPr>
            <a:xfrm>
              <a:off x="3862596" y="3557019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1" name="rc371"/>
            <p:cNvSpPr/>
            <p:nvPr/>
          </p:nvSpPr>
          <p:spPr>
            <a:xfrm>
              <a:off x="4270984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2" name="rc372"/>
            <p:cNvSpPr/>
            <p:nvPr/>
          </p:nvSpPr>
          <p:spPr>
            <a:xfrm>
              <a:off x="4679373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3" name="rc373"/>
            <p:cNvSpPr/>
            <p:nvPr/>
          </p:nvSpPr>
          <p:spPr>
            <a:xfrm>
              <a:off x="5087761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4" name="rc374"/>
            <p:cNvSpPr/>
            <p:nvPr/>
          </p:nvSpPr>
          <p:spPr>
            <a:xfrm>
              <a:off x="5496150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5" name="rc375"/>
            <p:cNvSpPr/>
            <p:nvPr/>
          </p:nvSpPr>
          <p:spPr>
            <a:xfrm>
              <a:off x="5904538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6" name="rc376"/>
            <p:cNvSpPr/>
            <p:nvPr/>
          </p:nvSpPr>
          <p:spPr>
            <a:xfrm>
              <a:off x="6312927" y="355701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7" name="rc377"/>
            <p:cNvSpPr/>
            <p:nvPr/>
          </p:nvSpPr>
          <p:spPr>
            <a:xfrm>
              <a:off x="2229042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8" name="rc378"/>
            <p:cNvSpPr/>
            <p:nvPr/>
          </p:nvSpPr>
          <p:spPr>
            <a:xfrm>
              <a:off x="2637430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9" name="rc379"/>
            <p:cNvSpPr/>
            <p:nvPr/>
          </p:nvSpPr>
          <p:spPr>
            <a:xfrm>
              <a:off x="3045819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0" name="rc380"/>
            <p:cNvSpPr/>
            <p:nvPr/>
          </p:nvSpPr>
          <p:spPr>
            <a:xfrm>
              <a:off x="3454207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1" name="rc381"/>
            <p:cNvSpPr/>
            <p:nvPr/>
          </p:nvSpPr>
          <p:spPr>
            <a:xfrm>
              <a:off x="3862596" y="3490785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2" name="rc382"/>
            <p:cNvSpPr/>
            <p:nvPr/>
          </p:nvSpPr>
          <p:spPr>
            <a:xfrm>
              <a:off x="4270984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3" name="rc383"/>
            <p:cNvSpPr/>
            <p:nvPr/>
          </p:nvSpPr>
          <p:spPr>
            <a:xfrm>
              <a:off x="4679373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4" name="rc384"/>
            <p:cNvSpPr/>
            <p:nvPr/>
          </p:nvSpPr>
          <p:spPr>
            <a:xfrm>
              <a:off x="5087761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5" name="rc385"/>
            <p:cNvSpPr/>
            <p:nvPr/>
          </p:nvSpPr>
          <p:spPr>
            <a:xfrm>
              <a:off x="5496150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6" name="rc386"/>
            <p:cNvSpPr/>
            <p:nvPr/>
          </p:nvSpPr>
          <p:spPr>
            <a:xfrm>
              <a:off x="5904538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7" name="rc387"/>
            <p:cNvSpPr/>
            <p:nvPr/>
          </p:nvSpPr>
          <p:spPr>
            <a:xfrm>
              <a:off x="6312927" y="349078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8" name="rc388"/>
            <p:cNvSpPr/>
            <p:nvPr/>
          </p:nvSpPr>
          <p:spPr>
            <a:xfrm>
              <a:off x="2229042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9" name="rc389"/>
            <p:cNvSpPr/>
            <p:nvPr/>
          </p:nvSpPr>
          <p:spPr>
            <a:xfrm>
              <a:off x="2637430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0" name="rc390"/>
            <p:cNvSpPr/>
            <p:nvPr/>
          </p:nvSpPr>
          <p:spPr>
            <a:xfrm>
              <a:off x="3045819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1" name="rc391"/>
            <p:cNvSpPr/>
            <p:nvPr/>
          </p:nvSpPr>
          <p:spPr>
            <a:xfrm>
              <a:off x="3454207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2" name="rc392"/>
            <p:cNvSpPr/>
            <p:nvPr/>
          </p:nvSpPr>
          <p:spPr>
            <a:xfrm>
              <a:off x="3862596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3" name="rc393"/>
            <p:cNvSpPr/>
            <p:nvPr/>
          </p:nvSpPr>
          <p:spPr>
            <a:xfrm>
              <a:off x="4270984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4" name="rc394"/>
            <p:cNvSpPr/>
            <p:nvPr/>
          </p:nvSpPr>
          <p:spPr>
            <a:xfrm>
              <a:off x="4679373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5" name="rc395"/>
            <p:cNvSpPr/>
            <p:nvPr/>
          </p:nvSpPr>
          <p:spPr>
            <a:xfrm>
              <a:off x="5087761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6" name="rc396"/>
            <p:cNvSpPr/>
            <p:nvPr/>
          </p:nvSpPr>
          <p:spPr>
            <a:xfrm>
              <a:off x="5496150" y="3424551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7" name="rc397"/>
            <p:cNvSpPr/>
            <p:nvPr/>
          </p:nvSpPr>
          <p:spPr>
            <a:xfrm>
              <a:off x="5904538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8" name="rc398"/>
            <p:cNvSpPr/>
            <p:nvPr/>
          </p:nvSpPr>
          <p:spPr>
            <a:xfrm>
              <a:off x="6312927" y="342455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9" name="rc399"/>
            <p:cNvSpPr/>
            <p:nvPr/>
          </p:nvSpPr>
          <p:spPr>
            <a:xfrm>
              <a:off x="2229042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0" name="rc400"/>
            <p:cNvSpPr/>
            <p:nvPr/>
          </p:nvSpPr>
          <p:spPr>
            <a:xfrm>
              <a:off x="2637430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1" name="rc401"/>
            <p:cNvSpPr/>
            <p:nvPr/>
          </p:nvSpPr>
          <p:spPr>
            <a:xfrm>
              <a:off x="3045819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2" name="rc402"/>
            <p:cNvSpPr/>
            <p:nvPr/>
          </p:nvSpPr>
          <p:spPr>
            <a:xfrm>
              <a:off x="3454207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3" name="rc403"/>
            <p:cNvSpPr/>
            <p:nvPr/>
          </p:nvSpPr>
          <p:spPr>
            <a:xfrm>
              <a:off x="3862596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4" name="rc404"/>
            <p:cNvSpPr/>
            <p:nvPr/>
          </p:nvSpPr>
          <p:spPr>
            <a:xfrm>
              <a:off x="4270984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5" name="rc405"/>
            <p:cNvSpPr/>
            <p:nvPr/>
          </p:nvSpPr>
          <p:spPr>
            <a:xfrm>
              <a:off x="4679373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6" name="rc406"/>
            <p:cNvSpPr/>
            <p:nvPr/>
          </p:nvSpPr>
          <p:spPr>
            <a:xfrm>
              <a:off x="5087761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7" name="rc407"/>
            <p:cNvSpPr/>
            <p:nvPr/>
          </p:nvSpPr>
          <p:spPr>
            <a:xfrm>
              <a:off x="5496150" y="3358317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8" name="rc408"/>
            <p:cNvSpPr/>
            <p:nvPr/>
          </p:nvSpPr>
          <p:spPr>
            <a:xfrm>
              <a:off x="5904538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9" name="rc409"/>
            <p:cNvSpPr/>
            <p:nvPr/>
          </p:nvSpPr>
          <p:spPr>
            <a:xfrm>
              <a:off x="6312927" y="335831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0" name="rc410"/>
            <p:cNvSpPr/>
            <p:nvPr/>
          </p:nvSpPr>
          <p:spPr>
            <a:xfrm>
              <a:off x="2229042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1" name="rc411"/>
            <p:cNvSpPr/>
            <p:nvPr/>
          </p:nvSpPr>
          <p:spPr>
            <a:xfrm>
              <a:off x="2637430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2" name="rc412"/>
            <p:cNvSpPr/>
            <p:nvPr/>
          </p:nvSpPr>
          <p:spPr>
            <a:xfrm>
              <a:off x="3045819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3" name="rc413"/>
            <p:cNvSpPr/>
            <p:nvPr/>
          </p:nvSpPr>
          <p:spPr>
            <a:xfrm>
              <a:off x="3454207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4" name="rc414"/>
            <p:cNvSpPr/>
            <p:nvPr/>
          </p:nvSpPr>
          <p:spPr>
            <a:xfrm>
              <a:off x="3862596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5" name="rc415"/>
            <p:cNvSpPr/>
            <p:nvPr/>
          </p:nvSpPr>
          <p:spPr>
            <a:xfrm>
              <a:off x="4270984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6" name="rc416"/>
            <p:cNvSpPr/>
            <p:nvPr/>
          </p:nvSpPr>
          <p:spPr>
            <a:xfrm>
              <a:off x="4679373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7" name="rc417"/>
            <p:cNvSpPr/>
            <p:nvPr/>
          </p:nvSpPr>
          <p:spPr>
            <a:xfrm>
              <a:off x="5087761" y="3292084"/>
              <a:ext cx="408388" cy="66233"/>
            </a:xfrm>
            <a:prstGeom prst="rect">
              <a:avLst/>
            </a:prstGeom>
            <a:solidFill>
              <a:srgbClr val="CED4F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8" name="rc418"/>
            <p:cNvSpPr/>
            <p:nvPr/>
          </p:nvSpPr>
          <p:spPr>
            <a:xfrm>
              <a:off x="5496150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9" name="rc419"/>
            <p:cNvSpPr/>
            <p:nvPr/>
          </p:nvSpPr>
          <p:spPr>
            <a:xfrm>
              <a:off x="5904538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0" name="rc420"/>
            <p:cNvSpPr/>
            <p:nvPr/>
          </p:nvSpPr>
          <p:spPr>
            <a:xfrm>
              <a:off x="6312927" y="329208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1" name="rc421"/>
            <p:cNvSpPr/>
            <p:nvPr/>
          </p:nvSpPr>
          <p:spPr>
            <a:xfrm>
              <a:off x="2229042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2" name="rc422"/>
            <p:cNvSpPr/>
            <p:nvPr/>
          </p:nvSpPr>
          <p:spPr>
            <a:xfrm>
              <a:off x="2637430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3" name="rc423"/>
            <p:cNvSpPr/>
            <p:nvPr/>
          </p:nvSpPr>
          <p:spPr>
            <a:xfrm>
              <a:off x="3045819" y="3225850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4" name="rc424"/>
            <p:cNvSpPr/>
            <p:nvPr/>
          </p:nvSpPr>
          <p:spPr>
            <a:xfrm>
              <a:off x="3454207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5" name="rc425"/>
            <p:cNvSpPr/>
            <p:nvPr/>
          </p:nvSpPr>
          <p:spPr>
            <a:xfrm>
              <a:off x="3862596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6" name="rc426"/>
            <p:cNvSpPr/>
            <p:nvPr/>
          </p:nvSpPr>
          <p:spPr>
            <a:xfrm>
              <a:off x="4270984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7" name="rc427"/>
            <p:cNvSpPr/>
            <p:nvPr/>
          </p:nvSpPr>
          <p:spPr>
            <a:xfrm>
              <a:off x="4679373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8" name="rc428"/>
            <p:cNvSpPr/>
            <p:nvPr/>
          </p:nvSpPr>
          <p:spPr>
            <a:xfrm>
              <a:off x="5087761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9" name="rc429"/>
            <p:cNvSpPr/>
            <p:nvPr/>
          </p:nvSpPr>
          <p:spPr>
            <a:xfrm>
              <a:off x="5496150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0" name="rc430"/>
            <p:cNvSpPr/>
            <p:nvPr/>
          </p:nvSpPr>
          <p:spPr>
            <a:xfrm>
              <a:off x="5904538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1" name="rc431"/>
            <p:cNvSpPr/>
            <p:nvPr/>
          </p:nvSpPr>
          <p:spPr>
            <a:xfrm>
              <a:off x="6312927" y="322585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2" name="rc432"/>
            <p:cNvSpPr/>
            <p:nvPr/>
          </p:nvSpPr>
          <p:spPr>
            <a:xfrm>
              <a:off x="2229042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3" name="rc433"/>
            <p:cNvSpPr/>
            <p:nvPr/>
          </p:nvSpPr>
          <p:spPr>
            <a:xfrm>
              <a:off x="2637430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4" name="rc434"/>
            <p:cNvSpPr/>
            <p:nvPr/>
          </p:nvSpPr>
          <p:spPr>
            <a:xfrm>
              <a:off x="3045819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5" name="rc435"/>
            <p:cNvSpPr/>
            <p:nvPr/>
          </p:nvSpPr>
          <p:spPr>
            <a:xfrm>
              <a:off x="3454207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6" name="rc436"/>
            <p:cNvSpPr/>
            <p:nvPr/>
          </p:nvSpPr>
          <p:spPr>
            <a:xfrm>
              <a:off x="3862596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7" name="rc437"/>
            <p:cNvSpPr/>
            <p:nvPr/>
          </p:nvSpPr>
          <p:spPr>
            <a:xfrm>
              <a:off x="4270984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8" name="rc438"/>
            <p:cNvSpPr/>
            <p:nvPr/>
          </p:nvSpPr>
          <p:spPr>
            <a:xfrm>
              <a:off x="4679373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9" name="rc439"/>
            <p:cNvSpPr/>
            <p:nvPr/>
          </p:nvSpPr>
          <p:spPr>
            <a:xfrm>
              <a:off x="5087761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0" name="rc440"/>
            <p:cNvSpPr/>
            <p:nvPr/>
          </p:nvSpPr>
          <p:spPr>
            <a:xfrm>
              <a:off x="5496150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1" name="rc441"/>
            <p:cNvSpPr/>
            <p:nvPr/>
          </p:nvSpPr>
          <p:spPr>
            <a:xfrm>
              <a:off x="5904538" y="3159616"/>
              <a:ext cx="408388" cy="66233"/>
            </a:xfrm>
            <a:prstGeom prst="rect">
              <a:avLst/>
            </a:prstGeom>
            <a:solidFill>
              <a:srgbClr val="F2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2" name="rc442"/>
            <p:cNvSpPr/>
            <p:nvPr/>
          </p:nvSpPr>
          <p:spPr>
            <a:xfrm>
              <a:off x="6312927" y="315961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3" name="rc443"/>
            <p:cNvSpPr/>
            <p:nvPr/>
          </p:nvSpPr>
          <p:spPr>
            <a:xfrm>
              <a:off x="2229042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4" name="rc444"/>
            <p:cNvSpPr/>
            <p:nvPr/>
          </p:nvSpPr>
          <p:spPr>
            <a:xfrm>
              <a:off x="2637430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5" name="rc445"/>
            <p:cNvSpPr/>
            <p:nvPr/>
          </p:nvSpPr>
          <p:spPr>
            <a:xfrm>
              <a:off x="3045819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6" name="rc446"/>
            <p:cNvSpPr/>
            <p:nvPr/>
          </p:nvSpPr>
          <p:spPr>
            <a:xfrm>
              <a:off x="3454207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7" name="rc447"/>
            <p:cNvSpPr/>
            <p:nvPr/>
          </p:nvSpPr>
          <p:spPr>
            <a:xfrm>
              <a:off x="3862596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8" name="rc448"/>
            <p:cNvSpPr/>
            <p:nvPr/>
          </p:nvSpPr>
          <p:spPr>
            <a:xfrm>
              <a:off x="4270984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9" name="rc449"/>
            <p:cNvSpPr/>
            <p:nvPr/>
          </p:nvSpPr>
          <p:spPr>
            <a:xfrm>
              <a:off x="4679373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0" name="rc450"/>
            <p:cNvSpPr/>
            <p:nvPr/>
          </p:nvSpPr>
          <p:spPr>
            <a:xfrm>
              <a:off x="5087761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1" name="rc451"/>
            <p:cNvSpPr/>
            <p:nvPr/>
          </p:nvSpPr>
          <p:spPr>
            <a:xfrm>
              <a:off x="5496150" y="3093382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2" name="rc452"/>
            <p:cNvSpPr/>
            <p:nvPr/>
          </p:nvSpPr>
          <p:spPr>
            <a:xfrm>
              <a:off x="5904538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3" name="rc453"/>
            <p:cNvSpPr/>
            <p:nvPr/>
          </p:nvSpPr>
          <p:spPr>
            <a:xfrm>
              <a:off x="6312927" y="309338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4" name="rc454"/>
            <p:cNvSpPr/>
            <p:nvPr/>
          </p:nvSpPr>
          <p:spPr>
            <a:xfrm>
              <a:off x="2229042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5" name="rc455"/>
            <p:cNvSpPr/>
            <p:nvPr/>
          </p:nvSpPr>
          <p:spPr>
            <a:xfrm>
              <a:off x="2637430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6" name="rc456"/>
            <p:cNvSpPr/>
            <p:nvPr/>
          </p:nvSpPr>
          <p:spPr>
            <a:xfrm>
              <a:off x="3045819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7" name="rc457"/>
            <p:cNvSpPr/>
            <p:nvPr/>
          </p:nvSpPr>
          <p:spPr>
            <a:xfrm>
              <a:off x="3454207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8" name="rc458"/>
            <p:cNvSpPr/>
            <p:nvPr/>
          </p:nvSpPr>
          <p:spPr>
            <a:xfrm>
              <a:off x="3862596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9" name="rc459"/>
            <p:cNvSpPr/>
            <p:nvPr/>
          </p:nvSpPr>
          <p:spPr>
            <a:xfrm>
              <a:off x="4270984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0" name="rc460"/>
            <p:cNvSpPr/>
            <p:nvPr/>
          </p:nvSpPr>
          <p:spPr>
            <a:xfrm>
              <a:off x="4679373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1" name="rc461"/>
            <p:cNvSpPr/>
            <p:nvPr/>
          </p:nvSpPr>
          <p:spPr>
            <a:xfrm>
              <a:off x="5087761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2" name="rc462"/>
            <p:cNvSpPr/>
            <p:nvPr/>
          </p:nvSpPr>
          <p:spPr>
            <a:xfrm>
              <a:off x="5496150" y="3027149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3" name="rc463"/>
            <p:cNvSpPr/>
            <p:nvPr/>
          </p:nvSpPr>
          <p:spPr>
            <a:xfrm>
              <a:off x="5904538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4" name="rc464"/>
            <p:cNvSpPr/>
            <p:nvPr/>
          </p:nvSpPr>
          <p:spPr>
            <a:xfrm>
              <a:off x="6312927" y="3027149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5" name="rc465"/>
            <p:cNvSpPr/>
            <p:nvPr/>
          </p:nvSpPr>
          <p:spPr>
            <a:xfrm>
              <a:off x="2229042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6" name="rc466"/>
            <p:cNvSpPr/>
            <p:nvPr/>
          </p:nvSpPr>
          <p:spPr>
            <a:xfrm>
              <a:off x="2637430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7" name="rc467"/>
            <p:cNvSpPr/>
            <p:nvPr/>
          </p:nvSpPr>
          <p:spPr>
            <a:xfrm>
              <a:off x="3045819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8" name="rc468"/>
            <p:cNvSpPr/>
            <p:nvPr/>
          </p:nvSpPr>
          <p:spPr>
            <a:xfrm>
              <a:off x="3454207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9" name="rc469"/>
            <p:cNvSpPr/>
            <p:nvPr/>
          </p:nvSpPr>
          <p:spPr>
            <a:xfrm>
              <a:off x="3862596" y="2960915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0" name="rc470"/>
            <p:cNvSpPr/>
            <p:nvPr/>
          </p:nvSpPr>
          <p:spPr>
            <a:xfrm>
              <a:off x="4270984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1" name="rc471"/>
            <p:cNvSpPr/>
            <p:nvPr/>
          </p:nvSpPr>
          <p:spPr>
            <a:xfrm>
              <a:off x="4679373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2" name="rc472"/>
            <p:cNvSpPr/>
            <p:nvPr/>
          </p:nvSpPr>
          <p:spPr>
            <a:xfrm>
              <a:off x="5087761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3" name="rc473"/>
            <p:cNvSpPr/>
            <p:nvPr/>
          </p:nvSpPr>
          <p:spPr>
            <a:xfrm>
              <a:off x="5496150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4" name="rc474"/>
            <p:cNvSpPr/>
            <p:nvPr/>
          </p:nvSpPr>
          <p:spPr>
            <a:xfrm>
              <a:off x="5904538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5" name="rc475"/>
            <p:cNvSpPr/>
            <p:nvPr/>
          </p:nvSpPr>
          <p:spPr>
            <a:xfrm>
              <a:off x="6312927" y="296091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6" name="rc476"/>
            <p:cNvSpPr/>
            <p:nvPr/>
          </p:nvSpPr>
          <p:spPr>
            <a:xfrm>
              <a:off x="2229042" y="289468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7" name="rc477"/>
            <p:cNvSpPr/>
            <p:nvPr/>
          </p:nvSpPr>
          <p:spPr>
            <a:xfrm>
              <a:off x="2637430" y="289468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8" name="rc478"/>
            <p:cNvSpPr/>
            <p:nvPr/>
          </p:nvSpPr>
          <p:spPr>
            <a:xfrm>
              <a:off x="3045819" y="289468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9" name="rc479"/>
            <p:cNvSpPr/>
            <p:nvPr/>
          </p:nvSpPr>
          <p:spPr>
            <a:xfrm>
              <a:off x="3454207" y="289468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0" name="rc480"/>
            <p:cNvSpPr/>
            <p:nvPr/>
          </p:nvSpPr>
          <p:spPr>
            <a:xfrm>
              <a:off x="3862596" y="2894681"/>
              <a:ext cx="408388" cy="66233"/>
            </a:xfrm>
            <a:prstGeom prst="rect">
              <a:avLst/>
            </a:prstGeom>
            <a:solidFill>
              <a:srgbClr val="D1D6F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1" name="rc481"/>
            <p:cNvSpPr/>
            <p:nvPr/>
          </p:nvSpPr>
          <p:spPr>
            <a:xfrm>
              <a:off x="4270984" y="2894681"/>
              <a:ext cx="408388" cy="66233"/>
            </a:xfrm>
            <a:prstGeom prst="rect">
              <a:avLst/>
            </a:prstGeom>
            <a:solidFill>
              <a:srgbClr val="858CE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2" name="rc482"/>
            <p:cNvSpPr/>
            <p:nvPr/>
          </p:nvSpPr>
          <p:spPr>
            <a:xfrm>
              <a:off x="4679373" y="2894681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3" name="rc483"/>
            <p:cNvSpPr/>
            <p:nvPr/>
          </p:nvSpPr>
          <p:spPr>
            <a:xfrm>
              <a:off x="5087761" y="289468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4" name="rc484"/>
            <p:cNvSpPr/>
            <p:nvPr/>
          </p:nvSpPr>
          <p:spPr>
            <a:xfrm>
              <a:off x="5496150" y="2894681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5" name="rc485"/>
            <p:cNvSpPr/>
            <p:nvPr/>
          </p:nvSpPr>
          <p:spPr>
            <a:xfrm>
              <a:off x="5904538" y="289468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6" name="rc486"/>
            <p:cNvSpPr/>
            <p:nvPr/>
          </p:nvSpPr>
          <p:spPr>
            <a:xfrm>
              <a:off x="6312927" y="2894681"/>
              <a:ext cx="408388" cy="66233"/>
            </a:xfrm>
            <a:prstGeom prst="rect">
              <a:avLst/>
            </a:prstGeom>
            <a:solidFill>
              <a:srgbClr val="6B70B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7" name="rc487"/>
            <p:cNvSpPr/>
            <p:nvPr/>
          </p:nvSpPr>
          <p:spPr>
            <a:xfrm>
              <a:off x="2229042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8" name="rc488"/>
            <p:cNvSpPr/>
            <p:nvPr/>
          </p:nvSpPr>
          <p:spPr>
            <a:xfrm>
              <a:off x="2637430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9" name="rc489"/>
            <p:cNvSpPr/>
            <p:nvPr/>
          </p:nvSpPr>
          <p:spPr>
            <a:xfrm>
              <a:off x="3045819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0" name="rc490"/>
            <p:cNvSpPr/>
            <p:nvPr/>
          </p:nvSpPr>
          <p:spPr>
            <a:xfrm>
              <a:off x="3454207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1" name="rc491"/>
            <p:cNvSpPr/>
            <p:nvPr/>
          </p:nvSpPr>
          <p:spPr>
            <a:xfrm>
              <a:off x="3862596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2" name="rc492"/>
            <p:cNvSpPr/>
            <p:nvPr/>
          </p:nvSpPr>
          <p:spPr>
            <a:xfrm>
              <a:off x="4270984" y="2828447"/>
              <a:ext cx="408388" cy="66233"/>
            </a:xfrm>
            <a:prstGeom prst="rect">
              <a:avLst/>
            </a:prstGeom>
            <a:solidFill>
              <a:srgbClr val="E3E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3" name="rc493"/>
            <p:cNvSpPr/>
            <p:nvPr/>
          </p:nvSpPr>
          <p:spPr>
            <a:xfrm>
              <a:off x="4679373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4" name="rc494"/>
            <p:cNvSpPr/>
            <p:nvPr/>
          </p:nvSpPr>
          <p:spPr>
            <a:xfrm>
              <a:off x="5087761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5" name="rc495"/>
            <p:cNvSpPr/>
            <p:nvPr/>
          </p:nvSpPr>
          <p:spPr>
            <a:xfrm>
              <a:off x="5496150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6" name="rc496"/>
            <p:cNvSpPr/>
            <p:nvPr/>
          </p:nvSpPr>
          <p:spPr>
            <a:xfrm>
              <a:off x="5904538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7" name="rc497"/>
            <p:cNvSpPr/>
            <p:nvPr/>
          </p:nvSpPr>
          <p:spPr>
            <a:xfrm>
              <a:off x="6312927" y="282844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8" name="rc498"/>
            <p:cNvSpPr/>
            <p:nvPr/>
          </p:nvSpPr>
          <p:spPr>
            <a:xfrm>
              <a:off x="2229042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9" name="rc499"/>
            <p:cNvSpPr/>
            <p:nvPr/>
          </p:nvSpPr>
          <p:spPr>
            <a:xfrm>
              <a:off x="2637430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0" name="rc500"/>
            <p:cNvSpPr/>
            <p:nvPr/>
          </p:nvSpPr>
          <p:spPr>
            <a:xfrm>
              <a:off x="3045819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1" name="rc501"/>
            <p:cNvSpPr/>
            <p:nvPr/>
          </p:nvSpPr>
          <p:spPr>
            <a:xfrm>
              <a:off x="3454207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2" name="rc502"/>
            <p:cNvSpPr/>
            <p:nvPr/>
          </p:nvSpPr>
          <p:spPr>
            <a:xfrm>
              <a:off x="3862596" y="2762214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3" name="rc503"/>
            <p:cNvSpPr/>
            <p:nvPr/>
          </p:nvSpPr>
          <p:spPr>
            <a:xfrm>
              <a:off x="4270984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4" name="rc504"/>
            <p:cNvSpPr/>
            <p:nvPr/>
          </p:nvSpPr>
          <p:spPr>
            <a:xfrm>
              <a:off x="4679373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5" name="rc505"/>
            <p:cNvSpPr/>
            <p:nvPr/>
          </p:nvSpPr>
          <p:spPr>
            <a:xfrm>
              <a:off x="5087761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6" name="rc506"/>
            <p:cNvSpPr/>
            <p:nvPr/>
          </p:nvSpPr>
          <p:spPr>
            <a:xfrm>
              <a:off x="5496150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7" name="rc507"/>
            <p:cNvSpPr/>
            <p:nvPr/>
          </p:nvSpPr>
          <p:spPr>
            <a:xfrm>
              <a:off x="5904538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8" name="rc508"/>
            <p:cNvSpPr/>
            <p:nvPr/>
          </p:nvSpPr>
          <p:spPr>
            <a:xfrm>
              <a:off x="6312927" y="2762214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9" name="rc509"/>
            <p:cNvSpPr/>
            <p:nvPr/>
          </p:nvSpPr>
          <p:spPr>
            <a:xfrm>
              <a:off x="2229042" y="269598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0" name="rc510"/>
            <p:cNvSpPr/>
            <p:nvPr/>
          </p:nvSpPr>
          <p:spPr>
            <a:xfrm>
              <a:off x="2637430" y="2695980"/>
              <a:ext cx="408388" cy="66233"/>
            </a:xfrm>
            <a:prstGeom prst="rect">
              <a:avLst/>
            </a:prstGeom>
            <a:solidFill>
              <a:srgbClr val="2C2E4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1" name="rc511"/>
            <p:cNvSpPr/>
            <p:nvPr/>
          </p:nvSpPr>
          <p:spPr>
            <a:xfrm>
              <a:off x="3045819" y="2695980"/>
              <a:ext cx="408388" cy="66233"/>
            </a:xfrm>
            <a:prstGeom prst="rect">
              <a:avLst/>
            </a:prstGeom>
            <a:solidFill>
              <a:srgbClr val="6267A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2" name="rc512"/>
            <p:cNvSpPr/>
            <p:nvPr/>
          </p:nvSpPr>
          <p:spPr>
            <a:xfrm>
              <a:off x="3454207" y="2695980"/>
              <a:ext cx="408388" cy="66233"/>
            </a:xfrm>
            <a:prstGeom prst="rect">
              <a:avLst/>
            </a:prstGeom>
            <a:solidFill>
              <a:srgbClr val="14152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3" name="rc513"/>
            <p:cNvSpPr/>
            <p:nvPr/>
          </p:nvSpPr>
          <p:spPr>
            <a:xfrm>
              <a:off x="3862596" y="2695980"/>
              <a:ext cx="408388" cy="66233"/>
            </a:xfrm>
            <a:prstGeom prst="rect">
              <a:avLst/>
            </a:prstGeom>
            <a:solidFill>
              <a:srgbClr val="4B4E8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4" name="rc514"/>
            <p:cNvSpPr/>
            <p:nvPr/>
          </p:nvSpPr>
          <p:spPr>
            <a:xfrm>
              <a:off x="4270984" y="2695980"/>
              <a:ext cx="408388" cy="66233"/>
            </a:xfrm>
            <a:prstGeom prst="rect">
              <a:avLst/>
            </a:prstGeom>
            <a:solidFill>
              <a:srgbClr val="5F64A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5" name="rc515"/>
            <p:cNvSpPr/>
            <p:nvPr/>
          </p:nvSpPr>
          <p:spPr>
            <a:xfrm>
              <a:off x="4679373" y="2695980"/>
              <a:ext cx="408388" cy="66233"/>
            </a:xfrm>
            <a:prstGeom prst="rect">
              <a:avLst/>
            </a:prstGeom>
            <a:solidFill>
              <a:srgbClr val="15162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6" name="rc516"/>
            <p:cNvSpPr/>
            <p:nvPr/>
          </p:nvSpPr>
          <p:spPr>
            <a:xfrm>
              <a:off x="5087761" y="2695980"/>
              <a:ext cx="408388" cy="6623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7" name="rc517"/>
            <p:cNvSpPr/>
            <p:nvPr/>
          </p:nvSpPr>
          <p:spPr>
            <a:xfrm>
              <a:off x="5496150" y="2695980"/>
              <a:ext cx="408388" cy="66233"/>
            </a:xfrm>
            <a:prstGeom prst="rect">
              <a:avLst/>
            </a:prstGeom>
            <a:solidFill>
              <a:srgbClr val="565A9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8" name="rc518"/>
            <p:cNvSpPr/>
            <p:nvPr/>
          </p:nvSpPr>
          <p:spPr>
            <a:xfrm>
              <a:off x="5904538" y="2695980"/>
              <a:ext cx="408388" cy="66233"/>
            </a:xfrm>
            <a:prstGeom prst="rect">
              <a:avLst/>
            </a:prstGeom>
            <a:solidFill>
              <a:srgbClr val="1B1C3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9" name="rc519"/>
            <p:cNvSpPr/>
            <p:nvPr/>
          </p:nvSpPr>
          <p:spPr>
            <a:xfrm>
              <a:off x="6312927" y="2695980"/>
              <a:ext cx="408388" cy="66233"/>
            </a:xfrm>
            <a:prstGeom prst="rect">
              <a:avLst/>
            </a:prstGeom>
            <a:solidFill>
              <a:srgbClr val="2C2E4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0" name="rc520"/>
            <p:cNvSpPr/>
            <p:nvPr/>
          </p:nvSpPr>
          <p:spPr>
            <a:xfrm>
              <a:off x="2229042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1" name="rc521"/>
            <p:cNvSpPr/>
            <p:nvPr/>
          </p:nvSpPr>
          <p:spPr>
            <a:xfrm>
              <a:off x="2637430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2" name="rc522"/>
            <p:cNvSpPr/>
            <p:nvPr/>
          </p:nvSpPr>
          <p:spPr>
            <a:xfrm>
              <a:off x="3045819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3" name="rc523"/>
            <p:cNvSpPr/>
            <p:nvPr/>
          </p:nvSpPr>
          <p:spPr>
            <a:xfrm>
              <a:off x="3454207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4" name="rc524"/>
            <p:cNvSpPr/>
            <p:nvPr/>
          </p:nvSpPr>
          <p:spPr>
            <a:xfrm>
              <a:off x="3862596" y="2629746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5" name="rc525"/>
            <p:cNvSpPr/>
            <p:nvPr/>
          </p:nvSpPr>
          <p:spPr>
            <a:xfrm>
              <a:off x="4270984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6" name="rc526"/>
            <p:cNvSpPr/>
            <p:nvPr/>
          </p:nvSpPr>
          <p:spPr>
            <a:xfrm>
              <a:off x="4679373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7" name="rc527"/>
            <p:cNvSpPr/>
            <p:nvPr/>
          </p:nvSpPr>
          <p:spPr>
            <a:xfrm>
              <a:off x="5087761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8" name="rc528"/>
            <p:cNvSpPr/>
            <p:nvPr/>
          </p:nvSpPr>
          <p:spPr>
            <a:xfrm>
              <a:off x="5496150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9" name="rc529"/>
            <p:cNvSpPr/>
            <p:nvPr/>
          </p:nvSpPr>
          <p:spPr>
            <a:xfrm>
              <a:off x="5904538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0" name="rc530"/>
            <p:cNvSpPr/>
            <p:nvPr/>
          </p:nvSpPr>
          <p:spPr>
            <a:xfrm>
              <a:off x="6312927" y="262974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1" name="rc531"/>
            <p:cNvSpPr/>
            <p:nvPr/>
          </p:nvSpPr>
          <p:spPr>
            <a:xfrm>
              <a:off x="2229042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2" name="rc532"/>
            <p:cNvSpPr/>
            <p:nvPr/>
          </p:nvSpPr>
          <p:spPr>
            <a:xfrm>
              <a:off x="2637430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3" name="rc533"/>
            <p:cNvSpPr/>
            <p:nvPr/>
          </p:nvSpPr>
          <p:spPr>
            <a:xfrm>
              <a:off x="3045819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4" name="rc534"/>
            <p:cNvSpPr/>
            <p:nvPr/>
          </p:nvSpPr>
          <p:spPr>
            <a:xfrm>
              <a:off x="3454207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5" name="rc535"/>
            <p:cNvSpPr/>
            <p:nvPr/>
          </p:nvSpPr>
          <p:spPr>
            <a:xfrm>
              <a:off x="3862596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6" name="rc536"/>
            <p:cNvSpPr/>
            <p:nvPr/>
          </p:nvSpPr>
          <p:spPr>
            <a:xfrm>
              <a:off x="4270984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7" name="rc537"/>
            <p:cNvSpPr/>
            <p:nvPr/>
          </p:nvSpPr>
          <p:spPr>
            <a:xfrm>
              <a:off x="4679373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8" name="rc538"/>
            <p:cNvSpPr/>
            <p:nvPr/>
          </p:nvSpPr>
          <p:spPr>
            <a:xfrm>
              <a:off x="5087761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9" name="rc539"/>
            <p:cNvSpPr/>
            <p:nvPr/>
          </p:nvSpPr>
          <p:spPr>
            <a:xfrm>
              <a:off x="5496150" y="2563512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0" name="rc540"/>
            <p:cNvSpPr/>
            <p:nvPr/>
          </p:nvSpPr>
          <p:spPr>
            <a:xfrm>
              <a:off x="5904538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1" name="rc541"/>
            <p:cNvSpPr/>
            <p:nvPr/>
          </p:nvSpPr>
          <p:spPr>
            <a:xfrm>
              <a:off x="6312927" y="256351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2" name="rc542"/>
            <p:cNvSpPr/>
            <p:nvPr/>
          </p:nvSpPr>
          <p:spPr>
            <a:xfrm>
              <a:off x="2229042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3" name="rc543"/>
            <p:cNvSpPr/>
            <p:nvPr/>
          </p:nvSpPr>
          <p:spPr>
            <a:xfrm>
              <a:off x="2637430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4" name="rc544"/>
            <p:cNvSpPr/>
            <p:nvPr/>
          </p:nvSpPr>
          <p:spPr>
            <a:xfrm>
              <a:off x="3045819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5" name="rc545"/>
            <p:cNvSpPr/>
            <p:nvPr/>
          </p:nvSpPr>
          <p:spPr>
            <a:xfrm>
              <a:off x="3454207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6" name="rc546"/>
            <p:cNvSpPr/>
            <p:nvPr/>
          </p:nvSpPr>
          <p:spPr>
            <a:xfrm>
              <a:off x="3862596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7" name="rc547"/>
            <p:cNvSpPr/>
            <p:nvPr/>
          </p:nvSpPr>
          <p:spPr>
            <a:xfrm>
              <a:off x="4270984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8" name="rc548"/>
            <p:cNvSpPr/>
            <p:nvPr/>
          </p:nvSpPr>
          <p:spPr>
            <a:xfrm>
              <a:off x="4679373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9" name="rc549"/>
            <p:cNvSpPr/>
            <p:nvPr/>
          </p:nvSpPr>
          <p:spPr>
            <a:xfrm>
              <a:off x="5087761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0" name="rc550"/>
            <p:cNvSpPr/>
            <p:nvPr/>
          </p:nvSpPr>
          <p:spPr>
            <a:xfrm>
              <a:off x="5496150" y="2497278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1" name="rc551"/>
            <p:cNvSpPr/>
            <p:nvPr/>
          </p:nvSpPr>
          <p:spPr>
            <a:xfrm>
              <a:off x="5904538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2" name="rc552"/>
            <p:cNvSpPr/>
            <p:nvPr/>
          </p:nvSpPr>
          <p:spPr>
            <a:xfrm>
              <a:off x="6312927" y="249727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3" name="rc553"/>
            <p:cNvSpPr/>
            <p:nvPr/>
          </p:nvSpPr>
          <p:spPr>
            <a:xfrm>
              <a:off x="2229042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4" name="rc554"/>
            <p:cNvSpPr/>
            <p:nvPr/>
          </p:nvSpPr>
          <p:spPr>
            <a:xfrm>
              <a:off x="2637430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5" name="rc555"/>
            <p:cNvSpPr/>
            <p:nvPr/>
          </p:nvSpPr>
          <p:spPr>
            <a:xfrm>
              <a:off x="3045819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6" name="rc556"/>
            <p:cNvSpPr/>
            <p:nvPr/>
          </p:nvSpPr>
          <p:spPr>
            <a:xfrm>
              <a:off x="3454207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7" name="rc557"/>
            <p:cNvSpPr/>
            <p:nvPr/>
          </p:nvSpPr>
          <p:spPr>
            <a:xfrm>
              <a:off x="3862596" y="2431045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8" name="rc558"/>
            <p:cNvSpPr/>
            <p:nvPr/>
          </p:nvSpPr>
          <p:spPr>
            <a:xfrm>
              <a:off x="4270984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9" name="rc559"/>
            <p:cNvSpPr/>
            <p:nvPr/>
          </p:nvSpPr>
          <p:spPr>
            <a:xfrm>
              <a:off x="4679373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0" name="rc560"/>
            <p:cNvSpPr/>
            <p:nvPr/>
          </p:nvSpPr>
          <p:spPr>
            <a:xfrm>
              <a:off x="5087761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1" name="rc561"/>
            <p:cNvSpPr/>
            <p:nvPr/>
          </p:nvSpPr>
          <p:spPr>
            <a:xfrm>
              <a:off x="5496150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2" name="rc562"/>
            <p:cNvSpPr/>
            <p:nvPr/>
          </p:nvSpPr>
          <p:spPr>
            <a:xfrm>
              <a:off x="5904538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3" name="rc563"/>
            <p:cNvSpPr/>
            <p:nvPr/>
          </p:nvSpPr>
          <p:spPr>
            <a:xfrm>
              <a:off x="6312927" y="243104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4" name="rc564"/>
            <p:cNvSpPr/>
            <p:nvPr/>
          </p:nvSpPr>
          <p:spPr>
            <a:xfrm>
              <a:off x="2229042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5" name="rc565"/>
            <p:cNvSpPr/>
            <p:nvPr/>
          </p:nvSpPr>
          <p:spPr>
            <a:xfrm>
              <a:off x="2637430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6" name="rc566"/>
            <p:cNvSpPr/>
            <p:nvPr/>
          </p:nvSpPr>
          <p:spPr>
            <a:xfrm>
              <a:off x="3045819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7" name="rc567"/>
            <p:cNvSpPr/>
            <p:nvPr/>
          </p:nvSpPr>
          <p:spPr>
            <a:xfrm>
              <a:off x="3454207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8" name="rc568"/>
            <p:cNvSpPr/>
            <p:nvPr/>
          </p:nvSpPr>
          <p:spPr>
            <a:xfrm>
              <a:off x="3862596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9" name="rc569"/>
            <p:cNvSpPr/>
            <p:nvPr/>
          </p:nvSpPr>
          <p:spPr>
            <a:xfrm>
              <a:off x="4270984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0" name="rc570"/>
            <p:cNvSpPr/>
            <p:nvPr/>
          </p:nvSpPr>
          <p:spPr>
            <a:xfrm>
              <a:off x="4679373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1" name="rc571"/>
            <p:cNvSpPr/>
            <p:nvPr/>
          </p:nvSpPr>
          <p:spPr>
            <a:xfrm>
              <a:off x="5087761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2" name="rc572"/>
            <p:cNvSpPr/>
            <p:nvPr/>
          </p:nvSpPr>
          <p:spPr>
            <a:xfrm>
              <a:off x="5496150" y="2364811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3" name="rc573"/>
            <p:cNvSpPr/>
            <p:nvPr/>
          </p:nvSpPr>
          <p:spPr>
            <a:xfrm>
              <a:off x="5904538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4" name="rc574"/>
            <p:cNvSpPr/>
            <p:nvPr/>
          </p:nvSpPr>
          <p:spPr>
            <a:xfrm>
              <a:off x="6312927" y="2364811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5" name="rc575"/>
            <p:cNvSpPr/>
            <p:nvPr/>
          </p:nvSpPr>
          <p:spPr>
            <a:xfrm>
              <a:off x="2229042" y="229857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6" name="rc576"/>
            <p:cNvSpPr/>
            <p:nvPr/>
          </p:nvSpPr>
          <p:spPr>
            <a:xfrm>
              <a:off x="2637430" y="229857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7" name="rc577"/>
            <p:cNvSpPr/>
            <p:nvPr/>
          </p:nvSpPr>
          <p:spPr>
            <a:xfrm>
              <a:off x="3045819" y="229857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8" name="rc578"/>
            <p:cNvSpPr/>
            <p:nvPr/>
          </p:nvSpPr>
          <p:spPr>
            <a:xfrm>
              <a:off x="3454207" y="229857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9" name="rc579"/>
            <p:cNvSpPr/>
            <p:nvPr/>
          </p:nvSpPr>
          <p:spPr>
            <a:xfrm>
              <a:off x="3862596" y="229857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0" name="rc580"/>
            <p:cNvSpPr/>
            <p:nvPr/>
          </p:nvSpPr>
          <p:spPr>
            <a:xfrm>
              <a:off x="4270984" y="229857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1" name="rc581"/>
            <p:cNvSpPr/>
            <p:nvPr/>
          </p:nvSpPr>
          <p:spPr>
            <a:xfrm>
              <a:off x="4679373" y="2298577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2" name="rc582"/>
            <p:cNvSpPr/>
            <p:nvPr/>
          </p:nvSpPr>
          <p:spPr>
            <a:xfrm>
              <a:off x="5087761" y="229857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3" name="rc583"/>
            <p:cNvSpPr/>
            <p:nvPr/>
          </p:nvSpPr>
          <p:spPr>
            <a:xfrm>
              <a:off x="5496150" y="2298577"/>
              <a:ext cx="408388" cy="66233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4" name="rc584"/>
            <p:cNvSpPr/>
            <p:nvPr/>
          </p:nvSpPr>
          <p:spPr>
            <a:xfrm>
              <a:off x="5904538" y="229857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5" name="rc585"/>
            <p:cNvSpPr/>
            <p:nvPr/>
          </p:nvSpPr>
          <p:spPr>
            <a:xfrm>
              <a:off x="6312927" y="2298577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6" name="rc586"/>
            <p:cNvSpPr/>
            <p:nvPr/>
          </p:nvSpPr>
          <p:spPr>
            <a:xfrm>
              <a:off x="2229042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7" name="rc587"/>
            <p:cNvSpPr/>
            <p:nvPr/>
          </p:nvSpPr>
          <p:spPr>
            <a:xfrm>
              <a:off x="2637430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8" name="rc588"/>
            <p:cNvSpPr/>
            <p:nvPr/>
          </p:nvSpPr>
          <p:spPr>
            <a:xfrm>
              <a:off x="3045819" y="2232343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9" name="rc589"/>
            <p:cNvSpPr/>
            <p:nvPr/>
          </p:nvSpPr>
          <p:spPr>
            <a:xfrm>
              <a:off x="3454207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0" name="rc590"/>
            <p:cNvSpPr/>
            <p:nvPr/>
          </p:nvSpPr>
          <p:spPr>
            <a:xfrm>
              <a:off x="3862596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1" name="rc591"/>
            <p:cNvSpPr/>
            <p:nvPr/>
          </p:nvSpPr>
          <p:spPr>
            <a:xfrm>
              <a:off x="4270984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2" name="rc592"/>
            <p:cNvSpPr/>
            <p:nvPr/>
          </p:nvSpPr>
          <p:spPr>
            <a:xfrm>
              <a:off x="4679373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3" name="rc593"/>
            <p:cNvSpPr/>
            <p:nvPr/>
          </p:nvSpPr>
          <p:spPr>
            <a:xfrm>
              <a:off x="5087761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4" name="rc594"/>
            <p:cNvSpPr/>
            <p:nvPr/>
          </p:nvSpPr>
          <p:spPr>
            <a:xfrm>
              <a:off x="5496150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5" name="rc595"/>
            <p:cNvSpPr/>
            <p:nvPr/>
          </p:nvSpPr>
          <p:spPr>
            <a:xfrm>
              <a:off x="5904538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6" name="rc596"/>
            <p:cNvSpPr/>
            <p:nvPr/>
          </p:nvSpPr>
          <p:spPr>
            <a:xfrm>
              <a:off x="6312927" y="2232343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7" name="rc597"/>
            <p:cNvSpPr/>
            <p:nvPr/>
          </p:nvSpPr>
          <p:spPr>
            <a:xfrm>
              <a:off x="2229042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8" name="rc598"/>
            <p:cNvSpPr/>
            <p:nvPr/>
          </p:nvSpPr>
          <p:spPr>
            <a:xfrm>
              <a:off x="2637430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9" name="rc599"/>
            <p:cNvSpPr/>
            <p:nvPr/>
          </p:nvSpPr>
          <p:spPr>
            <a:xfrm>
              <a:off x="3045819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0" name="rc600"/>
            <p:cNvSpPr/>
            <p:nvPr/>
          </p:nvSpPr>
          <p:spPr>
            <a:xfrm>
              <a:off x="3454207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1" name="rc601"/>
            <p:cNvSpPr/>
            <p:nvPr/>
          </p:nvSpPr>
          <p:spPr>
            <a:xfrm>
              <a:off x="3862596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2" name="rc602"/>
            <p:cNvSpPr/>
            <p:nvPr/>
          </p:nvSpPr>
          <p:spPr>
            <a:xfrm>
              <a:off x="4270984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3" name="rc603"/>
            <p:cNvSpPr/>
            <p:nvPr/>
          </p:nvSpPr>
          <p:spPr>
            <a:xfrm>
              <a:off x="4679373" y="2166110"/>
              <a:ext cx="408388" cy="6623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4" name="rc604"/>
            <p:cNvSpPr/>
            <p:nvPr/>
          </p:nvSpPr>
          <p:spPr>
            <a:xfrm>
              <a:off x="5087761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5" name="rc605"/>
            <p:cNvSpPr/>
            <p:nvPr/>
          </p:nvSpPr>
          <p:spPr>
            <a:xfrm>
              <a:off x="5496150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6" name="rc606"/>
            <p:cNvSpPr/>
            <p:nvPr/>
          </p:nvSpPr>
          <p:spPr>
            <a:xfrm>
              <a:off x="5904538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7" name="rc607"/>
            <p:cNvSpPr/>
            <p:nvPr/>
          </p:nvSpPr>
          <p:spPr>
            <a:xfrm>
              <a:off x="6312927" y="2166110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8" name="rc608"/>
            <p:cNvSpPr/>
            <p:nvPr/>
          </p:nvSpPr>
          <p:spPr>
            <a:xfrm>
              <a:off x="2229042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9" name="rc609"/>
            <p:cNvSpPr/>
            <p:nvPr/>
          </p:nvSpPr>
          <p:spPr>
            <a:xfrm>
              <a:off x="2637430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0" name="rc610"/>
            <p:cNvSpPr/>
            <p:nvPr/>
          </p:nvSpPr>
          <p:spPr>
            <a:xfrm>
              <a:off x="3045819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1" name="rc611"/>
            <p:cNvSpPr/>
            <p:nvPr/>
          </p:nvSpPr>
          <p:spPr>
            <a:xfrm>
              <a:off x="3454207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2" name="rc612"/>
            <p:cNvSpPr/>
            <p:nvPr/>
          </p:nvSpPr>
          <p:spPr>
            <a:xfrm>
              <a:off x="3862596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3" name="rc613"/>
            <p:cNvSpPr/>
            <p:nvPr/>
          </p:nvSpPr>
          <p:spPr>
            <a:xfrm>
              <a:off x="4270984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4" name="rc614"/>
            <p:cNvSpPr/>
            <p:nvPr/>
          </p:nvSpPr>
          <p:spPr>
            <a:xfrm>
              <a:off x="4679373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5" name="rc615"/>
            <p:cNvSpPr/>
            <p:nvPr/>
          </p:nvSpPr>
          <p:spPr>
            <a:xfrm>
              <a:off x="5087761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6" name="rc616"/>
            <p:cNvSpPr/>
            <p:nvPr/>
          </p:nvSpPr>
          <p:spPr>
            <a:xfrm>
              <a:off x="5496150" y="2099876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7" name="rc617"/>
            <p:cNvSpPr/>
            <p:nvPr/>
          </p:nvSpPr>
          <p:spPr>
            <a:xfrm>
              <a:off x="5904538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8" name="rc618"/>
            <p:cNvSpPr/>
            <p:nvPr/>
          </p:nvSpPr>
          <p:spPr>
            <a:xfrm>
              <a:off x="6312927" y="2099876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9" name="rc619"/>
            <p:cNvSpPr/>
            <p:nvPr/>
          </p:nvSpPr>
          <p:spPr>
            <a:xfrm>
              <a:off x="2229042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0" name="rc620"/>
            <p:cNvSpPr/>
            <p:nvPr/>
          </p:nvSpPr>
          <p:spPr>
            <a:xfrm>
              <a:off x="2637430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1" name="rc621"/>
            <p:cNvSpPr/>
            <p:nvPr/>
          </p:nvSpPr>
          <p:spPr>
            <a:xfrm>
              <a:off x="3045819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2" name="rc622"/>
            <p:cNvSpPr/>
            <p:nvPr/>
          </p:nvSpPr>
          <p:spPr>
            <a:xfrm>
              <a:off x="3454207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3" name="rc623"/>
            <p:cNvSpPr/>
            <p:nvPr/>
          </p:nvSpPr>
          <p:spPr>
            <a:xfrm>
              <a:off x="3862596" y="2033642"/>
              <a:ext cx="408388" cy="6623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4" name="rc624"/>
            <p:cNvSpPr/>
            <p:nvPr/>
          </p:nvSpPr>
          <p:spPr>
            <a:xfrm>
              <a:off x="4270984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5" name="rc625"/>
            <p:cNvSpPr/>
            <p:nvPr/>
          </p:nvSpPr>
          <p:spPr>
            <a:xfrm>
              <a:off x="4679373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6" name="rc626"/>
            <p:cNvSpPr/>
            <p:nvPr/>
          </p:nvSpPr>
          <p:spPr>
            <a:xfrm>
              <a:off x="5087761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7" name="rc627"/>
            <p:cNvSpPr/>
            <p:nvPr/>
          </p:nvSpPr>
          <p:spPr>
            <a:xfrm>
              <a:off x="5496150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8" name="rc628"/>
            <p:cNvSpPr/>
            <p:nvPr/>
          </p:nvSpPr>
          <p:spPr>
            <a:xfrm>
              <a:off x="5904538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9" name="rc629"/>
            <p:cNvSpPr/>
            <p:nvPr/>
          </p:nvSpPr>
          <p:spPr>
            <a:xfrm>
              <a:off x="6312927" y="2033642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0" name="rc630"/>
            <p:cNvSpPr/>
            <p:nvPr/>
          </p:nvSpPr>
          <p:spPr>
            <a:xfrm>
              <a:off x="2229042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1" name="rc631"/>
            <p:cNvSpPr/>
            <p:nvPr/>
          </p:nvSpPr>
          <p:spPr>
            <a:xfrm>
              <a:off x="2637430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2" name="rc632"/>
            <p:cNvSpPr/>
            <p:nvPr/>
          </p:nvSpPr>
          <p:spPr>
            <a:xfrm>
              <a:off x="3045819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3" name="rc633"/>
            <p:cNvSpPr/>
            <p:nvPr/>
          </p:nvSpPr>
          <p:spPr>
            <a:xfrm>
              <a:off x="3454207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4" name="rc634"/>
            <p:cNvSpPr/>
            <p:nvPr/>
          </p:nvSpPr>
          <p:spPr>
            <a:xfrm>
              <a:off x="3862596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5" name="rc635"/>
            <p:cNvSpPr/>
            <p:nvPr/>
          </p:nvSpPr>
          <p:spPr>
            <a:xfrm>
              <a:off x="4270984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6" name="rc636"/>
            <p:cNvSpPr/>
            <p:nvPr/>
          </p:nvSpPr>
          <p:spPr>
            <a:xfrm>
              <a:off x="4679373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7" name="rc637"/>
            <p:cNvSpPr/>
            <p:nvPr/>
          </p:nvSpPr>
          <p:spPr>
            <a:xfrm>
              <a:off x="5087761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8" name="rc638"/>
            <p:cNvSpPr/>
            <p:nvPr/>
          </p:nvSpPr>
          <p:spPr>
            <a:xfrm>
              <a:off x="5496150" y="1967408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9" name="rc639"/>
            <p:cNvSpPr/>
            <p:nvPr/>
          </p:nvSpPr>
          <p:spPr>
            <a:xfrm>
              <a:off x="5904538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0" name="rc640"/>
            <p:cNvSpPr/>
            <p:nvPr/>
          </p:nvSpPr>
          <p:spPr>
            <a:xfrm>
              <a:off x="6312927" y="1967408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1" name="rc641"/>
            <p:cNvSpPr/>
            <p:nvPr/>
          </p:nvSpPr>
          <p:spPr>
            <a:xfrm>
              <a:off x="2229042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2" name="rc642"/>
            <p:cNvSpPr/>
            <p:nvPr/>
          </p:nvSpPr>
          <p:spPr>
            <a:xfrm>
              <a:off x="2637430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" name="rc643"/>
            <p:cNvSpPr/>
            <p:nvPr/>
          </p:nvSpPr>
          <p:spPr>
            <a:xfrm>
              <a:off x="3045819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" name="rc644"/>
            <p:cNvSpPr/>
            <p:nvPr/>
          </p:nvSpPr>
          <p:spPr>
            <a:xfrm>
              <a:off x="3454207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5" name="rc645"/>
            <p:cNvSpPr/>
            <p:nvPr/>
          </p:nvSpPr>
          <p:spPr>
            <a:xfrm>
              <a:off x="3862596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6" name="rc646"/>
            <p:cNvSpPr/>
            <p:nvPr/>
          </p:nvSpPr>
          <p:spPr>
            <a:xfrm>
              <a:off x="4270984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7" name="rc647"/>
            <p:cNvSpPr/>
            <p:nvPr/>
          </p:nvSpPr>
          <p:spPr>
            <a:xfrm>
              <a:off x="4679373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8" name="rc648"/>
            <p:cNvSpPr/>
            <p:nvPr/>
          </p:nvSpPr>
          <p:spPr>
            <a:xfrm>
              <a:off x="5087761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9" name="rc649"/>
            <p:cNvSpPr/>
            <p:nvPr/>
          </p:nvSpPr>
          <p:spPr>
            <a:xfrm>
              <a:off x="5496150" y="1901175"/>
              <a:ext cx="408388" cy="66233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0" name="rc650"/>
            <p:cNvSpPr/>
            <p:nvPr/>
          </p:nvSpPr>
          <p:spPr>
            <a:xfrm>
              <a:off x="5904538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1" name="rc651"/>
            <p:cNvSpPr/>
            <p:nvPr/>
          </p:nvSpPr>
          <p:spPr>
            <a:xfrm>
              <a:off x="6312927" y="1901175"/>
              <a:ext cx="408388" cy="6623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2" name="tx652"/>
            <p:cNvSpPr/>
            <p:nvPr/>
          </p:nvSpPr>
          <p:spPr>
            <a:xfrm>
              <a:off x="1033413" y="5355724"/>
              <a:ext cx="1092159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+ 129N;224A;259K;260E;277A</a:t>
              </a:r>
            </a:p>
          </p:txBody>
        </p:sp>
        <p:sp>
          <p:nvSpPr>
            <p:cNvPr id="653" name="tx653"/>
            <p:cNvSpPr/>
            <p:nvPr/>
          </p:nvSpPr>
          <p:spPr>
            <a:xfrm>
              <a:off x="874582" y="5289490"/>
              <a:ext cx="1250990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+ 139N;157L;224A;259K;260E;277A</a:t>
              </a:r>
            </a:p>
          </p:txBody>
        </p:sp>
        <p:sp>
          <p:nvSpPr>
            <p:cNvPr id="654" name="tx654"/>
            <p:cNvSpPr/>
            <p:nvPr/>
          </p:nvSpPr>
          <p:spPr>
            <a:xfrm>
              <a:off x="867541" y="5223257"/>
              <a:ext cx="1258031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+ 139N;224A;259K;260E;271S;277A</a:t>
              </a:r>
            </a:p>
          </p:txBody>
        </p:sp>
        <p:sp>
          <p:nvSpPr>
            <p:cNvPr id="655" name="tx655"/>
            <p:cNvSpPr/>
            <p:nvPr/>
          </p:nvSpPr>
          <p:spPr>
            <a:xfrm>
              <a:off x="1033413" y="5157023"/>
              <a:ext cx="1092159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+ 139N;224A;259K;260E;277A</a:t>
              </a:r>
            </a:p>
          </p:txBody>
        </p:sp>
        <p:sp>
          <p:nvSpPr>
            <p:cNvPr id="656" name="tx656"/>
            <p:cNvSpPr/>
            <p:nvPr/>
          </p:nvSpPr>
          <p:spPr>
            <a:xfrm>
              <a:off x="902837" y="5090789"/>
              <a:ext cx="1222735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+ 139N;224A;259K;260E;277A;53A</a:t>
              </a:r>
            </a:p>
          </p:txBody>
        </p:sp>
        <p:sp>
          <p:nvSpPr>
            <p:cNvPr id="657" name="tx657"/>
            <p:cNvSpPr/>
            <p:nvPr/>
          </p:nvSpPr>
          <p:spPr>
            <a:xfrm>
              <a:off x="875131" y="5024555"/>
              <a:ext cx="1250442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+ 139Y;205K;224A;259K;260E;277A</a:t>
              </a:r>
            </a:p>
          </p:txBody>
        </p:sp>
        <p:sp>
          <p:nvSpPr>
            <p:cNvPr id="658" name="tx658"/>
            <p:cNvSpPr/>
            <p:nvPr/>
          </p:nvSpPr>
          <p:spPr>
            <a:xfrm>
              <a:off x="691062" y="4958322"/>
              <a:ext cx="1434510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+ 143G;205K;224A;259K;260E;273Q;277A</a:t>
              </a:r>
            </a:p>
          </p:txBody>
        </p:sp>
        <p:sp>
          <p:nvSpPr>
            <p:cNvPr id="659" name="tx659"/>
            <p:cNvSpPr/>
            <p:nvPr/>
          </p:nvSpPr>
          <p:spPr>
            <a:xfrm>
              <a:off x="864067" y="4892088"/>
              <a:ext cx="1261506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+ 147H;224A;259K;260E;274N;277A</a:t>
              </a:r>
            </a:p>
          </p:txBody>
        </p:sp>
        <p:sp>
          <p:nvSpPr>
            <p:cNvPr id="660" name="tx660"/>
            <p:cNvSpPr/>
            <p:nvPr/>
          </p:nvSpPr>
          <p:spPr>
            <a:xfrm>
              <a:off x="1036888" y="4825854"/>
              <a:ext cx="1088684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+ 155E;224A;259K;260E;277A</a:t>
              </a:r>
            </a:p>
          </p:txBody>
        </p:sp>
        <p:sp>
          <p:nvSpPr>
            <p:cNvPr id="661" name="tx661"/>
            <p:cNvSpPr/>
            <p:nvPr/>
          </p:nvSpPr>
          <p:spPr>
            <a:xfrm>
              <a:off x="863975" y="4759620"/>
              <a:ext cx="1261597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+ 159Q;209E;224A;259K;260E;277A</a:t>
              </a:r>
            </a:p>
          </p:txBody>
        </p:sp>
        <p:sp>
          <p:nvSpPr>
            <p:cNvPr id="662" name="tx662"/>
            <p:cNvSpPr/>
            <p:nvPr/>
          </p:nvSpPr>
          <p:spPr>
            <a:xfrm>
              <a:off x="1040454" y="4693387"/>
              <a:ext cx="1085118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+ 165F;224A;259K;260E;277A</a:t>
              </a:r>
            </a:p>
          </p:txBody>
        </p:sp>
        <p:sp>
          <p:nvSpPr>
            <p:cNvPr id="663" name="tx663"/>
            <p:cNvSpPr/>
            <p:nvPr/>
          </p:nvSpPr>
          <p:spPr>
            <a:xfrm>
              <a:off x="1039266" y="4627153"/>
              <a:ext cx="1086307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+ 166V;224A;259K;260E;277A</a:t>
              </a:r>
            </a:p>
          </p:txBody>
        </p:sp>
        <p:sp>
          <p:nvSpPr>
            <p:cNvPr id="664" name="tx664"/>
            <p:cNvSpPr/>
            <p:nvPr/>
          </p:nvSpPr>
          <p:spPr>
            <a:xfrm>
              <a:off x="871016" y="4560919"/>
              <a:ext cx="1254556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+ 168E;205K;224A;259K;260E;277A</a:t>
              </a:r>
            </a:p>
          </p:txBody>
        </p:sp>
        <p:sp>
          <p:nvSpPr>
            <p:cNvPr id="665" name="tx665"/>
            <p:cNvSpPr/>
            <p:nvPr/>
          </p:nvSpPr>
          <p:spPr>
            <a:xfrm>
              <a:off x="740440" y="4494685"/>
              <a:ext cx="1385133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+ 168E;205K;224A;259K;260E;277A;31S</a:t>
              </a:r>
            </a:p>
          </p:txBody>
        </p:sp>
        <p:sp>
          <p:nvSpPr>
            <p:cNvPr id="666" name="tx666"/>
            <p:cNvSpPr/>
            <p:nvPr/>
          </p:nvSpPr>
          <p:spPr>
            <a:xfrm>
              <a:off x="867541" y="4428452"/>
              <a:ext cx="1258031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+ 169R;224A;259K;260E;271S;277A</a:t>
              </a:r>
            </a:p>
          </p:txBody>
        </p:sp>
        <p:sp>
          <p:nvSpPr>
            <p:cNvPr id="667" name="tx667"/>
            <p:cNvSpPr/>
            <p:nvPr/>
          </p:nvSpPr>
          <p:spPr>
            <a:xfrm>
              <a:off x="1033413" y="4362218"/>
              <a:ext cx="1092159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+ 169R;224A;259K;260E;277A</a:t>
              </a:r>
            </a:p>
          </p:txBody>
        </p:sp>
        <p:sp>
          <p:nvSpPr>
            <p:cNvPr id="668" name="tx668"/>
            <p:cNvSpPr/>
            <p:nvPr/>
          </p:nvSpPr>
          <p:spPr>
            <a:xfrm>
              <a:off x="1036888" y="4295984"/>
              <a:ext cx="1088684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+ 172K;224A;259K;260E;277A</a:t>
              </a:r>
            </a:p>
          </p:txBody>
        </p:sp>
        <p:sp>
          <p:nvSpPr>
            <p:cNvPr id="669" name="tx669"/>
            <p:cNvSpPr/>
            <p:nvPr/>
          </p:nvSpPr>
          <p:spPr>
            <a:xfrm>
              <a:off x="1039266" y="4229750"/>
              <a:ext cx="1086307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+ 179V;224A;259K;260E;277A</a:t>
              </a:r>
            </a:p>
          </p:txBody>
        </p:sp>
        <p:sp>
          <p:nvSpPr>
            <p:cNvPr id="670" name="tx670"/>
            <p:cNvSpPr/>
            <p:nvPr/>
          </p:nvSpPr>
          <p:spPr>
            <a:xfrm>
              <a:off x="1061577" y="4163516"/>
              <a:ext cx="1063995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+ 184I;224A;259K;260E;277A</a:t>
              </a:r>
            </a:p>
          </p:txBody>
        </p:sp>
        <p:sp>
          <p:nvSpPr>
            <p:cNvPr id="671" name="tx671"/>
            <p:cNvSpPr/>
            <p:nvPr/>
          </p:nvSpPr>
          <p:spPr>
            <a:xfrm>
              <a:off x="860500" y="4097283"/>
              <a:ext cx="1265072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+ 187N;224A;259K;260E;273Q;277A</a:t>
              </a:r>
            </a:p>
          </p:txBody>
        </p:sp>
        <p:sp>
          <p:nvSpPr>
            <p:cNvPr id="672" name="tx672"/>
            <p:cNvSpPr/>
            <p:nvPr/>
          </p:nvSpPr>
          <p:spPr>
            <a:xfrm>
              <a:off x="873393" y="4031049"/>
              <a:ext cx="1252179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+ 196E;224A;259K;260E;261V;277A</a:t>
              </a:r>
            </a:p>
          </p:txBody>
        </p:sp>
        <p:sp>
          <p:nvSpPr>
            <p:cNvPr id="673" name="tx673"/>
            <p:cNvSpPr/>
            <p:nvPr/>
          </p:nvSpPr>
          <p:spPr>
            <a:xfrm>
              <a:off x="871016" y="3964815"/>
              <a:ext cx="1254556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+ 205K;224A;241K;259K;260E;277A</a:t>
              </a:r>
            </a:p>
          </p:txBody>
        </p:sp>
        <p:sp>
          <p:nvSpPr>
            <p:cNvPr id="674" name="tx674"/>
            <p:cNvSpPr/>
            <p:nvPr/>
          </p:nvSpPr>
          <p:spPr>
            <a:xfrm>
              <a:off x="704047" y="3898581"/>
              <a:ext cx="1421526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+ 205K;224A;245N;257V;259K;260E;277A</a:t>
              </a:r>
            </a:p>
          </p:txBody>
        </p:sp>
        <p:sp>
          <p:nvSpPr>
            <p:cNvPr id="675" name="tx675"/>
            <p:cNvSpPr/>
            <p:nvPr/>
          </p:nvSpPr>
          <p:spPr>
            <a:xfrm>
              <a:off x="873393" y="3832348"/>
              <a:ext cx="1252179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+ 205K;224A;250V;259K;260E;277A</a:t>
              </a:r>
            </a:p>
          </p:txBody>
        </p:sp>
        <p:sp>
          <p:nvSpPr>
            <p:cNvPr id="676" name="tx676"/>
            <p:cNvSpPr/>
            <p:nvPr/>
          </p:nvSpPr>
          <p:spPr>
            <a:xfrm>
              <a:off x="1036888" y="3766114"/>
              <a:ext cx="1088684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+ 205K;224A;259K;260E;277A</a:t>
              </a:r>
            </a:p>
          </p:txBody>
        </p:sp>
        <p:sp>
          <p:nvSpPr>
            <p:cNvPr id="677" name="tx677"/>
            <p:cNvSpPr/>
            <p:nvPr/>
          </p:nvSpPr>
          <p:spPr>
            <a:xfrm>
              <a:off x="871016" y="3699880"/>
              <a:ext cx="1254556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+ 205K;224A;259K;260E;277A;326P</a:t>
              </a:r>
            </a:p>
          </p:txBody>
        </p:sp>
        <p:sp>
          <p:nvSpPr>
            <p:cNvPr id="678" name="tx678"/>
            <p:cNvSpPr/>
            <p:nvPr/>
          </p:nvSpPr>
          <p:spPr>
            <a:xfrm>
              <a:off x="1036888" y="3633646"/>
              <a:ext cx="1088684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+ 209E;224A;259K;260E;277A</a:t>
              </a:r>
            </a:p>
          </p:txBody>
        </p:sp>
        <p:sp>
          <p:nvSpPr>
            <p:cNvPr id="679" name="tx679"/>
            <p:cNvSpPr/>
            <p:nvPr/>
          </p:nvSpPr>
          <p:spPr>
            <a:xfrm>
              <a:off x="1043929" y="3567413"/>
              <a:ext cx="1081643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+ 210L;224A;259K;260E;277A</a:t>
              </a:r>
            </a:p>
          </p:txBody>
        </p:sp>
        <p:sp>
          <p:nvSpPr>
            <p:cNvPr id="680" name="tx680"/>
            <p:cNvSpPr/>
            <p:nvPr/>
          </p:nvSpPr>
          <p:spPr>
            <a:xfrm>
              <a:off x="1036888" y="3501179"/>
              <a:ext cx="1088684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+ 224A;241K;259K;260E;277A</a:t>
              </a:r>
            </a:p>
          </p:txBody>
        </p:sp>
        <p:sp>
          <p:nvSpPr>
            <p:cNvPr id="681" name="tx681"/>
            <p:cNvSpPr/>
            <p:nvPr/>
          </p:nvSpPr>
          <p:spPr>
            <a:xfrm>
              <a:off x="1047495" y="3434945"/>
              <a:ext cx="1078077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+ 224A;250T;259K;260E;277A</a:t>
              </a:r>
            </a:p>
          </p:txBody>
        </p:sp>
        <p:sp>
          <p:nvSpPr>
            <p:cNvPr id="682" name="tx682"/>
            <p:cNvSpPr/>
            <p:nvPr/>
          </p:nvSpPr>
          <p:spPr>
            <a:xfrm>
              <a:off x="1039266" y="3368711"/>
              <a:ext cx="1086307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+ 224A;250V;259K;260E;277A</a:t>
              </a:r>
            </a:p>
          </p:txBody>
        </p:sp>
        <p:sp>
          <p:nvSpPr>
            <p:cNvPr id="683" name="tx683"/>
            <p:cNvSpPr/>
            <p:nvPr/>
          </p:nvSpPr>
          <p:spPr>
            <a:xfrm>
              <a:off x="908689" y="3302478"/>
              <a:ext cx="1216883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+ 224A;257V;259K;260E;277A;72K</a:t>
              </a:r>
            </a:p>
          </p:txBody>
        </p:sp>
        <p:sp>
          <p:nvSpPr>
            <p:cNvPr id="684" name="tx684"/>
            <p:cNvSpPr/>
            <p:nvPr/>
          </p:nvSpPr>
          <p:spPr>
            <a:xfrm>
              <a:off x="1036888" y="3236244"/>
              <a:ext cx="1088684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+ 224A;258K;259K;260E;277A</a:t>
              </a:r>
            </a:p>
          </p:txBody>
        </p:sp>
        <p:sp>
          <p:nvSpPr>
            <p:cNvPr id="685" name="tx685"/>
            <p:cNvSpPr/>
            <p:nvPr/>
          </p:nvSpPr>
          <p:spPr>
            <a:xfrm>
              <a:off x="754613" y="3170010"/>
              <a:ext cx="1370959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+ 224A;259K;260E;261D;277A;28Q;307I</a:t>
              </a:r>
            </a:p>
          </p:txBody>
        </p:sp>
        <p:sp>
          <p:nvSpPr>
            <p:cNvPr id="686" name="tx686"/>
            <p:cNvSpPr/>
            <p:nvPr/>
          </p:nvSpPr>
          <p:spPr>
            <a:xfrm>
              <a:off x="1039266" y="3103776"/>
              <a:ext cx="1086307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+ 224A;259K;260E;266V;277A</a:t>
              </a:r>
            </a:p>
          </p:txBody>
        </p:sp>
        <p:sp>
          <p:nvSpPr>
            <p:cNvPr id="687" name="tx687"/>
            <p:cNvSpPr/>
            <p:nvPr/>
          </p:nvSpPr>
          <p:spPr>
            <a:xfrm>
              <a:off x="889944" y="3037543"/>
              <a:ext cx="1235628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+ 224A;259K;260E;267T;277A;311T</a:t>
              </a:r>
            </a:p>
          </p:txBody>
        </p:sp>
        <p:sp>
          <p:nvSpPr>
            <p:cNvPr id="688" name="tx688"/>
            <p:cNvSpPr/>
            <p:nvPr/>
          </p:nvSpPr>
          <p:spPr>
            <a:xfrm>
              <a:off x="1061577" y="2971309"/>
              <a:ext cx="1063995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+ 224A;259K;260E;272I;277A</a:t>
              </a:r>
            </a:p>
          </p:txBody>
        </p:sp>
        <p:sp>
          <p:nvSpPr>
            <p:cNvPr id="689" name="tx689"/>
            <p:cNvSpPr/>
            <p:nvPr/>
          </p:nvSpPr>
          <p:spPr>
            <a:xfrm>
              <a:off x="1033413" y="2905075"/>
              <a:ext cx="1092159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+ 224A;259K;260E;274N;277A</a:t>
              </a:r>
            </a:p>
          </p:txBody>
        </p:sp>
        <p:sp>
          <p:nvSpPr>
            <p:cNvPr id="690" name="tx690"/>
            <p:cNvSpPr/>
            <p:nvPr/>
          </p:nvSpPr>
          <p:spPr>
            <a:xfrm>
              <a:off x="867541" y="2838841"/>
              <a:ext cx="1258031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+ 224A;259K;260E;274N;277A;326P</a:t>
              </a:r>
            </a:p>
          </p:txBody>
        </p:sp>
        <p:sp>
          <p:nvSpPr>
            <p:cNvPr id="691" name="tx691"/>
            <p:cNvSpPr/>
            <p:nvPr/>
          </p:nvSpPr>
          <p:spPr>
            <a:xfrm>
              <a:off x="902837" y="2772608"/>
              <a:ext cx="1222735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+ 224A;259K;260E;274N;277A;45K</a:t>
              </a:r>
            </a:p>
          </p:txBody>
        </p:sp>
        <p:sp>
          <p:nvSpPr>
            <p:cNvPr id="692" name="tx692"/>
            <p:cNvSpPr/>
            <p:nvPr/>
          </p:nvSpPr>
          <p:spPr>
            <a:xfrm>
              <a:off x="1202760" y="2706374"/>
              <a:ext cx="922812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</a:t>
              </a:r>
            </a:p>
          </p:txBody>
        </p:sp>
        <p:sp>
          <p:nvSpPr>
            <p:cNvPr id="693" name="tx693"/>
            <p:cNvSpPr/>
            <p:nvPr/>
          </p:nvSpPr>
          <p:spPr>
            <a:xfrm>
              <a:off x="1061577" y="2640140"/>
              <a:ext cx="1063995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+ 224A;259K;260E;277A;290I</a:t>
              </a:r>
            </a:p>
          </p:txBody>
        </p:sp>
        <p:sp>
          <p:nvSpPr>
            <p:cNvPr id="694" name="tx694"/>
            <p:cNvSpPr/>
            <p:nvPr/>
          </p:nvSpPr>
          <p:spPr>
            <a:xfrm>
              <a:off x="1029847" y="2573906"/>
              <a:ext cx="1095725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+ 224A;259K;260E;277A;302G</a:t>
              </a:r>
            </a:p>
          </p:txBody>
        </p:sp>
        <p:sp>
          <p:nvSpPr>
            <p:cNvPr id="695" name="tx695"/>
            <p:cNvSpPr/>
            <p:nvPr/>
          </p:nvSpPr>
          <p:spPr>
            <a:xfrm>
              <a:off x="927526" y="2507673"/>
              <a:ext cx="1198046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+ 224A;259K;260E;277A;321I;54R</a:t>
              </a:r>
            </a:p>
          </p:txBody>
        </p:sp>
        <p:sp>
          <p:nvSpPr>
            <p:cNvPr id="696" name="tx696"/>
            <p:cNvSpPr/>
            <p:nvPr/>
          </p:nvSpPr>
          <p:spPr>
            <a:xfrm>
              <a:off x="1065143" y="2441439"/>
              <a:ext cx="1060429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+ 224A;259K;260E;277A;35G</a:t>
              </a:r>
            </a:p>
          </p:txBody>
        </p:sp>
        <p:sp>
          <p:nvSpPr>
            <p:cNvPr id="697" name="tx697"/>
            <p:cNvSpPr/>
            <p:nvPr/>
          </p:nvSpPr>
          <p:spPr>
            <a:xfrm>
              <a:off x="1068709" y="2375205"/>
              <a:ext cx="1056863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+ 224A;259K;260E;277A;35N</a:t>
              </a:r>
            </a:p>
          </p:txBody>
        </p:sp>
        <p:sp>
          <p:nvSpPr>
            <p:cNvPr id="698" name="tx698"/>
            <p:cNvSpPr/>
            <p:nvPr/>
          </p:nvSpPr>
          <p:spPr>
            <a:xfrm>
              <a:off x="1068709" y="2308971"/>
              <a:ext cx="1056863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+ 224A;259K;260E;277A;40R</a:t>
              </a:r>
            </a:p>
          </p:txBody>
        </p:sp>
        <p:sp>
          <p:nvSpPr>
            <p:cNvPr id="699" name="tx699"/>
            <p:cNvSpPr/>
            <p:nvPr/>
          </p:nvSpPr>
          <p:spPr>
            <a:xfrm>
              <a:off x="1072184" y="2242737"/>
              <a:ext cx="1053388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+ 224A;259K;260E;277A;45K</a:t>
              </a:r>
            </a:p>
          </p:txBody>
        </p:sp>
        <p:sp>
          <p:nvSpPr>
            <p:cNvPr id="700" name="tx700"/>
            <p:cNvSpPr/>
            <p:nvPr/>
          </p:nvSpPr>
          <p:spPr>
            <a:xfrm>
              <a:off x="1075750" y="2176504"/>
              <a:ext cx="1049822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+ 224A;259K;260E;277A;57T</a:t>
              </a:r>
            </a:p>
          </p:txBody>
        </p:sp>
        <p:sp>
          <p:nvSpPr>
            <p:cNvPr id="701" name="tx701"/>
            <p:cNvSpPr/>
            <p:nvPr/>
          </p:nvSpPr>
          <p:spPr>
            <a:xfrm>
              <a:off x="1068709" y="2110270"/>
              <a:ext cx="1056863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+ 224A;259K;260E;277A;68D</a:t>
              </a:r>
            </a:p>
          </p:txBody>
        </p:sp>
        <p:sp>
          <p:nvSpPr>
            <p:cNvPr id="702" name="tx702"/>
            <p:cNvSpPr/>
            <p:nvPr/>
          </p:nvSpPr>
          <p:spPr>
            <a:xfrm>
              <a:off x="1065143" y="2044036"/>
              <a:ext cx="1060429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+ 224A;259K;260E;277A;68G</a:t>
              </a:r>
            </a:p>
          </p:txBody>
        </p:sp>
        <p:sp>
          <p:nvSpPr>
            <p:cNvPr id="703" name="tx703"/>
            <p:cNvSpPr/>
            <p:nvPr/>
          </p:nvSpPr>
          <p:spPr>
            <a:xfrm>
              <a:off x="1075750" y="1977802"/>
              <a:ext cx="1049822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+ 224A;259K;260E;277A;71F</a:t>
              </a:r>
            </a:p>
          </p:txBody>
        </p:sp>
        <p:sp>
          <p:nvSpPr>
            <p:cNvPr id="704" name="tx704"/>
            <p:cNvSpPr/>
            <p:nvPr/>
          </p:nvSpPr>
          <p:spPr>
            <a:xfrm>
              <a:off x="1368633" y="1911569"/>
              <a:ext cx="756940" cy="454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5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5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D.3.1.1 + 224A;259K;277A</a:t>
              </a:r>
            </a:p>
          </p:txBody>
        </p:sp>
        <p:sp>
          <p:nvSpPr>
            <p:cNvPr id="705" name="tx705"/>
            <p:cNvSpPr/>
            <p:nvPr/>
          </p:nvSpPr>
          <p:spPr>
            <a:xfrm rot="-2700000">
              <a:off x="212208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706" name="tx706"/>
            <p:cNvSpPr/>
            <p:nvPr/>
          </p:nvSpPr>
          <p:spPr>
            <a:xfrm rot="-2700000">
              <a:off x="246663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707" name="tx707"/>
            <p:cNvSpPr/>
            <p:nvPr/>
          </p:nvSpPr>
          <p:spPr>
            <a:xfrm rot="-2700000">
              <a:off x="28804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708" name="tx708"/>
            <p:cNvSpPr/>
            <p:nvPr/>
          </p:nvSpPr>
          <p:spPr>
            <a:xfrm rot="-2700000">
              <a:off x="331533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709" name="tx709"/>
            <p:cNvSpPr/>
            <p:nvPr/>
          </p:nvSpPr>
          <p:spPr>
            <a:xfrm rot="-2700000">
              <a:off x="369718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710" name="tx710"/>
            <p:cNvSpPr/>
            <p:nvPr/>
          </p:nvSpPr>
          <p:spPr>
            <a:xfrm rot="-2700000">
              <a:off x="410557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711" name="tx711"/>
            <p:cNvSpPr/>
            <p:nvPr/>
          </p:nvSpPr>
          <p:spPr>
            <a:xfrm rot="-2700000">
              <a:off x="454049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712" name="tx712"/>
            <p:cNvSpPr/>
            <p:nvPr/>
          </p:nvSpPr>
          <p:spPr>
            <a:xfrm rot="-2700000">
              <a:off x="494350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713" name="tx713"/>
            <p:cNvSpPr/>
            <p:nvPr/>
          </p:nvSpPr>
          <p:spPr>
            <a:xfrm rot="-2700000">
              <a:off x="532028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714" name="tx714"/>
            <p:cNvSpPr/>
            <p:nvPr/>
          </p:nvSpPr>
          <p:spPr>
            <a:xfrm rot="-2700000">
              <a:off x="575504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715" name="tx715"/>
            <p:cNvSpPr/>
            <p:nvPr/>
          </p:nvSpPr>
          <p:spPr>
            <a:xfrm rot="-2700000">
              <a:off x="6147672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716" name="tx716"/>
            <p:cNvSpPr/>
            <p:nvPr/>
          </p:nvSpPr>
          <p:spPr>
            <a:xfrm>
              <a:off x="426152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717" name="tx717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718" name="tx718"/>
            <p:cNvSpPr/>
            <p:nvPr/>
          </p:nvSpPr>
          <p:spPr>
            <a:xfrm>
              <a:off x="6970921" y="3022917"/>
              <a:ext cx="15766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A/H1N1 (%)</a:t>
              </a:r>
            </a:p>
          </p:txBody>
        </p:sp>
        <p:pic>
          <p:nvPicPr>
            <p:cNvPr id="719" name="pic71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970921" y="3207263"/>
              <a:ext cx="219455" cy="1097280"/>
            </a:xfrm>
            <a:prstGeom prst="rect">
              <a:avLst/>
            </a:prstGeom>
          </p:spPr>
        </p:pic>
        <p:sp>
          <p:nvSpPr>
            <p:cNvPr id="720" name="pl720"/>
            <p:cNvSpPr/>
            <p:nvPr/>
          </p:nvSpPr>
          <p:spPr>
            <a:xfrm>
              <a:off x="7146486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l721"/>
            <p:cNvSpPr/>
            <p:nvPr/>
          </p:nvSpPr>
          <p:spPr>
            <a:xfrm>
              <a:off x="7146486" y="411133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l722"/>
            <p:cNvSpPr/>
            <p:nvPr/>
          </p:nvSpPr>
          <p:spPr>
            <a:xfrm>
              <a:off x="7146486" y="391994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l723"/>
            <p:cNvSpPr/>
            <p:nvPr/>
          </p:nvSpPr>
          <p:spPr>
            <a:xfrm>
              <a:off x="7146486" y="372856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l724"/>
            <p:cNvSpPr/>
            <p:nvPr/>
          </p:nvSpPr>
          <p:spPr>
            <a:xfrm>
              <a:off x="7146486" y="353717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l725"/>
            <p:cNvSpPr/>
            <p:nvPr/>
          </p:nvSpPr>
          <p:spPr>
            <a:xfrm>
              <a:off x="7146486" y="334579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l726"/>
            <p:cNvSpPr/>
            <p:nvPr/>
          </p:nvSpPr>
          <p:spPr>
            <a:xfrm>
              <a:off x="6970921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l727"/>
            <p:cNvSpPr/>
            <p:nvPr/>
          </p:nvSpPr>
          <p:spPr>
            <a:xfrm>
              <a:off x="6970921" y="411133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l728"/>
            <p:cNvSpPr/>
            <p:nvPr/>
          </p:nvSpPr>
          <p:spPr>
            <a:xfrm>
              <a:off x="6970921" y="391994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l729"/>
            <p:cNvSpPr/>
            <p:nvPr/>
          </p:nvSpPr>
          <p:spPr>
            <a:xfrm>
              <a:off x="6970921" y="372856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l730"/>
            <p:cNvSpPr/>
            <p:nvPr/>
          </p:nvSpPr>
          <p:spPr>
            <a:xfrm>
              <a:off x="6970921" y="353717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l731"/>
            <p:cNvSpPr/>
            <p:nvPr/>
          </p:nvSpPr>
          <p:spPr>
            <a:xfrm>
              <a:off x="6970921" y="334579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tx732"/>
            <p:cNvSpPr/>
            <p:nvPr/>
          </p:nvSpPr>
          <p:spPr>
            <a:xfrm>
              <a:off x="7259967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733" name="tx733"/>
            <p:cNvSpPr/>
            <p:nvPr/>
          </p:nvSpPr>
          <p:spPr>
            <a:xfrm>
              <a:off x="7259967" y="407132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734" name="tx734"/>
            <p:cNvSpPr/>
            <p:nvPr/>
          </p:nvSpPr>
          <p:spPr>
            <a:xfrm>
              <a:off x="7259967" y="3879942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735" name="tx735"/>
            <p:cNvSpPr/>
            <p:nvPr/>
          </p:nvSpPr>
          <p:spPr>
            <a:xfrm>
              <a:off x="7259967" y="368855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30%</a:t>
              </a:r>
            </a:p>
          </p:txBody>
        </p:sp>
        <p:sp>
          <p:nvSpPr>
            <p:cNvPr id="736" name="tx736"/>
            <p:cNvSpPr/>
            <p:nvPr/>
          </p:nvSpPr>
          <p:spPr>
            <a:xfrm>
              <a:off x="7259967" y="349717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40%</a:t>
              </a:r>
            </a:p>
          </p:txBody>
        </p:sp>
        <p:sp>
          <p:nvSpPr>
            <p:cNvPr id="737" name="tx737"/>
            <p:cNvSpPr/>
            <p:nvPr/>
          </p:nvSpPr>
          <p:spPr>
            <a:xfrm>
              <a:off x="7259967" y="3305790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738" name="tx738"/>
            <p:cNvSpPr/>
            <p:nvPr/>
          </p:nvSpPr>
          <p:spPr>
            <a:xfrm>
              <a:off x="2188203" y="1669789"/>
              <a:ext cx="378927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A/H1N1 - D.3.1.1</a:t>
              </a:r>
            </a:p>
          </p:txBody>
        </p:sp>
      </p:grpSp>
      <p:sp>
        <p:nvSpPr>
          <p:cNvPr id="73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A/H1N1 - D.3.1.1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77446" y="1894551"/>
              <a:ext cx="7639764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77446" y="5183221"/>
              <a:ext cx="6209862" cy="168034"/>
            </a:xfrm>
            <a:custGeom>
              <a:avLst/>
              <a:pathLst>
                <a:path w="6209862" h="168034">
                  <a:moveTo>
                    <a:pt x="0" y="168034"/>
                  </a:moveTo>
                  <a:lnTo>
                    <a:pt x="633242" y="168034"/>
                  </a:lnTo>
                  <a:lnTo>
                    <a:pt x="1266485" y="168034"/>
                  </a:lnTo>
                  <a:lnTo>
                    <a:pt x="1879300" y="168034"/>
                  </a:lnTo>
                  <a:lnTo>
                    <a:pt x="2512542" y="0"/>
                  </a:lnTo>
                  <a:lnTo>
                    <a:pt x="3125358" y="168034"/>
                  </a:lnTo>
                  <a:lnTo>
                    <a:pt x="3125358" y="168034"/>
                  </a:lnTo>
                  <a:lnTo>
                    <a:pt x="3758600" y="168034"/>
                  </a:lnTo>
                  <a:lnTo>
                    <a:pt x="4391843" y="168034"/>
                  </a:lnTo>
                  <a:lnTo>
                    <a:pt x="4963804" y="168034"/>
                  </a:lnTo>
                  <a:lnTo>
                    <a:pt x="5597046" y="168034"/>
                  </a:lnTo>
                  <a:lnTo>
                    <a:pt x="6209862" y="168034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C16D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77446" y="5080395"/>
              <a:ext cx="6209862" cy="270861"/>
            </a:xfrm>
            <a:custGeom>
              <a:avLst/>
              <a:pathLst>
                <a:path w="6209862" h="270861">
                  <a:moveTo>
                    <a:pt x="0" y="270861"/>
                  </a:moveTo>
                  <a:lnTo>
                    <a:pt x="633242" y="270861"/>
                  </a:lnTo>
                  <a:lnTo>
                    <a:pt x="1266485" y="270861"/>
                  </a:lnTo>
                  <a:lnTo>
                    <a:pt x="1879300" y="270861"/>
                  </a:lnTo>
                  <a:lnTo>
                    <a:pt x="2512542" y="270861"/>
                  </a:lnTo>
                  <a:lnTo>
                    <a:pt x="3125358" y="270861"/>
                  </a:lnTo>
                  <a:lnTo>
                    <a:pt x="3758600" y="270861"/>
                  </a:lnTo>
                  <a:lnTo>
                    <a:pt x="4391843" y="270861"/>
                  </a:lnTo>
                  <a:lnTo>
                    <a:pt x="4963804" y="0"/>
                  </a:lnTo>
                  <a:lnTo>
                    <a:pt x="5597046" y="270861"/>
                  </a:lnTo>
                  <a:lnTo>
                    <a:pt x="5597046" y="270861"/>
                  </a:lnTo>
                  <a:lnTo>
                    <a:pt x="6209862" y="270861"/>
                  </a:lnTo>
                </a:path>
              </a:pathLst>
            </a:custGeom>
            <a:ln w="27101" cap="flat">
              <a:solidFill>
                <a:srgbClr val="965F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77446" y="4343050"/>
              <a:ext cx="6209862" cy="1008205"/>
            </a:xfrm>
            <a:custGeom>
              <a:avLst/>
              <a:pathLst>
                <a:path w="6209862" h="1008205">
                  <a:moveTo>
                    <a:pt x="0" y="1008205"/>
                  </a:moveTo>
                  <a:lnTo>
                    <a:pt x="633242" y="1008205"/>
                  </a:lnTo>
                  <a:lnTo>
                    <a:pt x="1266485" y="1008205"/>
                  </a:lnTo>
                  <a:lnTo>
                    <a:pt x="1879300" y="1008205"/>
                  </a:lnTo>
                  <a:lnTo>
                    <a:pt x="2512542" y="1008205"/>
                  </a:lnTo>
                  <a:lnTo>
                    <a:pt x="3125358" y="1008205"/>
                  </a:lnTo>
                  <a:lnTo>
                    <a:pt x="3758600" y="876700"/>
                  </a:lnTo>
                  <a:lnTo>
                    <a:pt x="4391843" y="1008205"/>
                  </a:lnTo>
                  <a:lnTo>
                    <a:pt x="4391843" y="1008205"/>
                  </a:lnTo>
                  <a:lnTo>
                    <a:pt x="4963804" y="827631"/>
                  </a:lnTo>
                  <a:lnTo>
                    <a:pt x="5597046" y="617932"/>
                  </a:lnTo>
                  <a:lnTo>
                    <a:pt x="6209862" y="0"/>
                  </a:lnTo>
                </a:path>
              </a:pathLst>
            </a:custGeom>
            <a:ln w="27101" cap="flat">
              <a:solidFill>
                <a:srgbClr val="6B5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77446" y="5156119"/>
              <a:ext cx="6209862" cy="195136"/>
            </a:xfrm>
            <a:custGeom>
              <a:avLst/>
              <a:pathLst>
                <a:path w="6209862" h="195136">
                  <a:moveTo>
                    <a:pt x="0" y="195136"/>
                  </a:moveTo>
                  <a:lnTo>
                    <a:pt x="633242" y="195136"/>
                  </a:lnTo>
                  <a:lnTo>
                    <a:pt x="1266485" y="195136"/>
                  </a:lnTo>
                  <a:lnTo>
                    <a:pt x="1879300" y="195136"/>
                  </a:lnTo>
                  <a:lnTo>
                    <a:pt x="2512542" y="195136"/>
                  </a:lnTo>
                  <a:lnTo>
                    <a:pt x="3125358" y="195136"/>
                  </a:lnTo>
                  <a:lnTo>
                    <a:pt x="3758600" y="195136"/>
                  </a:lnTo>
                  <a:lnTo>
                    <a:pt x="4391843" y="195136"/>
                  </a:lnTo>
                  <a:lnTo>
                    <a:pt x="4963804" y="195136"/>
                  </a:lnTo>
                  <a:lnTo>
                    <a:pt x="5597046" y="0"/>
                  </a:lnTo>
                  <a:lnTo>
                    <a:pt x="6209862" y="195136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486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77446" y="5219751"/>
              <a:ext cx="6209862" cy="131505"/>
            </a:xfrm>
            <a:custGeom>
              <a:avLst/>
              <a:pathLst>
                <a:path w="6209862" h="131505">
                  <a:moveTo>
                    <a:pt x="0" y="131505"/>
                  </a:moveTo>
                  <a:lnTo>
                    <a:pt x="633242" y="131505"/>
                  </a:lnTo>
                  <a:lnTo>
                    <a:pt x="1266485" y="131505"/>
                  </a:lnTo>
                  <a:lnTo>
                    <a:pt x="1879300" y="131505"/>
                  </a:lnTo>
                  <a:lnTo>
                    <a:pt x="2512542" y="131505"/>
                  </a:lnTo>
                  <a:lnTo>
                    <a:pt x="3125358" y="131505"/>
                  </a:lnTo>
                  <a:lnTo>
                    <a:pt x="3758600" y="0"/>
                  </a:lnTo>
                  <a:lnTo>
                    <a:pt x="4391843" y="131505"/>
                  </a:lnTo>
                  <a:lnTo>
                    <a:pt x="4391843" y="131505"/>
                  </a:lnTo>
                  <a:lnTo>
                    <a:pt x="4963804" y="131505"/>
                  </a:lnTo>
                  <a:lnTo>
                    <a:pt x="5597046" y="131505"/>
                  </a:lnTo>
                  <a:lnTo>
                    <a:pt x="6209862" y="131505"/>
                  </a:lnTo>
                </a:path>
              </a:pathLst>
            </a:custGeom>
            <a:ln w="27101" cap="flat">
              <a:solidFill>
                <a:srgbClr val="508A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58A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977446" y="5076291"/>
              <a:ext cx="6209862" cy="274965"/>
            </a:xfrm>
            <a:custGeom>
              <a:avLst/>
              <a:pathLst>
                <a:path w="6209862" h="274965">
                  <a:moveTo>
                    <a:pt x="0" y="274965"/>
                  </a:moveTo>
                  <a:lnTo>
                    <a:pt x="633242" y="274965"/>
                  </a:lnTo>
                  <a:lnTo>
                    <a:pt x="1266485" y="140537"/>
                  </a:lnTo>
                  <a:lnTo>
                    <a:pt x="1879300" y="0"/>
                  </a:lnTo>
                  <a:lnTo>
                    <a:pt x="2512542" y="274965"/>
                  </a:lnTo>
                  <a:lnTo>
                    <a:pt x="3125358" y="274965"/>
                  </a:lnTo>
                  <a:lnTo>
                    <a:pt x="3758600" y="274965"/>
                  </a:lnTo>
                  <a:lnTo>
                    <a:pt x="4391843" y="274965"/>
                  </a:lnTo>
                  <a:lnTo>
                    <a:pt x="4963804" y="274965"/>
                  </a:lnTo>
                  <a:lnTo>
                    <a:pt x="5597046" y="274965"/>
                  </a:lnTo>
                  <a:lnTo>
                    <a:pt x="6209862" y="274965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977446" y="5213773"/>
              <a:ext cx="6209862" cy="137482"/>
            </a:xfrm>
            <a:custGeom>
              <a:avLst/>
              <a:pathLst>
                <a:path w="6209862" h="137482">
                  <a:moveTo>
                    <a:pt x="0" y="137482"/>
                  </a:moveTo>
                  <a:lnTo>
                    <a:pt x="633242" y="137482"/>
                  </a:lnTo>
                  <a:lnTo>
                    <a:pt x="1266485" y="137482"/>
                  </a:lnTo>
                  <a:lnTo>
                    <a:pt x="1879300" y="0"/>
                  </a:lnTo>
                  <a:lnTo>
                    <a:pt x="2512542" y="137482"/>
                  </a:lnTo>
                  <a:lnTo>
                    <a:pt x="2512542" y="137482"/>
                  </a:lnTo>
                  <a:lnTo>
                    <a:pt x="3125358" y="137482"/>
                  </a:lnTo>
                  <a:lnTo>
                    <a:pt x="3758600" y="137482"/>
                  </a:lnTo>
                  <a:lnTo>
                    <a:pt x="4391843" y="137482"/>
                  </a:lnTo>
                  <a:lnTo>
                    <a:pt x="4963804" y="137482"/>
                  </a:lnTo>
                  <a:lnTo>
                    <a:pt x="5597046" y="137482"/>
                  </a:lnTo>
                  <a:lnTo>
                    <a:pt x="6209862" y="137482"/>
                  </a:lnTo>
                </a:path>
              </a:pathLst>
            </a:custGeom>
            <a:ln w="27101" cap="flat">
              <a:solidFill>
                <a:srgbClr val="72AC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977446" y="4570710"/>
              <a:ext cx="6209862" cy="780546"/>
            </a:xfrm>
            <a:custGeom>
              <a:avLst/>
              <a:pathLst>
                <a:path w="6209862" h="780546">
                  <a:moveTo>
                    <a:pt x="0" y="780546"/>
                  </a:moveTo>
                  <a:lnTo>
                    <a:pt x="633242" y="780546"/>
                  </a:lnTo>
                  <a:lnTo>
                    <a:pt x="1266485" y="780546"/>
                  </a:lnTo>
                  <a:lnTo>
                    <a:pt x="1879300" y="780546"/>
                  </a:lnTo>
                  <a:lnTo>
                    <a:pt x="2512542" y="780546"/>
                  </a:lnTo>
                  <a:lnTo>
                    <a:pt x="3125358" y="780546"/>
                  </a:lnTo>
                  <a:lnTo>
                    <a:pt x="3758600" y="780546"/>
                  </a:lnTo>
                  <a:lnTo>
                    <a:pt x="4391843" y="780546"/>
                  </a:lnTo>
                  <a:lnTo>
                    <a:pt x="4963804" y="329110"/>
                  </a:lnTo>
                  <a:lnTo>
                    <a:pt x="5597046" y="0"/>
                  </a:lnTo>
                  <a:lnTo>
                    <a:pt x="6209862" y="780546"/>
                  </a:lnTo>
                  <a:lnTo>
                    <a:pt x="6209862" y="780546"/>
                  </a:lnTo>
                </a:path>
              </a:pathLst>
            </a:custGeom>
            <a:ln w="27101" cap="flat">
              <a:solidFill>
                <a:srgbClr val="8487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977446" y="4693730"/>
              <a:ext cx="6209862" cy="657525"/>
            </a:xfrm>
            <a:custGeom>
              <a:avLst/>
              <a:pathLst>
                <a:path w="6209862" h="657525">
                  <a:moveTo>
                    <a:pt x="0" y="657525"/>
                  </a:moveTo>
                  <a:lnTo>
                    <a:pt x="633242" y="657525"/>
                  </a:lnTo>
                  <a:lnTo>
                    <a:pt x="1266485" y="657525"/>
                  </a:lnTo>
                  <a:lnTo>
                    <a:pt x="1879300" y="657525"/>
                  </a:lnTo>
                  <a:lnTo>
                    <a:pt x="2512542" y="657525"/>
                  </a:lnTo>
                  <a:lnTo>
                    <a:pt x="3125358" y="657525"/>
                  </a:lnTo>
                  <a:lnTo>
                    <a:pt x="3758600" y="0"/>
                  </a:lnTo>
                  <a:lnTo>
                    <a:pt x="4391843" y="657525"/>
                  </a:lnTo>
                  <a:lnTo>
                    <a:pt x="4391843" y="657525"/>
                  </a:lnTo>
                  <a:lnTo>
                    <a:pt x="4963804" y="657525"/>
                  </a:lnTo>
                  <a:lnTo>
                    <a:pt x="5597046" y="657525"/>
                  </a:lnTo>
                  <a:lnTo>
                    <a:pt x="6209862" y="657525"/>
                  </a:lnTo>
                </a:path>
              </a:pathLst>
            </a:custGeom>
            <a:ln w="27101" cap="flat">
              <a:solidFill>
                <a:srgbClr val="9761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977446" y="4487080"/>
              <a:ext cx="6209862" cy="864176"/>
            </a:xfrm>
            <a:custGeom>
              <a:avLst/>
              <a:pathLst>
                <a:path w="6209862" h="864176">
                  <a:moveTo>
                    <a:pt x="0" y="864176"/>
                  </a:moveTo>
                  <a:lnTo>
                    <a:pt x="633242" y="864176"/>
                  </a:lnTo>
                  <a:lnTo>
                    <a:pt x="1266485" y="864176"/>
                  </a:lnTo>
                  <a:lnTo>
                    <a:pt x="1879300" y="864176"/>
                  </a:lnTo>
                  <a:lnTo>
                    <a:pt x="2512542" y="864176"/>
                  </a:lnTo>
                  <a:lnTo>
                    <a:pt x="3125358" y="864176"/>
                  </a:lnTo>
                  <a:lnTo>
                    <a:pt x="3758600" y="732671"/>
                  </a:lnTo>
                  <a:lnTo>
                    <a:pt x="4391843" y="0"/>
                  </a:lnTo>
                  <a:lnTo>
                    <a:pt x="4963804" y="773889"/>
                  </a:lnTo>
                  <a:lnTo>
                    <a:pt x="5597046" y="864176"/>
                  </a:lnTo>
                  <a:lnTo>
                    <a:pt x="5597046" y="864176"/>
                  </a:lnTo>
                  <a:lnTo>
                    <a:pt x="6209862" y="864176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977446" y="5156119"/>
              <a:ext cx="6209862" cy="195136"/>
            </a:xfrm>
            <a:custGeom>
              <a:avLst/>
              <a:pathLst>
                <a:path w="6209862" h="195136">
                  <a:moveTo>
                    <a:pt x="0" y="195136"/>
                  </a:moveTo>
                  <a:lnTo>
                    <a:pt x="633242" y="195136"/>
                  </a:lnTo>
                  <a:lnTo>
                    <a:pt x="1266485" y="195136"/>
                  </a:lnTo>
                  <a:lnTo>
                    <a:pt x="1879300" y="195136"/>
                  </a:lnTo>
                  <a:lnTo>
                    <a:pt x="2512542" y="195136"/>
                  </a:lnTo>
                  <a:lnTo>
                    <a:pt x="3125358" y="195136"/>
                  </a:lnTo>
                  <a:lnTo>
                    <a:pt x="3758600" y="195136"/>
                  </a:lnTo>
                  <a:lnTo>
                    <a:pt x="4391843" y="195136"/>
                  </a:lnTo>
                  <a:lnTo>
                    <a:pt x="4963804" y="104849"/>
                  </a:lnTo>
                  <a:lnTo>
                    <a:pt x="5597046" y="0"/>
                  </a:lnTo>
                  <a:lnTo>
                    <a:pt x="6209862" y="195136"/>
                  </a:lnTo>
                </a:path>
              </a:pathLst>
            </a:custGeom>
            <a:ln w="27101" cap="flat">
              <a:solidFill>
                <a:srgbClr val="BC63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977446" y="4746332"/>
              <a:ext cx="6209862" cy="604923"/>
            </a:xfrm>
            <a:custGeom>
              <a:avLst/>
              <a:pathLst>
                <a:path w="6209862" h="604923">
                  <a:moveTo>
                    <a:pt x="0" y="604923"/>
                  </a:moveTo>
                  <a:lnTo>
                    <a:pt x="633242" y="0"/>
                  </a:lnTo>
                  <a:lnTo>
                    <a:pt x="1266485" y="604923"/>
                  </a:lnTo>
                  <a:lnTo>
                    <a:pt x="1266485" y="604923"/>
                  </a:lnTo>
                  <a:lnTo>
                    <a:pt x="1879300" y="604923"/>
                  </a:lnTo>
                  <a:lnTo>
                    <a:pt x="2512542" y="604923"/>
                  </a:lnTo>
                  <a:lnTo>
                    <a:pt x="3125358" y="604923"/>
                  </a:lnTo>
                  <a:lnTo>
                    <a:pt x="3758600" y="604923"/>
                  </a:lnTo>
                  <a:lnTo>
                    <a:pt x="4391843" y="604923"/>
                  </a:lnTo>
                  <a:lnTo>
                    <a:pt x="4963804" y="604923"/>
                  </a:lnTo>
                  <a:lnTo>
                    <a:pt x="5597046" y="604923"/>
                  </a:lnTo>
                  <a:lnTo>
                    <a:pt x="6209862" y="604923"/>
                  </a:lnTo>
                </a:path>
              </a:pathLst>
            </a:custGeom>
            <a:ln w="27101" cap="flat">
              <a:solidFill>
                <a:srgbClr val="D18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977446" y="4746332"/>
              <a:ext cx="6209862" cy="604923"/>
            </a:xfrm>
            <a:custGeom>
              <a:avLst/>
              <a:pathLst>
                <a:path w="6209862" h="604923">
                  <a:moveTo>
                    <a:pt x="0" y="604923"/>
                  </a:moveTo>
                  <a:lnTo>
                    <a:pt x="633242" y="0"/>
                  </a:lnTo>
                  <a:lnTo>
                    <a:pt x="1266485" y="470495"/>
                  </a:lnTo>
                  <a:lnTo>
                    <a:pt x="1879300" y="604923"/>
                  </a:lnTo>
                  <a:lnTo>
                    <a:pt x="1879300" y="604923"/>
                  </a:lnTo>
                  <a:lnTo>
                    <a:pt x="2512542" y="604923"/>
                  </a:lnTo>
                  <a:lnTo>
                    <a:pt x="3125358" y="604923"/>
                  </a:lnTo>
                  <a:lnTo>
                    <a:pt x="3758600" y="604923"/>
                  </a:lnTo>
                  <a:lnTo>
                    <a:pt x="4391843" y="604923"/>
                  </a:lnTo>
                  <a:lnTo>
                    <a:pt x="4963804" y="604923"/>
                  </a:lnTo>
                  <a:lnTo>
                    <a:pt x="5597046" y="604923"/>
                  </a:lnTo>
                  <a:lnTo>
                    <a:pt x="6209862" y="604923"/>
                  </a:lnTo>
                </a:path>
              </a:pathLst>
            </a:custGeom>
            <a:ln w="27101" cap="flat">
              <a:solidFill>
                <a:srgbClr val="E5B4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977446" y="5156119"/>
              <a:ext cx="6209862" cy="195136"/>
            </a:xfrm>
            <a:custGeom>
              <a:avLst/>
              <a:pathLst>
                <a:path w="6209862" h="195136">
                  <a:moveTo>
                    <a:pt x="0" y="195136"/>
                  </a:moveTo>
                  <a:lnTo>
                    <a:pt x="633242" y="195136"/>
                  </a:lnTo>
                  <a:lnTo>
                    <a:pt x="1266485" y="195136"/>
                  </a:lnTo>
                  <a:lnTo>
                    <a:pt x="1879300" y="195136"/>
                  </a:lnTo>
                  <a:lnTo>
                    <a:pt x="2512542" y="195136"/>
                  </a:lnTo>
                  <a:lnTo>
                    <a:pt x="3125358" y="195136"/>
                  </a:lnTo>
                  <a:lnTo>
                    <a:pt x="3758600" y="195136"/>
                  </a:lnTo>
                  <a:lnTo>
                    <a:pt x="4391843" y="195136"/>
                  </a:lnTo>
                  <a:lnTo>
                    <a:pt x="4963804" y="195136"/>
                  </a:lnTo>
                  <a:lnTo>
                    <a:pt x="5597046" y="0"/>
                  </a:lnTo>
                  <a:lnTo>
                    <a:pt x="6209862" y="195136"/>
                  </a:lnTo>
                </a:path>
              </a:pathLst>
            </a:custGeom>
            <a:ln w="27101" cap="flat">
              <a:solidFill>
                <a:srgbClr val="D7C2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B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928F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977446" y="5156119"/>
              <a:ext cx="6209862" cy="195136"/>
            </a:xfrm>
            <a:custGeom>
              <a:avLst/>
              <a:pathLst>
                <a:path w="6209862" h="195136">
                  <a:moveTo>
                    <a:pt x="0" y="195136"/>
                  </a:moveTo>
                  <a:lnTo>
                    <a:pt x="633242" y="195136"/>
                  </a:lnTo>
                  <a:lnTo>
                    <a:pt x="1266485" y="195136"/>
                  </a:lnTo>
                  <a:lnTo>
                    <a:pt x="1879300" y="195136"/>
                  </a:lnTo>
                  <a:lnTo>
                    <a:pt x="2512542" y="195136"/>
                  </a:lnTo>
                  <a:lnTo>
                    <a:pt x="3125358" y="195136"/>
                  </a:lnTo>
                  <a:lnTo>
                    <a:pt x="3758600" y="195136"/>
                  </a:lnTo>
                  <a:lnTo>
                    <a:pt x="4391843" y="195136"/>
                  </a:lnTo>
                  <a:lnTo>
                    <a:pt x="4963804" y="195136"/>
                  </a:lnTo>
                  <a:lnTo>
                    <a:pt x="5597046" y="0"/>
                  </a:lnTo>
                  <a:lnTo>
                    <a:pt x="6209862" y="195136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977446" y="5183221"/>
              <a:ext cx="6209862" cy="168034"/>
            </a:xfrm>
            <a:custGeom>
              <a:avLst/>
              <a:pathLst>
                <a:path w="6209862" h="168034">
                  <a:moveTo>
                    <a:pt x="0" y="168034"/>
                  </a:moveTo>
                  <a:lnTo>
                    <a:pt x="633242" y="168034"/>
                  </a:lnTo>
                  <a:lnTo>
                    <a:pt x="1266485" y="168034"/>
                  </a:lnTo>
                  <a:lnTo>
                    <a:pt x="1879300" y="168034"/>
                  </a:lnTo>
                  <a:lnTo>
                    <a:pt x="2512542" y="0"/>
                  </a:lnTo>
                  <a:lnTo>
                    <a:pt x="3125358" y="168034"/>
                  </a:lnTo>
                  <a:lnTo>
                    <a:pt x="3125358" y="168034"/>
                  </a:lnTo>
                  <a:lnTo>
                    <a:pt x="3758600" y="168034"/>
                  </a:lnTo>
                  <a:lnTo>
                    <a:pt x="4391843" y="168034"/>
                  </a:lnTo>
                  <a:lnTo>
                    <a:pt x="4963804" y="168034"/>
                  </a:lnTo>
                  <a:lnTo>
                    <a:pt x="5597046" y="168034"/>
                  </a:lnTo>
                  <a:lnTo>
                    <a:pt x="6209862" y="168034"/>
                  </a:lnTo>
                </a:path>
              </a:pathLst>
            </a:custGeom>
            <a:ln w="27101" cap="flat">
              <a:solidFill>
                <a:srgbClr val="8C94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977446" y="5170682"/>
              <a:ext cx="6209862" cy="180574"/>
            </a:xfrm>
            <a:custGeom>
              <a:avLst/>
              <a:pathLst>
                <a:path w="6209862" h="180574">
                  <a:moveTo>
                    <a:pt x="0" y="180574"/>
                  </a:moveTo>
                  <a:lnTo>
                    <a:pt x="633242" y="180574"/>
                  </a:lnTo>
                  <a:lnTo>
                    <a:pt x="1266485" y="180574"/>
                  </a:lnTo>
                  <a:lnTo>
                    <a:pt x="1879300" y="180574"/>
                  </a:lnTo>
                  <a:lnTo>
                    <a:pt x="2512542" y="180574"/>
                  </a:lnTo>
                  <a:lnTo>
                    <a:pt x="3125358" y="180574"/>
                  </a:lnTo>
                  <a:lnTo>
                    <a:pt x="3758600" y="180574"/>
                  </a:lnTo>
                  <a:lnTo>
                    <a:pt x="4391843" y="180574"/>
                  </a:lnTo>
                  <a:lnTo>
                    <a:pt x="4963804" y="0"/>
                  </a:lnTo>
                  <a:lnTo>
                    <a:pt x="5597046" y="180574"/>
                  </a:lnTo>
                  <a:lnTo>
                    <a:pt x="5597046" y="180574"/>
                  </a:lnTo>
                  <a:lnTo>
                    <a:pt x="6209862" y="180574"/>
                  </a:lnTo>
                </a:path>
              </a:pathLst>
            </a:custGeom>
            <a:ln w="27101" cap="flat">
              <a:solidFill>
                <a:srgbClr val="A8B3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C4D1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977446" y="4358098"/>
              <a:ext cx="6209862" cy="993157"/>
            </a:xfrm>
            <a:custGeom>
              <a:avLst/>
              <a:pathLst>
                <a:path w="6209862" h="993157">
                  <a:moveTo>
                    <a:pt x="0" y="993157"/>
                  </a:moveTo>
                  <a:lnTo>
                    <a:pt x="633242" y="388234"/>
                  </a:lnTo>
                  <a:lnTo>
                    <a:pt x="1266485" y="724302"/>
                  </a:lnTo>
                  <a:lnTo>
                    <a:pt x="1879300" y="443227"/>
                  </a:lnTo>
                  <a:lnTo>
                    <a:pt x="2512542" y="237003"/>
                  </a:lnTo>
                  <a:lnTo>
                    <a:pt x="3125358" y="993157"/>
                  </a:lnTo>
                  <a:lnTo>
                    <a:pt x="3125358" y="993157"/>
                  </a:lnTo>
                  <a:lnTo>
                    <a:pt x="3758600" y="72622"/>
                  </a:lnTo>
                  <a:lnTo>
                    <a:pt x="4391843" y="128981"/>
                  </a:lnTo>
                  <a:lnTo>
                    <a:pt x="4963804" y="0"/>
                  </a:lnTo>
                  <a:lnTo>
                    <a:pt x="5597046" y="407747"/>
                  </a:lnTo>
                  <a:lnTo>
                    <a:pt x="6209862" y="993157"/>
                  </a:lnTo>
                  <a:lnTo>
                    <a:pt x="6209862" y="993157"/>
                  </a:lnTo>
                </a:path>
              </a:pathLst>
            </a:custGeom>
            <a:ln w="27101" cap="flat">
              <a:solidFill>
                <a:srgbClr val="E0F0F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977446" y="5219751"/>
              <a:ext cx="6209862" cy="131505"/>
            </a:xfrm>
            <a:custGeom>
              <a:avLst/>
              <a:pathLst>
                <a:path w="6209862" h="131505">
                  <a:moveTo>
                    <a:pt x="0" y="131505"/>
                  </a:moveTo>
                  <a:lnTo>
                    <a:pt x="633242" y="131505"/>
                  </a:lnTo>
                  <a:lnTo>
                    <a:pt x="1266485" y="131505"/>
                  </a:lnTo>
                  <a:lnTo>
                    <a:pt x="1879300" y="131505"/>
                  </a:lnTo>
                  <a:lnTo>
                    <a:pt x="2512542" y="131505"/>
                  </a:lnTo>
                  <a:lnTo>
                    <a:pt x="3125358" y="131505"/>
                  </a:lnTo>
                  <a:lnTo>
                    <a:pt x="3758600" y="0"/>
                  </a:lnTo>
                  <a:lnTo>
                    <a:pt x="4391843" y="131505"/>
                  </a:lnTo>
                  <a:lnTo>
                    <a:pt x="4391843" y="131505"/>
                  </a:lnTo>
                  <a:lnTo>
                    <a:pt x="4963804" y="131505"/>
                  </a:lnTo>
                  <a:lnTo>
                    <a:pt x="5597046" y="131505"/>
                  </a:lnTo>
                  <a:lnTo>
                    <a:pt x="6209862" y="131505"/>
                  </a:lnTo>
                </a:path>
              </a:pathLst>
            </a:custGeom>
            <a:ln w="27101" cap="flat">
              <a:solidFill>
                <a:srgbClr val="AABA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977446" y="5213773"/>
              <a:ext cx="6209862" cy="137482"/>
            </a:xfrm>
            <a:custGeom>
              <a:avLst/>
              <a:pathLst>
                <a:path w="6209862" h="137482">
                  <a:moveTo>
                    <a:pt x="0" y="137482"/>
                  </a:moveTo>
                  <a:lnTo>
                    <a:pt x="633242" y="137482"/>
                  </a:lnTo>
                  <a:lnTo>
                    <a:pt x="1266485" y="137482"/>
                  </a:lnTo>
                  <a:lnTo>
                    <a:pt x="1879300" y="0"/>
                  </a:lnTo>
                  <a:lnTo>
                    <a:pt x="2512542" y="137482"/>
                  </a:lnTo>
                  <a:lnTo>
                    <a:pt x="2512542" y="137482"/>
                  </a:lnTo>
                  <a:lnTo>
                    <a:pt x="3125358" y="137482"/>
                  </a:lnTo>
                  <a:lnTo>
                    <a:pt x="3758600" y="137482"/>
                  </a:lnTo>
                  <a:lnTo>
                    <a:pt x="4391843" y="137482"/>
                  </a:lnTo>
                  <a:lnTo>
                    <a:pt x="4963804" y="137482"/>
                  </a:lnTo>
                  <a:lnTo>
                    <a:pt x="5597046" y="137482"/>
                  </a:lnTo>
                  <a:lnTo>
                    <a:pt x="6209862" y="137482"/>
                  </a:lnTo>
                </a:path>
              </a:pathLst>
            </a:custGeom>
            <a:ln w="27101" cap="flat">
              <a:solidFill>
                <a:srgbClr val="7484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3E4E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09181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1F3C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376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977446" y="4487080"/>
              <a:ext cx="6209862" cy="864176"/>
            </a:xfrm>
            <a:custGeom>
              <a:avLst/>
              <a:pathLst>
                <a:path w="6209862" h="864176">
                  <a:moveTo>
                    <a:pt x="0" y="864176"/>
                  </a:moveTo>
                  <a:lnTo>
                    <a:pt x="633242" y="864176"/>
                  </a:lnTo>
                  <a:lnTo>
                    <a:pt x="1266485" y="864176"/>
                  </a:lnTo>
                  <a:lnTo>
                    <a:pt x="1879300" y="864176"/>
                  </a:lnTo>
                  <a:lnTo>
                    <a:pt x="2512542" y="864176"/>
                  </a:lnTo>
                  <a:lnTo>
                    <a:pt x="3125358" y="864176"/>
                  </a:lnTo>
                  <a:lnTo>
                    <a:pt x="3758600" y="864176"/>
                  </a:lnTo>
                  <a:lnTo>
                    <a:pt x="4391843" y="0"/>
                  </a:lnTo>
                  <a:lnTo>
                    <a:pt x="4963804" y="864176"/>
                  </a:lnTo>
                  <a:lnTo>
                    <a:pt x="4963804" y="864176"/>
                  </a:lnTo>
                  <a:lnTo>
                    <a:pt x="5597046" y="864176"/>
                  </a:lnTo>
                  <a:lnTo>
                    <a:pt x="6209862" y="864176"/>
                  </a:lnTo>
                </a:path>
              </a:pathLst>
            </a:custGeom>
            <a:ln w="27101" cap="flat">
              <a:solidFill>
                <a:srgbClr val="4D8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977446" y="5216828"/>
              <a:ext cx="6209862" cy="134427"/>
            </a:xfrm>
            <a:custGeom>
              <a:avLst/>
              <a:pathLst>
                <a:path w="6209862" h="134427">
                  <a:moveTo>
                    <a:pt x="0" y="134427"/>
                  </a:moveTo>
                  <a:lnTo>
                    <a:pt x="633242" y="134427"/>
                  </a:lnTo>
                  <a:lnTo>
                    <a:pt x="1266485" y="0"/>
                  </a:lnTo>
                  <a:lnTo>
                    <a:pt x="1879300" y="134427"/>
                  </a:lnTo>
                  <a:lnTo>
                    <a:pt x="1879300" y="134427"/>
                  </a:lnTo>
                  <a:lnTo>
                    <a:pt x="2512542" y="134427"/>
                  </a:lnTo>
                  <a:lnTo>
                    <a:pt x="3125358" y="134427"/>
                  </a:lnTo>
                  <a:lnTo>
                    <a:pt x="3758600" y="134427"/>
                  </a:lnTo>
                  <a:lnTo>
                    <a:pt x="4391843" y="134427"/>
                  </a:lnTo>
                  <a:lnTo>
                    <a:pt x="4963804" y="134427"/>
                  </a:lnTo>
                  <a:lnTo>
                    <a:pt x="5597046" y="134427"/>
                  </a:lnTo>
                  <a:lnTo>
                    <a:pt x="6209862" y="134427"/>
                  </a:lnTo>
                </a:path>
              </a:pathLst>
            </a:custGeom>
            <a:ln w="27101" cap="flat">
              <a:solidFill>
                <a:srgbClr val="65A9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977446" y="5156119"/>
              <a:ext cx="6209862" cy="195136"/>
            </a:xfrm>
            <a:custGeom>
              <a:avLst/>
              <a:pathLst>
                <a:path w="6209862" h="195136">
                  <a:moveTo>
                    <a:pt x="0" y="195136"/>
                  </a:moveTo>
                  <a:lnTo>
                    <a:pt x="633242" y="195136"/>
                  </a:lnTo>
                  <a:lnTo>
                    <a:pt x="1266485" y="195136"/>
                  </a:lnTo>
                  <a:lnTo>
                    <a:pt x="1879300" y="195136"/>
                  </a:lnTo>
                  <a:lnTo>
                    <a:pt x="2512542" y="195136"/>
                  </a:lnTo>
                  <a:lnTo>
                    <a:pt x="3125358" y="195136"/>
                  </a:lnTo>
                  <a:lnTo>
                    <a:pt x="3758600" y="195136"/>
                  </a:lnTo>
                  <a:lnTo>
                    <a:pt x="4391843" y="195136"/>
                  </a:lnTo>
                  <a:lnTo>
                    <a:pt x="4963804" y="195136"/>
                  </a:lnTo>
                  <a:lnTo>
                    <a:pt x="5597046" y="0"/>
                  </a:lnTo>
                  <a:lnTo>
                    <a:pt x="6209862" y="195136"/>
                  </a:lnTo>
                </a:path>
              </a:pathLst>
            </a:custGeom>
            <a:ln w="27101" cap="flat">
              <a:solidFill>
                <a:srgbClr val="569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478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3879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2A6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977446" y="3334845"/>
              <a:ext cx="6209862" cy="2016410"/>
            </a:xfrm>
            <a:custGeom>
              <a:avLst/>
              <a:pathLst>
                <a:path w="6209862" h="2016410">
                  <a:moveTo>
                    <a:pt x="0" y="2016410"/>
                  </a:moveTo>
                  <a:lnTo>
                    <a:pt x="633242" y="2016410"/>
                  </a:lnTo>
                  <a:lnTo>
                    <a:pt x="1266485" y="2016410"/>
                  </a:lnTo>
                  <a:lnTo>
                    <a:pt x="1879300" y="2016410"/>
                  </a:lnTo>
                  <a:lnTo>
                    <a:pt x="2512542" y="1176239"/>
                  </a:lnTo>
                  <a:lnTo>
                    <a:pt x="3125358" y="366620"/>
                  </a:lnTo>
                  <a:lnTo>
                    <a:pt x="3758600" y="1884905"/>
                  </a:lnTo>
                  <a:lnTo>
                    <a:pt x="4391843" y="2016410"/>
                  </a:lnTo>
                  <a:lnTo>
                    <a:pt x="4391843" y="2016410"/>
                  </a:lnTo>
                  <a:lnTo>
                    <a:pt x="4963804" y="1926123"/>
                  </a:lnTo>
                  <a:lnTo>
                    <a:pt x="5597046" y="2016410"/>
                  </a:lnTo>
                  <a:lnTo>
                    <a:pt x="5597046" y="2016410"/>
                  </a:lnTo>
                  <a:lnTo>
                    <a:pt x="6209862" y="0"/>
                  </a:lnTo>
                </a:path>
              </a:pathLst>
            </a:custGeom>
            <a:ln w="27101" cap="flat">
              <a:solidFill>
                <a:srgbClr val="5B7B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977446" y="4801325"/>
              <a:ext cx="6209862" cy="549930"/>
            </a:xfrm>
            <a:custGeom>
              <a:avLst/>
              <a:pathLst>
                <a:path w="6209862" h="549930">
                  <a:moveTo>
                    <a:pt x="0" y="549930"/>
                  </a:moveTo>
                  <a:lnTo>
                    <a:pt x="633242" y="549930"/>
                  </a:lnTo>
                  <a:lnTo>
                    <a:pt x="1266485" y="549930"/>
                  </a:lnTo>
                  <a:lnTo>
                    <a:pt x="1879300" y="549930"/>
                  </a:lnTo>
                  <a:lnTo>
                    <a:pt x="2512542" y="549930"/>
                  </a:lnTo>
                  <a:lnTo>
                    <a:pt x="3125358" y="0"/>
                  </a:lnTo>
                  <a:lnTo>
                    <a:pt x="3758600" y="549930"/>
                  </a:lnTo>
                  <a:lnTo>
                    <a:pt x="3758600" y="549930"/>
                  </a:lnTo>
                  <a:lnTo>
                    <a:pt x="4391843" y="549930"/>
                  </a:lnTo>
                  <a:lnTo>
                    <a:pt x="4963804" y="549930"/>
                  </a:lnTo>
                  <a:lnTo>
                    <a:pt x="5597046" y="549930"/>
                  </a:lnTo>
                  <a:lnTo>
                    <a:pt x="6209862" y="549930"/>
                  </a:lnTo>
                </a:path>
              </a:pathLst>
            </a:custGeom>
            <a:ln w="27101" cap="flat">
              <a:solidFill>
                <a:srgbClr val="8D8C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BE9D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977446" y="1894551"/>
              <a:ext cx="6209862" cy="3456704"/>
            </a:xfrm>
            <a:custGeom>
              <a:avLst/>
              <a:pathLst>
                <a:path w="6209862" h="3456704">
                  <a:moveTo>
                    <a:pt x="0" y="3456704"/>
                  </a:moveTo>
                  <a:lnTo>
                    <a:pt x="633242" y="432088"/>
                  </a:lnTo>
                  <a:lnTo>
                    <a:pt x="1266485" y="1305866"/>
                  </a:lnTo>
                  <a:lnTo>
                    <a:pt x="1879300" y="19640"/>
                  </a:lnTo>
                  <a:lnTo>
                    <a:pt x="2512542" y="936190"/>
                  </a:lnTo>
                  <a:lnTo>
                    <a:pt x="3125358" y="1256983"/>
                  </a:lnTo>
                  <a:lnTo>
                    <a:pt x="3758600" y="37572"/>
                  </a:lnTo>
                  <a:lnTo>
                    <a:pt x="4391843" y="0"/>
                  </a:lnTo>
                  <a:lnTo>
                    <a:pt x="4391843" y="0"/>
                  </a:lnTo>
                  <a:lnTo>
                    <a:pt x="4963804" y="1109240"/>
                  </a:lnTo>
                  <a:lnTo>
                    <a:pt x="5597046" y="139383"/>
                  </a:lnTo>
                  <a:lnTo>
                    <a:pt x="6209862" y="432088"/>
                  </a:lnTo>
                </a:path>
              </a:pathLst>
            </a:custGeom>
            <a:ln w="27101" cap="flat">
              <a:solidFill>
                <a:srgbClr val="F0AF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F3BD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F7CB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FADA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FEE9E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C4D3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977446" y="5170682"/>
              <a:ext cx="6209862" cy="180574"/>
            </a:xfrm>
            <a:custGeom>
              <a:avLst/>
              <a:pathLst>
                <a:path w="6209862" h="180574">
                  <a:moveTo>
                    <a:pt x="0" y="180574"/>
                  </a:moveTo>
                  <a:lnTo>
                    <a:pt x="633242" y="180574"/>
                  </a:lnTo>
                  <a:lnTo>
                    <a:pt x="1266485" y="180574"/>
                  </a:lnTo>
                  <a:lnTo>
                    <a:pt x="1879300" y="180574"/>
                  </a:lnTo>
                  <a:lnTo>
                    <a:pt x="2512542" y="180574"/>
                  </a:lnTo>
                  <a:lnTo>
                    <a:pt x="3125358" y="180574"/>
                  </a:lnTo>
                  <a:lnTo>
                    <a:pt x="3758600" y="49069"/>
                  </a:lnTo>
                  <a:lnTo>
                    <a:pt x="4391843" y="180574"/>
                  </a:lnTo>
                  <a:lnTo>
                    <a:pt x="4391843" y="180574"/>
                  </a:lnTo>
                  <a:lnTo>
                    <a:pt x="4963804" y="0"/>
                  </a:lnTo>
                  <a:lnTo>
                    <a:pt x="5597046" y="180574"/>
                  </a:lnTo>
                  <a:lnTo>
                    <a:pt x="5597046" y="180574"/>
                  </a:lnTo>
                  <a:lnTo>
                    <a:pt x="6209862" y="180574"/>
                  </a:lnTo>
                </a:path>
              </a:pathLst>
            </a:custGeom>
            <a:ln w="27101" cap="flat">
              <a:solidFill>
                <a:srgbClr val="8AB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977446" y="5216828"/>
              <a:ext cx="6209862" cy="134427"/>
            </a:xfrm>
            <a:custGeom>
              <a:avLst/>
              <a:pathLst>
                <a:path w="6209862" h="134427">
                  <a:moveTo>
                    <a:pt x="0" y="134427"/>
                  </a:moveTo>
                  <a:lnTo>
                    <a:pt x="633242" y="134427"/>
                  </a:lnTo>
                  <a:lnTo>
                    <a:pt x="1266485" y="0"/>
                  </a:lnTo>
                  <a:lnTo>
                    <a:pt x="1879300" y="134427"/>
                  </a:lnTo>
                  <a:lnTo>
                    <a:pt x="1879300" y="134427"/>
                  </a:lnTo>
                  <a:lnTo>
                    <a:pt x="2512542" y="134427"/>
                  </a:lnTo>
                  <a:lnTo>
                    <a:pt x="3125358" y="134427"/>
                  </a:lnTo>
                  <a:lnTo>
                    <a:pt x="3758600" y="134427"/>
                  </a:lnTo>
                  <a:lnTo>
                    <a:pt x="4391843" y="134427"/>
                  </a:lnTo>
                  <a:lnTo>
                    <a:pt x="4963804" y="134427"/>
                  </a:lnTo>
                  <a:lnTo>
                    <a:pt x="5597046" y="134427"/>
                  </a:lnTo>
                  <a:lnTo>
                    <a:pt x="6209862" y="134427"/>
                  </a:lnTo>
                </a:path>
              </a:pathLst>
            </a:custGeom>
            <a:ln w="27101" cap="flat">
              <a:solidFill>
                <a:srgbClr val="50A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977446" y="5219751"/>
              <a:ext cx="6209862" cy="131505"/>
            </a:xfrm>
            <a:custGeom>
              <a:avLst/>
              <a:pathLst>
                <a:path w="6209862" h="131505">
                  <a:moveTo>
                    <a:pt x="0" y="131505"/>
                  </a:moveTo>
                  <a:lnTo>
                    <a:pt x="633242" y="131505"/>
                  </a:lnTo>
                  <a:lnTo>
                    <a:pt x="1266485" y="131505"/>
                  </a:lnTo>
                  <a:lnTo>
                    <a:pt x="1879300" y="131505"/>
                  </a:lnTo>
                  <a:lnTo>
                    <a:pt x="2512542" y="131505"/>
                  </a:lnTo>
                  <a:lnTo>
                    <a:pt x="3125358" y="131505"/>
                  </a:lnTo>
                  <a:lnTo>
                    <a:pt x="3758600" y="0"/>
                  </a:lnTo>
                  <a:lnTo>
                    <a:pt x="4391843" y="131505"/>
                  </a:lnTo>
                  <a:lnTo>
                    <a:pt x="4391843" y="131505"/>
                  </a:lnTo>
                  <a:lnTo>
                    <a:pt x="4963804" y="131505"/>
                  </a:lnTo>
                  <a:lnTo>
                    <a:pt x="5597046" y="131505"/>
                  </a:lnTo>
                  <a:lnTo>
                    <a:pt x="6209862" y="131505"/>
                  </a:lnTo>
                </a:path>
              </a:pathLst>
            </a:custGeom>
            <a:ln w="27101" cap="flat">
              <a:solidFill>
                <a:srgbClr val="1794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43A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977446" y="5267239"/>
              <a:ext cx="6209862" cy="84017"/>
            </a:xfrm>
            <a:custGeom>
              <a:avLst/>
              <a:pathLst>
                <a:path w="6209862" h="84017">
                  <a:moveTo>
                    <a:pt x="0" y="84017"/>
                  </a:moveTo>
                  <a:lnTo>
                    <a:pt x="633242" y="84017"/>
                  </a:lnTo>
                  <a:lnTo>
                    <a:pt x="1266485" y="84017"/>
                  </a:lnTo>
                  <a:lnTo>
                    <a:pt x="1879300" y="84017"/>
                  </a:lnTo>
                  <a:lnTo>
                    <a:pt x="2512542" y="0"/>
                  </a:lnTo>
                  <a:lnTo>
                    <a:pt x="3125358" y="84017"/>
                  </a:lnTo>
                  <a:lnTo>
                    <a:pt x="3125358" y="84017"/>
                  </a:lnTo>
                  <a:lnTo>
                    <a:pt x="3758600" y="84017"/>
                  </a:lnTo>
                  <a:lnTo>
                    <a:pt x="4391843" y="84017"/>
                  </a:lnTo>
                  <a:lnTo>
                    <a:pt x="4963804" y="84017"/>
                  </a:lnTo>
                  <a:lnTo>
                    <a:pt x="5597046" y="84017"/>
                  </a:lnTo>
                  <a:lnTo>
                    <a:pt x="6209862" y="84017"/>
                  </a:lnTo>
                </a:path>
              </a:pathLst>
            </a:custGeom>
            <a:ln w="27101" cap="flat">
              <a:solidFill>
                <a:srgbClr val="6FBA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9BCD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977446" y="5260969"/>
              <a:ext cx="6209862" cy="90287"/>
            </a:xfrm>
            <a:custGeom>
              <a:avLst/>
              <a:pathLst>
                <a:path w="6209862" h="90287">
                  <a:moveTo>
                    <a:pt x="0" y="90287"/>
                  </a:moveTo>
                  <a:lnTo>
                    <a:pt x="633242" y="90287"/>
                  </a:lnTo>
                  <a:lnTo>
                    <a:pt x="1266485" y="90287"/>
                  </a:lnTo>
                  <a:lnTo>
                    <a:pt x="1879300" y="90287"/>
                  </a:lnTo>
                  <a:lnTo>
                    <a:pt x="2512542" y="90287"/>
                  </a:lnTo>
                  <a:lnTo>
                    <a:pt x="3125358" y="90287"/>
                  </a:lnTo>
                  <a:lnTo>
                    <a:pt x="3758600" y="90287"/>
                  </a:lnTo>
                  <a:lnTo>
                    <a:pt x="4391843" y="90287"/>
                  </a:lnTo>
                  <a:lnTo>
                    <a:pt x="4963804" y="0"/>
                  </a:lnTo>
                  <a:lnTo>
                    <a:pt x="5597046" y="90287"/>
                  </a:lnTo>
                  <a:lnTo>
                    <a:pt x="5597046" y="90287"/>
                  </a:lnTo>
                  <a:lnTo>
                    <a:pt x="6209862" y="90287"/>
                  </a:lnTo>
                </a:path>
              </a:pathLst>
            </a:custGeom>
            <a:ln w="27101" cap="flat">
              <a:solidFill>
                <a:srgbClr val="C8E1E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7161028" y="4351644"/>
              <a:ext cx="23343" cy="68322"/>
            </a:xfrm>
            <a:custGeom>
              <a:avLst/>
              <a:pathLst>
                <a:path w="23343" h="68322">
                  <a:moveTo>
                    <a:pt x="0" y="68322"/>
                  </a:moveTo>
                  <a:lnTo>
                    <a:pt x="23343" y="0"/>
                  </a:lnTo>
                </a:path>
              </a:pathLst>
            </a:custGeom>
            <a:ln w="5420" cap="rnd">
              <a:solidFill>
                <a:srgbClr val="6B516E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7161028" y="3257929"/>
              <a:ext cx="23343" cy="68321"/>
            </a:xfrm>
            <a:custGeom>
              <a:avLst/>
              <a:pathLst>
                <a:path w="23343" h="68321">
                  <a:moveTo>
                    <a:pt x="0" y="0"/>
                  </a:moveTo>
                  <a:lnTo>
                    <a:pt x="23343" y="68321"/>
                  </a:lnTo>
                </a:path>
              </a:pathLst>
            </a:custGeom>
            <a:ln w="5420" cap="rnd">
              <a:solidFill>
                <a:srgbClr val="5B7B78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7198238" y="2333792"/>
              <a:ext cx="104880" cy="68633"/>
            </a:xfrm>
            <a:custGeom>
              <a:avLst/>
              <a:pathLst>
                <a:path w="104880" h="68633">
                  <a:moveTo>
                    <a:pt x="104880" y="68633"/>
                  </a:moveTo>
                  <a:lnTo>
                    <a:pt x="0" y="0"/>
                  </a:lnTo>
                </a:path>
              </a:pathLst>
            </a:custGeom>
            <a:ln w="5420" cap="rnd">
              <a:solidFill>
                <a:srgbClr val="F0AF5E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" name="tx62"/>
            <p:cNvSpPr/>
            <p:nvPr/>
          </p:nvSpPr>
          <p:spPr>
            <a:xfrm>
              <a:off x="5795646" y="4442827"/>
              <a:ext cx="2730124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6B516E">
                      <a:alpha val="100000"/>
                    </a:srgbClr>
                  </a:solidFill>
                  <a:latin typeface="Arial"/>
                  <a:cs typeface="Arial"/>
                </a:rPr>
                <a:t>17% D.3.1.1 + 139N;224A;259K;260E;277A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5795646" y="3134760"/>
              <a:ext cx="2730124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5B7B78">
                      <a:alpha val="100000"/>
                    </a:srgbClr>
                  </a:solidFill>
                  <a:latin typeface="Arial"/>
                  <a:cs typeface="Arial"/>
                </a:rPr>
                <a:t>33% D.3.1.1 + 224A;259K;260E;274N;277A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6169453" y="2425285"/>
              <a:ext cx="2356317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F0AF5E">
                      <a:alpha val="100000"/>
                    </a:srgbClr>
                  </a:solidFill>
                  <a:latin typeface="Arial"/>
                  <a:cs typeface="Arial"/>
                </a:rPr>
                <a:t>50% D.3.1.1 + 224A;259K;260E;277A</a:t>
              </a:r>
            </a:p>
          </p:txBody>
        </p:sp>
        <p:sp>
          <p:nvSpPr>
            <p:cNvPr id="65" name="pl65"/>
            <p:cNvSpPr/>
            <p:nvPr/>
          </p:nvSpPr>
          <p:spPr>
            <a:xfrm>
              <a:off x="977446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tx66"/>
            <p:cNvSpPr/>
            <p:nvPr/>
          </p:nvSpPr>
          <p:spPr>
            <a:xfrm>
              <a:off x="753241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691062" y="470632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91062" y="410140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91062" y="3496481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30%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91062" y="289155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40%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91062" y="228663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72" name="pl72"/>
            <p:cNvSpPr/>
            <p:nvPr/>
          </p:nvSpPr>
          <p:spPr>
            <a:xfrm>
              <a:off x="942651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942651" y="4746332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942651" y="414140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942651" y="353648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942651" y="293156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942651" y="232663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977446" y="5351256"/>
              <a:ext cx="7639764" cy="0"/>
            </a:xfrm>
            <a:custGeom>
              <a:avLst/>
              <a:pathLst>
                <a:path w="7639764" h="0">
                  <a:moveTo>
                    <a:pt x="0" y="0"/>
                  </a:moveTo>
                  <a:lnTo>
                    <a:pt x="7639764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9774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1610688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224393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28567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348998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410280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473604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536928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594125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657449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187308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82055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843336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tx92"/>
            <p:cNvSpPr/>
            <p:nvPr/>
          </p:nvSpPr>
          <p:spPr>
            <a:xfrm rot="-5400000">
              <a:off x="778610" y="5613088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93" name="tx93"/>
            <p:cNvSpPr/>
            <p:nvPr/>
          </p:nvSpPr>
          <p:spPr>
            <a:xfrm rot="-5400000">
              <a:off x="1374453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94" name="tx94"/>
            <p:cNvSpPr/>
            <p:nvPr/>
          </p:nvSpPr>
          <p:spPr>
            <a:xfrm rot="-5400000">
              <a:off x="201085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95" name="tx95"/>
            <p:cNvSpPr/>
            <p:nvPr/>
          </p:nvSpPr>
          <p:spPr>
            <a:xfrm rot="-5400000">
              <a:off x="2639211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96" name="tx96"/>
            <p:cNvSpPr/>
            <p:nvPr/>
          </p:nvSpPr>
          <p:spPr>
            <a:xfrm rot="-5400000">
              <a:off x="3256908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97" name="tx97"/>
            <p:cNvSpPr/>
            <p:nvPr/>
          </p:nvSpPr>
          <p:spPr>
            <a:xfrm rot="-5400000">
              <a:off x="3869724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98" name="tx98"/>
            <p:cNvSpPr/>
            <p:nvPr/>
          </p:nvSpPr>
          <p:spPr>
            <a:xfrm rot="-5400000">
              <a:off x="4518511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99" name="tx99"/>
            <p:cNvSpPr/>
            <p:nvPr/>
          </p:nvSpPr>
          <p:spPr>
            <a:xfrm rot="-5400000">
              <a:off x="5148599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00" name="tx100"/>
            <p:cNvSpPr/>
            <p:nvPr/>
          </p:nvSpPr>
          <p:spPr>
            <a:xfrm rot="-5400000">
              <a:off x="5702043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01" name="tx101"/>
            <p:cNvSpPr/>
            <p:nvPr/>
          </p:nvSpPr>
          <p:spPr>
            <a:xfrm rot="-5400000">
              <a:off x="6350739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02" name="tx102"/>
            <p:cNvSpPr/>
            <p:nvPr/>
          </p:nvSpPr>
          <p:spPr>
            <a:xfrm rot="-5400000">
              <a:off x="6954319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03" name="tx103"/>
            <p:cNvSpPr/>
            <p:nvPr/>
          </p:nvSpPr>
          <p:spPr>
            <a:xfrm rot="-5400000">
              <a:off x="760301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jun-2026</a:t>
              </a:r>
            </a:p>
          </p:txBody>
        </p:sp>
        <p:sp>
          <p:nvSpPr>
            <p:cNvPr id="104" name="tx104"/>
            <p:cNvSpPr/>
            <p:nvPr/>
          </p:nvSpPr>
          <p:spPr>
            <a:xfrm rot="-5400000">
              <a:off x="8234530" y="5613088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jul-2026</a:t>
              </a:r>
            </a:p>
          </p:txBody>
        </p:sp>
        <p:sp>
          <p:nvSpPr>
            <p:cNvPr id="105" name="tx105"/>
            <p:cNvSpPr/>
            <p:nvPr/>
          </p:nvSpPr>
          <p:spPr>
            <a:xfrm>
              <a:off x="458367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06" name="tx106"/>
            <p:cNvSpPr/>
            <p:nvPr/>
          </p:nvSpPr>
          <p:spPr>
            <a:xfrm rot="-5400000">
              <a:off x="-83435" y="3572886"/>
              <a:ext cx="132048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A/H1N1</a:t>
              </a:r>
            </a:p>
          </p:txBody>
        </p:sp>
        <p:sp>
          <p:nvSpPr>
            <p:cNvPr id="107" name="tx107"/>
            <p:cNvSpPr/>
            <p:nvPr/>
          </p:nvSpPr>
          <p:spPr>
            <a:xfrm>
              <a:off x="977446" y="1669789"/>
              <a:ext cx="339836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A/H1N1 - D.3.1.1</a:t>
              </a:r>
            </a:p>
          </p:txBody>
        </p:sp>
      </p:grpSp>
      <p:sp>
        <p:nvSpPr>
          <p:cNvPr id="10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A/H1N1 - D.3.1.1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3006274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 + 135A;145N;189R;223V;225D;261Q;8S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 + 104N;145N;223V;225D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 + 104N;145N;223V;225D;62R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 + 145N;223V;225D;48V;80R;82R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 + 225D;271N;278R;9G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A/H3N2 - J.2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746901" y="5011614"/>
              <a:ext cx="4015253" cy="0"/>
            </a:xfrm>
            <a:custGeom>
              <a:avLst/>
              <a:pathLst>
                <a:path w="4015253" h="0">
                  <a:moveTo>
                    <a:pt x="0" y="0"/>
                  </a:moveTo>
                  <a:lnTo>
                    <a:pt x="4015253" y="0"/>
                  </a:lnTo>
                  <a:lnTo>
                    <a:pt x="40152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746901" y="4333992"/>
              <a:ext cx="4015253" cy="0"/>
            </a:xfrm>
            <a:custGeom>
              <a:avLst/>
              <a:pathLst>
                <a:path w="4015253" h="0">
                  <a:moveTo>
                    <a:pt x="0" y="0"/>
                  </a:moveTo>
                  <a:lnTo>
                    <a:pt x="4015253" y="0"/>
                  </a:lnTo>
                  <a:lnTo>
                    <a:pt x="40152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746901" y="3656369"/>
              <a:ext cx="4015253" cy="0"/>
            </a:xfrm>
            <a:custGeom>
              <a:avLst/>
              <a:pathLst>
                <a:path w="4015253" h="0">
                  <a:moveTo>
                    <a:pt x="0" y="0"/>
                  </a:moveTo>
                  <a:lnTo>
                    <a:pt x="4015253" y="0"/>
                  </a:lnTo>
                  <a:lnTo>
                    <a:pt x="40152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746901" y="2978747"/>
              <a:ext cx="4015253" cy="0"/>
            </a:xfrm>
            <a:custGeom>
              <a:avLst/>
              <a:pathLst>
                <a:path w="4015253" h="0">
                  <a:moveTo>
                    <a:pt x="0" y="0"/>
                  </a:moveTo>
                  <a:lnTo>
                    <a:pt x="4015253" y="0"/>
                  </a:lnTo>
                  <a:lnTo>
                    <a:pt x="40152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746901" y="2301125"/>
              <a:ext cx="4015253" cy="0"/>
            </a:xfrm>
            <a:custGeom>
              <a:avLst/>
              <a:pathLst>
                <a:path w="4015253" h="0">
                  <a:moveTo>
                    <a:pt x="0" y="0"/>
                  </a:moveTo>
                  <a:lnTo>
                    <a:pt x="4015253" y="0"/>
                  </a:lnTo>
                  <a:lnTo>
                    <a:pt x="4015253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98309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37674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77039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16404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55770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495135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34500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573865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613231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652596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2786267" y="467280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3179919" y="4672803"/>
              <a:ext cx="393652" cy="67762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3573571" y="467280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3967223" y="467280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4360876" y="467280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4754528" y="467280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5148180" y="467280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5541832" y="467280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5935485" y="467280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6329137" y="467280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786267" y="3995180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179919" y="3995180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573571" y="3995180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967223" y="3995180"/>
              <a:ext cx="393652" cy="677622"/>
            </a:xfrm>
            <a:prstGeom prst="rect">
              <a:avLst/>
            </a:prstGeom>
            <a:solidFill>
              <a:srgbClr val="EDE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360876" y="3995180"/>
              <a:ext cx="393652" cy="677622"/>
            </a:xfrm>
            <a:prstGeom prst="rect">
              <a:avLst/>
            </a:prstGeom>
            <a:solidFill>
              <a:srgbClr val="DBE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754528" y="3995180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5148180" y="3995180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5541832" y="3995180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5935485" y="3995180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6329137" y="3995180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786267" y="3317558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3179919" y="3317558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3573571" y="3317558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3967223" y="3317558"/>
              <a:ext cx="393652" cy="677622"/>
            </a:xfrm>
            <a:prstGeom prst="rect">
              <a:avLst/>
            </a:prstGeom>
            <a:solidFill>
              <a:srgbClr val="C0C6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4360876" y="3317558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4754528" y="3317558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5148180" y="3317558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5541832" y="3317558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5935485" y="3317558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6329137" y="3317558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2786267" y="2639936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3179919" y="2639936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3573571" y="2639936"/>
              <a:ext cx="393652" cy="677622"/>
            </a:xfrm>
            <a:prstGeom prst="rect">
              <a:avLst/>
            </a:prstGeom>
            <a:solidFill>
              <a:srgbClr val="CED4F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3967223" y="2639936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4360876" y="2639936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4754528" y="2639936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5148180" y="2639936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5541832" y="2639936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5935485" y="2639936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6329137" y="2639936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2786267" y="196231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3179919" y="1962313"/>
              <a:ext cx="393652" cy="677622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3573571" y="196231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3967223" y="196231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4360876" y="196231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4754528" y="196231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5148180" y="196231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5541832" y="196231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935485" y="196231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6329137" y="1962313"/>
              <a:ext cx="39365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tx70"/>
            <p:cNvSpPr/>
            <p:nvPr/>
          </p:nvSpPr>
          <p:spPr>
            <a:xfrm>
              <a:off x="1385915" y="4975221"/>
              <a:ext cx="1298356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 + 104N;145N;223V;225D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1171305" y="4297598"/>
              <a:ext cx="1512966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 + 104N;145N;223V;225D;62R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91062" y="3619976"/>
              <a:ext cx="199320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 + 135A;145N;189R;223V;225D;261Q;8S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1022532" y="2942354"/>
              <a:ext cx="166173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 + 145N;223V;225D;48V;80R;82R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1483938" y="2264732"/>
              <a:ext cx="1200332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 + 225D;271N;278R;9G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2608102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300713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342732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379444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418809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460828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4996552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5358594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5778627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6156514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4540878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86" name="tx86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6970921" y="3022917"/>
              <a:ext cx="15766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 (%)</a:t>
              </a:r>
            </a:p>
          </p:txBody>
        </p:sp>
        <p:pic>
          <p:nvPicPr>
            <p:cNvPr id="88" name="pic8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970921" y="3207263"/>
              <a:ext cx="219455" cy="1097280"/>
            </a:xfrm>
            <a:prstGeom prst="rect">
              <a:avLst/>
            </a:prstGeom>
          </p:spPr>
        </p:pic>
        <p:sp>
          <p:nvSpPr>
            <p:cNvPr id="89" name="pl89"/>
            <p:cNvSpPr/>
            <p:nvPr/>
          </p:nvSpPr>
          <p:spPr>
            <a:xfrm>
              <a:off x="7146486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146486" y="401837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7146486" y="373403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7146486" y="344968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970921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970921" y="401837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970921" y="373403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970921" y="344968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tx97"/>
            <p:cNvSpPr/>
            <p:nvPr/>
          </p:nvSpPr>
          <p:spPr>
            <a:xfrm>
              <a:off x="7259967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7259967" y="3978368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99" name="tx99"/>
            <p:cNvSpPr/>
            <p:nvPr/>
          </p:nvSpPr>
          <p:spPr>
            <a:xfrm>
              <a:off x="7259967" y="3694026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4%</a:t>
              </a:r>
            </a:p>
          </p:txBody>
        </p:sp>
        <p:sp>
          <p:nvSpPr>
            <p:cNvPr id="100" name="tx100"/>
            <p:cNvSpPr/>
            <p:nvPr/>
          </p:nvSpPr>
          <p:spPr>
            <a:xfrm>
              <a:off x="7259967" y="3409684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6%</a:t>
              </a:r>
            </a:p>
          </p:txBody>
        </p:sp>
        <p:sp>
          <p:nvSpPr>
            <p:cNvPr id="101" name="tx101"/>
            <p:cNvSpPr/>
            <p:nvPr/>
          </p:nvSpPr>
          <p:spPr>
            <a:xfrm>
              <a:off x="2746901" y="1669789"/>
              <a:ext cx="3472616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A/H3N2 - J.2</a:t>
              </a:r>
            </a:p>
          </p:txBody>
        </p:sp>
      </p:grpSp>
      <p:sp>
        <p:nvSpPr>
          <p:cNvPr id="10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A/H3N2 - J.2</a:t>
            </a: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15267" y="1894551"/>
              <a:ext cx="7701943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5267" y="1894551"/>
              <a:ext cx="7701943" cy="3456704"/>
            </a:xfrm>
            <a:custGeom>
              <a:avLst/>
              <a:pathLst>
                <a:path w="7701943" h="3456704">
                  <a:moveTo>
                    <a:pt x="0" y="3456704"/>
                  </a:moveTo>
                  <a:lnTo>
                    <a:pt x="874579" y="0"/>
                  </a:lnTo>
                  <a:lnTo>
                    <a:pt x="874579" y="0"/>
                  </a:lnTo>
                  <a:lnTo>
                    <a:pt x="1720947" y="3456704"/>
                  </a:lnTo>
                  <a:lnTo>
                    <a:pt x="1720947" y="3456704"/>
                  </a:lnTo>
                  <a:lnTo>
                    <a:pt x="2595526" y="3456704"/>
                  </a:lnTo>
                  <a:lnTo>
                    <a:pt x="3441894" y="3456704"/>
                  </a:lnTo>
                  <a:lnTo>
                    <a:pt x="4316473" y="3456704"/>
                  </a:lnTo>
                  <a:lnTo>
                    <a:pt x="5191053" y="3456704"/>
                  </a:lnTo>
                  <a:lnTo>
                    <a:pt x="5980996" y="3456704"/>
                  </a:lnTo>
                  <a:lnTo>
                    <a:pt x="6855576" y="3456704"/>
                  </a:lnTo>
                  <a:lnTo>
                    <a:pt x="7701943" y="3456704"/>
                  </a:lnTo>
                  <a:lnTo>
                    <a:pt x="7701943" y="3456704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5267" y="4649113"/>
              <a:ext cx="7701943" cy="702143"/>
            </a:xfrm>
            <a:custGeom>
              <a:avLst/>
              <a:pathLst>
                <a:path w="7701943" h="702143">
                  <a:moveTo>
                    <a:pt x="0" y="702143"/>
                  </a:moveTo>
                  <a:lnTo>
                    <a:pt x="874579" y="702143"/>
                  </a:lnTo>
                  <a:lnTo>
                    <a:pt x="1720947" y="702143"/>
                  </a:lnTo>
                  <a:lnTo>
                    <a:pt x="2595526" y="366791"/>
                  </a:lnTo>
                  <a:lnTo>
                    <a:pt x="3441894" y="0"/>
                  </a:lnTo>
                  <a:lnTo>
                    <a:pt x="4316473" y="702143"/>
                  </a:lnTo>
                  <a:lnTo>
                    <a:pt x="4316473" y="702143"/>
                  </a:lnTo>
                  <a:lnTo>
                    <a:pt x="5191053" y="702143"/>
                  </a:lnTo>
                  <a:lnTo>
                    <a:pt x="5980996" y="702143"/>
                  </a:lnTo>
                  <a:lnTo>
                    <a:pt x="6855576" y="702143"/>
                  </a:lnTo>
                  <a:lnTo>
                    <a:pt x="7701943" y="702143"/>
                  </a:lnTo>
                  <a:lnTo>
                    <a:pt x="7701943" y="702143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5267" y="4345200"/>
              <a:ext cx="7701943" cy="1006055"/>
            </a:xfrm>
            <a:custGeom>
              <a:avLst/>
              <a:pathLst>
                <a:path w="7701943" h="1006055">
                  <a:moveTo>
                    <a:pt x="0" y="1006055"/>
                  </a:moveTo>
                  <a:lnTo>
                    <a:pt x="874579" y="1006055"/>
                  </a:lnTo>
                  <a:lnTo>
                    <a:pt x="1720947" y="1006055"/>
                  </a:lnTo>
                  <a:lnTo>
                    <a:pt x="2595526" y="0"/>
                  </a:lnTo>
                  <a:lnTo>
                    <a:pt x="3441894" y="1006055"/>
                  </a:lnTo>
                  <a:lnTo>
                    <a:pt x="3441894" y="1006055"/>
                  </a:lnTo>
                  <a:lnTo>
                    <a:pt x="4316473" y="1006055"/>
                  </a:lnTo>
                  <a:lnTo>
                    <a:pt x="5191053" y="1006055"/>
                  </a:lnTo>
                  <a:lnTo>
                    <a:pt x="5980996" y="1006055"/>
                  </a:lnTo>
                  <a:lnTo>
                    <a:pt x="6855576" y="1006055"/>
                  </a:lnTo>
                  <a:lnTo>
                    <a:pt x="7701943" y="1006055"/>
                  </a:lnTo>
                  <a:lnTo>
                    <a:pt x="7701943" y="1006055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5267" y="4487080"/>
              <a:ext cx="7701943" cy="864176"/>
            </a:xfrm>
            <a:custGeom>
              <a:avLst/>
              <a:pathLst>
                <a:path w="7701943" h="864176">
                  <a:moveTo>
                    <a:pt x="0" y="864176"/>
                  </a:moveTo>
                  <a:lnTo>
                    <a:pt x="874579" y="864176"/>
                  </a:lnTo>
                  <a:lnTo>
                    <a:pt x="1720947" y="0"/>
                  </a:lnTo>
                  <a:lnTo>
                    <a:pt x="2595526" y="864176"/>
                  </a:lnTo>
                  <a:lnTo>
                    <a:pt x="2595526" y="864176"/>
                  </a:lnTo>
                  <a:lnTo>
                    <a:pt x="3441894" y="864176"/>
                  </a:lnTo>
                  <a:lnTo>
                    <a:pt x="4316473" y="864176"/>
                  </a:lnTo>
                  <a:lnTo>
                    <a:pt x="5191053" y="864176"/>
                  </a:lnTo>
                  <a:lnTo>
                    <a:pt x="5980996" y="864176"/>
                  </a:lnTo>
                  <a:lnTo>
                    <a:pt x="6855576" y="864176"/>
                  </a:lnTo>
                  <a:lnTo>
                    <a:pt x="7701943" y="864176"/>
                  </a:lnTo>
                  <a:lnTo>
                    <a:pt x="7701943" y="864176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5267" y="3622903"/>
              <a:ext cx="7701943" cy="1728352"/>
            </a:xfrm>
            <a:custGeom>
              <a:avLst/>
              <a:pathLst>
                <a:path w="7701943" h="1728352">
                  <a:moveTo>
                    <a:pt x="0" y="1728352"/>
                  </a:moveTo>
                  <a:lnTo>
                    <a:pt x="874579" y="0"/>
                  </a:lnTo>
                  <a:lnTo>
                    <a:pt x="1720947" y="1728352"/>
                  </a:lnTo>
                  <a:lnTo>
                    <a:pt x="1720947" y="1728352"/>
                  </a:lnTo>
                  <a:lnTo>
                    <a:pt x="2595526" y="1728352"/>
                  </a:lnTo>
                  <a:lnTo>
                    <a:pt x="3441894" y="1728352"/>
                  </a:lnTo>
                  <a:lnTo>
                    <a:pt x="4316473" y="1728352"/>
                  </a:lnTo>
                  <a:lnTo>
                    <a:pt x="5191053" y="1728352"/>
                  </a:lnTo>
                  <a:lnTo>
                    <a:pt x="5980996" y="1728352"/>
                  </a:lnTo>
                  <a:lnTo>
                    <a:pt x="6855576" y="1728352"/>
                  </a:lnTo>
                  <a:lnTo>
                    <a:pt x="7701943" y="1728352"/>
                  </a:lnTo>
                  <a:lnTo>
                    <a:pt x="7701943" y="1728352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15267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tx12"/>
            <p:cNvSpPr/>
            <p:nvPr/>
          </p:nvSpPr>
          <p:spPr>
            <a:xfrm>
              <a:off x="691062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3" name="tx13"/>
            <p:cNvSpPr/>
            <p:nvPr/>
          </p:nvSpPr>
          <p:spPr>
            <a:xfrm>
              <a:off x="691062" y="4412508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14" name="tx14"/>
            <p:cNvSpPr/>
            <p:nvPr/>
          </p:nvSpPr>
          <p:spPr>
            <a:xfrm>
              <a:off x="691062" y="3513764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4%</a:t>
              </a:r>
            </a:p>
          </p:txBody>
        </p:sp>
        <p:sp>
          <p:nvSpPr>
            <p:cNvPr id="15" name="tx15"/>
            <p:cNvSpPr/>
            <p:nvPr/>
          </p:nvSpPr>
          <p:spPr>
            <a:xfrm>
              <a:off x="691062" y="261502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6%</a:t>
              </a:r>
            </a:p>
          </p:txBody>
        </p:sp>
        <p:sp>
          <p:nvSpPr>
            <p:cNvPr id="16" name="pl16"/>
            <p:cNvSpPr/>
            <p:nvPr/>
          </p:nvSpPr>
          <p:spPr>
            <a:xfrm>
              <a:off x="880472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880472" y="445251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880472" y="355376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880472" y="265502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915267" y="5351256"/>
              <a:ext cx="7701943" cy="0"/>
            </a:xfrm>
            <a:custGeom>
              <a:avLst/>
              <a:pathLst>
                <a:path w="7701943" h="0">
                  <a:moveTo>
                    <a:pt x="0" y="0"/>
                  </a:moveTo>
                  <a:lnTo>
                    <a:pt x="7701943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91526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7898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63621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351079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435716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523174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610632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689626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777084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861721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tx31"/>
            <p:cNvSpPr/>
            <p:nvPr/>
          </p:nvSpPr>
          <p:spPr>
            <a:xfrm rot="-5400000">
              <a:off x="67903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2" name="tx32"/>
            <p:cNvSpPr/>
            <p:nvPr/>
          </p:nvSpPr>
          <p:spPr>
            <a:xfrm rot="-5400000">
              <a:off x="155676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3" name="tx33"/>
            <p:cNvSpPr/>
            <p:nvPr/>
          </p:nvSpPr>
          <p:spPr>
            <a:xfrm rot="-5400000">
              <a:off x="2418678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4" name="tx34"/>
            <p:cNvSpPr/>
            <p:nvPr/>
          </p:nvSpPr>
          <p:spPr>
            <a:xfrm rot="-5400000">
              <a:off x="327771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5" name="tx35"/>
            <p:cNvSpPr/>
            <p:nvPr/>
          </p:nvSpPr>
          <p:spPr>
            <a:xfrm rot="-5400000">
              <a:off x="412408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501420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7" name="tx37"/>
            <p:cNvSpPr/>
            <p:nvPr/>
          </p:nvSpPr>
          <p:spPr>
            <a:xfrm rot="-5400000">
              <a:off x="5885630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8" name="tx38"/>
            <p:cNvSpPr/>
            <p:nvPr/>
          </p:nvSpPr>
          <p:spPr>
            <a:xfrm rot="-5400000">
              <a:off x="6657056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9" name="tx39"/>
            <p:cNvSpPr/>
            <p:nvPr/>
          </p:nvSpPr>
          <p:spPr>
            <a:xfrm rot="-5400000">
              <a:off x="7547089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40" name="tx40"/>
            <p:cNvSpPr/>
            <p:nvPr/>
          </p:nvSpPr>
          <p:spPr>
            <a:xfrm rot="-5400000">
              <a:off x="8384221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455258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42" name="tx42"/>
            <p:cNvSpPr/>
            <p:nvPr/>
          </p:nvSpPr>
          <p:spPr>
            <a:xfrm rot="-5400000">
              <a:off x="-83435" y="3572886"/>
              <a:ext cx="132048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915267" y="1669789"/>
              <a:ext cx="3081710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A/H3N2 - J.2</a:t>
              </a:r>
            </a:p>
          </p:txBody>
        </p:sp>
      </p:grpSp>
      <p:sp>
        <p:nvSpPr>
          <p:cNvPr id="4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A/H3N2 - J.2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3184924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J.2.2 + 223V;225D;309I;65K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J.2.2 + 145N;146G;223V;225D;227S;273T;65K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J.2.2 + 145N;146G;223V;225D;227S;65K;85N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J.2.2 + 223V;225D;49D;65K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A/H3N2 - J.2.2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865682" y="4914811"/>
              <a:ext cx="3896472" cy="0"/>
            </a:xfrm>
            <a:custGeom>
              <a:avLst/>
              <a:pathLst>
                <a:path w="3896472" h="0">
                  <a:moveTo>
                    <a:pt x="0" y="0"/>
                  </a:moveTo>
                  <a:lnTo>
                    <a:pt x="3896472" y="0"/>
                  </a:lnTo>
                  <a:lnTo>
                    <a:pt x="38964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865682" y="4075850"/>
              <a:ext cx="3896472" cy="0"/>
            </a:xfrm>
            <a:custGeom>
              <a:avLst/>
              <a:pathLst>
                <a:path w="3896472" h="0">
                  <a:moveTo>
                    <a:pt x="0" y="0"/>
                  </a:moveTo>
                  <a:lnTo>
                    <a:pt x="3896472" y="0"/>
                  </a:lnTo>
                  <a:lnTo>
                    <a:pt x="38964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865682" y="3236889"/>
              <a:ext cx="3896472" cy="0"/>
            </a:xfrm>
            <a:custGeom>
              <a:avLst/>
              <a:pathLst>
                <a:path w="3896472" h="0">
                  <a:moveTo>
                    <a:pt x="0" y="0"/>
                  </a:moveTo>
                  <a:lnTo>
                    <a:pt x="3896472" y="0"/>
                  </a:lnTo>
                  <a:lnTo>
                    <a:pt x="38964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865682" y="2397928"/>
              <a:ext cx="3896472" cy="0"/>
            </a:xfrm>
            <a:custGeom>
              <a:avLst/>
              <a:pathLst>
                <a:path w="3896472" h="0">
                  <a:moveTo>
                    <a:pt x="0" y="0"/>
                  </a:moveTo>
                  <a:lnTo>
                    <a:pt x="3896472" y="0"/>
                  </a:lnTo>
                  <a:lnTo>
                    <a:pt x="389647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09488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347689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85890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24090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62291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500492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38692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76893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615094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653295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2903883" y="4495330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3285890" y="4495330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3667897" y="4495330"/>
              <a:ext cx="382007" cy="838960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4049904" y="4495330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4431911" y="4495330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4813918" y="4495330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5195925" y="4495330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5577932" y="4495330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5959939" y="4495330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6341947" y="4495330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903883" y="3656369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3285890" y="3656369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667897" y="3656369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4049904" y="3656369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4431911" y="3656369"/>
              <a:ext cx="382007" cy="838960"/>
            </a:xfrm>
            <a:prstGeom prst="rect">
              <a:avLst/>
            </a:prstGeom>
            <a:solidFill>
              <a:srgbClr val="9AA2F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813918" y="3656369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5195925" y="3656369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5577932" y="3656369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5959939" y="3656369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6341947" y="3656369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903883" y="2817408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3285890" y="2817408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3667897" y="2817408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4049904" y="2817408"/>
              <a:ext cx="382007" cy="838960"/>
            </a:xfrm>
            <a:prstGeom prst="rect">
              <a:avLst/>
            </a:prstGeom>
            <a:solidFill>
              <a:srgbClr val="A0A7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4431911" y="2817408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4813918" y="2817408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195925" y="2817408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5577932" y="2817408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5959939" y="2817408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6341947" y="2817408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903883" y="1978447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3285890" y="1978447"/>
              <a:ext cx="382007" cy="83896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3667897" y="1978447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4049904" y="1978447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4431911" y="1978447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4813918" y="1978447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5195925" y="1978447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5577932" y="1978447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5959939" y="1978447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6341947" y="1978447"/>
              <a:ext cx="382007" cy="83896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tx59"/>
            <p:cNvSpPr/>
            <p:nvPr/>
          </p:nvSpPr>
          <p:spPr>
            <a:xfrm>
              <a:off x="691062" y="4878418"/>
              <a:ext cx="2111989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J.2.2 + 145N;146G;223V;225D;227S;273T;65K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725078" y="4039457"/>
              <a:ext cx="2077974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J.2.2 + 145N;146G;223V;225D;227S;65K;85N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1527098" y="3200496"/>
              <a:ext cx="1275953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J.2.2 + 223V;225D;309I;65K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1538528" y="2361535"/>
              <a:ext cx="1264523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J.2.2 + 223V;225D;49D;65K</a:t>
              </a:r>
            </a:p>
          </p:txBody>
        </p:sp>
        <p:sp>
          <p:nvSpPr>
            <p:cNvPr id="63" name="tx63"/>
            <p:cNvSpPr/>
            <p:nvPr/>
          </p:nvSpPr>
          <p:spPr>
            <a:xfrm rot="-2700000">
              <a:off x="271989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64" name="tx64"/>
            <p:cNvSpPr/>
            <p:nvPr/>
          </p:nvSpPr>
          <p:spPr>
            <a:xfrm rot="-2700000">
              <a:off x="310728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65" name="tx65"/>
            <p:cNvSpPr/>
            <p:nvPr/>
          </p:nvSpPr>
          <p:spPr>
            <a:xfrm rot="-2700000">
              <a:off x="351583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387130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42533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466185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503847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538887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579725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6163501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460026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74" name="tx74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6970921" y="3022917"/>
              <a:ext cx="15766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 (%)</a:t>
              </a:r>
            </a:p>
          </p:txBody>
        </p:sp>
        <p:pic>
          <p:nvPicPr>
            <p:cNvPr id="76" name="pic7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970921" y="3207263"/>
              <a:ext cx="219455" cy="1097280"/>
            </a:xfrm>
            <a:prstGeom prst="rect">
              <a:avLst/>
            </a:prstGeom>
          </p:spPr>
        </p:pic>
        <p:sp>
          <p:nvSpPr>
            <p:cNvPr id="77" name="pl77"/>
            <p:cNvSpPr/>
            <p:nvPr/>
          </p:nvSpPr>
          <p:spPr>
            <a:xfrm>
              <a:off x="7146486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7146486" y="401837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7146486" y="373403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7146486" y="344968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970921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970921" y="401837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970921" y="373403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6970921" y="344968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tx85"/>
            <p:cNvSpPr/>
            <p:nvPr/>
          </p:nvSpPr>
          <p:spPr>
            <a:xfrm>
              <a:off x="7259967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7259967" y="3978368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1%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7259967" y="3694026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7259967" y="3409684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3%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2865682" y="1669789"/>
              <a:ext cx="361233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A/H3N2 - J.2.2</a:t>
              </a:r>
            </a:p>
          </p:txBody>
        </p:sp>
      </p:grpSp>
      <p:sp>
        <p:nvSpPr>
          <p:cNvPr id="9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A/H3N2 - J.2.2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15267" y="1894551"/>
              <a:ext cx="7701943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5267" y="3622903"/>
              <a:ext cx="7701943" cy="1728352"/>
            </a:xfrm>
            <a:custGeom>
              <a:avLst/>
              <a:pathLst>
                <a:path w="7701943" h="1728352">
                  <a:moveTo>
                    <a:pt x="0" y="1728352"/>
                  </a:moveTo>
                  <a:lnTo>
                    <a:pt x="874579" y="1728352"/>
                  </a:lnTo>
                  <a:lnTo>
                    <a:pt x="1720947" y="0"/>
                  </a:lnTo>
                  <a:lnTo>
                    <a:pt x="2595526" y="1728352"/>
                  </a:lnTo>
                  <a:lnTo>
                    <a:pt x="2595526" y="1728352"/>
                  </a:lnTo>
                  <a:lnTo>
                    <a:pt x="3441894" y="1728352"/>
                  </a:lnTo>
                  <a:lnTo>
                    <a:pt x="4316473" y="1728352"/>
                  </a:lnTo>
                  <a:lnTo>
                    <a:pt x="5191053" y="1728352"/>
                  </a:lnTo>
                  <a:lnTo>
                    <a:pt x="5980996" y="1728352"/>
                  </a:lnTo>
                  <a:lnTo>
                    <a:pt x="6855576" y="1728352"/>
                  </a:lnTo>
                  <a:lnTo>
                    <a:pt x="7701943" y="1728352"/>
                  </a:lnTo>
                  <a:lnTo>
                    <a:pt x="7701943" y="1728352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5267" y="3946970"/>
              <a:ext cx="7701943" cy="1404286"/>
            </a:xfrm>
            <a:custGeom>
              <a:avLst/>
              <a:pathLst>
                <a:path w="7701943" h="1404286">
                  <a:moveTo>
                    <a:pt x="0" y="1404286"/>
                  </a:moveTo>
                  <a:lnTo>
                    <a:pt x="874579" y="1404286"/>
                  </a:lnTo>
                  <a:lnTo>
                    <a:pt x="1720947" y="1404286"/>
                  </a:lnTo>
                  <a:lnTo>
                    <a:pt x="2595526" y="1404286"/>
                  </a:lnTo>
                  <a:lnTo>
                    <a:pt x="3441894" y="0"/>
                  </a:lnTo>
                  <a:lnTo>
                    <a:pt x="4316473" y="1404286"/>
                  </a:lnTo>
                  <a:lnTo>
                    <a:pt x="4316473" y="1404286"/>
                  </a:lnTo>
                  <a:lnTo>
                    <a:pt x="5191053" y="1404286"/>
                  </a:lnTo>
                  <a:lnTo>
                    <a:pt x="5980996" y="1404286"/>
                  </a:lnTo>
                  <a:lnTo>
                    <a:pt x="6855576" y="1404286"/>
                  </a:lnTo>
                  <a:lnTo>
                    <a:pt x="7701943" y="1404286"/>
                  </a:lnTo>
                  <a:lnTo>
                    <a:pt x="7701943" y="1404286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5267" y="4009848"/>
              <a:ext cx="7701943" cy="1341407"/>
            </a:xfrm>
            <a:custGeom>
              <a:avLst/>
              <a:pathLst>
                <a:path w="7701943" h="1341407">
                  <a:moveTo>
                    <a:pt x="0" y="1341407"/>
                  </a:moveTo>
                  <a:lnTo>
                    <a:pt x="874579" y="1341407"/>
                  </a:lnTo>
                  <a:lnTo>
                    <a:pt x="1720947" y="1341407"/>
                  </a:lnTo>
                  <a:lnTo>
                    <a:pt x="2595526" y="0"/>
                  </a:lnTo>
                  <a:lnTo>
                    <a:pt x="3441894" y="1341407"/>
                  </a:lnTo>
                  <a:lnTo>
                    <a:pt x="4316473" y="1341407"/>
                  </a:lnTo>
                  <a:lnTo>
                    <a:pt x="5191053" y="1341407"/>
                  </a:lnTo>
                  <a:lnTo>
                    <a:pt x="5980996" y="1341407"/>
                  </a:lnTo>
                  <a:lnTo>
                    <a:pt x="6855576" y="1341407"/>
                  </a:lnTo>
                  <a:lnTo>
                    <a:pt x="7701943" y="1341407"/>
                  </a:lnTo>
                  <a:lnTo>
                    <a:pt x="7701943" y="1341407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5267" y="1894551"/>
              <a:ext cx="7701943" cy="3456704"/>
            </a:xfrm>
            <a:custGeom>
              <a:avLst/>
              <a:pathLst>
                <a:path w="7701943" h="3456704">
                  <a:moveTo>
                    <a:pt x="0" y="3456704"/>
                  </a:moveTo>
                  <a:lnTo>
                    <a:pt x="874579" y="0"/>
                  </a:lnTo>
                  <a:lnTo>
                    <a:pt x="874579" y="0"/>
                  </a:lnTo>
                  <a:lnTo>
                    <a:pt x="1720947" y="3456704"/>
                  </a:lnTo>
                  <a:lnTo>
                    <a:pt x="1720947" y="3456704"/>
                  </a:lnTo>
                  <a:lnTo>
                    <a:pt x="2595526" y="3456704"/>
                  </a:lnTo>
                  <a:lnTo>
                    <a:pt x="3441894" y="3456704"/>
                  </a:lnTo>
                  <a:lnTo>
                    <a:pt x="4316473" y="3456704"/>
                  </a:lnTo>
                  <a:lnTo>
                    <a:pt x="5191053" y="3456704"/>
                  </a:lnTo>
                  <a:lnTo>
                    <a:pt x="5980996" y="3456704"/>
                  </a:lnTo>
                  <a:lnTo>
                    <a:pt x="6855576" y="3456704"/>
                  </a:lnTo>
                  <a:lnTo>
                    <a:pt x="7701943" y="3456704"/>
                  </a:lnTo>
                  <a:lnTo>
                    <a:pt x="7701943" y="3456704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15267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tx11"/>
            <p:cNvSpPr/>
            <p:nvPr/>
          </p:nvSpPr>
          <p:spPr>
            <a:xfrm>
              <a:off x="691062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2" name="tx12"/>
            <p:cNvSpPr/>
            <p:nvPr/>
          </p:nvSpPr>
          <p:spPr>
            <a:xfrm>
              <a:off x="691062" y="4412508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1%</a:t>
              </a:r>
            </a:p>
          </p:txBody>
        </p:sp>
        <p:sp>
          <p:nvSpPr>
            <p:cNvPr id="13" name="tx13"/>
            <p:cNvSpPr/>
            <p:nvPr/>
          </p:nvSpPr>
          <p:spPr>
            <a:xfrm>
              <a:off x="691062" y="3513764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14" name="tx14"/>
            <p:cNvSpPr/>
            <p:nvPr/>
          </p:nvSpPr>
          <p:spPr>
            <a:xfrm>
              <a:off x="691062" y="261502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3%</a:t>
              </a:r>
            </a:p>
          </p:txBody>
        </p:sp>
        <p:sp>
          <p:nvSpPr>
            <p:cNvPr id="15" name="pl15"/>
            <p:cNvSpPr/>
            <p:nvPr/>
          </p:nvSpPr>
          <p:spPr>
            <a:xfrm>
              <a:off x="880472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880472" y="445251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880472" y="355376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880472" y="265502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915267" y="5351256"/>
              <a:ext cx="7701943" cy="0"/>
            </a:xfrm>
            <a:custGeom>
              <a:avLst/>
              <a:pathLst>
                <a:path w="7701943" h="0">
                  <a:moveTo>
                    <a:pt x="0" y="0"/>
                  </a:moveTo>
                  <a:lnTo>
                    <a:pt x="7701943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91526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7898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63621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351079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435716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523174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610632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689626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777084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861721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tx30"/>
            <p:cNvSpPr/>
            <p:nvPr/>
          </p:nvSpPr>
          <p:spPr>
            <a:xfrm rot="-5400000">
              <a:off x="67903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1" name="tx31"/>
            <p:cNvSpPr/>
            <p:nvPr/>
          </p:nvSpPr>
          <p:spPr>
            <a:xfrm rot="-5400000">
              <a:off x="155676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2" name="tx32"/>
            <p:cNvSpPr/>
            <p:nvPr/>
          </p:nvSpPr>
          <p:spPr>
            <a:xfrm rot="-5400000">
              <a:off x="2418678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3" name="tx33"/>
            <p:cNvSpPr/>
            <p:nvPr/>
          </p:nvSpPr>
          <p:spPr>
            <a:xfrm rot="-5400000">
              <a:off x="327771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4" name="tx34"/>
            <p:cNvSpPr/>
            <p:nvPr/>
          </p:nvSpPr>
          <p:spPr>
            <a:xfrm rot="-5400000">
              <a:off x="412408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5" name="tx35"/>
            <p:cNvSpPr/>
            <p:nvPr/>
          </p:nvSpPr>
          <p:spPr>
            <a:xfrm rot="-5400000">
              <a:off x="501420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5885630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7" name="tx37"/>
            <p:cNvSpPr/>
            <p:nvPr/>
          </p:nvSpPr>
          <p:spPr>
            <a:xfrm rot="-5400000">
              <a:off x="6657056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8" name="tx38"/>
            <p:cNvSpPr/>
            <p:nvPr/>
          </p:nvSpPr>
          <p:spPr>
            <a:xfrm rot="-5400000">
              <a:off x="7547089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9" name="tx39"/>
            <p:cNvSpPr/>
            <p:nvPr/>
          </p:nvSpPr>
          <p:spPr>
            <a:xfrm rot="-5400000">
              <a:off x="8384221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40" name="tx40"/>
            <p:cNvSpPr/>
            <p:nvPr/>
          </p:nvSpPr>
          <p:spPr>
            <a:xfrm>
              <a:off x="455258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41" name="tx41"/>
            <p:cNvSpPr/>
            <p:nvPr/>
          </p:nvSpPr>
          <p:spPr>
            <a:xfrm rot="-5400000">
              <a:off x="-83435" y="3572886"/>
              <a:ext cx="132048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</a:t>
              </a:r>
            </a:p>
          </p:txBody>
        </p:sp>
        <p:sp>
          <p:nvSpPr>
            <p:cNvPr id="42" name="tx42"/>
            <p:cNvSpPr/>
            <p:nvPr/>
          </p:nvSpPr>
          <p:spPr>
            <a:xfrm>
              <a:off x="915267" y="1669789"/>
              <a:ext cx="3221431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A/H3N2 - J.2.2</a:t>
              </a:r>
            </a:p>
          </p:txBody>
        </p:sp>
      </p:grpSp>
      <p:sp>
        <p:nvSpPr>
          <p:cNvPr id="4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A/H3N2 - J.2.2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2757843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J.2.3 + 145N;223V;225D;94Y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J.2.3 + 160V;223V;225D;300V;309I;63D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J.2.3 + 223V;225D;309I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A/H3N2 - J.2.3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558809" y="4757505"/>
              <a:ext cx="4203345" cy="0"/>
            </a:xfrm>
            <a:custGeom>
              <a:avLst/>
              <a:pathLst>
                <a:path w="4203345" h="0">
                  <a:moveTo>
                    <a:pt x="0" y="0"/>
                  </a:moveTo>
                  <a:lnTo>
                    <a:pt x="4203345" y="0"/>
                  </a:lnTo>
                  <a:lnTo>
                    <a:pt x="420334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558809" y="3656369"/>
              <a:ext cx="4203345" cy="0"/>
            </a:xfrm>
            <a:custGeom>
              <a:avLst/>
              <a:pathLst>
                <a:path w="4203345" h="0">
                  <a:moveTo>
                    <a:pt x="0" y="0"/>
                  </a:moveTo>
                  <a:lnTo>
                    <a:pt x="4203345" y="0"/>
                  </a:lnTo>
                  <a:lnTo>
                    <a:pt x="420334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558809" y="2555233"/>
              <a:ext cx="4203345" cy="0"/>
            </a:xfrm>
            <a:custGeom>
              <a:avLst/>
              <a:pathLst>
                <a:path w="4203345" h="0">
                  <a:moveTo>
                    <a:pt x="0" y="0"/>
                  </a:moveTo>
                  <a:lnTo>
                    <a:pt x="4203345" y="0"/>
                  </a:lnTo>
                  <a:lnTo>
                    <a:pt x="420334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80606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21815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363025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404234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45443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86652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527862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69071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610280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651489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2600019" y="4206937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3012111" y="4206937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3424204" y="4206937"/>
              <a:ext cx="412092" cy="1101136"/>
            </a:xfrm>
            <a:prstGeom prst="rect">
              <a:avLst/>
            </a:prstGeom>
            <a:solidFill>
              <a:srgbClr val="26284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3836297" y="4206937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4248389" y="4206937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4660482" y="4206937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5072574" y="4206937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5484667" y="4206937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5896760" y="4206937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6308852" y="4206937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2600019" y="3105801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3012111" y="3105801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3424204" y="3105801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836297" y="3105801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4248389" y="3105801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4660482" y="3105801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5072574" y="3105801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5484667" y="3105801"/>
              <a:ext cx="412092" cy="1101136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5896760" y="3105801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6308852" y="3105801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600019" y="2004665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3012111" y="2004665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3424204" y="2004665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3836297" y="2004665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4248389" y="2004665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4660482" y="2004665"/>
              <a:ext cx="412092" cy="1101136"/>
            </a:xfrm>
            <a:prstGeom prst="rect">
              <a:avLst/>
            </a:prstGeom>
            <a:solidFill>
              <a:srgbClr val="5A5E9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072574" y="2004665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484667" y="2004665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5896760" y="2004665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6308852" y="2004665"/>
              <a:ext cx="412092" cy="110113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tx48"/>
            <p:cNvSpPr/>
            <p:nvPr/>
          </p:nvSpPr>
          <p:spPr>
            <a:xfrm>
              <a:off x="1175145" y="4721112"/>
              <a:ext cx="1321033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J.2.3 + 145N;223V;225D;94Y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691062" y="3619976"/>
              <a:ext cx="1805117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J.2.3 + 160V;223V;225D;300V;309I;63D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1429257" y="2518840"/>
              <a:ext cx="1066921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J.2.3 + 223V;225D;309I</a:t>
              </a:r>
            </a:p>
          </p:txBody>
        </p:sp>
        <p:sp>
          <p:nvSpPr>
            <p:cNvPr id="51" name="tx51"/>
            <p:cNvSpPr/>
            <p:nvPr/>
          </p:nvSpPr>
          <p:spPr>
            <a:xfrm rot="-2700000">
              <a:off x="243107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52" name="tx52"/>
            <p:cNvSpPr/>
            <p:nvPr/>
          </p:nvSpPr>
          <p:spPr>
            <a:xfrm rot="-2700000">
              <a:off x="284855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53" name="tx53"/>
            <p:cNvSpPr/>
            <p:nvPr/>
          </p:nvSpPr>
          <p:spPr>
            <a:xfrm rot="-2700000">
              <a:off x="328718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54" name="tx54"/>
            <p:cNvSpPr/>
            <p:nvPr/>
          </p:nvSpPr>
          <p:spPr>
            <a:xfrm rot="-2700000">
              <a:off x="367273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55" name="tx55"/>
            <p:cNvSpPr/>
            <p:nvPr/>
          </p:nvSpPr>
          <p:spPr>
            <a:xfrm rot="-2700000">
              <a:off x="408483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56" name="tx56"/>
            <p:cNvSpPr/>
            <p:nvPr/>
          </p:nvSpPr>
          <p:spPr>
            <a:xfrm rot="-2700000">
              <a:off x="452345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57" name="tx57"/>
            <p:cNvSpPr/>
            <p:nvPr/>
          </p:nvSpPr>
          <p:spPr>
            <a:xfrm rot="-2700000">
              <a:off x="493016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58" name="tx58"/>
            <p:cNvSpPr/>
            <p:nvPr/>
          </p:nvSpPr>
          <p:spPr>
            <a:xfrm rot="-2700000">
              <a:off x="5310649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59" name="tx59"/>
            <p:cNvSpPr/>
            <p:nvPr/>
          </p:nvSpPr>
          <p:spPr>
            <a:xfrm rot="-2700000">
              <a:off x="574912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60" name="tx60"/>
            <p:cNvSpPr/>
            <p:nvPr/>
          </p:nvSpPr>
          <p:spPr>
            <a:xfrm rot="-2700000">
              <a:off x="614544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4446832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62" name="tx62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970921" y="3022917"/>
              <a:ext cx="15766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 (%)</a:t>
              </a:r>
            </a:p>
          </p:txBody>
        </p:sp>
        <p:pic>
          <p:nvPicPr>
            <p:cNvPr id="64" name="pic6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970921" y="3207263"/>
              <a:ext cx="219455" cy="1097280"/>
            </a:xfrm>
            <a:prstGeom prst="rect">
              <a:avLst/>
            </a:prstGeom>
          </p:spPr>
        </p:pic>
        <p:sp>
          <p:nvSpPr>
            <p:cNvPr id="65" name="pl65"/>
            <p:cNvSpPr/>
            <p:nvPr/>
          </p:nvSpPr>
          <p:spPr>
            <a:xfrm>
              <a:off x="7146486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7146486" y="404571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7146486" y="378871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7146486" y="353171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7146486" y="327470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6970921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6970921" y="404571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6970921" y="378871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6970921" y="353171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6970921" y="327470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tx75"/>
            <p:cNvSpPr/>
            <p:nvPr/>
          </p:nvSpPr>
          <p:spPr>
            <a:xfrm>
              <a:off x="7259967" y="4262709"/>
              <a:ext cx="25484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0.0%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7259967" y="4005708"/>
              <a:ext cx="25484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0.5%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7259967" y="3748707"/>
              <a:ext cx="25484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1.0%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7259967" y="3491706"/>
              <a:ext cx="25484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1.5%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7259967" y="3234704"/>
              <a:ext cx="25484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2.0%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2558809" y="1669789"/>
              <a:ext cx="361233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A/H3N2 - J.2.3</a:t>
              </a:r>
            </a:p>
          </p:txBody>
        </p:sp>
      </p:grpSp>
      <p:sp>
        <p:nvSpPr>
          <p:cNvPr id="8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A/H3N2 - J.2.3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15267" y="1894551"/>
              <a:ext cx="7701943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5267" y="2226927"/>
              <a:ext cx="7701943" cy="3124328"/>
            </a:xfrm>
            <a:custGeom>
              <a:avLst/>
              <a:pathLst>
                <a:path w="7701943" h="3124328">
                  <a:moveTo>
                    <a:pt x="0" y="3124328"/>
                  </a:moveTo>
                  <a:lnTo>
                    <a:pt x="874579" y="3124328"/>
                  </a:lnTo>
                  <a:lnTo>
                    <a:pt x="1720947" y="0"/>
                  </a:lnTo>
                  <a:lnTo>
                    <a:pt x="2595526" y="3124328"/>
                  </a:lnTo>
                  <a:lnTo>
                    <a:pt x="2595526" y="3124328"/>
                  </a:lnTo>
                  <a:lnTo>
                    <a:pt x="3441894" y="3124328"/>
                  </a:lnTo>
                  <a:lnTo>
                    <a:pt x="4316473" y="3124328"/>
                  </a:lnTo>
                  <a:lnTo>
                    <a:pt x="5191053" y="3124328"/>
                  </a:lnTo>
                  <a:lnTo>
                    <a:pt x="5980996" y="3124328"/>
                  </a:lnTo>
                  <a:lnTo>
                    <a:pt x="6855576" y="3124328"/>
                  </a:lnTo>
                  <a:lnTo>
                    <a:pt x="7701943" y="3124328"/>
                  </a:lnTo>
                  <a:lnTo>
                    <a:pt x="7701943" y="3124328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5267" y="1894551"/>
              <a:ext cx="7701943" cy="3456704"/>
            </a:xfrm>
            <a:custGeom>
              <a:avLst/>
              <a:pathLst>
                <a:path w="7701943" h="3456704">
                  <a:moveTo>
                    <a:pt x="0" y="3456704"/>
                  </a:moveTo>
                  <a:lnTo>
                    <a:pt x="874579" y="3456704"/>
                  </a:lnTo>
                  <a:lnTo>
                    <a:pt x="1720947" y="3456704"/>
                  </a:lnTo>
                  <a:lnTo>
                    <a:pt x="2595526" y="3456704"/>
                  </a:lnTo>
                  <a:lnTo>
                    <a:pt x="3441894" y="3456704"/>
                  </a:lnTo>
                  <a:lnTo>
                    <a:pt x="4316473" y="3456704"/>
                  </a:lnTo>
                  <a:lnTo>
                    <a:pt x="5191053" y="3456704"/>
                  </a:lnTo>
                  <a:lnTo>
                    <a:pt x="5980996" y="0"/>
                  </a:lnTo>
                  <a:lnTo>
                    <a:pt x="5980996" y="0"/>
                  </a:lnTo>
                  <a:lnTo>
                    <a:pt x="6855576" y="3456704"/>
                  </a:lnTo>
                  <a:lnTo>
                    <a:pt x="6855576" y="3456704"/>
                  </a:lnTo>
                  <a:lnTo>
                    <a:pt x="7701943" y="3456704"/>
                  </a:lnTo>
                  <a:lnTo>
                    <a:pt x="7701943" y="3456704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5267" y="3063015"/>
              <a:ext cx="7701943" cy="2288240"/>
            </a:xfrm>
            <a:custGeom>
              <a:avLst/>
              <a:pathLst>
                <a:path w="7701943" h="2288240">
                  <a:moveTo>
                    <a:pt x="0" y="2288240"/>
                  </a:moveTo>
                  <a:lnTo>
                    <a:pt x="874579" y="2288240"/>
                  </a:lnTo>
                  <a:lnTo>
                    <a:pt x="1720947" y="2288240"/>
                  </a:lnTo>
                  <a:lnTo>
                    <a:pt x="2595526" y="2288240"/>
                  </a:lnTo>
                  <a:lnTo>
                    <a:pt x="3441894" y="2288240"/>
                  </a:lnTo>
                  <a:lnTo>
                    <a:pt x="4316473" y="0"/>
                  </a:lnTo>
                  <a:lnTo>
                    <a:pt x="5191053" y="2288240"/>
                  </a:lnTo>
                  <a:lnTo>
                    <a:pt x="5191053" y="2288240"/>
                  </a:lnTo>
                  <a:lnTo>
                    <a:pt x="5980996" y="2288240"/>
                  </a:lnTo>
                  <a:lnTo>
                    <a:pt x="6855576" y="2288240"/>
                  </a:lnTo>
                  <a:lnTo>
                    <a:pt x="7701943" y="2288240"/>
                  </a:lnTo>
                  <a:lnTo>
                    <a:pt x="7701943" y="2288240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5267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tx10"/>
            <p:cNvSpPr/>
            <p:nvPr/>
          </p:nvSpPr>
          <p:spPr>
            <a:xfrm>
              <a:off x="691062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1" name="tx11"/>
            <p:cNvSpPr/>
            <p:nvPr/>
          </p:nvSpPr>
          <p:spPr>
            <a:xfrm>
              <a:off x="691062" y="4498925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2" name="tx12"/>
            <p:cNvSpPr/>
            <p:nvPr/>
          </p:nvSpPr>
          <p:spPr>
            <a:xfrm>
              <a:off x="691062" y="3686600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1%</a:t>
              </a:r>
            </a:p>
          </p:txBody>
        </p:sp>
        <p:sp>
          <p:nvSpPr>
            <p:cNvPr id="13" name="tx13"/>
            <p:cNvSpPr/>
            <p:nvPr/>
          </p:nvSpPr>
          <p:spPr>
            <a:xfrm>
              <a:off x="691062" y="2874274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14" name="tx14"/>
            <p:cNvSpPr/>
            <p:nvPr/>
          </p:nvSpPr>
          <p:spPr>
            <a:xfrm>
              <a:off x="691062" y="206194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15" name="pl15"/>
            <p:cNvSpPr/>
            <p:nvPr/>
          </p:nvSpPr>
          <p:spPr>
            <a:xfrm>
              <a:off x="880472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880472" y="4538930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880472" y="372660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880472" y="291427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880472" y="210195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915267" y="5351256"/>
              <a:ext cx="7701943" cy="0"/>
            </a:xfrm>
            <a:custGeom>
              <a:avLst/>
              <a:pathLst>
                <a:path w="7701943" h="0">
                  <a:moveTo>
                    <a:pt x="0" y="0"/>
                  </a:moveTo>
                  <a:lnTo>
                    <a:pt x="7701943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91526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7898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63621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351079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435716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523174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610632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689626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777084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861721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tx31"/>
            <p:cNvSpPr/>
            <p:nvPr/>
          </p:nvSpPr>
          <p:spPr>
            <a:xfrm rot="-5400000">
              <a:off x="67903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2" name="tx32"/>
            <p:cNvSpPr/>
            <p:nvPr/>
          </p:nvSpPr>
          <p:spPr>
            <a:xfrm rot="-5400000">
              <a:off x="155676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3" name="tx33"/>
            <p:cNvSpPr/>
            <p:nvPr/>
          </p:nvSpPr>
          <p:spPr>
            <a:xfrm rot="-5400000">
              <a:off x="2418678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4" name="tx34"/>
            <p:cNvSpPr/>
            <p:nvPr/>
          </p:nvSpPr>
          <p:spPr>
            <a:xfrm rot="-5400000">
              <a:off x="327771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5" name="tx35"/>
            <p:cNvSpPr/>
            <p:nvPr/>
          </p:nvSpPr>
          <p:spPr>
            <a:xfrm rot="-5400000">
              <a:off x="412408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501420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7" name="tx37"/>
            <p:cNvSpPr/>
            <p:nvPr/>
          </p:nvSpPr>
          <p:spPr>
            <a:xfrm rot="-5400000">
              <a:off x="5885630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8" name="tx38"/>
            <p:cNvSpPr/>
            <p:nvPr/>
          </p:nvSpPr>
          <p:spPr>
            <a:xfrm rot="-5400000">
              <a:off x="6657056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9" name="tx39"/>
            <p:cNvSpPr/>
            <p:nvPr/>
          </p:nvSpPr>
          <p:spPr>
            <a:xfrm rot="-5400000">
              <a:off x="7547089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40" name="tx40"/>
            <p:cNvSpPr/>
            <p:nvPr/>
          </p:nvSpPr>
          <p:spPr>
            <a:xfrm rot="-5400000">
              <a:off x="8384221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455258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42" name="tx42"/>
            <p:cNvSpPr/>
            <p:nvPr/>
          </p:nvSpPr>
          <p:spPr>
            <a:xfrm rot="-5400000">
              <a:off x="-83435" y="3572886"/>
              <a:ext cx="132048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915267" y="1669789"/>
              <a:ext cx="3221431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A/H3N2 - J.2.3</a:t>
              </a:r>
            </a:p>
          </p:txBody>
        </p:sp>
      </p:grpSp>
      <p:sp>
        <p:nvSpPr>
          <p:cNvPr id="4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A/H3N2 - J.2.3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3573260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+ 144N;158D;160K;223V;225D;328A;79V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+ 144N;223V;225D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+ 135N;223V;225D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+ 144N;158D;160K;225D;260M;328A;79V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+ 104N;135N;223V;225D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+ 135N;223V;225D;9G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+ 144N;158D;160K;198S;223V;260M;328A;79V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+ 144N;158D;160K;223V;225D;260M;328A;79V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+ 198L;223V;225D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J.2.4 + 223V;225D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A/H3N2 - J.2.4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3159296" y="5210915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3159296" y="4865460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3159296" y="4520006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3159296" y="4174551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159296" y="3829097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3159296" y="3483642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159296" y="3138187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159296" y="2792733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159296" y="2447278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3159296" y="2101824"/>
              <a:ext cx="3602858" cy="0"/>
            </a:xfrm>
            <a:custGeom>
              <a:avLst/>
              <a:pathLst>
                <a:path w="3602858" h="0">
                  <a:moveTo>
                    <a:pt x="0" y="0"/>
                  </a:moveTo>
                  <a:lnTo>
                    <a:pt x="3602858" y="0"/>
                  </a:lnTo>
                  <a:lnTo>
                    <a:pt x="360285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37122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72445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407767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43089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78411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513733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49055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84377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19700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55022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3194618" y="503818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3547839" y="5038187"/>
              <a:ext cx="353221" cy="345454"/>
            </a:xfrm>
            <a:prstGeom prst="rect">
              <a:avLst/>
            </a:prstGeom>
            <a:solidFill>
              <a:srgbClr val="E7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3901061" y="503818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4254282" y="503818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4607504" y="503818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4960725" y="503818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5313946" y="503818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5667168" y="503818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6020389" y="503818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6373611" y="503818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194618" y="4692733"/>
              <a:ext cx="353221" cy="34545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3547839" y="4692733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901061" y="4692733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4254282" y="4692733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607504" y="4692733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4960725" y="4692733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5313946" y="4692733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5667168" y="4692733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6020389" y="4692733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6373611" y="4692733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3194618" y="4347278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3547839" y="4347278"/>
              <a:ext cx="353221" cy="345454"/>
            </a:xfrm>
            <a:prstGeom prst="rect">
              <a:avLst/>
            </a:prstGeom>
            <a:solidFill>
              <a:srgbClr val="E7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3901061" y="4347278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4254282" y="4347278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4607504" y="4347278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4960725" y="4347278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5313946" y="4347278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5667168" y="4347278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6020389" y="4347278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6373611" y="4347278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3194618" y="4001824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3547839" y="4001824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3901061" y="4001824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4254282" y="4001824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4607504" y="4001824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4960725" y="4001824"/>
              <a:ext cx="353221" cy="345454"/>
            </a:xfrm>
            <a:prstGeom prst="rect">
              <a:avLst/>
            </a:prstGeom>
            <a:solidFill>
              <a:srgbClr val="F3F5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5313946" y="4001824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5667168" y="4001824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6020389" y="4001824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6373611" y="4001824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3194618" y="3656369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3547839" y="3656369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3901061" y="3656369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4254282" y="3656369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607504" y="3656369"/>
              <a:ext cx="353221" cy="345454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960725" y="3656369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313946" y="3656369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667168" y="3656369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6020389" y="3656369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6373611" y="3656369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3194618" y="3310915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3547839" y="3310915"/>
              <a:ext cx="353221" cy="345454"/>
            </a:xfrm>
            <a:prstGeom prst="rect">
              <a:avLst/>
            </a:prstGeom>
            <a:solidFill>
              <a:srgbClr val="E7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3901061" y="3310915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4254282" y="3310915"/>
              <a:ext cx="353221" cy="345454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607504" y="3310915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4960725" y="3310915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5313946" y="3310915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5667168" y="3310915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6020389" y="3310915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6373611" y="3310915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3194618" y="2965460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3547839" y="2965460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3901061" y="2965460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4254282" y="2965460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4607504" y="2965460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4960725" y="2965460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5313946" y="2965460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5667168" y="2965460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6020389" y="2965460"/>
              <a:ext cx="353221" cy="345454"/>
            </a:xfrm>
            <a:prstGeom prst="rect">
              <a:avLst/>
            </a:prstGeom>
            <a:solidFill>
              <a:srgbClr val="C4CA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6373611" y="2965460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3194618" y="2620006"/>
              <a:ext cx="353221" cy="34545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3547839" y="2620006"/>
              <a:ext cx="353221" cy="345454"/>
            </a:xfrm>
            <a:prstGeom prst="rect">
              <a:avLst/>
            </a:prstGeom>
            <a:solidFill>
              <a:srgbClr val="C7CDF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3901061" y="2620006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4254282" y="2620006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4607504" y="2620006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4960725" y="2620006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5313946" y="2620006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5667168" y="2620006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6020389" y="2620006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6373611" y="2620006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3194618" y="2274551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3547839" y="2274551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3901061" y="2274551"/>
              <a:ext cx="353221" cy="345454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4254282" y="2274551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4607504" y="2274551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4960725" y="2274551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5313946" y="2274551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5667168" y="2274551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6020389" y="2274551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6373611" y="2274551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3194618" y="1929097"/>
              <a:ext cx="353221" cy="34545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3547839" y="192909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3901061" y="192909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4254282" y="192909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4607504" y="192909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4960725" y="192909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5313946" y="192909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5667168" y="192909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6020389" y="192909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6373611" y="1929097"/>
              <a:ext cx="353221" cy="34545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tx125"/>
            <p:cNvSpPr/>
            <p:nvPr/>
          </p:nvSpPr>
          <p:spPr>
            <a:xfrm>
              <a:off x="1713544" y="5174521"/>
              <a:ext cx="1383121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+ 104N;135N;223V;225D</a:t>
              </a:r>
            </a:p>
          </p:txBody>
        </p:sp>
        <p:sp>
          <p:nvSpPr>
            <p:cNvPr id="126" name="tx126"/>
            <p:cNvSpPr/>
            <p:nvPr/>
          </p:nvSpPr>
          <p:spPr>
            <a:xfrm>
              <a:off x="1984664" y="4829067"/>
              <a:ext cx="1112001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+ 135N;223V;225D</a:t>
              </a:r>
            </a:p>
          </p:txBody>
        </p:sp>
        <p:sp>
          <p:nvSpPr>
            <p:cNvPr id="127" name="tx127"/>
            <p:cNvSpPr/>
            <p:nvPr/>
          </p:nvSpPr>
          <p:spPr>
            <a:xfrm>
              <a:off x="1820895" y="4483612"/>
              <a:ext cx="127577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+ 135N;223V;225D;9G</a:t>
              </a:r>
            </a:p>
          </p:txBody>
        </p:sp>
        <p:sp>
          <p:nvSpPr>
            <p:cNvPr id="128" name="tx128"/>
            <p:cNvSpPr/>
            <p:nvPr/>
          </p:nvSpPr>
          <p:spPr>
            <a:xfrm>
              <a:off x="696640" y="4138158"/>
              <a:ext cx="2400025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+ 144N;158D;160K;198S;223V;260M;328A;79V</a:t>
              </a:r>
            </a:p>
          </p:txBody>
        </p:sp>
        <p:sp>
          <p:nvSpPr>
            <p:cNvPr id="129" name="tx129"/>
            <p:cNvSpPr/>
            <p:nvPr/>
          </p:nvSpPr>
          <p:spPr>
            <a:xfrm>
              <a:off x="691062" y="3792703"/>
              <a:ext cx="2405603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+ 144N;158D;160K;223V;225D;260M;328A;79V</a:t>
              </a:r>
            </a:p>
          </p:txBody>
        </p:sp>
        <p:sp>
          <p:nvSpPr>
            <p:cNvPr id="130" name="tx130"/>
            <p:cNvSpPr/>
            <p:nvPr/>
          </p:nvSpPr>
          <p:spPr>
            <a:xfrm>
              <a:off x="973429" y="3447249"/>
              <a:ext cx="2123236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+ 144N;158D;160K;223V;225D;328A;79V</a:t>
              </a:r>
            </a:p>
          </p:txBody>
        </p:sp>
        <p:sp>
          <p:nvSpPr>
            <p:cNvPr id="131" name="tx131"/>
            <p:cNvSpPr/>
            <p:nvPr/>
          </p:nvSpPr>
          <p:spPr>
            <a:xfrm>
              <a:off x="952855" y="3101794"/>
              <a:ext cx="214381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+ 144N;158D;160K;225D;260M;328A;79V</a:t>
              </a:r>
            </a:p>
          </p:txBody>
        </p:sp>
        <p:sp>
          <p:nvSpPr>
            <p:cNvPr id="132" name="tx132"/>
            <p:cNvSpPr/>
            <p:nvPr/>
          </p:nvSpPr>
          <p:spPr>
            <a:xfrm>
              <a:off x="1984664" y="2756340"/>
              <a:ext cx="1112001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+ 144N;223V;225D</a:t>
              </a:r>
            </a:p>
          </p:txBody>
        </p:sp>
        <p:sp>
          <p:nvSpPr>
            <p:cNvPr id="133" name="tx133"/>
            <p:cNvSpPr/>
            <p:nvPr/>
          </p:nvSpPr>
          <p:spPr>
            <a:xfrm>
              <a:off x="2001489" y="2410885"/>
              <a:ext cx="1095176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+ 198L;223V;225D</a:t>
              </a:r>
            </a:p>
          </p:txBody>
        </p:sp>
        <p:sp>
          <p:nvSpPr>
            <p:cNvPr id="134" name="tx134"/>
            <p:cNvSpPr/>
            <p:nvPr/>
          </p:nvSpPr>
          <p:spPr>
            <a:xfrm>
              <a:off x="2255783" y="2065431"/>
              <a:ext cx="840882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J.2.4 + 223V;225D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299623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335484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373460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06128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4145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79426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514210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5463714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5843316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180772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5" name="tx145"/>
            <p:cNvSpPr/>
            <p:nvPr/>
          </p:nvSpPr>
          <p:spPr>
            <a:xfrm>
              <a:off x="4747076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147" name="tx147"/>
            <p:cNvSpPr/>
            <p:nvPr/>
          </p:nvSpPr>
          <p:spPr>
            <a:xfrm>
              <a:off x="6970921" y="3022917"/>
              <a:ext cx="15766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 (%)</a:t>
              </a:r>
            </a:p>
          </p:txBody>
        </p:sp>
        <p:pic>
          <p:nvPicPr>
            <p:cNvPr id="148" name="pic14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970921" y="3207263"/>
              <a:ext cx="219455" cy="1097280"/>
            </a:xfrm>
            <a:prstGeom prst="rect">
              <a:avLst/>
            </a:prstGeom>
          </p:spPr>
        </p:pic>
        <p:sp>
          <p:nvSpPr>
            <p:cNvPr id="149" name="pl149"/>
            <p:cNvSpPr/>
            <p:nvPr/>
          </p:nvSpPr>
          <p:spPr>
            <a:xfrm>
              <a:off x="7146486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l150"/>
            <p:cNvSpPr/>
            <p:nvPr/>
          </p:nvSpPr>
          <p:spPr>
            <a:xfrm>
              <a:off x="7146486" y="391994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1"/>
            <p:cNvSpPr/>
            <p:nvPr/>
          </p:nvSpPr>
          <p:spPr>
            <a:xfrm>
              <a:off x="7146486" y="353717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2"/>
            <p:cNvSpPr/>
            <p:nvPr/>
          </p:nvSpPr>
          <p:spPr>
            <a:xfrm>
              <a:off x="6970921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l153"/>
            <p:cNvSpPr/>
            <p:nvPr/>
          </p:nvSpPr>
          <p:spPr>
            <a:xfrm>
              <a:off x="6970921" y="391994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l154"/>
            <p:cNvSpPr/>
            <p:nvPr/>
          </p:nvSpPr>
          <p:spPr>
            <a:xfrm>
              <a:off x="6970921" y="353717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tx155"/>
            <p:cNvSpPr/>
            <p:nvPr/>
          </p:nvSpPr>
          <p:spPr>
            <a:xfrm>
              <a:off x="7259967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7259967" y="3879942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157" name="tx157"/>
            <p:cNvSpPr/>
            <p:nvPr/>
          </p:nvSpPr>
          <p:spPr>
            <a:xfrm>
              <a:off x="7259967" y="349717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3159296" y="1669789"/>
              <a:ext cx="361233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A/H3N2 - J.2.4</a:t>
              </a:r>
            </a:p>
          </p:txBody>
        </p:sp>
      </p:grpSp>
      <p:sp>
        <p:nvSpPr>
          <p:cNvPr id="15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A/H3N2 - J.2.4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77446" y="1894551"/>
              <a:ext cx="7639764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77446" y="4885930"/>
              <a:ext cx="7639764" cy="465325"/>
            </a:xfrm>
            <a:custGeom>
              <a:avLst/>
              <a:pathLst>
                <a:path w="7639764" h="465325">
                  <a:moveTo>
                    <a:pt x="0" y="465325"/>
                  </a:moveTo>
                  <a:lnTo>
                    <a:pt x="867519" y="0"/>
                  </a:lnTo>
                  <a:lnTo>
                    <a:pt x="1707053" y="465325"/>
                  </a:lnTo>
                  <a:lnTo>
                    <a:pt x="1707053" y="465325"/>
                  </a:lnTo>
                  <a:lnTo>
                    <a:pt x="2574572" y="465325"/>
                  </a:lnTo>
                  <a:lnTo>
                    <a:pt x="3414107" y="465325"/>
                  </a:lnTo>
                  <a:lnTo>
                    <a:pt x="4281626" y="465325"/>
                  </a:lnTo>
                  <a:lnTo>
                    <a:pt x="5149145" y="465325"/>
                  </a:lnTo>
                  <a:lnTo>
                    <a:pt x="5932710" y="465325"/>
                  </a:lnTo>
                  <a:lnTo>
                    <a:pt x="6800229" y="465325"/>
                  </a:lnTo>
                  <a:lnTo>
                    <a:pt x="7639764" y="465325"/>
                  </a:lnTo>
                  <a:lnTo>
                    <a:pt x="7639764" y="465325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77446" y="1894551"/>
              <a:ext cx="7639764" cy="3456704"/>
            </a:xfrm>
            <a:custGeom>
              <a:avLst/>
              <a:pathLst>
                <a:path w="7639764" h="3456704">
                  <a:moveTo>
                    <a:pt x="0" y="0"/>
                  </a:moveTo>
                  <a:lnTo>
                    <a:pt x="867519" y="3456704"/>
                  </a:lnTo>
                  <a:lnTo>
                    <a:pt x="867519" y="3456704"/>
                  </a:lnTo>
                  <a:lnTo>
                    <a:pt x="1707053" y="3456704"/>
                  </a:lnTo>
                  <a:lnTo>
                    <a:pt x="2574572" y="3456704"/>
                  </a:lnTo>
                  <a:lnTo>
                    <a:pt x="3414107" y="3456704"/>
                  </a:lnTo>
                  <a:lnTo>
                    <a:pt x="4281626" y="3456704"/>
                  </a:lnTo>
                  <a:lnTo>
                    <a:pt x="5149145" y="3456704"/>
                  </a:lnTo>
                  <a:lnTo>
                    <a:pt x="5932710" y="3456704"/>
                  </a:lnTo>
                  <a:lnTo>
                    <a:pt x="6800229" y="3456704"/>
                  </a:lnTo>
                  <a:lnTo>
                    <a:pt x="7639764" y="3456704"/>
                  </a:lnTo>
                  <a:lnTo>
                    <a:pt x="7639764" y="3456704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77446" y="4885930"/>
              <a:ext cx="7639764" cy="465325"/>
            </a:xfrm>
            <a:custGeom>
              <a:avLst/>
              <a:pathLst>
                <a:path w="7639764" h="465325">
                  <a:moveTo>
                    <a:pt x="0" y="465325"/>
                  </a:moveTo>
                  <a:lnTo>
                    <a:pt x="867519" y="0"/>
                  </a:lnTo>
                  <a:lnTo>
                    <a:pt x="1707053" y="465325"/>
                  </a:lnTo>
                  <a:lnTo>
                    <a:pt x="1707053" y="465325"/>
                  </a:lnTo>
                  <a:lnTo>
                    <a:pt x="2574572" y="465325"/>
                  </a:lnTo>
                  <a:lnTo>
                    <a:pt x="3414107" y="465325"/>
                  </a:lnTo>
                  <a:lnTo>
                    <a:pt x="4281626" y="465325"/>
                  </a:lnTo>
                  <a:lnTo>
                    <a:pt x="5149145" y="465325"/>
                  </a:lnTo>
                  <a:lnTo>
                    <a:pt x="5932710" y="465325"/>
                  </a:lnTo>
                  <a:lnTo>
                    <a:pt x="6800229" y="465325"/>
                  </a:lnTo>
                  <a:lnTo>
                    <a:pt x="7639764" y="465325"/>
                  </a:lnTo>
                  <a:lnTo>
                    <a:pt x="7639764" y="465325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77446" y="5180855"/>
              <a:ext cx="7639764" cy="170400"/>
            </a:xfrm>
            <a:custGeom>
              <a:avLst/>
              <a:pathLst>
                <a:path w="7639764" h="170400">
                  <a:moveTo>
                    <a:pt x="0" y="170400"/>
                  </a:moveTo>
                  <a:lnTo>
                    <a:pt x="867519" y="170400"/>
                  </a:lnTo>
                  <a:lnTo>
                    <a:pt x="1707053" y="170400"/>
                  </a:lnTo>
                  <a:lnTo>
                    <a:pt x="2574572" y="170400"/>
                  </a:lnTo>
                  <a:lnTo>
                    <a:pt x="3414107" y="170400"/>
                  </a:lnTo>
                  <a:lnTo>
                    <a:pt x="4281626" y="0"/>
                  </a:lnTo>
                  <a:lnTo>
                    <a:pt x="5149145" y="170400"/>
                  </a:lnTo>
                  <a:lnTo>
                    <a:pt x="5149145" y="170400"/>
                  </a:lnTo>
                  <a:lnTo>
                    <a:pt x="5932710" y="170400"/>
                  </a:lnTo>
                  <a:lnTo>
                    <a:pt x="6800229" y="170400"/>
                  </a:lnTo>
                  <a:lnTo>
                    <a:pt x="7639764" y="170400"/>
                  </a:lnTo>
                  <a:lnTo>
                    <a:pt x="7639764" y="17040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77446" y="5162217"/>
              <a:ext cx="7639764" cy="189038"/>
            </a:xfrm>
            <a:custGeom>
              <a:avLst/>
              <a:pathLst>
                <a:path w="7639764" h="189038">
                  <a:moveTo>
                    <a:pt x="0" y="189038"/>
                  </a:moveTo>
                  <a:lnTo>
                    <a:pt x="867519" y="189038"/>
                  </a:lnTo>
                  <a:lnTo>
                    <a:pt x="1707053" y="189038"/>
                  </a:lnTo>
                  <a:lnTo>
                    <a:pt x="2574572" y="189038"/>
                  </a:lnTo>
                  <a:lnTo>
                    <a:pt x="3414107" y="0"/>
                  </a:lnTo>
                  <a:lnTo>
                    <a:pt x="4281626" y="189038"/>
                  </a:lnTo>
                  <a:lnTo>
                    <a:pt x="4281626" y="189038"/>
                  </a:lnTo>
                  <a:lnTo>
                    <a:pt x="5149145" y="189038"/>
                  </a:lnTo>
                  <a:lnTo>
                    <a:pt x="5932710" y="189038"/>
                  </a:lnTo>
                  <a:lnTo>
                    <a:pt x="6800229" y="189038"/>
                  </a:lnTo>
                  <a:lnTo>
                    <a:pt x="7639764" y="189038"/>
                  </a:lnTo>
                  <a:lnTo>
                    <a:pt x="7639764" y="189038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77446" y="4885930"/>
              <a:ext cx="7639764" cy="465325"/>
            </a:xfrm>
            <a:custGeom>
              <a:avLst/>
              <a:pathLst>
                <a:path w="7639764" h="465325">
                  <a:moveTo>
                    <a:pt x="0" y="465325"/>
                  </a:moveTo>
                  <a:lnTo>
                    <a:pt x="867519" y="0"/>
                  </a:lnTo>
                  <a:lnTo>
                    <a:pt x="1707053" y="465325"/>
                  </a:lnTo>
                  <a:lnTo>
                    <a:pt x="1707053" y="465325"/>
                  </a:lnTo>
                  <a:lnTo>
                    <a:pt x="2574572" y="284751"/>
                  </a:lnTo>
                  <a:lnTo>
                    <a:pt x="3414107" y="465325"/>
                  </a:lnTo>
                  <a:lnTo>
                    <a:pt x="3414107" y="465325"/>
                  </a:lnTo>
                  <a:lnTo>
                    <a:pt x="4281626" y="465325"/>
                  </a:lnTo>
                  <a:lnTo>
                    <a:pt x="5149145" y="465325"/>
                  </a:lnTo>
                  <a:lnTo>
                    <a:pt x="5932710" y="465325"/>
                  </a:lnTo>
                  <a:lnTo>
                    <a:pt x="6800229" y="465325"/>
                  </a:lnTo>
                  <a:lnTo>
                    <a:pt x="7639764" y="465325"/>
                  </a:lnTo>
                  <a:lnTo>
                    <a:pt x="7639764" y="465325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77446" y="4383378"/>
              <a:ext cx="7639764" cy="967877"/>
            </a:xfrm>
            <a:custGeom>
              <a:avLst/>
              <a:pathLst>
                <a:path w="7639764" h="967877">
                  <a:moveTo>
                    <a:pt x="0" y="967877"/>
                  </a:moveTo>
                  <a:lnTo>
                    <a:pt x="867519" y="967877"/>
                  </a:lnTo>
                  <a:lnTo>
                    <a:pt x="1707053" y="967877"/>
                  </a:lnTo>
                  <a:lnTo>
                    <a:pt x="2574572" y="967877"/>
                  </a:lnTo>
                  <a:lnTo>
                    <a:pt x="3414107" y="967877"/>
                  </a:lnTo>
                  <a:lnTo>
                    <a:pt x="4281626" y="967877"/>
                  </a:lnTo>
                  <a:lnTo>
                    <a:pt x="5149145" y="967877"/>
                  </a:lnTo>
                  <a:lnTo>
                    <a:pt x="5932710" y="967877"/>
                  </a:lnTo>
                  <a:lnTo>
                    <a:pt x="6800229" y="0"/>
                  </a:lnTo>
                  <a:lnTo>
                    <a:pt x="7639764" y="967877"/>
                  </a:lnTo>
                  <a:lnTo>
                    <a:pt x="7639764" y="967877"/>
                  </a:lnTo>
                </a:path>
              </a:pathLst>
            </a:custGeom>
            <a:ln w="27101" cap="flat">
              <a:solidFill>
                <a:srgbClr val="E0F0F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77446" y="3622903"/>
              <a:ext cx="7639764" cy="1728352"/>
            </a:xfrm>
            <a:custGeom>
              <a:avLst/>
              <a:pathLst>
                <a:path w="7639764" h="1728352">
                  <a:moveTo>
                    <a:pt x="0" y="0"/>
                  </a:moveTo>
                  <a:lnTo>
                    <a:pt x="867519" y="797701"/>
                  </a:lnTo>
                  <a:lnTo>
                    <a:pt x="1707053" y="1728352"/>
                  </a:lnTo>
                  <a:lnTo>
                    <a:pt x="1707053" y="1728352"/>
                  </a:lnTo>
                  <a:lnTo>
                    <a:pt x="2574572" y="1728352"/>
                  </a:lnTo>
                  <a:lnTo>
                    <a:pt x="3414107" y="1728352"/>
                  </a:lnTo>
                  <a:lnTo>
                    <a:pt x="4281626" y="1728352"/>
                  </a:lnTo>
                  <a:lnTo>
                    <a:pt x="5149145" y="1728352"/>
                  </a:lnTo>
                  <a:lnTo>
                    <a:pt x="5932710" y="1728352"/>
                  </a:lnTo>
                  <a:lnTo>
                    <a:pt x="6800229" y="1728352"/>
                  </a:lnTo>
                  <a:lnTo>
                    <a:pt x="7639764" y="1728352"/>
                  </a:lnTo>
                  <a:lnTo>
                    <a:pt x="7639764" y="1728352"/>
                  </a:lnTo>
                </a:path>
              </a:pathLst>
            </a:custGeom>
            <a:ln w="27101" cap="flat">
              <a:solidFill>
                <a:srgbClr val="09181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977446" y="5118593"/>
              <a:ext cx="7639764" cy="232662"/>
            </a:xfrm>
            <a:custGeom>
              <a:avLst/>
              <a:pathLst>
                <a:path w="7639764" h="232662">
                  <a:moveTo>
                    <a:pt x="0" y="232662"/>
                  </a:moveTo>
                  <a:lnTo>
                    <a:pt x="867519" y="232662"/>
                  </a:lnTo>
                  <a:lnTo>
                    <a:pt x="1707053" y="0"/>
                  </a:lnTo>
                  <a:lnTo>
                    <a:pt x="2574572" y="232662"/>
                  </a:lnTo>
                  <a:lnTo>
                    <a:pt x="2574572" y="232662"/>
                  </a:lnTo>
                  <a:lnTo>
                    <a:pt x="3414107" y="232662"/>
                  </a:lnTo>
                  <a:lnTo>
                    <a:pt x="4281626" y="232662"/>
                  </a:lnTo>
                  <a:lnTo>
                    <a:pt x="5149145" y="232662"/>
                  </a:lnTo>
                  <a:lnTo>
                    <a:pt x="5932710" y="232662"/>
                  </a:lnTo>
                  <a:lnTo>
                    <a:pt x="6800229" y="232662"/>
                  </a:lnTo>
                  <a:lnTo>
                    <a:pt x="7639764" y="232662"/>
                  </a:lnTo>
                  <a:lnTo>
                    <a:pt x="7639764" y="232662"/>
                  </a:lnTo>
                </a:path>
              </a:pathLst>
            </a:custGeom>
            <a:ln w="27101" cap="flat">
              <a:solidFill>
                <a:srgbClr val="65A9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977446" y="3622903"/>
              <a:ext cx="7639764" cy="1728352"/>
            </a:xfrm>
            <a:custGeom>
              <a:avLst/>
              <a:pathLst>
                <a:path w="7639764" h="1728352">
                  <a:moveTo>
                    <a:pt x="0" y="0"/>
                  </a:moveTo>
                  <a:lnTo>
                    <a:pt x="867519" y="1728352"/>
                  </a:lnTo>
                  <a:lnTo>
                    <a:pt x="867519" y="1728352"/>
                  </a:lnTo>
                  <a:lnTo>
                    <a:pt x="1707053" y="1728352"/>
                  </a:lnTo>
                  <a:lnTo>
                    <a:pt x="2574572" y="1728352"/>
                  </a:lnTo>
                  <a:lnTo>
                    <a:pt x="3414107" y="1728352"/>
                  </a:lnTo>
                  <a:lnTo>
                    <a:pt x="4281626" y="1728352"/>
                  </a:lnTo>
                  <a:lnTo>
                    <a:pt x="5149145" y="1728352"/>
                  </a:lnTo>
                  <a:lnTo>
                    <a:pt x="5932710" y="1728352"/>
                  </a:lnTo>
                  <a:lnTo>
                    <a:pt x="6800229" y="1728352"/>
                  </a:lnTo>
                  <a:lnTo>
                    <a:pt x="7639764" y="1728352"/>
                  </a:lnTo>
                  <a:lnTo>
                    <a:pt x="7639764" y="1728352"/>
                  </a:lnTo>
                </a:path>
              </a:pathLst>
            </a:custGeom>
            <a:ln w="27101" cap="flat">
              <a:solidFill>
                <a:srgbClr val="2A6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977446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tx17"/>
            <p:cNvSpPr/>
            <p:nvPr/>
          </p:nvSpPr>
          <p:spPr>
            <a:xfrm>
              <a:off x="753241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8" name="tx18"/>
            <p:cNvSpPr/>
            <p:nvPr/>
          </p:nvSpPr>
          <p:spPr>
            <a:xfrm>
              <a:off x="691062" y="410140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19" name="tx19"/>
            <p:cNvSpPr/>
            <p:nvPr/>
          </p:nvSpPr>
          <p:spPr>
            <a:xfrm>
              <a:off x="691062" y="289155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20" name="pl20"/>
            <p:cNvSpPr/>
            <p:nvPr/>
          </p:nvSpPr>
          <p:spPr>
            <a:xfrm>
              <a:off x="942651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942651" y="414140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942651" y="293156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977446" y="5351256"/>
              <a:ext cx="7639764" cy="0"/>
            </a:xfrm>
            <a:custGeom>
              <a:avLst/>
              <a:pathLst>
                <a:path w="7639764" h="0">
                  <a:moveTo>
                    <a:pt x="0" y="0"/>
                  </a:moveTo>
                  <a:lnTo>
                    <a:pt x="7639764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9774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84496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68450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355201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439155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5259072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612659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691015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777767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861721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tx34"/>
            <p:cNvSpPr/>
            <p:nvPr/>
          </p:nvSpPr>
          <p:spPr>
            <a:xfrm rot="-5400000">
              <a:off x="74121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5" name="tx35"/>
            <p:cNvSpPr/>
            <p:nvPr/>
          </p:nvSpPr>
          <p:spPr>
            <a:xfrm rot="-5400000">
              <a:off x="1611884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2466964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7" name="tx37"/>
            <p:cNvSpPr/>
            <p:nvPr/>
          </p:nvSpPr>
          <p:spPr>
            <a:xfrm rot="-5400000">
              <a:off x="3318938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8" name="tx38"/>
            <p:cNvSpPr/>
            <p:nvPr/>
          </p:nvSpPr>
          <p:spPr>
            <a:xfrm rot="-5400000">
              <a:off x="415847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9" name="tx39"/>
            <p:cNvSpPr/>
            <p:nvPr/>
          </p:nvSpPr>
          <p:spPr>
            <a:xfrm rot="-5400000">
              <a:off x="5041536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40" name="tx40"/>
            <p:cNvSpPr/>
            <p:nvPr/>
          </p:nvSpPr>
          <p:spPr>
            <a:xfrm rot="-5400000">
              <a:off x="5905901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41" name="tx41"/>
            <p:cNvSpPr/>
            <p:nvPr/>
          </p:nvSpPr>
          <p:spPr>
            <a:xfrm rot="-5400000">
              <a:off x="6670950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42" name="tx42"/>
            <p:cNvSpPr/>
            <p:nvPr/>
          </p:nvSpPr>
          <p:spPr>
            <a:xfrm rot="-5400000">
              <a:off x="7553922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43" name="tx43"/>
            <p:cNvSpPr/>
            <p:nvPr/>
          </p:nvSpPr>
          <p:spPr>
            <a:xfrm rot="-5400000">
              <a:off x="8384221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458367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45" name="tx45"/>
            <p:cNvSpPr/>
            <p:nvPr/>
          </p:nvSpPr>
          <p:spPr>
            <a:xfrm rot="-5400000">
              <a:off x="-83435" y="3572886"/>
              <a:ext cx="132048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977446" y="1669789"/>
              <a:ext cx="3221431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A/H3N2 - J.2.4</a:t>
              </a:r>
            </a:p>
          </p:txBody>
        </p:sp>
      </p:grpSp>
      <p:sp>
        <p:nvSpPr>
          <p:cNvPr id="4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A/H3N2 - J.2.4</a:t>
            </a: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2672372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229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+ 198S;223V;328A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+ 223V;225D;328A;63D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+ 207Q;223V;225D;328A;79I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+ 223V;225D;239S;289S;328A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+ 223V;225D;247N;328A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+ 223V;225D;328A;62R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+ 142E;145N;223V;225D;328A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+ 223V;225D;238R;328A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+ 223V;225D;278E;328A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+ 223V;225D;328A;6H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4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+ 146G;223V;225D;328A;63D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+ 149N;223V;225D;328A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+ 223V;225D;261Q;328A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+ 223V;225D;328A;78S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+ 142E;145N;198S;223V;328A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+ 145N;223V;225D;242L;328A;91N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+ 171E;223V;225D;238R;308F;328A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+ 198S;223V;328A;63D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+ 212S;223V;225D;262N;328A;79S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+ 223V;225D;238R;308F;328A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+ 223V;225D;239S;261Q;328A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+ 223V;225D;252V;273T;328A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+ 223V;225D;25V;328A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+ 223V;225D;265N;328A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+ 223V;225D;267M;328A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+ 223V;225D;272T;328A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+ 223V;225D;310R;328A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+ 223V;225D;312N;328A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+ 223V;225D;328A;3K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+ 223V;225D;328S;62R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2888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+ 101N;223V;225D;328A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+ 107T;223V;225D;328A;63D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+ 117I;223V;225D;328A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+ 118M;223V;225D;328A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+ 119D;223V;225D;328A;63D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+ 121E;223V;225D;328A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+ 124N;223V;225D;278E;328A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+ 124N;223V;225D;328A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+ 126S;223V;225D;328A;62E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+ 128A;198S;223V;328A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+ 128A;223V;225D;273L;328A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+ 128A;223V;225D;328A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+ 128I;223V;225D;238R;328A;57R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+ 129R;223V;225D;328A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+ 12M;223V;225D;328A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+ 144I;198S;223V;261K;328A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+ 144I;223V;225D;261K;328A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+ 150K;165K;223V;225D;328A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+ 150K;207Q;225D;312N;328A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+ 150K;223V;225D;328A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+ 175N;198P;223V;225D;328A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+ 179V;198S;223V;328A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+ 184Q;223V;225D;328A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+ 187M;223V;225D;25V;328A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+ 198S;214L;223V;328A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+ 198S;223V;239S;289S;328A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+ 198S;223V;272T;328A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+ 198S;223V;274T;328A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+ 198S;223V;321K;328A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+ 198S;223V;328A;43I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+ 198S;223V;328A;62R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+ 198S;223V;328S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+ 207Q;222K;223V;225D;328A;79I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+ 207Q;223V;225D;328A;78S;79I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+ 21Q;223V;225D;328A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+ 220K;223V;225D;259R;328A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+ 220K;223V;225D;278E;328A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+ 222K;223V;225D;328A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+ 223V;225D;230V;328A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+ 223V;225D;239S;328A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+ 223V;225D;239S;328A;50I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+ 223V;225D;239S;328A;91N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+ 223V;225D;242M;328A;34T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+ 223V;225D;242T;328A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+ 223V;225D;246K;328A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+ 223V;225D;251I;328A;96R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+ 223V;225D;268I;328A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+ 223V;225D;276D;328A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+ 223V;225D;27R;328A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+ 223V;225D;282L;328A;6H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+ 223V;225D;282T;328A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+ 223V;225D;289T;328A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+ 223V;225D;296S;328A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+ 223V;225D;298H;328A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+ 223V;225D;2S;328A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+ 223V;225D;309I;328A;80P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+ 223V;225D;321K;328A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+ 223V;225D;326R;328A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+ 223V;225D;328A;45S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+ 223V;225D;328A;51M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+ 223V;225D;328A;59I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+ 223V;225D;328A;5R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+ 223V;225D;328A;75H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+ 223V;225D;328A;7G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+ 223V;225D;328A;96R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096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K + 223V;225D;328V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A/H3N2 - K</a:t>
            </a: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628956" y="5397088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628956" y="5361922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628956" y="5326756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628956" y="5291590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628956" y="5256424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628956" y="522125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628956" y="518609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628956" y="515092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628956" y="511575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628956" y="508059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628956" y="504542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628956" y="501026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628956" y="497509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628956" y="493992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628956" y="490476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28956" y="486959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628956" y="483443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628956" y="479926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628956" y="476409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628956" y="472893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628956" y="469376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628956" y="465860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628956" y="462343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628956" y="458826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628956" y="455310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628956" y="451793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628956" y="448277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1628956" y="444760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628956" y="441243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1628956" y="437727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1628956" y="434210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1628956" y="430694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1628956" y="427177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1628956" y="423660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1628956" y="420144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1628956" y="416627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1628956" y="413111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1628956" y="409594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1628956" y="406077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1628956" y="402561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1628956" y="399044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1628956" y="3955280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1628956" y="3920114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1628956" y="3884948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1628956" y="3849782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1628956" y="3814616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1628956" y="3779450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1628956" y="3744284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1628956" y="3709118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1628956" y="3673952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1628956" y="3638786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1628956" y="3603620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1628956" y="3568454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1628956" y="3533288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1628956" y="3498122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1628956" y="3462956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1628956" y="3427790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1628956" y="3392624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1628956" y="3357458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1628956" y="3322292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1628956" y="3287126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1628956" y="3251960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1628956" y="3216794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1628956" y="3181628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1628956" y="3146462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1628956" y="3111296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1628956" y="3076130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1628956" y="3040964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1628956" y="3005798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1628956" y="2970632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1628956" y="2935466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1628956" y="2900300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1628956" y="2865134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1628956" y="2829968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1628956" y="2794802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1628956" y="2759636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1628956" y="2724470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1628956" y="268930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1628956" y="265413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1628956" y="261897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1628956" y="258380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1628956" y="254863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1628956" y="251347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1628956" y="247830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1628956" y="244314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1628956" y="240797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1628956" y="237280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1628956" y="233764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1628956" y="230247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1628956" y="226731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1628956" y="223214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1628956" y="219697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1628956" y="216181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1628956" y="212664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1628956" y="209148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1628956" y="2056315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1628956" y="2021149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1628956" y="1985983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1628956" y="1950817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1628956" y="1915651"/>
              <a:ext cx="5133198" cy="0"/>
            </a:xfrm>
            <a:custGeom>
              <a:avLst/>
              <a:pathLst>
                <a:path w="5133198" h="0">
                  <a:moveTo>
                    <a:pt x="0" y="0"/>
                  </a:moveTo>
                  <a:lnTo>
                    <a:pt x="5133198" y="0"/>
                  </a:lnTo>
                  <a:lnTo>
                    <a:pt x="513319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193090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243416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293741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344067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394392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444718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495043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545369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l113"/>
            <p:cNvSpPr/>
            <p:nvPr/>
          </p:nvSpPr>
          <p:spPr>
            <a:xfrm>
              <a:off x="595694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l114"/>
            <p:cNvSpPr/>
            <p:nvPr/>
          </p:nvSpPr>
          <p:spPr>
            <a:xfrm>
              <a:off x="646020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1679281" y="5379505"/>
              <a:ext cx="503254" cy="35166"/>
            </a:xfrm>
            <a:prstGeom prst="rect">
              <a:avLst/>
            </a:prstGeom>
            <a:solidFill>
              <a:srgbClr val="DDE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2182536" y="53795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2685791" y="53795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3189046" y="53795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3692300" y="53795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4195555" y="53795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4698810" y="53795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5202065" y="53795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5705319" y="53795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6208574" y="53795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1679281" y="53443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2182536" y="53443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2685791" y="53443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3189046" y="53443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3692300" y="5344339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4195555" y="53443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4698810" y="53443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5202065" y="53443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5705319" y="53443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6208574" y="53443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1679281" y="53091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2182536" y="53091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2685791" y="53091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rc138"/>
            <p:cNvSpPr/>
            <p:nvPr/>
          </p:nvSpPr>
          <p:spPr>
            <a:xfrm>
              <a:off x="3189046" y="5309173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3692300" y="53091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rc140"/>
            <p:cNvSpPr/>
            <p:nvPr/>
          </p:nvSpPr>
          <p:spPr>
            <a:xfrm>
              <a:off x="4195555" y="53091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1" name="rc141"/>
            <p:cNvSpPr/>
            <p:nvPr/>
          </p:nvSpPr>
          <p:spPr>
            <a:xfrm>
              <a:off x="4698810" y="53091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2" name="rc142"/>
            <p:cNvSpPr/>
            <p:nvPr/>
          </p:nvSpPr>
          <p:spPr>
            <a:xfrm>
              <a:off x="5202065" y="53091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3" name="rc143"/>
            <p:cNvSpPr/>
            <p:nvPr/>
          </p:nvSpPr>
          <p:spPr>
            <a:xfrm>
              <a:off x="5705319" y="53091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4" name="rc144"/>
            <p:cNvSpPr/>
            <p:nvPr/>
          </p:nvSpPr>
          <p:spPr>
            <a:xfrm>
              <a:off x="6208574" y="53091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5" name="rc145"/>
            <p:cNvSpPr/>
            <p:nvPr/>
          </p:nvSpPr>
          <p:spPr>
            <a:xfrm>
              <a:off x="1679281" y="52740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6" name="rc146"/>
            <p:cNvSpPr/>
            <p:nvPr/>
          </p:nvSpPr>
          <p:spPr>
            <a:xfrm>
              <a:off x="2182536" y="52740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2685791" y="5274007"/>
              <a:ext cx="503254" cy="35166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rc148"/>
            <p:cNvSpPr/>
            <p:nvPr/>
          </p:nvSpPr>
          <p:spPr>
            <a:xfrm>
              <a:off x="3189046" y="52740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9" name="rc149"/>
            <p:cNvSpPr/>
            <p:nvPr/>
          </p:nvSpPr>
          <p:spPr>
            <a:xfrm>
              <a:off x="3692300" y="52740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0" name="rc150"/>
            <p:cNvSpPr/>
            <p:nvPr/>
          </p:nvSpPr>
          <p:spPr>
            <a:xfrm>
              <a:off x="4195555" y="52740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1" name="rc151"/>
            <p:cNvSpPr/>
            <p:nvPr/>
          </p:nvSpPr>
          <p:spPr>
            <a:xfrm>
              <a:off x="4698810" y="52740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2" name="rc152"/>
            <p:cNvSpPr/>
            <p:nvPr/>
          </p:nvSpPr>
          <p:spPr>
            <a:xfrm>
              <a:off x="5202065" y="52740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3" name="rc153"/>
            <p:cNvSpPr/>
            <p:nvPr/>
          </p:nvSpPr>
          <p:spPr>
            <a:xfrm>
              <a:off x="5705319" y="52740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4" name="rc154"/>
            <p:cNvSpPr/>
            <p:nvPr/>
          </p:nvSpPr>
          <p:spPr>
            <a:xfrm>
              <a:off x="6208574" y="52740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5" name="rc155"/>
            <p:cNvSpPr/>
            <p:nvPr/>
          </p:nvSpPr>
          <p:spPr>
            <a:xfrm>
              <a:off x="1679281" y="52388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6" name="rc156"/>
            <p:cNvSpPr/>
            <p:nvPr/>
          </p:nvSpPr>
          <p:spPr>
            <a:xfrm>
              <a:off x="2182536" y="52388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7" name="rc157"/>
            <p:cNvSpPr/>
            <p:nvPr/>
          </p:nvSpPr>
          <p:spPr>
            <a:xfrm>
              <a:off x="2685791" y="52388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8" name="rc158"/>
            <p:cNvSpPr/>
            <p:nvPr/>
          </p:nvSpPr>
          <p:spPr>
            <a:xfrm>
              <a:off x="3189046" y="52388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9" name="rc159"/>
            <p:cNvSpPr/>
            <p:nvPr/>
          </p:nvSpPr>
          <p:spPr>
            <a:xfrm>
              <a:off x="3692300" y="52388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0" name="rc160"/>
            <p:cNvSpPr/>
            <p:nvPr/>
          </p:nvSpPr>
          <p:spPr>
            <a:xfrm>
              <a:off x="4195555" y="5238841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1" name="rc161"/>
            <p:cNvSpPr/>
            <p:nvPr/>
          </p:nvSpPr>
          <p:spPr>
            <a:xfrm>
              <a:off x="4698810" y="52388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2" name="rc162"/>
            <p:cNvSpPr/>
            <p:nvPr/>
          </p:nvSpPr>
          <p:spPr>
            <a:xfrm>
              <a:off x="5202065" y="52388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3" name="rc163"/>
            <p:cNvSpPr/>
            <p:nvPr/>
          </p:nvSpPr>
          <p:spPr>
            <a:xfrm>
              <a:off x="5705319" y="52388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4" name="rc164"/>
            <p:cNvSpPr/>
            <p:nvPr/>
          </p:nvSpPr>
          <p:spPr>
            <a:xfrm>
              <a:off x="6208574" y="52388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5" name="rc165"/>
            <p:cNvSpPr/>
            <p:nvPr/>
          </p:nvSpPr>
          <p:spPr>
            <a:xfrm>
              <a:off x="1679281" y="520367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6" name="rc166"/>
            <p:cNvSpPr/>
            <p:nvPr/>
          </p:nvSpPr>
          <p:spPr>
            <a:xfrm>
              <a:off x="2182536" y="520367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7" name="rc167"/>
            <p:cNvSpPr/>
            <p:nvPr/>
          </p:nvSpPr>
          <p:spPr>
            <a:xfrm>
              <a:off x="2685791" y="520367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8" name="rc168"/>
            <p:cNvSpPr/>
            <p:nvPr/>
          </p:nvSpPr>
          <p:spPr>
            <a:xfrm>
              <a:off x="3189046" y="520367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9" name="rc169"/>
            <p:cNvSpPr/>
            <p:nvPr/>
          </p:nvSpPr>
          <p:spPr>
            <a:xfrm>
              <a:off x="3692300" y="520367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0" name="rc170"/>
            <p:cNvSpPr/>
            <p:nvPr/>
          </p:nvSpPr>
          <p:spPr>
            <a:xfrm>
              <a:off x="4195555" y="520367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1" name="rc171"/>
            <p:cNvSpPr/>
            <p:nvPr/>
          </p:nvSpPr>
          <p:spPr>
            <a:xfrm>
              <a:off x="4698810" y="520367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2" name="rc172"/>
            <p:cNvSpPr/>
            <p:nvPr/>
          </p:nvSpPr>
          <p:spPr>
            <a:xfrm>
              <a:off x="5202065" y="5203674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3" name="rc173"/>
            <p:cNvSpPr/>
            <p:nvPr/>
          </p:nvSpPr>
          <p:spPr>
            <a:xfrm>
              <a:off x="5705319" y="520367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4" name="rc174"/>
            <p:cNvSpPr/>
            <p:nvPr/>
          </p:nvSpPr>
          <p:spPr>
            <a:xfrm>
              <a:off x="6208574" y="520367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5" name="rc175"/>
            <p:cNvSpPr/>
            <p:nvPr/>
          </p:nvSpPr>
          <p:spPr>
            <a:xfrm>
              <a:off x="1679281" y="516850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6" name="rc176"/>
            <p:cNvSpPr/>
            <p:nvPr/>
          </p:nvSpPr>
          <p:spPr>
            <a:xfrm>
              <a:off x="2182536" y="516850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7" name="rc177"/>
            <p:cNvSpPr/>
            <p:nvPr/>
          </p:nvSpPr>
          <p:spPr>
            <a:xfrm>
              <a:off x="2685791" y="516850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8" name="rc178"/>
            <p:cNvSpPr/>
            <p:nvPr/>
          </p:nvSpPr>
          <p:spPr>
            <a:xfrm>
              <a:off x="3189046" y="5168508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9" name="rc179"/>
            <p:cNvSpPr/>
            <p:nvPr/>
          </p:nvSpPr>
          <p:spPr>
            <a:xfrm>
              <a:off x="3692300" y="516850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0" name="rc180"/>
            <p:cNvSpPr/>
            <p:nvPr/>
          </p:nvSpPr>
          <p:spPr>
            <a:xfrm>
              <a:off x="4195555" y="516850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1" name="rc181"/>
            <p:cNvSpPr/>
            <p:nvPr/>
          </p:nvSpPr>
          <p:spPr>
            <a:xfrm>
              <a:off x="4698810" y="516850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2" name="rc182"/>
            <p:cNvSpPr/>
            <p:nvPr/>
          </p:nvSpPr>
          <p:spPr>
            <a:xfrm>
              <a:off x="5202065" y="516850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3" name="rc183"/>
            <p:cNvSpPr/>
            <p:nvPr/>
          </p:nvSpPr>
          <p:spPr>
            <a:xfrm>
              <a:off x="5705319" y="516850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4" name="rc184"/>
            <p:cNvSpPr/>
            <p:nvPr/>
          </p:nvSpPr>
          <p:spPr>
            <a:xfrm>
              <a:off x="6208574" y="516850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5" name="rc185"/>
            <p:cNvSpPr/>
            <p:nvPr/>
          </p:nvSpPr>
          <p:spPr>
            <a:xfrm>
              <a:off x="1679281" y="513334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6" name="rc186"/>
            <p:cNvSpPr/>
            <p:nvPr/>
          </p:nvSpPr>
          <p:spPr>
            <a:xfrm>
              <a:off x="2182536" y="513334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7" name="rc187"/>
            <p:cNvSpPr/>
            <p:nvPr/>
          </p:nvSpPr>
          <p:spPr>
            <a:xfrm>
              <a:off x="2685791" y="513334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8" name="rc188"/>
            <p:cNvSpPr/>
            <p:nvPr/>
          </p:nvSpPr>
          <p:spPr>
            <a:xfrm>
              <a:off x="3189046" y="513334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9" name="rc189"/>
            <p:cNvSpPr/>
            <p:nvPr/>
          </p:nvSpPr>
          <p:spPr>
            <a:xfrm>
              <a:off x="3692300" y="5133342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0" name="rc190"/>
            <p:cNvSpPr/>
            <p:nvPr/>
          </p:nvSpPr>
          <p:spPr>
            <a:xfrm>
              <a:off x="4195555" y="513334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1" name="rc191"/>
            <p:cNvSpPr/>
            <p:nvPr/>
          </p:nvSpPr>
          <p:spPr>
            <a:xfrm>
              <a:off x="4698810" y="513334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2" name="rc192"/>
            <p:cNvSpPr/>
            <p:nvPr/>
          </p:nvSpPr>
          <p:spPr>
            <a:xfrm>
              <a:off x="5202065" y="513334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3" name="rc193"/>
            <p:cNvSpPr/>
            <p:nvPr/>
          </p:nvSpPr>
          <p:spPr>
            <a:xfrm>
              <a:off x="5705319" y="513334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4" name="rc194"/>
            <p:cNvSpPr/>
            <p:nvPr/>
          </p:nvSpPr>
          <p:spPr>
            <a:xfrm>
              <a:off x="6208574" y="513334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5" name="rc195"/>
            <p:cNvSpPr/>
            <p:nvPr/>
          </p:nvSpPr>
          <p:spPr>
            <a:xfrm>
              <a:off x="1679281" y="509817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6" name="rc196"/>
            <p:cNvSpPr/>
            <p:nvPr/>
          </p:nvSpPr>
          <p:spPr>
            <a:xfrm>
              <a:off x="2182536" y="509817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7" name="rc197"/>
            <p:cNvSpPr/>
            <p:nvPr/>
          </p:nvSpPr>
          <p:spPr>
            <a:xfrm>
              <a:off x="2685791" y="509817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8" name="rc198"/>
            <p:cNvSpPr/>
            <p:nvPr/>
          </p:nvSpPr>
          <p:spPr>
            <a:xfrm>
              <a:off x="3189046" y="509817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9" name="rc199"/>
            <p:cNvSpPr/>
            <p:nvPr/>
          </p:nvSpPr>
          <p:spPr>
            <a:xfrm>
              <a:off x="3692300" y="509817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0" name="rc200"/>
            <p:cNvSpPr/>
            <p:nvPr/>
          </p:nvSpPr>
          <p:spPr>
            <a:xfrm>
              <a:off x="4195555" y="5098176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1" name="rc201"/>
            <p:cNvSpPr/>
            <p:nvPr/>
          </p:nvSpPr>
          <p:spPr>
            <a:xfrm>
              <a:off x="4698810" y="509817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2" name="rc202"/>
            <p:cNvSpPr/>
            <p:nvPr/>
          </p:nvSpPr>
          <p:spPr>
            <a:xfrm>
              <a:off x="5202065" y="509817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3" name="rc203"/>
            <p:cNvSpPr/>
            <p:nvPr/>
          </p:nvSpPr>
          <p:spPr>
            <a:xfrm>
              <a:off x="5705319" y="509817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4" name="rc204"/>
            <p:cNvSpPr/>
            <p:nvPr/>
          </p:nvSpPr>
          <p:spPr>
            <a:xfrm>
              <a:off x="6208574" y="509817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5" name="rc205"/>
            <p:cNvSpPr/>
            <p:nvPr/>
          </p:nvSpPr>
          <p:spPr>
            <a:xfrm>
              <a:off x="1679281" y="506301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6" name="rc206"/>
            <p:cNvSpPr/>
            <p:nvPr/>
          </p:nvSpPr>
          <p:spPr>
            <a:xfrm>
              <a:off x="2182536" y="506301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7" name="rc207"/>
            <p:cNvSpPr/>
            <p:nvPr/>
          </p:nvSpPr>
          <p:spPr>
            <a:xfrm>
              <a:off x="2685791" y="506301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8" name="rc208"/>
            <p:cNvSpPr/>
            <p:nvPr/>
          </p:nvSpPr>
          <p:spPr>
            <a:xfrm>
              <a:off x="3189046" y="506301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9" name="rc209"/>
            <p:cNvSpPr/>
            <p:nvPr/>
          </p:nvSpPr>
          <p:spPr>
            <a:xfrm>
              <a:off x="3692300" y="506301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0" name="rc210"/>
            <p:cNvSpPr/>
            <p:nvPr/>
          </p:nvSpPr>
          <p:spPr>
            <a:xfrm>
              <a:off x="4195555" y="5063010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1" name="rc211"/>
            <p:cNvSpPr/>
            <p:nvPr/>
          </p:nvSpPr>
          <p:spPr>
            <a:xfrm>
              <a:off x="4698810" y="506301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2" name="rc212"/>
            <p:cNvSpPr/>
            <p:nvPr/>
          </p:nvSpPr>
          <p:spPr>
            <a:xfrm>
              <a:off x="5202065" y="506301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3" name="rc213"/>
            <p:cNvSpPr/>
            <p:nvPr/>
          </p:nvSpPr>
          <p:spPr>
            <a:xfrm>
              <a:off x="5705319" y="506301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4" name="rc214"/>
            <p:cNvSpPr/>
            <p:nvPr/>
          </p:nvSpPr>
          <p:spPr>
            <a:xfrm>
              <a:off x="6208574" y="506301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5" name="rc215"/>
            <p:cNvSpPr/>
            <p:nvPr/>
          </p:nvSpPr>
          <p:spPr>
            <a:xfrm>
              <a:off x="1679281" y="502784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6" name="rc216"/>
            <p:cNvSpPr/>
            <p:nvPr/>
          </p:nvSpPr>
          <p:spPr>
            <a:xfrm>
              <a:off x="2182536" y="502784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7" name="rc217"/>
            <p:cNvSpPr/>
            <p:nvPr/>
          </p:nvSpPr>
          <p:spPr>
            <a:xfrm>
              <a:off x="2685791" y="502784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8" name="rc218"/>
            <p:cNvSpPr/>
            <p:nvPr/>
          </p:nvSpPr>
          <p:spPr>
            <a:xfrm>
              <a:off x="3189046" y="502784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9" name="rc219"/>
            <p:cNvSpPr/>
            <p:nvPr/>
          </p:nvSpPr>
          <p:spPr>
            <a:xfrm>
              <a:off x="3692300" y="502784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0" name="rc220"/>
            <p:cNvSpPr/>
            <p:nvPr/>
          </p:nvSpPr>
          <p:spPr>
            <a:xfrm>
              <a:off x="4195555" y="5027844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1" name="rc221"/>
            <p:cNvSpPr/>
            <p:nvPr/>
          </p:nvSpPr>
          <p:spPr>
            <a:xfrm>
              <a:off x="4698810" y="502784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2" name="rc222"/>
            <p:cNvSpPr/>
            <p:nvPr/>
          </p:nvSpPr>
          <p:spPr>
            <a:xfrm>
              <a:off x="5202065" y="502784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3" name="rc223"/>
            <p:cNvSpPr/>
            <p:nvPr/>
          </p:nvSpPr>
          <p:spPr>
            <a:xfrm>
              <a:off x="5705319" y="502784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4" name="rc224"/>
            <p:cNvSpPr/>
            <p:nvPr/>
          </p:nvSpPr>
          <p:spPr>
            <a:xfrm>
              <a:off x="6208574" y="502784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5" name="rc225"/>
            <p:cNvSpPr/>
            <p:nvPr/>
          </p:nvSpPr>
          <p:spPr>
            <a:xfrm>
              <a:off x="1679281" y="499267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6" name="rc226"/>
            <p:cNvSpPr/>
            <p:nvPr/>
          </p:nvSpPr>
          <p:spPr>
            <a:xfrm>
              <a:off x="2182536" y="499267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7" name="rc227"/>
            <p:cNvSpPr/>
            <p:nvPr/>
          </p:nvSpPr>
          <p:spPr>
            <a:xfrm>
              <a:off x="2685791" y="499267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8" name="rc228"/>
            <p:cNvSpPr/>
            <p:nvPr/>
          </p:nvSpPr>
          <p:spPr>
            <a:xfrm>
              <a:off x="3189046" y="4992678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9" name="rc229"/>
            <p:cNvSpPr/>
            <p:nvPr/>
          </p:nvSpPr>
          <p:spPr>
            <a:xfrm>
              <a:off x="3692300" y="499267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0" name="rc230"/>
            <p:cNvSpPr/>
            <p:nvPr/>
          </p:nvSpPr>
          <p:spPr>
            <a:xfrm>
              <a:off x="4195555" y="499267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1" name="rc231"/>
            <p:cNvSpPr/>
            <p:nvPr/>
          </p:nvSpPr>
          <p:spPr>
            <a:xfrm>
              <a:off x="4698810" y="499267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2" name="rc232"/>
            <p:cNvSpPr/>
            <p:nvPr/>
          </p:nvSpPr>
          <p:spPr>
            <a:xfrm>
              <a:off x="5202065" y="499267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3" name="rc233"/>
            <p:cNvSpPr/>
            <p:nvPr/>
          </p:nvSpPr>
          <p:spPr>
            <a:xfrm>
              <a:off x="5705319" y="499267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4" name="rc234"/>
            <p:cNvSpPr/>
            <p:nvPr/>
          </p:nvSpPr>
          <p:spPr>
            <a:xfrm>
              <a:off x="6208574" y="499267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5" name="rc235"/>
            <p:cNvSpPr/>
            <p:nvPr/>
          </p:nvSpPr>
          <p:spPr>
            <a:xfrm>
              <a:off x="1679281" y="495751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6" name="rc236"/>
            <p:cNvSpPr/>
            <p:nvPr/>
          </p:nvSpPr>
          <p:spPr>
            <a:xfrm>
              <a:off x="2182536" y="495751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7" name="rc237"/>
            <p:cNvSpPr/>
            <p:nvPr/>
          </p:nvSpPr>
          <p:spPr>
            <a:xfrm>
              <a:off x="2685791" y="495751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8" name="rc238"/>
            <p:cNvSpPr/>
            <p:nvPr/>
          </p:nvSpPr>
          <p:spPr>
            <a:xfrm>
              <a:off x="3189046" y="4957512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9" name="rc239"/>
            <p:cNvSpPr/>
            <p:nvPr/>
          </p:nvSpPr>
          <p:spPr>
            <a:xfrm>
              <a:off x="3692300" y="495751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0" name="rc240"/>
            <p:cNvSpPr/>
            <p:nvPr/>
          </p:nvSpPr>
          <p:spPr>
            <a:xfrm>
              <a:off x="4195555" y="495751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1" name="rc241"/>
            <p:cNvSpPr/>
            <p:nvPr/>
          </p:nvSpPr>
          <p:spPr>
            <a:xfrm>
              <a:off x="4698810" y="495751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2" name="rc242"/>
            <p:cNvSpPr/>
            <p:nvPr/>
          </p:nvSpPr>
          <p:spPr>
            <a:xfrm>
              <a:off x="5202065" y="495751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3" name="rc243"/>
            <p:cNvSpPr/>
            <p:nvPr/>
          </p:nvSpPr>
          <p:spPr>
            <a:xfrm>
              <a:off x="5705319" y="495751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4" name="rc244"/>
            <p:cNvSpPr/>
            <p:nvPr/>
          </p:nvSpPr>
          <p:spPr>
            <a:xfrm>
              <a:off x="6208574" y="495751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5" name="rc245"/>
            <p:cNvSpPr/>
            <p:nvPr/>
          </p:nvSpPr>
          <p:spPr>
            <a:xfrm>
              <a:off x="1679281" y="492234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6" name="rc246"/>
            <p:cNvSpPr/>
            <p:nvPr/>
          </p:nvSpPr>
          <p:spPr>
            <a:xfrm>
              <a:off x="2182536" y="492234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7" name="rc247"/>
            <p:cNvSpPr/>
            <p:nvPr/>
          </p:nvSpPr>
          <p:spPr>
            <a:xfrm>
              <a:off x="2685791" y="492234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8" name="rc248"/>
            <p:cNvSpPr/>
            <p:nvPr/>
          </p:nvSpPr>
          <p:spPr>
            <a:xfrm>
              <a:off x="3189046" y="492234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9" name="rc249"/>
            <p:cNvSpPr/>
            <p:nvPr/>
          </p:nvSpPr>
          <p:spPr>
            <a:xfrm>
              <a:off x="3692300" y="492234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0" name="rc250"/>
            <p:cNvSpPr/>
            <p:nvPr/>
          </p:nvSpPr>
          <p:spPr>
            <a:xfrm>
              <a:off x="4195555" y="492234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1" name="rc251"/>
            <p:cNvSpPr/>
            <p:nvPr/>
          </p:nvSpPr>
          <p:spPr>
            <a:xfrm>
              <a:off x="4698810" y="492234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2" name="rc252"/>
            <p:cNvSpPr/>
            <p:nvPr/>
          </p:nvSpPr>
          <p:spPr>
            <a:xfrm>
              <a:off x="5202065" y="4922346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3" name="rc253"/>
            <p:cNvSpPr/>
            <p:nvPr/>
          </p:nvSpPr>
          <p:spPr>
            <a:xfrm>
              <a:off x="5705319" y="492234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4" name="rc254"/>
            <p:cNvSpPr/>
            <p:nvPr/>
          </p:nvSpPr>
          <p:spPr>
            <a:xfrm>
              <a:off x="6208574" y="492234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5" name="rc255"/>
            <p:cNvSpPr/>
            <p:nvPr/>
          </p:nvSpPr>
          <p:spPr>
            <a:xfrm>
              <a:off x="1679281" y="488718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6" name="rc256"/>
            <p:cNvSpPr/>
            <p:nvPr/>
          </p:nvSpPr>
          <p:spPr>
            <a:xfrm>
              <a:off x="2182536" y="488718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7" name="rc257"/>
            <p:cNvSpPr/>
            <p:nvPr/>
          </p:nvSpPr>
          <p:spPr>
            <a:xfrm>
              <a:off x="2685791" y="488718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8" name="rc258"/>
            <p:cNvSpPr/>
            <p:nvPr/>
          </p:nvSpPr>
          <p:spPr>
            <a:xfrm>
              <a:off x="3189046" y="488718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9" name="rc259"/>
            <p:cNvSpPr/>
            <p:nvPr/>
          </p:nvSpPr>
          <p:spPr>
            <a:xfrm>
              <a:off x="3692300" y="488718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0" name="rc260"/>
            <p:cNvSpPr/>
            <p:nvPr/>
          </p:nvSpPr>
          <p:spPr>
            <a:xfrm>
              <a:off x="4195555" y="488718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1" name="rc261"/>
            <p:cNvSpPr/>
            <p:nvPr/>
          </p:nvSpPr>
          <p:spPr>
            <a:xfrm>
              <a:off x="4698810" y="488718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2" name="rc262"/>
            <p:cNvSpPr/>
            <p:nvPr/>
          </p:nvSpPr>
          <p:spPr>
            <a:xfrm>
              <a:off x="5202065" y="4887180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3" name="rc263"/>
            <p:cNvSpPr/>
            <p:nvPr/>
          </p:nvSpPr>
          <p:spPr>
            <a:xfrm>
              <a:off x="5705319" y="488718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4" name="rc264"/>
            <p:cNvSpPr/>
            <p:nvPr/>
          </p:nvSpPr>
          <p:spPr>
            <a:xfrm>
              <a:off x="6208574" y="488718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5" name="rc265"/>
            <p:cNvSpPr/>
            <p:nvPr/>
          </p:nvSpPr>
          <p:spPr>
            <a:xfrm>
              <a:off x="1679281" y="485201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6" name="rc266"/>
            <p:cNvSpPr/>
            <p:nvPr/>
          </p:nvSpPr>
          <p:spPr>
            <a:xfrm>
              <a:off x="2182536" y="4852014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7" name="rc267"/>
            <p:cNvSpPr/>
            <p:nvPr/>
          </p:nvSpPr>
          <p:spPr>
            <a:xfrm>
              <a:off x="2685791" y="485201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8" name="rc268"/>
            <p:cNvSpPr/>
            <p:nvPr/>
          </p:nvSpPr>
          <p:spPr>
            <a:xfrm>
              <a:off x="3189046" y="485201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9" name="rc269"/>
            <p:cNvSpPr/>
            <p:nvPr/>
          </p:nvSpPr>
          <p:spPr>
            <a:xfrm>
              <a:off x="3692300" y="485201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0" name="rc270"/>
            <p:cNvSpPr/>
            <p:nvPr/>
          </p:nvSpPr>
          <p:spPr>
            <a:xfrm>
              <a:off x="4195555" y="485201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1" name="rc271"/>
            <p:cNvSpPr/>
            <p:nvPr/>
          </p:nvSpPr>
          <p:spPr>
            <a:xfrm>
              <a:off x="4698810" y="485201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2" name="rc272"/>
            <p:cNvSpPr/>
            <p:nvPr/>
          </p:nvSpPr>
          <p:spPr>
            <a:xfrm>
              <a:off x="5202065" y="485201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3" name="rc273"/>
            <p:cNvSpPr/>
            <p:nvPr/>
          </p:nvSpPr>
          <p:spPr>
            <a:xfrm>
              <a:off x="5705319" y="485201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4" name="rc274"/>
            <p:cNvSpPr/>
            <p:nvPr/>
          </p:nvSpPr>
          <p:spPr>
            <a:xfrm>
              <a:off x="6208574" y="485201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5" name="rc275"/>
            <p:cNvSpPr/>
            <p:nvPr/>
          </p:nvSpPr>
          <p:spPr>
            <a:xfrm>
              <a:off x="1679281" y="481684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6" name="rc276"/>
            <p:cNvSpPr/>
            <p:nvPr/>
          </p:nvSpPr>
          <p:spPr>
            <a:xfrm>
              <a:off x="2182536" y="481684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7" name="rc277"/>
            <p:cNvSpPr/>
            <p:nvPr/>
          </p:nvSpPr>
          <p:spPr>
            <a:xfrm>
              <a:off x="2685791" y="481684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8" name="rc278"/>
            <p:cNvSpPr/>
            <p:nvPr/>
          </p:nvSpPr>
          <p:spPr>
            <a:xfrm>
              <a:off x="3189046" y="481684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9" name="rc279"/>
            <p:cNvSpPr/>
            <p:nvPr/>
          </p:nvSpPr>
          <p:spPr>
            <a:xfrm>
              <a:off x="3692300" y="481684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0" name="rc280"/>
            <p:cNvSpPr/>
            <p:nvPr/>
          </p:nvSpPr>
          <p:spPr>
            <a:xfrm>
              <a:off x="4195555" y="481684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1" name="rc281"/>
            <p:cNvSpPr/>
            <p:nvPr/>
          </p:nvSpPr>
          <p:spPr>
            <a:xfrm>
              <a:off x="4698810" y="4816848"/>
              <a:ext cx="503254" cy="35166"/>
            </a:xfrm>
            <a:prstGeom prst="rect">
              <a:avLst/>
            </a:prstGeom>
            <a:solidFill>
              <a:srgbClr val="DAD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2" name="rc282"/>
            <p:cNvSpPr/>
            <p:nvPr/>
          </p:nvSpPr>
          <p:spPr>
            <a:xfrm>
              <a:off x="5202065" y="481684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3" name="rc283"/>
            <p:cNvSpPr/>
            <p:nvPr/>
          </p:nvSpPr>
          <p:spPr>
            <a:xfrm>
              <a:off x="5705319" y="481684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4" name="rc284"/>
            <p:cNvSpPr/>
            <p:nvPr/>
          </p:nvSpPr>
          <p:spPr>
            <a:xfrm>
              <a:off x="6208574" y="481684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5" name="rc285"/>
            <p:cNvSpPr/>
            <p:nvPr/>
          </p:nvSpPr>
          <p:spPr>
            <a:xfrm>
              <a:off x="1679281" y="478168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6" name="rc286"/>
            <p:cNvSpPr/>
            <p:nvPr/>
          </p:nvSpPr>
          <p:spPr>
            <a:xfrm>
              <a:off x="2182536" y="478168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7" name="rc287"/>
            <p:cNvSpPr/>
            <p:nvPr/>
          </p:nvSpPr>
          <p:spPr>
            <a:xfrm>
              <a:off x="2685791" y="478168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8" name="rc288"/>
            <p:cNvSpPr/>
            <p:nvPr/>
          </p:nvSpPr>
          <p:spPr>
            <a:xfrm>
              <a:off x="3189046" y="478168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9" name="rc289"/>
            <p:cNvSpPr/>
            <p:nvPr/>
          </p:nvSpPr>
          <p:spPr>
            <a:xfrm>
              <a:off x="3692300" y="4781682"/>
              <a:ext cx="503254" cy="35166"/>
            </a:xfrm>
            <a:prstGeom prst="rect">
              <a:avLst/>
            </a:prstGeom>
            <a:solidFill>
              <a:srgbClr val="F4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0" name="rc290"/>
            <p:cNvSpPr/>
            <p:nvPr/>
          </p:nvSpPr>
          <p:spPr>
            <a:xfrm>
              <a:off x="4195555" y="4781682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1" name="rc291"/>
            <p:cNvSpPr/>
            <p:nvPr/>
          </p:nvSpPr>
          <p:spPr>
            <a:xfrm>
              <a:off x="4698810" y="478168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2" name="rc292"/>
            <p:cNvSpPr/>
            <p:nvPr/>
          </p:nvSpPr>
          <p:spPr>
            <a:xfrm>
              <a:off x="5202065" y="478168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3" name="rc293"/>
            <p:cNvSpPr/>
            <p:nvPr/>
          </p:nvSpPr>
          <p:spPr>
            <a:xfrm>
              <a:off x="5705319" y="4781682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4" name="rc294"/>
            <p:cNvSpPr/>
            <p:nvPr/>
          </p:nvSpPr>
          <p:spPr>
            <a:xfrm>
              <a:off x="6208574" y="478168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5" name="rc295"/>
            <p:cNvSpPr/>
            <p:nvPr/>
          </p:nvSpPr>
          <p:spPr>
            <a:xfrm>
              <a:off x="1679281" y="474651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6" name="rc296"/>
            <p:cNvSpPr/>
            <p:nvPr/>
          </p:nvSpPr>
          <p:spPr>
            <a:xfrm>
              <a:off x="2182536" y="474651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7" name="rc297"/>
            <p:cNvSpPr/>
            <p:nvPr/>
          </p:nvSpPr>
          <p:spPr>
            <a:xfrm>
              <a:off x="2685791" y="474651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8" name="rc298"/>
            <p:cNvSpPr/>
            <p:nvPr/>
          </p:nvSpPr>
          <p:spPr>
            <a:xfrm>
              <a:off x="3189046" y="474651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9" name="rc299"/>
            <p:cNvSpPr/>
            <p:nvPr/>
          </p:nvSpPr>
          <p:spPr>
            <a:xfrm>
              <a:off x="3692300" y="474651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0" name="rc300"/>
            <p:cNvSpPr/>
            <p:nvPr/>
          </p:nvSpPr>
          <p:spPr>
            <a:xfrm>
              <a:off x="4195555" y="474651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1" name="rc301"/>
            <p:cNvSpPr/>
            <p:nvPr/>
          </p:nvSpPr>
          <p:spPr>
            <a:xfrm>
              <a:off x="4698810" y="4746516"/>
              <a:ext cx="503254" cy="35166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2" name="rc302"/>
            <p:cNvSpPr/>
            <p:nvPr/>
          </p:nvSpPr>
          <p:spPr>
            <a:xfrm>
              <a:off x="5202065" y="474651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3" name="rc303"/>
            <p:cNvSpPr/>
            <p:nvPr/>
          </p:nvSpPr>
          <p:spPr>
            <a:xfrm>
              <a:off x="5705319" y="474651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4" name="rc304"/>
            <p:cNvSpPr/>
            <p:nvPr/>
          </p:nvSpPr>
          <p:spPr>
            <a:xfrm>
              <a:off x="6208574" y="474651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5" name="rc305"/>
            <p:cNvSpPr/>
            <p:nvPr/>
          </p:nvSpPr>
          <p:spPr>
            <a:xfrm>
              <a:off x="1679281" y="471135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6" name="rc306"/>
            <p:cNvSpPr/>
            <p:nvPr/>
          </p:nvSpPr>
          <p:spPr>
            <a:xfrm>
              <a:off x="2182536" y="471135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7" name="rc307"/>
            <p:cNvSpPr/>
            <p:nvPr/>
          </p:nvSpPr>
          <p:spPr>
            <a:xfrm>
              <a:off x="2685791" y="471135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8" name="rc308"/>
            <p:cNvSpPr/>
            <p:nvPr/>
          </p:nvSpPr>
          <p:spPr>
            <a:xfrm>
              <a:off x="3189046" y="471135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9" name="rc309"/>
            <p:cNvSpPr/>
            <p:nvPr/>
          </p:nvSpPr>
          <p:spPr>
            <a:xfrm>
              <a:off x="3692300" y="471135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0" name="rc310"/>
            <p:cNvSpPr/>
            <p:nvPr/>
          </p:nvSpPr>
          <p:spPr>
            <a:xfrm>
              <a:off x="4195555" y="471135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1" name="rc311"/>
            <p:cNvSpPr/>
            <p:nvPr/>
          </p:nvSpPr>
          <p:spPr>
            <a:xfrm>
              <a:off x="4698810" y="471135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2" name="rc312"/>
            <p:cNvSpPr/>
            <p:nvPr/>
          </p:nvSpPr>
          <p:spPr>
            <a:xfrm>
              <a:off x="5202065" y="4711350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3" name="rc313"/>
            <p:cNvSpPr/>
            <p:nvPr/>
          </p:nvSpPr>
          <p:spPr>
            <a:xfrm>
              <a:off x="5705319" y="471135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4" name="rc314"/>
            <p:cNvSpPr/>
            <p:nvPr/>
          </p:nvSpPr>
          <p:spPr>
            <a:xfrm>
              <a:off x="6208574" y="471135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5" name="rc315"/>
            <p:cNvSpPr/>
            <p:nvPr/>
          </p:nvSpPr>
          <p:spPr>
            <a:xfrm>
              <a:off x="1679281" y="467618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6" name="rc316"/>
            <p:cNvSpPr/>
            <p:nvPr/>
          </p:nvSpPr>
          <p:spPr>
            <a:xfrm>
              <a:off x="2182536" y="467618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7" name="rc317"/>
            <p:cNvSpPr/>
            <p:nvPr/>
          </p:nvSpPr>
          <p:spPr>
            <a:xfrm>
              <a:off x="2685791" y="467618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8" name="rc318"/>
            <p:cNvSpPr/>
            <p:nvPr/>
          </p:nvSpPr>
          <p:spPr>
            <a:xfrm>
              <a:off x="3189046" y="467618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9" name="rc319"/>
            <p:cNvSpPr/>
            <p:nvPr/>
          </p:nvSpPr>
          <p:spPr>
            <a:xfrm>
              <a:off x="3692300" y="467618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0" name="rc320"/>
            <p:cNvSpPr/>
            <p:nvPr/>
          </p:nvSpPr>
          <p:spPr>
            <a:xfrm>
              <a:off x="4195555" y="467618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" name="rc321"/>
            <p:cNvSpPr/>
            <p:nvPr/>
          </p:nvSpPr>
          <p:spPr>
            <a:xfrm>
              <a:off x="4698810" y="467618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" name="rc322"/>
            <p:cNvSpPr/>
            <p:nvPr/>
          </p:nvSpPr>
          <p:spPr>
            <a:xfrm>
              <a:off x="5202065" y="4676184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3" name="rc323"/>
            <p:cNvSpPr/>
            <p:nvPr/>
          </p:nvSpPr>
          <p:spPr>
            <a:xfrm>
              <a:off x="5705319" y="4676184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4" name="rc324"/>
            <p:cNvSpPr/>
            <p:nvPr/>
          </p:nvSpPr>
          <p:spPr>
            <a:xfrm>
              <a:off x="6208574" y="467618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5" name="rc325"/>
            <p:cNvSpPr/>
            <p:nvPr/>
          </p:nvSpPr>
          <p:spPr>
            <a:xfrm>
              <a:off x="1679281" y="464101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6" name="rc326"/>
            <p:cNvSpPr/>
            <p:nvPr/>
          </p:nvSpPr>
          <p:spPr>
            <a:xfrm>
              <a:off x="2182536" y="464101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7" name="rc327"/>
            <p:cNvSpPr/>
            <p:nvPr/>
          </p:nvSpPr>
          <p:spPr>
            <a:xfrm>
              <a:off x="2685791" y="464101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8" name="rc328"/>
            <p:cNvSpPr/>
            <p:nvPr/>
          </p:nvSpPr>
          <p:spPr>
            <a:xfrm>
              <a:off x="3189046" y="464101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9" name="rc329"/>
            <p:cNvSpPr/>
            <p:nvPr/>
          </p:nvSpPr>
          <p:spPr>
            <a:xfrm>
              <a:off x="3692300" y="464101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0" name="rc330"/>
            <p:cNvSpPr/>
            <p:nvPr/>
          </p:nvSpPr>
          <p:spPr>
            <a:xfrm>
              <a:off x="4195555" y="464101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1" name="rc331"/>
            <p:cNvSpPr/>
            <p:nvPr/>
          </p:nvSpPr>
          <p:spPr>
            <a:xfrm>
              <a:off x="4698810" y="464101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2" name="rc332"/>
            <p:cNvSpPr/>
            <p:nvPr/>
          </p:nvSpPr>
          <p:spPr>
            <a:xfrm>
              <a:off x="5202065" y="464101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3" name="rc333"/>
            <p:cNvSpPr/>
            <p:nvPr/>
          </p:nvSpPr>
          <p:spPr>
            <a:xfrm>
              <a:off x="5705319" y="4641018"/>
              <a:ext cx="503254" cy="35166"/>
            </a:xfrm>
            <a:prstGeom prst="rect">
              <a:avLst/>
            </a:prstGeom>
            <a:solidFill>
              <a:srgbClr val="E2E5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4" name="rc334"/>
            <p:cNvSpPr/>
            <p:nvPr/>
          </p:nvSpPr>
          <p:spPr>
            <a:xfrm>
              <a:off x="6208574" y="464101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5" name="rc335"/>
            <p:cNvSpPr/>
            <p:nvPr/>
          </p:nvSpPr>
          <p:spPr>
            <a:xfrm>
              <a:off x="1679281" y="460585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6" name="rc336"/>
            <p:cNvSpPr/>
            <p:nvPr/>
          </p:nvSpPr>
          <p:spPr>
            <a:xfrm>
              <a:off x="2182536" y="460585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7" name="rc337"/>
            <p:cNvSpPr/>
            <p:nvPr/>
          </p:nvSpPr>
          <p:spPr>
            <a:xfrm>
              <a:off x="2685791" y="460585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8" name="rc338"/>
            <p:cNvSpPr/>
            <p:nvPr/>
          </p:nvSpPr>
          <p:spPr>
            <a:xfrm>
              <a:off x="3189046" y="4605852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9" name="rc339"/>
            <p:cNvSpPr/>
            <p:nvPr/>
          </p:nvSpPr>
          <p:spPr>
            <a:xfrm>
              <a:off x="3692300" y="460585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0" name="rc340"/>
            <p:cNvSpPr/>
            <p:nvPr/>
          </p:nvSpPr>
          <p:spPr>
            <a:xfrm>
              <a:off x="4195555" y="460585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1" name="rc341"/>
            <p:cNvSpPr/>
            <p:nvPr/>
          </p:nvSpPr>
          <p:spPr>
            <a:xfrm>
              <a:off x="4698810" y="460585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2" name="rc342"/>
            <p:cNvSpPr/>
            <p:nvPr/>
          </p:nvSpPr>
          <p:spPr>
            <a:xfrm>
              <a:off x="5202065" y="460585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3" name="rc343"/>
            <p:cNvSpPr/>
            <p:nvPr/>
          </p:nvSpPr>
          <p:spPr>
            <a:xfrm>
              <a:off x="5705319" y="460585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4" name="rc344"/>
            <p:cNvSpPr/>
            <p:nvPr/>
          </p:nvSpPr>
          <p:spPr>
            <a:xfrm>
              <a:off x="6208574" y="460585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5" name="rc345"/>
            <p:cNvSpPr/>
            <p:nvPr/>
          </p:nvSpPr>
          <p:spPr>
            <a:xfrm>
              <a:off x="1679281" y="457068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6" name="rc346"/>
            <p:cNvSpPr/>
            <p:nvPr/>
          </p:nvSpPr>
          <p:spPr>
            <a:xfrm>
              <a:off x="2182536" y="457068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7" name="rc347"/>
            <p:cNvSpPr/>
            <p:nvPr/>
          </p:nvSpPr>
          <p:spPr>
            <a:xfrm>
              <a:off x="2685791" y="4570686"/>
              <a:ext cx="503254" cy="35166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8" name="rc348"/>
            <p:cNvSpPr/>
            <p:nvPr/>
          </p:nvSpPr>
          <p:spPr>
            <a:xfrm>
              <a:off x="3189046" y="457068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9" name="rc349"/>
            <p:cNvSpPr/>
            <p:nvPr/>
          </p:nvSpPr>
          <p:spPr>
            <a:xfrm>
              <a:off x="3692300" y="457068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0" name="rc350"/>
            <p:cNvSpPr/>
            <p:nvPr/>
          </p:nvSpPr>
          <p:spPr>
            <a:xfrm>
              <a:off x="4195555" y="457068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1" name="rc351"/>
            <p:cNvSpPr/>
            <p:nvPr/>
          </p:nvSpPr>
          <p:spPr>
            <a:xfrm>
              <a:off x="4698810" y="457068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2" name="rc352"/>
            <p:cNvSpPr/>
            <p:nvPr/>
          </p:nvSpPr>
          <p:spPr>
            <a:xfrm>
              <a:off x="5202065" y="457068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3" name="rc353"/>
            <p:cNvSpPr/>
            <p:nvPr/>
          </p:nvSpPr>
          <p:spPr>
            <a:xfrm>
              <a:off x="5705319" y="457068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4" name="rc354"/>
            <p:cNvSpPr/>
            <p:nvPr/>
          </p:nvSpPr>
          <p:spPr>
            <a:xfrm>
              <a:off x="6208574" y="457068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5" name="rc355"/>
            <p:cNvSpPr/>
            <p:nvPr/>
          </p:nvSpPr>
          <p:spPr>
            <a:xfrm>
              <a:off x="1679281" y="45355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6" name="rc356"/>
            <p:cNvSpPr/>
            <p:nvPr/>
          </p:nvSpPr>
          <p:spPr>
            <a:xfrm>
              <a:off x="2182536" y="45355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7" name="rc357"/>
            <p:cNvSpPr/>
            <p:nvPr/>
          </p:nvSpPr>
          <p:spPr>
            <a:xfrm>
              <a:off x="2685791" y="45355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8" name="rc358"/>
            <p:cNvSpPr/>
            <p:nvPr/>
          </p:nvSpPr>
          <p:spPr>
            <a:xfrm>
              <a:off x="3189046" y="45355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9" name="rc359"/>
            <p:cNvSpPr/>
            <p:nvPr/>
          </p:nvSpPr>
          <p:spPr>
            <a:xfrm>
              <a:off x="3692300" y="45355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0" name="rc360"/>
            <p:cNvSpPr/>
            <p:nvPr/>
          </p:nvSpPr>
          <p:spPr>
            <a:xfrm>
              <a:off x="4195555" y="45355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1" name="rc361"/>
            <p:cNvSpPr/>
            <p:nvPr/>
          </p:nvSpPr>
          <p:spPr>
            <a:xfrm>
              <a:off x="4698810" y="45355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2" name="rc362"/>
            <p:cNvSpPr/>
            <p:nvPr/>
          </p:nvSpPr>
          <p:spPr>
            <a:xfrm>
              <a:off x="5202065" y="4535520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3" name="rc363"/>
            <p:cNvSpPr/>
            <p:nvPr/>
          </p:nvSpPr>
          <p:spPr>
            <a:xfrm>
              <a:off x="5705319" y="45355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4" name="rc364"/>
            <p:cNvSpPr/>
            <p:nvPr/>
          </p:nvSpPr>
          <p:spPr>
            <a:xfrm>
              <a:off x="6208574" y="45355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5" name="rc365"/>
            <p:cNvSpPr/>
            <p:nvPr/>
          </p:nvSpPr>
          <p:spPr>
            <a:xfrm>
              <a:off x="1679281" y="45003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6" name="rc366"/>
            <p:cNvSpPr/>
            <p:nvPr/>
          </p:nvSpPr>
          <p:spPr>
            <a:xfrm>
              <a:off x="2182536" y="45003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7" name="rc367"/>
            <p:cNvSpPr/>
            <p:nvPr/>
          </p:nvSpPr>
          <p:spPr>
            <a:xfrm>
              <a:off x="2685791" y="45003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8" name="rc368"/>
            <p:cNvSpPr/>
            <p:nvPr/>
          </p:nvSpPr>
          <p:spPr>
            <a:xfrm>
              <a:off x="3189046" y="45003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9" name="rc369"/>
            <p:cNvSpPr/>
            <p:nvPr/>
          </p:nvSpPr>
          <p:spPr>
            <a:xfrm>
              <a:off x="3692300" y="4500354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0" name="rc370"/>
            <p:cNvSpPr/>
            <p:nvPr/>
          </p:nvSpPr>
          <p:spPr>
            <a:xfrm>
              <a:off x="4195555" y="45003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1" name="rc371"/>
            <p:cNvSpPr/>
            <p:nvPr/>
          </p:nvSpPr>
          <p:spPr>
            <a:xfrm>
              <a:off x="4698810" y="45003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2" name="rc372"/>
            <p:cNvSpPr/>
            <p:nvPr/>
          </p:nvSpPr>
          <p:spPr>
            <a:xfrm>
              <a:off x="5202065" y="45003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3" name="rc373"/>
            <p:cNvSpPr/>
            <p:nvPr/>
          </p:nvSpPr>
          <p:spPr>
            <a:xfrm>
              <a:off x="5705319" y="45003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4" name="rc374"/>
            <p:cNvSpPr/>
            <p:nvPr/>
          </p:nvSpPr>
          <p:spPr>
            <a:xfrm>
              <a:off x="6208574" y="45003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5" name="rc375"/>
            <p:cNvSpPr/>
            <p:nvPr/>
          </p:nvSpPr>
          <p:spPr>
            <a:xfrm>
              <a:off x="1679281" y="44651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6" name="rc376"/>
            <p:cNvSpPr/>
            <p:nvPr/>
          </p:nvSpPr>
          <p:spPr>
            <a:xfrm>
              <a:off x="2182536" y="44651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7" name="rc377"/>
            <p:cNvSpPr/>
            <p:nvPr/>
          </p:nvSpPr>
          <p:spPr>
            <a:xfrm>
              <a:off x="2685791" y="44651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8" name="rc378"/>
            <p:cNvSpPr/>
            <p:nvPr/>
          </p:nvSpPr>
          <p:spPr>
            <a:xfrm>
              <a:off x="3189046" y="4465188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9" name="rc379"/>
            <p:cNvSpPr/>
            <p:nvPr/>
          </p:nvSpPr>
          <p:spPr>
            <a:xfrm>
              <a:off x="3692300" y="4465188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0" name="rc380"/>
            <p:cNvSpPr/>
            <p:nvPr/>
          </p:nvSpPr>
          <p:spPr>
            <a:xfrm>
              <a:off x="4195555" y="44651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1" name="rc381"/>
            <p:cNvSpPr/>
            <p:nvPr/>
          </p:nvSpPr>
          <p:spPr>
            <a:xfrm>
              <a:off x="4698810" y="44651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2" name="rc382"/>
            <p:cNvSpPr/>
            <p:nvPr/>
          </p:nvSpPr>
          <p:spPr>
            <a:xfrm>
              <a:off x="5202065" y="44651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3" name="rc383"/>
            <p:cNvSpPr/>
            <p:nvPr/>
          </p:nvSpPr>
          <p:spPr>
            <a:xfrm>
              <a:off x="5705319" y="44651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4" name="rc384"/>
            <p:cNvSpPr/>
            <p:nvPr/>
          </p:nvSpPr>
          <p:spPr>
            <a:xfrm>
              <a:off x="6208574" y="44651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5" name="rc385"/>
            <p:cNvSpPr/>
            <p:nvPr/>
          </p:nvSpPr>
          <p:spPr>
            <a:xfrm>
              <a:off x="1679281" y="44300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6" name="rc386"/>
            <p:cNvSpPr/>
            <p:nvPr/>
          </p:nvSpPr>
          <p:spPr>
            <a:xfrm>
              <a:off x="2182536" y="44300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7" name="rc387"/>
            <p:cNvSpPr/>
            <p:nvPr/>
          </p:nvSpPr>
          <p:spPr>
            <a:xfrm>
              <a:off x="2685791" y="44300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8" name="rc388"/>
            <p:cNvSpPr/>
            <p:nvPr/>
          </p:nvSpPr>
          <p:spPr>
            <a:xfrm>
              <a:off x="3189046" y="44300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9" name="rc389"/>
            <p:cNvSpPr/>
            <p:nvPr/>
          </p:nvSpPr>
          <p:spPr>
            <a:xfrm>
              <a:off x="3692300" y="44300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0" name="rc390"/>
            <p:cNvSpPr/>
            <p:nvPr/>
          </p:nvSpPr>
          <p:spPr>
            <a:xfrm>
              <a:off x="4195555" y="44300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1" name="rc391"/>
            <p:cNvSpPr/>
            <p:nvPr/>
          </p:nvSpPr>
          <p:spPr>
            <a:xfrm>
              <a:off x="4698810" y="44300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2" name="rc392"/>
            <p:cNvSpPr/>
            <p:nvPr/>
          </p:nvSpPr>
          <p:spPr>
            <a:xfrm>
              <a:off x="5202065" y="4430022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3" name="rc393"/>
            <p:cNvSpPr/>
            <p:nvPr/>
          </p:nvSpPr>
          <p:spPr>
            <a:xfrm>
              <a:off x="5705319" y="44300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4" name="rc394"/>
            <p:cNvSpPr/>
            <p:nvPr/>
          </p:nvSpPr>
          <p:spPr>
            <a:xfrm>
              <a:off x="6208574" y="44300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5" name="rc395"/>
            <p:cNvSpPr/>
            <p:nvPr/>
          </p:nvSpPr>
          <p:spPr>
            <a:xfrm>
              <a:off x="1679281" y="43948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6" name="rc396"/>
            <p:cNvSpPr/>
            <p:nvPr/>
          </p:nvSpPr>
          <p:spPr>
            <a:xfrm>
              <a:off x="2182536" y="43948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7" name="rc397"/>
            <p:cNvSpPr/>
            <p:nvPr/>
          </p:nvSpPr>
          <p:spPr>
            <a:xfrm>
              <a:off x="2685791" y="43948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8" name="rc398"/>
            <p:cNvSpPr/>
            <p:nvPr/>
          </p:nvSpPr>
          <p:spPr>
            <a:xfrm>
              <a:off x="3189046" y="43948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9" name="rc399"/>
            <p:cNvSpPr/>
            <p:nvPr/>
          </p:nvSpPr>
          <p:spPr>
            <a:xfrm>
              <a:off x="3692300" y="43948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0" name="rc400"/>
            <p:cNvSpPr/>
            <p:nvPr/>
          </p:nvSpPr>
          <p:spPr>
            <a:xfrm>
              <a:off x="4195555" y="4394856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1" name="rc401"/>
            <p:cNvSpPr/>
            <p:nvPr/>
          </p:nvSpPr>
          <p:spPr>
            <a:xfrm>
              <a:off x="4698810" y="43948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2" name="rc402"/>
            <p:cNvSpPr/>
            <p:nvPr/>
          </p:nvSpPr>
          <p:spPr>
            <a:xfrm>
              <a:off x="5202065" y="43948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3" name="rc403"/>
            <p:cNvSpPr/>
            <p:nvPr/>
          </p:nvSpPr>
          <p:spPr>
            <a:xfrm>
              <a:off x="5705319" y="43948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4" name="rc404"/>
            <p:cNvSpPr/>
            <p:nvPr/>
          </p:nvSpPr>
          <p:spPr>
            <a:xfrm>
              <a:off x="6208574" y="43948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5" name="rc405"/>
            <p:cNvSpPr/>
            <p:nvPr/>
          </p:nvSpPr>
          <p:spPr>
            <a:xfrm>
              <a:off x="1679281" y="43596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6" name="rc406"/>
            <p:cNvSpPr/>
            <p:nvPr/>
          </p:nvSpPr>
          <p:spPr>
            <a:xfrm>
              <a:off x="2182536" y="43596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7" name="rc407"/>
            <p:cNvSpPr/>
            <p:nvPr/>
          </p:nvSpPr>
          <p:spPr>
            <a:xfrm>
              <a:off x="2685791" y="43596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8" name="rc408"/>
            <p:cNvSpPr/>
            <p:nvPr/>
          </p:nvSpPr>
          <p:spPr>
            <a:xfrm>
              <a:off x="3189046" y="4359690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9" name="rc409"/>
            <p:cNvSpPr/>
            <p:nvPr/>
          </p:nvSpPr>
          <p:spPr>
            <a:xfrm>
              <a:off x="3692300" y="43596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0" name="rc410"/>
            <p:cNvSpPr/>
            <p:nvPr/>
          </p:nvSpPr>
          <p:spPr>
            <a:xfrm>
              <a:off x="4195555" y="43596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1" name="rc411"/>
            <p:cNvSpPr/>
            <p:nvPr/>
          </p:nvSpPr>
          <p:spPr>
            <a:xfrm>
              <a:off x="4698810" y="43596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2" name="rc412"/>
            <p:cNvSpPr/>
            <p:nvPr/>
          </p:nvSpPr>
          <p:spPr>
            <a:xfrm>
              <a:off x="5202065" y="43596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3" name="rc413"/>
            <p:cNvSpPr/>
            <p:nvPr/>
          </p:nvSpPr>
          <p:spPr>
            <a:xfrm>
              <a:off x="5705319" y="43596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4" name="rc414"/>
            <p:cNvSpPr/>
            <p:nvPr/>
          </p:nvSpPr>
          <p:spPr>
            <a:xfrm>
              <a:off x="6208574" y="43596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5" name="rc415"/>
            <p:cNvSpPr/>
            <p:nvPr/>
          </p:nvSpPr>
          <p:spPr>
            <a:xfrm>
              <a:off x="1679281" y="43245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6" name="rc416"/>
            <p:cNvSpPr/>
            <p:nvPr/>
          </p:nvSpPr>
          <p:spPr>
            <a:xfrm>
              <a:off x="2182536" y="43245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7" name="rc417"/>
            <p:cNvSpPr/>
            <p:nvPr/>
          </p:nvSpPr>
          <p:spPr>
            <a:xfrm>
              <a:off x="2685791" y="43245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8" name="rc418"/>
            <p:cNvSpPr/>
            <p:nvPr/>
          </p:nvSpPr>
          <p:spPr>
            <a:xfrm>
              <a:off x="3189046" y="43245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9" name="rc419"/>
            <p:cNvSpPr/>
            <p:nvPr/>
          </p:nvSpPr>
          <p:spPr>
            <a:xfrm>
              <a:off x="3692300" y="4324524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0" name="rc420"/>
            <p:cNvSpPr/>
            <p:nvPr/>
          </p:nvSpPr>
          <p:spPr>
            <a:xfrm>
              <a:off x="4195555" y="43245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1" name="rc421"/>
            <p:cNvSpPr/>
            <p:nvPr/>
          </p:nvSpPr>
          <p:spPr>
            <a:xfrm>
              <a:off x="4698810" y="43245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2" name="rc422"/>
            <p:cNvSpPr/>
            <p:nvPr/>
          </p:nvSpPr>
          <p:spPr>
            <a:xfrm>
              <a:off x="5202065" y="43245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3" name="rc423"/>
            <p:cNvSpPr/>
            <p:nvPr/>
          </p:nvSpPr>
          <p:spPr>
            <a:xfrm>
              <a:off x="5705319" y="43245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4" name="rc424"/>
            <p:cNvSpPr/>
            <p:nvPr/>
          </p:nvSpPr>
          <p:spPr>
            <a:xfrm>
              <a:off x="6208574" y="43245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5" name="rc425"/>
            <p:cNvSpPr/>
            <p:nvPr/>
          </p:nvSpPr>
          <p:spPr>
            <a:xfrm>
              <a:off x="1679281" y="428935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6" name="rc426"/>
            <p:cNvSpPr/>
            <p:nvPr/>
          </p:nvSpPr>
          <p:spPr>
            <a:xfrm>
              <a:off x="2182536" y="428935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7" name="rc427"/>
            <p:cNvSpPr/>
            <p:nvPr/>
          </p:nvSpPr>
          <p:spPr>
            <a:xfrm>
              <a:off x="2685791" y="428935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8" name="rc428"/>
            <p:cNvSpPr/>
            <p:nvPr/>
          </p:nvSpPr>
          <p:spPr>
            <a:xfrm>
              <a:off x="3189046" y="428935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9" name="rc429"/>
            <p:cNvSpPr/>
            <p:nvPr/>
          </p:nvSpPr>
          <p:spPr>
            <a:xfrm>
              <a:off x="3692300" y="428935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0" name="rc430"/>
            <p:cNvSpPr/>
            <p:nvPr/>
          </p:nvSpPr>
          <p:spPr>
            <a:xfrm>
              <a:off x="4195555" y="4289358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1" name="rc431"/>
            <p:cNvSpPr/>
            <p:nvPr/>
          </p:nvSpPr>
          <p:spPr>
            <a:xfrm>
              <a:off x="4698810" y="428935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2" name="rc432"/>
            <p:cNvSpPr/>
            <p:nvPr/>
          </p:nvSpPr>
          <p:spPr>
            <a:xfrm>
              <a:off x="5202065" y="428935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3" name="rc433"/>
            <p:cNvSpPr/>
            <p:nvPr/>
          </p:nvSpPr>
          <p:spPr>
            <a:xfrm>
              <a:off x="5705319" y="428935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4" name="rc434"/>
            <p:cNvSpPr/>
            <p:nvPr/>
          </p:nvSpPr>
          <p:spPr>
            <a:xfrm>
              <a:off x="6208574" y="428935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5" name="rc435"/>
            <p:cNvSpPr/>
            <p:nvPr/>
          </p:nvSpPr>
          <p:spPr>
            <a:xfrm>
              <a:off x="1679281" y="42541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6" name="rc436"/>
            <p:cNvSpPr/>
            <p:nvPr/>
          </p:nvSpPr>
          <p:spPr>
            <a:xfrm>
              <a:off x="2182536" y="42541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7" name="rc437"/>
            <p:cNvSpPr/>
            <p:nvPr/>
          </p:nvSpPr>
          <p:spPr>
            <a:xfrm>
              <a:off x="2685791" y="42541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8" name="rc438"/>
            <p:cNvSpPr/>
            <p:nvPr/>
          </p:nvSpPr>
          <p:spPr>
            <a:xfrm>
              <a:off x="3189046" y="42541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9" name="rc439"/>
            <p:cNvSpPr/>
            <p:nvPr/>
          </p:nvSpPr>
          <p:spPr>
            <a:xfrm>
              <a:off x="3692300" y="42541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0" name="rc440"/>
            <p:cNvSpPr/>
            <p:nvPr/>
          </p:nvSpPr>
          <p:spPr>
            <a:xfrm>
              <a:off x="4195555" y="4254192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1" name="rc441"/>
            <p:cNvSpPr/>
            <p:nvPr/>
          </p:nvSpPr>
          <p:spPr>
            <a:xfrm>
              <a:off x="4698810" y="42541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2" name="rc442"/>
            <p:cNvSpPr/>
            <p:nvPr/>
          </p:nvSpPr>
          <p:spPr>
            <a:xfrm>
              <a:off x="5202065" y="42541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3" name="rc443"/>
            <p:cNvSpPr/>
            <p:nvPr/>
          </p:nvSpPr>
          <p:spPr>
            <a:xfrm>
              <a:off x="5705319" y="42541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4" name="rc444"/>
            <p:cNvSpPr/>
            <p:nvPr/>
          </p:nvSpPr>
          <p:spPr>
            <a:xfrm>
              <a:off x="6208574" y="42541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5" name="rc445"/>
            <p:cNvSpPr/>
            <p:nvPr/>
          </p:nvSpPr>
          <p:spPr>
            <a:xfrm>
              <a:off x="1679281" y="42190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6" name="rc446"/>
            <p:cNvSpPr/>
            <p:nvPr/>
          </p:nvSpPr>
          <p:spPr>
            <a:xfrm>
              <a:off x="2182536" y="42190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7" name="rc447"/>
            <p:cNvSpPr/>
            <p:nvPr/>
          </p:nvSpPr>
          <p:spPr>
            <a:xfrm>
              <a:off x="2685791" y="42190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8" name="rc448"/>
            <p:cNvSpPr/>
            <p:nvPr/>
          </p:nvSpPr>
          <p:spPr>
            <a:xfrm>
              <a:off x="3189046" y="42190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9" name="rc449"/>
            <p:cNvSpPr/>
            <p:nvPr/>
          </p:nvSpPr>
          <p:spPr>
            <a:xfrm>
              <a:off x="3692300" y="42190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0" name="rc450"/>
            <p:cNvSpPr/>
            <p:nvPr/>
          </p:nvSpPr>
          <p:spPr>
            <a:xfrm>
              <a:off x="4195555" y="42190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1" name="rc451"/>
            <p:cNvSpPr/>
            <p:nvPr/>
          </p:nvSpPr>
          <p:spPr>
            <a:xfrm>
              <a:off x="4698810" y="4219026"/>
              <a:ext cx="503254" cy="35166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2" name="rc452"/>
            <p:cNvSpPr/>
            <p:nvPr/>
          </p:nvSpPr>
          <p:spPr>
            <a:xfrm>
              <a:off x="5202065" y="42190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3" name="rc453"/>
            <p:cNvSpPr/>
            <p:nvPr/>
          </p:nvSpPr>
          <p:spPr>
            <a:xfrm>
              <a:off x="5705319" y="42190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4" name="rc454"/>
            <p:cNvSpPr/>
            <p:nvPr/>
          </p:nvSpPr>
          <p:spPr>
            <a:xfrm>
              <a:off x="6208574" y="42190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5" name="rc455"/>
            <p:cNvSpPr/>
            <p:nvPr/>
          </p:nvSpPr>
          <p:spPr>
            <a:xfrm>
              <a:off x="1679281" y="41838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6" name="rc456"/>
            <p:cNvSpPr/>
            <p:nvPr/>
          </p:nvSpPr>
          <p:spPr>
            <a:xfrm>
              <a:off x="2182536" y="41838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7" name="rc457"/>
            <p:cNvSpPr/>
            <p:nvPr/>
          </p:nvSpPr>
          <p:spPr>
            <a:xfrm>
              <a:off x="2685791" y="41838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8" name="rc458"/>
            <p:cNvSpPr/>
            <p:nvPr/>
          </p:nvSpPr>
          <p:spPr>
            <a:xfrm>
              <a:off x="3189046" y="41838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9" name="rc459"/>
            <p:cNvSpPr/>
            <p:nvPr/>
          </p:nvSpPr>
          <p:spPr>
            <a:xfrm>
              <a:off x="3692300" y="41838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0" name="rc460"/>
            <p:cNvSpPr/>
            <p:nvPr/>
          </p:nvSpPr>
          <p:spPr>
            <a:xfrm>
              <a:off x="4195555" y="4183860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1" name="rc461"/>
            <p:cNvSpPr/>
            <p:nvPr/>
          </p:nvSpPr>
          <p:spPr>
            <a:xfrm>
              <a:off x="4698810" y="41838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2" name="rc462"/>
            <p:cNvSpPr/>
            <p:nvPr/>
          </p:nvSpPr>
          <p:spPr>
            <a:xfrm>
              <a:off x="5202065" y="41838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3" name="rc463"/>
            <p:cNvSpPr/>
            <p:nvPr/>
          </p:nvSpPr>
          <p:spPr>
            <a:xfrm>
              <a:off x="5705319" y="41838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4" name="rc464"/>
            <p:cNvSpPr/>
            <p:nvPr/>
          </p:nvSpPr>
          <p:spPr>
            <a:xfrm>
              <a:off x="6208574" y="41838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5" name="rc465"/>
            <p:cNvSpPr/>
            <p:nvPr/>
          </p:nvSpPr>
          <p:spPr>
            <a:xfrm>
              <a:off x="1679281" y="41486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6" name="rc466"/>
            <p:cNvSpPr/>
            <p:nvPr/>
          </p:nvSpPr>
          <p:spPr>
            <a:xfrm>
              <a:off x="2182536" y="41486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7" name="rc467"/>
            <p:cNvSpPr/>
            <p:nvPr/>
          </p:nvSpPr>
          <p:spPr>
            <a:xfrm>
              <a:off x="2685791" y="41486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8" name="rc468"/>
            <p:cNvSpPr/>
            <p:nvPr/>
          </p:nvSpPr>
          <p:spPr>
            <a:xfrm>
              <a:off x="3189046" y="41486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9" name="rc469"/>
            <p:cNvSpPr/>
            <p:nvPr/>
          </p:nvSpPr>
          <p:spPr>
            <a:xfrm>
              <a:off x="3692300" y="41486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0" name="rc470"/>
            <p:cNvSpPr/>
            <p:nvPr/>
          </p:nvSpPr>
          <p:spPr>
            <a:xfrm>
              <a:off x="4195555" y="4148694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1" name="rc471"/>
            <p:cNvSpPr/>
            <p:nvPr/>
          </p:nvSpPr>
          <p:spPr>
            <a:xfrm>
              <a:off x="4698810" y="41486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2" name="rc472"/>
            <p:cNvSpPr/>
            <p:nvPr/>
          </p:nvSpPr>
          <p:spPr>
            <a:xfrm>
              <a:off x="5202065" y="41486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3" name="rc473"/>
            <p:cNvSpPr/>
            <p:nvPr/>
          </p:nvSpPr>
          <p:spPr>
            <a:xfrm>
              <a:off x="5705319" y="41486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4" name="rc474"/>
            <p:cNvSpPr/>
            <p:nvPr/>
          </p:nvSpPr>
          <p:spPr>
            <a:xfrm>
              <a:off x="6208574" y="41486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5" name="rc475"/>
            <p:cNvSpPr/>
            <p:nvPr/>
          </p:nvSpPr>
          <p:spPr>
            <a:xfrm>
              <a:off x="1679281" y="41135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6" name="rc476"/>
            <p:cNvSpPr/>
            <p:nvPr/>
          </p:nvSpPr>
          <p:spPr>
            <a:xfrm>
              <a:off x="2182536" y="41135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7" name="rc477"/>
            <p:cNvSpPr/>
            <p:nvPr/>
          </p:nvSpPr>
          <p:spPr>
            <a:xfrm>
              <a:off x="2685791" y="41135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8" name="rc478"/>
            <p:cNvSpPr/>
            <p:nvPr/>
          </p:nvSpPr>
          <p:spPr>
            <a:xfrm>
              <a:off x="3189046" y="41135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9" name="rc479"/>
            <p:cNvSpPr/>
            <p:nvPr/>
          </p:nvSpPr>
          <p:spPr>
            <a:xfrm>
              <a:off x="3692300" y="41135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0" name="rc480"/>
            <p:cNvSpPr/>
            <p:nvPr/>
          </p:nvSpPr>
          <p:spPr>
            <a:xfrm>
              <a:off x="4195555" y="4113528"/>
              <a:ext cx="503254" cy="35166"/>
            </a:xfrm>
            <a:prstGeom prst="rect">
              <a:avLst/>
            </a:prstGeom>
            <a:solidFill>
              <a:srgbClr val="C0C7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1" name="rc481"/>
            <p:cNvSpPr/>
            <p:nvPr/>
          </p:nvSpPr>
          <p:spPr>
            <a:xfrm>
              <a:off x="4698810" y="4113528"/>
              <a:ext cx="503254" cy="35166"/>
            </a:xfrm>
            <a:prstGeom prst="rect">
              <a:avLst/>
            </a:prstGeom>
            <a:solidFill>
              <a:srgbClr val="797ED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2" name="rc482"/>
            <p:cNvSpPr/>
            <p:nvPr/>
          </p:nvSpPr>
          <p:spPr>
            <a:xfrm>
              <a:off x="5202065" y="41135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3" name="rc483"/>
            <p:cNvSpPr/>
            <p:nvPr/>
          </p:nvSpPr>
          <p:spPr>
            <a:xfrm>
              <a:off x="5705319" y="41135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4" name="rc484"/>
            <p:cNvSpPr/>
            <p:nvPr/>
          </p:nvSpPr>
          <p:spPr>
            <a:xfrm>
              <a:off x="6208574" y="41135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5" name="rc485"/>
            <p:cNvSpPr/>
            <p:nvPr/>
          </p:nvSpPr>
          <p:spPr>
            <a:xfrm>
              <a:off x="1679281" y="40783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6" name="rc486"/>
            <p:cNvSpPr/>
            <p:nvPr/>
          </p:nvSpPr>
          <p:spPr>
            <a:xfrm>
              <a:off x="2182536" y="40783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7" name="rc487"/>
            <p:cNvSpPr/>
            <p:nvPr/>
          </p:nvSpPr>
          <p:spPr>
            <a:xfrm>
              <a:off x="2685791" y="40783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8" name="rc488"/>
            <p:cNvSpPr/>
            <p:nvPr/>
          </p:nvSpPr>
          <p:spPr>
            <a:xfrm>
              <a:off x="3189046" y="40783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9" name="rc489"/>
            <p:cNvSpPr/>
            <p:nvPr/>
          </p:nvSpPr>
          <p:spPr>
            <a:xfrm>
              <a:off x="3692300" y="40783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0" name="rc490"/>
            <p:cNvSpPr/>
            <p:nvPr/>
          </p:nvSpPr>
          <p:spPr>
            <a:xfrm>
              <a:off x="4195555" y="4078362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1" name="rc491"/>
            <p:cNvSpPr/>
            <p:nvPr/>
          </p:nvSpPr>
          <p:spPr>
            <a:xfrm>
              <a:off x="4698810" y="40783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2" name="rc492"/>
            <p:cNvSpPr/>
            <p:nvPr/>
          </p:nvSpPr>
          <p:spPr>
            <a:xfrm>
              <a:off x="5202065" y="40783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3" name="rc493"/>
            <p:cNvSpPr/>
            <p:nvPr/>
          </p:nvSpPr>
          <p:spPr>
            <a:xfrm>
              <a:off x="5705319" y="40783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4" name="rc494"/>
            <p:cNvSpPr/>
            <p:nvPr/>
          </p:nvSpPr>
          <p:spPr>
            <a:xfrm>
              <a:off x="6208574" y="40783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5" name="rc495"/>
            <p:cNvSpPr/>
            <p:nvPr/>
          </p:nvSpPr>
          <p:spPr>
            <a:xfrm>
              <a:off x="1679281" y="40431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6" name="rc496"/>
            <p:cNvSpPr/>
            <p:nvPr/>
          </p:nvSpPr>
          <p:spPr>
            <a:xfrm>
              <a:off x="2182536" y="40431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7" name="rc497"/>
            <p:cNvSpPr/>
            <p:nvPr/>
          </p:nvSpPr>
          <p:spPr>
            <a:xfrm>
              <a:off x="2685791" y="40431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8" name="rc498"/>
            <p:cNvSpPr/>
            <p:nvPr/>
          </p:nvSpPr>
          <p:spPr>
            <a:xfrm>
              <a:off x="3189046" y="40431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9" name="rc499"/>
            <p:cNvSpPr/>
            <p:nvPr/>
          </p:nvSpPr>
          <p:spPr>
            <a:xfrm>
              <a:off x="3692300" y="40431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0" name="rc500"/>
            <p:cNvSpPr/>
            <p:nvPr/>
          </p:nvSpPr>
          <p:spPr>
            <a:xfrm>
              <a:off x="4195555" y="40431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1" name="rc501"/>
            <p:cNvSpPr/>
            <p:nvPr/>
          </p:nvSpPr>
          <p:spPr>
            <a:xfrm>
              <a:off x="4698810" y="4043196"/>
              <a:ext cx="503254" cy="35166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2" name="rc502"/>
            <p:cNvSpPr/>
            <p:nvPr/>
          </p:nvSpPr>
          <p:spPr>
            <a:xfrm>
              <a:off x="5202065" y="40431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3" name="rc503"/>
            <p:cNvSpPr/>
            <p:nvPr/>
          </p:nvSpPr>
          <p:spPr>
            <a:xfrm>
              <a:off x="5705319" y="40431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4" name="rc504"/>
            <p:cNvSpPr/>
            <p:nvPr/>
          </p:nvSpPr>
          <p:spPr>
            <a:xfrm>
              <a:off x="6208574" y="40431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5" name="rc505"/>
            <p:cNvSpPr/>
            <p:nvPr/>
          </p:nvSpPr>
          <p:spPr>
            <a:xfrm>
              <a:off x="1679281" y="40080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6" name="rc506"/>
            <p:cNvSpPr/>
            <p:nvPr/>
          </p:nvSpPr>
          <p:spPr>
            <a:xfrm>
              <a:off x="2182536" y="40080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7" name="rc507"/>
            <p:cNvSpPr/>
            <p:nvPr/>
          </p:nvSpPr>
          <p:spPr>
            <a:xfrm>
              <a:off x="2685791" y="40080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8" name="rc508"/>
            <p:cNvSpPr/>
            <p:nvPr/>
          </p:nvSpPr>
          <p:spPr>
            <a:xfrm>
              <a:off x="3189046" y="40080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9" name="rc509"/>
            <p:cNvSpPr/>
            <p:nvPr/>
          </p:nvSpPr>
          <p:spPr>
            <a:xfrm>
              <a:off x="3692300" y="40080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0" name="rc510"/>
            <p:cNvSpPr/>
            <p:nvPr/>
          </p:nvSpPr>
          <p:spPr>
            <a:xfrm>
              <a:off x="4195555" y="4008030"/>
              <a:ext cx="503254" cy="35166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1" name="rc511"/>
            <p:cNvSpPr/>
            <p:nvPr/>
          </p:nvSpPr>
          <p:spPr>
            <a:xfrm>
              <a:off x="4698810" y="40080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2" name="rc512"/>
            <p:cNvSpPr/>
            <p:nvPr/>
          </p:nvSpPr>
          <p:spPr>
            <a:xfrm>
              <a:off x="5202065" y="40080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3" name="rc513"/>
            <p:cNvSpPr/>
            <p:nvPr/>
          </p:nvSpPr>
          <p:spPr>
            <a:xfrm>
              <a:off x="5705319" y="40080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4" name="rc514"/>
            <p:cNvSpPr/>
            <p:nvPr/>
          </p:nvSpPr>
          <p:spPr>
            <a:xfrm>
              <a:off x="6208574" y="40080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5" name="rc515"/>
            <p:cNvSpPr/>
            <p:nvPr/>
          </p:nvSpPr>
          <p:spPr>
            <a:xfrm>
              <a:off x="1679281" y="39728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6" name="rc516"/>
            <p:cNvSpPr/>
            <p:nvPr/>
          </p:nvSpPr>
          <p:spPr>
            <a:xfrm>
              <a:off x="2182536" y="39728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7" name="rc517"/>
            <p:cNvSpPr/>
            <p:nvPr/>
          </p:nvSpPr>
          <p:spPr>
            <a:xfrm>
              <a:off x="2685791" y="39728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8" name="rc518"/>
            <p:cNvSpPr/>
            <p:nvPr/>
          </p:nvSpPr>
          <p:spPr>
            <a:xfrm>
              <a:off x="3189046" y="39728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9" name="rc519"/>
            <p:cNvSpPr/>
            <p:nvPr/>
          </p:nvSpPr>
          <p:spPr>
            <a:xfrm>
              <a:off x="3692300" y="39728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0" name="rc520"/>
            <p:cNvSpPr/>
            <p:nvPr/>
          </p:nvSpPr>
          <p:spPr>
            <a:xfrm>
              <a:off x="4195555" y="39728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1" name="rc521"/>
            <p:cNvSpPr/>
            <p:nvPr/>
          </p:nvSpPr>
          <p:spPr>
            <a:xfrm>
              <a:off x="4698810" y="3972864"/>
              <a:ext cx="503254" cy="35166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2" name="rc522"/>
            <p:cNvSpPr/>
            <p:nvPr/>
          </p:nvSpPr>
          <p:spPr>
            <a:xfrm>
              <a:off x="5202065" y="39728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3" name="rc523"/>
            <p:cNvSpPr/>
            <p:nvPr/>
          </p:nvSpPr>
          <p:spPr>
            <a:xfrm>
              <a:off x="5705319" y="39728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4" name="rc524"/>
            <p:cNvSpPr/>
            <p:nvPr/>
          </p:nvSpPr>
          <p:spPr>
            <a:xfrm>
              <a:off x="6208574" y="39728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5" name="rc525"/>
            <p:cNvSpPr/>
            <p:nvPr/>
          </p:nvSpPr>
          <p:spPr>
            <a:xfrm>
              <a:off x="1679281" y="393769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6" name="rc526"/>
            <p:cNvSpPr/>
            <p:nvPr/>
          </p:nvSpPr>
          <p:spPr>
            <a:xfrm>
              <a:off x="2182536" y="393769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7" name="rc527"/>
            <p:cNvSpPr/>
            <p:nvPr/>
          </p:nvSpPr>
          <p:spPr>
            <a:xfrm>
              <a:off x="2685791" y="393769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8" name="rc528"/>
            <p:cNvSpPr/>
            <p:nvPr/>
          </p:nvSpPr>
          <p:spPr>
            <a:xfrm>
              <a:off x="3189046" y="393769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9" name="rc529"/>
            <p:cNvSpPr/>
            <p:nvPr/>
          </p:nvSpPr>
          <p:spPr>
            <a:xfrm>
              <a:off x="3692300" y="393769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0" name="rc530"/>
            <p:cNvSpPr/>
            <p:nvPr/>
          </p:nvSpPr>
          <p:spPr>
            <a:xfrm>
              <a:off x="4195555" y="393769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1" name="rc531"/>
            <p:cNvSpPr/>
            <p:nvPr/>
          </p:nvSpPr>
          <p:spPr>
            <a:xfrm>
              <a:off x="4698810" y="393769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2" name="rc532"/>
            <p:cNvSpPr/>
            <p:nvPr/>
          </p:nvSpPr>
          <p:spPr>
            <a:xfrm>
              <a:off x="5202065" y="393769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3" name="rc533"/>
            <p:cNvSpPr/>
            <p:nvPr/>
          </p:nvSpPr>
          <p:spPr>
            <a:xfrm>
              <a:off x="5705319" y="3937697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4" name="rc534"/>
            <p:cNvSpPr/>
            <p:nvPr/>
          </p:nvSpPr>
          <p:spPr>
            <a:xfrm>
              <a:off x="6208574" y="393769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5" name="rc535"/>
            <p:cNvSpPr/>
            <p:nvPr/>
          </p:nvSpPr>
          <p:spPr>
            <a:xfrm>
              <a:off x="1679281" y="390253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6" name="rc536"/>
            <p:cNvSpPr/>
            <p:nvPr/>
          </p:nvSpPr>
          <p:spPr>
            <a:xfrm>
              <a:off x="2182536" y="390253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7" name="rc537"/>
            <p:cNvSpPr/>
            <p:nvPr/>
          </p:nvSpPr>
          <p:spPr>
            <a:xfrm>
              <a:off x="2685791" y="390253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8" name="rc538"/>
            <p:cNvSpPr/>
            <p:nvPr/>
          </p:nvSpPr>
          <p:spPr>
            <a:xfrm>
              <a:off x="3189046" y="390253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9" name="rc539"/>
            <p:cNvSpPr/>
            <p:nvPr/>
          </p:nvSpPr>
          <p:spPr>
            <a:xfrm>
              <a:off x="3692300" y="390253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0" name="rc540"/>
            <p:cNvSpPr/>
            <p:nvPr/>
          </p:nvSpPr>
          <p:spPr>
            <a:xfrm>
              <a:off x="4195555" y="390253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1" name="rc541"/>
            <p:cNvSpPr/>
            <p:nvPr/>
          </p:nvSpPr>
          <p:spPr>
            <a:xfrm>
              <a:off x="4698810" y="390253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2" name="rc542"/>
            <p:cNvSpPr/>
            <p:nvPr/>
          </p:nvSpPr>
          <p:spPr>
            <a:xfrm>
              <a:off x="5202065" y="390253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3" name="rc543"/>
            <p:cNvSpPr/>
            <p:nvPr/>
          </p:nvSpPr>
          <p:spPr>
            <a:xfrm>
              <a:off x="5705319" y="3902531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4" name="rc544"/>
            <p:cNvSpPr/>
            <p:nvPr/>
          </p:nvSpPr>
          <p:spPr>
            <a:xfrm>
              <a:off x="6208574" y="390253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5" name="rc545"/>
            <p:cNvSpPr/>
            <p:nvPr/>
          </p:nvSpPr>
          <p:spPr>
            <a:xfrm>
              <a:off x="1679281" y="386736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6" name="rc546"/>
            <p:cNvSpPr/>
            <p:nvPr/>
          </p:nvSpPr>
          <p:spPr>
            <a:xfrm>
              <a:off x="2182536" y="386736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7" name="rc547"/>
            <p:cNvSpPr/>
            <p:nvPr/>
          </p:nvSpPr>
          <p:spPr>
            <a:xfrm>
              <a:off x="2685791" y="386736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8" name="rc548"/>
            <p:cNvSpPr/>
            <p:nvPr/>
          </p:nvSpPr>
          <p:spPr>
            <a:xfrm>
              <a:off x="3189046" y="386736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9" name="rc549"/>
            <p:cNvSpPr/>
            <p:nvPr/>
          </p:nvSpPr>
          <p:spPr>
            <a:xfrm>
              <a:off x="3692300" y="386736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0" name="rc550"/>
            <p:cNvSpPr/>
            <p:nvPr/>
          </p:nvSpPr>
          <p:spPr>
            <a:xfrm>
              <a:off x="4195555" y="3867365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1" name="rc551"/>
            <p:cNvSpPr/>
            <p:nvPr/>
          </p:nvSpPr>
          <p:spPr>
            <a:xfrm>
              <a:off x="4698810" y="386736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2" name="rc552"/>
            <p:cNvSpPr/>
            <p:nvPr/>
          </p:nvSpPr>
          <p:spPr>
            <a:xfrm>
              <a:off x="5202065" y="3867365"/>
              <a:ext cx="503254" cy="35166"/>
            </a:xfrm>
            <a:prstGeom prst="rect">
              <a:avLst/>
            </a:prstGeom>
            <a:solidFill>
              <a:srgbClr val="F2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3" name="rc553"/>
            <p:cNvSpPr/>
            <p:nvPr/>
          </p:nvSpPr>
          <p:spPr>
            <a:xfrm>
              <a:off x="5705319" y="3867365"/>
              <a:ext cx="503254" cy="35166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4" name="rc554"/>
            <p:cNvSpPr/>
            <p:nvPr/>
          </p:nvSpPr>
          <p:spPr>
            <a:xfrm>
              <a:off x="6208574" y="3867365"/>
              <a:ext cx="503254" cy="35166"/>
            </a:xfrm>
            <a:prstGeom prst="rect">
              <a:avLst/>
            </a:prstGeom>
            <a:solidFill>
              <a:srgbClr val="ADB5F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5" name="rc555"/>
            <p:cNvSpPr/>
            <p:nvPr/>
          </p:nvSpPr>
          <p:spPr>
            <a:xfrm>
              <a:off x="1679281" y="383219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6" name="rc556"/>
            <p:cNvSpPr/>
            <p:nvPr/>
          </p:nvSpPr>
          <p:spPr>
            <a:xfrm>
              <a:off x="2182536" y="383219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7" name="rc557"/>
            <p:cNvSpPr/>
            <p:nvPr/>
          </p:nvSpPr>
          <p:spPr>
            <a:xfrm>
              <a:off x="2685791" y="3832199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8" name="rc558"/>
            <p:cNvSpPr/>
            <p:nvPr/>
          </p:nvSpPr>
          <p:spPr>
            <a:xfrm>
              <a:off x="3189046" y="383219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9" name="rc559"/>
            <p:cNvSpPr/>
            <p:nvPr/>
          </p:nvSpPr>
          <p:spPr>
            <a:xfrm>
              <a:off x="3692300" y="383219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0" name="rc560"/>
            <p:cNvSpPr/>
            <p:nvPr/>
          </p:nvSpPr>
          <p:spPr>
            <a:xfrm>
              <a:off x="4195555" y="383219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1" name="rc561"/>
            <p:cNvSpPr/>
            <p:nvPr/>
          </p:nvSpPr>
          <p:spPr>
            <a:xfrm>
              <a:off x="4698810" y="383219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2" name="rc562"/>
            <p:cNvSpPr/>
            <p:nvPr/>
          </p:nvSpPr>
          <p:spPr>
            <a:xfrm>
              <a:off x="5202065" y="383219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3" name="rc563"/>
            <p:cNvSpPr/>
            <p:nvPr/>
          </p:nvSpPr>
          <p:spPr>
            <a:xfrm>
              <a:off x="5705319" y="383219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4" name="rc564"/>
            <p:cNvSpPr/>
            <p:nvPr/>
          </p:nvSpPr>
          <p:spPr>
            <a:xfrm>
              <a:off x="6208574" y="383219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5" name="rc565"/>
            <p:cNvSpPr/>
            <p:nvPr/>
          </p:nvSpPr>
          <p:spPr>
            <a:xfrm>
              <a:off x="1679281" y="379703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6" name="rc566"/>
            <p:cNvSpPr/>
            <p:nvPr/>
          </p:nvSpPr>
          <p:spPr>
            <a:xfrm>
              <a:off x="2182536" y="379703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7" name="rc567"/>
            <p:cNvSpPr/>
            <p:nvPr/>
          </p:nvSpPr>
          <p:spPr>
            <a:xfrm>
              <a:off x="2685791" y="379703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8" name="rc568"/>
            <p:cNvSpPr/>
            <p:nvPr/>
          </p:nvSpPr>
          <p:spPr>
            <a:xfrm>
              <a:off x="3189046" y="379703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9" name="rc569"/>
            <p:cNvSpPr/>
            <p:nvPr/>
          </p:nvSpPr>
          <p:spPr>
            <a:xfrm>
              <a:off x="3692300" y="3797033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0" name="rc570"/>
            <p:cNvSpPr/>
            <p:nvPr/>
          </p:nvSpPr>
          <p:spPr>
            <a:xfrm>
              <a:off x="4195555" y="379703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1" name="rc571"/>
            <p:cNvSpPr/>
            <p:nvPr/>
          </p:nvSpPr>
          <p:spPr>
            <a:xfrm>
              <a:off x="4698810" y="379703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2" name="rc572"/>
            <p:cNvSpPr/>
            <p:nvPr/>
          </p:nvSpPr>
          <p:spPr>
            <a:xfrm>
              <a:off x="5202065" y="379703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3" name="rc573"/>
            <p:cNvSpPr/>
            <p:nvPr/>
          </p:nvSpPr>
          <p:spPr>
            <a:xfrm>
              <a:off x="5705319" y="379703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4" name="rc574"/>
            <p:cNvSpPr/>
            <p:nvPr/>
          </p:nvSpPr>
          <p:spPr>
            <a:xfrm>
              <a:off x="6208574" y="379703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5" name="rc575"/>
            <p:cNvSpPr/>
            <p:nvPr/>
          </p:nvSpPr>
          <p:spPr>
            <a:xfrm>
              <a:off x="1679281" y="376186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6" name="rc576"/>
            <p:cNvSpPr/>
            <p:nvPr/>
          </p:nvSpPr>
          <p:spPr>
            <a:xfrm>
              <a:off x="2182536" y="376186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7" name="rc577"/>
            <p:cNvSpPr/>
            <p:nvPr/>
          </p:nvSpPr>
          <p:spPr>
            <a:xfrm>
              <a:off x="2685791" y="376186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8" name="rc578"/>
            <p:cNvSpPr/>
            <p:nvPr/>
          </p:nvSpPr>
          <p:spPr>
            <a:xfrm>
              <a:off x="3189046" y="376186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9" name="rc579"/>
            <p:cNvSpPr/>
            <p:nvPr/>
          </p:nvSpPr>
          <p:spPr>
            <a:xfrm>
              <a:off x="3692300" y="376186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0" name="rc580"/>
            <p:cNvSpPr/>
            <p:nvPr/>
          </p:nvSpPr>
          <p:spPr>
            <a:xfrm>
              <a:off x="4195555" y="376186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1" name="rc581"/>
            <p:cNvSpPr/>
            <p:nvPr/>
          </p:nvSpPr>
          <p:spPr>
            <a:xfrm>
              <a:off x="4698810" y="376186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2" name="rc582"/>
            <p:cNvSpPr/>
            <p:nvPr/>
          </p:nvSpPr>
          <p:spPr>
            <a:xfrm>
              <a:off x="5202065" y="3761867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3" name="rc583"/>
            <p:cNvSpPr/>
            <p:nvPr/>
          </p:nvSpPr>
          <p:spPr>
            <a:xfrm>
              <a:off x="5705319" y="376186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4" name="rc584"/>
            <p:cNvSpPr/>
            <p:nvPr/>
          </p:nvSpPr>
          <p:spPr>
            <a:xfrm>
              <a:off x="6208574" y="376186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5" name="rc585"/>
            <p:cNvSpPr/>
            <p:nvPr/>
          </p:nvSpPr>
          <p:spPr>
            <a:xfrm>
              <a:off x="1679281" y="372670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6" name="rc586"/>
            <p:cNvSpPr/>
            <p:nvPr/>
          </p:nvSpPr>
          <p:spPr>
            <a:xfrm>
              <a:off x="2182536" y="372670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7" name="rc587"/>
            <p:cNvSpPr/>
            <p:nvPr/>
          </p:nvSpPr>
          <p:spPr>
            <a:xfrm>
              <a:off x="2685791" y="372670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8" name="rc588"/>
            <p:cNvSpPr/>
            <p:nvPr/>
          </p:nvSpPr>
          <p:spPr>
            <a:xfrm>
              <a:off x="3189046" y="372670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9" name="rc589"/>
            <p:cNvSpPr/>
            <p:nvPr/>
          </p:nvSpPr>
          <p:spPr>
            <a:xfrm>
              <a:off x="3692300" y="372670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0" name="rc590"/>
            <p:cNvSpPr/>
            <p:nvPr/>
          </p:nvSpPr>
          <p:spPr>
            <a:xfrm>
              <a:off x="4195555" y="372670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1" name="rc591"/>
            <p:cNvSpPr/>
            <p:nvPr/>
          </p:nvSpPr>
          <p:spPr>
            <a:xfrm>
              <a:off x="4698810" y="372670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2" name="rc592"/>
            <p:cNvSpPr/>
            <p:nvPr/>
          </p:nvSpPr>
          <p:spPr>
            <a:xfrm>
              <a:off x="5202065" y="3726701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3" name="rc593"/>
            <p:cNvSpPr/>
            <p:nvPr/>
          </p:nvSpPr>
          <p:spPr>
            <a:xfrm>
              <a:off x="5705319" y="372670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4" name="rc594"/>
            <p:cNvSpPr/>
            <p:nvPr/>
          </p:nvSpPr>
          <p:spPr>
            <a:xfrm>
              <a:off x="6208574" y="372670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5" name="rc595"/>
            <p:cNvSpPr/>
            <p:nvPr/>
          </p:nvSpPr>
          <p:spPr>
            <a:xfrm>
              <a:off x="1679281" y="369153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6" name="rc596"/>
            <p:cNvSpPr/>
            <p:nvPr/>
          </p:nvSpPr>
          <p:spPr>
            <a:xfrm>
              <a:off x="2182536" y="369153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7" name="rc597"/>
            <p:cNvSpPr/>
            <p:nvPr/>
          </p:nvSpPr>
          <p:spPr>
            <a:xfrm>
              <a:off x="2685791" y="369153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8" name="rc598"/>
            <p:cNvSpPr/>
            <p:nvPr/>
          </p:nvSpPr>
          <p:spPr>
            <a:xfrm>
              <a:off x="3189046" y="3691535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9" name="rc599"/>
            <p:cNvSpPr/>
            <p:nvPr/>
          </p:nvSpPr>
          <p:spPr>
            <a:xfrm>
              <a:off x="3692300" y="369153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0" name="rc600"/>
            <p:cNvSpPr/>
            <p:nvPr/>
          </p:nvSpPr>
          <p:spPr>
            <a:xfrm>
              <a:off x="4195555" y="369153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1" name="rc601"/>
            <p:cNvSpPr/>
            <p:nvPr/>
          </p:nvSpPr>
          <p:spPr>
            <a:xfrm>
              <a:off x="4698810" y="369153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2" name="rc602"/>
            <p:cNvSpPr/>
            <p:nvPr/>
          </p:nvSpPr>
          <p:spPr>
            <a:xfrm>
              <a:off x="5202065" y="369153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3" name="rc603"/>
            <p:cNvSpPr/>
            <p:nvPr/>
          </p:nvSpPr>
          <p:spPr>
            <a:xfrm>
              <a:off x="5705319" y="369153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4" name="rc604"/>
            <p:cNvSpPr/>
            <p:nvPr/>
          </p:nvSpPr>
          <p:spPr>
            <a:xfrm>
              <a:off x="6208574" y="369153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5" name="rc605"/>
            <p:cNvSpPr/>
            <p:nvPr/>
          </p:nvSpPr>
          <p:spPr>
            <a:xfrm>
              <a:off x="1679281" y="365636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6" name="rc606"/>
            <p:cNvSpPr/>
            <p:nvPr/>
          </p:nvSpPr>
          <p:spPr>
            <a:xfrm>
              <a:off x="2182536" y="365636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7" name="rc607"/>
            <p:cNvSpPr/>
            <p:nvPr/>
          </p:nvSpPr>
          <p:spPr>
            <a:xfrm>
              <a:off x="2685791" y="365636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8" name="rc608"/>
            <p:cNvSpPr/>
            <p:nvPr/>
          </p:nvSpPr>
          <p:spPr>
            <a:xfrm>
              <a:off x="3189046" y="365636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9" name="rc609"/>
            <p:cNvSpPr/>
            <p:nvPr/>
          </p:nvSpPr>
          <p:spPr>
            <a:xfrm>
              <a:off x="3692300" y="365636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0" name="rc610"/>
            <p:cNvSpPr/>
            <p:nvPr/>
          </p:nvSpPr>
          <p:spPr>
            <a:xfrm>
              <a:off x="4195555" y="3656369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1" name="rc611"/>
            <p:cNvSpPr/>
            <p:nvPr/>
          </p:nvSpPr>
          <p:spPr>
            <a:xfrm>
              <a:off x="4698810" y="365636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2" name="rc612"/>
            <p:cNvSpPr/>
            <p:nvPr/>
          </p:nvSpPr>
          <p:spPr>
            <a:xfrm>
              <a:off x="5202065" y="365636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3" name="rc613"/>
            <p:cNvSpPr/>
            <p:nvPr/>
          </p:nvSpPr>
          <p:spPr>
            <a:xfrm>
              <a:off x="5705319" y="365636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4" name="rc614"/>
            <p:cNvSpPr/>
            <p:nvPr/>
          </p:nvSpPr>
          <p:spPr>
            <a:xfrm>
              <a:off x="6208574" y="365636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5" name="rc615"/>
            <p:cNvSpPr/>
            <p:nvPr/>
          </p:nvSpPr>
          <p:spPr>
            <a:xfrm>
              <a:off x="1679281" y="362120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6" name="rc616"/>
            <p:cNvSpPr/>
            <p:nvPr/>
          </p:nvSpPr>
          <p:spPr>
            <a:xfrm>
              <a:off x="2182536" y="362120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7" name="rc617"/>
            <p:cNvSpPr/>
            <p:nvPr/>
          </p:nvSpPr>
          <p:spPr>
            <a:xfrm>
              <a:off x="2685791" y="362120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8" name="rc618"/>
            <p:cNvSpPr/>
            <p:nvPr/>
          </p:nvSpPr>
          <p:spPr>
            <a:xfrm>
              <a:off x="3189046" y="362120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9" name="rc619"/>
            <p:cNvSpPr/>
            <p:nvPr/>
          </p:nvSpPr>
          <p:spPr>
            <a:xfrm>
              <a:off x="3692300" y="362120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0" name="rc620"/>
            <p:cNvSpPr/>
            <p:nvPr/>
          </p:nvSpPr>
          <p:spPr>
            <a:xfrm>
              <a:off x="4195555" y="3621203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1" name="rc621"/>
            <p:cNvSpPr/>
            <p:nvPr/>
          </p:nvSpPr>
          <p:spPr>
            <a:xfrm>
              <a:off x="4698810" y="362120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2" name="rc622"/>
            <p:cNvSpPr/>
            <p:nvPr/>
          </p:nvSpPr>
          <p:spPr>
            <a:xfrm>
              <a:off x="5202065" y="362120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3" name="rc623"/>
            <p:cNvSpPr/>
            <p:nvPr/>
          </p:nvSpPr>
          <p:spPr>
            <a:xfrm>
              <a:off x="5705319" y="362120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4" name="rc624"/>
            <p:cNvSpPr/>
            <p:nvPr/>
          </p:nvSpPr>
          <p:spPr>
            <a:xfrm>
              <a:off x="6208574" y="362120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5" name="rc625"/>
            <p:cNvSpPr/>
            <p:nvPr/>
          </p:nvSpPr>
          <p:spPr>
            <a:xfrm>
              <a:off x="1679281" y="358603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6" name="rc626"/>
            <p:cNvSpPr/>
            <p:nvPr/>
          </p:nvSpPr>
          <p:spPr>
            <a:xfrm>
              <a:off x="2182536" y="358603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7" name="rc627"/>
            <p:cNvSpPr/>
            <p:nvPr/>
          </p:nvSpPr>
          <p:spPr>
            <a:xfrm>
              <a:off x="2685791" y="358603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8" name="rc628"/>
            <p:cNvSpPr/>
            <p:nvPr/>
          </p:nvSpPr>
          <p:spPr>
            <a:xfrm>
              <a:off x="3189046" y="3586037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9" name="rc629"/>
            <p:cNvSpPr/>
            <p:nvPr/>
          </p:nvSpPr>
          <p:spPr>
            <a:xfrm>
              <a:off x="3692300" y="358603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0" name="rc630"/>
            <p:cNvSpPr/>
            <p:nvPr/>
          </p:nvSpPr>
          <p:spPr>
            <a:xfrm>
              <a:off x="4195555" y="358603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1" name="rc631"/>
            <p:cNvSpPr/>
            <p:nvPr/>
          </p:nvSpPr>
          <p:spPr>
            <a:xfrm>
              <a:off x="4698810" y="358603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2" name="rc632"/>
            <p:cNvSpPr/>
            <p:nvPr/>
          </p:nvSpPr>
          <p:spPr>
            <a:xfrm>
              <a:off x="5202065" y="358603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3" name="rc633"/>
            <p:cNvSpPr/>
            <p:nvPr/>
          </p:nvSpPr>
          <p:spPr>
            <a:xfrm>
              <a:off x="5705319" y="358603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4" name="rc634"/>
            <p:cNvSpPr/>
            <p:nvPr/>
          </p:nvSpPr>
          <p:spPr>
            <a:xfrm>
              <a:off x="6208574" y="358603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5" name="rc635"/>
            <p:cNvSpPr/>
            <p:nvPr/>
          </p:nvSpPr>
          <p:spPr>
            <a:xfrm>
              <a:off x="1679281" y="355087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6" name="rc636"/>
            <p:cNvSpPr/>
            <p:nvPr/>
          </p:nvSpPr>
          <p:spPr>
            <a:xfrm>
              <a:off x="2182536" y="355087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7" name="rc637"/>
            <p:cNvSpPr/>
            <p:nvPr/>
          </p:nvSpPr>
          <p:spPr>
            <a:xfrm>
              <a:off x="2685791" y="355087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8" name="rc638"/>
            <p:cNvSpPr/>
            <p:nvPr/>
          </p:nvSpPr>
          <p:spPr>
            <a:xfrm>
              <a:off x="3189046" y="355087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9" name="rc639"/>
            <p:cNvSpPr/>
            <p:nvPr/>
          </p:nvSpPr>
          <p:spPr>
            <a:xfrm>
              <a:off x="3692300" y="355087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0" name="rc640"/>
            <p:cNvSpPr/>
            <p:nvPr/>
          </p:nvSpPr>
          <p:spPr>
            <a:xfrm>
              <a:off x="4195555" y="3550871"/>
              <a:ext cx="503254" cy="35166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1" name="rc641"/>
            <p:cNvSpPr/>
            <p:nvPr/>
          </p:nvSpPr>
          <p:spPr>
            <a:xfrm>
              <a:off x="4698810" y="355087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2" name="rc642"/>
            <p:cNvSpPr/>
            <p:nvPr/>
          </p:nvSpPr>
          <p:spPr>
            <a:xfrm>
              <a:off x="5202065" y="3550871"/>
              <a:ext cx="503254" cy="35166"/>
            </a:xfrm>
            <a:prstGeom prst="rect">
              <a:avLst/>
            </a:prstGeom>
            <a:solidFill>
              <a:srgbClr val="F2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" name="rc643"/>
            <p:cNvSpPr/>
            <p:nvPr/>
          </p:nvSpPr>
          <p:spPr>
            <a:xfrm>
              <a:off x="5705319" y="355087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" name="rc644"/>
            <p:cNvSpPr/>
            <p:nvPr/>
          </p:nvSpPr>
          <p:spPr>
            <a:xfrm>
              <a:off x="6208574" y="355087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5" name="rc645"/>
            <p:cNvSpPr/>
            <p:nvPr/>
          </p:nvSpPr>
          <p:spPr>
            <a:xfrm>
              <a:off x="1679281" y="35157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6" name="rc646"/>
            <p:cNvSpPr/>
            <p:nvPr/>
          </p:nvSpPr>
          <p:spPr>
            <a:xfrm>
              <a:off x="2182536" y="35157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7" name="rc647"/>
            <p:cNvSpPr/>
            <p:nvPr/>
          </p:nvSpPr>
          <p:spPr>
            <a:xfrm>
              <a:off x="2685791" y="35157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8" name="rc648"/>
            <p:cNvSpPr/>
            <p:nvPr/>
          </p:nvSpPr>
          <p:spPr>
            <a:xfrm>
              <a:off x="3189046" y="35157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9" name="rc649"/>
            <p:cNvSpPr/>
            <p:nvPr/>
          </p:nvSpPr>
          <p:spPr>
            <a:xfrm>
              <a:off x="3692300" y="35157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0" name="rc650"/>
            <p:cNvSpPr/>
            <p:nvPr/>
          </p:nvSpPr>
          <p:spPr>
            <a:xfrm>
              <a:off x="4195555" y="35157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1" name="rc651"/>
            <p:cNvSpPr/>
            <p:nvPr/>
          </p:nvSpPr>
          <p:spPr>
            <a:xfrm>
              <a:off x="4698810" y="35157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2" name="rc652"/>
            <p:cNvSpPr/>
            <p:nvPr/>
          </p:nvSpPr>
          <p:spPr>
            <a:xfrm>
              <a:off x="5202065" y="3515705"/>
              <a:ext cx="503254" cy="35166"/>
            </a:xfrm>
            <a:prstGeom prst="rect">
              <a:avLst/>
            </a:prstGeom>
            <a:solidFill>
              <a:srgbClr val="F2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3" name="rc653"/>
            <p:cNvSpPr/>
            <p:nvPr/>
          </p:nvSpPr>
          <p:spPr>
            <a:xfrm>
              <a:off x="5705319" y="35157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4" name="rc654"/>
            <p:cNvSpPr/>
            <p:nvPr/>
          </p:nvSpPr>
          <p:spPr>
            <a:xfrm>
              <a:off x="6208574" y="351570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5" name="rc655"/>
            <p:cNvSpPr/>
            <p:nvPr/>
          </p:nvSpPr>
          <p:spPr>
            <a:xfrm>
              <a:off x="1679281" y="34805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6" name="rc656"/>
            <p:cNvSpPr/>
            <p:nvPr/>
          </p:nvSpPr>
          <p:spPr>
            <a:xfrm>
              <a:off x="2182536" y="34805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7" name="rc657"/>
            <p:cNvSpPr/>
            <p:nvPr/>
          </p:nvSpPr>
          <p:spPr>
            <a:xfrm>
              <a:off x="2685791" y="34805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8" name="rc658"/>
            <p:cNvSpPr/>
            <p:nvPr/>
          </p:nvSpPr>
          <p:spPr>
            <a:xfrm>
              <a:off x="3189046" y="34805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9" name="rc659"/>
            <p:cNvSpPr/>
            <p:nvPr/>
          </p:nvSpPr>
          <p:spPr>
            <a:xfrm>
              <a:off x="3692300" y="34805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0" name="rc660"/>
            <p:cNvSpPr/>
            <p:nvPr/>
          </p:nvSpPr>
          <p:spPr>
            <a:xfrm>
              <a:off x="4195555" y="3480539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1" name="rc661"/>
            <p:cNvSpPr/>
            <p:nvPr/>
          </p:nvSpPr>
          <p:spPr>
            <a:xfrm>
              <a:off x="4698810" y="34805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2" name="rc662"/>
            <p:cNvSpPr/>
            <p:nvPr/>
          </p:nvSpPr>
          <p:spPr>
            <a:xfrm>
              <a:off x="5202065" y="3480539"/>
              <a:ext cx="503254" cy="35166"/>
            </a:xfrm>
            <a:prstGeom prst="rect">
              <a:avLst/>
            </a:prstGeom>
            <a:solidFill>
              <a:srgbClr val="EE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3" name="rc663"/>
            <p:cNvSpPr/>
            <p:nvPr/>
          </p:nvSpPr>
          <p:spPr>
            <a:xfrm>
              <a:off x="5705319" y="3480539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4" name="rc664"/>
            <p:cNvSpPr/>
            <p:nvPr/>
          </p:nvSpPr>
          <p:spPr>
            <a:xfrm>
              <a:off x="6208574" y="348053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5" name="rc665"/>
            <p:cNvSpPr/>
            <p:nvPr/>
          </p:nvSpPr>
          <p:spPr>
            <a:xfrm>
              <a:off x="1679281" y="34453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6" name="rc666"/>
            <p:cNvSpPr/>
            <p:nvPr/>
          </p:nvSpPr>
          <p:spPr>
            <a:xfrm>
              <a:off x="2182536" y="34453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7" name="rc667"/>
            <p:cNvSpPr/>
            <p:nvPr/>
          </p:nvSpPr>
          <p:spPr>
            <a:xfrm>
              <a:off x="2685791" y="34453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8" name="rc668"/>
            <p:cNvSpPr/>
            <p:nvPr/>
          </p:nvSpPr>
          <p:spPr>
            <a:xfrm>
              <a:off x="3189046" y="34453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9" name="rc669"/>
            <p:cNvSpPr/>
            <p:nvPr/>
          </p:nvSpPr>
          <p:spPr>
            <a:xfrm>
              <a:off x="3692300" y="34453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0" name="rc670"/>
            <p:cNvSpPr/>
            <p:nvPr/>
          </p:nvSpPr>
          <p:spPr>
            <a:xfrm>
              <a:off x="4195555" y="34453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1" name="rc671"/>
            <p:cNvSpPr/>
            <p:nvPr/>
          </p:nvSpPr>
          <p:spPr>
            <a:xfrm>
              <a:off x="4698810" y="34453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2" name="rc672"/>
            <p:cNvSpPr/>
            <p:nvPr/>
          </p:nvSpPr>
          <p:spPr>
            <a:xfrm>
              <a:off x="5202065" y="3445373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3" name="rc673"/>
            <p:cNvSpPr/>
            <p:nvPr/>
          </p:nvSpPr>
          <p:spPr>
            <a:xfrm>
              <a:off x="5705319" y="34453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4" name="rc674"/>
            <p:cNvSpPr/>
            <p:nvPr/>
          </p:nvSpPr>
          <p:spPr>
            <a:xfrm>
              <a:off x="6208574" y="344537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5" name="rc675"/>
            <p:cNvSpPr/>
            <p:nvPr/>
          </p:nvSpPr>
          <p:spPr>
            <a:xfrm>
              <a:off x="1679281" y="34102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6" name="rc676"/>
            <p:cNvSpPr/>
            <p:nvPr/>
          </p:nvSpPr>
          <p:spPr>
            <a:xfrm>
              <a:off x="2182536" y="34102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7" name="rc677"/>
            <p:cNvSpPr/>
            <p:nvPr/>
          </p:nvSpPr>
          <p:spPr>
            <a:xfrm>
              <a:off x="2685791" y="34102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8" name="rc678"/>
            <p:cNvSpPr/>
            <p:nvPr/>
          </p:nvSpPr>
          <p:spPr>
            <a:xfrm>
              <a:off x="3189046" y="34102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9" name="rc679"/>
            <p:cNvSpPr/>
            <p:nvPr/>
          </p:nvSpPr>
          <p:spPr>
            <a:xfrm>
              <a:off x="3692300" y="34102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0" name="rc680"/>
            <p:cNvSpPr/>
            <p:nvPr/>
          </p:nvSpPr>
          <p:spPr>
            <a:xfrm>
              <a:off x="4195555" y="34102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1" name="rc681"/>
            <p:cNvSpPr/>
            <p:nvPr/>
          </p:nvSpPr>
          <p:spPr>
            <a:xfrm>
              <a:off x="4698810" y="34102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2" name="rc682"/>
            <p:cNvSpPr/>
            <p:nvPr/>
          </p:nvSpPr>
          <p:spPr>
            <a:xfrm>
              <a:off x="5202065" y="3410207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3" name="rc683"/>
            <p:cNvSpPr/>
            <p:nvPr/>
          </p:nvSpPr>
          <p:spPr>
            <a:xfrm>
              <a:off x="5705319" y="34102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4" name="rc684"/>
            <p:cNvSpPr/>
            <p:nvPr/>
          </p:nvSpPr>
          <p:spPr>
            <a:xfrm>
              <a:off x="6208574" y="341020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5" name="rc685"/>
            <p:cNvSpPr/>
            <p:nvPr/>
          </p:nvSpPr>
          <p:spPr>
            <a:xfrm>
              <a:off x="1679281" y="33750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6" name="rc686"/>
            <p:cNvSpPr/>
            <p:nvPr/>
          </p:nvSpPr>
          <p:spPr>
            <a:xfrm>
              <a:off x="2182536" y="33750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7" name="rc687"/>
            <p:cNvSpPr/>
            <p:nvPr/>
          </p:nvSpPr>
          <p:spPr>
            <a:xfrm>
              <a:off x="2685791" y="33750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8" name="rc688"/>
            <p:cNvSpPr/>
            <p:nvPr/>
          </p:nvSpPr>
          <p:spPr>
            <a:xfrm>
              <a:off x="3189046" y="33750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9" name="rc689"/>
            <p:cNvSpPr/>
            <p:nvPr/>
          </p:nvSpPr>
          <p:spPr>
            <a:xfrm>
              <a:off x="3692300" y="33750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0" name="rc690"/>
            <p:cNvSpPr/>
            <p:nvPr/>
          </p:nvSpPr>
          <p:spPr>
            <a:xfrm>
              <a:off x="4195555" y="33750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1" name="rc691"/>
            <p:cNvSpPr/>
            <p:nvPr/>
          </p:nvSpPr>
          <p:spPr>
            <a:xfrm>
              <a:off x="4698810" y="33750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2" name="rc692"/>
            <p:cNvSpPr/>
            <p:nvPr/>
          </p:nvSpPr>
          <p:spPr>
            <a:xfrm>
              <a:off x="5202065" y="3375041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3" name="rc693"/>
            <p:cNvSpPr/>
            <p:nvPr/>
          </p:nvSpPr>
          <p:spPr>
            <a:xfrm>
              <a:off x="5705319" y="33750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4" name="rc694"/>
            <p:cNvSpPr/>
            <p:nvPr/>
          </p:nvSpPr>
          <p:spPr>
            <a:xfrm>
              <a:off x="6208574" y="337504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5" name="rc695"/>
            <p:cNvSpPr/>
            <p:nvPr/>
          </p:nvSpPr>
          <p:spPr>
            <a:xfrm>
              <a:off x="1679281" y="333987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6" name="rc696"/>
            <p:cNvSpPr/>
            <p:nvPr/>
          </p:nvSpPr>
          <p:spPr>
            <a:xfrm>
              <a:off x="2182536" y="333987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7" name="rc697"/>
            <p:cNvSpPr/>
            <p:nvPr/>
          </p:nvSpPr>
          <p:spPr>
            <a:xfrm>
              <a:off x="2685791" y="333987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8" name="rc698"/>
            <p:cNvSpPr/>
            <p:nvPr/>
          </p:nvSpPr>
          <p:spPr>
            <a:xfrm>
              <a:off x="3189046" y="3339875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9" name="rc699"/>
            <p:cNvSpPr/>
            <p:nvPr/>
          </p:nvSpPr>
          <p:spPr>
            <a:xfrm>
              <a:off x="3692300" y="333987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0" name="rc700"/>
            <p:cNvSpPr/>
            <p:nvPr/>
          </p:nvSpPr>
          <p:spPr>
            <a:xfrm>
              <a:off x="4195555" y="333987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1" name="rc701"/>
            <p:cNvSpPr/>
            <p:nvPr/>
          </p:nvSpPr>
          <p:spPr>
            <a:xfrm>
              <a:off x="4698810" y="333987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2" name="rc702"/>
            <p:cNvSpPr/>
            <p:nvPr/>
          </p:nvSpPr>
          <p:spPr>
            <a:xfrm>
              <a:off x="5202065" y="333987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3" name="rc703"/>
            <p:cNvSpPr/>
            <p:nvPr/>
          </p:nvSpPr>
          <p:spPr>
            <a:xfrm>
              <a:off x="5705319" y="333987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4" name="rc704"/>
            <p:cNvSpPr/>
            <p:nvPr/>
          </p:nvSpPr>
          <p:spPr>
            <a:xfrm>
              <a:off x="6208574" y="333987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5" name="rc705"/>
            <p:cNvSpPr/>
            <p:nvPr/>
          </p:nvSpPr>
          <p:spPr>
            <a:xfrm>
              <a:off x="1679281" y="330470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6" name="rc706"/>
            <p:cNvSpPr/>
            <p:nvPr/>
          </p:nvSpPr>
          <p:spPr>
            <a:xfrm>
              <a:off x="2182536" y="330470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7" name="rc707"/>
            <p:cNvSpPr/>
            <p:nvPr/>
          </p:nvSpPr>
          <p:spPr>
            <a:xfrm>
              <a:off x="2685791" y="330470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8" name="rc708"/>
            <p:cNvSpPr/>
            <p:nvPr/>
          </p:nvSpPr>
          <p:spPr>
            <a:xfrm>
              <a:off x="3189046" y="330470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9" name="rc709"/>
            <p:cNvSpPr/>
            <p:nvPr/>
          </p:nvSpPr>
          <p:spPr>
            <a:xfrm>
              <a:off x="3692300" y="330470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0" name="rc710"/>
            <p:cNvSpPr/>
            <p:nvPr/>
          </p:nvSpPr>
          <p:spPr>
            <a:xfrm>
              <a:off x="4195555" y="330470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1" name="rc711"/>
            <p:cNvSpPr/>
            <p:nvPr/>
          </p:nvSpPr>
          <p:spPr>
            <a:xfrm>
              <a:off x="4698810" y="330470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2" name="rc712"/>
            <p:cNvSpPr/>
            <p:nvPr/>
          </p:nvSpPr>
          <p:spPr>
            <a:xfrm>
              <a:off x="5202065" y="330470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3" name="rc713"/>
            <p:cNvSpPr/>
            <p:nvPr/>
          </p:nvSpPr>
          <p:spPr>
            <a:xfrm>
              <a:off x="5705319" y="330470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4" name="rc714"/>
            <p:cNvSpPr/>
            <p:nvPr/>
          </p:nvSpPr>
          <p:spPr>
            <a:xfrm>
              <a:off x="6208574" y="3304709"/>
              <a:ext cx="503254" cy="35166"/>
            </a:xfrm>
            <a:prstGeom prst="rect">
              <a:avLst/>
            </a:prstGeom>
            <a:solidFill>
              <a:srgbClr val="ADB5F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5" name="rc715"/>
            <p:cNvSpPr/>
            <p:nvPr/>
          </p:nvSpPr>
          <p:spPr>
            <a:xfrm>
              <a:off x="1679281" y="326954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6" name="rc716"/>
            <p:cNvSpPr/>
            <p:nvPr/>
          </p:nvSpPr>
          <p:spPr>
            <a:xfrm>
              <a:off x="2182536" y="326954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7" name="rc717"/>
            <p:cNvSpPr/>
            <p:nvPr/>
          </p:nvSpPr>
          <p:spPr>
            <a:xfrm>
              <a:off x="2685791" y="326954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8" name="rc718"/>
            <p:cNvSpPr/>
            <p:nvPr/>
          </p:nvSpPr>
          <p:spPr>
            <a:xfrm>
              <a:off x="3189046" y="326954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9" name="rc719"/>
            <p:cNvSpPr/>
            <p:nvPr/>
          </p:nvSpPr>
          <p:spPr>
            <a:xfrm>
              <a:off x="3692300" y="326954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0" name="rc720"/>
            <p:cNvSpPr/>
            <p:nvPr/>
          </p:nvSpPr>
          <p:spPr>
            <a:xfrm>
              <a:off x="4195555" y="326954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1" name="rc721"/>
            <p:cNvSpPr/>
            <p:nvPr/>
          </p:nvSpPr>
          <p:spPr>
            <a:xfrm>
              <a:off x="4698810" y="326954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2" name="rc722"/>
            <p:cNvSpPr/>
            <p:nvPr/>
          </p:nvSpPr>
          <p:spPr>
            <a:xfrm>
              <a:off x="5202065" y="326954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3" name="rc723"/>
            <p:cNvSpPr/>
            <p:nvPr/>
          </p:nvSpPr>
          <p:spPr>
            <a:xfrm>
              <a:off x="5705319" y="3269543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4" name="rc724"/>
            <p:cNvSpPr/>
            <p:nvPr/>
          </p:nvSpPr>
          <p:spPr>
            <a:xfrm>
              <a:off x="6208574" y="326954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5" name="rc725"/>
            <p:cNvSpPr/>
            <p:nvPr/>
          </p:nvSpPr>
          <p:spPr>
            <a:xfrm>
              <a:off x="1679281" y="323437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6" name="rc726"/>
            <p:cNvSpPr/>
            <p:nvPr/>
          </p:nvSpPr>
          <p:spPr>
            <a:xfrm>
              <a:off x="2182536" y="323437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7" name="rc727"/>
            <p:cNvSpPr/>
            <p:nvPr/>
          </p:nvSpPr>
          <p:spPr>
            <a:xfrm>
              <a:off x="2685791" y="323437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8" name="rc728"/>
            <p:cNvSpPr/>
            <p:nvPr/>
          </p:nvSpPr>
          <p:spPr>
            <a:xfrm>
              <a:off x="3189046" y="3234377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9" name="rc729"/>
            <p:cNvSpPr/>
            <p:nvPr/>
          </p:nvSpPr>
          <p:spPr>
            <a:xfrm>
              <a:off x="3692300" y="3234377"/>
              <a:ext cx="503254" cy="35166"/>
            </a:xfrm>
            <a:prstGeom prst="rect">
              <a:avLst/>
            </a:prstGeom>
            <a:solidFill>
              <a:srgbClr val="EE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0" name="rc730"/>
            <p:cNvSpPr/>
            <p:nvPr/>
          </p:nvSpPr>
          <p:spPr>
            <a:xfrm>
              <a:off x="4195555" y="323437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1" name="rc731"/>
            <p:cNvSpPr/>
            <p:nvPr/>
          </p:nvSpPr>
          <p:spPr>
            <a:xfrm>
              <a:off x="4698810" y="323437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2" name="rc732"/>
            <p:cNvSpPr/>
            <p:nvPr/>
          </p:nvSpPr>
          <p:spPr>
            <a:xfrm>
              <a:off x="5202065" y="323437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3" name="rc733"/>
            <p:cNvSpPr/>
            <p:nvPr/>
          </p:nvSpPr>
          <p:spPr>
            <a:xfrm>
              <a:off x="5705319" y="323437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4" name="rc734"/>
            <p:cNvSpPr/>
            <p:nvPr/>
          </p:nvSpPr>
          <p:spPr>
            <a:xfrm>
              <a:off x="6208574" y="323437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5" name="rc735"/>
            <p:cNvSpPr/>
            <p:nvPr/>
          </p:nvSpPr>
          <p:spPr>
            <a:xfrm>
              <a:off x="1679281" y="319921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6" name="rc736"/>
            <p:cNvSpPr/>
            <p:nvPr/>
          </p:nvSpPr>
          <p:spPr>
            <a:xfrm>
              <a:off x="2182536" y="319921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7" name="rc737"/>
            <p:cNvSpPr/>
            <p:nvPr/>
          </p:nvSpPr>
          <p:spPr>
            <a:xfrm>
              <a:off x="2685791" y="319921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8" name="rc738"/>
            <p:cNvSpPr/>
            <p:nvPr/>
          </p:nvSpPr>
          <p:spPr>
            <a:xfrm>
              <a:off x="3189046" y="319921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9" name="rc739"/>
            <p:cNvSpPr/>
            <p:nvPr/>
          </p:nvSpPr>
          <p:spPr>
            <a:xfrm>
              <a:off x="3692300" y="319921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0" name="rc740"/>
            <p:cNvSpPr/>
            <p:nvPr/>
          </p:nvSpPr>
          <p:spPr>
            <a:xfrm>
              <a:off x="4195555" y="319921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1" name="rc741"/>
            <p:cNvSpPr/>
            <p:nvPr/>
          </p:nvSpPr>
          <p:spPr>
            <a:xfrm>
              <a:off x="4698810" y="319921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2" name="rc742"/>
            <p:cNvSpPr/>
            <p:nvPr/>
          </p:nvSpPr>
          <p:spPr>
            <a:xfrm>
              <a:off x="5202065" y="3199211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3" name="rc743"/>
            <p:cNvSpPr/>
            <p:nvPr/>
          </p:nvSpPr>
          <p:spPr>
            <a:xfrm>
              <a:off x="5705319" y="319921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4" name="rc744"/>
            <p:cNvSpPr/>
            <p:nvPr/>
          </p:nvSpPr>
          <p:spPr>
            <a:xfrm>
              <a:off x="6208574" y="319921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5" name="rc745"/>
            <p:cNvSpPr/>
            <p:nvPr/>
          </p:nvSpPr>
          <p:spPr>
            <a:xfrm>
              <a:off x="1679281" y="316404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6" name="rc746"/>
            <p:cNvSpPr/>
            <p:nvPr/>
          </p:nvSpPr>
          <p:spPr>
            <a:xfrm>
              <a:off x="2182536" y="316404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7" name="rc747"/>
            <p:cNvSpPr/>
            <p:nvPr/>
          </p:nvSpPr>
          <p:spPr>
            <a:xfrm>
              <a:off x="2685791" y="316404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8" name="rc748"/>
            <p:cNvSpPr/>
            <p:nvPr/>
          </p:nvSpPr>
          <p:spPr>
            <a:xfrm>
              <a:off x="3189046" y="3164045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9" name="rc749"/>
            <p:cNvSpPr/>
            <p:nvPr/>
          </p:nvSpPr>
          <p:spPr>
            <a:xfrm>
              <a:off x="3692300" y="316404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0" name="rc750"/>
            <p:cNvSpPr/>
            <p:nvPr/>
          </p:nvSpPr>
          <p:spPr>
            <a:xfrm>
              <a:off x="4195555" y="316404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1" name="rc751"/>
            <p:cNvSpPr/>
            <p:nvPr/>
          </p:nvSpPr>
          <p:spPr>
            <a:xfrm>
              <a:off x="4698810" y="316404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2" name="rc752"/>
            <p:cNvSpPr/>
            <p:nvPr/>
          </p:nvSpPr>
          <p:spPr>
            <a:xfrm>
              <a:off x="5202065" y="316404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3" name="rc753"/>
            <p:cNvSpPr/>
            <p:nvPr/>
          </p:nvSpPr>
          <p:spPr>
            <a:xfrm>
              <a:off x="5705319" y="316404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4" name="rc754"/>
            <p:cNvSpPr/>
            <p:nvPr/>
          </p:nvSpPr>
          <p:spPr>
            <a:xfrm>
              <a:off x="6208574" y="316404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5" name="rc755"/>
            <p:cNvSpPr/>
            <p:nvPr/>
          </p:nvSpPr>
          <p:spPr>
            <a:xfrm>
              <a:off x="1679281" y="312887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6" name="rc756"/>
            <p:cNvSpPr/>
            <p:nvPr/>
          </p:nvSpPr>
          <p:spPr>
            <a:xfrm>
              <a:off x="2182536" y="312887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7" name="rc757"/>
            <p:cNvSpPr/>
            <p:nvPr/>
          </p:nvSpPr>
          <p:spPr>
            <a:xfrm>
              <a:off x="2685791" y="312887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8" name="rc758"/>
            <p:cNvSpPr/>
            <p:nvPr/>
          </p:nvSpPr>
          <p:spPr>
            <a:xfrm>
              <a:off x="3189046" y="312887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9" name="rc759"/>
            <p:cNvSpPr/>
            <p:nvPr/>
          </p:nvSpPr>
          <p:spPr>
            <a:xfrm>
              <a:off x="3692300" y="3128879"/>
              <a:ext cx="503254" cy="35166"/>
            </a:xfrm>
            <a:prstGeom prst="rect">
              <a:avLst/>
            </a:prstGeom>
            <a:solidFill>
              <a:srgbClr val="F4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0" name="rc760"/>
            <p:cNvSpPr/>
            <p:nvPr/>
          </p:nvSpPr>
          <p:spPr>
            <a:xfrm>
              <a:off x="4195555" y="312887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1" name="rc761"/>
            <p:cNvSpPr/>
            <p:nvPr/>
          </p:nvSpPr>
          <p:spPr>
            <a:xfrm>
              <a:off x="4698810" y="312887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2" name="rc762"/>
            <p:cNvSpPr/>
            <p:nvPr/>
          </p:nvSpPr>
          <p:spPr>
            <a:xfrm>
              <a:off x="5202065" y="312887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3" name="rc763"/>
            <p:cNvSpPr/>
            <p:nvPr/>
          </p:nvSpPr>
          <p:spPr>
            <a:xfrm>
              <a:off x="5705319" y="312887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4" name="rc764"/>
            <p:cNvSpPr/>
            <p:nvPr/>
          </p:nvSpPr>
          <p:spPr>
            <a:xfrm>
              <a:off x="6208574" y="312887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5" name="rc765"/>
            <p:cNvSpPr/>
            <p:nvPr/>
          </p:nvSpPr>
          <p:spPr>
            <a:xfrm>
              <a:off x="1679281" y="309371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6" name="rc766"/>
            <p:cNvSpPr/>
            <p:nvPr/>
          </p:nvSpPr>
          <p:spPr>
            <a:xfrm>
              <a:off x="2182536" y="309371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7" name="rc767"/>
            <p:cNvSpPr/>
            <p:nvPr/>
          </p:nvSpPr>
          <p:spPr>
            <a:xfrm>
              <a:off x="2685791" y="3093713"/>
              <a:ext cx="503254" cy="35166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8" name="rc768"/>
            <p:cNvSpPr/>
            <p:nvPr/>
          </p:nvSpPr>
          <p:spPr>
            <a:xfrm>
              <a:off x="3189046" y="309371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9" name="rc769"/>
            <p:cNvSpPr/>
            <p:nvPr/>
          </p:nvSpPr>
          <p:spPr>
            <a:xfrm>
              <a:off x="3692300" y="3093713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0" name="rc770"/>
            <p:cNvSpPr/>
            <p:nvPr/>
          </p:nvSpPr>
          <p:spPr>
            <a:xfrm>
              <a:off x="4195555" y="309371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1" name="rc771"/>
            <p:cNvSpPr/>
            <p:nvPr/>
          </p:nvSpPr>
          <p:spPr>
            <a:xfrm>
              <a:off x="4698810" y="309371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2" name="rc772"/>
            <p:cNvSpPr/>
            <p:nvPr/>
          </p:nvSpPr>
          <p:spPr>
            <a:xfrm>
              <a:off x="5202065" y="3093713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3" name="rc773"/>
            <p:cNvSpPr/>
            <p:nvPr/>
          </p:nvSpPr>
          <p:spPr>
            <a:xfrm>
              <a:off x="5705319" y="309371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4" name="rc774"/>
            <p:cNvSpPr/>
            <p:nvPr/>
          </p:nvSpPr>
          <p:spPr>
            <a:xfrm>
              <a:off x="6208574" y="309371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5" name="rc775"/>
            <p:cNvSpPr/>
            <p:nvPr/>
          </p:nvSpPr>
          <p:spPr>
            <a:xfrm>
              <a:off x="1679281" y="305854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6" name="rc776"/>
            <p:cNvSpPr/>
            <p:nvPr/>
          </p:nvSpPr>
          <p:spPr>
            <a:xfrm>
              <a:off x="2182536" y="305854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7" name="rc777"/>
            <p:cNvSpPr/>
            <p:nvPr/>
          </p:nvSpPr>
          <p:spPr>
            <a:xfrm>
              <a:off x="2685791" y="305854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8" name="rc778"/>
            <p:cNvSpPr/>
            <p:nvPr/>
          </p:nvSpPr>
          <p:spPr>
            <a:xfrm>
              <a:off x="3189046" y="3058547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9" name="rc779"/>
            <p:cNvSpPr/>
            <p:nvPr/>
          </p:nvSpPr>
          <p:spPr>
            <a:xfrm>
              <a:off x="3692300" y="305854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0" name="rc780"/>
            <p:cNvSpPr/>
            <p:nvPr/>
          </p:nvSpPr>
          <p:spPr>
            <a:xfrm>
              <a:off x="4195555" y="305854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1" name="rc781"/>
            <p:cNvSpPr/>
            <p:nvPr/>
          </p:nvSpPr>
          <p:spPr>
            <a:xfrm>
              <a:off x="4698810" y="305854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2" name="rc782"/>
            <p:cNvSpPr/>
            <p:nvPr/>
          </p:nvSpPr>
          <p:spPr>
            <a:xfrm>
              <a:off x="5202065" y="305854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3" name="rc783"/>
            <p:cNvSpPr/>
            <p:nvPr/>
          </p:nvSpPr>
          <p:spPr>
            <a:xfrm>
              <a:off x="5705319" y="3058547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4" name="rc784"/>
            <p:cNvSpPr/>
            <p:nvPr/>
          </p:nvSpPr>
          <p:spPr>
            <a:xfrm>
              <a:off x="6208574" y="305854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5" name="rc785"/>
            <p:cNvSpPr/>
            <p:nvPr/>
          </p:nvSpPr>
          <p:spPr>
            <a:xfrm>
              <a:off x="1679281" y="302338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6" name="rc786"/>
            <p:cNvSpPr/>
            <p:nvPr/>
          </p:nvSpPr>
          <p:spPr>
            <a:xfrm>
              <a:off x="2182536" y="302338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7" name="rc787"/>
            <p:cNvSpPr/>
            <p:nvPr/>
          </p:nvSpPr>
          <p:spPr>
            <a:xfrm>
              <a:off x="2685791" y="302338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8" name="rc788"/>
            <p:cNvSpPr/>
            <p:nvPr/>
          </p:nvSpPr>
          <p:spPr>
            <a:xfrm>
              <a:off x="3189046" y="302338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9" name="rc789"/>
            <p:cNvSpPr/>
            <p:nvPr/>
          </p:nvSpPr>
          <p:spPr>
            <a:xfrm>
              <a:off x="3692300" y="302338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0" name="rc790"/>
            <p:cNvSpPr/>
            <p:nvPr/>
          </p:nvSpPr>
          <p:spPr>
            <a:xfrm>
              <a:off x="4195555" y="302338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1" name="rc791"/>
            <p:cNvSpPr/>
            <p:nvPr/>
          </p:nvSpPr>
          <p:spPr>
            <a:xfrm>
              <a:off x="4698810" y="302338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2" name="rc792"/>
            <p:cNvSpPr/>
            <p:nvPr/>
          </p:nvSpPr>
          <p:spPr>
            <a:xfrm>
              <a:off x="5202065" y="3023381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3" name="rc793"/>
            <p:cNvSpPr/>
            <p:nvPr/>
          </p:nvSpPr>
          <p:spPr>
            <a:xfrm>
              <a:off x="5705319" y="3023381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4" name="rc794"/>
            <p:cNvSpPr/>
            <p:nvPr/>
          </p:nvSpPr>
          <p:spPr>
            <a:xfrm>
              <a:off x="6208574" y="302338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5" name="rc795"/>
            <p:cNvSpPr/>
            <p:nvPr/>
          </p:nvSpPr>
          <p:spPr>
            <a:xfrm>
              <a:off x="1679281" y="298821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6" name="rc796"/>
            <p:cNvSpPr/>
            <p:nvPr/>
          </p:nvSpPr>
          <p:spPr>
            <a:xfrm>
              <a:off x="2182536" y="298821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7" name="rc797"/>
            <p:cNvSpPr/>
            <p:nvPr/>
          </p:nvSpPr>
          <p:spPr>
            <a:xfrm>
              <a:off x="2685791" y="298821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8" name="rc798"/>
            <p:cNvSpPr/>
            <p:nvPr/>
          </p:nvSpPr>
          <p:spPr>
            <a:xfrm>
              <a:off x="3189046" y="298821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9" name="rc799"/>
            <p:cNvSpPr/>
            <p:nvPr/>
          </p:nvSpPr>
          <p:spPr>
            <a:xfrm>
              <a:off x="3692300" y="2988215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0" name="rc800"/>
            <p:cNvSpPr/>
            <p:nvPr/>
          </p:nvSpPr>
          <p:spPr>
            <a:xfrm>
              <a:off x="4195555" y="298821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1" name="rc801"/>
            <p:cNvSpPr/>
            <p:nvPr/>
          </p:nvSpPr>
          <p:spPr>
            <a:xfrm>
              <a:off x="4698810" y="298821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2" name="rc802"/>
            <p:cNvSpPr/>
            <p:nvPr/>
          </p:nvSpPr>
          <p:spPr>
            <a:xfrm>
              <a:off x="5202065" y="298821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3" name="rc803"/>
            <p:cNvSpPr/>
            <p:nvPr/>
          </p:nvSpPr>
          <p:spPr>
            <a:xfrm>
              <a:off x="5705319" y="298821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4" name="rc804"/>
            <p:cNvSpPr/>
            <p:nvPr/>
          </p:nvSpPr>
          <p:spPr>
            <a:xfrm>
              <a:off x="6208574" y="298821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5" name="rc805"/>
            <p:cNvSpPr/>
            <p:nvPr/>
          </p:nvSpPr>
          <p:spPr>
            <a:xfrm>
              <a:off x="1679281" y="295304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6" name="rc806"/>
            <p:cNvSpPr/>
            <p:nvPr/>
          </p:nvSpPr>
          <p:spPr>
            <a:xfrm>
              <a:off x="2182536" y="2953049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7" name="rc807"/>
            <p:cNvSpPr/>
            <p:nvPr/>
          </p:nvSpPr>
          <p:spPr>
            <a:xfrm>
              <a:off x="2685791" y="295304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8" name="rc808"/>
            <p:cNvSpPr/>
            <p:nvPr/>
          </p:nvSpPr>
          <p:spPr>
            <a:xfrm>
              <a:off x="3189046" y="2953049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9" name="rc809"/>
            <p:cNvSpPr/>
            <p:nvPr/>
          </p:nvSpPr>
          <p:spPr>
            <a:xfrm>
              <a:off x="3692300" y="295304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0" name="rc810"/>
            <p:cNvSpPr/>
            <p:nvPr/>
          </p:nvSpPr>
          <p:spPr>
            <a:xfrm>
              <a:off x="4195555" y="295304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1" name="rc811"/>
            <p:cNvSpPr/>
            <p:nvPr/>
          </p:nvSpPr>
          <p:spPr>
            <a:xfrm>
              <a:off x="4698810" y="295304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2" name="rc812"/>
            <p:cNvSpPr/>
            <p:nvPr/>
          </p:nvSpPr>
          <p:spPr>
            <a:xfrm>
              <a:off x="5202065" y="295304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3" name="rc813"/>
            <p:cNvSpPr/>
            <p:nvPr/>
          </p:nvSpPr>
          <p:spPr>
            <a:xfrm>
              <a:off x="5705319" y="295304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4" name="rc814"/>
            <p:cNvSpPr/>
            <p:nvPr/>
          </p:nvSpPr>
          <p:spPr>
            <a:xfrm>
              <a:off x="6208574" y="295304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5" name="rc815"/>
            <p:cNvSpPr/>
            <p:nvPr/>
          </p:nvSpPr>
          <p:spPr>
            <a:xfrm>
              <a:off x="1679281" y="291788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6" name="rc816"/>
            <p:cNvSpPr/>
            <p:nvPr/>
          </p:nvSpPr>
          <p:spPr>
            <a:xfrm>
              <a:off x="2182536" y="291788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7" name="rc817"/>
            <p:cNvSpPr/>
            <p:nvPr/>
          </p:nvSpPr>
          <p:spPr>
            <a:xfrm>
              <a:off x="2685791" y="291788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8" name="rc818"/>
            <p:cNvSpPr/>
            <p:nvPr/>
          </p:nvSpPr>
          <p:spPr>
            <a:xfrm>
              <a:off x="3189046" y="291788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9" name="rc819"/>
            <p:cNvSpPr/>
            <p:nvPr/>
          </p:nvSpPr>
          <p:spPr>
            <a:xfrm>
              <a:off x="3692300" y="2917883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0" name="rc820"/>
            <p:cNvSpPr/>
            <p:nvPr/>
          </p:nvSpPr>
          <p:spPr>
            <a:xfrm>
              <a:off x="4195555" y="291788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1" name="rc821"/>
            <p:cNvSpPr/>
            <p:nvPr/>
          </p:nvSpPr>
          <p:spPr>
            <a:xfrm>
              <a:off x="4698810" y="291788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2" name="rc822"/>
            <p:cNvSpPr/>
            <p:nvPr/>
          </p:nvSpPr>
          <p:spPr>
            <a:xfrm>
              <a:off x="5202065" y="291788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3" name="rc823"/>
            <p:cNvSpPr/>
            <p:nvPr/>
          </p:nvSpPr>
          <p:spPr>
            <a:xfrm>
              <a:off x="5705319" y="291788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4" name="rc824"/>
            <p:cNvSpPr/>
            <p:nvPr/>
          </p:nvSpPr>
          <p:spPr>
            <a:xfrm>
              <a:off x="6208574" y="291788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5" name="rc825"/>
            <p:cNvSpPr/>
            <p:nvPr/>
          </p:nvSpPr>
          <p:spPr>
            <a:xfrm>
              <a:off x="1679281" y="288271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6" name="rc826"/>
            <p:cNvSpPr/>
            <p:nvPr/>
          </p:nvSpPr>
          <p:spPr>
            <a:xfrm>
              <a:off x="2182536" y="288271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7" name="rc827"/>
            <p:cNvSpPr/>
            <p:nvPr/>
          </p:nvSpPr>
          <p:spPr>
            <a:xfrm>
              <a:off x="2685791" y="2882717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8" name="rc828"/>
            <p:cNvSpPr/>
            <p:nvPr/>
          </p:nvSpPr>
          <p:spPr>
            <a:xfrm>
              <a:off x="3189046" y="2882717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9" name="rc829"/>
            <p:cNvSpPr/>
            <p:nvPr/>
          </p:nvSpPr>
          <p:spPr>
            <a:xfrm>
              <a:off x="3692300" y="2882717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0" name="rc830"/>
            <p:cNvSpPr/>
            <p:nvPr/>
          </p:nvSpPr>
          <p:spPr>
            <a:xfrm>
              <a:off x="4195555" y="288271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1" name="rc831"/>
            <p:cNvSpPr/>
            <p:nvPr/>
          </p:nvSpPr>
          <p:spPr>
            <a:xfrm>
              <a:off x="4698810" y="288271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2" name="rc832"/>
            <p:cNvSpPr/>
            <p:nvPr/>
          </p:nvSpPr>
          <p:spPr>
            <a:xfrm>
              <a:off x="5202065" y="288271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3" name="rc833"/>
            <p:cNvSpPr/>
            <p:nvPr/>
          </p:nvSpPr>
          <p:spPr>
            <a:xfrm>
              <a:off x="5705319" y="288271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4" name="rc834"/>
            <p:cNvSpPr/>
            <p:nvPr/>
          </p:nvSpPr>
          <p:spPr>
            <a:xfrm>
              <a:off x="6208574" y="288271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5" name="rc835"/>
            <p:cNvSpPr/>
            <p:nvPr/>
          </p:nvSpPr>
          <p:spPr>
            <a:xfrm>
              <a:off x="1679281" y="284755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6" name="rc836"/>
            <p:cNvSpPr/>
            <p:nvPr/>
          </p:nvSpPr>
          <p:spPr>
            <a:xfrm>
              <a:off x="2182536" y="284755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7" name="rc837"/>
            <p:cNvSpPr/>
            <p:nvPr/>
          </p:nvSpPr>
          <p:spPr>
            <a:xfrm>
              <a:off x="2685791" y="284755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8" name="rc838"/>
            <p:cNvSpPr/>
            <p:nvPr/>
          </p:nvSpPr>
          <p:spPr>
            <a:xfrm>
              <a:off x="3189046" y="2847551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9" name="rc839"/>
            <p:cNvSpPr/>
            <p:nvPr/>
          </p:nvSpPr>
          <p:spPr>
            <a:xfrm>
              <a:off x="3692300" y="284755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0" name="rc840"/>
            <p:cNvSpPr/>
            <p:nvPr/>
          </p:nvSpPr>
          <p:spPr>
            <a:xfrm>
              <a:off x="4195555" y="284755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1" name="rc841"/>
            <p:cNvSpPr/>
            <p:nvPr/>
          </p:nvSpPr>
          <p:spPr>
            <a:xfrm>
              <a:off x="4698810" y="284755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2" name="rc842"/>
            <p:cNvSpPr/>
            <p:nvPr/>
          </p:nvSpPr>
          <p:spPr>
            <a:xfrm>
              <a:off x="5202065" y="284755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3" name="rc843"/>
            <p:cNvSpPr/>
            <p:nvPr/>
          </p:nvSpPr>
          <p:spPr>
            <a:xfrm>
              <a:off x="5705319" y="284755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4" name="rc844"/>
            <p:cNvSpPr/>
            <p:nvPr/>
          </p:nvSpPr>
          <p:spPr>
            <a:xfrm>
              <a:off x="6208574" y="2847551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5" name="rc845"/>
            <p:cNvSpPr/>
            <p:nvPr/>
          </p:nvSpPr>
          <p:spPr>
            <a:xfrm>
              <a:off x="1679281" y="281238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6" name="rc846"/>
            <p:cNvSpPr/>
            <p:nvPr/>
          </p:nvSpPr>
          <p:spPr>
            <a:xfrm>
              <a:off x="2182536" y="281238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7" name="rc847"/>
            <p:cNvSpPr/>
            <p:nvPr/>
          </p:nvSpPr>
          <p:spPr>
            <a:xfrm>
              <a:off x="2685791" y="281238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8" name="rc848"/>
            <p:cNvSpPr/>
            <p:nvPr/>
          </p:nvSpPr>
          <p:spPr>
            <a:xfrm>
              <a:off x="3189046" y="281238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9" name="rc849"/>
            <p:cNvSpPr/>
            <p:nvPr/>
          </p:nvSpPr>
          <p:spPr>
            <a:xfrm>
              <a:off x="3692300" y="281238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0" name="rc850"/>
            <p:cNvSpPr/>
            <p:nvPr/>
          </p:nvSpPr>
          <p:spPr>
            <a:xfrm>
              <a:off x="4195555" y="2812385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1" name="rc851"/>
            <p:cNvSpPr/>
            <p:nvPr/>
          </p:nvSpPr>
          <p:spPr>
            <a:xfrm>
              <a:off x="4698810" y="281238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2" name="rc852"/>
            <p:cNvSpPr/>
            <p:nvPr/>
          </p:nvSpPr>
          <p:spPr>
            <a:xfrm>
              <a:off x="5202065" y="281238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3" name="rc853"/>
            <p:cNvSpPr/>
            <p:nvPr/>
          </p:nvSpPr>
          <p:spPr>
            <a:xfrm>
              <a:off x="5705319" y="281238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4" name="rc854"/>
            <p:cNvSpPr/>
            <p:nvPr/>
          </p:nvSpPr>
          <p:spPr>
            <a:xfrm>
              <a:off x="6208574" y="2812385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5" name="rc855"/>
            <p:cNvSpPr/>
            <p:nvPr/>
          </p:nvSpPr>
          <p:spPr>
            <a:xfrm>
              <a:off x="1679281" y="277721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6" name="rc856"/>
            <p:cNvSpPr/>
            <p:nvPr/>
          </p:nvSpPr>
          <p:spPr>
            <a:xfrm>
              <a:off x="2182536" y="277721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7" name="rc857"/>
            <p:cNvSpPr/>
            <p:nvPr/>
          </p:nvSpPr>
          <p:spPr>
            <a:xfrm>
              <a:off x="2685791" y="277721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8" name="rc858"/>
            <p:cNvSpPr/>
            <p:nvPr/>
          </p:nvSpPr>
          <p:spPr>
            <a:xfrm>
              <a:off x="3189046" y="2777219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9" name="rc859"/>
            <p:cNvSpPr/>
            <p:nvPr/>
          </p:nvSpPr>
          <p:spPr>
            <a:xfrm>
              <a:off x="3692300" y="277721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0" name="rc860"/>
            <p:cNvSpPr/>
            <p:nvPr/>
          </p:nvSpPr>
          <p:spPr>
            <a:xfrm>
              <a:off x="4195555" y="277721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1" name="rc861"/>
            <p:cNvSpPr/>
            <p:nvPr/>
          </p:nvSpPr>
          <p:spPr>
            <a:xfrm>
              <a:off x="4698810" y="277721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2" name="rc862"/>
            <p:cNvSpPr/>
            <p:nvPr/>
          </p:nvSpPr>
          <p:spPr>
            <a:xfrm>
              <a:off x="5202065" y="277721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3" name="rc863"/>
            <p:cNvSpPr/>
            <p:nvPr/>
          </p:nvSpPr>
          <p:spPr>
            <a:xfrm>
              <a:off x="5705319" y="277721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4" name="rc864"/>
            <p:cNvSpPr/>
            <p:nvPr/>
          </p:nvSpPr>
          <p:spPr>
            <a:xfrm>
              <a:off x="6208574" y="2777219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5" name="rc865"/>
            <p:cNvSpPr/>
            <p:nvPr/>
          </p:nvSpPr>
          <p:spPr>
            <a:xfrm>
              <a:off x="1679281" y="274205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6" name="rc866"/>
            <p:cNvSpPr/>
            <p:nvPr/>
          </p:nvSpPr>
          <p:spPr>
            <a:xfrm>
              <a:off x="2182536" y="274205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7" name="rc867"/>
            <p:cNvSpPr/>
            <p:nvPr/>
          </p:nvSpPr>
          <p:spPr>
            <a:xfrm>
              <a:off x="2685791" y="274205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8" name="rc868"/>
            <p:cNvSpPr/>
            <p:nvPr/>
          </p:nvSpPr>
          <p:spPr>
            <a:xfrm>
              <a:off x="3189046" y="274205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9" name="rc869"/>
            <p:cNvSpPr/>
            <p:nvPr/>
          </p:nvSpPr>
          <p:spPr>
            <a:xfrm>
              <a:off x="3692300" y="274205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0" name="rc870"/>
            <p:cNvSpPr/>
            <p:nvPr/>
          </p:nvSpPr>
          <p:spPr>
            <a:xfrm>
              <a:off x="4195555" y="2742053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1" name="rc871"/>
            <p:cNvSpPr/>
            <p:nvPr/>
          </p:nvSpPr>
          <p:spPr>
            <a:xfrm>
              <a:off x="4698810" y="274205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2" name="rc872"/>
            <p:cNvSpPr/>
            <p:nvPr/>
          </p:nvSpPr>
          <p:spPr>
            <a:xfrm>
              <a:off x="5202065" y="274205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3" name="rc873"/>
            <p:cNvSpPr/>
            <p:nvPr/>
          </p:nvSpPr>
          <p:spPr>
            <a:xfrm>
              <a:off x="5705319" y="274205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4" name="rc874"/>
            <p:cNvSpPr/>
            <p:nvPr/>
          </p:nvSpPr>
          <p:spPr>
            <a:xfrm>
              <a:off x="6208574" y="2742053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5" name="rc875"/>
            <p:cNvSpPr/>
            <p:nvPr/>
          </p:nvSpPr>
          <p:spPr>
            <a:xfrm>
              <a:off x="1679281" y="270688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6" name="rc876"/>
            <p:cNvSpPr/>
            <p:nvPr/>
          </p:nvSpPr>
          <p:spPr>
            <a:xfrm>
              <a:off x="2182536" y="270688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7" name="rc877"/>
            <p:cNvSpPr/>
            <p:nvPr/>
          </p:nvSpPr>
          <p:spPr>
            <a:xfrm>
              <a:off x="2685791" y="270688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8" name="rc878"/>
            <p:cNvSpPr/>
            <p:nvPr/>
          </p:nvSpPr>
          <p:spPr>
            <a:xfrm>
              <a:off x="3189046" y="270688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9" name="rc879"/>
            <p:cNvSpPr/>
            <p:nvPr/>
          </p:nvSpPr>
          <p:spPr>
            <a:xfrm>
              <a:off x="3692300" y="270688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0" name="rc880"/>
            <p:cNvSpPr/>
            <p:nvPr/>
          </p:nvSpPr>
          <p:spPr>
            <a:xfrm>
              <a:off x="4195555" y="270688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1" name="rc881"/>
            <p:cNvSpPr/>
            <p:nvPr/>
          </p:nvSpPr>
          <p:spPr>
            <a:xfrm>
              <a:off x="4698810" y="270688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2" name="rc882"/>
            <p:cNvSpPr/>
            <p:nvPr/>
          </p:nvSpPr>
          <p:spPr>
            <a:xfrm>
              <a:off x="5202065" y="2706887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3" name="rc883"/>
            <p:cNvSpPr/>
            <p:nvPr/>
          </p:nvSpPr>
          <p:spPr>
            <a:xfrm>
              <a:off x="5705319" y="270688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4" name="rc884"/>
            <p:cNvSpPr/>
            <p:nvPr/>
          </p:nvSpPr>
          <p:spPr>
            <a:xfrm>
              <a:off x="6208574" y="2706887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5" name="rc885"/>
            <p:cNvSpPr/>
            <p:nvPr/>
          </p:nvSpPr>
          <p:spPr>
            <a:xfrm>
              <a:off x="1679281" y="26717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6" name="rc886"/>
            <p:cNvSpPr/>
            <p:nvPr/>
          </p:nvSpPr>
          <p:spPr>
            <a:xfrm>
              <a:off x="2182536" y="26717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7" name="rc887"/>
            <p:cNvSpPr/>
            <p:nvPr/>
          </p:nvSpPr>
          <p:spPr>
            <a:xfrm>
              <a:off x="2685791" y="26717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8" name="rc888"/>
            <p:cNvSpPr/>
            <p:nvPr/>
          </p:nvSpPr>
          <p:spPr>
            <a:xfrm>
              <a:off x="3189046" y="26717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9" name="rc889"/>
            <p:cNvSpPr/>
            <p:nvPr/>
          </p:nvSpPr>
          <p:spPr>
            <a:xfrm>
              <a:off x="3692300" y="2671720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0" name="rc890"/>
            <p:cNvSpPr/>
            <p:nvPr/>
          </p:nvSpPr>
          <p:spPr>
            <a:xfrm>
              <a:off x="4195555" y="26717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1" name="rc891"/>
            <p:cNvSpPr/>
            <p:nvPr/>
          </p:nvSpPr>
          <p:spPr>
            <a:xfrm>
              <a:off x="4698810" y="26717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2" name="rc892"/>
            <p:cNvSpPr/>
            <p:nvPr/>
          </p:nvSpPr>
          <p:spPr>
            <a:xfrm>
              <a:off x="5202065" y="26717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3" name="rc893"/>
            <p:cNvSpPr/>
            <p:nvPr/>
          </p:nvSpPr>
          <p:spPr>
            <a:xfrm>
              <a:off x="5705319" y="26717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4" name="rc894"/>
            <p:cNvSpPr/>
            <p:nvPr/>
          </p:nvSpPr>
          <p:spPr>
            <a:xfrm>
              <a:off x="6208574" y="267172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5" name="rc895"/>
            <p:cNvSpPr/>
            <p:nvPr/>
          </p:nvSpPr>
          <p:spPr>
            <a:xfrm>
              <a:off x="1679281" y="26365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6" name="rc896"/>
            <p:cNvSpPr/>
            <p:nvPr/>
          </p:nvSpPr>
          <p:spPr>
            <a:xfrm>
              <a:off x="2182536" y="26365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7" name="rc897"/>
            <p:cNvSpPr/>
            <p:nvPr/>
          </p:nvSpPr>
          <p:spPr>
            <a:xfrm>
              <a:off x="2685791" y="26365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8" name="rc898"/>
            <p:cNvSpPr/>
            <p:nvPr/>
          </p:nvSpPr>
          <p:spPr>
            <a:xfrm>
              <a:off x="3189046" y="26365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9" name="rc899"/>
            <p:cNvSpPr/>
            <p:nvPr/>
          </p:nvSpPr>
          <p:spPr>
            <a:xfrm>
              <a:off x="3692300" y="26365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0" name="rc900"/>
            <p:cNvSpPr/>
            <p:nvPr/>
          </p:nvSpPr>
          <p:spPr>
            <a:xfrm>
              <a:off x="4195555" y="26365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1" name="rc901"/>
            <p:cNvSpPr/>
            <p:nvPr/>
          </p:nvSpPr>
          <p:spPr>
            <a:xfrm>
              <a:off x="4698810" y="26365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2" name="rc902"/>
            <p:cNvSpPr/>
            <p:nvPr/>
          </p:nvSpPr>
          <p:spPr>
            <a:xfrm>
              <a:off x="5202065" y="2636554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3" name="rc903"/>
            <p:cNvSpPr/>
            <p:nvPr/>
          </p:nvSpPr>
          <p:spPr>
            <a:xfrm>
              <a:off x="5705319" y="26365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4" name="rc904"/>
            <p:cNvSpPr/>
            <p:nvPr/>
          </p:nvSpPr>
          <p:spPr>
            <a:xfrm>
              <a:off x="6208574" y="263655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5" name="rc905"/>
            <p:cNvSpPr/>
            <p:nvPr/>
          </p:nvSpPr>
          <p:spPr>
            <a:xfrm>
              <a:off x="1679281" y="26013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6" name="rc906"/>
            <p:cNvSpPr/>
            <p:nvPr/>
          </p:nvSpPr>
          <p:spPr>
            <a:xfrm>
              <a:off x="2182536" y="26013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7" name="rc907"/>
            <p:cNvSpPr/>
            <p:nvPr/>
          </p:nvSpPr>
          <p:spPr>
            <a:xfrm>
              <a:off x="2685791" y="26013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8" name="rc908"/>
            <p:cNvSpPr/>
            <p:nvPr/>
          </p:nvSpPr>
          <p:spPr>
            <a:xfrm>
              <a:off x="3189046" y="26013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9" name="rc909"/>
            <p:cNvSpPr/>
            <p:nvPr/>
          </p:nvSpPr>
          <p:spPr>
            <a:xfrm>
              <a:off x="3692300" y="26013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0" name="rc910"/>
            <p:cNvSpPr/>
            <p:nvPr/>
          </p:nvSpPr>
          <p:spPr>
            <a:xfrm>
              <a:off x="4195555" y="2601388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1" name="rc911"/>
            <p:cNvSpPr/>
            <p:nvPr/>
          </p:nvSpPr>
          <p:spPr>
            <a:xfrm>
              <a:off x="4698810" y="26013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2" name="rc912"/>
            <p:cNvSpPr/>
            <p:nvPr/>
          </p:nvSpPr>
          <p:spPr>
            <a:xfrm>
              <a:off x="5202065" y="26013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3" name="rc913"/>
            <p:cNvSpPr/>
            <p:nvPr/>
          </p:nvSpPr>
          <p:spPr>
            <a:xfrm>
              <a:off x="5705319" y="26013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4" name="rc914"/>
            <p:cNvSpPr/>
            <p:nvPr/>
          </p:nvSpPr>
          <p:spPr>
            <a:xfrm>
              <a:off x="6208574" y="260138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5" name="rc915"/>
            <p:cNvSpPr/>
            <p:nvPr/>
          </p:nvSpPr>
          <p:spPr>
            <a:xfrm>
              <a:off x="1679281" y="25662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6" name="rc916"/>
            <p:cNvSpPr/>
            <p:nvPr/>
          </p:nvSpPr>
          <p:spPr>
            <a:xfrm>
              <a:off x="2182536" y="25662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7" name="rc917"/>
            <p:cNvSpPr/>
            <p:nvPr/>
          </p:nvSpPr>
          <p:spPr>
            <a:xfrm>
              <a:off x="2685791" y="25662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8" name="rc918"/>
            <p:cNvSpPr/>
            <p:nvPr/>
          </p:nvSpPr>
          <p:spPr>
            <a:xfrm>
              <a:off x="3189046" y="25662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9" name="rc919"/>
            <p:cNvSpPr/>
            <p:nvPr/>
          </p:nvSpPr>
          <p:spPr>
            <a:xfrm>
              <a:off x="3692300" y="25662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0" name="rc920"/>
            <p:cNvSpPr/>
            <p:nvPr/>
          </p:nvSpPr>
          <p:spPr>
            <a:xfrm>
              <a:off x="4195555" y="25662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1" name="rc921"/>
            <p:cNvSpPr/>
            <p:nvPr/>
          </p:nvSpPr>
          <p:spPr>
            <a:xfrm>
              <a:off x="4698810" y="25662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2" name="rc922"/>
            <p:cNvSpPr/>
            <p:nvPr/>
          </p:nvSpPr>
          <p:spPr>
            <a:xfrm>
              <a:off x="5202065" y="25662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3" name="rc923"/>
            <p:cNvSpPr/>
            <p:nvPr/>
          </p:nvSpPr>
          <p:spPr>
            <a:xfrm>
              <a:off x="5705319" y="2566222"/>
              <a:ext cx="503254" cy="35166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4" name="rc924"/>
            <p:cNvSpPr/>
            <p:nvPr/>
          </p:nvSpPr>
          <p:spPr>
            <a:xfrm>
              <a:off x="6208574" y="256622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5" name="rc925"/>
            <p:cNvSpPr/>
            <p:nvPr/>
          </p:nvSpPr>
          <p:spPr>
            <a:xfrm>
              <a:off x="1679281" y="25310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6" name="rc926"/>
            <p:cNvSpPr/>
            <p:nvPr/>
          </p:nvSpPr>
          <p:spPr>
            <a:xfrm>
              <a:off x="2182536" y="25310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7" name="rc927"/>
            <p:cNvSpPr/>
            <p:nvPr/>
          </p:nvSpPr>
          <p:spPr>
            <a:xfrm>
              <a:off x="2685791" y="2531056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8" name="rc928"/>
            <p:cNvSpPr/>
            <p:nvPr/>
          </p:nvSpPr>
          <p:spPr>
            <a:xfrm>
              <a:off x="3189046" y="25310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9" name="rc929"/>
            <p:cNvSpPr/>
            <p:nvPr/>
          </p:nvSpPr>
          <p:spPr>
            <a:xfrm>
              <a:off x="3692300" y="25310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0" name="rc930"/>
            <p:cNvSpPr/>
            <p:nvPr/>
          </p:nvSpPr>
          <p:spPr>
            <a:xfrm>
              <a:off x="4195555" y="25310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1" name="rc931"/>
            <p:cNvSpPr/>
            <p:nvPr/>
          </p:nvSpPr>
          <p:spPr>
            <a:xfrm>
              <a:off x="4698810" y="25310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2" name="rc932"/>
            <p:cNvSpPr/>
            <p:nvPr/>
          </p:nvSpPr>
          <p:spPr>
            <a:xfrm>
              <a:off x="5202065" y="25310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3" name="rc933"/>
            <p:cNvSpPr/>
            <p:nvPr/>
          </p:nvSpPr>
          <p:spPr>
            <a:xfrm>
              <a:off x="5705319" y="25310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4" name="rc934"/>
            <p:cNvSpPr/>
            <p:nvPr/>
          </p:nvSpPr>
          <p:spPr>
            <a:xfrm>
              <a:off x="6208574" y="253105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5" name="rc935"/>
            <p:cNvSpPr/>
            <p:nvPr/>
          </p:nvSpPr>
          <p:spPr>
            <a:xfrm>
              <a:off x="1679281" y="24958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6" name="rc936"/>
            <p:cNvSpPr/>
            <p:nvPr/>
          </p:nvSpPr>
          <p:spPr>
            <a:xfrm>
              <a:off x="2182536" y="24958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7" name="rc937"/>
            <p:cNvSpPr/>
            <p:nvPr/>
          </p:nvSpPr>
          <p:spPr>
            <a:xfrm>
              <a:off x="2685791" y="24958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8" name="rc938"/>
            <p:cNvSpPr/>
            <p:nvPr/>
          </p:nvSpPr>
          <p:spPr>
            <a:xfrm>
              <a:off x="3189046" y="24958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9" name="rc939"/>
            <p:cNvSpPr/>
            <p:nvPr/>
          </p:nvSpPr>
          <p:spPr>
            <a:xfrm>
              <a:off x="3692300" y="24958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0" name="rc940"/>
            <p:cNvSpPr/>
            <p:nvPr/>
          </p:nvSpPr>
          <p:spPr>
            <a:xfrm>
              <a:off x="4195555" y="2495890"/>
              <a:ext cx="503254" cy="35166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1" name="rc941"/>
            <p:cNvSpPr/>
            <p:nvPr/>
          </p:nvSpPr>
          <p:spPr>
            <a:xfrm>
              <a:off x="4698810" y="24958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2" name="rc942"/>
            <p:cNvSpPr/>
            <p:nvPr/>
          </p:nvSpPr>
          <p:spPr>
            <a:xfrm>
              <a:off x="5202065" y="24958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3" name="rc943"/>
            <p:cNvSpPr/>
            <p:nvPr/>
          </p:nvSpPr>
          <p:spPr>
            <a:xfrm>
              <a:off x="5705319" y="24958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4" name="rc944"/>
            <p:cNvSpPr/>
            <p:nvPr/>
          </p:nvSpPr>
          <p:spPr>
            <a:xfrm>
              <a:off x="6208574" y="249589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5" name="rc945"/>
            <p:cNvSpPr/>
            <p:nvPr/>
          </p:nvSpPr>
          <p:spPr>
            <a:xfrm>
              <a:off x="1679281" y="24607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6" name="rc946"/>
            <p:cNvSpPr/>
            <p:nvPr/>
          </p:nvSpPr>
          <p:spPr>
            <a:xfrm>
              <a:off x="2182536" y="24607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7" name="rc947"/>
            <p:cNvSpPr/>
            <p:nvPr/>
          </p:nvSpPr>
          <p:spPr>
            <a:xfrm>
              <a:off x="2685791" y="24607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8" name="rc948"/>
            <p:cNvSpPr/>
            <p:nvPr/>
          </p:nvSpPr>
          <p:spPr>
            <a:xfrm>
              <a:off x="3189046" y="2460724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9" name="rc949"/>
            <p:cNvSpPr/>
            <p:nvPr/>
          </p:nvSpPr>
          <p:spPr>
            <a:xfrm>
              <a:off x="3692300" y="24607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0" name="rc950"/>
            <p:cNvSpPr/>
            <p:nvPr/>
          </p:nvSpPr>
          <p:spPr>
            <a:xfrm>
              <a:off x="4195555" y="24607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1" name="rc951"/>
            <p:cNvSpPr/>
            <p:nvPr/>
          </p:nvSpPr>
          <p:spPr>
            <a:xfrm>
              <a:off x="4698810" y="24607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2" name="rc952"/>
            <p:cNvSpPr/>
            <p:nvPr/>
          </p:nvSpPr>
          <p:spPr>
            <a:xfrm>
              <a:off x="5202065" y="24607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3" name="rc953"/>
            <p:cNvSpPr/>
            <p:nvPr/>
          </p:nvSpPr>
          <p:spPr>
            <a:xfrm>
              <a:off x="5705319" y="24607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4" name="rc954"/>
            <p:cNvSpPr/>
            <p:nvPr/>
          </p:nvSpPr>
          <p:spPr>
            <a:xfrm>
              <a:off x="6208574" y="246072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5" name="rc955"/>
            <p:cNvSpPr/>
            <p:nvPr/>
          </p:nvSpPr>
          <p:spPr>
            <a:xfrm>
              <a:off x="1679281" y="2425558"/>
              <a:ext cx="503254" cy="35166"/>
            </a:xfrm>
            <a:prstGeom prst="rect">
              <a:avLst/>
            </a:prstGeom>
            <a:solidFill>
              <a:srgbClr val="9FA6F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6" name="rc956"/>
            <p:cNvSpPr/>
            <p:nvPr/>
          </p:nvSpPr>
          <p:spPr>
            <a:xfrm>
              <a:off x="2182536" y="2425558"/>
              <a:ext cx="503254" cy="35166"/>
            </a:xfrm>
            <a:prstGeom prst="rect">
              <a:avLst/>
            </a:prstGeom>
            <a:solidFill>
              <a:srgbClr val="3E406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7" name="rc957"/>
            <p:cNvSpPr/>
            <p:nvPr/>
          </p:nvSpPr>
          <p:spPr>
            <a:xfrm>
              <a:off x="2685791" y="2425558"/>
              <a:ext cx="503254" cy="35166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8" name="rc958"/>
            <p:cNvSpPr/>
            <p:nvPr/>
          </p:nvSpPr>
          <p:spPr>
            <a:xfrm>
              <a:off x="3189046" y="2425558"/>
              <a:ext cx="503254" cy="35166"/>
            </a:xfrm>
            <a:prstGeom prst="rect">
              <a:avLst/>
            </a:prstGeom>
            <a:solidFill>
              <a:srgbClr val="23253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9" name="rc959"/>
            <p:cNvSpPr/>
            <p:nvPr/>
          </p:nvSpPr>
          <p:spPr>
            <a:xfrm>
              <a:off x="3692300" y="2425558"/>
              <a:ext cx="503254" cy="35166"/>
            </a:xfrm>
            <a:prstGeom prst="rect">
              <a:avLst/>
            </a:prstGeom>
            <a:solidFill>
              <a:srgbClr val="3D406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0" name="rc960"/>
            <p:cNvSpPr/>
            <p:nvPr/>
          </p:nvSpPr>
          <p:spPr>
            <a:xfrm>
              <a:off x="4195555" y="2425558"/>
              <a:ext cx="503254" cy="35166"/>
            </a:xfrm>
            <a:prstGeom prst="rect">
              <a:avLst/>
            </a:prstGeom>
            <a:solidFill>
              <a:srgbClr val="7A80D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1" name="rc961"/>
            <p:cNvSpPr/>
            <p:nvPr/>
          </p:nvSpPr>
          <p:spPr>
            <a:xfrm>
              <a:off x="4698810" y="2425558"/>
              <a:ext cx="503254" cy="35166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2" name="rc962"/>
            <p:cNvSpPr/>
            <p:nvPr/>
          </p:nvSpPr>
          <p:spPr>
            <a:xfrm>
              <a:off x="5202065" y="2425558"/>
              <a:ext cx="503254" cy="35166"/>
            </a:xfrm>
            <a:prstGeom prst="rect">
              <a:avLst/>
            </a:prstGeom>
            <a:solidFill>
              <a:srgbClr val="ABB3F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3" name="rc963"/>
            <p:cNvSpPr/>
            <p:nvPr/>
          </p:nvSpPr>
          <p:spPr>
            <a:xfrm>
              <a:off x="5705319" y="2425558"/>
              <a:ext cx="503254" cy="35166"/>
            </a:xfrm>
            <a:prstGeom prst="rect">
              <a:avLst/>
            </a:prstGeom>
            <a:solidFill>
              <a:srgbClr val="B2BA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4" name="rc964"/>
            <p:cNvSpPr/>
            <p:nvPr/>
          </p:nvSpPr>
          <p:spPr>
            <a:xfrm>
              <a:off x="6208574" y="2425558"/>
              <a:ext cx="503254" cy="35166"/>
            </a:xfrm>
            <a:prstGeom prst="rect">
              <a:avLst/>
            </a:prstGeom>
            <a:solidFill>
              <a:srgbClr val="ADB5F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5" name="rc965"/>
            <p:cNvSpPr/>
            <p:nvPr/>
          </p:nvSpPr>
          <p:spPr>
            <a:xfrm>
              <a:off x="1679281" y="23903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6" name="rc966"/>
            <p:cNvSpPr/>
            <p:nvPr/>
          </p:nvSpPr>
          <p:spPr>
            <a:xfrm>
              <a:off x="2182536" y="23903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7" name="rc967"/>
            <p:cNvSpPr/>
            <p:nvPr/>
          </p:nvSpPr>
          <p:spPr>
            <a:xfrm>
              <a:off x="2685791" y="23903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8" name="rc968"/>
            <p:cNvSpPr/>
            <p:nvPr/>
          </p:nvSpPr>
          <p:spPr>
            <a:xfrm>
              <a:off x="3189046" y="23903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9" name="rc969"/>
            <p:cNvSpPr/>
            <p:nvPr/>
          </p:nvSpPr>
          <p:spPr>
            <a:xfrm>
              <a:off x="3692300" y="23903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0" name="rc970"/>
            <p:cNvSpPr/>
            <p:nvPr/>
          </p:nvSpPr>
          <p:spPr>
            <a:xfrm>
              <a:off x="4195555" y="2390392"/>
              <a:ext cx="503254" cy="35166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1" name="rc971"/>
            <p:cNvSpPr/>
            <p:nvPr/>
          </p:nvSpPr>
          <p:spPr>
            <a:xfrm>
              <a:off x="4698810" y="23903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2" name="rc972"/>
            <p:cNvSpPr/>
            <p:nvPr/>
          </p:nvSpPr>
          <p:spPr>
            <a:xfrm>
              <a:off x="5202065" y="23903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3" name="rc973"/>
            <p:cNvSpPr/>
            <p:nvPr/>
          </p:nvSpPr>
          <p:spPr>
            <a:xfrm>
              <a:off x="5705319" y="23903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4" name="rc974"/>
            <p:cNvSpPr/>
            <p:nvPr/>
          </p:nvSpPr>
          <p:spPr>
            <a:xfrm>
              <a:off x="6208574" y="239039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5" name="rc975"/>
            <p:cNvSpPr/>
            <p:nvPr/>
          </p:nvSpPr>
          <p:spPr>
            <a:xfrm>
              <a:off x="1679281" y="23552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6" name="rc976"/>
            <p:cNvSpPr/>
            <p:nvPr/>
          </p:nvSpPr>
          <p:spPr>
            <a:xfrm>
              <a:off x="2182536" y="23552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7" name="rc977"/>
            <p:cNvSpPr/>
            <p:nvPr/>
          </p:nvSpPr>
          <p:spPr>
            <a:xfrm>
              <a:off x="2685791" y="23552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8" name="rc978"/>
            <p:cNvSpPr/>
            <p:nvPr/>
          </p:nvSpPr>
          <p:spPr>
            <a:xfrm>
              <a:off x="3189046" y="23552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9" name="rc979"/>
            <p:cNvSpPr/>
            <p:nvPr/>
          </p:nvSpPr>
          <p:spPr>
            <a:xfrm>
              <a:off x="3692300" y="23552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0" name="rc980"/>
            <p:cNvSpPr/>
            <p:nvPr/>
          </p:nvSpPr>
          <p:spPr>
            <a:xfrm>
              <a:off x="4195555" y="23552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1" name="rc981"/>
            <p:cNvSpPr/>
            <p:nvPr/>
          </p:nvSpPr>
          <p:spPr>
            <a:xfrm>
              <a:off x="4698810" y="2355226"/>
              <a:ext cx="503254" cy="35166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2" name="rc982"/>
            <p:cNvSpPr/>
            <p:nvPr/>
          </p:nvSpPr>
          <p:spPr>
            <a:xfrm>
              <a:off x="5202065" y="23552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3" name="rc983"/>
            <p:cNvSpPr/>
            <p:nvPr/>
          </p:nvSpPr>
          <p:spPr>
            <a:xfrm>
              <a:off x="5705319" y="23552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4" name="rc984"/>
            <p:cNvSpPr/>
            <p:nvPr/>
          </p:nvSpPr>
          <p:spPr>
            <a:xfrm>
              <a:off x="6208574" y="235522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5" name="rc985"/>
            <p:cNvSpPr/>
            <p:nvPr/>
          </p:nvSpPr>
          <p:spPr>
            <a:xfrm>
              <a:off x="1679281" y="23200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6" name="rc986"/>
            <p:cNvSpPr/>
            <p:nvPr/>
          </p:nvSpPr>
          <p:spPr>
            <a:xfrm>
              <a:off x="2182536" y="23200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7" name="rc987"/>
            <p:cNvSpPr/>
            <p:nvPr/>
          </p:nvSpPr>
          <p:spPr>
            <a:xfrm>
              <a:off x="2685791" y="23200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8" name="rc988"/>
            <p:cNvSpPr/>
            <p:nvPr/>
          </p:nvSpPr>
          <p:spPr>
            <a:xfrm>
              <a:off x="3189046" y="2320060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9" name="rc989"/>
            <p:cNvSpPr/>
            <p:nvPr/>
          </p:nvSpPr>
          <p:spPr>
            <a:xfrm>
              <a:off x="3692300" y="23200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0" name="rc990"/>
            <p:cNvSpPr/>
            <p:nvPr/>
          </p:nvSpPr>
          <p:spPr>
            <a:xfrm>
              <a:off x="4195555" y="23200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1" name="rc991"/>
            <p:cNvSpPr/>
            <p:nvPr/>
          </p:nvSpPr>
          <p:spPr>
            <a:xfrm>
              <a:off x="4698810" y="23200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2" name="rc992"/>
            <p:cNvSpPr/>
            <p:nvPr/>
          </p:nvSpPr>
          <p:spPr>
            <a:xfrm>
              <a:off x="5202065" y="23200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3" name="rc993"/>
            <p:cNvSpPr/>
            <p:nvPr/>
          </p:nvSpPr>
          <p:spPr>
            <a:xfrm>
              <a:off x="5705319" y="23200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4" name="rc994"/>
            <p:cNvSpPr/>
            <p:nvPr/>
          </p:nvSpPr>
          <p:spPr>
            <a:xfrm>
              <a:off x="6208574" y="232006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5" name="rc995"/>
            <p:cNvSpPr/>
            <p:nvPr/>
          </p:nvSpPr>
          <p:spPr>
            <a:xfrm>
              <a:off x="1679281" y="22848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6" name="rc996"/>
            <p:cNvSpPr/>
            <p:nvPr/>
          </p:nvSpPr>
          <p:spPr>
            <a:xfrm>
              <a:off x="2182536" y="22848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7" name="rc997"/>
            <p:cNvSpPr/>
            <p:nvPr/>
          </p:nvSpPr>
          <p:spPr>
            <a:xfrm>
              <a:off x="2685791" y="22848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8" name="rc998"/>
            <p:cNvSpPr/>
            <p:nvPr/>
          </p:nvSpPr>
          <p:spPr>
            <a:xfrm>
              <a:off x="3189046" y="22848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9" name="rc999"/>
            <p:cNvSpPr/>
            <p:nvPr/>
          </p:nvSpPr>
          <p:spPr>
            <a:xfrm>
              <a:off x="3692300" y="2284894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0" name="rc1000"/>
            <p:cNvSpPr/>
            <p:nvPr/>
          </p:nvSpPr>
          <p:spPr>
            <a:xfrm>
              <a:off x="4195555" y="22848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1" name="rc1001"/>
            <p:cNvSpPr/>
            <p:nvPr/>
          </p:nvSpPr>
          <p:spPr>
            <a:xfrm>
              <a:off x="4698810" y="22848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2" name="rc1002"/>
            <p:cNvSpPr/>
            <p:nvPr/>
          </p:nvSpPr>
          <p:spPr>
            <a:xfrm>
              <a:off x="5202065" y="22848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3" name="rc1003"/>
            <p:cNvSpPr/>
            <p:nvPr/>
          </p:nvSpPr>
          <p:spPr>
            <a:xfrm>
              <a:off x="5705319" y="22848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4" name="rc1004"/>
            <p:cNvSpPr/>
            <p:nvPr/>
          </p:nvSpPr>
          <p:spPr>
            <a:xfrm>
              <a:off x="6208574" y="228489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5" name="rc1005"/>
            <p:cNvSpPr/>
            <p:nvPr/>
          </p:nvSpPr>
          <p:spPr>
            <a:xfrm>
              <a:off x="1679281" y="22497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6" name="rc1006"/>
            <p:cNvSpPr/>
            <p:nvPr/>
          </p:nvSpPr>
          <p:spPr>
            <a:xfrm>
              <a:off x="2182536" y="22497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7" name="rc1007"/>
            <p:cNvSpPr/>
            <p:nvPr/>
          </p:nvSpPr>
          <p:spPr>
            <a:xfrm>
              <a:off x="2685791" y="22497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8" name="rc1008"/>
            <p:cNvSpPr/>
            <p:nvPr/>
          </p:nvSpPr>
          <p:spPr>
            <a:xfrm>
              <a:off x="3189046" y="22497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9" name="rc1009"/>
            <p:cNvSpPr/>
            <p:nvPr/>
          </p:nvSpPr>
          <p:spPr>
            <a:xfrm>
              <a:off x="3692300" y="22497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0" name="rc1010"/>
            <p:cNvSpPr/>
            <p:nvPr/>
          </p:nvSpPr>
          <p:spPr>
            <a:xfrm>
              <a:off x="4195555" y="22497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1" name="rc1011"/>
            <p:cNvSpPr/>
            <p:nvPr/>
          </p:nvSpPr>
          <p:spPr>
            <a:xfrm>
              <a:off x="4698810" y="22497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2" name="rc1012"/>
            <p:cNvSpPr/>
            <p:nvPr/>
          </p:nvSpPr>
          <p:spPr>
            <a:xfrm>
              <a:off x="5202065" y="22497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3" name="rc1013"/>
            <p:cNvSpPr/>
            <p:nvPr/>
          </p:nvSpPr>
          <p:spPr>
            <a:xfrm>
              <a:off x="5705319" y="2249728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4" name="rc1014"/>
            <p:cNvSpPr/>
            <p:nvPr/>
          </p:nvSpPr>
          <p:spPr>
            <a:xfrm>
              <a:off x="6208574" y="224972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5" name="rc1015"/>
            <p:cNvSpPr/>
            <p:nvPr/>
          </p:nvSpPr>
          <p:spPr>
            <a:xfrm>
              <a:off x="1679281" y="22145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6" name="rc1016"/>
            <p:cNvSpPr/>
            <p:nvPr/>
          </p:nvSpPr>
          <p:spPr>
            <a:xfrm>
              <a:off x="2182536" y="22145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7" name="rc1017"/>
            <p:cNvSpPr/>
            <p:nvPr/>
          </p:nvSpPr>
          <p:spPr>
            <a:xfrm>
              <a:off x="2685791" y="22145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8" name="rc1018"/>
            <p:cNvSpPr/>
            <p:nvPr/>
          </p:nvSpPr>
          <p:spPr>
            <a:xfrm>
              <a:off x="3189046" y="22145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9" name="rc1019"/>
            <p:cNvSpPr/>
            <p:nvPr/>
          </p:nvSpPr>
          <p:spPr>
            <a:xfrm>
              <a:off x="3692300" y="22145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0" name="rc1020"/>
            <p:cNvSpPr/>
            <p:nvPr/>
          </p:nvSpPr>
          <p:spPr>
            <a:xfrm>
              <a:off x="4195555" y="2214562"/>
              <a:ext cx="503254" cy="35166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1" name="rc1021"/>
            <p:cNvSpPr/>
            <p:nvPr/>
          </p:nvSpPr>
          <p:spPr>
            <a:xfrm>
              <a:off x="4698810" y="22145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2" name="rc1022"/>
            <p:cNvSpPr/>
            <p:nvPr/>
          </p:nvSpPr>
          <p:spPr>
            <a:xfrm>
              <a:off x="5202065" y="2214562"/>
              <a:ext cx="503254" cy="35166"/>
            </a:xfrm>
            <a:prstGeom prst="rect">
              <a:avLst/>
            </a:prstGeom>
            <a:solidFill>
              <a:srgbClr val="EE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3" name="rc1023"/>
            <p:cNvSpPr/>
            <p:nvPr/>
          </p:nvSpPr>
          <p:spPr>
            <a:xfrm>
              <a:off x="5705319" y="22145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4" name="rc1024"/>
            <p:cNvSpPr/>
            <p:nvPr/>
          </p:nvSpPr>
          <p:spPr>
            <a:xfrm>
              <a:off x="6208574" y="221456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5" name="rc1025"/>
            <p:cNvSpPr/>
            <p:nvPr/>
          </p:nvSpPr>
          <p:spPr>
            <a:xfrm>
              <a:off x="1679281" y="21793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6" name="rc1026"/>
            <p:cNvSpPr/>
            <p:nvPr/>
          </p:nvSpPr>
          <p:spPr>
            <a:xfrm>
              <a:off x="2182536" y="21793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7" name="rc1027"/>
            <p:cNvSpPr/>
            <p:nvPr/>
          </p:nvSpPr>
          <p:spPr>
            <a:xfrm>
              <a:off x="2685791" y="21793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8" name="rc1028"/>
            <p:cNvSpPr/>
            <p:nvPr/>
          </p:nvSpPr>
          <p:spPr>
            <a:xfrm>
              <a:off x="3189046" y="2179396"/>
              <a:ext cx="503254" cy="35166"/>
            </a:xfrm>
            <a:prstGeom prst="rect">
              <a:avLst/>
            </a:prstGeom>
            <a:solidFill>
              <a:srgbClr val="F0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9" name="rc1029"/>
            <p:cNvSpPr/>
            <p:nvPr/>
          </p:nvSpPr>
          <p:spPr>
            <a:xfrm>
              <a:off x="3692300" y="2179396"/>
              <a:ext cx="503254" cy="35166"/>
            </a:xfrm>
            <a:prstGeom prst="rect">
              <a:avLst/>
            </a:prstGeom>
            <a:solidFill>
              <a:srgbClr val="F4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0" name="rc1030"/>
            <p:cNvSpPr/>
            <p:nvPr/>
          </p:nvSpPr>
          <p:spPr>
            <a:xfrm>
              <a:off x="4195555" y="21793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1" name="rc1031"/>
            <p:cNvSpPr/>
            <p:nvPr/>
          </p:nvSpPr>
          <p:spPr>
            <a:xfrm>
              <a:off x="4698810" y="21793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2" name="rc1032"/>
            <p:cNvSpPr/>
            <p:nvPr/>
          </p:nvSpPr>
          <p:spPr>
            <a:xfrm>
              <a:off x="5202065" y="2179396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3" name="rc1033"/>
            <p:cNvSpPr/>
            <p:nvPr/>
          </p:nvSpPr>
          <p:spPr>
            <a:xfrm>
              <a:off x="5705319" y="21793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4" name="rc1034"/>
            <p:cNvSpPr/>
            <p:nvPr/>
          </p:nvSpPr>
          <p:spPr>
            <a:xfrm>
              <a:off x="6208574" y="217939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5" name="rc1035"/>
            <p:cNvSpPr/>
            <p:nvPr/>
          </p:nvSpPr>
          <p:spPr>
            <a:xfrm>
              <a:off x="1679281" y="21442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6" name="rc1036"/>
            <p:cNvSpPr/>
            <p:nvPr/>
          </p:nvSpPr>
          <p:spPr>
            <a:xfrm>
              <a:off x="2182536" y="21442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7" name="rc1037"/>
            <p:cNvSpPr/>
            <p:nvPr/>
          </p:nvSpPr>
          <p:spPr>
            <a:xfrm>
              <a:off x="2685791" y="21442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8" name="rc1038"/>
            <p:cNvSpPr/>
            <p:nvPr/>
          </p:nvSpPr>
          <p:spPr>
            <a:xfrm>
              <a:off x="3189046" y="2144230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9" name="rc1039"/>
            <p:cNvSpPr/>
            <p:nvPr/>
          </p:nvSpPr>
          <p:spPr>
            <a:xfrm>
              <a:off x="3692300" y="2144230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0" name="rc1040"/>
            <p:cNvSpPr/>
            <p:nvPr/>
          </p:nvSpPr>
          <p:spPr>
            <a:xfrm>
              <a:off x="4195555" y="21442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1" name="rc1041"/>
            <p:cNvSpPr/>
            <p:nvPr/>
          </p:nvSpPr>
          <p:spPr>
            <a:xfrm>
              <a:off x="4698810" y="21442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2" name="rc1042"/>
            <p:cNvSpPr/>
            <p:nvPr/>
          </p:nvSpPr>
          <p:spPr>
            <a:xfrm>
              <a:off x="5202065" y="21442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3" name="rc1043"/>
            <p:cNvSpPr/>
            <p:nvPr/>
          </p:nvSpPr>
          <p:spPr>
            <a:xfrm>
              <a:off x="5705319" y="21442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4" name="rc1044"/>
            <p:cNvSpPr/>
            <p:nvPr/>
          </p:nvSpPr>
          <p:spPr>
            <a:xfrm>
              <a:off x="6208574" y="214423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5" name="rc1045"/>
            <p:cNvSpPr/>
            <p:nvPr/>
          </p:nvSpPr>
          <p:spPr>
            <a:xfrm>
              <a:off x="1679281" y="21090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6" name="rc1046"/>
            <p:cNvSpPr/>
            <p:nvPr/>
          </p:nvSpPr>
          <p:spPr>
            <a:xfrm>
              <a:off x="2182536" y="21090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7" name="rc1047"/>
            <p:cNvSpPr/>
            <p:nvPr/>
          </p:nvSpPr>
          <p:spPr>
            <a:xfrm>
              <a:off x="2685791" y="21090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8" name="rc1048"/>
            <p:cNvSpPr/>
            <p:nvPr/>
          </p:nvSpPr>
          <p:spPr>
            <a:xfrm>
              <a:off x="3189046" y="2109064"/>
              <a:ext cx="503254" cy="35166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9" name="rc1049"/>
            <p:cNvSpPr/>
            <p:nvPr/>
          </p:nvSpPr>
          <p:spPr>
            <a:xfrm>
              <a:off x="3692300" y="21090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0" name="rc1050"/>
            <p:cNvSpPr/>
            <p:nvPr/>
          </p:nvSpPr>
          <p:spPr>
            <a:xfrm>
              <a:off x="4195555" y="21090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1" name="rc1051"/>
            <p:cNvSpPr/>
            <p:nvPr/>
          </p:nvSpPr>
          <p:spPr>
            <a:xfrm>
              <a:off x="4698810" y="21090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2" name="rc1052"/>
            <p:cNvSpPr/>
            <p:nvPr/>
          </p:nvSpPr>
          <p:spPr>
            <a:xfrm>
              <a:off x="5202065" y="21090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3" name="rc1053"/>
            <p:cNvSpPr/>
            <p:nvPr/>
          </p:nvSpPr>
          <p:spPr>
            <a:xfrm>
              <a:off x="5705319" y="21090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4" name="rc1054"/>
            <p:cNvSpPr/>
            <p:nvPr/>
          </p:nvSpPr>
          <p:spPr>
            <a:xfrm>
              <a:off x="6208574" y="210906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5" name="rc1055"/>
            <p:cNvSpPr/>
            <p:nvPr/>
          </p:nvSpPr>
          <p:spPr>
            <a:xfrm>
              <a:off x="1679281" y="207389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6" name="rc1056"/>
            <p:cNvSpPr/>
            <p:nvPr/>
          </p:nvSpPr>
          <p:spPr>
            <a:xfrm>
              <a:off x="2182536" y="207389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7" name="rc1057"/>
            <p:cNvSpPr/>
            <p:nvPr/>
          </p:nvSpPr>
          <p:spPr>
            <a:xfrm>
              <a:off x="2685791" y="2073898"/>
              <a:ext cx="503254" cy="35166"/>
            </a:xfrm>
            <a:prstGeom prst="rect">
              <a:avLst/>
            </a:prstGeom>
            <a:solidFill>
              <a:srgbClr val="F6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8" name="rc1058"/>
            <p:cNvSpPr/>
            <p:nvPr/>
          </p:nvSpPr>
          <p:spPr>
            <a:xfrm>
              <a:off x="3189046" y="2073898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9" name="rc1059"/>
            <p:cNvSpPr/>
            <p:nvPr/>
          </p:nvSpPr>
          <p:spPr>
            <a:xfrm>
              <a:off x="3692300" y="207389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0" name="rc1060"/>
            <p:cNvSpPr/>
            <p:nvPr/>
          </p:nvSpPr>
          <p:spPr>
            <a:xfrm>
              <a:off x="4195555" y="207389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1" name="rc1061"/>
            <p:cNvSpPr/>
            <p:nvPr/>
          </p:nvSpPr>
          <p:spPr>
            <a:xfrm>
              <a:off x="4698810" y="207389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2" name="rc1062"/>
            <p:cNvSpPr/>
            <p:nvPr/>
          </p:nvSpPr>
          <p:spPr>
            <a:xfrm>
              <a:off x="5202065" y="207389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3" name="rc1063"/>
            <p:cNvSpPr/>
            <p:nvPr/>
          </p:nvSpPr>
          <p:spPr>
            <a:xfrm>
              <a:off x="5705319" y="207389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4" name="rc1064"/>
            <p:cNvSpPr/>
            <p:nvPr/>
          </p:nvSpPr>
          <p:spPr>
            <a:xfrm>
              <a:off x="6208574" y="207389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5" name="rc1065"/>
            <p:cNvSpPr/>
            <p:nvPr/>
          </p:nvSpPr>
          <p:spPr>
            <a:xfrm>
              <a:off x="1679281" y="203873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6" name="rc1066"/>
            <p:cNvSpPr/>
            <p:nvPr/>
          </p:nvSpPr>
          <p:spPr>
            <a:xfrm>
              <a:off x="2182536" y="203873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7" name="rc1067"/>
            <p:cNvSpPr/>
            <p:nvPr/>
          </p:nvSpPr>
          <p:spPr>
            <a:xfrm>
              <a:off x="2685791" y="203873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8" name="rc1068"/>
            <p:cNvSpPr/>
            <p:nvPr/>
          </p:nvSpPr>
          <p:spPr>
            <a:xfrm>
              <a:off x="3189046" y="203873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9" name="rc1069"/>
            <p:cNvSpPr/>
            <p:nvPr/>
          </p:nvSpPr>
          <p:spPr>
            <a:xfrm>
              <a:off x="3692300" y="203873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0" name="rc1070"/>
            <p:cNvSpPr/>
            <p:nvPr/>
          </p:nvSpPr>
          <p:spPr>
            <a:xfrm>
              <a:off x="4195555" y="203873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1" name="rc1071"/>
            <p:cNvSpPr/>
            <p:nvPr/>
          </p:nvSpPr>
          <p:spPr>
            <a:xfrm>
              <a:off x="4698810" y="203873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2" name="rc1072"/>
            <p:cNvSpPr/>
            <p:nvPr/>
          </p:nvSpPr>
          <p:spPr>
            <a:xfrm>
              <a:off x="5202065" y="2038732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3" name="rc1073"/>
            <p:cNvSpPr/>
            <p:nvPr/>
          </p:nvSpPr>
          <p:spPr>
            <a:xfrm>
              <a:off x="5705319" y="203873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4" name="rc1074"/>
            <p:cNvSpPr/>
            <p:nvPr/>
          </p:nvSpPr>
          <p:spPr>
            <a:xfrm>
              <a:off x="6208574" y="2038732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5" name="rc1075"/>
            <p:cNvSpPr/>
            <p:nvPr/>
          </p:nvSpPr>
          <p:spPr>
            <a:xfrm>
              <a:off x="1679281" y="200356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6" name="rc1076"/>
            <p:cNvSpPr/>
            <p:nvPr/>
          </p:nvSpPr>
          <p:spPr>
            <a:xfrm>
              <a:off x="2182536" y="200356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7" name="rc1077"/>
            <p:cNvSpPr/>
            <p:nvPr/>
          </p:nvSpPr>
          <p:spPr>
            <a:xfrm>
              <a:off x="2685791" y="200356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8" name="rc1078"/>
            <p:cNvSpPr/>
            <p:nvPr/>
          </p:nvSpPr>
          <p:spPr>
            <a:xfrm>
              <a:off x="3189046" y="200356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9" name="rc1079"/>
            <p:cNvSpPr/>
            <p:nvPr/>
          </p:nvSpPr>
          <p:spPr>
            <a:xfrm>
              <a:off x="3692300" y="200356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0" name="rc1080"/>
            <p:cNvSpPr/>
            <p:nvPr/>
          </p:nvSpPr>
          <p:spPr>
            <a:xfrm>
              <a:off x="4195555" y="200356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1" name="rc1081"/>
            <p:cNvSpPr/>
            <p:nvPr/>
          </p:nvSpPr>
          <p:spPr>
            <a:xfrm>
              <a:off x="4698810" y="200356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2" name="rc1082"/>
            <p:cNvSpPr/>
            <p:nvPr/>
          </p:nvSpPr>
          <p:spPr>
            <a:xfrm>
              <a:off x="5202065" y="200356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3" name="rc1083"/>
            <p:cNvSpPr/>
            <p:nvPr/>
          </p:nvSpPr>
          <p:spPr>
            <a:xfrm>
              <a:off x="5705319" y="2003566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4" name="rc1084"/>
            <p:cNvSpPr/>
            <p:nvPr/>
          </p:nvSpPr>
          <p:spPr>
            <a:xfrm>
              <a:off x="6208574" y="2003566"/>
              <a:ext cx="503254" cy="35166"/>
            </a:xfrm>
            <a:prstGeom prst="rect">
              <a:avLst/>
            </a:prstGeom>
            <a:solidFill>
              <a:srgbClr val="ADB5F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5" name="rc1085"/>
            <p:cNvSpPr/>
            <p:nvPr/>
          </p:nvSpPr>
          <p:spPr>
            <a:xfrm>
              <a:off x="1679281" y="196840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6" name="rc1086"/>
            <p:cNvSpPr/>
            <p:nvPr/>
          </p:nvSpPr>
          <p:spPr>
            <a:xfrm>
              <a:off x="2182536" y="196840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7" name="rc1087"/>
            <p:cNvSpPr/>
            <p:nvPr/>
          </p:nvSpPr>
          <p:spPr>
            <a:xfrm>
              <a:off x="2685791" y="196840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8" name="rc1088"/>
            <p:cNvSpPr/>
            <p:nvPr/>
          </p:nvSpPr>
          <p:spPr>
            <a:xfrm>
              <a:off x="3189046" y="196840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9" name="rc1089"/>
            <p:cNvSpPr/>
            <p:nvPr/>
          </p:nvSpPr>
          <p:spPr>
            <a:xfrm>
              <a:off x="3692300" y="196840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0" name="rc1090"/>
            <p:cNvSpPr/>
            <p:nvPr/>
          </p:nvSpPr>
          <p:spPr>
            <a:xfrm>
              <a:off x="4195555" y="196840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1" name="rc1091"/>
            <p:cNvSpPr/>
            <p:nvPr/>
          </p:nvSpPr>
          <p:spPr>
            <a:xfrm>
              <a:off x="4698810" y="196840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2" name="rc1092"/>
            <p:cNvSpPr/>
            <p:nvPr/>
          </p:nvSpPr>
          <p:spPr>
            <a:xfrm>
              <a:off x="5202065" y="1968400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3" name="rc1093"/>
            <p:cNvSpPr/>
            <p:nvPr/>
          </p:nvSpPr>
          <p:spPr>
            <a:xfrm>
              <a:off x="5705319" y="1968400"/>
              <a:ext cx="503254" cy="35166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4" name="rc1094"/>
            <p:cNvSpPr/>
            <p:nvPr/>
          </p:nvSpPr>
          <p:spPr>
            <a:xfrm>
              <a:off x="6208574" y="1968400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5" name="rc1095"/>
            <p:cNvSpPr/>
            <p:nvPr/>
          </p:nvSpPr>
          <p:spPr>
            <a:xfrm>
              <a:off x="1679281" y="193323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6" name="rc1096"/>
            <p:cNvSpPr/>
            <p:nvPr/>
          </p:nvSpPr>
          <p:spPr>
            <a:xfrm>
              <a:off x="2182536" y="193323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7" name="rc1097"/>
            <p:cNvSpPr/>
            <p:nvPr/>
          </p:nvSpPr>
          <p:spPr>
            <a:xfrm>
              <a:off x="2685791" y="193323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8" name="rc1098"/>
            <p:cNvSpPr/>
            <p:nvPr/>
          </p:nvSpPr>
          <p:spPr>
            <a:xfrm>
              <a:off x="3189046" y="193323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9" name="rc1099"/>
            <p:cNvSpPr/>
            <p:nvPr/>
          </p:nvSpPr>
          <p:spPr>
            <a:xfrm>
              <a:off x="3692300" y="193323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0" name="rc1100"/>
            <p:cNvSpPr/>
            <p:nvPr/>
          </p:nvSpPr>
          <p:spPr>
            <a:xfrm>
              <a:off x="4195555" y="193323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1" name="rc1101"/>
            <p:cNvSpPr/>
            <p:nvPr/>
          </p:nvSpPr>
          <p:spPr>
            <a:xfrm>
              <a:off x="4698810" y="193323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2" name="rc1102"/>
            <p:cNvSpPr/>
            <p:nvPr/>
          </p:nvSpPr>
          <p:spPr>
            <a:xfrm>
              <a:off x="5202065" y="1933234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3" name="rc1103"/>
            <p:cNvSpPr/>
            <p:nvPr/>
          </p:nvSpPr>
          <p:spPr>
            <a:xfrm>
              <a:off x="5705319" y="193323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4" name="rc1104"/>
            <p:cNvSpPr/>
            <p:nvPr/>
          </p:nvSpPr>
          <p:spPr>
            <a:xfrm>
              <a:off x="6208574" y="1933234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5" name="rc1105"/>
            <p:cNvSpPr/>
            <p:nvPr/>
          </p:nvSpPr>
          <p:spPr>
            <a:xfrm>
              <a:off x="1679281" y="189806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6" name="rc1106"/>
            <p:cNvSpPr/>
            <p:nvPr/>
          </p:nvSpPr>
          <p:spPr>
            <a:xfrm>
              <a:off x="2182536" y="189806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7" name="rc1107"/>
            <p:cNvSpPr/>
            <p:nvPr/>
          </p:nvSpPr>
          <p:spPr>
            <a:xfrm>
              <a:off x="2685791" y="189806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8" name="rc1108"/>
            <p:cNvSpPr/>
            <p:nvPr/>
          </p:nvSpPr>
          <p:spPr>
            <a:xfrm>
              <a:off x="3189046" y="189806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9" name="rc1109"/>
            <p:cNvSpPr/>
            <p:nvPr/>
          </p:nvSpPr>
          <p:spPr>
            <a:xfrm>
              <a:off x="3692300" y="1898068"/>
              <a:ext cx="503254" cy="35166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0" name="rc1110"/>
            <p:cNvSpPr/>
            <p:nvPr/>
          </p:nvSpPr>
          <p:spPr>
            <a:xfrm>
              <a:off x="4195555" y="189806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1" name="rc1111"/>
            <p:cNvSpPr/>
            <p:nvPr/>
          </p:nvSpPr>
          <p:spPr>
            <a:xfrm>
              <a:off x="4698810" y="189806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2" name="rc1112"/>
            <p:cNvSpPr/>
            <p:nvPr/>
          </p:nvSpPr>
          <p:spPr>
            <a:xfrm>
              <a:off x="5202065" y="1898068"/>
              <a:ext cx="503254" cy="35166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3" name="rc1113"/>
            <p:cNvSpPr/>
            <p:nvPr/>
          </p:nvSpPr>
          <p:spPr>
            <a:xfrm>
              <a:off x="5705319" y="189806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4" name="rc1114"/>
            <p:cNvSpPr/>
            <p:nvPr/>
          </p:nvSpPr>
          <p:spPr>
            <a:xfrm>
              <a:off x="6208574" y="1898068"/>
              <a:ext cx="503254" cy="35166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5" name="tx1115"/>
            <p:cNvSpPr/>
            <p:nvPr/>
          </p:nvSpPr>
          <p:spPr>
            <a:xfrm>
              <a:off x="1532402" y="5378891"/>
              <a:ext cx="33924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  <p:sp>
          <p:nvSpPr>
            <p:cNvPr id="1116" name="tx1116"/>
            <p:cNvSpPr/>
            <p:nvPr/>
          </p:nvSpPr>
          <p:spPr>
            <a:xfrm>
              <a:off x="953769" y="5343725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+ 101N;223V;225D;328A</a:t>
              </a:r>
            </a:p>
          </p:txBody>
        </p:sp>
        <p:sp>
          <p:nvSpPr>
            <p:cNvPr id="1117" name="tx1117"/>
            <p:cNvSpPr/>
            <p:nvPr/>
          </p:nvSpPr>
          <p:spPr>
            <a:xfrm>
              <a:off x="857757" y="5308559"/>
              <a:ext cx="70856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+ 107T;223V;225D;328A;63D</a:t>
              </a:r>
            </a:p>
          </p:txBody>
        </p:sp>
        <p:sp>
          <p:nvSpPr>
            <p:cNvPr id="1118" name="tx1118"/>
            <p:cNvSpPr/>
            <p:nvPr/>
          </p:nvSpPr>
          <p:spPr>
            <a:xfrm>
              <a:off x="980195" y="5273393"/>
              <a:ext cx="586130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+ 117I;223V;225D;328A</a:t>
              </a:r>
            </a:p>
          </p:txBody>
        </p:sp>
        <p:sp>
          <p:nvSpPr>
            <p:cNvPr id="1119" name="tx1119"/>
            <p:cNvSpPr/>
            <p:nvPr/>
          </p:nvSpPr>
          <p:spPr>
            <a:xfrm>
              <a:off x="951940" y="5238227"/>
              <a:ext cx="614385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+ 118M;223V;225D;328A</a:t>
              </a:r>
            </a:p>
          </p:txBody>
        </p:sp>
        <p:sp>
          <p:nvSpPr>
            <p:cNvPr id="1120" name="tx1120"/>
            <p:cNvSpPr/>
            <p:nvPr/>
          </p:nvSpPr>
          <p:spPr>
            <a:xfrm>
              <a:off x="850168" y="5203061"/>
              <a:ext cx="71615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+ 119D;223V;225D;328A;63D</a:t>
              </a:r>
            </a:p>
          </p:txBody>
        </p:sp>
        <p:sp>
          <p:nvSpPr>
            <p:cNvPr id="1121" name="tx1121"/>
            <p:cNvSpPr/>
            <p:nvPr/>
          </p:nvSpPr>
          <p:spPr>
            <a:xfrm>
              <a:off x="956604" y="5167895"/>
              <a:ext cx="60972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+ 121E;223V;225D;328A</a:t>
              </a:r>
            </a:p>
          </p:txBody>
        </p:sp>
        <p:sp>
          <p:nvSpPr>
            <p:cNvPr id="1122" name="tx1122"/>
            <p:cNvSpPr/>
            <p:nvPr/>
          </p:nvSpPr>
          <p:spPr>
            <a:xfrm>
              <a:off x="820998" y="5132729"/>
              <a:ext cx="745327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+ 124N;223V;225D;278E;328A</a:t>
              </a:r>
            </a:p>
          </p:txBody>
        </p:sp>
        <p:sp>
          <p:nvSpPr>
            <p:cNvPr id="1123" name="tx1123"/>
            <p:cNvSpPr/>
            <p:nvPr/>
          </p:nvSpPr>
          <p:spPr>
            <a:xfrm>
              <a:off x="953769" y="5097563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+ 124N;223V;225D;328A</a:t>
              </a:r>
            </a:p>
          </p:txBody>
        </p:sp>
        <p:sp>
          <p:nvSpPr>
            <p:cNvPr id="1124" name="tx1124"/>
            <p:cNvSpPr/>
            <p:nvPr/>
          </p:nvSpPr>
          <p:spPr>
            <a:xfrm>
              <a:off x="852088" y="5062397"/>
              <a:ext cx="714237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+ 126S;223V;225D;328A;62E</a:t>
              </a:r>
            </a:p>
          </p:txBody>
        </p:sp>
        <p:sp>
          <p:nvSpPr>
            <p:cNvPr id="1125" name="tx1125"/>
            <p:cNvSpPr/>
            <p:nvPr/>
          </p:nvSpPr>
          <p:spPr>
            <a:xfrm>
              <a:off x="959439" y="5027231"/>
              <a:ext cx="606887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+ 128A;198S;223V;328A</a:t>
              </a:r>
            </a:p>
          </p:txBody>
        </p:sp>
        <p:sp>
          <p:nvSpPr>
            <p:cNvPr id="1126" name="tx1126"/>
            <p:cNvSpPr/>
            <p:nvPr/>
          </p:nvSpPr>
          <p:spPr>
            <a:xfrm>
              <a:off x="829502" y="4992065"/>
              <a:ext cx="736823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+ 128A;223V;225D;273L;328A</a:t>
              </a:r>
            </a:p>
          </p:txBody>
        </p:sp>
        <p:sp>
          <p:nvSpPr>
            <p:cNvPr id="1127" name="tx1127"/>
            <p:cNvSpPr/>
            <p:nvPr/>
          </p:nvSpPr>
          <p:spPr>
            <a:xfrm>
              <a:off x="956604" y="4956899"/>
              <a:ext cx="60972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+ 128A;223V;225D;328A</a:t>
              </a:r>
            </a:p>
          </p:txBody>
        </p:sp>
        <p:sp>
          <p:nvSpPr>
            <p:cNvPr id="1128" name="tx1128"/>
            <p:cNvSpPr/>
            <p:nvPr/>
          </p:nvSpPr>
          <p:spPr>
            <a:xfrm>
              <a:off x="733490" y="4921733"/>
              <a:ext cx="832835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+ 128I;223V;225D;238R;328A;57R</a:t>
              </a:r>
            </a:p>
          </p:txBody>
        </p:sp>
        <p:sp>
          <p:nvSpPr>
            <p:cNvPr id="1129" name="tx1129"/>
            <p:cNvSpPr/>
            <p:nvPr/>
          </p:nvSpPr>
          <p:spPr>
            <a:xfrm>
              <a:off x="953769" y="4886567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+ 129R;223V;225D;328A</a:t>
              </a:r>
            </a:p>
          </p:txBody>
        </p:sp>
        <p:sp>
          <p:nvSpPr>
            <p:cNvPr id="1130" name="tx1130"/>
            <p:cNvSpPr/>
            <p:nvPr/>
          </p:nvSpPr>
          <p:spPr>
            <a:xfrm>
              <a:off x="976446" y="4851401"/>
              <a:ext cx="589879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+ 12M;223V;225D;328A</a:t>
              </a:r>
            </a:p>
          </p:txBody>
        </p:sp>
        <p:sp>
          <p:nvSpPr>
            <p:cNvPr id="1131" name="tx1131"/>
            <p:cNvSpPr/>
            <p:nvPr/>
          </p:nvSpPr>
          <p:spPr>
            <a:xfrm>
              <a:off x="823833" y="4816235"/>
              <a:ext cx="742492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+ 142E;145N;198S;223V;328A</a:t>
              </a:r>
            </a:p>
          </p:txBody>
        </p:sp>
        <p:sp>
          <p:nvSpPr>
            <p:cNvPr id="1132" name="tx1132"/>
            <p:cNvSpPr/>
            <p:nvPr/>
          </p:nvSpPr>
          <p:spPr>
            <a:xfrm>
              <a:off x="820998" y="4781069"/>
              <a:ext cx="745327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+ 142E;145N;223V;225D;328A</a:t>
              </a:r>
            </a:p>
          </p:txBody>
        </p:sp>
        <p:sp>
          <p:nvSpPr>
            <p:cNvPr id="1133" name="tx1133"/>
            <p:cNvSpPr/>
            <p:nvPr/>
          </p:nvSpPr>
          <p:spPr>
            <a:xfrm>
              <a:off x="846510" y="4745903"/>
              <a:ext cx="719815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+ 144I;198S;223V;261K;328A</a:t>
              </a:r>
            </a:p>
          </p:txBody>
        </p:sp>
        <p:sp>
          <p:nvSpPr>
            <p:cNvPr id="1134" name="tx1134"/>
            <p:cNvSpPr/>
            <p:nvPr/>
          </p:nvSpPr>
          <p:spPr>
            <a:xfrm>
              <a:off x="843675" y="4710737"/>
              <a:ext cx="722650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+ 144I;223V;225D;261K;328A</a:t>
              </a:r>
            </a:p>
          </p:txBody>
        </p:sp>
        <p:sp>
          <p:nvSpPr>
            <p:cNvPr id="1135" name="tx1135"/>
            <p:cNvSpPr/>
            <p:nvPr/>
          </p:nvSpPr>
          <p:spPr>
            <a:xfrm>
              <a:off x="719317" y="4675571"/>
              <a:ext cx="84700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+ 145N;223V;225D;242L;328A;91N</a:t>
              </a:r>
            </a:p>
          </p:txBody>
        </p:sp>
        <p:sp>
          <p:nvSpPr>
            <p:cNvPr id="1136" name="tx1136"/>
            <p:cNvSpPr/>
            <p:nvPr/>
          </p:nvSpPr>
          <p:spPr>
            <a:xfrm>
              <a:off x="843675" y="4640404"/>
              <a:ext cx="722650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+ 146G;223V;225D;328A;63D</a:t>
              </a:r>
            </a:p>
          </p:txBody>
        </p:sp>
        <p:sp>
          <p:nvSpPr>
            <p:cNvPr id="1137" name="tx1137"/>
            <p:cNvSpPr/>
            <p:nvPr/>
          </p:nvSpPr>
          <p:spPr>
            <a:xfrm>
              <a:off x="953769" y="4605238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+ 149N;223V;225D;328A</a:t>
              </a:r>
            </a:p>
          </p:txBody>
        </p:sp>
        <p:sp>
          <p:nvSpPr>
            <p:cNvPr id="1138" name="tx1138"/>
            <p:cNvSpPr/>
            <p:nvPr/>
          </p:nvSpPr>
          <p:spPr>
            <a:xfrm>
              <a:off x="823833" y="4570072"/>
              <a:ext cx="742492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+ 150K;165K;223V;225D;328A</a:t>
              </a:r>
            </a:p>
          </p:txBody>
        </p:sp>
        <p:sp>
          <p:nvSpPr>
            <p:cNvPr id="1139" name="tx1139"/>
            <p:cNvSpPr/>
            <p:nvPr/>
          </p:nvSpPr>
          <p:spPr>
            <a:xfrm>
              <a:off x="813500" y="4534906"/>
              <a:ext cx="752825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+ 150K;207Q;225D;312N;328A</a:t>
              </a:r>
            </a:p>
          </p:txBody>
        </p:sp>
        <p:sp>
          <p:nvSpPr>
            <p:cNvPr id="1140" name="tx1140"/>
            <p:cNvSpPr/>
            <p:nvPr/>
          </p:nvSpPr>
          <p:spPr>
            <a:xfrm>
              <a:off x="956604" y="4499740"/>
              <a:ext cx="60972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+ 150K;223V;225D;328A</a:t>
              </a:r>
            </a:p>
          </p:txBody>
        </p:sp>
        <p:sp>
          <p:nvSpPr>
            <p:cNvPr id="1141" name="tx1141"/>
            <p:cNvSpPr/>
            <p:nvPr/>
          </p:nvSpPr>
          <p:spPr>
            <a:xfrm>
              <a:off x="691062" y="4464574"/>
              <a:ext cx="875263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+ 171E;223V;225D;238R;308F;328A</a:t>
              </a:r>
            </a:p>
          </p:txBody>
        </p:sp>
        <p:sp>
          <p:nvSpPr>
            <p:cNvPr id="1142" name="tx1142"/>
            <p:cNvSpPr/>
            <p:nvPr/>
          </p:nvSpPr>
          <p:spPr>
            <a:xfrm>
              <a:off x="820998" y="4429408"/>
              <a:ext cx="745327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+ 175N;198P;223V;225D;328A</a:t>
              </a:r>
            </a:p>
          </p:txBody>
        </p:sp>
        <p:sp>
          <p:nvSpPr>
            <p:cNvPr id="1143" name="tx1143"/>
            <p:cNvSpPr/>
            <p:nvPr/>
          </p:nvSpPr>
          <p:spPr>
            <a:xfrm>
              <a:off x="961359" y="4394242"/>
              <a:ext cx="604967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+ 179V;198S;223V;328A</a:t>
              </a:r>
            </a:p>
          </p:txBody>
        </p:sp>
        <p:sp>
          <p:nvSpPr>
            <p:cNvPr id="1144" name="tx1144"/>
            <p:cNvSpPr/>
            <p:nvPr/>
          </p:nvSpPr>
          <p:spPr>
            <a:xfrm>
              <a:off x="951026" y="4359076"/>
              <a:ext cx="615299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+ 184Q;223V;225D;328A</a:t>
              </a:r>
            </a:p>
          </p:txBody>
        </p:sp>
        <p:sp>
          <p:nvSpPr>
            <p:cNvPr id="1145" name="tx1145"/>
            <p:cNvSpPr/>
            <p:nvPr/>
          </p:nvSpPr>
          <p:spPr>
            <a:xfrm>
              <a:off x="845596" y="4323910"/>
              <a:ext cx="720730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+ 187M;223V;225D;25V;328A</a:t>
              </a:r>
            </a:p>
          </p:txBody>
        </p:sp>
        <p:sp>
          <p:nvSpPr>
            <p:cNvPr id="1146" name="tx1146"/>
            <p:cNvSpPr/>
            <p:nvPr/>
          </p:nvSpPr>
          <p:spPr>
            <a:xfrm>
              <a:off x="965108" y="4288744"/>
              <a:ext cx="60121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+ 198S;214L;223V;328A</a:t>
              </a:r>
            </a:p>
          </p:txBody>
        </p:sp>
        <p:sp>
          <p:nvSpPr>
            <p:cNvPr id="1147" name="tx1147"/>
            <p:cNvSpPr/>
            <p:nvPr/>
          </p:nvSpPr>
          <p:spPr>
            <a:xfrm>
              <a:off x="826668" y="4253578"/>
              <a:ext cx="73965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+ 198S;223V;239S;289S;328A</a:t>
              </a:r>
            </a:p>
          </p:txBody>
        </p:sp>
        <p:sp>
          <p:nvSpPr>
            <p:cNvPr id="1148" name="tx1148"/>
            <p:cNvSpPr/>
            <p:nvPr/>
          </p:nvSpPr>
          <p:spPr>
            <a:xfrm>
              <a:off x="967942" y="4218412"/>
              <a:ext cx="598383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+ 198S;223V;272T;328A</a:t>
              </a:r>
            </a:p>
          </p:txBody>
        </p:sp>
        <p:sp>
          <p:nvSpPr>
            <p:cNvPr id="1149" name="tx1149"/>
            <p:cNvSpPr/>
            <p:nvPr/>
          </p:nvSpPr>
          <p:spPr>
            <a:xfrm>
              <a:off x="967942" y="4183246"/>
              <a:ext cx="598383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+ 198S;223V;274T;328A</a:t>
              </a:r>
            </a:p>
          </p:txBody>
        </p:sp>
        <p:sp>
          <p:nvSpPr>
            <p:cNvPr id="1150" name="tx1150"/>
            <p:cNvSpPr/>
            <p:nvPr/>
          </p:nvSpPr>
          <p:spPr>
            <a:xfrm>
              <a:off x="959439" y="4148080"/>
              <a:ext cx="606887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+ 198S;223V;321K;328A</a:t>
              </a:r>
            </a:p>
          </p:txBody>
        </p:sp>
        <p:sp>
          <p:nvSpPr>
            <p:cNvPr id="1151" name="tx1151"/>
            <p:cNvSpPr/>
            <p:nvPr/>
          </p:nvSpPr>
          <p:spPr>
            <a:xfrm>
              <a:off x="1092209" y="4112914"/>
              <a:ext cx="47411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+ 198S;223V;328A</a:t>
              </a:r>
            </a:p>
          </p:txBody>
        </p:sp>
        <p:sp>
          <p:nvSpPr>
            <p:cNvPr id="1152" name="tx1152"/>
            <p:cNvSpPr/>
            <p:nvPr/>
          </p:nvSpPr>
          <p:spPr>
            <a:xfrm>
              <a:off x="1007536" y="4077748"/>
              <a:ext cx="558789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+ 198S;223V;328A;43I</a:t>
              </a:r>
            </a:p>
          </p:txBody>
        </p:sp>
        <p:sp>
          <p:nvSpPr>
            <p:cNvPr id="1153" name="tx1153"/>
            <p:cNvSpPr/>
            <p:nvPr/>
          </p:nvSpPr>
          <p:spPr>
            <a:xfrm>
              <a:off x="984859" y="4042582"/>
              <a:ext cx="58146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+ 198S;223V;328A;62R</a:t>
              </a:r>
            </a:p>
          </p:txBody>
        </p:sp>
        <p:sp>
          <p:nvSpPr>
            <p:cNvPr id="1154" name="tx1154"/>
            <p:cNvSpPr/>
            <p:nvPr/>
          </p:nvSpPr>
          <p:spPr>
            <a:xfrm>
              <a:off x="984859" y="4007416"/>
              <a:ext cx="58146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+ 198S;223V;328A;63D</a:t>
              </a:r>
            </a:p>
          </p:txBody>
        </p:sp>
        <p:sp>
          <p:nvSpPr>
            <p:cNvPr id="1155" name="tx1155"/>
            <p:cNvSpPr/>
            <p:nvPr/>
          </p:nvSpPr>
          <p:spPr>
            <a:xfrm>
              <a:off x="1092209" y="3972250"/>
              <a:ext cx="47411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+ 198S;223V;328S</a:t>
              </a:r>
            </a:p>
          </p:txBody>
        </p:sp>
        <p:sp>
          <p:nvSpPr>
            <p:cNvPr id="1156" name="tx1156"/>
            <p:cNvSpPr/>
            <p:nvPr/>
          </p:nvSpPr>
          <p:spPr>
            <a:xfrm>
              <a:off x="733582" y="3937084"/>
              <a:ext cx="832744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+ 207Q;222K;223V;225D;328A;79I</a:t>
              </a:r>
            </a:p>
          </p:txBody>
        </p:sp>
        <p:sp>
          <p:nvSpPr>
            <p:cNvPr id="1157" name="tx1157"/>
            <p:cNvSpPr/>
            <p:nvPr/>
          </p:nvSpPr>
          <p:spPr>
            <a:xfrm>
              <a:off x="761837" y="3901918"/>
              <a:ext cx="804489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+ 207Q;223V;225D;328A;78S;79I</a:t>
              </a:r>
            </a:p>
          </p:txBody>
        </p:sp>
        <p:sp>
          <p:nvSpPr>
            <p:cNvPr id="1158" name="tx1158"/>
            <p:cNvSpPr/>
            <p:nvPr/>
          </p:nvSpPr>
          <p:spPr>
            <a:xfrm>
              <a:off x="866353" y="3866752"/>
              <a:ext cx="699973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+ 207Q;223V;225D;328A;79I</a:t>
              </a:r>
            </a:p>
          </p:txBody>
        </p:sp>
        <p:sp>
          <p:nvSpPr>
            <p:cNvPr id="1159" name="tx1159"/>
            <p:cNvSpPr/>
            <p:nvPr/>
          </p:nvSpPr>
          <p:spPr>
            <a:xfrm>
              <a:off x="716482" y="3831586"/>
              <a:ext cx="849843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+ 212S;223V;225D;262N;328A;79S</a:t>
              </a:r>
            </a:p>
          </p:txBody>
        </p:sp>
        <p:sp>
          <p:nvSpPr>
            <p:cNvPr id="1160" name="tx1160"/>
            <p:cNvSpPr/>
            <p:nvPr/>
          </p:nvSpPr>
          <p:spPr>
            <a:xfrm>
              <a:off x="979281" y="3796420"/>
              <a:ext cx="587044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+ 21Q;223V;225D;328A</a:t>
              </a:r>
            </a:p>
          </p:txBody>
        </p:sp>
        <p:sp>
          <p:nvSpPr>
            <p:cNvPr id="1161" name="tx1161"/>
            <p:cNvSpPr/>
            <p:nvPr/>
          </p:nvSpPr>
          <p:spPr>
            <a:xfrm>
              <a:off x="820998" y="3761254"/>
              <a:ext cx="745327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+ 220K;223V;225D;259R;328A</a:t>
              </a:r>
            </a:p>
          </p:txBody>
        </p:sp>
        <p:sp>
          <p:nvSpPr>
            <p:cNvPr id="1162" name="tx1162"/>
            <p:cNvSpPr/>
            <p:nvPr/>
          </p:nvSpPr>
          <p:spPr>
            <a:xfrm>
              <a:off x="823833" y="3726088"/>
              <a:ext cx="742492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+ 220K;223V;225D;278E;328A</a:t>
              </a:r>
            </a:p>
          </p:txBody>
        </p:sp>
        <p:sp>
          <p:nvSpPr>
            <p:cNvPr id="1163" name="tx1163"/>
            <p:cNvSpPr/>
            <p:nvPr/>
          </p:nvSpPr>
          <p:spPr>
            <a:xfrm>
              <a:off x="956604" y="3690922"/>
              <a:ext cx="60972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+ 222K;223V;225D;328A</a:t>
              </a:r>
            </a:p>
          </p:txBody>
        </p:sp>
        <p:sp>
          <p:nvSpPr>
            <p:cNvPr id="1164" name="tx1164"/>
            <p:cNvSpPr/>
            <p:nvPr/>
          </p:nvSpPr>
          <p:spPr>
            <a:xfrm>
              <a:off x="1222146" y="3655756"/>
              <a:ext cx="344180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</a:t>
              </a:r>
            </a:p>
          </p:txBody>
        </p:sp>
        <p:sp>
          <p:nvSpPr>
            <p:cNvPr id="1165" name="tx1165"/>
            <p:cNvSpPr/>
            <p:nvPr/>
          </p:nvSpPr>
          <p:spPr>
            <a:xfrm>
              <a:off x="958524" y="3620590"/>
              <a:ext cx="60780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+ 223V;225D;230V;328A</a:t>
              </a:r>
            </a:p>
          </p:txBody>
        </p:sp>
        <p:sp>
          <p:nvSpPr>
            <p:cNvPr id="1166" name="tx1166"/>
            <p:cNvSpPr/>
            <p:nvPr/>
          </p:nvSpPr>
          <p:spPr>
            <a:xfrm>
              <a:off x="823833" y="3585424"/>
              <a:ext cx="742492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+ 223V;225D;238R;308F;328A</a:t>
              </a:r>
            </a:p>
          </p:txBody>
        </p:sp>
        <p:sp>
          <p:nvSpPr>
            <p:cNvPr id="1167" name="tx1167"/>
            <p:cNvSpPr/>
            <p:nvPr/>
          </p:nvSpPr>
          <p:spPr>
            <a:xfrm>
              <a:off x="953769" y="3550258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+ 223V;225D;238R;328A</a:t>
              </a:r>
            </a:p>
          </p:txBody>
        </p:sp>
        <p:sp>
          <p:nvSpPr>
            <p:cNvPr id="1168" name="tx1168"/>
            <p:cNvSpPr/>
            <p:nvPr/>
          </p:nvSpPr>
          <p:spPr>
            <a:xfrm>
              <a:off x="818255" y="3515092"/>
              <a:ext cx="748070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+ 223V;225D;239S;261Q;328A</a:t>
              </a:r>
            </a:p>
          </p:txBody>
        </p:sp>
        <p:sp>
          <p:nvSpPr>
            <p:cNvPr id="1169" name="tx1169"/>
            <p:cNvSpPr/>
            <p:nvPr/>
          </p:nvSpPr>
          <p:spPr>
            <a:xfrm>
              <a:off x="823833" y="3479926"/>
              <a:ext cx="742492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+ 223V;225D;239S;289S;328A</a:t>
              </a:r>
            </a:p>
          </p:txBody>
        </p:sp>
        <p:sp>
          <p:nvSpPr>
            <p:cNvPr id="1170" name="tx1170"/>
            <p:cNvSpPr/>
            <p:nvPr/>
          </p:nvSpPr>
          <p:spPr>
            <a:xfrm>
              <a:off x="956604" y="3444760"/>
              <a:ext cx="60972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+ 223V;225D;239S;328A</a:t>
              </a:r>
            </a:p>
          </p:txBody>
        </p:sp>
        <p:sp>
          <p:nvSpPr>
            <p:cNvPr id="1171" name="tx1171"/>
            <p:cNvSpPr/>
            <p:nvPr/>
          </p:nvSpPr>
          <p:spPr>
            <a:xfrm>
              <a:off x="871930" y="3409594"/>
              <a:ext cx="694395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+ 223V;225D;239S;328A;50I</a:t>
              </a:r>
            </a:p>
          </p:txBody>
        </p:sp>
        <p:sp>
          <p:nvSpPr>
            <p:cNvPr id="1172" name="tx1172"/>
            <p:cNvSpPr/>
            <p:nvPr/>
          </p:nvSpPr>
          <p:spPr>
            <a:xfrm>
              <a:off x="849253" y="3374427"/>
              <a:ext cx="717072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+ 223V;225D;239S;328A;91N</a:t>
              </a:r>
            </a:p>
          </p:txBody>
        </p:sp>
        <p:sp>
          <p:nvSpPr>
            <p:cNvPr id="1173" name="tx1173"/>
            <p:cNvSpPr/>
            <p:nvPr/>
          </p:nvSpPr>
          <p:spPr>
            <a:xfrm>
              <a:off x="846510" y="3339261"/>
              <a:ext cx="719815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+ 223V;225D;242M;328A;34T</a:t>
              </a:r>
            </a:p>
          </p:txBody>
        </p:sp>
        <p:sp>
          <p:nvSpPr>
            <p:cNvPr id="1174" name="tx1174"/>
            <p:cNvSpPr/>
            <p:nvPr/>
          </p:nvSpPr>
          <p:spPr>
            <a:xfrm>
              <a:off x="965108" y="3304095"/>
              <a:ext cx="60121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+ 223V;225D;242T;328A</a:t>
              </a:r>
            </a:p>
          </p:txBody>
        </p:sp>
        <p:sp>
          <p:nvSpPr>
            <p:cNvPr id="1175" name="tx1175"/>
            <p:cNvSpPr/>
            <p:nvPr/>
          </p:nvSpPr>
          <p:spPr>
            <a:xfrm>
              <a:off x="956604" y="3268929"/>
              <a:ext cx="60972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+ 223V;225D;246K;328A</a:t>
              </a:r>
            </a:p>
          </p:txBody>
        </p:sp>
        <p:sp>
          <p:nvSpPr>
            <p:cNvPr id="1176" name="tx1176"/>
            <p:cNvSpPr/>
            <p:nvPr/>
          </p:nvSpPr>
          <p:spPr>
            <a:xfrm>
              <a:off x="953769" y="3233763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+ 223V;225D;247N;328A</a:t>
              </a:r>
            </a:p>
          </p:txBody>
        </p:sp>
        <p:sp>
          <p:nvSpPr>
            <p:cNvPr id="1177" name="tx1177"/>
            <p:cNvSpPr/>
            <p:nvPr/>
          </p:nvSpPr>
          <p:spPr>
            <a:xfrm>
              <a:off x="869096" y="3198597"/>
              <a:ext cx="697230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+ 223V;225D;251I;328A;96R</a:t>
              </a:r>
            </a:p>
          </p:txBody>
        </p:sp>
        <p:sp>
          <p:nvSpPr>
            <p:cNvPr id="1178" name="tx1178"/>
            <p:cNvSpPr/>
            <p:nvPr/>
          </p:nvSpPr>
          <p:spPr>
            <a:xfrm>
              <a:off x="834257" y="3163431"/>
              <a:ext cx="73206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+ 223V;225D;252V;273T;328A</a:t>
              </a:r>
            </a:p>
          </p:txBody>
        </p:sp>
        <p:sp>
          <p:nvSpPr>
            <p:cNvPr id="1179" name="tx1179"/>
            <p:cNvSpPr/>
            <p:nvPr/>
          </p:nvSpPr>
          <p:spPr>
            <a:xfrm>
              <a:off x="986779" y="3128265"/>
              <a:ext cx="57954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+ 223V;225D;25V;328A</a:t>
              </a:r>
            </a:p>
          </p:txBody>
        </p:sp>
        <p:sp>
          <p:nvSpPr>
            <p:cNvPr id="1180" name="tx1180"/>
            <p:cNvSpPr/>
            <p:nvPr/>
          </p:nvSpPr>
          <p:spPr>
            <a:xfrm>
              <a:off x="951026" y="3093099"/>
              <a:ext cx="615299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+ 223V;225D;261Q;328A</a:t>
              </a:r>
            </a:p>
          </p:txBody>
        </p:sp>
        <p:sp>
          <p:nvSpPr>
            <p:cNvPr id="1181" name="tx1181"/>
            <p:cNvSpPr/>
            <p:nvPr/>
          </p:nvSpPr>
          <p:spPr>
            <a:xfrm>
              <a:off x="953769" y="3057933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+ 223V;225D;265N;328A</a:t>
              </a:r>
            </a:p>
          </p:txBody>
        </p:sp>
        <p:sp>
          <p:nvSpPr>
            <p:cNvPr id="1182" name="tx1182"/>
            <p:cNvSpPr/>
            <p:nvPr/>
          </p:nvSpPr>
          <p:spPr>
            <a:xfrm>
              <a:off x="948191" y="3022767"/>
              <a:ext cx="618134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+ 223V;225D;267M;328A</a:t>
              </a:r>
            </a:p>
          </p:txBody>
        </p:sp>
        <p:sp>
          <p:nvSpPr>
            <p:cNvPr id="1183" name="tx1183"/>
            <p:cNvSpPr/>
            <p:nvPr/>
          </p:nvSpPr>
          <p:spPr>
            <a:xfrm>
              <a:off x="976446" y="2987601"/>
              <a:ext cx="589879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+ 223V;225D;268I;328A</a:t>
              </a:r>
            </a:p>
          </p:txBody>
        </p:sp>
        <p:sp>
          <p:nvSpPr>
            <p:cNvPr id="1184" name="tx1184"/>
            <p:cNvSpPr/>
            <p:nvPr/>
          </p:nvSpPr>
          <p:spPr>
            <a:xfrm>
              <a:off x="965108" y="2952435"/>
              <a:ext cx="60121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+ 223V;225D;272T;328A</a:t>
              </a:r>
            </a:p>
          </p:txBody>
        </p:sp>
        <p:sp>
          <p:nvSpPr>
            <p:cNvPr id="1185" name="tx1185"/>
            <p:cNvSpPr/>
            <p:nvPr/>
          </p:nvSpPr>
          <p:spPr>
            <a:xfrm>
              <a:off x="953769" y="2917269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+ 223V;225D;276D;328A</a:t>
              </a:r>
            </a:p>
          </p:txBody>
        </p:sp>
        <p:sp>
          <p:nvSpPr>
            <p:cNvPr id="1186" name="tx1186"/>
            <p:cNvSpPr/>
            <p:nvPr/>
          </p:nvSpPr>
          <p:spPr>
            <a:xfrm>
              <a:off x="956604" y="2882103"/>
              <a:ext cx="60972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+ 223V;225D;278E;328A</a:t>
              </a:r>
            </a:p>
          </p:txBody>
        </p:sp>
        <p:sp>
          <p:nvSpPr>
            <p:cNvPr id="1187" name="tx1187"/>
            <p:cNvSpPr/>
            <p:nvPr/>
          </p:nvSpPr>
          <p:spPr>
            <a:xfrm>
              <a:off x="982024" y="2846937"/>
              <a:ext cx="58430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+ 223V;225D;27R;328A</a:t>
              </a:r>
            </a:p>
          </p:txBody>
        </p:sp>
        <p:sp>
          <p:nvSpPr>
            <p:cNvPr id="1188" name="tx1188"/>
            <p:cNvSpPr/>
            <p:nvPr/>
          </p:nvSpPr>
          <p:spPr>
            <a:xfrm>
              <a:off x="883178" y="2811771"/>
              <a:ext cx="68314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+ 223V;225D;282L;328A;6H</a:t>
              </a:r>
            </a:p>
          </p:txBody>
        </p:sp>
        <p:sp>
          <p:nvSpPr>
            <p:cNvPr id="1189" name="tx1189"/>
            <p:cNvSpPr/>
            <p:nvPr/>
          </p:nvSpPr>
          <p:spPr>
            <a:xfrm>
              <a:off x="965108" y="2776605"/>
              <a:ext cx="60121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+ 223V;225D;282T;328A</a:t>
              </a:r>
            </a:p>
          </p:txBody>
        </p:sp>
        <p:sp>
          <p:nvSpPr>
            <p:cNvPr id="1190" name="tx1190"/>
            <p:cNvSpPr/>
            <p:nvPr/>
          </p:nvSpPr>
          <p:spPr>
            <a:xfrm>
              <a:off x="965108" y="2741439"/>
              <a:ext cx="601218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+ 223V;225D;289T;328A</a:t>
              </a:r>
            </a:p>
          </p:txBody>
        </p:sp>
        <p:sp>
          <p:nvSpPr>
            <p:cNvPr id="1191" name="tx1191"/>
            <p:cNvSpPr/>
            <p:nvPr/>
          </p:nvSpPr>
          <p:spPr>
            <a:xfrm>
              <a:off x="956604" y="2706273"/>
              <a:ext cx="60972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+ 223V;225D;296S;328A</a:t>
              </a:r>
            </a:p>
          </p:txBody>
        </p:sp>
        <p:sp>
          <p:nvSpPr>
            <p:cNvPr id="1192" name="tx1192"/>
            <p:cNvSpPr/>
            <p:nvPr/>
          </p:nvSpPr>
          <p:spPr>
            <a:xfrm>
              <a:off x="953769" y="2671107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+ 223V;225D;298H;328A</a:t>
              </a:r>
            </a:p>
          </p:txBody>
        </p:sp>
        <p:sp>
          <p:nvSpPr>
            <p:cNvPr id="1193" name="tx1193"/>
            <p:cNvSpPr/>
            <p:nvPr/>
          </p:nvSpPr>
          <p:spPr>
            <a:xfrm>
              <a:off x="1013114" y="2635941"/>
              <a:ext cx="553212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+ 223V;225D;2S;328A</a:t>
              </a:r>
            </a:p>
          </p:txBody>
        </p:sp>
        <p:sp>
          <p:nvSpPr>
            <p:cNvPr id="1194" name="tx1194"/>
            <p:cNvSpPr/>
            <p:nvPr/>
          </p:nvSpPr>
          <p:spPr>
            <a:xfrm>
              <a:off x="871930" y="2600775"/>
              <a:ext cx="694395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+ 223V;225D;309I;328A;80P</a:t>
              </a:r>
            </a:p>
          </p:txBody>
        </p:sp>
        <p:sp>
          <p:nvSpPr>
            <p:cNvPr id="1195" name="tx1195"/>
            <p:cNvSpPr/>
            <p:nvPr/>
          </p:nvSpPr>
          <p:spPr>
            <a:xfrm>
              <a:off x="953769" y="2565609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+ 223V;225D;310R;328A</a:t>
              </a:r>
            </a:p>
          </p:txBody>
        </p:sp>
        <p:sp>
          <p:nvSpPr>
            <p:cNvPr id="1196" name="tx1196"/>
            <p:cNvSpPr/>
            <p:nvPr/>
          </p:nvSpPr>
          <p:spPr>
            <a:xfrm>
              <a:off x="953769" y="2530443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+ 223V;225D;312N;328A</a:t>
              </a:r>
            </a:p>
          </p:txBody>
        </p:sp>
        <p:sp>
          <p:nvSpPr>
            <p:cNvPr id="1197" name="tx1197"/>
            <p:cNvSpPr/>
            <p:nvPr/>
          </p:nvSpPr>
          <p:spPr>
            <a:xfrm>
              <a:off x="956604" y="2495277"/>
              <a:ext cx="60972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+ 223V;225D;321K;328A</a:t>
              </a:r>
            </a:p>
          </p:txBody>
        </p:sp>
        <p:sp>
          <p:nvSpPr>
            <p:cNvPr id="1198" name="tx1198"/>
            <p:cNvSpPr/>
            <p:nvPr/>
          </p:nvSpPr>
          <p:spPr>
            <a:xfrm>
              <a:off x="953769" y="2460111"/>
              <a:ext cx="61255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+ 223V;225D;326R;328A</a:t>
              </a:r>
            </a:p>
          </p:txBody>
        </p:sp>
        <p:sp>
          <p:nvSpPr>
            <p:cNvPr id="1199" name="tx1199"/>
            <p:cNvSpPr/>
            <p:nvPr/>
          </p:nvSpPr>
          <p:spPr>
            <a:xfrm>
              <a:off x="1089375" y="2424945"/>
              <a:ext cx="47695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</a:t>
              </a:r>
            </a:p>
          </p:txBody>
        </p:sp>
        <p:sp>
          <p:nvSpPr>
            <p:cNvPr id="1200" name="tx1200"/>
            <p:cNvSpPr/>
            <p:nvPr/>
          </p:nvSpPr>
          <p:spPr>
            <a:xfrm>
              <a:off x="1013114" y="2389779"/>
              <a:ext cx="553212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+ 223V;225D;328A;3K</a:t>
              </a:r>
            </a:p>
          </p:txBody>
        </p:sp>
        <p:sp>
          <p:nvSpPr>
            <p:cNvPr id="1201" name="tx1201"/>
            <p:cNvSpPr/>
            <p:nvPr/>
          </p:nvSpPr>
          <p:spPr>
            <a:xfrm>
              <a:off x="984859" y="2354613"/>
              <a:ext cx="58146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+ 223V;225D;328A;45S</a:t>
              </a:r>
            </a:p>
          </p:txBody>
        </p:sp>
        <p:sp>
          <p:nvSpPr>
            <p:cNvPr id="1202" name="tx1202"/>
            <p:cNvSpPr/>
            <p:nvPr/>
          </p:nvSpPr>
          <p:spPr>
            <a:xfrm>
              <a:off x="976446" y="2319447"/>
              <a:ext cx="589879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+ 223V;225D;328A;51M</a:t>
              </a:r>
            </a:p>
          </p:txBody>
        </p:sp>
        <p:sp>
          <p:nvSpPr>
            <p:cNvPr id="1203" name="tx1203"/>
            <p:cNvSpPr/>
            <p:nvPr/>
          </p:nvSpPr>
          <p:spPr>
            <a:xfrm>
              <a:off x="1004701" y="2284281"/>
              <a:ext cx="561624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+ 223V;225D;328A;59I</a:t>
              </a:r>
            </a:p>
          </p:txBody>
        </p:sp>
        <p:sp>
          <p:nvSpPr>
            <p:cNvPr id="1204" name="tx1204"/>
            <p:cNvSpPr/>
            <p:nvPr/>
          </p:nvSpPr>
          <p:spPr>
            <a:xfrm>
              <a:off x="1010279" y="2249115"/>
              <a:ext cx="55604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+ 223V;225D;328A;5R</a:t>
              </a:r>
            </a:p>
          </p:txBody>
        </p:sp>
        <p:sp>
          <p:nvSpPr>
            <p:cNvPr id="1205" name="tx1205"/>
            <p:cNvSpPr/>
            <p:nvPr/>
          </p:nvSpPr>
          <p:spPr>
            <a:xfrm>
              <a:off x="982024" y="2213949"/>
              <a:ext cx="58430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+ 223V;225D;328A;62R</a:t>
              </a:r>
            </a:p>
          </p:txBody>
        </p:sp>
        <p:sp>
          <p:nvSpPr>
            <p:cNvPr id="1206" name="tx1206"/>
            <p:cNvSpPr/>
            <p:nvPr/>
          </p:nvSpPr>
          <p:spPr>
            <a:xfrm>
              <a:off x="982024" y="2178783"/>
              <a:ext cx="58430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+ 223V;225D;328A;63D</a:t>
              </a:r>
            </a:p>
          </p:txBody>
        </p:sp>
        <p:sp>
          <p:nvSpPr>
            <p:cNvPr id="1207" name="tx1207"/>
            <p:cNvSpPr/>
            <p:nvPr/>
          </p:nvSpPr>
          <p:spPr>
            <a:xfrm>
              <a:off x="1010279" y="2143617"/>
              <a:ext cx="55604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+ 223V;225D;328A;6H</a:t>
              </a:r>
            </a:p>
          </p:txBody>
        </p:sp>
        <p:sp>
          <p:nvSpPr>
            <p:cNvPr id="1208" name="tx1208"/>
            <p:cNvSpPr/>
            <p:nvPr/>
          </p:nvSpPr>
          <p:spPr>
            <a:xfrm>
              <a:off x="982024" y="2108450"/>
              <a:ext cx="58430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+ 223V;225D;328A;75H</a:t>
              </a:r>
            </a:p>
          </p:txBody>
        </p:sp>
        <p:sp>
          <p:nvSpPr>
            <p:cNvPr id="1209" name="tx1209"/>
            <p:cNvSpPr/>
            <p:nvPr/>
          </p:nvSpPr>
          <p:spPr>
            <a:xfrm>
              <a:off x="984859" y="2073284"/>
              <a:ext cx="581466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+ 223V;225D;328A;78S</a:t>
              </a:r>
            </a:p>
          </p:txBody>
        </p:sp>
        <p:sp>
          <p:nvSpPr>
            <p:cNvPr id="1210" name="tx1210"/>
            <p:cNvSpPr/>
            <p:nvPr/>
          </p:nvSpPr>
          <p:spPr>
            <a:xfrm>
              <a:off x="1007536" y="2038118"/>
              <a:ext cx="558789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+ 223V;225D;328A;7G</a:t>
              </a:r>
            </a:p>
          </p:txBody>
        </p:sp>
        <p:sp>
          <p:nvSpPr>
            <p:cNvPr id="1211" name="tx1211"/>
            <p:cNvSpPr/>
            <p:nvPr/>
          </p:nvSpPr>
          <p:spPr>
            <a:xfrm>
              <a:off x="982024" y="2002952"/>
              <a:ext cx="58430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+ 223V;225D;328A;96R</a:t>
              </a:r>
            </a:p>
          </p:txBody>
        </p:sp>
        <p:sp>
          <p:nvSpPr>
            <p:cNvPr id="1212" name="tx1212"/>
            <p:cNvSpPr/>
            <p:nvPr/>
          </p:nvSpPr>
          <p:spPr>
            <a:xfrm>
              <a:off x="982024" y="1967786"/>
              <a:ext cx="58430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+ 223V;225D;328S;62R</a:t>
              </a:r>
            </a:p>
          </p:txBody>
        </p:sp>
        <p:sp>
          <p:nvSpPr>
            <p:cNvPr id="1213" name="tx1213"/>
            <p:cNvSpPr/>
            <p:nvPr/>
          </p:nvSpPr>
          <p:spPr>
            <a:xfrm>
              <a:off x="1089375" y="1932620"/>
              <a:ext cx="476951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+ 223V;225D;328V</a:t>
              </a:r>
            </a:p>
          </p:txBody>
        </p:sp>
        <p:sp>
          <p:nvSpPr>
            <p:cNvPr id="1214" name="tx1214"/>
            <p:cNvSpPr/>
            <p:nvPr/>
          </p:nvSpPr>
          <p:spPr>
            <a:xfrm>
              <a:off x="1220225" y="1897454"/>
              <a:ext cx="346100" cy="36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K + 225D;328A</a:t>
              </a:r>
            </a:p>
          </p:txBody>
        </p:sp>
        <p:sp>
          <p:nvSpPr>
            <p:cNvPr id="1215" name="tx1215"/>
            <p:cNvSpPr/>
            <p:nvPr/>
          </p:nvSpPr>
          <p:spPr>
            <a:xfrm rot="-2700000">
              <a:off x="155591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16" name="tx1216"/>
            <p:cNvSpPr/>
            <p:nvPr/>
          </p:nvSpPr>
          <p:spPr>
            <a:xfrm rot="-2700000">
              <a:off x="206455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17" name="tx1217"/>
            <p:cNvSpPr/>
            <p:nvPr/>
          </p:nvSpPr>
          <p:spPr>
            <a:xfrm rot="-2700000">
              <a:off x="259434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18" name="tx1218"/>
            <p:cNvSpPr/>
            <p:nvPr/>
          </p:nvSpPr>
          <p:spPr>
            <a:xfrm rot="-2700000">
              <a:off x="307106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19" name="tx1219"/>
            <p:cNvSpPr/>
            <p:nvPr/>
          </p:nvSpPr>
          <p:spPr>
            <a:xfrm rot="-2700000">
              <a:off x="357432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20" name="tx1220"/>
            <p:cNvSpPr/>
            <p:nvPr/>
          </p:nvSpPr>
          <p:spPr>
            <a:xfrm rot="-2700000">
              <a:off x="410411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1" name="tx1221"/>
            <p:cNvSpPr/>
            <p:nvPr/>
          </p:nvSpPr>
          <p:spPr>
            <a:xfrm rot="-2700000">
              <a:off x="460198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22" name="tx1222"/>
            <p:cNvSpPr/>
            <p:nvPr/>
          </p:nvSpPr>
          <p:spPr>
            <a:xfrm rot="-2700000">
              <a:off x="507362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23" name="tx1223"/>
            <p:cNvSpPr/>
            <p:nvPr/>
          </p:nvSpPr>
          <p:spPr>
            <a:xfrm rot="-2700000">
              <a:off x="560326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24" name="tx1224"/>
            <p:cNvSpPr/>
            <p:nvPr/>
          </p:nvSpPr>
          <p:spPr>
            <a:xfrm rot="-2700000">
              <a:off x="6090752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25" name="tx1225"/>
            <p:cNvSpPr/>
            <p:nvPr/>
          </p:nvSpPr>
          <p:spPr>
            <a:xfrm>
              <a:off x="3981906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226" name="tx1226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1227" name="tx1227"/>
            <p:cNvSpPr/>
            <p:nvPr/>
          </p:nvSpPr>
          <p:spPr>
            <a:xfrm>
              <a:off x="6970921" y="3022917"/>
              <a:ext cx="15766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 (%)</a:t>
              </a:r>
            </a:p>
          </p:txBody>
        </p:sp>
        <p:pic>
          <p:nvPicPr>
            <p:cNvPr id="1228" name="pic122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970921" y="3207263"/>
              <a:ext cx="219455" cy="1097280"/>
            </a:xfrm>
            <a:prstGeom prst="rect">
              <a:avLst/>
            </a:prstGeom>
          </p:spPr>
        </p:pic>
        <p:sp>
          <p:nvSpPr>
            <p:cNvPr id="1229" name="pl1229"/>
            <p:cNvSpPr/>
            <p:nvPr/>
          </p:nvSpPr>
          <p:spPr>
            <a:xfrm>
              <a:off x="7146486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l1230"/>
            <p:cNvSpPr/>
            <p:nvPr/>
          </p:nvSpPr>
          <p:spPr>
            <a:xfrm>
              <a:off x="7146486" y="400340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l1231"/>
            <p:cNvSpPr/>
            <p:nvPr/>
          </p:nvSpPr>
          <p:spPr>
            <a:xfrm>
              <a:off x="7146486" y="370410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l1232"/>
            <p:cNvSpPr/>
            <p:nvPr/>
          </p:nvSpPr>
          <p:spPr>
            <a:xfrm>
              <a:off x="7146486" y="340479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l1233"/>
            <p:cNvSpPr/>
            <p:nvPr/>
          </p:nvSpPr>
          <p:spPr>
            <a:xfrm>
              <a:off x="6970921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l1234"/>
            <p:cNvSpPr/>
            <p:nvPr/>
          </p:nvSpPr>
          <p:spPr>
            <a:xfrm>
              <a:off x="6970921" y="400340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l1235"/>
            <p:cNvSpPr/>
            <p:nvPr/>
          </p:nvSpPr>
          <p:spPr>
            <a:xfrm>
              <a:off x="6970921" y="370410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l1236"/>
            <p:cNvSpPr/>
            <p:nvPr/>
          </p:nvSpPr>
          <p:spPr>
            <a:xfrm>
              <a:off x="6970921" y="340479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tx1237"/>
            <p:cNvSpPr/>
            <p:nvPr/>
          </p:nvSpPr>
          <p:spPr>
            <a:xfrm>
              <a:off x="7259967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238" name="tx1238"/>
            <p:cNvSpPr/>
            <p:nvPr/>
          </p:nvSpPr>
          <p:spPr>
            <a:xfrm>
              <a:off x="7259967" y="3963402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1239" name="tx1239"/>
            <p:cNvSpPr/>
            <p:nvPr/>
          </p:nvSpPr>
          <p:spPr>
            <a:xfrm>
              <a:off x="7259967" y="366409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40%</a:t>
              </a:r>
            </a:p>
          </p:txBody>
        </p:sp>
        <p:sp>
          <p:nvSpPr>
            <p:cNvPr id="1240" name="tx1240"/>
            <p:cNvSpPr/>
            <p:nvPr/>
          </p:nvSpPr>
          <p:spPr>
            <a:xfrm>
              <a:off x="7259967" y="336478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60%</a:t>
              </a:r>
            </a:p>
          </p:txBody>
        </p:sp>
        <p:sp>
          <p:nvSpPr>
            <p:cNvPr id="1241" name="tx1241"/>
            <p:cNvSpPr/>
            <p:nvPr/>
          </p:nvSpPr>
          <p:spPr>
            <a:xfrm>
              <a:off x="1628956" y="1669789"/>
              <a:ext cx="336087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A/H3N2 - K</a:t>
              </a:r>
            </a:p>
          </p:txBody>
        </p:sp>
      </p:grpSp>
      <p:sp>
        <p:nvSpPr>
          <p:cNvPr id="124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A/H3N2 - K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77446" y="1894551"/>
              <a:ext cx="7639764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77446" y="4675509"/>
              <a:ext cx="6080628" cy="675746"/>
            </a:xfrm>
            <a:custGeom>
              <a:avLst/>
              <a:pathLst>
                <a:path w="6080628" h="675746">
                  <a:moveTo>
                    <a:pt x="0" y="0"/>
                  </a:moveTo>
                  <a:lnTo>
                    <a:pt x="690474" y="675746"/>
                  </a:lnTo>
                  <a:lnTo>
                    <a:pt x="690474" y="675746"/>
                  </a:lnTo>
                  <a:lnTo>
                    <a:pt x="1358675" y="675746"/>
                  </a:lnTo>
                  <a:lnTo>
                    <a:pt x="2049149" y="675746"/>
                  </a:lnTo>
                  <a:lnTo>
                    <a:pt x="2717350" y="675746"/>
                  </a:lnTo>
                  <a:lnTo>
                    <a:pt x="3407824" y="675746"/>
                  </a:lnTo>
                  <a:lnTo>
                    <a:pt x="4098299" y="675746"/>
                  </a:lnTo>
                  <a:lnTo>
                    <a:pt x="4721953" y="675746"/>
                  </a:lnTo>
                  <a:lnTo>
                    <a:pt x="5412427" y="675746"/>
                  </a:lnTo>
                  <a:lnTo>
                    <a:pt x="6080628" y="675746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739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D574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BE6D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77446" y="5260290"/>
              <a:ext cx="6080628" cy="90965"/>
            </a:xfrm>
            <a:custGeom>
              <a:avLst/>
              <a:pathLst>
                <a:path w="6080628" h="90965">
                  <a:moveTo>
                    <a:pt x="0" y="90965"/>
                  </a:moveTo>
                  <a:lnTo>
                    <a:pt x="690474" y="90965"/>
                  </a:lnTo>
                  <a:lnTo>
                    <a:pt x="1358675" y="0"/>
                  </a:lnTo>
                  <a:lnTo>
                    <a:pt x="2049149" y="90965"/>
                  </a:lnTo>
                  <a:lnTo>
                    <a:pt x="2049149" y="90965"/>
                  </a:lnTo>
                  <a:lnTo>
                    <a:pt x="2717350" y="90965"/>
                  </a:lnTo>
                  <a:lnTo>
                    <a:pt x="3407824" y="90965"/>
                  </a:lnTo>
                  <a:lnTo>
                    <a:pt x="4098299" y="90965"/>
                  </a:lnTo>
                  <a:lnTo>
                    <a:pt x="4721953" y="90965"/>
                  </a:lnTo>
                  <a:lnTo>
                    <a:pt x="5412427" y="90965"/>
                  </a:lnTo>
                  <a:lnTo>
                    <a:pt x="6080628" y="90965"/>
                  </a:lnTo>
                </a:path>
              </a:pathLst>
            </a:custGeom>
            <a:ln w="27101" cap="flat">
              <a:solidFill>
                <a:srgbClr val="A86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915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7B56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644F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739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4D47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414A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455D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4A6F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4E82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529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57A8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5BB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977446" y="5169324"/>
              <a:ext cx="6080628" cy="181931"/>
            </a:xfrm>
            <a:custGeom>
              <a:avLst/>
              <a:pathLst>
                <a:path w="6080628" h="181931">
                  <a:moveTo>
                    <a:pt x="0" y="181931"/>
                  </a:moveTo>
                  <a:lnTo>
                    <a:pt x="690474" y="0"/>
                  </a:lnTo>
                  <a:lnTo>
                    <a:pt x="1358675" y="181931"/>
                  </a:lnTo>
                  <a:lnTo>
                    <a:pt x="1358675" y="181931"/>
                  </a:lnTo>
                  <a:lnTo>
                    <a:pt x="2049149" y="181931"/>
                  </a:lnTo>
                  <a:lnTo>
                    <a:pt x="2717350" y="181931"/>
                  </a:lnTo>
                  <a:lnTo>
                    <a:pt x="3407824" y="181931"/>
                  </a:lnTo>
                  <a:lnTo>
                    <a:pt x="4098299" y="181931"/>
                  </a:lnTo>
                  <a:lnTo>
                    <a:pt x="4721953" y="181931"/>
                  </a:lnTo>
                  <a:lnTo>
                    <a:pt x="5412427" y="181931"/>
                  </a:lnTo>
                  <a:lnTo>
                    <a:pt x="6080628" y="181931"/>
                  </a:lnTo>
                </a:path>
              </a:pathLst>
            </a:custGeom>
            <a:ln w="27101" cap="flat">
              <a:solidFill>
                <a:srgbClr val="60CD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977446" y="4623528"/>
              <a:ext cx="6080628" cy="727727"/>
            </a:xfrm>
            <a:custGeom>
              <a:avLst/>
              <a:pathLst>
                <a:path w="6080628" h="727727">
                  <a:moveTo>
                    <a:pt x="0" y="727727"/>
                  </a:moveTo>
                  <a:lnTo>
                    <a:pt x="690474" y="727727"/>
                  </a:lnTo>
                  <a:lnTo>
                    <a:pt x="1358675" y="727727"/>
                  </a:lnTo>
                  <a:lnTo>
                    <a:pt x="2049149" y="727727"/>
                  </a:lnTo>
                  <a:lnTo>
                    <a:pt x="2717350" y="727727"/>
                  </a:lnTo>
                  <a:lnTo>
                    <a:pt x="3407824" y="727727"/>
                  </a:lnTo>
                  <a:lnTo>
                    <a:pt x="4098299" y="0"/>
                  </a:lnTo>
                  <a:lnTo>
                    <a:pt x="4721953" y="727727"/>
                  </a:lnTo>
                  <a:lnTo>
                    <a:pt x="4721953" y="727727"/>
                  </a:lnTo>
                  <a:lnTo>
                    <a:pt x="5412427" y="727727"/>
                  </a:lnTo>
                  <a:lnTo>
                    <a:pt x="6080628" y="727727"/>
                  </a:lnTo>
                </a:path>
              </a:pathLst>
            </a:custGeom>
            <a:ln w="27101" cap="flat">
              <a:solidFill>
                <a:srgbClr val="68C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977446" y="5162047"/>
              <a:ext cx="6080628" cy="189209"/>
            </a:xfrm>
            <a:custGeom>
              <a:avLst/>
              <a:pathLst>
                <a:path w="6080628" h="189209">
                  <a:moveTo>
                    <a:pt x="0" y="189209"/>
                  </a:moveTo>
                  <a:lnTo>
                    <a:pt x="690474" y="189209"/>
                  </a:lnTo>
                  <a:lnTo>
                    <a:pt x="1358675" y="189209"/>
                  </a:lnTo>
                  <a:lnTo>
                    <a:pt x="2049149" y="189209"/>
                  </a:lnTo>
                  <a:lnTo>
                    <a:pt x="2717350" y="41389"/>
                  </a:lnTo>
                  <a:lnTo>
                    <a:pt x="3407824" y="122586"/>
                  </a:lnTo>
                  <a:lnTo>
                    <a:pt x="4098299" y="189209"/>
                  </a:lnTo>
                  <a:lnTo>
                    <a:pt x="4098299" y="189209"/>
                  </a:lnTo>
                  <a:lnTo>
                    <a:pt x="4721953" y="189209"/>
                  </a:lnTo>
                  <a:lnTo>
                    <a:pt x="5412427" y="0"/>
                  </a:lnTo>
                  <a:lnTo>
                    <a:pt x="6080628" y="189209"/>
                  </a:lnTo>
                  <a:lnTo>
                    <a:pt x="6080628" y="189209"/>
                  </a:lnTo>
                </a:path>
              </a:pathLst>
            </a:custGeom>
            <a:ln w="27101" cap="flat">
              <a:solidFill>
                <a:srgbClr val="71AF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977446" y="4987392"/>
              <a:ext cx="6080628" cy="363863"/>
            </a:xfrm>
            <a:custGeom>
              <a:avLst/>
              <a:pathLst>
                <a:path w="6080628" h="363863">
                  <a:moveTo>
                    <a:pt x="0" y="363863"/>
                  </a:moveTo>
                  <a:lnTo>
                    <a:pt x="690474" y="363863"/>
                  </a:lnTo>
                  <a:lnTo>
                    <a:pt x="1358675" y="363863"/>
                  </a:lnTo>
                  <a:lnTo>
                    <a:pt x="2049149" y="363863"/>
                  </a:lnTo>
                  <a:lnTo>
                    <a:pt x="2717350" y="363863"/>
                  </a:lnTo>
                  <a:lnTo>
                    <a:pt x="3407824" y="363863"/>
                  </a:lnTo>
                  <a:lnTo>
                    <a:pt x="4098299" y="0"/>
                  </a:lnTo>
                  <a:lnTo>
                    <a:pt x="4721953" y="363863"/>
                  </a:lnTo>
                  <a:lnTo>
                    <a:pt x="4721953" y="363863"/>
                  </a:lnTo>
                  <a:lnTo>
                    <a:pt x="5412427" y="363863"/>
                  </a:lnTo>
                  <a:lnTo>
                    <a:pt x="6080628" y="363863"/>
                  </a:lnTo>
                </a:path>
              </a:pathLst>
            </a:custGeom>
            <a:ln w="27101" cap="flat">
              <a:solidFill>
                <a:srgbClr val="7B9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8487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977446" y="5162047"/>
              <a:ext cx="6080628" cy="189209"/>
            </a:xfrm>
            <a:custGeom>
              <a:avLst/>
              <a:pathLst>
                <a:path w="6080628" h="189209">
                  <a:moveTo>
                    <a:pt x="0" y="189209"/>
                  </a:moveTo>
                  <a:lnTo>
                    <a:pt x="690474" y="189209"/>
                  </a:lnTo>
                  <a:lnTo>
                    <a:pt x="1358675" y="189209"/>
                  </a:lnTo>
                  <a:lnTo>
                    <a:pt x="2049149" y="189209"/>
                  </a:lnTo>
                  <a:lnTo>
                    <a:pt x="2717350" y="189209"/>
                  </a:lnTo>
                  <a:lnTo>
                    <a:pt x="3407824" y="189209"/>
                  </a:lnTo>
                  <a:lnTo>
                    <a:pt x="4098299" y="189209"/>
                  </a:lnTo>
                  <a:lnTo>
                    <a:pt x="4721953" y="88565"/>
                  </a:lnTo>
                  <a:lnTo>
                    <a:pt x="5412427" y="0"/>
                  </a:lnTo>
                  <a:lnTo>
                    <a:pt x="6080628" y="189209"/>
                  </a:lnTo>
                  <a:lnTo>
                    <a:pt x="6080628" y="189209"/>
                  </a:lnTo>
                </a:path>
              </a:pathLst>
            </a:custGeom>
            <a:ln w="27101" cap="flat">
              <a:solidFill>
                <a:srgbClr val="8E74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977446" y="4783628"/>
              <a:ext cx="6080628" cy="567627"/>
            </a:xfrm>
            <a:custGeom>
              <a:avLst/>
              <a:pathLst>
                <a:path w="6080628" h="567627">
                  <a:moveTo>
                    <a:pt x="0" y="567627"/>
                  </a:moveTo>
                  <a:lnTo>
                    <a:pt x="690474" y="567627"/>
                  </a:lnTo>
                  <a:lnTo>
                    <a:pt x="1358675" y="567627"/>
                  </a:lnTo>
                  <a:lnTo>
                    <a:pt x="2049149" y="567627"/>
                  </a:lnTo>
                  <a:lnTo>
                    <a:pt x="2717350" y="567627"/>
                  </a:lnTo>
                  <a:lnTo>
                    <a:pt x="3407824" y="567627"/>
                  </a:lnTo>
                  <a:lnTo>
                    <a:pt x="4098299" y="567627"/>
                  </a:lnTo>
                  <a:lnTo>
                    <a:pt x="4721953" y="567627"/>
                  </a:lnTo>
                  <a:lnTo>
                    <a:pt x="5412427" y="0"/>
                  </a:lnTo>
                  <a:lnTo>
                    <a:pt x="6080628" y="567627"/>
                  </a:lnTo>
                  <a:lnTo>
                    <a:pt x="6080628" y="567627"/>
                  </a:lnTo>
                </a:path>
              </a:pathLst>
            </a:custGeom>
            <a:ln w="27101" cap="flat">
              <a:solidFill>
                <a:srgbClr val="9760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977446" y="5245355"/>
              <a:ext cx="6080628" cy="105900"/>
            </a:xfrm>
            <a:custGeom>
              <a:avLst/>
              <a:pathLst>
                <a:path w="6080628" h="105900">
                  <a:moveTo>
                    <a:pt x="0" y="105900"/>
                  </a:moveTo>
                  <a:lnTo>
                    <a:pt x="690474" y="105900"/>
                  </a:lnTo>
                  <a:lnTo>
                    <a:pt x="1358675" y="105900"/>
                  </a:lnTo>
                  <a:lnTo>
                    <a:pt x="2049149" y="0"/>
                  </a:lnTo>
                  <a:lnTo>
                    <a:pt x="2717350" y="105900"/>
                  </a:lnTo>
                  <a:lnTo>
                    <a:pt x="2717350" y="105900"/>
                  </a:lnTo>
                  <a:lnTo>
                    <a:pt x="3407824" y="105900"/>
                  </a:lnTo>
                  <a:lnTo>
                    <a:pt x="4098299" y="105900"/>
                  </a:lnTo>
                  <a:lnTo>
                    <a:pt x="4721953" y="105900"/>
                  </a:lnTo>
                  <a:lnTo>
                    <a:pt x="5412427" y="105900"/>
                  </a:lnTo>
                  <a:lnTo>
                    <a:pt x="6080628" y="105900"/>
                  </a:lnTo>
                </a:path>
              </a:pathLst>
            </a:custGeom>
            <a:ln w="27101" cap="flat">
              <a:solidFill>
                <a:srgbClr val="A14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977446" y="5260290"/>
              <a:ext cx="6080628" cy="90965"/>
            </a:xfrm>
            <a:custGeom>
              <a:avLst/>
              <a:pathLst>
                <a:path w="6080628" h="90965">
                  <a:moveTo>
                    <a:pt x="0" y="90965"/>
                  </a:moveTo>
                  <a:lnTo>
                    <a:pt x="690474" y="90965"/>
                  </a:lnTo>
                  <a:lnTo>
                    <a:pt x="1358675" y="0"/>
                  </a:lnTo>
                  <a:lnTo>
                    <a:pt x="2049149" y="90965"/>
                  </a:lnTo>
                  <a:lnTo>
                    <a:pt x="2049149" y="90965"/>
                  </a:lnTo>
                  <a:lnTo>
                    <a:pt x="2717350" y="90965"/>
                  </a:lnTo>
                  <a:lnTo>
                    <a:pt x="3407824" y="90965"/>
                  </a:lnTo>
                  <a:lnTo>
                    <a:pt x="4098299" y="90965"/>
                  </a:lnTo>
                  <a:lnTo>
                    <a:pt x="4721953" y="90965"/>
                  </a:lnTo>
                  <a:lnTo>
                    <a:pt x="5412427" y="90965"/>
                  </a:lnTo>
                  <a:lnTo>
                    <a:pt x="6080628" y="90965"/>
                  </a:lnTo>
                </a:path>
              </a:pathLst>
            </a:custGeom>
            <a:ln w="27101" cap="flat">
              <a:solidFill>
                <a:srgbClr val="AA3F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B55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739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BF69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386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CA7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D49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DFA8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E9BD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739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F4D2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EFD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DDC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977446" y="4987392"/>
              <a:ext cx="6080628" cy="363863"/>
            </a:xfrm>
            <a:custGeom>
              <a:avLst/>
              <a:pathLst>
                <a:path w="6080628" h="363863">
                  <a:moveTo>
                    <a:pt x="0" y="363863"/>
                  </a:moveTo>
                  <a:lnTo>
                    <a:pt x="690474" y="363863"/>
                  </a:lnTo>
                  <a:lnTo>
                    <a:pt x="1358675" y="363863"/>
                  </a:lnTo>
                  <a:lnTo>
                    <a:pt x="2049149" y="363863"/>
                  </a:lnTo>
                  <a:lnTo>
                    <a:pt x="2717350" y="363863"/>
                  </a:lnTo>
                  <a:lnTo>
                    <a:pt x="3407824" y="363863"/>
                  </a:lnTo>
                  <a:lnTo>
                    <a:pt x="4098299" y="0"/>
                  </a:lnTo>
                  <a:lnTo>
                    <a:pt x="4721953" y="363863"/>
                  </a:lnTo>
                  <a:lnTo>
                    <a:pt x="4721953" y="363863"/>
                  </a:lnTo>
                  <a:lnTo>
                    <a:pt x="5412427" y="363863"/>
                  </a:lnTo>
                  <a:lnTo>
                    <a:pt x="6080628" y="363863"/>
                  </a:lnTo>
                </a:path>
              </a:pathLst>
            </a:custGeom>
            <a:ln w="27101" cap="flat">
              <a:solidFill>
                <a:srgbClr val="CBBA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B9AC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A79F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977446" y="3531938"/>
              <a:ext cx="6080628" cy="1819318"/>
            </a:xfrm>
            <a:custGeom>
              <a:avLst/>
              <a:pathLst>
                <a:path w="6080628" h="1819318">
                  <a:moveTo>
                    <a:pt x="0" y="1819318"/>
                  </a:moveTo>
                  <a:lnTo>
                    <a:pt x="690474" y="1819318"/>
                  </a:lnTo>
                  <a:lnTo>
                    <a:pt x="1358675" y="1819318"/>
                  </a:lnTo>
                  <a:lnTo>
                    <a:pt x="2049149" y="1819318"/>
                  </a:lnTo>
                  <a:lnTo>
                    <a:pt x="2717350" y="1819318"/>
                  </a:lnTo>
                  <a:lnTo>
                    <a:pt x="3407824" y="819974"/>
                  </a:lnTo>
                  <a:lnTo>
                    <a:pt x="4098299" y="0"/>
                  </a:lnTo>
                  <a:lnTo>
                    <a:pt x="4721953" y="1819318"/>
                  </a:lnTo>
                  <a:lnTo>
                    <a:pt x="4721953" y="1819318"/>
                  </a:lnTo>
                  <a:lnTo>
                    <a:pt x="5412427" y="1819318"/>
                  </a:lnTo>
                  <a:lnTo>
                    <a:pt x="6080628" y="1819318"/>
                  </a:lnTo>
                </a:path>
              </a:pathLst>
            </a:custGeom>
            <a:ln w="27101" cap="flat">
              <a:solidFill>
                <a:srgbClr val="9691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8484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977446" y="4987392"/>
              <a:ext cx="6080628" cy="363863"/>
            </a:xfrm>
            <a:custGeom>
              <a:avLst/>
              <a:pathLst>
                <a:path w="6080628" h="363863">
                  <a:moveTo>
                    <a:pt x="0" y="363863"/>
                  </a:moveTo>
                  <a:lnTo>
                    <a:pt x="690474" y="363863"/>
                  </a:lnTo>
                  <a:lnTo>
                    <a:pt x="1358675" y="363863"/>
                  </a:lnTo>
                  <a:lnTo>
                    <a:pt x="2049149" y="363863"/>
                  </a:lnTo>
                  <a:lnTo>
                    <a:pt x="2717350" y="363863"/>
                  </a:lnTo>
                  <a:lnTo>
                    <a:pt x="3407824" y="363863"/>
                  </a:lnTo>
                  <a:lnTo>
                    <a:pt x="4098299" y="0"/>
                  </a:lnTo>
                  <a:lnTo>
                    <a:pt x="4721953" y="363863"/>
                  </a:lnTo>
                  <a:lnTo>
                    <a:pt x="4721953" y="363863"/>
                  </a:lnTo>
                  <a:lnTo>
                    <a:pt x="5412427" y="363863"/>
                  </a:lnTo>
                  <a:lnTo>
                    <a:pt x="6080628" y="363863"/>
                  </a:lnTo>
                </a:path>
              </a:pathLst>
            </a:custGeom>
            <a:ln w="27101" cap="flat">
              <a:solidFill>
                <a:srgbClr val="7277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977446" y="5218010"/>
              <a:ext cx="6080628" cy="133245"/>
            </a:xfrm>
            <a:custGeom>
              <a:avLst/>
              <a:pathLst>
                <a:path w="6080628" h="133245">
                  <a:moveTo>
                    <a:pt x="0" y="133245"/>
                  </a:moveTo>
                  <a:lnTo>
                    <a:pt x="690474" y="133245"/>
                  </a:lnTo>
                  <a:lnTo>
                    <a:pt x="1358675" y="133245"/>
                  </a:lnTo>
                  <a:lnTo>
                    <a:pt x="2049149" y="133245"/>
                  </a:lnTo>
                  <a:lnTo>
                    <a:pt x="2717350" y="133245"/>
                  </a:lnTo>
                  <a:lnTo>
                    <a:pt x="3407824" y="0"/>
                  </a:lnTo>
                  <a:lnTo>
                    <a:pt x="4098299" y="133245"/>
                  </a:lnTo>
                  <a:lnTo>
                    <a:pt x="4098299" y="133245"/>
                  </a:lnTo>
                  <a:lnTo>
                    <a:pt x="4721953" y="133245"/>
                  </a:lnTo>
                  <a:lnTo>
                    <a:pt x="5412427" y="133245"/>
                  </a:lnTo>
                  <a:lnTo>
                    <a:pt x="6080628" y="133245"/>
                  </a:lnTo>
                </a:path>
              </a:pathLst>
            </a:custGeom>
            <a:ln w="27101" cap="flat">
              <a:solidFill>
                <a:srgbClr val="7E84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977446" y="4987392"/>
              <a:ext cx="6080628" cy="363863"/>
            </a:xfrm>
            <a:custGeom>
              <a:avLst/>
              <a:pathLst>
                <a:path w="6080628" h="363863">
                  <a:moveTo>
                    <a:pt x="0" y="363863"/>
                  </a:moveTo>
                  <a:lnTo>
                    <a:pt x="690474" y="363863"/>
                  </a:lnTo>
                  <a:lnTo>
                    <a:pt x="1358675" y="363863"/>
                  </a:lnTo>
                  <a:lnTo>
                    <a:pt x="2049149" y="363863"/>
                  </a:lnTo>
                  <a:lnTo>
                    <a:pt x="2717350" y="363863"/>
                  </a:lnTo>
                  <a:lnTo>
                    <a:pt x="3407824" y="363863"/>
                  </a:lnTo>
                  <a:lnTo>
                    <a:pt x="4098299" y="0"/>
                  </a:lnTo>
                  <a:lnTo>
                    <a:pt x="4721953" y="363863"/>
                  </a:lnTo>
                  <a:lnTo>
                    <a:pt x="4721953" y="363863"/>
                  </a:lnTo>
                  <a:lnTo>
                    <a:pt x="5412427" y="363863"/>
                  </a:lnTo>
                  <a:lnTo>
                    <a:pt x="6080628" y="363863"/>
                  </a:lnTo>
                </a:path>
              </a:pathLst>
            </a:custGeom>
            <a:ln w="27101" cap="flat">
              <a:solidFill>
                <a:srgbClr val="8D94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977446" y="5162047"/>
              <a:ext cx="6080628" cy="189209"/>
            </a:xfrm>
            <a:custGeom>
              <a:avLst/>
              <a:pathLst>
                <a:path w="6080628" h="189209">
                  <a:moveTo>
                    <a:pt x="0" y="189209"/>
                  </a:moveTo>
                  <a:lnTo>
                    <a:pt x="690474" y="189209"/>
                  </a:lnTo>
                  <a:lnTo>
                    <a:pt x="1358675" y="189209"/>
                  </a:lnTo>
                  <a:lnTo>
                    <a:pt x="2049149" y="189209"/>
                  </a:lnTo>
                  <a:lnTo>
                    <a:pt x="2717350" y="189209"/>
                  </a:lnTo>
                  <a:lnTo>
                    <a:pt x="3407824" y="189209"/>
                  </a:lnTo>
                  <a:lnTo>
                    <a:pt x="4098299" y="189209"/>
                  </a:lnTo>
                  <a:lnTo>
                    <a:pt x="4721953" y="189209"/>
                  </a:lnTo>
                  <a:lnTo>
                    <a:pt x="5412427" y="0"/>
                  </a:lnTo>
                  <a:lnTo>
                    <a:pt x="6080628" y="189209"/>
                  </a:lnTo>
                  <a:lnTo>
                    <a:pt x="6080628" y="189209"/>
                  </a:lnTo>
                </a:path>
              </a:pathLst>
            </a:custGeom>
            <a:ln w="27101" cap="flat">
              <a:solidFill>
                <a:srgbClr val="9BA4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977446" y="5162047"/>
              <a:ext cx="6080628" cy="189209"/>
            </a:xfrm>
            <a:custGeom>
              <a:avLst/>
              <a:pathLst>
                <a:path w="6080628" h="189209">
                  <a:moveTo>
                    <a:pt x="0" y="189209"/>
                  </a:moveTo>
                  <a:lnTo>
                    <a:pt x="690474" y="189209"/>
                  </a:lnTo>
                  <a:lnTo>
                    <a:pt x="1358675" y="189209"/>
                  </a:lnTo>
                  <a:lnTo>
                    <a:pt x="2049149" y="189209"/>
                  </a:lnTo>
                  <a:lnTo>
                    <a:pt x="2717350" y="189209"/>
                  </a:lnTo>
                  <a:lnTo>
                    <a:pt x="3407824" y="189209"/>
                  </a:lnTo>
                  <a:lnTo>
                    <a:pt x="4098299" y="189209"/>
                  </a:lnTo>
                  <a:lnTo>
                    <a:pt x="4721953" y="189209"/>
                  </a:lnTo>
                  <a:lnTo>
                    <a:pt x="5412427" y="0"/>
                  </a:lnTo>
                  <a:lnTo>
                    <a:pt x="6080628" y="189209"/>
                  </a:lnTo>
                  <a:lnTo>
                    <a:pt x="6080628" y="189209"/>
                  </a:lnTo>
                </a:path>
              </a:pathLst>
            </a:custGeom>
            <a:ln w="27101" cap="flat">
              <a:solidFill>
                <a:srgbClr val="AAB4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977446" y="4168699"/>
              <a:ext cx="6080628" cy="1182556"/>
            </a:xfrm>
            <a:custGeom>
              <a:avLst/>
              <a:pathLst>
                <a:path w="6080628" h="1182556">
                  <a:moveTo>
                    <a:pt x="0" y="1182556"/>
                  </a:moveTo>
                  <a:lnTo>
                    <a:pt x="690474" y="1182556"/>
                  </a:lnTo>
                  <a:lnTo>
                    <a:pt x="1358675" y="1182556"/>
                  </a:lnTo>
                  <a:lnTo>
                    <a:pt x="2049149" y="1182556"/>
                  </a:lnTo>
                  <a:lnTo>
                    <a:pt x="2717350" y="1182556"/>
                  </a:lnTo>
                  <a:lnTo>
                    <a:pt x="3407824" y="1115933"/>
                  </a:lnTo>
                  <a:lnTo>
                    <a:pt x="4098299" y="1182556"/>
                  </a:lnTo>
                  <a:lnTo>
                    <a:pt x="4098299" y="1182556"/>
                  </a:lnTo>
                  <a:lnTo>
                    <a:pt x="4721953" y="981270"/>
                  </a:lnTo>
                  <a:lnTo>
                    <a:pt x="5412427" y="804138"/>
                  </a:lnTo>
                  <a:lnTo>
                    <a:pt x="6080628" y="0"/>
                  </a:lnTo>
                </a:path>
              </a:pathLst>
            </a:custGeom>
            <a:ln w="27101" cap="flat">
              <a:solidFill>
                <a:srgbClr val="B8C4E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977446" y="5169324"/>
              <a:ext cx="6080628" cy="181931"/>
            </a:xfrm>
            <a:custGeom>
              <a:avLst/>
              <a:pathLst>
                <a:path w="6080628" h="181931">
                  <a:moveTo>
                    <a:pt x="0" y="181931"/>
                  </a:moveTo>
                  <a:lnTo>
                    <a:pt x="690474" y="181931"/>
                  </a:lnTo>
                  <a:lnTo>
                    <a:pt x="1358675" y="0"/>
                  </a:lnTo>
                  <a:lnTo>
                    <a:pt x="2049149" y="181931"/>
                  </a:lnTo>
                  <a:lnTo>
                    <a:pt x="2049149" y="181931"/>
                  </a:lnTo>
                  <a:lnTo>
                    <a:pt x="2717350" y="181931"/>
                  </a:lnTo>
                  <a:lnTo>
                    <a:pt x="3407824" y="181931"/>
                  </a:lnTo>
                  <a:lnTo>
                    <a:pt x="4098299" y="181931"/>
                  </a:lnTo>
                  <a:lnTo>
                    <a:pt x="4721953" y="181931"/>
                  </a:lnTo>
                  <a:lnTo>
                    <a:pt x="5412427" y="181931"/>
                  </a:lnTo>
                  <a:lnTo>
                    <a:pt x="6080628" y="181931"/>
                  </a:lnTo>
                </a:path>
              </a:pathLst>
            </a:custGeom>
            <a:ln w="27101" cap="flat">
              <a:solidFill>
                <a:srgbClr val="C7D4E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739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D5E4F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D7E7E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BBCA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9EAE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8292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6675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977446" y="5280655"/>
              <a:ext cx="6080628" cy="70600"/>
            </a:xfrm>
            <a:custGeom>
              <a:avLst/>
              <a:pathLst>
                <a:path w="6080628" h="70600">
                  <a:moveTo>
                    <a:pt x="0" y="70600"/>
                  </a:moveTo>
                  <a:lnTo>
                    <a:pt x="690474" y="70600"/>
                  </a:lnTo>
                  <a:lnTo>
                    <a:pt x="1358675" y="70600"/>
                  </a:lnTo>
                  <a:lnTo>
                    <a:pt x="2049149" y="0"/>
                  </a:lnTo>
                  <a:lnTo>
                    <a:pt x="2717350" y="70600"/>
                  </a:lnTo>
                  <a:lnTo>
                    <a:pt x="2717350" y="70600"/>
                  </a:lnTo>
                  <a:lnTo>
                    <a:pt x="3407824" y="70600"/>
                  </a:lnTo>
                  <a:lnTo>
                    <a:pt x="4098299" y="70600"/>
                  </a:lnTo>
                  <a:lnTo>
                    <a:pt x="4721953" y="70600"/>
                  </a:lnTo>
                  <a:lnTo>
                    <a:pt x="5412427" y="70600"/>
                  </a:lnTo>
                  <a:lnTo>
                    <a:pt x="6080628" y="70600"/>
                  </a:lnTo>
                </a:path>
              </a:pathLst>
            </a:custGeom>
            <a:ln w="27101" cap="flat">
              <a:solidFill>
                <a:srgbClr val="4A5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977446" y="5149969"/>
              <a:ext cx="6080628" cy="201286"/>
            </a:xfrm>
            <a:custGeom>
              <a:avLst/>
              <a:pathLst>
                <a:path w="6080628" h="201286">
                  <a:moveTo>
                    <a:pt x="0" y="201286"/>
                  </a:moveTo>
                  <a:lnTo>
                    <a:pt x="690474" y="201286"/>
                  </a:lnTo>
                  <a:lnTo>
                    <a:pt x="1358675" y="201286"/>
                  </a:lnTo>
                  <a:lnTo>
                    <a:pt x="2049149" y="201286"/>
                  </a:lnTo>
                  <a:lnTo>
                    <a:pt x="2717350" y="201286"/>
                  </a:lnTo>
                  <a:lnTo>
                    <a:pt x="3407824" y="68040"/>
                  </a:lnTo>
                  <a:lnTo>
                    <a:pt x="4098299" y="201286"/>
                  </a:lnTo>
                  <a:lnTo>
                    <a:pt x="4098299" y="201286"/>
                  </a:lnTo>
                  <a:lnTo>
                    <a:pt x="4721953" y="0"/>
                  </a:lnTo>
                  <a:lnTo>
                    <a:pt x="5412427" y="201286"/>
                  </a:lnTo>
                  <a:lnTo>
                    <a:pt x="5412427" y="201286"/>
                  </a:lnTo>
                  <a:lnTo>
                    <a:pt x="6080628" y="201286"/>
                  </a:lnTo>
                </a:path>
              </a:pathLst>
            </a:custGeom>
            <a:ln w="27101" cap="flat">
              <a:solidFill>
                <a:srgbClr val="2D3D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977446" y="5149969"/>
              <a:ext cx="6080628" cy="201286"/>
            </a:xfrm>
            <a:custGeom>
              <a:avLst/>
              <a:pathLst>
                <a:path w="6080628" h="201286">
                  <a:moveTo>
                    <a:pt x="0" y="201286"/>
                  </a:moveTo>
                  <a:lnTo>
                    <a:pt x="690474" y="201286"/>
                  </a:lnTo>
                  <a:lnTo>
                    <a:pt x="1358675" y="201286"/>
                  </a:lnTo>
                  <a:lnTo>
                    <a:pt x="2049149" y="201286"/>
                  </a:lnTo>
                  <a:lnTo>
                    <a:pt x="2717350" y="201286"/>
                  </a:lnTo>
                  <a:lnTo>
                    <a:pt x="3407824" y="201286"/>
                  </a:lnTo>
                  <a:lnTo>
                    <a:pt x="4098299" y="201286"/>
                  </a:lnTo>
                  <a:lnTo>
                    <a:pt x="4721953" y="0"/>
                  </a:lnTo>
                  <a:lnTo>
                    <a:pt x="5412427" y="201286"/>
                  </a:lnTo>
                  <a:lnTo>
                    <a:pt x="5412427" y="201286"/>
                  </a:lnTo>
                  <a:lnTo>
                    <a:pt x="6080628" y="201286"/>
                  </a:lnTo>
                </a:path>
              </a:pathLst>
            </a:custGeom>
            <a:ln w="27101" cap="flat">
              <a:solidFill>
                <a:srgbClr val="112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977446" y="5049326"/>
              <a:ext cx="6080628" cy="301929"/>
            </a:xfrm>
            <a:custGeom>
              <a:avLst/>
              <a:pathLst>
                <a:path w="6080628" h="301929">
                  <a:moveTo>
                    <a:pt x="0" y="301929"/>
                  </a:moveTo>
                  <a:lnTo>
                    <a:pt x="690474" y="301929"/>
                  </a:lnTo>
                  <a:lnTo>
                    <a:pt x="1358675" y="301929"/>
                  </a:lnTo>
                  <a:lnTo>
                    <a:pt x="2049149" y="301929"/>
                  </a:lnTo>
                  <a:lnTo>
                    <a:pt x="2717350" y="301929"/>
                  </a:lnTo>
                  <a:lnTo>
                    <a:pt x="3407824" y="235306"/>
                  </a:lnTo>
                  <a:lnTo>
                    <a:pt x="4098299" y="301929"/>
                  </a:lnTo>
                  <a:lnTo>
                    <a:pt x="4098299" y="301929"/>
                  </a:lnTo>
                  <a:lnTo>
                    <a:pt x="4721953" y="0"/>
                  </a:lnTo>
                  <a:lnTo>
                    <a:pt x="5412427" y="112720"/>
                  </a:lnTo>
                  <a:lnTo>
                    <a:pt x="6080628" y="301929"/>
                  </a:lnTo>
                  <a:lnTo>
                    <a:pt x="6080628" y="301929"/>
                  </a:lnTo>
                </a:path>
              </a:pathLst>
            </a:custGeom>
            <a:ln w="27101" cap="flat">
              <a:solidFill>
                <a:srgbClr val="1125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1D38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294B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355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4171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977446" y="4168699"/>
              <a:ext cx="6080628" cy="1182556"/>
            </a:xfrm>
            <a:custGeom>
              <a:avLst/>
              <a:pathLst>
                <a:path w="6080628" h="1182556">
                  <a:moveTo>
                    <a:pt x="0" y="1182556"/>
                  </a:moveTo>
                  <a:lnTo>
                    <a:pt x="690474" y="1182556"/>
                  </a:lnTo>
                  <a:lnTo>
                    <a:pt x="1358675" y="1182556"/>
                  </a:lnTo>
                  <a:lnTo>
                    <a:pt x="2049149" y="1182556"/>
                  </a:lnTo>
                  <a:lnTo>
                    <a:pt x="2717350" y="1182556"/>
                  </a:lnTo>
                  <a:lnTo>
                    <a:pt x="3407824" y="1182556"/>
                  </a:lnTo>
                  <a:lnTo>
                    <a:pt x="4098299" y="1182556"/>
                  </a:lnTo>
                  <a:lnTo>
                    <a:pt x="4721953" y="1182556"/>
                  </a:lnTo>
                  <a:lnTo>
                    <a:pt x="5412427" y="1182556"/>
                  </a:lnTo>
                  <a:lnTo>
                    <a:pt x="6080628" y="0"/>
                  </a:lnTo>
                </a:path>
              </a:pathLst>
            </a:custGeom>
            <a:ln w="27101" cap="flat">
              <a:solidFill>
                <a:srgbClr val="4D8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977446" y="5162047"/>
              <a:ext cx="6080628" cy="189209"/>
            </a:xfrm>
            <a:custGeom>
              <a:avLst/>
              <a:pathLst>
                <a:path w="6080628" h="189209">
                  <a:moveTo>
                    <a:pt x="0" y="189209"/>
                  </a:moveTo>
                  <a:lnTo>
                    <a:pt x="690474" y="189209"/>
                  </a:lnTo>
                  <a:lnTo>
                    <a:pt x="1358675" y="189209"/>
                  </a:lnTo>
                  <a:lnTo>
                    <a:pt x="2049149" y="189209"/>
                  </a:lnTo>
                  <a:lnTo>
                    <a:pt x="2717350" y="189209"/>
                  </a:lnTo>
                  <a:lnTo>
                    <a:pt x="3407824" y="189209"/>
                  </a:lnTo>
                  <a:lnTo>
                    <a:pt x="4098299" y="189209"/>
                  </a:lnTo>
                  <a:lnTo>
                    <a:pt x="4721953" y="189209"/>
                  </a:lnTo>
                  <a:lnTo>
                    <a:pt x="5412427" y="0"/>
                  </a:lnTo>
                  <a:lnTo>
                    <a:pt x="6080628" y="189209"/>
                  </a:lnTo>
                  <a:lnTo>
                    <a:pt x="6080628" y="189209"/>
                  </a:lnTo>
                </a:path>
              </a:pathLst>
            </a:custGeom>
            <a:ln w="27101" cap="flat">
              <a:solidFill>
                <a:srgbClr val="5997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977446" y="5055616"/>
              <a:ext cx="6080628" cy="295639"/>
            </a:xfrm>
            <a:custGeom>
              <a:avLst/>
              <a:pathLst>
                <a:path w="6080628" h="295639">
                  <a:moveTo>
                    <a:pt x="0" y="295639"/>
                  </a:moveTo>
                  <a:lnTo>
                    <a:pt x="690474" y="295639"/>
                  </a:lnTo>
                  <a:lnTo>
                    <a:pt x="1358675" y="295639"/>
                  </a:lnTo>
                  <a:lnTo>
                    <a:pt x="2049149" y="260338"/>
                  </a:lnTo>
                  <a:lnTo>
                    <a:pt x="2717350" y="0"/>
                  </a:lnTo>
                  <a:lnTo>
                    <a:pt x="3407824" y="295639"/>
                  </a:lnTo>
                  <a:lnTo>
                    <a:pt x="3407824" y="295639"/>
                  </a:lnTo>
                  <a:lnTo>
                    <a:pt x="4098299" y="295639"/>
                  </a:lnTo>
                  <a:lnTo>
                    <a:pt x="4721953" y="295639"/>
                  </a:lnTo>
                  <a:lnTo>
                    <a:pt x="5412427" y="295639"/>
                  </a:lnTo>
                  <a:lnTo>
                    <a:pt x="6080628" y="295639"/>
                  </a:lnTo>
                </a:path>
              </a:pathLst>
            </a:custGeom>
            <a:ln w="27101" cap="flat">
              <a:solidFill>
                <a:srgbClr val="64A8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5CA0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977446" y="5280655"/>
              <a:ext cx="6080628" cy="70600"/>
            </a:xfrm>
            <a:custGeom>
              <a:avLst/>
              <a:pathLst>
                <a:path w="6080628" h="70600">
                  <a:moveTo>
                    <a:pt x="0" y="70600"/>
                  </a:moveTo>
                  <a:lnTo>
                    <a:pt x="690474" y="70600"/>
                  </a:lnTo>
                  <a:lnTo>
                    <a:pt x="1358675" y="70600"/>
                  </a:lnTo>
                  <a:lnTo>
                    <a:pt x="2049149" y="0"/>
                  </a:lnTo>
                  <a:lnTo>
                    <a:pt x="2717350" y="70600"/>
                  </a:lnTo>
                  <a:lnTo>
                    <a:pt x="2717350" y="70600"/>
                  </a:lnTo>
                  <a:lnTo>
                    <a:pt x="3407824" y="70600"/>
                  </a:lnTo>
                  <a:lnTo>
                    <a:pt x="4098299" y="70600"/>
                  </a:lnTo>
                  <a:lnTo>
                    <a:pt x="4721953" y="70600"/>
                  </a:lnTo>
                  <a:lnTo>
                    <a:pt x="5412427" y="70600"/>
                  </a:lnTo>
                  <a:lnTo>
                    <a:pt x="6080628" y="70600"/>
                  </a:lnTo>
                </a:path>
              </a:pathLst>
            </a:custGeom>
            <a:ln w="27101" cap="flat">
              <a:solidFill>
                <a:srgbClr val="549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977446" y="5203436"/>
              <a:ext cx="6080628" cy="147819"/>
            </a:xfrm>
            <a:custGeom>
              <a:avLst/>
              <a:pathLst>
                <a:path w="6080628" h="147819">
                  <a:moveTo>
                    <a:pt x="0" y="147819"/>
                  </a:moveTo>
                  <a:lnTo>
                    <a:pt x="690474" y="147819"/>
                  </a:lnTo>
                  <a:lnTo>
                    <a:pt x="1358675" y="147819"/>
                  </a:lnTo>
                  <a:lnTo>
                    <a:pt x="2049149" y="147819"/>
                  </a:lnTo>
                  <a:lnTo>
                    <a:pt x="2717350" y="0"/>
                  </a:lnTo>
                  <a:lnTo>
                    <a:pt x="3407824" y="147819"/>
                  </a:lnTo>
                  <a:lnTo>
                    <a:pt x="3407824" y="147819"/>
                  </a:lnTo>
                  <a:lnTo>
                    <a:pt x="4098299" y="147819"/>
                  </a:lnTo>
                  <a:lnTo>
                    <a:pt x="4721953" y="147819"/>
                  </a:lnTo>
                  <a:lnTo>
                    <a:pt x="5412427" y="147819"/>
                  </a:lnTo>
                  <a:lnTo>
                    <a:pt x="6080628" y="147819"/>
                  </a:lnTo>
                </a:path>
              </a:pathLst>
            </a:custGeom>
            <a:ln w="27101" cap="flat">
              <a:solidFill>
                <a:srgbClr val="4D8F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9677"/>
                  </a:lnTo>
                  <a:lnTo>
                    <a:pt x="2049149" y="100643"/>
                  </a:lnTo>
                  <a:lnTo>
                    <a:pt x="2049149" y="100643"/>
                  </a:lnTo>
                  <a:lnTo>
                    <a:pt x="2717350" y="26733"/>
                  </a:lnTo>
                  <a:lnTo>
                    <a:pt x="3407824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4587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977446" y="5162047"/>
              <a:ext cx="6080628" cy="189209"/>
            </a:xfrm>
            <a:custGeom>
              <a:avLst/>
              <a:pathLst>
                <a:path w="6080628" h="189209">
                  <a:moveTo>
                    <a:pt x="0" y="189209"/>
                  </a:moveTo>
                  <a:lnTo>
                    <a:pt x="690474" y="189209"/>
                  </a:lnTo>
                  <a:lnTo>
                    <a:pt x="1358675" y="189209"/>
                  </a:lnTo>
                  <a:lnTo>
                    <a:pt x="2049149" y="153908"/>
                  </a:lnTo>
                  <a:lnTo>
                    <a:pt x="2717350" y="189209"/>
                  </a:lnTo>
                  <a:lnTo>
                    <a:pt x="2717350" y="189209"/>
                  </a:lnTo>
                  <a:lnTo>
                    <a:pt x="3407824" y="189209"/>
                  </a:lnTo>
                  <a:lnTo>
                    <a:pt x="4098299" y="189209"/>
                  </a:lnTo>
                  <a:lnTo>
                    <a:pt x="4721953" y="189209"/>
                  </a:lnTo>
                  <a:lnTo>
                    <a:pt x="5412427" y="0"/>
                  </a:lnTo>
                  <a:lnTo>
                    <a:pt x="6080628" y="189209"/>
                  </a:lnTo>
                  <a:lnTo>
                    <a:pt x="6080628" y="189209"/>
                  </a:lnTo>
                </a:path>
              </a:pathLst>
            </a:custGeom>
            <a:ln w="27101" cap="flat">
              <a:solidFill>
                <a:srgbClr val="3D7E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977446" y="5162047"/>
              <a:ext cx="6080628" cy="189209"/>
            </a:xfrm>
            <a:custGeom>
              <a:avLst/>
              <a:pathLst>
                <a:path w="6080628" h="189209">
                  <a:moveTo>
                    <a:pt x="0" y="189209"/>
                  </a:moveTo>
                  <a:lnTo>
                    <a:pt x="690474" y="189209"/>
                  </a:lnTo>
                  <a:lnTo>
                    <a:pt x="1358675" y="189209"/>
                  </a:lnTo>
                  <a:lnTo>
                    <a:pt x="2049149" y="189209"/>
                  </a:lnTo>
                  <a:lnTo>
                    <a:pt x="2717350" y="189209"/>
                  </a:lnTo>
                  <a:lnTo>
                    <a:pt x="3407824" y="189209"/>
                  </a:lnTo>
                  <a:lnTo>
                    <a:pt x="4098299" y="189209"/>
                  </a:lnTo>
                  <a:lnTo>
                    <a:pt x="4721953" y="88565"/>
                  </a:lnTo>
                  <a:lnTo>
                    <a:pt x="5412427" y="0"/>
                  </a:lnTo>
                  <a:lnTo>
                    <a:pt x="6080628" y="189209"/>
                  </a:lnTo>
                  <a:lnTo>
                    <a:pt x="6080628" y="189209"/>
                  </a:lnTo>
                </a:path>
              </a:pathLst>
            </a:custGeom>
            <a:ln w="27101" cap="flat">
              <a:solidFill>
                <a:srgbClr val="3576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739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2E6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977446" y="5169324"/>
              <a:ext cx="6080628" cy="181931"/>
            </a:xfrm>
            <a:custGeom>
              <a:avLst/>
              <a:pathLst>
                <a:path w="6080628" h="181931">
                  <a:moveTo>
                    <a:pt x="0" y="181931"/>
                  </a:moveTo>
                  <a:lnTo>
                    <a:pt x="690474" y="0"/>
                  </a:lnTo>
                  <a:lnTo>
                    <a:pt x="1358675" y="181931"/>
                  </a:lnTo>
                  <a:lnTo>
                    <a:pt x="1358675" y="181931"/>
                  </a:lnTo>
                  <a:lnTo>
                    <a:pt x="2049149" y="146631"/>
                  </a:lnTo>
                  <a:lnTo>
                    <a:pt x="2717350" y="181931"/>
                  </a:lnTo>
                  <a:lnTo>
                    <a:pt x="2717350" y="181931"/>
                  </a:lnTo>
                  <a:lnTo>
                    <a:pt x="3407824" y="181931"/>
                  </a:lnTo>
                  <a:lnTo>
                    <a:pt x="4098299" y="181931"/>
                  </a:lnTo>
                  <a:lnTo>
                    <a:pt x="4721953" y="181931"/>
                  </a:lnTo>
                  <a:lnTo>
                    <a:pt x="5412427" y="181931"/>
                  </a:lnTo>
                  <a:lnTo>
                    <a:pt x="6080628" y="181931"/>
                  </a:lnTo>
                </a:path>
              </a:pathLst>
            </a:custGeom>
            <a:ln w="27101" cap="flat">
              <a:solidFill>
                <a:srgbClr val="366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739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507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977446" y="5169324"/>
              <a:ext cx="6080628" cy="181931"/>
            </a:xfrm>
            <a:custGeom>
              <a:avLst/>
              <a:pathLst>
                <a:path w="6080628" h="181931">
                  <a:moveTo>
                    <a:pt x="0" y="181931"/>
                  </a:moveTo>
                  <a:lnTo>
                    <a:pt x="690474" y="181931"/>
                  </a:lnTo>
                  <a:lnTo>
                    <a:pt x="1358675" y="0"/>
                  </a:lnTo>
                  <a:lnTo>
                    <a:pt x="2049149" y="146631"/>
                  </a:lnTo>
                  <a:lnTo>
                    <a:pt x="2717350" y="108022"/>
                  </a:lnTo>
                  <a:lnTo>
                    <a:pt x="3407824" y="181931"/>
                  </a:lnTo>
                  <a:lnTo>
                    <a:pt x="3407824" y="181931"/>
                  </a:lnTo>
                  <a:lnTo>
                    <a:pt x="4098299" y="181931"/>
                  </a:lnTo>
                  <a:lnTo>
                    <a:pt x="4721953" y="181931"/>
                  </a:lnTo>
                  <a:lnTo>
                    <a:pt x="5412427" y="181931"/>
                  </a:lnTo>
                  <a:lnTo>
                    <a:pt x="6080628" y="181931"/>
                  </a:lnTo>
                </a:path>
              </a:pathLst>
            </a:custGeom>
            <a:ln w="27101" cap="flat">
              <a:solidFill>
                <a:srgbClr val="6A8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8489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9E92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B89B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D2A4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ECAD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739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F1B5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F3BD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F5C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977446" y="4972838"/>
              <a:ext cx="6080628" cy="378418"/>
            </a:xfrm>
            <a:custGeom>
              <a:avLst/>
              <a:pathLst>
                <a:path w="6080628" h="378418">
                  <a:moveTo>
                    <a:pt x="0" y="378418"/>
                  </a:moveTo>
                  <a:lnTo>
                    <a:pt x="690474" y="378418"/>
                  </a:lnTo>
                  <a:lnTo>
                    <a:pt x="1358675" y="378418"/>
                  </a:lnTo>
                  <a:lnTo>
                    <a:pt x="2049149" y="378418"/>
                  </a:lnTo>
                  <a:lnTo>
                    <a:pt x="2717350" y="378418"/>
                  </a:lnTo>
                  <a:lnTo>
                    <a:pt x="3407824" y="378418"/>
                  </a:lnTo>
                  <a:lnTo>
                    <a:pt x="4098299" y="378418"/>
                  </a:lnTo>
                  <a:lnTo>
                    <a:pt x="4721953" y="378418"/>
                  </a:lnTo>
                  <a:lnTo>
                    <a:pt x="5412427" y="0"/>
                  </a:lnTo>
                  <a:lnTo>
                    <a:pt x="6080628" y="378418"/>
                  </a:lnTo>
                  <a:lnTo>
                    <a:pt x="6080628" y="378418"/>
                  </a:lnTo>
                </a:path>
              </a:pathLst>
            </a:custGeom>
            <a:ln w="27101" cap="flat">
              <a:solidFill>
                <a:srgbClr val="F7CC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977446" y="5169324"/>
              <a:ext cx="6080628" cy="181931"/>
            </a:xfrm>
            <a:custGeom>
              <a:avLst/>
              <a:pathLst>
                <a:path w="6080628" h="181931">
                  <a:moveTo>
                    <a:pt x="0" y="181931"/>
                  </a:moveTo>
                  <a:lnTo>
                    <a:pt x="690474" y="181931"/>
                  </a:lnTo>
                  <a:lnTo>
                    <a:pt x="1358675" y="0"/>
                  </a:lnTo>
                  <a:lnTo>
                    <a:pt x="2049149" y="181931"/>
                  </a:lnTo>
                  <a:lnTo>
                    <a:pt x="2049149" y="181931"/>
                  </a:lnTo>
                  <a:lnTo>
                    <a:pt x="2717350" y="181931"/>
                  </a:lnTo>
                  <a:lnTo>
                    <a:pt x="3407824" y="181931"/>
                  </a:lnTo>
                  <a:lnTo>
                    <a:pt x="4098299" y="181931"/>
                  </a:lnTo>
                  <a:lnTo>
                    <a:pt x="4721953" y="181931"/>
                  </a:lnTo>
                  <a:lnTo>
                    <a:pt x="5412427" y="181931"/>
                  </a:lnTo>
                  <a:lnTo>
                    <a:pt x="6080628" y="181931"/>
                  </a:lnTo>
                </a:path>
              </a:pathLst>
            </a:custGeom>
            <a:ln w="27101" cap="flat">
              <a:solidFill>
                <a:srgbClr val="F8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977446" y="5284633"/>
              <a:ext cx="6080628" cy="66622"/>
            </a:xfrm>
            <a:custGeom>
              <a:avLst/>
              <a:pathLst>
                <a:path w="6080628" h="66622">
                  <a:moveTo>
                    <a:pt x="0" y="66622"/>
                  </a:moveTo>
                  <a:lnTo>
                    <a:pt x="690474" y="66622"/>
                  </a:lnTo>
                  <a:lnTo>
                    <a:pt x="1358675" y="66622"/>
                  </a:lnTo>
                  <a:lnTo>
                    <a:pt x="2049149" y="66622"/>
                  </a:lnTo>
                  <a:lnTo>
                    <a:pt x="2717350" y="66622"/>
                  </a:lnTo>
                  <a:lnTo>
                    <a:pt x="3407824" y="0"/>
                  </a:lnTo>
                  <a:lnTo>
                    <a:pt x="4098299" y="66622"/>
                  </a:lnTo>
                  <a:lnTo>
                    <a:pt x="4098299" y="66622"/>
                  </a:lnTo>
                  <a:lnTo>
                    <a:pt x="4721953" y="66622"/>
                  </a:lnTo>
                  <a:lnTo>
                    <a:pt x="5412427" y="66622"/>
                  </a:lnTo>
                  <a:lnTo>
                    <a:pt x="6080628" y="66622"/>
                  </a:lnTo>
                </a:path>
              </a:pathLst>
            </a:custGeom>
            <a:ln w="27101" cap="flat">
              <a:solidFill>
                <a:srgbClr val="FADB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FCE3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977446" y="1894551"/>
              <a:ext cx="6080628" cy="3092840"/>
            </a:xfrm>
            <a:custGeom>
              <a:avLst/>
              <a:pathLst>
                <a:path w="6080628" h="3092840">
                  <a:moveTo>
                    <a:pt x="0" y="2105210"/>
                  </a:moveTo>
                  <a:lnTo>
                    <a:pt x="690474" y="727727"/>
                  </a:lnTo>
                  <a:lnTo>
                    <a:pt x="1358675" y="0"/>
                  </a:lnTo>
                  <a:lnTo>
                    <a:pt x="1358675" y="0"/>
                  </a:lnTo>
                  <a:lnTo>
                    <a:pt x="2049149" y="279686"/>
                  </a:lnTo>
                  <a:lnTo>
                    <a:pt x="2717350" y="722041"/>
                  </a:lnTo>
                  <a:lnTo>
                    <a:pt x="3407824" y="1657885"/>
                  </a:lnTo>
                  <a:lnTo>
                    <a:pt x="4098299" y="3092840"/>
                  </a:lnTo>
                  <a:lnTo>
                    <a:pt x="4721953" y="2248986"/>
                  </a:lnTo>
                  <a:lnTo>
                    <a:pt x="5412427" y="2321449"/>
                  </a:lnTo>
                  <a:lnTo>
                    <a:pt x="6080628" y="2274147"/>
                  </a:lnTo>
                </a:path>
              </a:pathLst>
            </a:custGeom>
            <a:ln w="27101" cap="flat">
              <a:solidFill>
                <a:srgbClr val="F7E6E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977446" y="5218010"/>
              <a:ext cx="6080628" cy="133245"/>
            </a:xfrm>
            <a:custGeom>
              <a:avLst/>
              <a:pathLst>
                <a:path w="6080628" h="133245">
                  <a:moveTo>
                    <a:pt x="0" y="133245"/>
                  </a:moveTo>
                  <a:lnTo>
                    <a:pt x="690474" y="133245"/>
                  </a:lnTo>
                  <a:lnTo>
                    <a:pt x="1358675" y="133245"/>
                  </a:lnTo>
                  <a:lnTo>
                    <a:pt x="2049149" y="133245"/>
                  </a:lnTo>
                  <a:lnTo>
                    <a:pt x="2717350" y="133245"/>
                  </a:lnTo>
                  <a:lnTo>
                    <a:pt x="3407824" y="0"/>
                  </a:lnTo>
                  <a:lnTo>
                    <a:pt x="4098299" y="133245"/>
                  </a:lnTo>
                  <a:lnTo>
                    <a:pt x="4098299" y="133245"/>
                  </a:lnTo>
                  <a:lnTo>
                    <a:pt x="4721953" y="133245"/>
                  </a:lnTo>
                  <a:lnTo>
                    <a:pt x="5412427" y="133245"/>
                  </a:lnTo>
                  <a:lnTo>
                    <a:pt x="6080628" y="133245"/>
                  </a:lnTo>
                </a:path>
              </a:pathLst>
            </a:custGeom>
            <a:ln w="27101" cap="flat">
              <a:solidFill>
                <a:srgbClr val="D8DB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977446" y="4987392"/>
              <a:ext cx="6080628" cy="363863"/>
            </a:xfrm>
            <a:custGeom>
              <a:avLst/>
              <a:pathLst>
                <a:path w="6080628" h="363863">
                  <a:moveTo>
                    <a:pt x="0" y="363863"/>
                  </a:moveTo>
                  <a:lnTo>
                    <a:pt x="690474" y="363863"/>
                  </a:lnTo>
                  <a:lnTo>
                    <a:pt x="1358675" y="363863"/>
                  </a:lnTo>
                  <a:lnTo>
                    <a:pt x="2049149" y="363863"/>
                  </a:lnTo>
                  <a:lnTo>
                    <a:pt x="2717350" y="363863"/>
                  </a:lnTo>
                  <a:lnTo>
                    <a:pt x="3407824" y="363863"/>
                  </a:lnTo>
                  <a:lnTo>
                    <a:pt x="4098299" y="0"/>
                  </a:lnTo>
                  <a:lnTo>
                    <a:pt x="4721953" y="363863"/>
                  </a:lnTo>
                  <a:lnTo>
                    <a:pt x="4721953" y="363863"/>
                  </a:lnTo>
                  <a:lnTo>
                    <a:pt x="5412427" y="363863"/>
                  </a:lnTo>
                  <a:lnTo>
                    <a:pt x="6080628" y="363863"/>
                  </a:lnTo>
                </a:path>
              </a:pathLst>
            </a:custGeom>
            <a:ln w="27101" cap="flat">
              <a:solidFill>
                <a:srgbClr val="BAD0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9BC4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977446" y="5277346"/>
              <a:ext cx="6080628" cy="73909"/>
            </a:xfrm>
            <a:custGeom>
              <a:avLst/>
              <a:pathLst>
                <a:path w="6080628" h="73909">
                  <a:moveTo>
                    <a:pt x="0" y="73909"/>
                  </a:moveTo>
                  <a:lnTo>
                    <a:pt x="690474" y="73909"/>
                  </a:lnTo>
                  <a:lnTo>
                    <a:pt x="1358675" y="73909"/>
                  </a:lnTo>
                  <a:lnTo>
                    <a:pt x="2049149" y="73909"/>
                  </a:lnTo>
                  <a:lnTo>
                    <a:pt x="2717350" y="0"/>
                  </a:lnTo>
                  <a:lnTo>
                    <a:pt x="3407824" y="73909"/>
                  </a:lnTo>
                  <a:lnTo>
                    <a:pt x="3407824" y="73909"/>
                  </a:lnTo>
                  <a:lnTo>
                    <a:pt x="4098299" y="73909"/>
                  </a:lnTo>
                  <a:lnTo>
                    <a:pt x="4721953" y="73909"/>
                  </a:lnTo>
                  <a:lnTo>
                    <a:pt x="5412427" y="73909"/>
                  </a:lnTo>
                  <a:lnTo>
                    <a:pt x="6080628" y="73909"/>
                  </a:lnTo>
                </a:path>
              </a:pathLst>
            </a:custGeom>
            <a:ln w="27101" cap="flat">
              <a:solidFill>
                <a:srgbClr val="7DB9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977446" y="5162047"/>
              <a:ext cx="6080628" cy="189209"/>
            </a:xfrm>
            <a:custGeom>
              <a:avLst/>
              <a:pathLst>
                <a:path w="6080628" h="189209">
                  <a:moveTo>
                    <a:pt x="0" y="189209"/>
                  </a:moveTo>
                  <a:lnTo>
                    <a:pt x="690474" y="189209"/>
                  </a:lnTo>
                  <a:lnTo>
                    <a:pt x="1358675" y="189209"/>
                  </a:lnTo>
                  <a:lnTo>
                    <a:pt x="2049149" y="189209"/>
                  </a:lnTo>
                  <a:lnTo>
                    <a:pt x="2717350" y="189209"/>
                  </a:lnTo>
                  <a:lnTo>
                    <a:pt x="3407824" y="189209"/>
                  </a:lnTo>
                  <a:lnTo>
                    <a:pt x="4098299" y="189209"/>
                  </a:lnTo>
                  <a:lnTo>
                    <a:pt x="4721953" y="189209"/>
                  </a:lnTo>
                  <a:lnTo>
                    <a:pt x="5412427" y="0"/>
                  </a:lnTo>
                  <a:lnTo>
                    <a:pt x="6080628" y="189209"/>
                  </a:lnTo>
                  <a:lnTo>
                    <a:pt x="6080628" y="189209"/>
                  </a:lnTo>
                </a:path>
              </a:pathLst>
            </a:custGeom>
            <a:ln w="27101" cap="flat">
              <a:solidFill>
                <a:srgbClr val="5FAE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977446" y="5049326"/>
              <a:ext cx="6080628" cy="301929"/>
            </a:xfrm>
            <a:custGeom>
              <a:avLst/>
              <a:pathLst>
                <a:path w="6080628" h="301929">
                  <a:moveTo>
                    <a:pt x="0" y="301929"/>
                  </a:moveTo>
                  <a:lnTo>
                    <a:pt x="690474" y="301929"/>
                  </a:lnTo>
                  <a:lnTo>
                    <a:pt x="1358675" y="301929"/>
                  </a:lnTo>
                  <a:lnTo>
                    <a:pt x="2049149" y="301929"/>
                  </a:lnTo>
                  <a:lnTo>
                    <a:pt x="2717350" y="301929"/>
                  </a:lnTo>
                  <a:lnTo>
                    <a:pt x="3407824" y="168683"/>
                  </a:lnTo>
                  <a:lnTo>
                    <a:pt x="4098299" y="301929"/>
                  </a:lnTo>
                  <a:lnTo>
                    <a:pt x="4098299" y="301929"/>
                  </a:lnTo>
                  <a:lnTo>
                    <a:pt x="4721953" y="0"/>
                  </a:lnTo>
                  <a:lnTo>
                    <a:pt x="5412427" y="301929"/>
                  </a:lnTo>
                  <a:lnTo>
                    <a:pt x="5412427" y="301929"/>
                  </a:lnTo>
                  <a:lnTo>
                    <a:pt x="6080628" y="301929"/>
                  </a:lnTo>
                </a:path>
              </a:pathLst>
            </a:custGeom>
            <a:ln w="27101" cap="flat">
              <a:solidFill>
                <a:srgbClr val="40A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977446" y="5104154"/>
              <a:ext cx="6080628" cy="247101"/>
            </a:xfrm>
            <a:custGeom>
              <a:avLst/>
              <a:pathLst>
                <a:path w="6080628" h="247101">
                  <a:moveTo>
                    <a:pt x="0" y="247101"/>
                  </a:moveTo>
                  <a:lnTo>
                    <a:pt x="690474" y="247101"/>
                  </a:lnTo>
                  <a:lnTo>
                    <a:pt x="1358675" y="247101"/>
                  </a:lnTo>
                  <a:lnTo>
                    <a:pt x="2049149" y="0"/>
                  </a:lnTo>
                  <a:lnTo>
                    <a:pt x="2717350" y="99281"/>
                  </a:lnTo>
                  <a:lnTo>
                    <a:pt x="3407824" y="247101"/>
                  </a:lnTo>
                  <a:lnTo>
                    <a:pt x="3407824" y="247101"/>
                  </a:lnTo>
                  <a:lnTo>
                    <a:pt x="4098299" y="247101"/>
                  </a:lnTo>
                  <a:lnTo>
                    <a:pt x="4721953" y="146458"/>
                  </a:lnTo>
                  <a:lnTo>
                    <a:pt x="5412427" y="247101"/>
                  </a:lnTo>
                  <a:lnTo>
                    <a:pt x="5412427" y="247101"/>
                  </a:lnTo>
                  <a:lnTo>
                    <a:pt x="6080628" y="247101"/>
                  </a:lnTo>
                </a:path>
              </a:pathLst>
            </a:custGeom>
            <a:ln w="27101" cap="flat">
              <a:solidFill>
                <a:srgbClr val="229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977446" y="5245355"/>
              <a:ext cx="6080628" cy="105900"/>
            </a:xfrm>
            <a:custGeom>
              <a:avLst/>
              <a:pathLst>
                <a:path w="6080628" h="105900">
                  <a:moveTo>
                    <a:pt x="0" y="105900"/>
                  </a:moveTo>
                  <a:lnTo>
                    <a:pt x="690474" y="105900"/>
                  </a:lnTo>
                  <a:lnTo>
                    <a:pt x="1358675" y="105900"/>
                  </a:lnTo>
                  <a:lnTo>
                    <a:pt x="2049149" y="0"/>
                  </a:lnTo>
                  <a:lnTo>
                    <a:pt x="2717350" y="31990"/>
                  </a:lnTo>
                  <a:lnTo>
                    <a:pt x="3407824" y="105900"/>
                  </a:lnTo>
                  <a:lnTo>
                    <a:pt x="3407824" y="105900"/>
                  </a:lnTo>
                  <a:lnTo>
                    <a:pt x="4098299" y="105900"/>
                  </a:lnTo>
                  <a:lnTo>
                    <a:pt x="4721953" y="105900"/>
                  </a:lnTo>
                  <a:lnTo>
                    <a:pt x="5412427" y="105900"/>
                  </a:lnTo>
                  <a:lnTo>
                    <a:pt x="6080628" y="105900"/>
                  </a:lnTo>
                </a:path>
              </a:pathLst>
            </a:custGeom>
            <a:ln w="27101" cap="flat">
              <a:solidFill>
                <a:srgbClr val="259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977446" y="5315955"/>
              <a:ext cx="6080628" cy="35300"/>
            </a:xfrm>
            <a:custGeom>
              <a:avLst/>
              <a:pathLst>
                <a:path w="6080628" h="35300">
                  <a:moveTo>
                    <a:pt x="0" y="35300"/>
                  </a:moveTo>
                  <a:lnTo>
                    <a:pt x="690474" y="35300"/>
                  </a:lnTo>
                  <a:lnTo>
                    <a:pt x="1358675" y="35300"/>
                  </a:lnTo>
                  <a:lnTo>
                    <a:pt x="2049149" y="0"/>
                  </a:lnTo>
                  <a:lnTo>
                    <a:pt x="2717350" y="35300"/>
                  </a:lnTo>
                  <a:lnTo>
                    <a:pt x="2717350" y="35300"/>
                  </a:lnTo>
                  <a:lnTo>
                    <a:pt x="3407824" y="35300"/>
                  </a:lnTo>
                  <a:lnTo>
                    <a:pt x="4098299" y="35300"/>
                  </a:lnTo>
                  <a:lnTo>
                    <a:pt x="4721953" y="35300"/>
                  </a:lnTo>
                  <a:lnTo>
                    <a:pt x="5412427" y="35300"/>
                  </a:lnTo>
                  <a:lnTo>
                    <a:pt x="6080628" y="35300"/>
                  </a:lnTo>
                </a:path>
              </a:pathLst>
            </a:custGeom>
            <a:ln w="27101" cap="flat">
              <a:solidFill>
                <a:srgbClr val="3CA4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977446" y="5260290"/>
              <a:ext cx="6080628" cy="90965"/>
            </a:xfrm>
            <a:custGeom>
              <a:avLst/>
              <a:pathLst>
                <a:path w="6080628" h="90965">
                  <a:moveTo>
                    <a:pt x="0" y="90965"/>
                  </a:moveTo>
                  <a:lnTo>
                    <a:pt x="690474" y="90965"/>
                  </a:lnTo>
                  <a:lnTo>
                    <a:pt x="1358675" y="0"/>
                  </a:lnTo>
                  <a:lnTo>
                    <a:pt x="2049149" y="20365"/>
                  </a:lnTo>
                  <a:lnTo>
                    <a:pt x="2717350" y="90965"/>
                  </a:lnTo>
                  <a:lnTo>
                    <a:pt x="2717350" y="90965"/>
                  </a:lnTo>
                  <a:lnTo>
                    <a:pt x="3407824" y="90965"/>
                  </a:lnTo>
                  <a:lnTo>
                    <a:pt x="4098299" y="90965"/>
                  </a:lnTo>
                  <a:lnTo>
                    <a:pt x="4721953" y="90965"/>
                  </a:lnTo>
                  <a:lnTo>
                    <a:pt x="5412427" y="90965"/>
                  </a:lnTo>
                  <a:lnTo>
                    <a:pt x="6080628" y="90965"/>
                  </a:lnTo>
                </a:path>
              </a:pathLst>
            </a:custGeom>
            <a:ln w="27101" cap="flat">
              <a:solidFill>
                <a:srgbClr val="53AE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6BB8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977446" y="4168699"/>
              <a:ext cx="6080628" cy="1182556"/>
            </a:xfrm>
            <a:custGeom>
              <a:avLst/>
              <a:pathLst>
                <a:path w="6080628" h="1182556">
                  <a:moveTo>
                    <a:pt x="0" y="1182556"/>
                  </a:moveTo>
                  <a:lnTo>
                    <a:pt x="690474" y="1182556"/>
                  </a:lnTo>
                  <a:lnTo>
                    <a:pt x="1358675" y="1182556"/>
                  </a:lnTo>
                  <a:lnTo>
                    <a:pt x="2049149" y="1182556"/>
                  </a:lnTo>
                  <a:lnTo>
                    <a:pt x="2717350" y="1182556"/>
                  </a:lnTo>
                  <a:lnTo>
                    <a:pt x="3407824" y="1182556"/>
                  </a:lnTo>
                  <a:lnTo>
                    <a:pt x="4098299" y="1182556"/>
                  </a:lnTo>
                  <a:lnTo>
                    <a:pt x="4721953" y="1182556"/>
                  </a:lnTo>
                  <a:lnTo>
                    <a:pt x="5412427" y="1182556"/>
                  </a:lnTo>
                  <a:lnTo>
                    <a:pt x="6080628" y="0"/>
                  </a:lnTo>
                </a:path>
              </a:pathLst>
            </a:custGeom>
            <a:ln w="27101" cap="flat">
              <a:solidFill>
                <a:srgbClr val="82C2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977446" y="5162047"/>
              <a:ext cx="6080628" cy="189209"/>
            </a:xfrm>
            <a:custGeom>
              <a:avLst/>
              <a:pathLst>
                <a:path w="6080628" h="189209">
                  <a:moveTo>
                    <a:pt x="0" y="189209"/>
                  </a:moveTo>
                  <a:lnTo>
                    <a:pt x="690474" y="189209"/>
                  </a:lnTo>
                  <a:lnTo>
                    <a:pt x="1358675" y="189209"/>
                  </a:lnTo>
                  <a:lnTo>
                    <a:pt x="2049149" y="189209"/>
                  </a:lnTo>
                  <a:lnTo>
                    <a:pt x="2717350" y="189209"/>
                  </a:lnTo>
                  <a:lnTo>
                    <a:pt x="3407824" y="189209"/>
                  </a:lnTo>
                  <a:lnTo>
                    <a:pt x="4098299" y="189209"/>
                  </a:lnTo>
                  <a:lnTo>
                    <a:pt x="4721953" y="88565"/>
                  </a:lnTo>
                  <a:lnTo>
                    <a:pt x="5412427" y="0"/>
                  </a:lnTo>
                  <a:lnTo>
                    <a:pt x="6080628" y="189209"/>
                  </a:lnTo>
                  <a:lnTo>
                    <a:pt x="6080628" y="189209"/>
                  </a:lnTo>
                </a:path>
              </a:pathLst>
            </a:custGeom>
            <a:ln w="27101" cap="flat">
              <a:solidFill>
                <a:srgbClr val="99CC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B0D6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977446" y="5250613"/>
              <a:ext cx="6080628" cy="100643"/>
            </a:xfrm>
            <a:custGeom>
              <a:avLst/>
              <a:pathLst>
                <a:path w="6080628" h="100643">
                  <a:moveTo>
                    <a:pt x="0" y="100643"/>
                  </a:moveTo>
                  <a:lnTo>
                    <a:pt x="690474" y="100643"/>
                  </a:lnTo>
                  <a:lnTo>
                    <a:pt x="1358675" y="100643"/>
                  </a:lnTo>
                  <a:lnTo>
                    <a:pt x="2049149" y="100643"/>
                  </a:lnTo>
                  <a:lnTo>
                    <a:pt x="2717350" y="26733"/>
                  </a:lnTo>
                  <a:lnTo>
                    <a:pt x="3407824" y="100643"/>
                  </a:lnTo>
                  <a:lnTo>
                    <a:pt x="3407824" y="100643"/>
                  </a:lnTo>
                  <a:lnTo>
                    <a:pt x="4098299" y="100643"/>
                  </a:lnTo>
                  <a:lnTo>
                    <a:pt x="4721953" y="0"/>
                  </a:lnTo>
                  <a:lnTo>
                    <a:pt x="5412427" y="100643"/>
                  </a:lnTo>
                  <a:lnTo>
                    <a:pt x="5412427" y="100643"/>
                  </a:lnTo>
                  <a:lnTo>
                    <a:pt x="6080628" y="100643"/>
                  </a:lnTo>
                </a:path>
              </a:pathLst>
            </a:custGeom>
            <a:ln w="27101" cap="flat">
              <a:solidFill>
                <a:srgbClr val="C8E1E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065121" y="4176789"/>
              <a:ext cx="308019" cy="353686"/>
            </a:xfrm>
            <a:custGeom>
              <a:avLst/>
              <a:pathLst>
                <a:path w="308019" h="353686">
                  <a:moveTo>
                    <a:pt x="308019" y="353686"/>
                  </a:moveTo>
                  <a:lnTo>
                    <a:pt x="0" y="0"/>
                  </a:lnTo>
                </a:path>
              </a:pathLst>
            </a:custGeom>
            <a:ln w="5420" cap="rnd">
              <a:solidFill>
                <a:srgbClr val="B8C4E6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066869" y="3807476"/>
              <a:ext cx="402033" cy="353490"/>
            </a:xfrm>
            <a:custGeom>
              <a:avLst/>
              <a:pathLst>
                <a:path w="402033" h="353490">
                  <a:moveTo>
                    <a:pt x="402033" y="0"/>
                  </a:moveTo>
                  <a:lnTo>
                    <a:pt x="0" y="353490"/>
                  </a:lnTo>
                </a:path>
              </a:pathLst>
            </a:custGeom>
            <a:ln w="5420" cap="rnd">
              <a:solidFill>
                <a:srgbClr val="4D849B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7071444" y="4092718"/>
              <a:ext cx="149227" cy="69733"/>
            </a:xfrm>
            <a:custGeom>
              <a:avLst/>
              <a:pathLst>
                <a:path w="149227" h="69733">
                  <a:moveTo>
                    <a:pt x="149227" y="0"/>
                  </a:moveTo>
                  <a:lnTo>
                    <a:pt x="0" y="69733"/>
                  </a:lnTo>
                </a:path>
              </a:pathLst>
            </a:custGeom>
            <a:ln w="5420" cap="rnd">
              <a:solidFill>
                <a:srgbClr val="F7E6E2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7071292" y="4175012"/>
              <a:ext cx="147715" cy="70551"/>
            </a:xfrm>
            <a:custGeom>
              <a:avLst/>
              <a:pathLst>
                <a:path w="147715" h="70551">
                  <a:moveTo>
                    <a:pt x="147715" y="70551"/>
                  </a:moveTo>
                  <a:lnTo>
                    <a:pt x="0" y="0"/>
                  </a:lnTo>
                </a:path>
              </a:pathLst>
            </a:custGeom>
            <a:ln w="5420" cap="rnd">
              <a:solidFill>
                <a:srgbClr val="82C2B6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" name="tx110"/>
            <p:cNvSpPr/>
            <p:nvPr/>
          </p:nvSpPr>
          <p:spPr>
            <a:xfrm>
              <a:off x="6275981" y="4553336"/>
              <a:ext cx="2249789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B8C4E6">
                      <a:alpha val="100000"/>
                    </a:srgbClr>
                  </a:solidFill>
                  <a:latin typeface="Arial"/>
                  <a:cs typeface="Arial"/>
                </a:rPr>
                <a:t>25% K + 207Q;223V;225D;328A;79I</a:t>
              </a:r>
            </a:p>
          </p:txBody>
        </p:sp>
        <p:sp>
          <p:nvSpPr>
            <p:cNvPr id="111" name="tx111"/>
            <p:cNvSpPr/>
            <p:nvPr/>
          </p:nvSpPr>
          <p:spPr>
            <a:xfrm>
              <a:off x="6548655" y="3684307"/>
              <a:ext cx="197711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4D849B">
                      <a:alpha val="100000"/>
                    </a:srgbClr>
                  </a:solidFill>
                  <a:latin typeface="Arial"/>
                  <a:cs typeface="Arial"/>
                </a:rPr>
                <a:t>25% K + 223V;225D;242T;328A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6891372" y="3969549"/>
              <a:ext cx="1634398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F7E6E2">
                      <a:alpha val="100000"/>
                    </a:srgbClr>
                  </a:solidFill>
                  <a:latin typeface="Arial"/>
                  <a:cs typeface="Arial"/>
                </a:rPr>
                <a:t>25% K + 223V;225D;328A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595472" y="4268423"/>
              <a:ext cx="1930298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82C2B6">
                      <a:alpha val="100000"/>
                    </a:srgbClr>
                  </a:solidFill>
                  <a:latin typeface="Arial"/>
                  <a:cs typeface="Arial"/>
                </a:rPr>
                <a:t>25% K + 223V;225D;328A;96R</a:t>
              </a:r>
            </a:p>
          </p:txBody>
        </p:sp>
        <p:sp>
          <p:nvSpPr>
            <p:cNvPr id="114" name="pl114"/>
            <p:cNvSpPr/>
            <p:nvPr/>
          </p:nvSpPr>
          <p:spPr>
            <a:xfrm>
              <a:off x="977446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tx115"/>
            <p:cNvSpPr/>
            <p:nvPr/>
          </p:nvSpPr>
          <p:spPr>
            <a:xfrm>
              <a:off x="753241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16" name="tx116"/>
            <p:cNvSpPr/>
            <p:nvPr/>
          </p:nvSpPr>
          <p:spPr>
            <a:xfrm>
              <a:off x="691062" y="436520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117" name="tx117"/>
            <p:cNvSpPr/>
            <p:nvPr/>
          </p:nvSpPr>
          <p:spPr>
            <a:xfrm>
              <a:off x="691062" y="3419160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40%</a:t>
              </a:r>
            </a:p>
          </p:txBody>
        </p:sp>
        <p:sp>
          <p:nvSpPr>
            <p:cNvPr id="118" name="tx118"/>
            <p:cNvSpPr/>
            <p:nvPr/>
          </p:nvSpPr>
          <p:spPr>
            <a:xfrm>
              <a:off x="691062" y="247311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60%</a:t>
              </a:r>
            </a:p>
          </p:txBody>
        </p:sp>
        <p:sp>
          <p:nvSpPr>
            <p:cNvPr id="119" name="pl119"/>
            <p:cNvSpPr/>
            <p:nvPr/>
          </p:nvSpPr>
          <p:spPr>
            <a:xfrm>
              <a:off x="942651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942651" y="4405210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l121"/>
            <p:cNvSpPr/>
            <p:nvPr/>
          </p:nvSpPr>
          <p:spPr>
            <a:xfrm>
              <a:off x="942651" y="345916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l122"/>
            <p:cNvSpPr/>
            <p:nvPr/>
          </p:nvSpPr>
          <p:spPr>
            <a:xfrm>
              <a:off x="942651" y="251311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977446" y="5351256"/>
              <a:ext cx="7639764" cy="0"/>
            </a:xfrm>
            <a:custGeom>
              <a:avLst/>
              <a:pathLst>
                <a:path w="7639764" h="0">
                  <a:moveTo>
                    <a:pt x="0" y="0"/>
                  </a:moveTo>
                  <a:lnTo>
                    <a:pt x="7639764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9774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166792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233612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302659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369479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l129"/>
            <p:cNvSpPr/>
            <p:nvPr/>
          </p:nvSpPr>
          <p:spPr>
            <a:xfrm>
              <a:off x="438527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507574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l131"/>
            <p:cNvSpPr/>
            <p:nvPr/>
          </p:nvSpPr>
          <p:spPr>
            <a:xfrm>
              <a:off x="569940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638987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705807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774854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841675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tx136"/>
            <p:cNvSpPr/>
            <p:nvPr/>
          </p:nvSpPr>
          <p:spPr>
            <a:xfrm rot="-5400000">
              <a:off x="74121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5400000">
              <a:off x="143484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5400000">
              <a:off x="211858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5400000">
              <a:off x="2793515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5400000">
              <a:off x="346171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5400000">
              <a:off x="416773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5400000">
              <a:off x="4855055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5400000">
              <a:off x="5460192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5400000">
              <a:off x="6166120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5400000">
              <a:off x="6825086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5400000">
              <a:off x="7531013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jun-2026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5400000">
              <a:off x="8217914" y="5613088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jul-2026</a:t>
              </a:r>
            </a:p>
          </p:txBody>
        </p:sp>
        <p:sp>
          <p:nvSpPr>
            <p:cNvPr id="148" name="tx148"/>
            <p:cNvSpPr/>
            <p:nvPr/>
          </p:nvSpPr>
          <p:spPr>
            <a:xfrm>
              <a:off x="458367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5400000">
              <a:off x="-83435" y="3572886"/>
              <a:ext cx="132048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A/H3N2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977446" y="1669789"/>
              <a:ext cx="2969971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A/H3N2 - K</a:t>
              </a:r>
            </a:p>
          </p:txBody>
        </p:sp>
      </p:grpSp>
      <p:sp>
        <p:nvSpPr>
          <p:cNvPr id="15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A/H3N2 - K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3169507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 + 117V;129D;197N;208P;255P;267V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 + 117V;129D;197N;202E;208P;255P;267V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B/Victoria - C.3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858092" y="4457196"/>
              <a:ext cx="3790219" cy="0"/>
            </a:xfrm>
            <a:custGeom>
              <a:avLst/>
              <a:pathLst>
                <a:path w="3790219" h="0">
                  <a:moveTo>
                    <a:pt x="0" y="0"/>
                  </a:moveTo>
                  <a:lnTo>
                    <a:pt x="3790219" y="0"/>
                  </a:lnTo>
                  <a:lnTo>
                    <a:pt x="379021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858092" y="2855543"/>
              <a:ext cx="3790219" cy="0"/>
            </a:xfrm>
            <a:custGeom>
              <a:avLst/>
              <a:pathLst>
                <a:path w="3790219" h="0">
                  <a:moveTo>
                    <a:pt x="0" y="0"/>
                  </a:moveTo>
                  <a:lnTo>
                    <a:pt x="3790219" y="0"/>
                  </a:lnTo>
                  <a:lnTo>
                    <a:pt x="379021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317394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370036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422678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75320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527962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580604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633246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rc14"/>
            <p:cNvSpPr/>
            <p:nvPr/>
          </p:nvSpPr>
          <p:spPr>
            <a:xfrm>
              <a:off x="2910734" y="3656369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" name="rc15"/>
            <p:cNvSpPr/>
            <p:nvPr/>
          </p:nvSpPr>
          <p:spPr>
            <a:xfrm>
              <a:off x="3437154" y="3656369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" name="rc16"/>
            <p:cNvSpPr/>
            <p:nvPr/>
          </p:nvSpPr>
          <p:spPr>
            <a:xfrm>
              <a:off x="3963573" y="3656369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4489992" y="3656369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5016412" y="3656369"/>
              <a:ext cx="526419" cy="1601652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5542831" y="3656369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6069250" y="3656369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2910734" y="2054717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3437154" y="2054717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3963573" y="2054717"/>
              <a:ext cx="526419" cy="1601652"/>
            </a:xfrm>
            <a:prstGeom prst="rect">
              <a:avLst/>
            </a:prstGeom>
            <a:solidFill>
              <a:srgbClr val="9FA7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4489992" y="2054717"/>
              <a:ext cx="526419" cy="1601652"/>
            </a:xfrm>
            <a:prstGeom prst="rect">
              <a:avLst/>
            </a:prstGeom>
            <a:solidFill>
              <a:srgbClr val="888FE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5016412" y="2054717"/>
              <a:ext cx="526419" cy="160165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5542831" y="2054717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6069250" y="2054717"/>
              <a:ext cx="526419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tx28"/>
            <p:cNvSpPr/>
            <p:nvPr/>
          </p:nvSpPr>
          <p:spPr>
            <a:xfrm>
              <a:off x="691062" y="4420802"/>
              <a:ext cx="210440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C.3 + 117V;129D;197N;202E;208P;255P;267V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956604" y="2819150"/>
              <a:ext cx="1838858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C.3 + 117V;129D;197N;208P;255P;267V</a:t>
              </a:r>
            </a:p>
          </p:txBody>
        </p:sp>
        <p:sp>
          <p:nvSpPr>
            <p:cNvPr id="30" name="tx30"/>
            <p:cNvSpPr/>
            <p:nvPr/>
          </p:nvSpPr>
          <p:spPr>
            <a:xfrm rot="-2700000">
              <a:off x="279895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1" name="tx31"/>
            <p:cNvSpPr/>
            <p:nvPr/>
          </p:nvSpPr>
          <p:spPr>
            <a:xfrm rot="-2700000">
              <a:off x="333075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2" name="tx32"/>
            <p:cNvSpPr/>
            <p:nvPr/>
          </p:nvSpPr>
          <p:spPr>
            <a:xfrm rot="-2700000">
              <a:off x="388371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3" name="tx33"/>
            <p:cNvSpPr/>
            <p:nvPr/>
          </p:nvSpPr>
          <p:spPr>
            <a:xfrm rot="-2700000">
              <a:off x="4404748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4" name="tx34"/>
            <p:cNvSpPr/>
            <p:nvPr/>
          </p:nvSpPr>
          <p:spPr>
            <a:xfrm rot="-2700000">
              <a:off x="489955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5" name="tx35"/>
            <p:cNvSpPr/>
            <p:nvPr/>
          </p:nvSpPr>
          <p:spPr>
            <a:xfrm rot="-2700000">
              <a:off x="5452357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6" name="tx36"/>
            <p:cNvSpPr/>
            <p:nvPr/>
          </p:nvSpPr>
          <p:spPr>
            <a:xfrm rot="-2700000">
              <a:off x="5963010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7" name="tx37"/>
            <p:cNvSpPr/>
            <p:nvPr/>
          </p:nvSpPr>
          <p:spPr>
            <a:xfrm>
              <a:off x="4539552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38" name="tx38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6857079" y="3022917"/>
              <a:ext cx="16905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 (%)</a:t>
              </a:r>
            </a:p>
          </p:txBody>
        </p:sp>
        <p:pic>
          <p:nvPicPr>
            <p:cNvPr id="40" name="pic4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57079" y="3207263"/>
              <a:ext cx="219455" cy="1097280"/>
            </a:xfrm>
            <a:prstGeom prst="rect">
              <a:avLst/>
            </a:prstGeom>
          </p:spPr>
        </p:pic>
        <p:sp>
          <p:nvSpPr>
            <p:cNvPr id="41" name="pl41"/>
            <p:cNvSpPr/>
            <p:nvPr/>
          </p:nvSpPr>
          <p:spPr>
            <a:xfrm>
              <a:off x="7032643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7032643" y="391994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7032643" y="353717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6857079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6857079" y="391994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6857079" y="353717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tx47"/>
            <p:cNvSpPr/>
            <p:nvPr/>
          </p:nvSpPr>
          <p:spPr>
            <a:xfrm>
              <a:off x="7146124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7146124" y="3879942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7146124" y="349717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2858092" y="1669789"/>
              <a:ext cx="364635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B/Victoria - C.3</a:t>
              </a:r>
            </a:p>
          </p:txBody>
        </p:sp>
      </p:grpSp>
      <p:sp>
        <p:nvSpPr>
          <p:cNvPr id="5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B/Victoria - C.3</a:t>
            </a: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77446" y="1894551"/>
              <a:ext cx="7639764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77446" y="3622903"/>
              <a:ext cx="7639764" cy="1728352"/>
            </a:xfrm>
            <a:custGeom>
              <a:avLst/>
              <a:pathLst>
                <a:path w="7639764" h="1728352">
                  <a:moveTo>
                    <a:pt x="0" y="1728352"/>
                  </a:moveTo>
                  <a:lnTo>
                    <a:pt x="3414107" y="1728352"/>
                  </a:lnTo>
                  <a:lnTo>
                    <a:pt x="4281626" y="1728352"/>
                  </a:lnTo>
                  <a:lnTo>
                    <a:pt x="5149145" y="1728352"/>
                  </a:lnTo>
                  <a:lnTo>
                    <a:pt x="5932710" y="0"/>
                  </a:lnTo>
                  <a:lnTo>
                    <a:pt x="6800229" y="1728352"/>
                  </a:lnTo>
                  <a:lnTo>
                    <a:pt x="6800229" y="1728352"/>
                  </a:lnTo>
                  <a:lnTo>
                    <a:pt x="7639764" y="1728352"/>
                  </a:lnTo>
                  <a:lnTo>
                    <a:pt x="7639764" y="1728352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77446" y="1894551"/>
              <a:ext cx="7639764" cy="3456704"/>
            </a:xfrm>
            <a:custGeom>
              <a:avLst/>
              <a:pathLst>
                <a:path w="7639764" h="3456704">
                  <a:moveTo>
                    <a:pt x="0" y="3456704"/>
                  </a:moveTo>
                  <a:lnTo>
                    <a:pt x="3414107" y="3456704"/>
                  </a:lnTo>
                  <a:lnTo>
                    <a:pt x="4281626" y="2112430"/>
                  </a:lnTo>
                  <a:lnTo>
                    <a:pt x="5149145" y="1843575"/>
                  </a:lnTo>
                  <a:lnTo>
                    <a:pt x="5932710" y="0"/>
                  </a:lnTo>
                  <a:lnTo>
                    <a:pt x="5932710" y="0"/>
                  </a:lnTo>
                  <a:lnTo>
                    <a:pt x="6800229" y="3456704"/>
                  </a:lnTo>
                  <a:lnTo>
                    <a:pt x="6800229" y="3456704"/>
                  </a:lnTo>
                  <a:lnTo>
                    <a:pt x="7639764" y="3456704"/>
                  </a:lnTo>
                  <a:lnTo>
                    <a:pt x="7639764" y="3456704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77446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tx9"/>
            <p:cNvSpPr/>
            <p:nvPr/>
          </p:nvSpPr>
          <p:spPr>
            <a:xfrm>
              <a:off x="753241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0" name="tx10"/>
            <p:cNvSpPr/>
            <p:nvPr/>
          </p:nvSpPr>
          <p:spPr>
            <a:xfrm>
              <a:off x="691062" y="410140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11" name="tx11"/>
            <p:cNvSpPr/>
            <p:nvPr/>
          </p:nvSpPr>
          <p:spPr>
            <a:xfrm>
              <a:off x="691062" y="289155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12" name="pl12"/>
            <p:cNvSpPr/>
            <p:nvPr/>
          </p:nvSpPr>
          <p:spPr>
            <a:xfrm>
              <a:off x="942651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42651" y="414140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942651" y="293156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977446" y="5351256"/>
              <a:ext cx="7639764" cy="0"/>
            </a:xfrm>
            <a:custGeom>
              <a:avLst/>
              <a:pathLst>
                <a:path w="7639764" h="0">
                  <a:moveTo>
                    <a:pt x="0" y="0"/>
                  </a:moveTo>
                  <a:lnTo>
                    <a:pt x="7639764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9774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84496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68450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55201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39155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259072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612659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91015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777767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861721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tx26"/>
            <p:cNvSpPr/>
            <p:nvPr/>
          </p:nvSpPr>
          <p:spPr>
            <a:xfrm rot="-5400000">
              <a:off x="74121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7" name="tx27"/>
            <p:cNvSpPr/>
            <p:nvPr/>
          </p:nvSpPr>
          <p:spPr>
            <a:xfrm rot="-5400000">
              <a:off x="1611884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28" name="tx28"/>
            <p:cNvSpPr/>
            <p:nvPr/>
          </p:nvSpPr>
          <p:spPr>
            <a:xfrm rot="-5400000">
              <a:off x="2466964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29" name="tx29"/>
            <p:cNvSpPr/>
            <p:nvPr/>
          </p:nvSpPr>
          <p:spPr>
            <a:xfrm rot="-5400000">
              <a:off x="3318938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0" name="tx30"/>
            <p:cNvSpPr/>
            <p:nvPr/>
          </p:nvSpPr>
          <p:spPr>
            <a:xfrm rot="-5400000">
              <a:off x="415847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1" name="tx31"/>
            <p:cNvSpPr/>
            <p:nvPr/>
          </p:nvSpPr>
          <p:spPr>
            <a:xfrm rot="-5400000">
              <a:off x="5041536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2" name="tx32"/>
            <p:cNvSpPr/>
            <p:nvPr/>
          </p:nvSpPr>
          <p:spPr>
            <a:xfrm rot="-5400000">
              <a:off x="5905901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3" name="tx33"/>
            <p:cNvSpPr/>
            <p:nvPr/>
          </p:nvSpPr>
          <p:spPr>
            <a:xfrm rot="-5400000">
              <a:off x="6670950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4" name="tx34"/>
            <p:cNvSpPr/>
            <p:nvPr/>
          </p:nvSpPr>
          <p:spPr>
            <a:xfrm rot="-5400000">
              <a:off x="7553922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5" name="tx35"/>
            <p:cNvSpPr/>
            <p:nvPr/>
          </p:nvSpPr>
          <p:spPr>
            <a:xfrm rot="-5400000">
              <a:off x="8384221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458367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37" name="tx37"/>
            <p:cNvSpPr/>
            <p:nvPr/>
          </p:nvSpPr>
          <p:spPr>
            <a:xfrm rot="-5400000">
              <a:off x="-140357" y="3572886"/>
              <a:ext cx="143432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</a:t>
              </a:r>
            </a:p>
          </p:txBody>
        </p:sp>
        <p:sp>
          <p:nvSpPr>
            <p:cNvPr id="38" name="tx38"/>
            <p:cNvSpPr/>
            <p:nvPr/>
          </p:nvSpPr>
          <p:spPr>
            <a:xfrm>
              <a:off x="977446" y="1669789"/>
              <a:ext cx="3255446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B/Victoria - C.3</a:t>
              </a:r>
            </a:p>
          </p:txBody>
        </p:sp>
      </p:grpSp>
      <p:sp>
        <p:nvSpPr>
          <p:cNvPr id="3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B/Victoria - C.3</a:t>
            </a: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452930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C.3.1 + 117V;129D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B/Victoria - C.3.1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609571" y="3656369"/>
              <a:ext cx="5038740" cy="0"/>
            </a:xfrm>
            <a:custGeom>
              <a:avLst/>
              <a:pathLst>
                <a:path w="5038740" h="0">
                  <a:moveTo>
                    <a:pt x="0" y="0"/>
                  </a:moveTo>
                  <a:lnTo>
                    <a:pt x="5038740" y="0"/>
                  </a:lnTo>
                  <a:lnTo>
                    <a:pt x="503874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02946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72929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342911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412894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82876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552859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622841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rc13"/>
            <p:cNvSpPr/>
            <p:nvPr/>
          </p:nvSpPr>
          <p:spPr>
            <a:xfrm>
              <a:off x="1679553" y="2188188"/>
              <a:ext cx="699825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" name="rc14"/>
            <p:cNvSpPr/>
            <p:nvPr/>
          </p:nvSpPr>
          <p:spPr>
            <a:xfrm>
              <a:off x="2379378" y="2188188"/>
              <a:ext cx="699825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" name="rc15"/>
            <p:cNvSpPr/>
            <p:nvPr/>
          </p:nvSpPr>
          <p:spPr>
            <a:xfrm>
              <a:off x="3079203" y="2188188"/>
              <a:ext cx="699825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" name="rc16"/>
            <p:cNvSpPr/>
            <p:nvPr/>
          </p:nvSpPr>
          <p:spPr>
            <a:xfrm>
              <a:off x="3779029" y="2188188"/>
              <a:ext cx="699825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4478854" y="2188188"/>
              <a:ext cx="699825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5178679" y="2188188"/>
              <a:ext cx="699825" cy="293636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5878504" y="2188188"/>
              <a:ext cx="699825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tx20"/>
            <p:cNvSpPr/>
            <p:nvPr/>
          </p:nvSpPr>
          <p:spPr>
            <a:xfrm>
              <a:off x="691062" y="3619976"/>
              <a:ext cx="855878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C.3.1 + 117V;129D</a:t>
              </a:r>
            </a:p>
          </p:txBody>
        </p:sp>
        <p:sp>
          <p:nvSpPr>
            <p:cNvPr id="21" name="tx21"/>
            <p:cNvSpPr/>
            <p:nvPr/>
          </p:nvSpPr>
          <p:spPr>
            <a:xfrm rot="-2700000">
              <a:off x="165447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2" name="tx22"/>
            <p:cNvSpPr/>
            <p:nvPr/>
          </p:nvSpPr>
          <p:spPr>
            <a:xfrm rot="-2700000">
              <a:off x="235968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23" name="tx23"/>
            <p:cNvSpPr/>
            <p:nvPr/>
          </p:nvSpPr>
          <p:spPr>
            <a:xfrm rot="-2700000">
              <a:off x="308604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24" name="tx24"/>
            <p:cNvSpPr/>
            <p:nvPr/>
          </p:nvSpPr>
          <p:spPr>
            <a:xfrm rot="-2700000">
              <a:off x="378048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25" name="tx25"/>
            <p:cNvSpPr/>
            <p:nvPr/>
          </p:nvSpPr>
          <p:spPr>
            <a:xfrm rot="-2700000">
              <a:off x="444870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26" name="tx26"/>
            <p:cNvSpPr/>
            <p:nvPr/>
          </p:nvSpPr>
          <p:spPr>
            <a:xfrm rot="-2700000">
              <a:off x="5174908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27" name="tx27"/>
            <p:cNvSpPr/>
            <p:nvPr/>
          </p:nvSpPr>
          <p:spPr>
            <a:xfrm rot="-2700000">
              <a:off x="585896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3915292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29" name="tx29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6857079" y="3022917"/>
              <a:ext cx="16905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 (%)</a:t>
              </a:r>
            </a:p>
          </p:txBody>
        </p:sp>
        <p:pic>
          <p:nvPicPr>
            <p:cNvPr id="31" name="pic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57079" y="3207263"/>
              <a:ext cx="219455" cy="1097280"/>
            </a:xfrm>
            <a:prstGeom prst="rect">
              <a:avLst/>
            </a:prstGeom>
          </p:spPr>
        </p:pic>
        <p:sp>
          <p:nvSpPr>
            <p:cNvPr id="32" name="pl32"/>
            <p:cNvSpPr/>
            <p:nvPr/>
          </p:nvSpPr>
          <p:spPr>
            <a:xfrm>
              <a:off x="7032643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7032643" y="398556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7032643" y="36684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7032643" y="335126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6857079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6857079" y="398556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6857079" y="36684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6857079" y="335126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tx40"/>
            <p:cNvSpPr/>
            <p:nvPr/>
          </p:nvSpPr>
          <p:spPr>
            <a:xfrm>
              <a:off x="7146124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7146124" y="394555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1%</a:t>
              </a:r>
            </a:p>
          </p:txBody>
        </p:sp>
        <p:sp>
          <p:nvSpPr>
            <p:cNvPr id="42" name="tx42"/>
            <p:cNvSpPr/>
            <p:nvPr/>
          </p:nvSpPr>
          <p:spPr>
            <a:xfrm>
              <a:off x="7146124" y="36284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7146124" y="3311258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3%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1609571" y="1669789"/>
              <a:ext cx="378607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B/Victoria - C.3.1</a:t>
              </a:r>
            </a:p>
          </p:txBody>
        </p:sp>
      </p:grpSp>
      <p:sp>
        <p:nvSpPr>
          <p:cNvPr id="4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B/Victoria - C.3.1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15267" y="1894551"/>
              <a:ext cx="7701943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5267" y="1894551"/>
              <a:ext cx="7701943" cy="3456704"/>
            </a:xfrm>
            <a:custGeom>
              <a:avLst/>
              <a:pathLst>
                <a:path w="7701943" h="3456704">
                  <a:moveTo>
                    <a:pt x="0" y="3456704"/>
                  </a:moveTo>
                  <a:lnTo>
                    <a:pt x="3441894" y="3456704"/>
                  </a:lnTo>
                  <a:lnTo>
                    <a:pt x="4316473" y="3456704"/>
                  </a:lnTo>
                  <a:lnTo>
                    <a:pt x="5191053" y="3456704"/>
                  </a:lnTo>
                  <a:lnTo>
                    <a:pt x="5980996" y="3456704"/>
                  </a:lnTo>
                  <a:lnTo>
                    <a:pt x="6855576" y="0"/>
                  </a:lnTo>
                  <a:lnTo>
                    <a:pt x="6855576" y="0"/>
                  </a:lnTo>
                  <a:lnTo>
                    <a:pt x="7701943" y="3456704"/>
                  </a:lnTo>
                  <a:lnTo>
                    <a:pt x="7701943" y="3456704"/>
                  </a:lnTo>
                  <a:lnTo>
                    <a:pt x="7701943" y="3456704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5267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tx8"/>
            <p:cNvSpPr/>
            <p:nvPr/>
          </p:nvSpPr>
          <p:spPr>
            <a:xfrm>
              <a:off x="691062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9" name="tx9"/>
            <p:cNvSpPr/>
            <p:nvPr/>
          </p:nvSpPr>
          <p:spPr>
            <a:xfrm>
              <a:off x="691062" y="4308806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1%</a:t>
              </a:r>
            </a:p>
          </p:txBody>
        </p:sp>
        <p:sp>
          <p:nvSpPr>
            <p:cNvPr id="10" name="tx10"/>
            <p:cNvSpPr/>
            <p:nvPr/>
          </p:nvSpPr>
          <p:spPr>
            <a:xfrm>
              <a:off x="691062" y="3306362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11" name="tx11"/>
            <p:cNvSpPr/>
            <p:nvPr/>
          </p:nvSpPr>
          <p:spPr>
            <a:xfrm>
              <a:off x="691062" y="2303918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3%</a:t>
              </a:r>
            </a:p>
          </p:txBody>
        </p:sp>
        <p:sp>
          <p:nvSpPr>
            <p:cNvPr id="12" name="pl12"/>
            <p:cNvSpPr/>
            <p:nvPr/>
          </p:nvSpPr>
          <p:spPr>
            <a:xfrm>
              <a:off x="880472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880472" y="434881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880472" y="334636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880472" y="234392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915267" y="5351256"/>
              <a:ext cx="7701943" cy="0"/>
            </a:xfrm>
            <a:custGeom>
              <a:avLst/>
              <a:pathLst>
                <a:path w="7701943" h="0">
                  <a:moveTo>
                    <a:pt x="0" y="0"/>
                  </a:moveTo>
                  <a:lnTo>
                    <a:pt x="7701943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91526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7898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63621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351079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35716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23174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10632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89626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77084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861721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tx27"/>
            <p:cNvSpPr/>
            <p:nvPr/>
          </p:nvSpPr>
          <p:spPr>
            <a:xfrm rot="-5400000">
              <a:off x="67903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8" name="tx28"/>
            <p:cNvSpPr/>
            <p:nvPr/>
          </p:nvSpPr>
          <p:spPr>
            <a:xfrm rot="-5400000">
              <a:off x="155676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29" name="tx29"/>
            <p:cNvSpPr/>
            <p:nvPr/>
          </p:nvSpPr>
          <p:spPr>
            <a:xfrm rot="-5400000">
              <a:off x="2418678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0" name="tx30"/>
            <p:cNvSpPr/>
            <p:nvPr/>
          </p:nvSpPr>
          <p:spPr>
            <a:xfrm rot="-5400000">
              <a:off x="327771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1" name="tx31"/>
            <p:cNvSpPr/>
            <p:nvPr/>
          </p:nvSpPr>
          <p:spPr>
            <a:xfrm rot="-5400000">
              <a:off x="412408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2" name="tx32"/>
            <p:cNvSpPr/>
            <p:nvPr/>
          </p:nvSpPr>
          <p:spPr>
            <a:xfrm rot="-5400000">
              <a:off x="501420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3" name="tx33"/>
            <p:cNvSpPr/>
            <p:nvPr/>
          </p:nvSpPr>
          <p:spPr>
            <a:xfrm rot="-5400000">
              <a:off x="5885630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4" name="tx34"/>
            <p:cNvSpPr/>
            <p:nvPr/>
          </p:nvSpPr>
          <p:spPr>
            <a:xfrm rot="-5400000">
              <a:off x="6657056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5" name="tx35"/>
            <p:cNvSpPr/>
            <p:nvPr/>
          </p:nvSpPr>
          <p:spPr>
            <a:xfrm rot="-5400000">
              <a:off x="7547089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8384221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7" name="tx37"/>
            <p:cNvSpPr/>
            <p:nvPr/>
          </p:nvSpPr>
          <p:spPr>
            <a:xfrm>
              <a:off x="455258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38" name="tx38"/>
            <p:cNvSpPr/>
            <p:nvPr/>
          </p:nvSpPr>
          <p:spPr>
            <a:xfrm rot="-5400000">
              <a:off x="-140357" y="3572886"/>
              <a:ext cx="143432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915267" y="1669789"/>
              <a:ext cx="339516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B/Victoria - C.3.1</a:t>
              </a:r>
            </a:p>
          </p:txBody>
        </p:sp>
      </p:grpSp>
      <p:sp>
        <p:nvSpPr>
          <p:cNvPr id="4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B/Victoria - C.3.1</a:t>
            </a: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2183081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C.3.3 + 117V;129D;202E;208P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B/Victoria - C.3.3</a:t>
            </a: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40654" y="3656369"/>
              <a:ext cx="4507657" cy="0"/>
            </a:xfrm>
            <a:custGeom>
              <a:avLst/>
              <a:pathLst>
                <a:path w="4507657" h="0">
                  <a:moveTo>
                    <a:pt x="0" y="0"/>
                  </a:moveTo>
                  <a:lnTo>
                    <a:pt x="4507657" y="0"/>
                  </a:lnTo>
                  <a:lnTo>
                    <a:pt x="450765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51629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314235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376841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439448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502054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564661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627267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rc13"/>
            <p:cNvSpPr/>
            <p:nvPr/>
          </p:nvSpPr>
          <p:spPr>
            <a:xfrm>
              <a:off x="2203261" y="2188188"/>
              <a:ext cx="626063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" name="rc14"/>
            <p:cNvSpPr/>
            <p:nvPr/>
          </p:nvSpPr>
          <p:spPr>
            <a:xfrm>
              <a:off x="2829324" y="2188188"/>
              <a:ext cx="626063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" name="rc15"/>
            <p:cNvSpPr/>
            <p:nvPr/>
          </p:nvSpPr>
          <p:spPr>
            <a:xfrm>
              <a:off x="3455388" y="2188188"/>
              <a:ext cx="626063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" name="rc16"/>
            <p:cNvSpPr/>
            <p:nvPr/>
          </p:nvSpPr>
          <p:spPr>
            <a:xfrm>
              <a:off x="4081451" y="2188188"/>
              <a:ext cx="626063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4707515" y="2188188"/>
              <a:ext cx="626063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5333578" y="2188188"/>
              <a:ext cx="626063" cy="293636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5959642" y="2188188"/>
              <a:ext cx="626063" cy="293636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tx20"/>
            <p:cNvSpPr/>
            <p:nvPr/>
          </p:nvSpPr>
          <p:spPr>
            <a:xfrm>
              <a:off x="691062" y="3619976"/>
              <a:ext cx="1386961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C.3.3 + 117V;129D;202E;208P</a:t>
              </a:r>
            </a:p>
          </p:txBody>
        </p:sp>
        <p:sp>
          <p:nvSpPr>
            <p:cNvPr id="21" name="tx21"/>
            <p:cNvSpPr/>
            <p:nvPr/>
          </p:nvSpPr>
          <p:spPr>
            <a:xfrm rot="-2700000">
              <a:off x="2141301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2" name="tx22"/>
            <p:cNvSpPr/>
            <p:nvPr/>
          </p:nvSpPr>
          <p:spPr>
            <a:xfrm rot="-2700000">
              <a:off x="277275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23" name="tx23"/>
            <p:cNvSpPr/>
            <p:nvPr/>
          </p:nvSpPr>
          <p:spPr>
            <a:xfrm rot="-2700000">
              <a:off x="342535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24" name="tx24"/>
            <p:cNvSpPr/>
            <p:nvPr/>
          </p:nvSpPr>
          <p:spPr>
            <a:xfrm rot="-2700000">
              <a:off x="4046029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25" name="tx25"/>
            <p:cNvSpPr/>
            <p:nvPr/>
          </p:nvSpPr>
          <p:spPr>
            <a:xfrm rot="-2700000">
              <a:off x="464048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26" name="tx26"/>
            <p:cNvSpPr/>
            <p:nvPr/>
          </p:nvSpPr>
          <p:spPr>
            <a:xfrm rot="-2700000">
              <a:off x="5292926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27" name="tx27"/>
            <p:cNvSpPr/>
            <p:nvPr/>
          </p:nvSpPr>
          <p:spPr>
            <a:xfrm rot="-2700000">
              <a:off x="5903224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4180833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29" name="tx29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6857079" y="3022917"/>
              <a:ext cx="16905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 (%)</a:t>
              </a:r>
            </a:p>
          </p:txBody>
        </p:sp>
        <p:pic>
          <p:nvPicPr>
            <p:cNvPr id="31" name="pic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57079" y="3207263"/>
              <a:ext cx="219455" cy="1097280"/>
            </a:xfrm>
            <a:prstGeom prst="rect">
              <a:avLst/>
            </a:prstGeom>
          </p:spPr>
        </p:pic>
        <p:sp>
          <p:nvSpPr>
            <p:cNvPr id="32" name="pl32"/>
            <p:cNvSpPr/>
            <p:nvPr/>
          </p:nvSpPr>
          <p:spPr>
            <a:xfrm>
              <a:off x="7032643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7032643" y="398556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7032643" y="36684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7032643" y="335126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6857079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6857079" y="398556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6857079" y="36684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6857079" y="335126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tx40"/>
            <p:cNvSpPr/>
            <p:nvPr/>
          </p:nvSpPr>
          <p:spPr>
            <a:xfrm>
              <a:off x="7146124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7146124" y="394555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1%</a:t>
              </a:r>
            </a:p>
          </p:txBody>
        </p:sp>
        <p:sp>
          <p:nvSpPr>
            <p:cNvPr id="42" name="tx42"/>
            <p:cNvSpPr/>
            <p:nvPr/>
          </p:nvSpPr>
          <p:spPr>
            <a:xfrm>
              <a:off x="7146124" y="36284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7146124" y="3311258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3%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2140654" y="1669789"/>
              <a:ext cx="378607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B/Victoria - C.3.3</a:t>
              </a:r>
            </a:p>
          </p:txBody>
        </p:sp>
      </p:grpSp>
      <p:sp>
        <p:nvSpPr>
          <p:cNvPr id="4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B/Victoria - C.3.3</a:t>
            </a: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15267" y="1894551"/>
              <a:ext cx="7701943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5267" y="1894551"/>
              <a:ext cx="7701943" cy="3456704"/>
            </a:xfrm>
            <a:custGeom>
              <a:avLst/>
              <a:pathLst>
                <a:path w="7701943" h="3456704">
                  <a:moveTo>
                    <a:pt x="0" y="3456704"/>
                  </a:moveTo>
                  <a:lnTo>
                    <a:pt x="3441894" y="3456704"/>
                  </a:lnTo>
                  <a:lnTo>
                    <a:pt x="4316473" y="3456704"/>
                  </a:lnTo>
                  <a:lnTo>
                    <a:pt x="5191053" y="3456704"/>
                  </a:lnTo>
                  <a:lnTo>
                    <a:pt x="5980996" y="3456704"/>
                  </a:lnTo>
                  <a:lnTo>
                    <a:pt x="6855576" y="0"/>
                  </a:lnTo>
                  <a:lnTo>
                    <a:pt x="6855576" y="0"/>
                  </a:lnTo>
                  <a:lnTo>
                    <a:pt x="7701943" y="3456704"/>
                  </a:lnTo>
                  <a:lnTo>
                    <a:pt x="7701943" y="3456704"/>
                  </a:lnTo>
                  <a:lnTo>
                    <a:pt x="7701943" y="3456704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5267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tx8"/>
            <p:cNvSpPr/>
            <p:nvPr/>
          </p:nvSpPr>
          <p:spPr>
            <a:xfrm>
              <a:off x="691062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9" name="tx9"/>
            <p:cNvSpPr/>
            <p:nvPr/>
          </p:nvSpPr>
          <p:spPr>
            <a:xfrm>
              <a:off x="691062" y="4308806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1%</a:t>
              </a:r>
            </a:p>
          </p:txBody>
        </p:sp>
        <p:sp>
          <p:nvSpPr>
            <p:cNvPr id="10" name="tx10"/>
            <p:cNvSpPr/>
            <p:nvPr/>
          </p:nvSpPr>
          <p:spPr>
            <a:xfrm>
              <a:off x="691062" y="3306362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11" name="tx11"/>
            <p:cNvSpPr/>
            <p:nvPr/>
          </p:nvSpPr>
          <p:spPr>
            <a:xfrm>
              <a:off x="691062" y="2303918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3%</a:t>
              </a:r>
            </a:p>
          </p:txBody>
        </p:sp>
        <p:sp>
          <p:nvSpPr>
            <p:cNvPr id="12" name="pl12"/>
            <p:cNvSpPr/>
            <p:nvPr/>
          </p:nvSpPr>
          <p:spPr>
            <a:xfrm>
              <a:off x="880472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880472" y="434881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880472" y="334636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880472" y="234392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915267" y="5351256"/>
              <a:ext cx="7701943" cy="0"/>
            </a:xfrm>
            <a:custGeom>
              <a:avLst/>
              <a:pathLst>
                <a:path w="7701943" h="0">
                  <a:moveTo>
                    <a:pt x="0" y="0"/>
                  </a:moveTo>
                  <a:lnTo>
                    <a:pt x="7701943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91526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7898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63621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351079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35716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23174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10632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89626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777084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861721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tx27"/>
            <p:cNvSpPr/>
            <p:nvPr/>
          </p:nvSpPr>
          <p:spPr>
            <a:xfrm rot="-5400000">
              <a:off x="67903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8" name="tx28"/>
            <p:cNvSpPr/>
            <p:nvPr/>
          </p:nvSpPr>
          <p:spPr>
            <a:xfrm rot="-5400000">
              <a:off x="155676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29" name="tx29"/>
            <p:cNvSpPr/>
            <p:nvPr/>
          </p:nvSpPr>
          <p:spPr>
            <a:xfrm rot="-5400000">
              <a:off x="2418678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0" name="tx30"/>
            <p:cNvSpPr/>
            <p:nvPr/>
          </p:nvSpPr>
          <p:spPr>
            <a:xfrm rot="-5400000">
              <a:off x="327771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1" name="tx31"/>
            <p:cNvSpPr/>
            <p:nvPr/>
          </p:nvSpPr>
          <p:spPr>
            <a:xfrm rot="-5400000">
              <a:off x="412408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2" name="tx32"/>
            <p:cNvSpPr/>
            <p:nvPr/>
          </p:nvSpPr>
          <p:spPr>
            <a:xfrm rot="-5400000">
              <a:off x="501420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3" name="tx33"/>
            <p:cNvSpPr/>
            <p:nvPr/>
          </p:nvSpPr>
          <p:spPr>
            <a:xfrm rot="-5400000">
              <a:off x="5885630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4" name="tx34"/>
            <p:cNvSpPr/>
            <p:nvPr/>
          </p:nvSpPr>
          <p:spPr>
            <a:xfrm rot="-5400000">
              <a:off x="6657056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5" name="tx35"/>
            <p:cNvSpPr/>
            <p:nvPr/>
          </p:nvSpPr>
          <p:spPr>
            <a:xfrm rot="-5400000">
              <a:off x="7547089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8384221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7" name="tx37"/>
            <p:cNvSpPr/>
            <p:nvPr/>
          </p:nvSpPr>
          <p:spPr>
            <a:xfrm>
              <a:off x="455258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38" name="tx38"/>
            <p:cNvSpPr/>
            <p:nvPr/>
          </p:nvSpPr>
          <p:spPr>
            <a:xfrm rot="-5400000">
              <a:off x="-140357" y="3572886"/>
              <a:ext cx="143432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915267" y="1669789"/>
              <a:ext cx="339516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B/Victoria - C.3.3</a:t>
              </a:r>
            </a:p>
          </p:txBody>
        </p:sp>
      </p:grpSp>
      <p:sp>
        <p:nvSpPr>
          <p:cNvPr id="4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B/Victoria - C.3.3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2905387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C.5.1 + 117V;128K;129D;154T;202V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9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C.5.1 + 117V;128K;129D;154T;202V;276V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8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C.5.1 + 117V;128K;129D;154T;276V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C.5.1 + 117V;128K;129D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C.5.1 + 117V;126S;128K;129D;202V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B/Victoria - C.5.1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651072" y="5011614"/>
              <a:ext cx="3997239" cy="0"/>
            </a:xfrm>
            <a:custGeom>
              <a:avLst/>
              <a:pathLst>
                <a:path w="3997239" h="0">
                  <a:moveTo>
                    <a:pt x="0" y="0"/>
                  </a:moveTo>
                  <a:lnTo>
                    <a:pt x="3997239" y="0"/>
                  </a:lnTo>
                  <a:lnTo>
                    <a:pt x="399723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651072" y="4333992"/>
              <a:ext cx="3997239" cy="0"/>
            </a:xfrm>
            <a:custGeom>
              <a:avLst/>
              <a:pathLst>
                <a:path w="3997239" h="0">
                  <a:moveTo>
                    <a:pt x="0" y="0"/>
                  </a:moveTo>
                  <a:lnTo>
                    <a:pt x="3997239" y="0"/>
                  </a:lnTo>
                  <a:lnTo>
                    <a:pt x="399723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651072" y="3656369"/>
              <a:ext cx="3997239" cy="0"/>
            </a:xfrm>
            <a:custGeom>
              <a:avLst/>
              <a:pathLst>
                <a:path w="3997239" h="0">
                  <a:moveTo>
                    <a:pt x="0" y="0"/>
                  </a:moveTo>
                  <a:lnTo>
                    <a:pt x="3997239" y="0"/>
                  </a:lnTo>
                  <a:lnTo>
                    <a:pt x="399723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651072" y="2978747"/>
              <a:ext cx="3997239" cy="0"/>
            </a:xfrm>
            <a:custGeom>
              <a:avLst/>
              <a:pathLst>
                <a:path w="3997239" h="0">
                  <a:moveTo>
                    <a:pt x="0" y="0"/>
                  </a:moveTo>
                  <a:lnTo>
                    <a:pt x="3997239" y="0"/>
                  </a:lnTo>
                  <a:lnTo>
                    <a:pt x="399723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651072" y="2301125"/>
              <a:ext cx="3997239" cy="0"/>
            </a:xfrm>
            <a:custGeom>
              <a:avLst/>
              <a:pathLst>
                <a:path w="3997239" h="0">
                  <a:moveTo>
                    <a:pt x="0" y="0"/>
                  </a:moveTo>
                  <a:lnTo>
                    <a:pt x="3997239" y="0"/>
                  </a:lnTo>
                  <a:lnTo>
                    <a:pt x="399723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98417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53934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09452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64969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520486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76003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631520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2706589" y="467280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3261762" y="4672803"/>
              <a:ext cx="555172" cy="677622"/>
            </a:xfrm>
            <a:prstGeom prst="rect">
              <a:avLst/>
            </a:prstGeom>
            <a:solidFill>
              <a:srgbClr val="34375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3816934" y="467280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4372106" y="467280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4927278" y="467280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5482450" y="467280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6037622" y="467280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2706589" y="3995180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3261762" y="3995180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3816934" y="3995180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4372106" y="3995180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4927278" y="3995180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5482450" y="3995180"/>
              <a:ext cx="555172" cy="677622"/>
            </a:xfrm>
            <a:prstGeom prst="rect">
              <a:avLst/>
            </a:prstGeom>
            <a:solidFill>
              <a:srgbClr val="EE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6037622" y="3995180"/>
              <a:ext cx="555172" cy="677622"/>
            </a:xfrm>
            <a:prstGeom prst="rect">
              <a:avLst/>
            </a:prstGeom>
            <a:solidFill>
              <a:srgbClr val="CED4F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706589" y="3317558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3261762" y="3317558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816934" y="3317558"/>
              <a:ext cx="555172" cy="677622"/>
            </a:xfrm>
            <a:prstGeom prst="rect">
              <a:avLst/>
            </a:prstGeom>
            <a:solidFill>
              <a:srgbClr val="C4CAF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4372106" y="3317558"/>
              <a:ext cx="555172" cy="67762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927278" y="3317558"/>
              <a:ext cx="555172" cy="677622"/>
            </a:xfrm>
            <a:prstGeom prst="rect">
              <a:avLst/>
            </a:prstGeom>
            <a:solidFill>
              <a:srgbClr val="4E528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5482450" y="3317558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6037622" y="3317558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706589" y="2639936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3261762" y="2639936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3816934" y="2639936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372106" y="2639936"/>
              <a:ext cx="555172" cy="677622"/>
            </a:xfrm>
            <a:prstGeom prst="rect">
              <a:avLst/>
            </a:prstGeom>
            <a:solidFill>
              <a:srgbClr val="E2E5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4927278" y="2639936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482450" y="2639936"/>
              <a:ext cx="555172" cy="677622"/>
            </a:xfrm>
            <a:prstGeom prst="rect">
              <a:avLst/>
            </a:prstGeom>
            <a:solidFill>
              <a:srgbClr val="929AF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6037622" y="2639936"/>
              <a:ext cx="555172" cy="677622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706589" y="196231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3261762" y="196231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3816934" y="196231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4372106" y="196231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4927278" y="196231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5482450" y="1962313"/>
              <a:ext cx="555172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6037622" y="1962313"/>
              <a:ext cx="555172" cy="677622"/>
            </a:xfrm>
            <a:prstGeom prst="rect">
              <a:avLst/>
            </a:prstGeom>
            <a:solidFill>
              <a:srgbClr val="46497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tx52"/>
            <p:cNvSpPr/>
            <p:nvPr/>
          </p:nvSpPr>
          <p:spPr>
            <a:xfrm>
              <a:off x="935938" y="4975221"/>
              <a:ext cx="1652503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C.5.1 + 117V;126S;128K;129D;202V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1467022" y="4297598"/>
              <a:ext cx="112142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C.5.1 + 117V;128K;129D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952855" y="3619976"/>
              <a:ext cx="1635587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C.5.1 + 117V;128K;129D;154T;202V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691062" y="2942354"/>
              <a:ext cx="189738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C.5.1 + 117V;128K;129D;154T;202V;276V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952855" y="2264732"/>
              <a:ext cx="1635587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C.5.1 + 117V;128K;129D;154T;276V</a:t>
              </a:r>
            </a:p>
          </p:txBody>
        </p:sp>
        <p:sp>
          <p:nvSpPr>
            <p:cNvPr id="57" name="tx57"/>
            <p:cNvSpPr/>
            <p:nvPr/>
          </p:nvSpPr>
          <p:spPr>
            <a:xfrm rot="-2700000">
              <a:off x="260918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58" name="tx58"/>
            <p:cNvSpPr/>
            <p:nvPr/>
          </p:nvSpPr>
          <p:spPr>
            <a:xfrm rot="-2700000">
              <a:off x="316974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59" name="tx59"/>
            <p:cNvSpPr/>
            <p:nvPr/>
          </p:nvSpPr>
          <p:spPr>
            <a:xfrm rot="-2700000">
              <a:off x="375145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60" name="tx60"/>
            <p:cNvSpPr/>
            <p:nvPr/>
          </p:nvSpPr>
          <p:spPr>
            <a:xfrm rot="-2700000">
              <a:off x="4301238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61" name="tx61"/>
            <p:cNvSpPr/>
            <p:nvPr/>
          </p:nvSpPr>
          <p:spPr>
            <a:xfrm rot="-2700000">
              <a:off x="482480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62" name="tx62"/>
            <p:cNvSpPr/>
            <p:nvPr/>
          </p:nvSpPr>
          <p:spPr>
            <a:xfrm rot="-2700000">
              <a:off x="540635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63" name="tx63"/>
            <p:cNvSpPr/>
            <p:nvPr/>
          </p:nvSpPr>
          <p:spPr>
            <a:xfrm rot="-2700000">
              <a:off x="594575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4436042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65" name="tx65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6857079" y="3022917"/>
              <a:ext cx="16905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 (%)</a:t>
              </a:r>
            </a:p>
          </p:txBody>
        </p:sp>
        <p:pic>
          <p:nvPicPr>
            <p:cNvPr id="67" name="pic6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57079" y="3207263"/>
              <a:ext cx="219455" cy="1097280"/>
            </a:xfrm>
            <a:prstGeom prst="rect">
              <a:avLst/>
            </a:prstGeom>
          </p:spPr>
        </p:pic>
        <p:sp>
          <p:nvSpPr>
            <p:cNvPr id="68" name="pl68"/>
            <p:cNvSpPr/>
            <p:nvPr/>
          </p:nvSpPr>
          <p:spPr>
            <a:xfrm>
              <a:off x="7032643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7032643" y="402930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032643" y="375590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7032643" y="348249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7032643" y="320909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6857079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6857079" y="402930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6857079" y="375590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6857079" y="348249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6857079" y="320909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tx78"/>
            <p:cNvSpPr/>
            <p:nvPr/>
          </p:nvSpPr>
          <p:spPr>
            <a:xfrm>
              <a:off x="7146124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7146124" y="398930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7146124" y="371589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7146124" y="3442493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30%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7146124" y="316908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40%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2651072" y="1669789"/>
              <a:ext cx="378607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B/Victoria - C.5.1</a:t>
              </a:r>
            </a:p>
          </p:txBody>
        </p:sp>
      </p:grpSp>
      <p:sp>
        <p:nvSpPr>
          <p:cNvPr id="8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B/Victoria - C.5.1</a:t>
            </a: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77446" y="1894551"/>
              <a:ext cx="7639764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77446" y="2470669"/>
              <a:ext cx="6080628" cy="2880587"/>
            </a:xfrm>
            <a:custGeom>
              <a:avLst/>
              <a:pathLst>
                <a:path w="6080628" h="2880587">
                  <a:moveTo>
                    <a:pt x="0" y="2880587"/>
                  </a:moveTo>
                  <a:lnTo>
                    <a:pt x="2717350" y="0"/>
                  </a:lnTo>
                  <a:lnTo>
                    <a:pt x="3407824" y="2880587"/>
                  </a:lnTo>
                  <a:lnTo>
                    <a:pt x="3407824" y="2880587"/>
                  </a:lnTo>
                  <a:lnTo>
                    <a:pt x="4098299" y="2880587"/>
                  </a:lnTo>
                  <a:lnTo>
                    <a:pt x="4721953" y="2880587"/>
                  </a:lnTo>
                  <a:lnTo>
                    <a:pt x="5412427" y="2880587"/>
                  </a:lnTo>
                  <a:lnTo>
                    <a:pt x="6080628" y="2880587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77446" y="4487080"/>
              <a:ext cx="6080628" cy="864176"/>
            </a:xfrm>
            <a:custGeom>
              <a:avLst/>
              <a:pathLst>
                <a:path w="6080628" h="864176">
                  <a:moveTo>
                    <a:pt x="0" y="864176"/>
                  </a:moveTo>
                  <a:lnTo>
                    <a:pt x="2717350" y="864176"/>
                  </a:lnTo>
                  <a:lnTo>
                    <a:pt x="3407824" y="864176"/>
                  </a:lnTo>
                  <a:lnTo>
                    <a:pt x="4098299" y="864176"/>
                  </a:lnTo>
                  <a:lnTo>
                    <a:pt x="4721953" y="864176"/>
                  </a:lnTo>
                  <a:lnTo>
                    <a:pt x="5412427" y="566184"/>
                  </a:lnTo>
                  <a:lnTo>
                    <a:pt x="6080628" y="0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77446" y="1894551"/>
              <a:ext cx="6080628" cy="3456704"/>
            </a:xfrm>
            <a:custGeom>
              <a:avLst/>
              <a:pathLst>
                <a:path w="6080628" h="3456704">
                  <a:moveTo>
                    <a:pt x="0" y="3456704"/>
                  </a:moveTo>
                  <a:lnTo>
                    <a:pt x="2717350" y="3456704"/>
                  </a:lnTo>
                  <a:lnTo>
                    <a:pt x="3407824" y="2496508"/>
                  </a:lnTo>
                  <a:lnTo>
                    <a:pt x="4098299" y="0"/>
                  </a:lnTo>
                  <a:lnTo>
                    <a:pt x="4098299" y="0"/>
                  </a:lnTo>
                  <a:lnTo>
                    <a:pt x="4721953" y="987629"/>
                  </a:lnTo>
                  <a:lnTo>
                    <a:pt x="5412427" y="3456704"/>
                  </a:lnTo>
                  <a:lnTo>
                    <a:pt x="5412427" y="3456704"/>
                  </a:lnTo>
                  <a:lnTo>
                    <a:pt x="6080628" y="3456704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77446" y="3622903"/>
              <a:ext cx="6080628" cy="1728352"/>
            </a:xfrm>
            <a:custGeom>
              <a:avLst/>
              <a:pathLst>
                <a:path w="6080628" h="1728352">
                  <a:moveTo>
                    <a:pt x="0" y="1728352"/>
                  </a:moveTo>
                  <a:lnTo>
                    <a:pt x="2717350" y="1728352"/>
                  </a:lnTo>
                  <a:lnTo>
                    <a:pt x="3407824" y="1728352"/>
                  </a:lnTo>
                  <a:lnTo>
                    <a:pt x="4098299" y="1152234"/>
                  </a:lnTo>
                  <a:lnTo>
                    <a:pt x="4721953" y="1728352"/>
                  </a:lnTo>
                  <a:lnTo>
                    <a:pt x="4721953" y="1728352"/>
                  </a:lnTo>
                  <a:lnTo>
                    <a:pt x="5412427" y="238393"/>
                  </a:lnTo>
                  <a:lnTo>
                    <a:pt x="6080628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77446" y="2758727"/>
              <a:ext cx="6080628" cy="2592528"/>
            </a:xfrm>
            <a:custGeom>
              <a:avLst/>
              <a:pathLst>
                <a:path w="6080628" h="2592528">
                  <a:moveTo>
                    <a:pt x="0" y="2592528"/>
                  </a:moveTo>
                  <a:lnTo>
                    <a:pt x="2717350" y="2592528"/>
                  </a:lnTo>
                  <a:lnTo>
                    <a:pt x="3407824" y="2592528"/>
                  </a:lnTo>
                  <a:lnTo>
                    <a:pt x="4098299" y="2592528"/>
                  </a:lnTo>
                  <a:lnTo>
                    <a:pt x="4721953" y="2592528"/>
                  </a:lnTo>
                  <a:lnTo>
                    <a:pt x="5412427" y="2592528"/>
                  </a:lnTo>
                  <a:lnTo>
                    <a:pt x="6080628" y="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7071339" y="4410698"/>
              <a:ext cx="147724" cy="70088"/>
            </a:xfrm>
            <a:custGeom>
              <a:avLst/>
              <a:pathLst>
                <a:path w="147724" h="70088">
                  <a:moveTo>
                    <a:pt x="147724" y="0"/>
                  </a:moveTo>
                  <a:lnTo>
                    <a:pt x="0" y="70088"/>
                  </a:lnTo>
                </a:path>
              </a:pathLst>
            </a:custGeom>
            <a:ln w="5420" cap="rnd">
              <a:solidFill>
                <a:srgbClr val="40436D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7058090" y="3631599"/>
              <a:ext cx="114" cy="67434"/>
            </a:xfrm>
            <a:custGeom>
              <a:avLst/>
              <a:pathLst>
                <a:path w="114" h="67434">
                  <a:moveTo>
                    <a:pt x="114" y="67434"/>
                  </a:moveTo>
                  <a:lnTo>
                    <a:pt x="0" y="0"/>
                  </a:lnTo>
                </a:path>
              </a:pathLst>
            </a:custGeom>
            <a:ln w="5420" cap="rnd">
              <a:solidFill>
                <a:srgbClr val="A93C38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7069351" y="2680998"/>
              <a:ext cx="113191" cy="70687"/>
            </a:xfrm>
            <a:custGeom>
              <a:avLst/>
              <a:pathLst>
                <a:path w="113191" h="70687">
                  <a:moveTo>
                    <a:pt x="113191" y="0"/>
                  </a:moveTo>
                  <a:lnTo>
                    <a:pt x="0" y="70687"/>
                  </a:lnTo>
                </a:path>
              </a:pathLst>
            </a:custGeom>
            <a:ln w="5420" cap="rnd">
              <a:solidFill>
                <a:srgbClr val="F9DC8C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" name="tx14"/>
            <p:cNvSpPr/>
            <p:nvPr/>
          </p:nvSpPr>
          <p:spPr>
            <a:xfrm>
              <a:off x="6660394" y="4287529"/>
              <a:ext cx="186537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40436D">
                      <a:alpha val="100000"/>
                    </a:srgbClr>
                  </a:solidFill>
                  <a:latin typeface="Arial"/>
                  <a:cs typeface="Arial"/>
                </a:rPr>
                <a:t>10% C.5.1 + 117V;128K;129D</a:t>
              </a:r>
            </a:p>
          </p:txBody>
        </p:sp>
        <p:sp>
          <p:nvSpPr>
            <p:cNvPr id="15" name="tx15"/>
            <p:cNvSpPr/>
            <p:nvPr/>
          </p:nvSpPr>
          <p:spPr>
            <a:xfrm>
              <a:off x="5590638" y="3721894"/>
              <a:ext cx="2935132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A93C38">
                      <a:alpha val="100000"/>
                    </a:srgbClr>
                  </a:solidFill>
                  <a:latin typeface="Arial"/>
                  <a:cs typeface="Arial"/>
                </a:rPr>
                <a:t>20% C.5.1 + 117V;128K;129D;154T;202V;276V</a:t>
              </a:r>
            </a:p>
          </p:txBody>
        </p:sp>
        <p:sp>
          <p:nvSpPr>
            <p:cNvPr id="16" name="tx16"/>
            <p:cNvSpPr/>
            <p:nvPr/>
          </p:nvSpPr>
          <p:spPr>
            <a:xfrm>
              <a:off x="5951552" y="2557829"/>
              <a:ext cx="2574218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F9DC8C">
                      <a:alpha val="100000"/>
                    </a:srgbClr>
                  </a:solidFill>
                  <a:latin typeface="Arial"/>
                  <a:cs typeface="Arial"/>
                </a:rPr>
                <a:t>30% C.5.1 + 117V;128K;129D;154T;276V</a:t>
              </a:r>
            </a:p>
          </p:txBody>
        </p:sp>
        <p:sp>
          <p:nvSpPr>
            <p:cNvPr id="17" name="pl17"/>
            <p:cNvSpPr/>
            <p:nvPr/>
          </p:nvSpPr>
          <p:spPr>
            <a:xfrm>
              <a:off x="977446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tx18"/>
            <p:cNvSpPr/>
            <p:nvPr/>
          </p:nvSpPr>
          <p:spPr>
            <a:xfrm>
              <a:off x="753241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9" name="tx19"/>
            <p:cNvSpPr/>
            <p:nvPr/>
          </p:nvSpPr>
          <p:spPr>
            <a:xfrm>
              <a:off x="691062" y="44470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20" name="tx20"/>
            <p:cNvSpPr/>
            <p:nvPr/>
          </p:nvSpPr>
          <p:spPr>
            <a:xfrm>
              <a:off x="691062" y="358289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21" name="tx21"/>
            <p:cNvSpPr/>
            <p:nvPr/>
          </p:nvSpPr>
          <p:spPr>
            <a:xfrm>
              <a:off x="691062" y="2718722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30%</a:t>
              </a:r>
            </a:p>
          </p:txBody>
        </p:sp>
        <p:sp>
          <p:nvSpPr>
            <p:cNvPr id="22" name="tx22"/>
            <p:cNvSpPr/>
            <p:nvPr/>
          </p:nvSpPr>
          <p:spPr>
            <a:xfrm>
              <a:off x="691062" y="185454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40%</a:t>
              </a:r>
            </a:p>
          </p:txBody>
        </p:sp>
        <p:sp>
          <p:nvSpPr>
            <p:cNvPr id="23" name="pl23"/>
            <p:cNvSpPr/>
            <p:nvPr/>
          </p:nvSpPr>
          <p:spPr>
            <a:xfrm>
              <a:off x="942651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942651" y="4487080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942651" y="362290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942651" y="275872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942651" y="189455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977446" y="5351256"/>
              <a:ext cx="7639764" cy="0"/>
            </a:xfrm>
            <a:custGeom>
              <a:avLst/>
              <a:pathLst>
                <a:path w="7639764" h="0">
                  <a:moveTo>
                    <a:pt x="0" y="0"/>
                  </a:moveTo>
                  <a:lnTo>
                    <a:pt x="7639764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9774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66792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33612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302659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369479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438527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507574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569940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638987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705807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774854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841675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tx41"/>
            <p:cNvSpPr/>
            <p:nvPr/>
          </p:nvSpPr>
          <p:spPr>
            <a:xfrm rot="-5400000">
              <a:off x="74121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42" name="tx42"/>
            <p:cNvSpPr/>
            <p:nvPr/>
          </p:nvSpPr>
          <p:spPr>
            <a:xfrm rot="-5400000">
              <a:off x="143484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43" name="tx43"/>
            <p:cNvSpPr/>
            <p:nvPr/>
          </p:nvSpPr>
          <p:spPr>
            <a:xfrm rot="-5400000">
              <a:off x="211858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44" name="tx44"/>
            <p:cNvSpPr/>
            <p:nvPr/>
          </p:nvSpPr>
          <p:spPr>
            <a:xfrm rot="-5400000">
              <a:off x="2793515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45" name="tx45"/>
            <p:cNvSpPr/>
            <p:nvPr/>
          </p:nvSpPr>
          <p:spPr>
            <a:xfrm rot="-5400000">
              <a:off x="346171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46" name="tx46"/>
            <p:cNvSpPr/>
            <p:nvPr/>
          </p:nvSpPr>
          <p:spPr>
            <a:xfrm rot="-5400000">
              <a:off x="416773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47" name="tx47"/>
            <p:cNvSpPr/>
            <p:nvPr/>
          </p:nvSpPr>
          <p:spPr>
            <a:xfrm rot="-5400000">
              <a:off x="4855055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48" name="tx48"/>
            <p:cNvSpPr/>
            <p:nvPr/>
          </p:nvSpPr>
          <p:spPr>
            <a:xfrm rot="-5400000">
              <a:off x="5460192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49" name="tx49"/>
            <p:cNvSpPr/>
            <p:nvPr/>
          </p:nvSpPr>
          <p:spPr>
            <a:xfrm rot="-5400000">
              <a:off x="6166120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50" name="tx50"/>
            <p:cNvSpPr/>
            <p:nvPr/>
          </p:nvSpPr>
          <p:spPr>
            <a:xfrm rot="-5400000">
              <a:off x="6825086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51" name="tx51"/>
            <p:cNvSpPr/>
            <p:nvPr/>
          </p:nvSpPr>
          <p:spPr>
            <a:xfrm rot="-5400000">
              <a:off x="7531013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jun-2026</a:t>
              </a:r>
            </a:p>
          </p:txBody>
        </p:sp>
        <p:sp>
          <p:nvSpPr>
            <p:cNvPr id="52" name="tx52"/>
            <p:cNvSpPr/>
            <p:nvPr/>
          </p:nvSpPr>
          <p:spPr>
            <a:xfrm rot="-5400000">
              <a:off x="8217914" y="5613088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jul-2026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458367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54" name="tx54"/>
            <p:cNvSpPr/>
            <p:nvPr/>
          </p:nvSpPr>
          <p:spPr>
            <a:xfrm rot="-5400000">
              <a:off x="-140357" y="3572886"/>
              <a:ext cx="143432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977446" y="1669789"/>
              <a:ext cx="339516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B/Victoria - C.5.1</a:t>
              </a:r>
            </a:p>
          </p:txBody>
        </p:sp>
      </p:grpSp>
      <p:sp>
        <p:nvSpPr>
          <p:cNvPr id="56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B/Victoria - C.5.1</a:t>
            </a: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452930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 + 117V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 + 117V;183K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 + 177I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 + 117V;121N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 + 117V;311I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B/Victoria - C.5.6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609571" y="5011614"/>
              <a:ext cx="5038740" cy="0"/>
            </a:xfrm>
            <a:custGeom>
              <a:avLst/>
              <a:pathLst>
                <a:path w="5038740" h="0">
                  <a:moveTo>
                    <a:pt x="0" y="0"/>
                  </a:moveTo>
                  <a:lnTo>
                    <a:pt x="5038740" y="0"/>
                  </a:lnTo>
                  <a:lnTo>
                    <a:pt x="503874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609571" y="4333992"/>
              <a:ext cx="5038740" cy="0"/>
            </a:xfrm>
            <a:custGeom>
              <a:avLst/>
              <a:pathLst>
                <a:path w="5038740" h="0">
                  <a:moveTo>
                    <a:pt x="0" y="0"/>
                  </a:moveTo>
                  <a:lnTo>
                    <a:pt x="5038740" y="0"/>
                  </a:lnTo>
                  <a:lnTo>
                    <a:pt x="503874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609571" y="3656369"/>
              <a:ext cx="5038740" cy="0"/>
            </a:xfrm>
            <a:custGeom>
              <a:avLst/>
              <a:pathLst>
                <a:path w="5038740" h="0">
                  <a:moveTo>
                    <a:pt x="0" y="0"/>
                  </a:moveTo>
                  <a:lnTo>
                    <a:pt x="5038740" y="0"/>
                  </a:lnTo>
                  <a:lnTo>
                    <a:pt x="503874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609571" y="2978747"/>
              <a:ext cx="5038740" cy="0"/>
            </a:xfrm>
            <a:custGeom>
              <a:avLst/>
              <a:pathLst>
                <a:path w="5038740" h="0">
                  <a:moveTo>
                    <a:pt x="0" y="0"/>
                  </a:moveTo>
                  <a:lnTo>
                    <a:pt x="5038740" y="0"/>
                  </a:lnTo>
                  <a:lnTo>
                    <a:pt x="503874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609571" y="2301125"/>
              <a:ext cx="5038740" cy="0"/>
            </a:xfrm>
            <a:custGeom>
              <a:avLst/>
              <a:pathLst>
                <a:path w="5038740" h="0">
                  <a:moveTo>
                    <a:pt x="0" y="0"/>
                  </a:moveTo>
                  <a:lnTo>
                    <a:pt x="5038740" y="0"/>
                  </a:lnTo>
                  <a:lnTo>
                    <a:pt x="503874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02946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72929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42911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12894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82876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52859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622841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1679553" y="4672803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2379378" y="4672803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3079203" y="4672803"/>
              <a:ext cx="699825" cy="677622"/>
            </a:xfrm>
            <a:prstGeom prst="rect">
              <a:avLst/>
            </a:prstGeom>
            <a:solidFill>
              <a:srgbClr val="B4BCF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3779029" y="4672803"/>
              <a:ext cx="699825" cy="677622"/>
            </a:xfrm>
            <a:prstGeom prst="rect">
              <a:avLst/>
            </a:prstGeom>
            <a:solidFill>
              <a:srgbClr val="41446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4478854" y="4672803"/>
              <a:ext cx="699825" cy="677622"/>
            </a:xfrm>
            <a:prstGeom prst="rect">
              <a:avLst/>
            </a:prstGeom>
            <a:solidFill>
              <a:srgbClr val="989FF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5178679" y="4672803"/>
              <a:ext cx="699825" cy="67762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5878504" y="4672803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1679553" y="3995180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2379378" y="3995180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3079203" y="3995180"/>
              <a:ext cx="699825" cy="677622"/>
            </a:xfrm>
            <a:prstGeom prst="rect">
              <a:avLst/>
            </a:prstGeom>
            <a:solidFill>
              <a:srgbClr val="B4BCF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3779029" y="3995180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4478854" y="3995180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5178679" y="3995180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5878504" y="3995180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1679553" y="3317558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379378" y="3317558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3079203" y="3317558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779029" y="3317558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4478854" y="3317558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5178679" y="3317558"/>
              <a:ext cx="699825" cy="677622"/>
            </a:xfrm>
            <a:prstGeom prst="rect">
              <a:avLst/>
            </a:prstGeom>
            <a:solidFill>
              <a:srgbClr val="BCC3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5878504" y="3317558"/>
              <a:ext cx="699825" cy="677622"/>
            </a:xfrm>
            <a:prstGeom prst="rect">
              <a:avLst/>
            </a:prstGeom>
            <a:solidFill>
              <a:srgbClr val="6C70B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1679553" y="2639936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379378" y="2639936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3079203" y="2639936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3779029" y="2639936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4478854" y="2639936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178679" y="2639936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878504" y="2639936"/>
              <a:ext cx="699825" cy="677622"/>
            </a:xfrm>
            <a:prstGeom prst="rect">
              <a:avLst/>
            </a:prstGeom>
            <a:solidFill>
              <a:srgbClr val="C0C6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1679553" y="1962313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2379378" y="1962313"/>
              <a:ext cx="699825" cy="677622"/>
            </a:xfrm>
            <a:prstGeom prst="rect">
              <a:avLst/>
            </a:prstGeom>
            <a:solidFill>
              <a:srgbClr val="191B3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3079203" y="1962313"/>
              <a:ext cx="699825" cy="677622"/>
            </a:xfrm>
            <a:prstGeom prst="rect">
              <a:avLst/>
            </a:prstGeom>
            <a:solidFill>
              <a:srgbClr val="B4BCF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3779029" y="1962313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4478854" y="1962313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5178679" y="1962313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5878504" y="1962313"/>
              <a:ext cx="699825" cy="67762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tx52"/>
            <p:cNvSpPr/>
            <p:nvPr/>
          </p:nvSpPr>
          <p:spPr>
            <a:xfrm>
              <a:off x="958433" y="4975221"/>
              <a:ext cx="588507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 + 117V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691062" y="4297598"/>
              <a:ext cx="855878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 + 117V;121N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696640" y="3619976"/>
              <a:ext cx="85030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 + 117V;183K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743640" y="2942354"/>
              <a:ext cx="80330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 + 117V;311I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990437" y="2264732"/>
              <a:ext cx="556503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 + 177I</a:t>
              </a:r>
            </a:p>
          </p:txBody>
        </p:sp>
        <p:sp>
          <p:nvSpPr>
            <p:cNvPr id="57" name="tx57"/>
            <p:cNvSpPr/>
            <p:nvPr/>
          </p:nvSpPr>
          <p:spPr>
            <a:xfrm rot="-2700000">
              <a:off x="165447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58" name="tx58"/>
            <p:cNvSpPr/>
            <p:nvPr/>
          </p:nvSpPr>
          <p:spPr>
            <a:xfrm rot="-2700000">
              <a:off x="235968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59" name="tx59"/>
            <p:cNvSpPr/>
            <p:nvPr/>
          </p:nvSpPr>
          <p:spPr>
            <a:xfrm rot="-2700000">
              <a:off x="308604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60" name="tx60"/>
            <p:cNvSpPr/>
            <p:nvPr/>
          </p:nvSpPr>
          <p:spPr>
            <a:xfrm rot="-2700000">
              <a:off x="378048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61" name="tx61"/>
            <p:cNvSpPr/>
            <p:nvPr/>
          </p:nvSpPr>
          <p:spPr>
            <a:xfrm rot="-2700000">
              <a:off x="444870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62" name="tx62"/>
            <p:cNvSpPr/>
            <p:nvPr/>
          </p:nvSpPr>
          <p:spPr>
            <a:xfrm rot="-2700000">
              <a:off x="5174908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63" name="tx63"/>
            <p:cNvSpPr/>
            <p:nvPr/>
          </p:nvSpPr>
          <p:spPr>
            <a:xfrm rot="-2700000">
              <a:off x="585896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3915292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65" name="tx65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6857079" y="3022917"/>
              <a:ext cx="16905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 (%)</a:t>
              </a:r>
            </a:p>
          </p:txBody>
        </p:sp>
        <p:pic>
          <p:nvPicPr>
            <p:cNvPr id="67" name="pic6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57079" y="3207263"/>
              <a:ext cx="219455" cy="1097280"/>
            </a:xfrm>
            <a:prstGeom prst="rect">
              <a:avLst/>
            </a:prstGeom>
          </p:spPr>
        </p:pic>
        <p:sp>
          <p:nvSpPr>
            <p:cNvPr id="68" name="pl68"/>
            <p:cNvSpPr/>
            <p:nvPr/>
          </p:nvSpPr>
          <p:spPr>
            <a:xfrm>
              <a:off x="7032643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7032643" y="398556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032643" y="36684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7032643" y="335126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6857079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6857079" y="398556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6857079" y="36684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6857079" y="335126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tx76"/>
            <p:cNvSpPr/>
            <p:nvPr/>
          </p:nvSpPr>
          <p:spPr>
            <a:xfrm>
              <a:off x="7146124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7146124" y="3945559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7146124" y="3628409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7146124" y="331125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30%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1609571" y="1669789"/>
              <a:ext cx="378607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B/Victoria - C.5.6</a:t>
              </a:r>
            </a:p>
          </p:txBody>
        </p:sp>
      </p:grpSp>
      <p:sp>
        <p:nvSpPr>
          <p:cNvPr id="8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B/Victoria - C.5.6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77446" y="1894551"/>
              <a:ext cx="7639764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77446" y="1894551"/>
              <a:ext cx="6080628" cy="3456704"/>
            </a:xfrm>
            <a:custGeom>
              <a:avLst/>
              <a:pathLst>
                <a:path w="6080628" h="3456704">
                  <a:moveTo>
                    <a:pt x="0" y="3456704"/>
                  </a:moveTo>
                  <a:lnTo>
                    <a:pt x="2717350" y="3456704"/>
                  </a:lnTo>
                  <a:lnTo>
                    <a:pt x="3407824" y="2342877"/>
                  </a:lnTo>
                  <a:lnTo>
                    <a:pt x="4098299" y="783519"/>
                  </a:lnTo>
                  <a:lnTo>
                    <a:pt x="4721953" y="2024641"/>
                  </a:lnTo>
                  <a:lnTo>
                    <a:pt x="5412427" y="0"/>
                  </a:lnTo>
                  <a:lnTo>
                    <a:pt x="5412427" y="0"/>
                  </a:lnTo>
                  <a:lnTo>
                    <a:pt x="6080628" y="3456704"/>
                  </a:lnTo>
                  <a:lnTo>
                    <a:pt x="6080628" y="3456704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77446" y="4237429"/>
              <a:ext cx="6080628" cy="1113826"/>
            </a:xfrm>
            <a:custGeom>
              <a:avLst/>
              <a:pathLst>
                <a:path w="6080628" h="1113826">
                  <a:moveTo>
                    <a:pt x="0" y="1113826"/>
                  </a:moveTo>
                  <a:lnTo>
                    <a:pt x="2717350" y="1113826"/>
                  </a:lnTo>
                  <a:lnTo>
                    <a:pt x="3407824" y="0"/>
                  </a:lnTo>
                  <a:lnTo>
                    <a:pt x="4098299" y="1113826"/>
                  </a:lnTo>
                  <a:lnTo>
                    <a:pt x="4098299" y="1113826"/>
                  </a:lnTo>
                  <a:lnTo>
                    <a:pt x="4721953" y="1113826"/>
                  </a:lnTo>
                  <a:lnTo>
                    <a:pt x="5412427" y="1113826"/>
                  </a:lnTo>
                  <a:lnTo>
                    <a:pt x="6080628" y="1113826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77446" y="3346367"/>
              <a:ext cx="6080628" cy="2004888"/>
            </a:xfrm>
            <a:custGeom>
              <a:avLst/>
              <a:pathLst>
                <a:path w="6080628" h="2004888">
                  <a:moveTo>
                    <a:pt x="0" y="2004888"/>
                  </a:moveTo>
                  <a:lnTo>
                    <a:pt x="2717350" y="2004888"/>
                  </a:lnTo>
                  <a:lnTo>
                    <a:pt x="3407824" y="2004888"/>
                  </a:lnTo>
                  <a:lnTo>
                    <a:pt x="4098299" y="2004888"/>
                  </a:lnTo>
                  <a:lnTo>
                    <a:pt x="4721953" y="2004888"/>
                  </a:lnTo>
                  <a:lnTo>
                    <a:pt x="5412427" y="967877"/>
                  </a:lnTo>
                  <a:lnTo>
                    <a:pt x="6080628" y="0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77446" y="4348811"/>
              <a:ext cx="6080628" cy="1002444"/>
            </a:xfrm>
            <a:custGeom>
              <a:avLst/>
              <a:pathLst>
                <a:path w="6080628" h="1002444">
                  <a:moveTo>
                    <a:pt x="0" y="1002444"/>
                  </a:moveTo>
                  <a:lnTo>
                    <a:pt x="2717350" y="1002444"/>
                  </a:lnTo>
                  <a:lnTo>
                    <a:pt x="3407824" y="1002444"/>
                  </a:lnTo>
                  <a:lnTo>
                    <a:pt x="4098299" y="1002444"/>
                  </a:lnTo>
                  <a:lnTo>
                    <a:pt x="4721953" y="1002444"/>
                  </a:lnTo>
                  <a:lnTo>
                    <a:pt x="5412427" y="1002444"/>
                  </a:lnTo>
                  <a:lnTo>
                    <a:pt x="6080628" y="0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77446" y="2009775"/>
              <a:ext cx="6080628" cy="3341480"/>
            </a:xfrm>
            <a:custGeom>
              <a:avLst/>
              <a:pathLst>
                <a:path w="6080628" h="3341480">
                  <a:moveTo>
                    <a:pt x="0" y="3341480"/>
                  </a:moveTo>
                  <a:lnTo>
                    <a:pt x="2717350" y="0"/>
                  </a:lnTo>
                  <a:lnTo>
                    <a:pt x="3407824" y="2227653"/>
                  </a:lnTo>
                  <a:lnTo>
                    <a:pt x="4098299" y="3341480"/>
                  </a:lnTo>
                  <a:lnTo>
                    <a:pt x="4098299" y="3341480"/>
                  </a:lnTo>
                  <a:lnTo>
                    <a:pt x="4721953" y="3341480"/>
                  </a:lnTo>
                  <a:lnTo>
                    <a:pt x="5412427" y="3341480"/>
                  </a:lnTo>
                  <a:lnTo>
                    <a:pt x="6080628" y="3341480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tx11"/>
            <p:cNvSpPr/>
            <p:nvPr/>
          </p:nvSpPr>
          <p:spPr>
            <a:xfrm>
              <a:off x="7034201" y="3296217"/>
              <a:ext cx="1491569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61D2B2">
                      <a:alpha val="100000"/>
                    </a:srgbClr>
                  </a:solidFill>
                  <a:latin typeface="Arial"/>
                  <a:cs typeface="Arial"/>
                </a:rPr>
                <a:t>20% C.5.6 + 117V;183K</a:t>
              </a:r>
            </a:p>
          </p:txBody>
        </p:sp>
        <p:sp>
          <p:nvSpPr>
            <p:cNvPr id="12" name="tx12"/>
            <p:cNvSpPr/>
            <p:nvPr/>
          </p:nvSpPr>
          <p:spPr>
            <a:xfrm>
              <a:off x="7099124" y="4298669"/>
              <a:ext cx="142664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A93C38">
                      <a:alpha val="100000"/>
                    </a:srgbClr>
                  </a:solidFill>
                  <a:latin typeface="Arial"/>
                  <a:cs typeface="Arial"/>
                </a:rPr>
                <a:t>10% C.5.6 + 117V;311I</a:t>
              </a:r>
            </a:p>
          </p:txBody>
        </p:sp>
        <p:sp>
          <p:nvSpPr>
            <p:cNvPr id="13" name="pl13"/>
            <p:cNvSpPr/>
            <p:nvPr/>
          </p:nvSpPr>
          <p:spPr>
            <a:xfrm>
              <a:off x="977446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tx14"/>
            <p:cNvSpPr/>
            <p:nvPr/>
          </p:nvSpPr>
          <p:spPr>
            <a:xfrm>
              <a:off x="753241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5" name="tx15"/>
            <p:cNvSpPr/>
            <p:nvPr/>
          </p:nvSpPr>
          <p:spPr>
            <a:xfrm>
              <a:off x="691062" y="430880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16" name="tx16"/>
            <p:cNvSpPr/>
            <p:nvPr/>
          </p:nvSpPr>
          <p:spPr>
            <a:xfrm>
              <a:off x="691062" y="3306362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17" name="tx17"/>
            <p:cNvSpPr/>
            <p:nvPr/>
          </p:nvSpPr>
          <p:spPr>
            <a:xfrm>
              <a:off x="691062" y="230391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30%</a:t>
              </a:r>
            </a:p>
          </p:txBody>
        </p:sp>
        <p:sp>
          <p:nvSpPr>
            <p:cNvPr id="18" name="pl18"/>
            <p:cNvSpPr/>
            <p:nvPr/>
          </p:nvSpPr>
          <p:spPr>
            <a:xfrm>
              <a:off x="942651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942651" y="434881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942651" y="334636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942651" y="234392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977446" y="5351256"/>
              <a:ext cx="7639764" cy="0"/>
            </a:xfrm>
            <a:custGeom>
              <a:avLst/>
              <a:pathLst>
                <a:path w="7639764" h="0">
                  <a:moveTo>
                    <a:pt x="0" y="0"/>
                  </a:moveTo>
                  <a:lnTo>
                    <a:pt x="7639764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9774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66792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33612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302659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369479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438527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507574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569940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638987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705807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774854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841675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tx35"/>
            <p:cNvSpPr/>
            <p:nvPr/>
          </p:nvSpPr>
          <p:spPr>
            <a:xfrm rot="-5400000">
              <a:off x="74121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143484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7" name="tx37"/>
            <p:cNvSpPr/>
            <p:nvPr/>
          </p:nvSpPr>
          <p:spPr>
            <a:xfrm rot="-5400000">
              <a:off x="211858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8" name="tx38"/>
            <p:cNvSpPr/>
            <p:nvPr/>
          </p:nvSpPr>
          <p:spPr>
            <a:xfrm rot="-5400000">
              <a:off x="2793515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9" name="tx39"/>
            <p:cNvSpPr/>
            <p:nvPr/>
          </p:nvSpPr>
          <p:spPr>
            <a:xfrm rot="-5400000">
              <a:off x="346171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40" name="tx40"/>
            <p:cNvSpPr/>
            <p:nvPr/>
          </p:nvSpPr>
          <p:spPr>
            <a:xfrm rot="-5400000">
              <a:off x="416773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41" name="tx41"/>
            <p:cNvSpPr/>
            <p:nvPr/>
          </p:nvSpPr>
          <p:spPr>
            <a:xfrm rot="-5400000">
              <a:off x="4855055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42" name="tx42"/>
            <p:cNvSpPr/>
            <p:nvPr/>
          </p:nvSpPr>
          <p:spPr>
            <a:xfrm rot="-5400000">
              <a:off x="5460192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43" name="tx43"/>
            <p:cNvSpPr/>
            <p:nvPr/>
          </p:nvSpPr>
          <p:spPr>
            <a:xfrm rot="-5400000">
              <a:off x="6166120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44" name="tx44"/>
            <p:cNvSpPr/>
            <p:nvPr/>
          </p:nvSpPr>
          <p:spPr>
            <a:xfrm rot="-5400000">
              <a:off x="6825086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45" name="tx45"/>
            <p:cNvSpPr/>
            <p:nvPr/>
          </p:nvSpPr>
          <p:spPr>
            <a:xfrm rot="-5400000">
              <a:off x="7531013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jun-2026</a:t>
              </a:r>
            </a:p>
          </p:txBody>
        </p:sp>
        <p:sp>
          <p:nvSpPr>
            <p:cNvPr id="46" name="tx46"/>
            <p:cNvSpPr/>
            <p:nvPr/>
          </p:nvSpPr>
          <p:spPr>
            <a:xfrm rot="-5400000">
              <a:off x="8217914" y="5613088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jul-2026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458367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48" name="tx48"/>
            <p:cNvSpPr/>
            <p:nvPr/>
          </p:nvSpPr>
          <p:spPr>
            <a:xfrm rot="-5400000">
              <a:off x="-140357" y="3572886"/>
              <a:ext cx="143432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977446" y="1669789"/>
              <a:ext cx="339516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B/Victoria - C.5.6</a:t>
              </a:r>
            </a:p>
          </p:txBody>
        </p:sp>
      </p:grpSp>
      <p:sp>
        <p:nvSpPr>
          <p:cNvPr id="5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B/Victoria - C.5.6</a:t>
            </a: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949997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64184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C.5.6.1 + 117V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C.5.6.1 + 117V;241Q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2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5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C.5.6.1 + 117V;146S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3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C.5.6.1 + 116N;117V;183K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C.5.6.1 + 117V;118K;241Q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32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C.5.6.1 + 117V;171D;241Q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B/Victoria - C.5.6.1</a:t>
            </a: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971124" y="5077190"/>
              <a:ext cx="4677187" cy="0"/>
            </a:xfrm>
            <a:custGeom>
              <a:avLst/>
              <a:pathLst>
                <a:path w="4677187" h="0">
                  <a:moveTo>
                    <a:pt x="0" y="0"/>
                  </a:moveTo>
                  <a:lnTo>
                    <a:pt x="4677187" y="0"/>
                  </a:lnTo>
                  <a:lnTo>
                    <a:pt x="467718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971124" y="4508862"/>
              <a:ext cx="4677187" cy="0"/>
            </a:xfrm>
            <a:custGeom>
              <a:avLst/>
              <a:pathLst>
                <a:path w="4677187" h="0">
                  <a:moveTo>
                    <a:pt x="0" y="0"/>
                  </a:moveTo>
                  <a:lnTo>
                    <a:pt x="4677187" y="0"/>
                  </a:lnTo>
                  <a:lnTo>
                    <a:pt x="467718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971124" y="3940533"/>
              <a:ext cx="4677187" cy="0"/>
            </a:xfrm>
            <a:custGeom>
              <a:avLst/>
              <a:pathLst>
                <a:path w="4677187" h="0">
                  <a:moveTo>
                    <a:pt x="0" y="0"/>
                  </a:moveTo>
                  <a:lnTo>
                    <a:pt x="4677187" y="0"/>
                  </a:lnTo>
                  <a:lnTo>
                    <a:pt x="467718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71124" y="3372205"/>
              <a:ext cx="4677187" cy="0"/>
            </a:xfrm>
            <a:custGeom>
              <a:avLst/>
              <a:pathLst>
                <a:path w="4677187" h="0">
                  <a:moveTo>
                    <a:pt x="0" y="0"/>
                  </a:moveTo>
                  <a:lnTo>
                    <a:pt x="4677187" y="0"/>
                  </a:lnTo>
                  <a:lnTo>
                    <a:pt x="467718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971124" y="2803877"/>
              <a:ext cx="4677187" cy="0"/>
            </a:xfrm>
            <a:custGeom>
              <a:avLst/>
              <a:pathLst>
                <a:path w="4677187" h="0">
                  <a:moveTo>
                    <a:pt x="0" y="0"/>
                  </a:moveTo>
                  <a:lnTo>
                    <a:pt x="4677187" y="0"/>
                  </a:lnTo>
                  <a:lnTo>
                    <a:pt x="467718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971124" y="2235548"/>
              <a:ext cx="4677187" cy="0"/>
            </a:xfrm>
            <a:custGeom>
              <a:avLst/>
              <a:pathLst>
                <a:path w="4677187" h="0">
                  <a:moveTo>
                    <a:pt x="0" y="0"/>
                  </a:moveTo>
                  <a:lnTo>
                    <a:pt x="4677187" y="0"/>
                  </a:lnTo>
                  <a:lnTo>
                    <a:pt x="467718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6089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01049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66010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30971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495932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60893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625854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2036085" y="4793026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2685695" y="4793026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3335304" y="4793026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3984913" y="4793026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4634523" y="4793026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5284132" y="4793026"/>
              <a:ext cx="649609" cy="568328"/>
            </a:xfrm>
            <a:prstGeom prst="rect">
              <a:avLst/>
            </a:prstGeom>
            <a:solidFill>
              <a:srgbClr val="F5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5933741" y="4793026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2036085" y="4224698"/>
              <a:ext cx="649609" cy="568328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2685695" y="4224698"/>
              <a:ext cx="649609" cy="568328"/>
            </a:xfrm>
            <a:prstGeom prst="rect">
              <a:avLst/>
            </a:prstGeom>
            <a:solidFill>
              <a:srgbClr val="B0B8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3335304" y="4224698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3984913" y="4224698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4634523" y="4224698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5284132" y="4224698"/>
              <a:ext cx="649609" cy="568328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5933741" y="4224698"/>
              <a:ext cx="649609" cy="568328"/>
            </a:xfrm>
            <a:prstGeom prst="rect">
              <a:avLst/>
            </a:prstGeom>
            <a:solidFill>
              <a:srgbClr val="ED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036085" y="3656369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685695" y="3656369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3335304" y="3656369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984913" y="3656369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4634523" y="3656369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5284132" y="3656369"/>
              <a:ext cx="649609" cy="568328"/>
            </a:xfrm>
            <a:prstGeom prst="rect">
              <a:avLst/>
            </a:prstGeom>
            <a:solidFill>
              <a:srgbClr val="F5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5933741" y="3656369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036085" y="3088041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685695" y="3088041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3335304" y="3088041"/>
              <a:ext cx="649609" cy="568328"/>
            </a:xfrm>
            <a:prstGeom prst="rect">
              <a:avLst/>
            </a:prstGeom>
            <a:solidFill>
              <a:srgbClr val="D8D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3984913" y="3088041"/>
              <a:ext cx="649609" cy="568328"/>
            </a:xfrm>
            <a:prstGeom prst="rect">
              <a:avLst/>
            </a:prstGeom>
            <a:solidFill>
              <a:srgbClr val="F1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4634523" y="3088041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284132" y="3088041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933741" y="3088041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2036085" y="2519712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2685695" y="2519712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3335304" y="2519712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3984913" y="2519712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4634523" y="2519712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5284132" y="2519712"/>
              <a:ext cx="649609" cy="568328"/>
            </a:xfrm>
            <a:prstGeom prst="rect">
              <a:avLst/>
            </a:prstGeom>
            <a:solidFill>
              <a:srgbClr val="F5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5933741" y="2519712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2036085" y="1951384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2685695" y="1951384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3335304" y="1951384"/>
              <a:ext cx="649609" cy="568328"/>
            </a:xfrm>
            <a:prstGeom prst="rect">
              <a:avLst/>
            </a:prstGeom>
            <a:solidFill>
              <a:srgbClr val="D8D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3984913" y="1951384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4634523" y="1951384"/>
              <a:ext cx="649609" cy="568328"/>
            </a:xfrm>
            <a:prstGeom prst="rect">
              <a:avLst/>
            </a:prstGeom>
            <a:solidFill>
              <a:srgbClr val="E6E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5284132" y="1951384"/>
              <a:ext cx="649609" cy="568328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5933741" y="1951384"/>
              <a:ext cx="649609" cy="568328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tx60"/>
            <p:cNvSpPr/>
            <p:nvPr/>
          </p:nvSpPr>
          <p:spPr>
            <a:xfrm>
              <a:off x="709807" y="5040797"/>
              <a:ext cx="1198686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C.5.6.1 + 116N;117V;183K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1235222" y="4472469"/>
              <a:ext cx="673272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C.5.6.1 + 117V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704138" y="3904140"/>
              <a:ext cx="1204356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C.5.6.1 + 117V;118K;241Q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973429" y="3335812"/>
              <a:ext cx="935065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C.5.6.1 + 117V;146S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691062" y="2767484"/>
              <a:ext cx="1217432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C.5.6.1 + 117V;171D;241Q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962182" y="2199155"/>
              <a:ext cx="946312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C.5.6.1 + 117V;241Q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198589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264089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331704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396126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4579263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525525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588909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4096068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74" name="tx74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6857079" y="3022917"/>
              <a:ext cx="16905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 (%)</a:t>
              </a:r>
            </a:p>
          </p:txBody>
        </p:sp>
        <p:pic>
          <p:nvPicPr>
            <p:cNvPr id="76" name="pic7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57079" y="3207263"/>
              <a:ext cx="219455" cy="1097280"/>
            </a:xfrm>
            <a:prstGeom prst="rect">
              <a:avLst/>
            </a:prstGeom>
          </p:spPr>
        </p:pic>
        <p:sp>
          <p:nvSpPr>
            <p:cNvPr id="77" name="pl77"/>
            <p:cNvSpPr/>
            <p:nvPr/>
          </p:nvSpPr>
          <p:spPr>
            <a:xfrm>
              <a:off x="7032643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7032643" y="402930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7032643" y="375590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7032643" y="348249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7032643" y="320909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857079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857079" y="402930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6857079" y="375590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6857079" y="348249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6857079" y="320909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tx87"/>
            <p:cNvSpPr/>
            <p:nvPr/>
          </p:nvSpPr>
          <p:spPr>
            <a:xfrm>
              <a:off x="7146124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7146124" y="398930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7146124" y="371589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7146124" y="3442493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7146124" y="3169087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1971124" y="1669789"/>
              <a:ext cx="392579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B/Victoria - C.5.6.1</a:t>
              </a:r>
            </a:p>
          </p:txBody>
        </p:sp>
      </p:grpSp>
      <p:sp>
        <p:nvSpPr>
          <p:cNvPr id="9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B/Victoria - C.5.6.1</a:t>
            </a: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1039625" y="1894551"/>
              <a:ext cx="7577585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39625" y="5232059"/>
              <a:ext cx="6031139" cy="119196"/>
            </a:xfrm>
            <a:custGeom>
              <a:avLst/>
              <a:pathLst>
                <a:path w="6031139" h="119196">
                  <a:moveTo>
                    <a:pt x="0" y="119196"/>
                  </a:moveTo>
                  <a:lnTo>
                    <a:pt x="2695234" y="119196"/>
                  </a:lnTo>
                  <a:lnTo>
                    <a:pt x="3380089" y="119196"/>
                  </a:lnTo>
                  <a:lnTo>
                    <a:pt x="4064943" y="119196"/>
                  </a:lnTo>
                  <a:lnTo>
                    <a:pt x="4683522" y="119196"/>
                  </a:lnTo>
                  <a:lnTo>
                    <a:pt x="5368376" y="0"/>
                  </a:lnTo>
                  <a:lnTo>
                    <a:pt x="6031139" y="119196"/>
                  </a:lnTo>
                  <a:lnTo>
                    <a:pt x="6031139" y="119196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39625" y="1894551"/>
              <a:ext cx="6031139" cy="3456704"/>
            </a:xfrm>
            <a:custGeom>
              <a:avLst/>
              <a:pathLst>
                <a:path w="6031139" h="3456704">
                  <a:moveTo>
                    <a:pt x="0" y="0"/>
                  </a:moveTo>
                  <a:lnTo>
                    <a:pt x="2695234" y="2304469"/>
                  </a:lnTo>
                  <a:lnTo>
                    <a:pt x="3380089" y="3456704"/>
                  </a:lnTo>
                  <a:lnTo>
                    <a:pt x="3380089" y="3456704"/>
                  </a:lnTo>
                  <a:lnTo>
                    <a:pt x="4064943" y="3456704"/>
                  </a:lnTo>
                  <a:lnTo>
                    <a:pt x="4683522" y="3456704"/>
                  </a:lnTo>
                  <a:lnTo>
                    <a:pt x="5368376" y="3218311"/>
                  </a:lnTo>
                  <a:lnTo>
                    <a:pt x="6031139" y="3111033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39625" y="5232059"/>
              <a:ext cx="6031139" cy="119196"/>
            </a:xfrm>
            <a:custGeom>
              <a:avLst/>
              <a:pathLst>
                <a:path w="6031139" h="119196">
                  <a:moveTo>
                    <a:pt x="0" y="119196"/>
                  </a:moveTo>
                  <a:lnTo>
                    <a:pt x="2695234" y="119196"/>
                  </a:lnTo>
                  <a:lnTo>
                    <a:pt x="3380089" y="119196"/>
                  </a:lnTo>
                  <a:lnTo>
                    <a:pt x="4064943" y="119196"/>
                  </a:lnTo>
                  <a:lnTo>
                    <a:pt x="4683522" y="119196"/>
                  </a:lnTo>
                  <a:lnTo>
                    <a:pt x="5368376" y="0"/>
                  </a:lnTo>
                  <a:lnTo>
                    <a:pt x="6031139" y="119196"/>
                  </a:lnTo>
                  <a:lnTo>
                    <a:pt x="6031139" y="119196"/>
                  </a:lnTo>
                </a:path>
              </a:pathLst>
            </a:custGeom>
            <a:ln w="27101" cap="flat">
              <a:solidFill>
                <a:srgbClr val="6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39625" y="4583099"/>
              <a:ext cx="6031139" cy="768156"/>
            </a:xfrm>
            <a:custGeom>
              <a:avLst/>
              <a:pathLst>
                <a:path w="6031139" h="768156">
                  <a:moveTo>
                    <a:pt x="0" y="768156"/>
                  </a:moveTo>
                  <a:lnTo>
                    <a:pt x="2695234" y="768156"/>
                  </a:lnTo>
                  <a:lnTo>
                    <a:pt x="3380089" y="0"/>
                  </a:lnTo>
                  <a:lnTo>
                    <a:pt x="4064943" y="537709"/>
                  </a:lnTo>
                  <a:lnTo>
                    <a:pt x="4683522" y="768156"/>
                  </a:lnTo>
                  <a:lnTo>
                    <a:pt x="4683522" y="768156"/>
                  </a:lnTo>
                  <a:lnTo>
                    <a:pt x="5368376" y="768156"/>
                  </a:lnTo>
                  <a:lnTo>
                    <a:pt x="6031139" y="768156"/>
                  </a:lnTo>
                </a:path>
              </a:pathLst>
            </a:custGeom>
            <a:ln w="27101" cap="flat">
              <a:solidFill>
                <a:srgbClr val="A93C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39625" y="5232059"/>
              <a:ext cx="6031139" cy="119196"/>
            </a:xfrm>
            <a:custGeom>
              <a:avLst/>
              <a:pathLst>
                <a:path w="6031139" h="119196">
                  <a:moveTo>
                    <a:pt x="0" y="119196"/>
                  </a:moveTo>
                  <a:lnTo>
                    <a:pt x="2695234" y="119196"/>
                  </a:lnTo>
                  <a:lnTo>
                    <a:pt x="3380089" y="119196"/>
                  </a:lnTo>
                  <a:lnTo>
                    <a:pt x="4064943" y="119196"/>
                  </a:lnTo>
                  <a:lnTo>
                    <a:pt x="4683522" y="119196"/>
                  </a:lnTo>
                  <a:lnTo>
                    <a:pt x="5368376" y="0"/>
                  </a:lnTo>
                  <a:lnTo>
                    <a:pt x="6031139" y="119196"/>
                  </a:lnTo>
                  <a:lnTo>
                    <a:pt x="6031139" y="119196"/>
                  </a:lnTo>
                </a:path>
              </a:pathLst>
            </a:custGeom>
            <a:ln w="27101" cap="flat">
              <a:solidFill>
                <a:srgbClr val="F9DC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39625" y="4583099"/>
              <a:ext cx="6031139" cy="768156"/>
            </a:xfrm>
            <a:custGeom>
              <a:avLst/>
              <a:pathLst>
                <a:path w="6031139" h="768156">
                  <a:moveTo>
                    <a:pt x="0" y="768156"/>
                  </a:moveTo>
                  <a:lnTo>
                    <a:pt x="2695234" y="768156"/>
                  </a:lnTo>
                  <a:lnTo>
                    <a:pt x="3380089" y="0"/>
                  </a:lnTo>
                  <a:lnTo>
                    <a:pt x="4064943" y="768156"/>
                  </a:lnTo>
                  <a:lnTo>
                    <a:pt x="4064943" y="768156"/>
                  </a:lnTo>
                  <a:lnTo>
                    <a:pt x="4683522" y="274341"/>
                  </a:lnTo>
                  <a:lnTo>
                    <a:pt x="5368376" y="529763"/>
                  </a:lnTo>
                  <a:lnTo>
                    <a:pt x="6031139" y="768156"/>
                  </a:lnTo>
                  <a:lnTo>
                    <a:pt x="6031139" y="768156"/>
                  </a:lnTo>
                </a:path>
              </a:pathLst>
            </a:custGeom>
            <a:ln w="27101" cap="flat">
              <a:solidFill>
                <a:srgbClr val="7176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7089971" y="5005580"/>
              <a:ext cx="165423" cy="4"/>
            </a:xfrm>
            <a:custGeom>
              <a:avLst/>
              <a:pathLst>
                <a:path w="165423" h="4">
                  <a:moveTo>
                    <a:pt x="165423" y="0"/>
                  </a:moveTo>
                  <a:lnTo>
                    <a:pt x="0" y="4"/>
                  </a:lnTo>
                </a:path>
              </a:pathLst>
            </a:custGeom>
            <a:ln w="5420" cap="rnd">
              <a:solidFill>
                <a:srgbClr val="40436D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" name="tx13"/>
            <p:cNvSpPr/>
            <p:nvPr/>
          </p:nvSpPr>
          <p:spPr>
            <a:xfrm>
              <a:off x="7278255" y="4955425"/>
              <a:ext cx="124751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3">
                  <a:solidFill>
                    <a:srgbClr val="40436D">
                      <a:alpha val="100000"/>
                    </a:srgbClr>
                  </a:solidFill>
                  <a:latin typeface="Arial"/>
                  <a:cs typeface="Arial"/>
                </a:rPr>
                <a:t>10% C.5.6.1 + 117V</a:t>
              </a:r>
            </a:p>
          </p:txBody>
        </p:sp>
        <p:sp>
          <p:nvSpPr>
            <p:cNvPr id="14" name="pl14"/>
            <p:cNvSpPr/>
            <p:nvPr/>
          </p:nvSpPr>
          <p:spPr>
            <a:xfrm>
              <a:off x="1039625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tx15"/>
            <p:cNvSpPr/>
            <p:nvPr/>
          </p:nvSpPr>
          <p:spPr>
            <a:xfrm>
              <a:off x="815421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6" name="tx16"/>
            <p:cNvSpPr/>
            <p:nvPr/>
          </p:nvSpPr>
          <p:spPr>
            <a:xfrm>
              <a:off x="753241" y="44470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7" name="tx17"/>
            <p:cNvSpPr/>
            <p:nvPr/>
          </p:nvSpPr>
          <p:spPr>
            <a:xfrm>
              <a:off x="753241" y="358289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8" name="tx18"/>
            <p:cNvSpPr/>
            <p:nvPr/>
          </p:nvSpPr>
          <p:spPr>
            <a:xfrm>
              <a:off x="753241" y="2718722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9" name="tx19"/>
            <p:cNvSpPr/>
            <p:nvPr/>
          </p:nvSpPr>
          <p:spPr>
            <a:xfrm>
              <a:off x="691062" y="1854546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0" name="pl20"/>
            <p:cNvSpPr/>
            <p:nvPr/>
          </p:nvSpPr>
          <p:spPr>
            <a:xfrm>
              <a:off x="1004831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004831" y="4487080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004831" y="362290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004831" y="275872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004831" y="189455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039625" y="5351256"/>
              <a:ext cx="7577585" cy="0"/>
            </a:xfrm>
            <a:custGeom>
              <a:avLst/>
              <a:pathLst>
                <a:path w="7577585" h="0">
                  <a:moveTo>
                    <a:pt x="0" y="0"/>
                  </a:moveTo>
                  <a:lnTo>
                    <a:pt x="7577585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039625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72448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387242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307209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73486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441971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510456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572314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6408002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707076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7755619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8418382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tx38"/>
            <p:cNvSpPr/>
            <p:nvPr/>
          </p:nvSpPr>
          <p:spPr>
            <a:xfrm rot="-5400000">
              <a:off x="803390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9" name="tx39"/>
            <p:cNvSpPr/>
            <p:nvPr/>
          </p:nvSpPr>
          <p:spPr>
            <a:xfrm rot="-5400000">
              <a:off x="1491399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40" name="tx40"/>
            <p:cNvSpPr/>
            <p:nvPr/>
          </p:nvSpPr>
          <p:spPr>
            <a:xfrm rot="-5400000">
              <a:off x="2169707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41" name="tx41"/>
            <p:cNvSpPr/>
            <p:nvPr/>
          </p:nvSpPr>
          <p:spPr>
            <a:xfrm rot="-5400000">
              <a:off x="283901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42" name="tx42"/>
            <p:cNvSpPr/>
            <p:nvPr/>
          </p:nvSpPr>
          <p:spPr>
            <a:xfrm rot="-5400000">
              <a:off x="3501779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43" name="tx43"/>
            <p:cNvSpPr/>
            <p:nvPr/>
          </p:nvSpPr>
          <p:spPr>
            <a:xfrm rot="-5400000">
              <a:off x="4202178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44" name="tx44"/>
            <p:cNvSpPr/>
            <p:nvPr/>
          </p:nvSpPr>
          <p:spPr>
            <a:xfrm rot="-5400000">
              <a:off x="4883878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45" name="tx45"/>
            <p:cNvSpPr/>
            <p:nvPr/>
          </p:nvSpPr>
          <p:spPr>
            <a:xfrm rot="-5400000">
              <a:off x="5483940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46" name="tx46"/>
            <p:cNvSpPr/>
            <p:nvPr/>
          </p:nvSpPr>
          <p:spPr>
            <a:xfrm rot="-5400000">
              <a:off x="6184248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47" name="tx47"/>
            <p:cNvSpPr/>
            <p:nvPr/>
          </p:nvSpPr>
          <p:spPr>
            <a:xfrm rot="-5400000">
              <a:off x="6837775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48" name="tx48"/>
            <p:cNvSpPr/>
            <p:nvPr/>
          </p:nvSpPr>
          <p:spPr>
            <a:xfrm rot="-5400000">
              <a:off x="7538083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jun-2026</a:t>
              </a:r>
            </a:p>
          </p:txBody>
        </p:sp>
        <p:sp>
          <p:nvSpPr>
            <p:cNvPr id="49" name="tx49"/>
            <p:cNvSpPr/>
            <p:nvPr/>
          </p:nvSpPr>
          <p:spPr>
            <a:xfrm rot="-5400000">
              <a:off x="8219545" y="5613088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jul-2026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614768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51" name="tx51"/>
            <p:cNvSpPr/>
            <p:nvPr/>
          </p:nvSpPr>
          <p:spPr>
            <a:xfrm rot="-5400000">
              <a:off x="-140357" y="3572886"/>
              <a:ext cx="143432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1039625" y="1669789"/>
              <a:ext cx="353488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B/Victoria - C.5.6.1</a:t>
              </a:r>
            </a:p>
          </p:txBody>
        </p:sp>
      </p:grpSp>
      <p:sp>
        <p:nvSpPr>
          <p:cNvPr id="5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B/Victoria - C.5.6.1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ontent Placeholder 2"/>
          <p:cNvGraphicFramePr>
            <a:graphicFrameLocks noGrp="true"/>
          </p:cNvGraphicFramePr>
          <p:nvPr/>
        </p:nvGraphicFramePr>
        <p:xfrm rot="0">
          <a:off x="457200" y="1600200"/>
          <a:ext cx="8229600" cy="4525963"/>
        </p:xfrm>
        <a:graphic>
          <a:graphicData uri="http://schemas.openxmlformats.org/drawingml/2006/table">
            <a:tbl>
              <a:tblPr/>
              <a:tblGrid>
                <a:gridCol w="1818005"/>
                <a:gridCol w="858659"/>
                <a:gridCol w="819983"/>
                <a:gridCol w="843175"/>
                <a:gridCol w="610160"/>
              </a:tblGrid>
              <a:tr h="391879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Mutasjonsprofil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apr-2026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mai-2026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Totalt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C.5.7 + 117V;126S;129D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38226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C.5.7 + 117V;129D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0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marL="63500" marR="63500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cap="none" sz="1100" i="0" b="0" u="none" strike="noStrike">
                          <a:solidFill>
                            <a:srgbClr val="000000">
                              <a:alpha val="100000"/>
                            </a:srgbClr>
                          </a:solidFill>
                          <a:latin typeface="Arial"/>
                          <a:cs typeface="Arial"/>
                          <a:ea typeface="Arial"/>
                          <a:sym typeface="Arial"/>
                        </a:rPr>
                        <a:t>1</a:t>
                      </a:r>
                    </a:p>
                  </a:txBody>
                  <a:tcPr anchor="ctr" marB="63500" marT="635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9050">
                      <a:solidFill>
                        <a:srgbClr val="666666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- B/Victoria - C.5.7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875112" y="4457196"/>
              <a:ext cx="4773199" cy="0"/>
            </a:xfrm>
            <a:custGeom>
              <a:avLst/>
              <a:pathLst>
                <a:path w="4773199" h="0">
                  <a:moveTo>
                    <a:pt x="0" y="0"/>
                  </a:moveTo>
                  <a:lnTo>
                    <a:pt x="4773199" y="0"/>
                  </a:lnTo>
                  <a:lnTo>
                    <a:pt x="477319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875112" y="2855543"/>
              <a:ext cx="4773199" cy="0"/>
            </a:xfrm>
            <a:custGeom>
              <a:avLst/>
              <a:pathLst>
                <a:path w="4773199" h="0">
                  <a:moveTo>
                    <a:pt x="0" y="0"/>
                  </a:moveTo>
                  <a:lnTo>
                    <a:pt x="4773199" y="0"/>
                  </a:lnTo>
                  <a:lnTo>
                    <a:pt x="4773199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27287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93582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59876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26171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492465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558760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625054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rc14"/>
            <p:cNvSpPr/>
            <p:nvPr/>
          </p:nvSpPr>
          <p:spPr>
            <a:xfrm>
              <a:off x="1941407" y="3656369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" name="rc15"/>
            <p:cNvSpPr/>
            <p:nvPr/>
          </p:nvSpPr>
          <p:spPr>
            <a:xfrm>
              <a:off x="2604351" y="3656369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" name="rc16"/>
            <p:cNvSpPr/>
            <p:nvPr/>
          </p:nvSpPr>
          <p:spPr>
            <a:xfrm>
              <a:off x="3267295" y="3656369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3930240" y="3656369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4593184" y="3656369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5256128" y="3656369"/>
              <a:ext cx="662944" cy="1601652"/>
            </a:xfrm>
            <a:prstGeom prst="rect">
              <a:avLst/>
            </a:prstGeom>
            <a:solidFill>
              <a:srgbClr val="7B81D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5919073" y="3656369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1941407" y="2054717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604351" y="2054717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3267295" y="2054717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3930240" y="2054717"/>
              <a:ext cx="662944" cy="160165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4593184" y="2054717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5256128" y="2054717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5919073" y="2054717"/>
              <a:ext cx="662944" cy="160165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tx28"/>
            <p:cNvSpPr/>
            <p:nvPr/>
          </p:nvSpPr>
          <p:spPr>
            <a:xfrm>
              <a:off x="691062" y="4420802"/>
              <a:ext cx="1121420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C.5.7 + 117V;126S;129D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956604" y="2819150"/>
              <a:ext cx="855878" cy="7278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C.5.7 + 117V;129D</a:t>
              </a:r>
            </a:p>
          </p:txBody>
        </p:sp>
        <p:sp>
          <p:nvSpPr>
            <p:cNvPr id="30" name="tx30"/>
            <p:cNvSpPr/>
            <p:nvPr/>
          </p:nvSpPr>
          <p:spPr>
            <a:xfrm rot="-2700000">
              <a:off x="189788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1" name="tx31"/>
            <p:cNvSpPr/>
            <p:nvPr/>
          </p:nvSpPr>
          <p:spPr>
            <a:xfrm rot="-2700000">
              <a:off x="256621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2" name="tx32"/>
            <p:cNvSpPr/>
            <p:nvPr/>
          </p:nvSpPr>
          <p:spPr>
            <a:xfrm rot="-2700000">
              <a:off x="325569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3" name="tx33"/>
            <p:cNvSpPr/>
            <p:nvPr/>
          </p:nvSpPr>
          <p:spPr>
            <a:xfrm rot="-2700000">
              <a:off x="3913258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4" name="tx34"/>
            <p:cNvSpPr/>
            <p:nvPr/>
          </p:nvSpPr>
          <p:spPr>
            <a:xfrm rot="-2700000">
              <a:off x="454459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5" name="tx35"/>
            <p:cNvSpPr/>
            <p:nvPr/>
          </p:nvSpPr>
          <p:spPr>
            <a:xfrm rot="-2700000">
              <a:off x="5233917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6" name="tx36"/>
            <p:cNvSpPr/>
            <p:nvPr/>
          </p:nvSpPr>
          <p:spPr>
            <a:xfrm rot="-2700000">
              <a:off x="588109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7" name="tx37"/>
            <p:cNvSpPr/>
            <p:nvPr/>
          </p:nvSpPr>
          <p:spPr>
            <a:xfrm>
              <a:off x="4048062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38" name="tx38"/>
            <p:cNvSpPr/>
            <p:nvPr/>
          </p:nvSpPr>
          <p:spPr>
            <a:xfrm rot="-5400000">
              <a:off x="106942" y="3606352"/>
              <a:ext cx="9397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Mutasjonsprofil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6857079" y="3022917"/>
              <a:ext cx="16905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 (%)</a:t>
              </a:r>
            </a:p>
          </p:txBody>
        </p:sp>
        <p:pic>
          <p:nvPicPr>
            <p:cNvPr id="40" name="pic4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57079" y="3207263"/>
              <a:ext cx="219455" cy="1097280"/>
            </a:xfrm>
            <a:prstGeom prst="rect">
              <a:avLst/>
            </a:prstGeom>
          </p:spPr>
        </p:pic>
        <p:sp>
          <p:nvSpPr>
            <p:cNvPr id="41" name="pl41"/>
            <p:cNvSpPr/>
            <p:nvPr/>
          </p:nvSpPr>
          <p:spPr>
            <a:xfrm>
              <a:off x="7032643" y="430271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7032643" y="397462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7032643" y="36465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7032643" y="331845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6857079" y="430271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6857079" y="397462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6857079" y="36465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6857079" y="331845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tx49"/>
            <p:cNvSpPr/>
            <p:nvPr/>
          </p:nvSpPr>
          <p:spPr>
            <a:xfrm>
              <a:off x="7146124" y="426270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7146124" y="3934623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7146124" y="3606536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4%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7146124" y="327844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6%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1875112" y="1669789"/>
              <a:ext cx="378607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varmekart - B/Victoria - C.5.7</a:t>
              </a:r>
            </a:p>
          </p:txBody>
        </p:sp>
      </p:grpSp>
      <p:sp>
        <p:nvSpPr>
          <p:cNvPr id="5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varmekart - B/Victoria - C.5.7</a:t>
            </a: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915267" y="1894551"/>
              <a:ext cx="7701943" cy="345670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5267" y="3563305"/>
              <a:ext cx="7701943" cy="1787950"/>
            </a:xfrm>
            <a:custGeom>
              <a:avLst/>
              <a:pathLst>
                <a:path w="7701943" h="1787950">
                  <a:moveTo>
                    <a:pt x="0" y="1787950"/>
                  </a:moveTo>
                  <a:lnTo>
                    <a:pt x="3441894" y="1787950"/>
                  </a:lnTo>
                  <a:lnTo>
                    <a:pt x="4316473" y="1787950"/>
                  </a:lnTo>
                  <a:lnTo>
                    <a:pt x="5191053" y="1787950"/>
                  </a:lnTo>
                  <a:lnTo>
                    <a:pt x="5980996" y="1787950"/>
                  </a:lnTo>
                  <a:lnTo>
                    <a:pt x="6855576" y="0"/>
                  </a:lnTo>
                  <a:lnTo>
                    <a:pt x="7701943" y="1787950"/>
                  </a:lnTo>
                  <a:lnTo>
                    <a:pt x="7701943" y="1787950"/>
                  </a:lnTo>
                  <a:lnTo>
                    <a:pt x="7701943" y="1787950"/>
                  </a:lnTo>
                </a:path>
              </a:pathLst>
            </a:custGeom>
            <a:ln w="27101" cap="flat">
              <a:solidFill>
                <a:srgbClr val="EC7C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5267" y="1894551"/>
              <a:ext cx="7701943" cy="3456704"/>
            </a:xfrm>
            <a:custGeom>
              <a:avLst/>
              <a:pathLst>
                <a:path w="7701943" h="3456704">
                  <a:moveTo>
                    <a:pt x="0" y="3456704"/>
                  </a:moveTo>
                  <a:lnTo>
                    <a:pt x="3441894" y="3456704"/>
                  </a:lnTo>
                  <a:lnTo>
                    <a:pt x="4316473" y="3456704"/>
                  </a:lnTo>
                  <a:lnTo>
                    <a:pt x="5191053" y="0"/>
                  </a:lnTo>
                  <a:lnTo>
                    <a:pt x="5191053" y="0"/>
                  </a:lnTo>
                  <a:lnTo>
                    <a:pt x="5980996" y="3456704"/>
                  </a:lnTo>
                  <a:lnTo>
                    <a:pt x="5980996" y="3456704"/>
                  </a:lnTo>
                  <a:lnTo>
                    <a:pt x="6855576" y="3456704"/>
                  </a:lnTo>
                  <a:lnTo>
                    <a:pt x="7701943" y="3456704"/>
                  </a:lnTo>
                  <a:lnTo>
                    <a:pt x="7701943" y="3456704"/>
                  </a:lnTo>
                </a:path>
              </a:pathLst>
            </a:custGeom>
            <a:ln w="27101" cap="flat">
              <a:solidFill>
                <a:srgbClr val="4043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5267" y="1894551"/>
              <a:ext cx="0" cy="3456704"/>
            </a:xfrm>
            <a:custGeom>
              <a:avLst/>
              <a:pathLst>
                <a:path w="0" h="3456704">
                  <a:moveTo>
                    <a:pt x="0" y="3456704"/>
                  </a:moveTo>
                  <a:lnTo>
                    <a:pt x="0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tx9"/>
            <p:cNvSpPr/>
            <p:nvPr/>
          </p:nvSpPr>
          <p:spPr>
            <a:xfrm>
              <a:off x="691062" y="5311251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0" name="tx10"/>
            <p:cNvSpPr/>
            <p:nvPr/>
          </p:nvSpPr>
          <p:spPr>
            <a:xfrm>
              <a:off x="691062" y="427423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11" name="tx11"/>
            <p:cNvSpPr/>
            <p:nvPr/>
          </p:nvSpPr>
          <p:spPr>
            <a:xfrm>
              <a:off x="691062" y="3237228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4%</a:t>
              </a:r>
            </a:p>
          </p:txBody>
        </p:sp>
        <p:sp>
          <p:nvSpPr>
            <p:cNvPr id="12" name="tx12"/>
            <p:cNvSpPr/>
            <p:nvPr/>
          </p:nvSpPr>
          <p:spPr>
            <a:xfrm>
              <a:off x="691062" y="2200217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6%</a:t>
              </a:r>
            </a:p>
          </p:txBody>
        </p:sp>
        <p:sp>
          <p:nvSpPr>
            <p:cNvPr id="13" name="pl13"/>
            <p:cNvSpPr/>
            <p:nvPr/>
          </p:nvSpPr>
          <p:spPr>
            <a:xfrm>
              <a:off x="880472" y="535125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880472" y="431424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880472" y="327723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880472" y="2240222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915267" y="5351256"/>
              <a:ext cx="7701943" cy="0"/>
            </a:xfrm>
            <a:custGeom>
              <a:avLst/>
              <a:pathLst>
                <a:path w="7701943" h="0">
                  <a:moveTo>
                    <a:pt x="0" y="0"/>
                  </a:moveTo>
                  <a:lnTo>
                    <a:pt x="7701943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915267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789846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63621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3510794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435716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5231741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610632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689626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7770843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8617210" y="5351256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tx28"/>
            <p:cNvSpPr/>
            <p:nvPr/>
          </p:nvSpPr>
          <p:spPr>
            <a:xfrm rot="-5400000">
              <a:off x="679031" y="5613088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9" name="tx29"/>
            <p:cNvSpPr/>
            <p:nvPr/>
          </p:nvSpPr>
          <p:spPr>
            <a:xfrm rot="-5400000">
              <a:off x="1556766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0" name="tx30"/>
            <p:cNvSpPr/>
            <p:nvPr/>
          </p:nvSpPr>
          <p:spPr>
            <a:xfrm rot="-5400000">
              <a:off x="2418678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1" name="tx31"/>
            <p:cNvSpPr/>
            <p:nvPr/>
          </p:nvSpPr>
          <p:spPr>
            <a:xfrm rot="-5400000">
              <a:off x="3277713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2" name="tx32"/>
            <p:cNvSpPr/>
            <p:nvPr/>
          </p:nvSpPr>
          <p:spPr>
            <a:xfrm rot="-5400000">
              <a:off x="4124080" y="5613088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3" name="tx33"/>
            <p:cNvSpPr/>
            <p:nvPr/>
          </p:nvSpPr>
          <p:spPr>
            <a:xfrm rot="-5400000">
              <a:off x="5014205" y="5613088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4" name="tx34"/>
            <p:cNvSpPr/>
            <p:nvPr/>
          </p:nvSpPr>
          <p:spPr>
            <a:xfrm rot="-5400000">
              <a:off x="5885630" y="5613088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5" name="tx35"/>
            <p:cNvSpPr/>
            <p:nvPr/>
          </p:nvSpPr>
          <p:spPr>
            <a:xfrm rot="-5400000">
              <a:off x="6657056" y="5613088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7547089" y="561308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7" name="tx37"/>
            <p:cNvSpPr/>
            <p:nvPr/>
          </p:nvSpPr>
          <p:spPr>
            <a:xfrm rot="-5400000">
              <a:off x="8384221" y="561308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8" name="tx38"/>
            <p:cNvSpPr/>
            <p:nvPr/>
          </p:nvSpPr>
          <p:spPr>
            <a:xfrm>
              <a:off x="4552589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39" name="tx39"/>
            <p:cNvSpPr/>
            <p:nvPr/>
          </p:nvSpPr>
          <p:spPr>
            <a:xfrm rot="-5400000">
              <a:off x="-140357" y="3572886"/>
              <a:ext cx="143432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alle B/Victoria</a:t>
              </a:r>
            </a:p>
          </p:txBody>
        </p:sp>
        <p:sp>
          <p:nvSpPr>
            <p:cNvPr id="40" name="tx40"/>
            <p:cNvSpPr/>
            <p:nvPr/>
          </p:nvSpPr>
          <p:spPr>
            <a:xfrm>
              <a:off x="915267" y="1669789"/>
              <a:ext cx="339516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HA-mutasjonstrender linjer - B/Victoria - C.5.7</a:t>
              </a:r>
            </a:p>
          </p:txBody>
        </p:sp>
      </p:grpSp>
      <p:sp>
        <p:nvSpPr>
          <p:cNvPr id="4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HA-mutasjonstrender linjer - B/Victoria - C.5.7</a:t>
            </a: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2308472"/>
              <a:ext cx="8090421" cy="291987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94535" y="4653220"/>
              <a:ext cx="0" cy="442405"/>
            </a:xfrm>
            <a:custGeom>
              <a:avLst/>
              <a:pathLst>
                <a:path w="0" h="442405">
                  <a:moveTo>
                    <a:pt x="0" y="442405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5424745" y="4210815"/>
              <a:ext cx="0" cy="884810"/>
            </a:xfrm>
            <a:custGeom>
              <a:avLst/>
              <a:pathLst>
                <a:path w="0" h="884810">
                  <a:moveTo>
                    <a:pt x="0" y="88481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7290125" y="3768410"/>
              <a:ext cx="0" cy="1327216"/>
            </a:xfrm>
            <a:custGeom>
              <a:avLst/>
              <a:pathLst>
                <a:path w="0" h="1327216">
                  <a:moveTo>
                    <a:pt x="0" y="132721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7343422" y="3326004"/>
              <a:ext cx="0" cy="1769621"/>
            </a:xfrm>
            <a:custGeom>
              <a:avLst/>
              <a:pathLst>
                <a:path w="0" h="1769621">
                  <a:moveTo>
                    <a:pt x="0" y="1769621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8089574" y="2883599"/>
              <a:ext cx="0" cy="2212026"/>
            </a:xfrm>
            <a:custGeom>
              <a:avLst/>
              <a:pathLst>
                <a:path w="0" h="2212026">
                  <a:moveTo>
                    <a:pt x="0" y="221202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8249464" y="2441194"/>
              <a:ext cx="0" cy="2654432"/>
            </a:xfrm>
            <a:custGeom>
              <a:avLst/>
              <a:pathLst>
                <a:path w="0" h="2654432">
                  <a:moveTo>
                    <a:pt x="0" y="265443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t12"/>
            <p:cNvSpPr/>
            <p:nvPr/>
          </p:nvSpPr>
          <p:spPr>
            <a:xfrm>
              <a:off x="876484" y="4635170"/>
              <a:ext cx="36101" cy="3610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t13"/>
            <p:cNvSpPr/>
            <p:nvPr/>
          </p:nvSpPr>
          <p:spPr>
            <a:xfrm>
              <a:off x="5338941" y="4125011"/>
              <a:ext cx="171607" cy="17160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t14"/>
            <p:cNvSpPr/>
            <p:nvPr/>
          </p:nvSpPr>
          <p:spPr>
            <a:xfrm>
              <a:off x="7204322" y="3682606"/>
              <a:ext cx="171607" cy="17160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t15"/>
            <p:cNvSpPr/>
            <p:nvPr/>
          </p:nvSpPr>
          <p:spPr>
            <a:xfrm>
              <a:off x="7257618" y="3240201"/>
              <a:ext cx="171607" cy="17160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t16"/>
            <p:cNvSpPr/>
            <p:nvPr/>
          </p:nvSpPr>
          <p:spPr>
            <a:xfrm>
              <a:off x="8048939" y="2842964"/>
              <a:ext cx="81270" cy="81270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t17"/>
            <p:cNvSpPr/>
            <p:nvPr/>
          </p:nvSpPr>
          <p:spPr>
            <a:xfrm>
              <a:off x="8163660" y="2355390"/>
              <a:ext cx="171607" cy="17160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894535" y="4613367"/>
              <a:ext cx="0" cy="24612"/>
            </a:xfrm>
            <a:custGeom>
              <a:avLst/>
              <a:pathLst>
                <a:path w="0" h="24612">
                  <a:moveTo>
                    <a:pt x="0" y="0"/>
                  </a:moveTo>
                  <a:lnTo>
                    <a:pt x="0" y="24612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5424745" y="4226056"/>
              <a:ext cx="0" cy="24051"/>
            </a:xfrm>
            <a:custGeom>
              <a:avLst/>
              <a:pathLst>
                <a:path w="0" h="24051">
                  <a:moveTo>
                    <a:pt x="0" y="24051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7290125" y="3783651"/>
              <a:ext cx="0" cy="24051"/>
            </a:xfrm>
            <a:custGeom>
              <a:avLst/>
              <a:pathLst>
                <a:path w="0" h="24051">
                  <a:moveTo>
                    <a:pt x="0" y="24051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7343422" y="3341245"/>
              <a:ext cx="0" cy="24052"/>
            </a:xfrm>
            <a:custGeom>
              <a:avLst/>
              <a:pathLst>
                <a:path w="0" h="24052">
                  <a:moveTo>
                    <a:pt x="0" y="24052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8089574" y="2843745"/>
              <a:ext cx="0" cy="24613"/>
            </a:xfrm>
            <a:custGeom>
              <a:avLst/>
              <a:pathLst>
                <a:path w="0" h="24613">
                  <a:moveTo>
                    <a:pt x="0" y="0"/>
                  </a:moveTo>
                  <a:lnTo>
                    <a:pt x="0" y="24613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8249464" y="2456434"/>
              <a:ext cx="0" cy="24051"/>
            </a:xfrm>
            <a:custGeom>
              <a:avLst/>
              <a:pathLst>
                <a:path w="0" h="24051">
                  <a:moveTo>
                    <a:pt x="0" y="24051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tx24"/>
            <p:cNvSpPr/>
            <p:nvPr/>
          </p:nvSpPr>
          <p:spPr>
            <a:xfrm>
              <a:off x="773697" y="4518178"/>
              <a:ext cx="24167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139N</a:t>
              </a:r>
            </a:p>
          </p:txBody>
        </p:sp>
        <p:sp>
          <p:nvSpPr>
            <p:cNvPr id="25" name="tx25"/>
            <p:cNvSpPr/>
            <p:nvPr/>
          </p:nvSpPr>
          <p:spPr>
            <a:xfrm>
              <a:off x="5306696" y="4272968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224A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7172076" y="3830562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259K</a:t>
              </a:r>
            </a:p>
          </p:txBody>
        </p:sp>
        <p:sp>
          <p:nvSpPr>
            <p:cNvPr id="27" name="tx27"/>
            <p:cNvSpPr/>
            <p:nvPr/>
          </p:nvSpPr>
          <p:spPr>
            <a:xfrm>
              <a:off x="7225373" y="3388158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260E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7968736" y="2748556"/>
              <a:ext cx="24167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274N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8131415" y="2503346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277A</a:t>
              </a:r>
            </a:p>
          </p:txBody>
        </p:sp>
        <p:sp>
          <p:nvSpPr>
            <p:cNvPr id="30" name="rc30"/>
            <p:cNvSpPr/>
            <p:nvPr/>
          </p:nvSpPr>
          <p:spPr>
            <a:xfrm>
              <a:off x="526789" y="2093619"/>
              <a:ext cx="8090421" cy="21485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2710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tx31"/>
            <p:cNvSpPr/>
            <p:nvPr/>
          </p:nvSpPr>
          <p:spPr>
            <a:xfrm>
              <a:off x="4391771" y="2161041"/>
              <a:ext cx="3604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  <p:sp>
          <p:nvSpPr>
            <p:cNvPr id="32" name="pl32"/>
            <p:cNvSpPr/>
            <p:nvPr/>
          </p:nvSpPr>
          <p:spPr>
            <a:xfrm>
              <a:off x="526789" y="5228348"/>
              <a:ext cx="8090421" cy="0"/>
            </a:xfrm>
            <a:custGeom>
              <a:avLst/>
              <a:pathLst>
                <a:path w="8090421" h="0">
                  <a:moveTo>
                    <a:pt x="0" y="0"/>
                  </a:moveTo>
                  <a:lnTo>
                    <a:pt x="8090421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2013763" y="5228348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4145627" y="5228348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6277490" y="5228348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8409354" y="5228348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tx37"/>
            <p:cNvSpPr/>
            <p:nvPr/>
          </p:nvSpPr>
          <p:spPr>
            <a:xfrm>
              <a:off x="1920495" y="529097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160</a:t>
              </a:r>
            </a:p>
          </p:txBody>
        </p:sp>
        <p:sp>
          <p:nvSpPr>
            <p:cNvPr id="38" name="tx38"/>
            <p:cNvSpPr/>
            <p:nvPr/>
          </p:nvSpPr>
          <p:spPr>
            <a:xfrm>
              <a:off x="4052358" y="529097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6184221" y="529097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240</a:t>
              </a:r>
            </a:p>
          </p:txBody>
        </p:sp>
        <p:sp>
          <p:nvSpPr>
            <p:cNvPr id="40" name="tx40"/>
            <p:cNvSpPr/>
            <p:nvPr/>
          </p:nvSpPr>
          <p:spPr>
            <a:xfrm>
              <a:off x="8316085" y="529097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280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4036253" y="5429282"/>
              <a:ext cx="1071493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AA-posisjon (HA)</a:t>
              </a:r>
            </a:p>
          </p:txBody>
        </p:sp>
        <p:sp>
          <p:nvSpPr>
            <p:cNvPr id="42" name="rc42"/>
            <p:cNvSpPr/>
            <p:nvPr/>
          </p:nvSpPr>
          <p:spPr>
            <a:xfrm>
              <a:off x="2449743" y="5697939"/>
              <a:ext cx="1288493" cy="35863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tx43"/>
            <p:cNvSpPr/>
            <p:nvPr/>
          </p:nvSpPr>
          <p:spPr>
            <a:xfrm>
              <a:off x="2519332" y="5827239"/>
              <a:ext cx="473933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Epitope</a:t>
              </a:r>
            </a:p>
          </p:txBody>
        </p:sp>
        <p:sp>
          <p:nvSpPr>
            <p:cNvPr id="44" name="rc44"/>
            <p:cNvSpPr/>
            <p:nvPr/>
          </p:nvSpPr>
          <p:spPr>
            <a:xfrm>
              <a:off x="3062855" y="5767528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3084800" y="5877256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6"/>
            <p:cNvSpPr/>
            <p:nvPr/>
          </p:nvSpPr>
          <p:spPr>
            <a:xfrm>
              <a:off x="3147757" y="585243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tx47"/>
            <p:cNvSpPr/>
            <p:nvPr/>
          </p:nvSpPr>
          <p:spPr>
            <a:xfrm>
              <a:off x="3351900" y="5837251"/>
              <a:ext cx="316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48" name="rc48"/>
            <p:cNvSpPr/>
            <p:nvPr/>
          </p:nvSpPr>
          <p:spPr>
            <a:xfrm>
              <a:off x="3877415" y="5697939"/>
              <a:ext cx="2816841" cy="35863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tx49"/>
            <p:cNvSpPr/>
            <p:nvPr/>
          </p:nvSpPr>
          <p:spPr>
            <a:xfrm>
              <a:off x="3947004" y="5827239"/>
              <a:ext cx="5591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50" name="rc50"/>
            <p:cNvSpPr/>
            <p:nvPr/>
          </p:nvSpPr>
          <p:spPr>
            <a:xfrm>
              <a:off x="4575749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pt51"/>
            <p:cNvSpPr/>
            <p:nvPr/>
          </p:nvSpPr>
          <p:spPr>
            <a:xfrm>
              <a:off x="4639766" y="5831546"/>
              <a:ext cx="91421" cy="9142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5089831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pt53"/>
            <p:cNvSpPr/>
            <p:nvPr/>
          </p:nvSpPr>
          <p:spPr>
            <a:xfrm>
              <a:off x="5136339" y="5814037"/>
              <a:ext cx="126438" cy="126438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5603913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pt55"/>
            <p:cNvSpPr/>
            <p:nvPr/>
          </p:nvSpPr>
          <p:spPr>
            <a:xfrm>
              <a:off x="5638011" y="5801627"/>
              <a:ext cx="151259" cy="151259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6117995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pt57"/>
            <p:cNvSpPr/>
            <p:nvPr/>
          </p:nvSpPr>
          <p:spPr>
            <a:xfrm>
              <a:off x="6141919" y="5791453"/>
              <a:ext cx="171607" cy="17160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tx58"/>
            <p:cNvSpPr/>
            <p:nvPr/>
          </p:nvSpPr>
          <p:spPr>
            <a:xfrm>
              <a:off x="4864794" y="5837251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2.5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5378876" y="5837251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5.0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5892958" y="5837251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7.5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6407040" y="5837251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10.0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526789" y="1894551"/>
              <a:ext cx="160833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2026-04-25 til 2026-06-24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526789" y="1669789"/>
              <a:ext cx="3109874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Epitop-posisjoner i HA-proteinet (A/H1N1)</a:t>
              </a:r>
            </a:p>
          </p:txBody>
        </p:sp>
      </p:grpSp>
      <p:sp>
        <p:nvSpPr>
          <p:cNvPr id="6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Epitop-posisjoner i HA-proteinet (A/H1N1)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2308472"/>
              <a:ext cx="8090421" cy="263083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94535" y="4520761"/>
              <a:ext cx="0" cy="298958"/>
            </a:xfrm>
            <a:custGeom>
              <a:avLst/>
              <a:pathLst>
                <a:path w="0" h="298958">
                  <a:moveTo>
                    <a:pt x="0" y="29895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396679" y="4221803"/>
              <a:ext cx="0" cy="597916"/>
            </a:xfrm>
            <a:custGeom>
              <a:avLst/>
              <a:pathLst>
                <a:path w="0" h="597916">
                  <a:moveTo>
                    <a:pt x="0" y="59791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4675382" y="3922845"/>
              <a:ext cx="0" cy="896874"/>
            </a:xfrm>
            <a:custGeom>
              <a:avLst/>
              <a:pathLst>
                <a:path w="0" h="896874">
                  <a:moveTo>
                    <a:pt x="0" y="89687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5147988" y="3623887"/>
              <a:ext cx="0" cy="1195832"/>
            </a:xfrm>
            <a:custGeom>
              <a:avLst/>
              <a:pathLst>
                <a:path w="0" h="1195832">
                  <a:moveTo>
                    <a:pt x="0" y="119583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5207064" y="3324929"/>
              <a:ext cx="0" cy="1494790"/>
            </a:xfrm>
            <a:custGeom>
              <a:avLst/>
              <a:pathLst>
                <a:path w="0" h="1494790">
                  <a:moveTo>
                    <a:pt x="0" y="1494790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5709207" y="3025971"/>
              <a:ext cx="0" cy="1793748"/>
            </a:xfrm>
            <a:custGeom>
              <a:avLst/>
              <a:pathLst>
                <a:path w="0" h="1793748">
                  <a:moveTo>
                    <a:pt x="0" y="179374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6388578" y="2727013"/>
              <a:ext cx="0" cy="2092706"/>
            </a:xfrm>
            <a:custGeom>
              <a:avLst/>
              <a:pathLst>
                <a:path w="0" h="2092706">
                  <a:moveTo>
                    <a:pt x="0" y="209270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2A6A8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8249464" y="2428055"/>
              <a:ext cx="0" cy="2391664"/>
            </a:xfrm>
            <a:custGeom>
              <a:avLst/>
              <a:pathLst>
                <a:path w="0" h="2391664">
                  <a:moveTo>
                    <a:pt x="0" y="239166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t14"/>
            <p:cNvSpPr/>
            <p:nvPr/>
          </p:nvSpPr>
          <p:spPr>
            <a:xfrm>
              <a:off x="876484" y="4502711"/>
              <a:ext cx="36101" cy="3610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t15"/>
            <p:cNvSpPr/>
            <p:nvPr/>
          </p:nvSpPr>
          <p:spPr>
            <a:xfrm>
              <a:off x="1378628" y="4203753"/>
              <a:ext cx="36101" cy="36101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t16"/>
            <p:cNvSpPr/>
            <p:nvPr/>
          </p:nvSpPr>
          <p:spPr>
            <a:xfrm>
              <a:off x="4657331" y="3904795"/>
              <a:ext cx="36101" cy="36101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t17"/>
            <p:cNvSpPr/>
            <p:nvPr/>
          </p:nvSpPr>
          <p:spPr>
            <a:xfrm>
              <a:off x="5062184" y="3538083"/>
              <a:ext cx="171607" cy="17160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t18"/>
            <p:cNvSpPr/>
            <p:nvPr/>
          </p:nvSpPr>
          <p:spPr>
            <a:xfrm>
              <a:off x="5121260" y="3239125"/>
              <a:ext cx="171607" cy="17160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t19"/>
            <p:cNvSpPr/>
            <p:nvPr/>
          </p:nvSpPr>
          <p:spPr>
            <a:xfrm>
              <a:off x="5691157" y="3007921"/>
              <a:ext cx="36101" cy="36101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t20"/>
            <p:cNvSpPr/>
            <p:nvPr/>
          </p:nvSpPr>
          <p:spPr>
            <a:xfrm>
              <a:off x="6370528" y="2708962"/>
              <a:ext cx="36101" cy="36101"/>
            </a:xfrm>
            <a:prstGeom prst="ellipse">
              <a:avLst/>
            </a:prstGeom>
            <a:solidFill>
              <a:srgbClr val="2A6A82">
                <a:alpha val="90196"/>
              </a:srgbClr>
            </a:solidFill>
            <a:ln w="9000" cap="rnd">
              <a:solidFill>
                <a:srgbClr val="2A6A82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t21"/>
            <p:cNvSpPr/>
            <p:nvPr/>
          </p:nvSpPr>
          <p:spPr>
            <a:xfrm>
              <a:off x="8163660" y="2342251"/>
              <a:ext cx="171607" cy="17160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894535" y="4534480"/>
              <a:ext cx="0" cy="24735"/>
            </a:xfrm>
            <a:custGeom>
              <a:avLst/>
              <a:pathLst>
                <a:path w="0" h="24735">
                  <a:moveTo>
                    <a:pt x="0" y="24735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396679" y="4235522"/>
              <a:ext cx="0" cy="25141"/>
            </a:xfrm>
            <a:custGeom>
              <a:avLst/>
              <a:pathLst>
                <a:path w="0" h="25141">
                  <a:moveTo>
                    <a:pt x="0" y="25141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65A9C5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4675382" y="3883557"/>
              <a:ext cx="0" cy="25569"/>
            </a:xfrm>
            <a:custGeom>
              <a:avLst/>
              <a:pathLst>
                <a:path w="0" h="25569">
                  <a:moveTo>
                    <a:pt x="0" y="0"/>
                  </a:moveTo>
                  <a:lnTo>
                    <a:pt x="0" y="25569"/>
                  </a:lnTo>
                </a:path>
              </a:pathLst>
            </a:custGeom>
            <a:ln w="13550" cap="rnd">
              <a:solidFill>
                <a:srgbClr val="65A9C5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5147988" y="3637606"/>
              <a:ext cx="0" cy="25366"/>
            </a:xfrm>
            <a:custGeom>
              <a:avLst/>
              <a:pathLst>
                <a:path w="0" h="25366">
                  <a:moveTo>
                    <a:pt x="0" y="25366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5207064" y="3338648"/>
              <a:ext cx="0" cy="24930"/>
            </a:xfrm>
            <a:custGeom>
              <a:avLst/>
              <a:pathLst>
                <a:path w="0" h="24930">
                  <a:moveTo>
                    <a:pt x="0" y="24930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5709207" y="3039690"/>
              <a:ext cx="0" cy="24822"/>
            </a:xfrm>
            <a:custGeom>
              <a:avLst/>
              <a:pathLst>
                <a:path w="0" h="24822">
                  <a:moveTo>
                    <a:pt x="0" y="24822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65A9C5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6388578" y="2740732"/>
              <a:ext cx="0" cy="25146"/>
            </a:xfrm>
            <a:custGeom>
              <a:avLst/>
              <a:pathLst>
                <a:path w="0" h="25146">
                  <a:moveTo>
                    <a:pt x="0" y="25146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2A6A82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8249464" y="2441774"/>
              <a:ext cx="0" cy="25375"/>
            </a:xfrm>
            <a:custGeom>
              <a:avLst/>
              <a:pathLst>
                <a:path w="0" h="25375">
                  <a:moveTo>
                    <a:pt x="0" y="25375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tx30"/>
            <p:cNvSpPr/>
            <p:nvPr/>
          </p:nvSpPr>
          <p:spPr>
            <a:xfrm>
              <a:off x="824263" y="4582075"/>
              <a:ext cx="140543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79I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1303959" y="4283523"/>
              <a:ext cx="18544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96R</a:t>
              </a:r>
            </a:p>
          </p:txBody>
        </p:sp>
        <p:sp>
          <p:nvSpPr>
            <p:cNvPr id="32" name="tx32"/>
            <p:cNvSpPr/>
            <p:nvPr/>
          </p:nvSpPr>
          <p:spPr>
            <a:xfrm>
              <a:off x="4551709" y="3788368"/>
              <a:ext cx="24734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207Q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5029939" y="3685832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223V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5086226" y="3386438"/>
              <a:ext cx="24167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225D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5593993" y="3087373"/>
              <a:ext cx="23042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242T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6267740" y="2788738"/>
              <a:ext cx="24167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2A6A82">
                      <a:alpha val="100000"/>
                    </a:srgbClr>
                  </a:solidFill>
                  <a:latin typeface="Arial"/>
                  <a:cs typeface="Arial"/>
                </a:rPr>
                <a:t>265N</a:t>
              </a:r>
            </a:p>
          </p:txBody>
        </p:sp>
        <p:sp>
          <p:nvSpPr>
            <p:cNvPr id="37" name="tx37"/>
            <p:cNvSpPr/>
            <p:nvPr/>
          </p:nvSpPr>
          <p:spPr>
            <a:xfrm>
              <a:off x="8131415" y="2490009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328A</a:t>
              </a:r>
            </a:p>
          </p:txBody>
        </p:sp>
        <p:sp>
          <p:nvSpPr>
            <p:cNvPr id="38" name="rc38"/>
            <p:cNvSpPr/>
            <p:nvPr/>
          </p:nvSpPr>
          <p:spPr>
            <a:xfrm>
              <a:off x="526789" y="2093619"/>
              <a:ext cx="8090421" cy="21485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2710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tx39"/>
            <p:cNvSpPr/>
            <p:nvPr/>
          </p:nvSpPr>
          <p:spPr>
            <a:xfrm>
              <a:off x="4534738" y="2161041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  <p:sp>
          <p:nvSpPr>
            <p:cNvPr id="40" name="pl40"/>
            <p:cNvSpPr/>
            <p:nvPr/>
          </p:nvSpPr>
          <p:spPr>
            <a:xfrm>
              <a:off x="526789" y="4939302"/>
              <a:ext cx="8090421" cy="0"/>
            </a:xfrm>
            <a:custGeom>
              <a:avLst/>
              <a:pathLst>
                <a:path w="8090421" h="0">
                  <a:moveTo>
                    <a:pt x="0" y="0"/>
                  </a:moveTo>
                  <a:lnTo>
                    <a:pt x="8090421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1514830" y="4939302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2991724" y="4939302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468617" y="4939302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5945510" y="4939302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7422404" y="4939302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tx46"/>
            <p:cNvSpPr/>
            <p:nvPr/>
          </p:nvSpPr>
          <p:spPr>
            <a:xfrm>
              <a:off x="1421561" y="5001933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2898455" y="5001933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150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4375348" y="5001933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5852242" y="5001933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7329135" y="5001933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300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4036253" y="5140237"/>
              <a:ext cx="1071493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AA-posisjon (HA)</a:t>
              </a:r>
            </a:p>
          </p:txBody>
        </p:sp>
        <p:sp>
          <p:nvSpPr>
            <p:cNvPr id="52" name="rc52"/>
            <p:cNvSpPr/>
            <p:nvPr/>
          </p:nvSpPr>
          <p:spPr>
            <a:xfrm>
              <a:off x="2441556" y="5408894"/>
              <a:ext cx="1960773" cy="64767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tx53"/>
            <p:cNvSpPr/>
            <p:nvPr/>
          </p:nvSpPr>
          <p:spPr>
            <a:xfrm>
              <a:off x="2511145" y="5682716"/>
              <a:ext cx="5591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3139890" y="5478483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pt55"/>
            <p:cNvSpPr/>
            <p:nvPr/>
          </p:nvSpPr>
          <p:spPr>
            <a:xfrm>
              <a:off x="3231567" y="5570161"/>
              <a:ext cx="36101" cy="3610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3139890" y="5767528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pt57"/>
            <p:cNvSpPr/>
            <p:nvPr/>
          </p:nvSpPr>
          <p:spPr>
            <a:xfrm>
              <a:off x="3201267" y="5828906"/>
              <a:ext cx="96701" cy="9670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3560703" y="5478483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pt59"/>
            <p:cNvSpPr/>
            <p:nvPr/>
          </p:nvSpPr>
          <p:spPr>
            <a:xfrm>
              <a:off x="3609529" y="5527310"/>
              <a:ext cx="121802" cy="121802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3560703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pt61"/>
            <p:cNvSpPr/>
            <p:nvPr/>
          </p:nvSpPr>
          <p:spPr>
            <a:xfrm>
              <a:off x="3599899" y="5806724"/>
              <a:ext cx="141063" cy="141063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3981516" y="5478483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pt63"/>
            <p:cNvSpPr/>
            <p:nvPr/>
          </p:nvSpPr>
          <p:spPr>
            <a:xfrm>
              <a:off x="4012593" y="5509561"/>
              <a:ext cx="157301" cy="15730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3981516" y="576752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pt65"/>
            <p:cNvSpPr/>
            <p:nvPr/>
          </p:nvSpPr>
          <p:spPr>
            <a:xfrm>
              <a:off x="4005440" y="5791453"/>
              <a:ext cx="171607" cy="17160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tx66"/>
            <p:cNvSpPr/>
            <p:nvPr/>
          </p:nvSpPr>
          <p:spPr>
            <a:xfrm>
              <a:off x="3428935" y="554820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3428935" y="5837251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3849748" y="554820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3849748" y="5837251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4270561" y="554820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4270561" y="5837251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</a:t>
              </a:r>
            </a:p>
          </p:txBody>
        </p:sp>
        <p:sp>
          <p:nvSpPr>
            <p:cNvPr id="72" name="rc72"/>
            <p:cNvSpPr/>
            <p:nvPr/>
          </p:nvSpPr>
          <p:spPr>
            <a:xfrm>
              <a:off x="4541507" y="5408894"/>
              <a:ext cx="2160935" cy="35863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tx73"/>
            <p:cNvSpPr/>
            <p:nvPr/>
          </p:nvSpPr>
          <p:spPr>
            <a:xfrm>
              <a:off x="4611097" y="5538194"/>
              <a:ext cx="473933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Epitope</a:t>
              </a:r>
            </a:p>
          </p:txBody>
        </p:sp>
        <p:sp>
          <p:nvSpPr>
            <p:cNvPr id="74" name="rc74"/>
            <p:cNvSpPr/>
            <p:nvPr/>
          </p:nvSpPr>
          <p:spPr>
            <a:xfrm>
              <a:off x="5154619" y="5478483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5176565" y="558821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5239521" y="5563385"/>
              <a:ext cx="49651" cy="49651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593903" y="5478483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5615849" y="558821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2A6A8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5678805" y="5563385"/>
              <a:ext cx="49651" cy="49651"/>
            </a:xfrm>
            <a:prstGeom prst="ellipse">
              <a:avLst/>
            </a:prstGeom>
            <a:solidFill>
              <a:srgbClr val="2A6A82">
                <a:alpha val="90196"/>
              </a:srgbClr>
            </a:solidFill>
            <a:ln w="9000" cap="rnd">
              <a:solidFill>
                <a:srgbClr val="2A6A82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6027061" y="5478483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049007" y="558821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6111963" y="556338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tx83"/>
            <p:cNvSpPr/>
            <p:nvPr/>
          </p:nvSpPr>
          <p:spPr>
            <a:xfrm>
              <a:off x="5443664" y="5548206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5882948" y="5548206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6316106" y="5548206"/>
              <a:ext cx="316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526789" y="1894551"/>
              <a:ext cx="160833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2026-04-25 til 2026-06-24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526789" y="1669789"/>
              <a:ext cx="3109874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Epitop-posisjoner i HA-proteinet (A/H3N2)</a:t>
              </a:r>
            </a:p>
          </p:txBody>
        </p:sp>
      </p:grpSp>
      <p:sp>
        <p:nvSpPr>
          <p:cNvPr id="8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Epitop-posisjoner i HA-proteinet (A/H3N2)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2308472"/>
              <a:ext cx="8090421" cy="68731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94535" y="2860407"/>
              <a:ext cx="0" cy="104138"/>
            </a:xfrm>
            <a:custGeom>
              <a:avLst/>
              <a:pathLst>
                <a:path w="0" h="104138">
                  <a:moveTo>
                    <a:pt x="0" y="10413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311567" y="2756269"/>
              <a:ext cx="0" cy="208277"/>
            </a:xfrm>
            <a:custGeom>
              <a:avLst/>
              <a:pathLst>
                <a:path w="0" h="208277">
                  <a:moveTo>
                    <a:pt x="0" y="20827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349479" y="2652130"/>
              <a:ext cx="0" cy="312416"/>
            </a:xfrm>
            <a:custGeom>
              <a:avLst/>
              <a:pathLst>
                <a:path w="0" h="312416">
                  <a:moveTo>
                    <a:pt x="0" y="31241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297279" y="2547991"/>
              <a:ext cx="0" cy="416555"/>
            </a:xfrm>
            <a:custGeom>
              <a:avLst/>
              <a:pathLst>
                <a:path w="0" h="416555">
                  <a:moveTo>
                    <a:pt x="0" y="416555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117055" y="2443852"/>
              <a:ext cx="0" cy="520693"/>
            </a:xfrm>
            <a:custGeom>
              <a:avLst/>
              <a:pathLst>
                <a:path w="0" h="520693">
                  <a:moveTo>
                    <a:pt x="0" y="520693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2A6A8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6922544" y="2339714"/>
              <a:ext cx="0" cy="624832"/>
            </a:xfrm>
            <a:custGeom>
              <a:avLst/>
              <a:pathLst>
                <a:path w="0" h="624832">
                  <a:moveTo>
                    <a:pt x="0" y="62483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t12"/>
            <p:cNvSpPr/>
            <p:nvPr/>
          </p:nvSpPr>
          <p:spPr>
            <a:xfrm>
              <a:off x="808731" y="2774604"/>
              <a:ext cx="171607" cy="171607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t13"/>
            <p:cNvSpPr/>
            <p:nvPr/>
          </p:nvSpPr>
          <p:spPr>
            <a:xfrm>
              <a:off x="1225763" y="2670465"/>
              <a:ext cx="171607" cy="171607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t14"/>
            <p:cNvSpPr/>
            <p:nvPr/>
          </p:nvSpPr>
          <p:spPr>
            <a:xfrm>
              <a:off x="1263675" y="2566326"/>
              <a:ext cx="171607" cy="171607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t15"/>
            <p:cNvSpPr/>
            <p:nvPr/>
          </p:nvSpPr>
          <p:spPr>
            <a:xfrm>
              <a:off x="2217379" y="2468091"/>
              <a:ext cx="159800" cy="159800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t16"/>
            <p:cNvSpPr/>
            <p:nvPr/>
          </p:nvSpPr>
          <p:spPr>
            <a:xfrm>
              <a:off x="4059888" y="2386684"/>
              <a:ext cx="114335" cy="114335"/>
            </a:xfrm>
            <a:prstGeom prst="ellipse">
              <a:avLst/>
            </a:prstGeom>
            <a:solidFill>
              <a:srgbClr val="2A6A82">
                <a:alpha val="90196"/>
              </a:srgbClr>
            </a:solidFill>
            <a:ln w="9000" cap="rnd">
              <a:solidFill>
                <a:srgbClr val="2A6A82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t17"/>
            <p:cNvSpPr/>
            <p:nvPr/>
          </p:nvSpPr>
          <p:spPr>
            <a:xfrm>
              <a:off x="6842643" y="2259813"/>
              <a:ext cx="159800" cy="159800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311567" y="2759644"/>
              <a:ext cx="0" cy="62788"/>
            </a:xfrm>
            <a:custGeom>
              <a:avLst/>
              <a:pathLst>
                <a:path w="0" h="62788">
                  <a:moveTo>
                    <a:pt x="0" y="62788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65A9C5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297279" y="2514710"/>
              <a:ext cx="0" cy="29905"/>
            </a:xfrm>
            <a:custGeom>
              <a:avLst/>
              <a:pathLst>
                <a:path w="0" h="29905">
                  <a:moveTo>
                    <a:pt x="0" y="0"/>
                  </a:moveTo>
                  <a:lnTo>
                    <a:pt x="0" y="29905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6922544" y="2343089"/>
              <a:ext cx="0" cy="29903"/>
            </a:xfrm>
            <a:custGeom>
              <a:avLst/>
              <a:pathLst>
                <a:path w="0" h="29903">
                  <a:moveTo>
                    <a:pt x="0" y="29903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tx21"/>
            <p:cNvSpPr/>
            <p:nvPr/>
          </p:nvSpPr>
          <p:spPr>
            <a:xfrm>
              <a:off x="780235" y="2868595"/>
              <a:ext cx="22860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117V</a:t>
              </a:r>
            </a:p>
          </p:txBody>
        </p:sp>
        <p:sp>
          <p:nvSpPr>
            <p:cNvPr id="22" name="tx22"/>
            <p:cNvSpPr/>
            <p:nvPr/>
          </p:nvSpPr>
          <p:spPr>
            <a:xfrm>
              <a:off x="1193518" y="2845293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128K</a:t>
              </a:r>
            </a:p>
          </p:txBody>
        </p:sp>
        <p:sp>
          <p:nvSpPr>
            <p:cNvPr id="23" name="tx23"/>
            <p:cNvSpPr/>
            <p:nvPr/>
          </p:nvSpPr>
          <p:spPr>
            <a:xfrm>
              <a:off x="1228641" y="2663412"/>
              <a:ext cx="24167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129D</a:t>
              </a:r>
            </a:p>
          </p:txBody>
        </p:sp>
        <p:sp>
          <p:nvSpPr>
            <p:cNvPr id="24" name="tx24"/>
            <p:cNvSpPr/>
            <p:nvPr/>
          </p:nvSpPr>
          <p:spPr>
            <a:xfrm>
              <a:off x="2182065" y="2419521"/>
              <a:ext cx="23042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154T</a:t>
              </a:r>
            </a:p>
          </p:txBody>
        </p:sp>
        <p:sp>
          <p:nvSpPr>
            <p:cNvPr id="25" name="tx25"/>
            <p:cNvSpPr/>
            <p:nvPr/>
          </p:nvSpPr>
          <p:spPr>
            <a:xfrm>
              <a:off x="3999006" y="2363336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2A6A82">
                      <a:alpha val="100000"/>
                    </a:srgbClr>
                  </a:solidFill>
                  <a:latin typeface="Arial"/>
                  <a:cs typeface="Arial"/>
                </a:rPr>
                <a:t>202V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6804495" y="2395853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276V</a:t>
              </a:r>
            </a:p>
          </p:txBody>
        </p:sp>
        <p:sp>
          <p:nvSpPr>
            <p:cNvPr id="27" name="rc27"/>
            <p:cNvSpPr/>
            <p:nvPr/>
          </p:nvSpPr>
          <p:spPr>
            <a:xfrm>
              <a:off x="526789" y="3280229"/>
              <a:ext cx="8090421" cy="68731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894535" y="3728026"/>
              <a:ext cx="0" cy="208277"/>
            </a:xfrm>
            <a:custGeom>
              <a:avLst/>
              <a:pathLst>
                <a:path w="0" h="208277">
                  <a:moveTo>
                    <a:pt x="0" y="20827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3396727" y="3519748"/>
              <a:ext cx="0" cy="416555"/>
            </a:xfrm>
            <a:custGeom>
              <a:avLst/>
              <a:pathLst>
                <a:path w="0" h="416555">
                  <a:moveTo>
                    <a:pt x="0" y="416555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8249464" y="3311471"/>
              <a:ext cx="0" cy="624832"/>
            </a:xfrm>
            <a:custGeom>
              <a:avLst/>
              <a:pathLst>
                <a:path w="0" h="624832">
                  <a:moveTo>
                    <a:pt x="0" y="62483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31"/>
            <p:cNvSpPr/>
            <p:nvPr/>
          </p:nvSpPr>
          <p:spPr>
            <a:xfrm>
              <a:off x="821164" y="3654655"/>
              <a:ext cx="146741" cy="146741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32"/>
            <p:cNvSpPr/>
            <p:nvPr/>
          </p:nvSpPr>
          <p:spPr>
            <a:xfrm>
              <a:off x="3351017" y="3474038"/>
              <a:ext cx="91421" cy="9142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3"/>
            <p:cNvSpPr/>
            <p:nvPr/>
          </p:nvSpPr>
          <p:spPr>
            <a:xfrm>
              <a:off x="8231413" y="3293420"/>
              <a:ext cx="36101" cy="3610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894535" y="3694672"/>
              <a:ext cx="0" cy="29978"/>
            </a:xfrm>
            <a:custGeom>
              <a:avLst/>
              <a:pathLst>
                <a:path w="0" h="29978">
                  <a:moveTo>
                    <a:pt x="0" y="0"/>
                  </a:moveTo>
                  <a:lnTo>
                    <a:pt x="0" y="29978"/>
                  </a:lnTo>
                </a:path>
              </a:pathLst>
            </a:custGeom>
            <a:ln w="13550" cap="rnd">
              <a:solidFill>
                <a:srgbClr val="65A9C5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3396727" y="3486142"/>
              <a:ext cx="0" cy="30230"/>
            </a:xfrm>
            <a:custGeom>
              <a:avLst/>
              <a:pathLst>
                <a:path w="0" h="30230">
                  <a:moveTo>
                    <a:pt x="0" y="0"/>
                  </a:moveTo>
                  <a:lnTo>
                    <a:pt x="0" y="3023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8249464" y="3314847"/>
              <a:ext cx="0" cy="30095"/>
            </a:xfrm>
            <a:custGeom>
              <a:avLst/>
              <a:pathLst>
                <a:path w="0" h="30095">
                  <a:moveTo>
                    <a:pt x="0" y="30095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tx37"/>
            <p:cNvSpPr/>
            <p:nvPr/>
          </p:nvSpPr>
          <p:spPr>
            <a:xfrm>
              <a:off x="780235" y="3599482"/>
              <a:ext cx="22860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117V</a:t>
              </a:r>
            </a:p>
          </p:txBody>
        </p:sp>
        <p:sp>
          <p:nvSpPr>
            <p:cNvPr id="38" name="tx38"/>
            <p:cNvSpPr/>
            <p:nvPr/>
          </p:nvSpPr>
          <p:spPr>
            <a:xfrm>
              <a:off x="3278678" y="3390953"/>
              <a:ext cx="236098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183K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8154824" y="3367803"/>
              <a:ext cx="18928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311I</a:t>
              </a:r>
            </a:p>
          </p:txBody>
        </p:sp>
        <p:sp>
          <p:nvSpPr>
            <p:cNvPr id="40" name="rc40"/>
            <p:cNvSpPr/>
            <p:nvPr/>
          </p:nvSpPr>
          <p:spPr>
            <a:xfrm>
              <a:off x="526789" y="4251987"/>
              <a:ext cx="8090421" cy="68731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894535" y="4751853"/>
              <a:ext cx="0" cy="156208"/>
            </a:xfrm>
            <a:custGeom>
              <a:avLst/>
              <a:pathLst>
                <a:path w="0" h="156208">
                  <a:moveTo>
                    <a:pt x="0" y="156208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932447" y="4595645"/>
              <a:ext cx="0" cy="312416"/>
            </a:xfrm>
            <a:custGeom>
              <a:avLst/>
              <a:pathLst>
                <a:path w="0" h="312416">
                  <a:moveTo>
                    <a:pt x="0" y="312416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2941783" y="4439436"/>
              <a:ext cx="0" cy="468624"/>
            </a:xfrm>
            <a:custGeom>
              <a:avLst/>
              <a:pathLst>
                <a:path w="0" h="468624">
                  <a:moveTo>
                    <a:pt x="0" y="46862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5595624" y="4283228"/>
              <a:ext cx="0" cy="624832"/>
            </a:xfrm>
            <a:custGeom>
              <a:avLst/>
              <a:pathLst>
                <a:path w="0" h="624832">
                  <a:moveTo>
                    <a:pt x="0" y="62483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5"/>
            <p:cNvSpPr/>
            <p:nvPr/>
          </p:nvSpPr>
          <p:spPr>
            <a:xfrm>
              <a:off x="837367" y="4694685"/>
              <a:ext cx="114335" cy="114335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6"/>
            <p:cNvSpPr/>
            <p:nvPr/>
          </p:nvSpPr>
          <p:spPr>
            <a:xfrm>
              <a:off x="914396" y="4577594"/>
              <a:ext cx="36101" cy="36101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7"/>
            <p:cNvSpPr/>
            <p:nvPr/>
          </p:nvSpPr>
          <p:spPr>
            <a:xfrm>
              <a:off x="2923733" y="4421386"/>
              <a:ext cx="36101" cy="3610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8"/>
            <p:cNvSpPr/>
            <p:nvPr/>
          </p:nvSpPr>
          <p:spPr>
            <a:xfrm>
              <a:off x="5549913" y="4237518"/>
              <a:ext cx="91421" cy="9142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2941783" y="4442812"/>
              <a:ext cx="0" cy="30243"/>
            </a:xfrm>
            <a:custGeom>
              <a:avLst/>
              <a:pathLst>
                <a:path w="0" h="30243">
                  <a:moveTo>
                    <a:pt x="0" y="30243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595624" y="4286604"/>
              <a:ext cx="0" cy="30123"/>
            </a:xfrm>
            <a:custGeom>
              <a:avLst/>
              <a:pathLst>
                <a:path w="0" h="30123">
                  <a:moveTo>
                    <a:pt x="0" y="30123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5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tx51"/>
            <p:cNvSpPr/>
            <p:nvPr/>
          </p:nvSpPr>
          <p:spPr>
            <a:xfrm>
              <a:off x="780235" y="4678386"/>
              <a:ext cx="22860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117V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818147" y="4596782"/>
              <a:ext cx="228600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65A9C5">
                      <a:alpha val="100000"/>
                    </a:srgbClr>
                  </a:solidFill>
                  <a:latin typeface="Arial"/>
                  <a:cs typeface="Arial"/>
                </a:rPr>
                <a:t>118K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2820945" y="4495916"/>
              <a:ext cx="24167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171D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5471951" y="4339588"/>
              <a:ext cx="247345" cy="723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96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241Q</a:t>
              </a:r>
            </a:p>
          </p:txBody>
        </p:sp>
        <p:sp>
          <p:nvSpPr>
            <p:cNvPr id="55" name="rc55"/>
            <p:cNvSpPr/>
            <p:nvPr/>
          </p:nvSpPr>
          <p:spPr>
            <a:xfrm>
              <a:off x="526789" y="4037134"/>
              <a:ext cx="8090421" cy="21485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2710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tx56"/>
            <p:cNvSpPr/>
            <p:nvPr/>
          </p:nvSpPr>
          <p:spPr>
            <a:xfrm>
              <a:off x="4391771" y="4104555"/>
              <a:ext cx="3604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57" name="rc57"/>
            <p:cNvSpPr/>
            <p:nvPr/>
          </p:nvSpPr>
          <p:spPr>
            <a:xfrm>
              <a:off x="526789" y="3065377"/>
              <a:ext cx="8090421" cy="21485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2710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tx58"/>
            <p:cNvSpPr/>
            <p:nvPr/>
          </p:nvSpPr>
          <p:spPr>
            <a:xfrm>
              <a:off x="4438406" y="3132798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59" name="rc59"/>
            <p:cNvSpPr/>
            <p:nvPr/>
          </p:nvSpPr>
          <p:spPr>
            <a:xfrm>
              <a:off x="526789" y="2093619"/>
              <a:ext cx="8090421" cy="21485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2710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tx60"/>
            <p:cNvSpPr/>
            <p:nvPr/>
          </p:nvSpPr>
          <p:spPr>
            <a:xfrm>
              <a:off x="4438406" y="2161041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61" name="pl61"/>
            <p:cNvSpPr/>
            <p:nvPr/>
          </p:nvSpPr>
          <p:spPr>
            <a:xfrm>
              <a:off x="526789" y="4939302"/>
              <a:ext cx="8090421" cy="0"/>
            </a:xfrm>
            <a:custGeom>
              <a:avLst/>
              <a:pathLst>
                <a:path w="8090421" h="0">
                  <a:moveTo>
                    <a:pt x="0" y="0"/>
                  </a:moveTo>
                  <a:lnTo>
                    <a:pt x="8090421" y="0"/>
                  </a:lnTo>
                </a:path>
              </a:pathLst>
            </a:custGeom>
            <a:ln w="13550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2145631" y="4939302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041231" y="4939302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936832" y="4939302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7832432" y="4939302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tx66"/>
            <p:cNvSpPr/>
            <p:nvPr/>
          </p:nvSpPr>
          <p:spPr>
            <a:xfrm>
              <a:off x="2052362" y="5001933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150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3947963" y="5001933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5843563" y="5001933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250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7739163" y="5001933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300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4036253" y="5140237"/>
              <a:ext cx="1071493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AA-posisjon (HA)</a:t>
              </a:r>
            </a:p>
          </p:txBody>
        </p:sp>
        <p:sp>
          <p:nvSpPr>
            <p:cNvPr id="71" name="rc71"/>
            <p:cNvSpPr/>
            <p:nvPr/>
          </p:nvSpPr>
          <p:spPr>
            <a:xfrm>
              <a:off x="1839466" y="5408894"/>
              <a:ext cx="2381586" cy="64767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tx72"/>
            <p:cNvSpPr/>
            <p:nvPr/>
          </p:nvSpPr>
          <p:spPr>
            <a:xfrm>
              <a:off x="1909055" y="5682716"/>
              <a:ext cx="5591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73" name="rc73"/>
            <p:cNvSpPr/>
            <p:nvPr/>
          </p:nvSpPr>
          <p:spPr>
            <a:xfrm>
              <a:off x="2537800" y="5478483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2629477" y="5570161"/>
              <a:ext cx="36101" cy="3610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2537800" y="5767528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2601817" y="5831546"/>
              <a:ext cx="91421" cy="9142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2958613" y="5478483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3011173" y="5531043"/>
              <a:ext cx="114335" cy="114335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2958613" y="5767528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3002382" y="5811297"/>
              <a:ext cx="131918" cy="131918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3379426" y="5478483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3415783" y="5514841"/>
              <a:ext cx="146741" cy="14674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3379426" y="5767528"/>
              <a:ext cx="219456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pt84"/>
            <p:cNvSpPr/>
            <p:nvPr/>
          </p:nvSpPr>
          <p:spPr>
            <a:xfrm>
              <a:off x="3409254" y="5797356"/>
              <a:ext cx="159800" cy="159800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3800239" y="5478483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3824164" y="5502408"/>
              <a:ext cx="171607" cy="171607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tx87"/>
            <p:cNvSpPr/>
            <p:nvPr/>
          </p:nvSpPr>
          <p:spPr>
            <a:xfrm>
              <a:off x="2826845" y="554820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2826845" y="5837251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3247658" y="554820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3247658" y="5837251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3668471" y="554820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3668471" y="5837251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</a:t>
              </a:r>
            </a:p>
          </p:txBody>
        </p:sp>
        <p:sp>
          <p:nvSpPr>
            <p:cNvPr id="93" name="tx93"/>
            <p:cNvSpPr/>
            <p:nvPr/>
          </p:nvSpPr>
          <p:spPr>
            <a:xfrm>
              <a:off x="4089285" y="554820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</a:t>
              </a:r>
            </a:p>
          </p:txBody>
        </p:sp>
        <p:sp>
          <p:nvSpPr>
            <p:cNvPr id="94" name="rc94"/>
            <p:cNvSpPr/>
            <p:nvPr/>
          </p:nvSpPr>
          <p:spPr>
            <a:xfrm>
              <a:off x="4360231" y="5408894"/>
              <a:ext cx="2944302" cy="35863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tx95"/>
            <p:cNvSpPr/>
            <p:nvPr/>
          </p:nvSpPr>
          <p:spPr>
            <a:xfrm>
              <a:off x="4429820" y="5538194"/>
              <a:ext cx="473933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Epitope</a:t>
              </a:r>
            </a:p>
          </p:txBody>
        </p:sp>
        <p:sp>
          <p:nvSpPr>
            <p:cNvPr id="96" name="rc96"/>
            <p:cNvSpPr/>
            <p:nvPr/>
          </p:nvSpPr>
          <p:spPr>
            <a:xfrm>
              <a:off x="4973342" y="5478483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4995288" y="558821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5A9C5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8"/>
            <p:cNvSpPr/>
            <p:nvPr/>
          </p:nvSpPr>
          <p:spPr>
            <a:xfrm>
              <a:off x="5058245" y="5563385"/>
              <a:ext cx="49651" cy="49651"/>
            </a:xfrm>
            <a:prstGeom prst="ellipse">
              <a:avLst/>
            </a:prstGeom>
            <a:solidFill>
              <a:srgbClr val="65A9C5">
                <a:alpha val="90196"/>
              </a:srgbClr>
            </a:solidFill>
            <a:ln w="9000" cap="rnd">
              <a:solidFill>
                <a:srgbClr val="65A9C5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5792011" y="5478483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5813957" y="558821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2A6A82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1"/>
            <p:cNvSpPr/>
            <p:nvPr/>
          </p:nvSpPr>
          <p:spPr>
            <a:xfrm>
              <a:off x="5876913" y="5563385"/>
              <a:ext cx="49651" cy="49651"/>
            </a:xfrm>
            <a:prstGeom prst="ellipse">
              <a:avLst/>
            </a:prstGeom>
            <a:solidFill>
              <a:srgbClr val="2A6A82">
                <a:alpha val="90196"/>
              </a:srgbClr>
            </a:solidFill>
            <a:ln w="9000" cap="rnd">
              <a:solidFill>
                <a:srgbClr val="2A6A82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6629151" y="5478483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6651096" y="558821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0000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4"/>
            <p:cNvSpPr/>
            <p:nvPr/>
          </p:nvSpPr>
          <p:spPr>
            <a:xfrm>
              <a:off x="6714053" y="556338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tx105"/>
            <p:cNvSpPr/>
            <p:nvPr/>
          </p:nvSpPr>
          <p:spPr>
            <a:xfrm>
              <a:off x="5262388" y="5548206"/>
              <a:ext cx="46003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120_loop</a:t>
              </a:r>
            </a:p>
          </p:txBody>
        </p:sp>
        <p:sp>
          <p:nvSpPr>
            <p:cNvPr id="106" name="tx106"/>
            <p:cNvSpPr/>
            <p:nvPr/>
          </p:nvSpPr>
          <p:spPr>
            <a:xfrm>
              <a:off x="6081056" y="5548206"/>
              <a:ext cx="47850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190_helix</a:t>
              </a:r>
            </a:p>
          </p:txBody>
        </p:sp>
        <p:sp>
          <p:nvSpPr>
            <p:cNvPr id="107" name="tx107"/>
            <p:cNvSpPr/>
            <p:nvPr/>
          </p:nvSpPr>
          <p:spPr>
            <a:xfrm>
              <a:off x="6918196" y="5548206"/>
              <a:ext cx="316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108" name="tx108"/>
            <p:cNvSpPr/>
            <p:nvPr/>
          </p:nvSpPr>
          <p:spPr>
            <a:xfrm>
              <a:off x="526789" y="1894551"/>
              <a:ext cx="160833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2026-04-25 til 2026-06-24</a:t>
              </a:r>
            </a:p>
          </p:txBody>
        </p:sp>
        <p:sp>
          <p:nvSpPr>
            <p:cNvPr id="109" name="tx109"/>
            <p:cNvSpPr/>
            <p:nvPr/>
          </p:nvSpPr>
          <p:spPr>
            <a:xfrm>
              <a:off x="526789" y="1669789"/>
              <a:ext cx="3237158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Epitop-posisjoner i HA-proteinet (B/Victoria)</a:t>
              </a:r>
            </a:p>
          </p:txBody>
        </p:sp>
      </p:grpSp>
      <p:sp>
        <p:nvSpPr>
          <p:cNvPr id="11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Epitop-posisjoner i HA-proteinet (B/Victoria)</a:t>
            </a: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878051" y="5133228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78051" y="3846583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878051" y="2559939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44962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2679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59464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16249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73035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29820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87536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42460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97383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654168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878051" y="4489906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878051" y="3203261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878051" y="1916616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16104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73820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31537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87391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345107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400962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458678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516394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568525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626241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682096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32"/>
            <p:cNvSpPr/>
            <p:nvPr/>
          </p:nvSpPr>
          <p:spPr>
            <a:xfrm>
              <a:off x="1139196" y="5108381"/>
              <a:ext cx="43700" cy="43700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3"/>
            <p:cNvSpPr/>
            <p:nvPr/>
          </p:nvSpPr>
          <p:spPr>
            <a:xfrm>
              <a:off x="1710106" y="4856118"/>
              <a:ext cx="56205" cy="56205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4"/>
            <p:cNvSpPr/>
            <p:nvPr/>
          </p:nvSpPr>
          <p:spPr>
            <a:xfrm>
              <a:off x="1698665" y="4820420"/>
              <a:ext cx="79086" cy="79086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5"/>
            <p:cNvSpPr/>
            <p:nvPr/>
          </p:nvSpPr>
          <p:spPr>
            <a:xfrm>
              <a:off x="2258761" y="4048839"/>
              <a:ext cx="113220" cy="113220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6"/>
            <p:cNvSpPr/>
            <p:nvPr/>
          </p:nvSpPr>
          <p:spPr>
            <a:xfrm>
              <a:off x="2261276" y="4576625"/>
              <a:ext cx="108189" cy="108189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7"/>
            <p:cNvSpPr/>
            <p:nvPr/>
          </p:nvSpPr>
          <p:spPr>
            <a:xfrm>
              <a:off x="2829817" y="4706358"/>
              <a:ext cx="88196" cy="88196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8"/>
            <p:cNvSpPr/>
            <p:nvPr/>
          </p:nvSpPr>
          <p:spPr>
            <a:xfrm>
              <a:off x="2811394" y="4683593"/>
              <a:ext cx="125043" cy="125043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9"/>
            <p:cNvSpPr/>
            <p:nvPr/>
          </p:nvSpPr>
          <p:spPr>
            <a:xfrm>
              <a:off x="3411873" y="4946472"/>
              <a:ext cx="78409" cy="78409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40"/>
            <p:cNvSpPr/>
            <p:nvPr/>
          </p:nvSpPr>
          <p:spPr>
            <a:xfrm>
              <a:off x="3368214" y="3386396"/>
              <a:ext cx="165727" cy="165727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1"/>
            <p:cNvSpPr/>
            <p:nvPr/>
          </p:nvSpPr>
          <p:spPr>
            <a:xfrm>
              <a:off x="3979557" y="5104013"/>
              <a:ext cx="60130" cy="60130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2"/>
            <p:cNvSpPr/>
            <p:nvPr/>
          </p:nvSpPr>
          <p:spPr>
            <a:xfrm>
              <a:off x="3969745" y="4975469"/>
              <a:ext cx="79753" cy="79753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3"/>
            <p:cNvSpPr/>
            <p:nvPr/>
          </p:nvSpPr>
          <p:spPr>
            <a:xfrm>
              <a:off x="4568734" y="5239971"/>
              <a:ext cx="36101" cy="3610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4"/>
            <p:cNvSpPr/>
            <p:nvPr/>
          </p:nvSpPr>
          <p:spPr>
            <a:xfrm>
              <a:off x="4515137" y="3887460"/>
              <a:ext cx="143295" cy="143295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5"/>
            <p:cNvSpPr/>
            <p:nvPr/>
          </p:nvSpPr>
          <p:spPr>
            <a:xfrm>
              <a:off x="5125436" y="4704923"/>
              <a:ext cx="77022" cy="77022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6"/>
            <p:cNvSpPr/>
            <p:nvPr/>
          </p:nvSpPr>
          <p:spPr>
            <a:xfrm>
              <a:off x="5599451" y="1968913"/>
              <a:ext cx="171607" cy="171607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7"/>
            <p:cNvSpPr/>
            <p:nvPr/>
          </p:nvSpPr>
          <p:spPr>
            <a:xfrm>
              <a:off x="6199411" y="3657979"/>
              <a:ext cx="126011" cy="126011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8"/>
            <p:cNvSpPr/>
            <p:nvPr/>
          </p:nvSpPr>
          <p:spPr>
            <a:xfrm>
              <a:off x="6784689" y="4986252"/>
              <a:ext cx="72543" cy="72543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tx49"/>
            <p:cNvSpPr/>
            <p:nvPr/>
          </p:nvSpPr>
          <p:spPr>
            <a:xfrm>
              <a:off x="691062" y="444990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691062" y="316325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691062" y="187661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52" name="tx52"/>
            <p:cNvSpPr/>
            <p:nvPr/>
          </p:nvSpPr>
          <p:spPr>
            <a:xfrm rot="-2700000">
              <a:off x="84989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53" name="tx53"/>
            <p:cNvSpPr/>
            <p:nvPr/>
          </p:nvSpPr>
          <p:spPr>
            <a:xfrm rot="-2700000">
              <a:off x="136321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54" name="tx54"/>
            <p:cNvSpPr/>
            <p:nvPr/>
          </p:nvSpPr>
          <p:spPr>
            <a:xfrm rot="-2700000">
              <a:off x="194576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55" name="tx55"/>
            <p:cNvSpPr/>
            <p:nvPr/>
          </p:nvSpPr>
          <p:spPr>
            <a:xfrm rot="-2700000">
              <a:off x="253084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56" name="tx56"/>
            <p:cNvSpPr/>
            <p:nvPr/>
          </p:nvSpPr>
          <p:spPr>
            <a:xfrm rot="-2700000">
              <a:off x="308147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57" name="tx57"/>
            <p:cNvSpPr/>
            <p:nvPr/>
          </p:nvSpPr>
          <p:spPr>
            <a:xfrm rot="-2700000">
              <a:off x="364001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58" name="tx58"/>
            <p:cNvSpPr/>
            <p:nvPr/>
          </p:nvSpPr>
          <p:spPr>
            <a:xfrm rot="-2700000">
              <a:off x="424371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59" name="tx59"/>
            <p:cNvSpPr/>
            <p:nvPr/>
          </p:nvSpPr>
          <p:spPr>
            <a:xfrm rot="-2700000">
              <a:off x="4815492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60" name="tx60"/>
            <p:cNvSpPr/>
            <p:nvPr/>
          </p:nvSpPr>
          <p:spPr>
            <a:xfrm rot="-2700000">
              <a:off x="530519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61" name="tx61"/>
            <p:cNvSpPr/>
            <p:nvPr/>
          </p:nvSpPr>
          <p:spPr>
            <a:xfrm rot="-2700000">
              <a:off x="590873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62" name="tx62"/>
            <p:cNvSpPr/>
            <p:nvPr/>
          </p:nvSpPr>
          <p:spPr>
            <a:xfrm rot="-2700000">
              <a:off x="6451512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3777354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64" name="tx64"/>
            <p:cNvSpPr/>
            <p:nvPr/>
          </p:nvSpPr>
          <p:spPr>
            <a:xfrm rot="-5400000">
              <a:off x="36990" y="3606352"/>
              <a:ext cx="10796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mutasjoner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7312724" y="2784205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66" name="pt66"/>
            <p:cNvSpPr/>
            <p:nvPr/>
          </p:nvSpPr>
          <p:spPr>
            <a:xfrm>
              <a:off x="7397626" y="3053453"/>
              <a:ext cx="49651" cy="4965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7"/>
            <p:cNvSpPr/>
            <p:nvPr/>
          </p:nvSpPr>
          <p:spPr>
            <a:xfrm>
              <a:off x="7397626" y="3272909"/>
              <a:ext cx="49651" cy="49651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tx68"/>
            <p:cNvSpPr/>
            <p:nvPr/>
          </p:nvSpPr>
          <p:spPr>
            <a:xfrm>
              <a:off x="7601769" y="3038274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7601769" y="3257730"/>
              <a:ext cx="3604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7312724" y="3700541"/>
              <a:ext cx="123489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sekvenser (n)</a:t>
              </a:r>
            </a:p>
          </p:txBody>
        </p:sp>
        <p:sp>
          <p:nvSpPr>
            <p:cNvPr id="71" name="pt71"/>
            <p:cNvSpPr/>
            <p:nvPr/>
          </p:nvSpPr>
          <p:spPr>
            <a:xfrm>
              <a:off x="7367175" y="3939338"/>
              <a:ext cx="110554" cy="110554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2"/>
            <p:cNvSpPr/>
            <p:nvPr/>
          </p:nvSpPr>
          <p:spPr>
            <a:xfrm>
              <a:off x="7351210" y="4142829"/>
              <a:ext cx="142484" cy="142484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3"/>
            <p:cNvSpPr/>
            <p:nvPr/>
          </p:nvSpPr>
          <p:spPr>
            <a:xfrm>
              <a:off x="7339034" y="4350109"/>
              <a:ext cx="166836" cy="166836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tx74"/>
            <p:cNvSpPr/>
            <p:nvPr/>
          </p:nvSpPr>
          <p:spPr>
            <a:xfrm>
              <a:off x="7601769" y="3954610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7601769" y="4174066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7601769" y="4393522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300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878051" y="1669789"/>
              <a:ext cx="3156691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Mutasjoner per subklade over tid - A/H1N1</a:t>
              </a:r>
            </a:p>
          </p:txBody>
        </p:sp>
      </p:grpSp>
      <p:sp>
        <p:nvSpPr>
          <p:cNvPr id="7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Mutasjoner per subklade over tid - A/H1N1</a:t>
            </a: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878051" y="5052849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78051" y="4084051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878051" y="3115254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878051" y="2146457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48239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11473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74706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37940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01173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65443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26604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87764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650997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878051" y="4568450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878051" y="3599653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878051" y="2630855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16104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80374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42571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306841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369038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433308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497578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555629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619899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682096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31"/>
            <p:cNvSpPr/>
            <p:nvPr/>
          </p:nvSpPr>
          <p:spPr>
            <a:xfrm>
              <a:off x="1133645" y="5130961"/>
              <a:ext cx="54802" cy="54802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32"/>
            <p:cNvSpPr/>
            <p:nvPr/>
          </p:nvSpPr>
          <p:spPr>
            <a:xfrm>
              <a:off x="1137270" y="5221422"/>
              <a:ext cx="47553" cy="47553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3"/>
            <p:cNvSpPr/>
            <p:nvPr/>
          </p:nvSpPr>
          <p:spPr>
            <a:xfrm>
              <a:off x="1775779" y="4826188"/>
              <a:ext cx="55937" cy="55937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4"/>
            <p:cNvSpPr/>
            <p:nvPr/>
          </p:nvSpPr>
          <p:spPr>
            <a:xfrm>
              <a:off x="1782391" y="5127238"/>
              <a:ext cx="42713" cy="42713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5"/>
            <p:cNvSpPr/>
            <p:nvPr/>
          </p:nvSpPr>
          <p:spPr>
            <a:xfrm>
              <a:off x="1771670" y="4538849"/>
              <a:ext cx="64153" cy="64153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6"/>
            <p:cNvSpPr/>
            <p:nvPr/>
          </p:nvSpPr>
          <p:spPr>
            <a:xfrm>
              <a:off x="1762320" y="5025610"/>
              <a:ext cx="82855" cy="82855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7"/>
            <p:cNvSpPr/>
            <p:nvPr/>
          </p:nvSpPr>
          <p:spPr>
            <a:xfrm>
              <a:off x="2401939" y="4926287"/>
              <a:ext cx="47553" cy="47553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8"/>
            <p:cNvSpPr/>
            <p:nvPr/>
          </p:nvSpPr>
          <p:spPr>
            <a:xfrm>
              <a:off x="2401053" y="4829192"/>
              <a:ext cx="49325" cy="49325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9"/>
            <p:cNvSpPr/>
            <p:nvPr/>
          </p:nvSpPr>
          <p:spPr>
            <a:xfrm>
              <a:off x="2404359" y="5140534"/>
              <a:ext cx="42713" cy="42713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40"/>
            <p:cNvSpPr/>
            <p:nvPr/>
          </p:nvSpPr>
          <p:spPr>
            <a:xfrm>
              <a:off x="2407665" y="5239971"/>
              <a:ext cx="36101" cy="36101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1"/>
            <p:cNvSpPr/>
            <p:nvPr/>
          </p:nvSpPr>
          <p:spPr>
            <a:xfrm>
              <a:off x="2366373" y="4216065"/>
              <a:ext cx="118685" cy="118685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2"/>
            <p:cNvSpPr/>
            <p:nvPr/>
          </p:nvSpPr>
          <p:spPr>
            <a:xfrm>
              <a:off x="3034511" y="4628088"/>
              <a:ext cx="67811" cy="6781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3"/>
            <p:cNvSpPr/>
            <p:nvPr/>
          </p:nvSpPr>
          <p:spPr>
            <a:xfrm>
              <a:off x="3042974" y="5120106"/>
              <a:ext cx="50886" cy="50886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4"/>
            <p:cNvSpPr/>
            <p:nvPr/>
          </p:nvSpPr>
          <p:spPr>
            <a:xfrm>
              <a:off x="3039402" y="4828163"/>
              <a:ext cx="58030" cy="5803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5"/>
            <p:cNvSpPr/>
            <p:nvPr/>
          </p:nvSpPr>
          <p:spPr>
            <a:xfrm>
              <a:off x="2982613" y="2655723"/>
              <a:ext cx="171607" cy="171607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6"/>
            <p:cNvSpPr/>
            <p:nvPr/>
          </p:nvSpPr>
          <p:spPr>
            <a:xfrm>
              <a:off x="3667660" y="5030185"/>
              <a:ext cx="45452" cy="45452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7"/>
            <p:cNvSpPr/>
            <p:nvPr/>
          </p:nvSpPr>
          <p:spPr>
            <a:xfrm>
              <a:off x="3665723" y="4844402"/>
              <a:ext cx="49325" cy="49325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8"/>
            <p:cNvSpPr/>
            <p:nvPr/>
          </p:nvSpPr>
          <p:spPr>
            <a:xfrm>
              <a:off x="3664943" y="4727176"/>
              <a:ext cx="50886" cy="50886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9"/>
            <p:cNvSpPr/>
            <p:nvPr/>
          </p:nvSpPr>
          <p:spPr>
            <a:xfrm>
              <a:off x="3624655" y="3256319"/>
              <a:ext cx="131461" cy="13146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50"/>
            <p:cNvSpPr/>
            <p:nvPr/>
          </p:nvSpPr>
          <p:spPr>
            <a:xfrm>
              <a:off x="4315036" y="5225219"/>
              <a:ext cx="36101" cy="36101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1"/>
            <p:cNvSpPr/>
            <p:nvPr/>
          </p:nvSpPr>
          <p:spPr>
            <a:xfrm>
              <a:off x="4307644" y="4740006"/>
              <a:ext cx="50886" cy="50886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2"/>
            <p:cNvSpPr/>
            <p:nvPr/>
          </p:nvSpPr>
          <p:spPr>
            <a:xfrm>
              <a:off x="4264248" y="2549295"/>
              <a:ext cx="137677" cy="137677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3"/>
            <p:cNvSpPr/>
            <p:nvPr/>
          </p:nvSpPr>
          <p:spPr>
            <a:xfrm>
              <a:off x="4935560" y="4329536"/>
              <a:ext cx="80456" cy="80456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4"/>
            <p:cNvSpPr/>
            <p:nvPr/>
          </p:nvSpPr>
          <p:spPr>
            <a:xfrm>
              <a:off x="5532515" y="4918963"/>
              <a:ext cx="47553" cy="47553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5"/>
            <p:cNvSpPr/>
            <p:nvPr/>
          </p:nvSpPr>
          <p:spPr>
            <a:xfrm>
              <a:off x="5493153" y="1991578"/>
              <a:ext cx="126277" cy="126277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6"/>
            <p:cNvSpPr/>
            <p:nvPr/>
          </p:nvSpPr>
          <p:spPr>
            <a:xfrm>
              <a:off x="6169977" y="4819276"/>
              <a:ext cx="58030" cy="5803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7"/>
            <p:cNvSpPr/>
            <p:nvPr/>
          </p:nvSpPr>
          <p:spPr>
            <a:xfrm>
              <a:off x="6148550" y="3369216"/>
              <a:ext cx="100885" cy="100885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8"/>
            <p:cNvSpPr/>
            <p:nvPr/>
          </p:nvSpPr>
          <p:spPr>
            <a:xfrm>
              <a:off x="6790991" y="4820736"/>
              <a:ext cx="59941" cy="5994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tx59"/>
            <p:cNvSpPr/>
            <p:nvPr/>
          </p:nvSpPr>
          <p:spPr>
            <a:xfrm>
              <a:off x="691062" y="452844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691062" y="355964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691062" y="259085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62" name="tx62"/>
            <p:cNvSpPr/>
            <p:nvPr/>
          </p:nvSpPr>
          <p:spPr>
            <a:xfrm rot="-2700000">
              <a:off x="78605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63" name="tx63"/>
            <p:cNvSpPr/>
            <p:nvPr/>
          </p:nvSpPr>
          <p:spPr>
            <a:xfrm rot="-2700000">
              <a:off x="143414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64" name="tx64"/>
            <p:cNvSpPr/>
            <p:nvPr/>
          </p:nvSpPr>
          <p:spPr>
            <a:xfrm rot="-2700000">
              <a:off x="208264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65" name="tx65"/>
            <p:cNvSpPr/>
            <p:nvPr/>
          </p:nvSpPr>
          <p:spPr>
            <a:xfrm rot="-2700000">
              <a:off x="269881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332078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399001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462733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517622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584530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6451512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3777354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73" name="tx73"/>
            <p:cNvSpPr/>
            <p:nvPr/>
          </p:nvSpPr>
          <p:spPr>
            <a:xfrm rot="-5400000">
              <a:off x="36990" y="3606352"/>
              <a:ext cx="10796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mutasjoner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7312724" y="2345293"/>
              <a:ext cx="123489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sekvenser (n)</a:t>
              </a:r>
            </a:p>
          </p:txBody>
        </p:sp>
        <p:sp>
          <p:nvSpPr>
            <p:cNvPr id="75" name="pt75"/>
            <p:cNvSpPr/>
            <p:nvPr/>
          </p:nvSpPr>
          <p:spPr>
            <a:xfrm>
              <a:off x="7371841" y="2588756"/>
              <a:ext cx="101222" cy="101222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7357999" y="2794370"/>
              <a:ext cx="128905" cy="128905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7347427" y="3003254"/>
              <a:ext cx="150050" cy="150050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7338530" y="3213813"/>
              <a:ext cx="167844" cy="167844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tx79"/>
            <p:cNvSpPr/>
            <p:nvPr/>
          </p:nvSpPr>
          <p:spPr>
            <a:xfrm>
              <a:off x="7601769" y="2599362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7601769" y="281881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7601769" y="3038274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300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7601769" y="3257730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400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7312724" y="3700541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84" name="pt84"/>
            <p:cNvSpPr/>
            <p:nvPr/>
          </p:nvSpPr>
          <p:spPr>
            <a:xfrm>
              <a:off x="7397626" y="3969789"/>
              <a:ext cx="49651" cy="4965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5"/>
            <p:cNvSpPr/>
            <p:nvPr/>
          </p:nvSpPr>
          <p:spPr>
            <a:xfrm>
              <a:off x="7397626" y="4189245"/>
              <a:ext cx="49651" cy="49651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6"/>
            <p:cNvSpPr/>
            <p:nvPr/>
          </p:nvSpPr>
          <p:spPr>
            <a:xfrm>
              <a:off x="7397626" y="4408701"/>
              <a:ext cx="49651" cy="49651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7"/>
            <p:cNvSpPr/>
            <p:nvPr/>
          </p:nvSpPr>
          <p:spPr>
            <a:xfrm>
              <a:off x="7397626" y="4628157"/>
              <a:ext cx="49651" cy="49651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8"/>
            <p:cNvSpPr/>
            <p:nvPr/>
          </p:nvSpPr>
          <p:spPr>
            <a:xfrm>
              <a:off x="7397626" y="4847613"/>
              <a:ext cx="49651" cy="4965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tx89"/>
            <p:cNvSpPr/>
            <p:nvPr/>
          </p:nvSpPr>
          <p:spPr>
            <a:xfrm>
              <a:off x="7601769" y="3954610"/>
              <a:ext cx="14913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7601769" y="4174066"/>
              <a:ext cx="2424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7601769" y="4393522"/>
              <a:ext cx="2424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7601769" y="4612978"/>
              <a:ext cx="2424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93" name="tx93"/>
            <p:cNvSpPr/>
            <p:nvPr/>
          </p:nvSpPr>
          <p:spPr>
            <a:xfrm>
              <a:off x="7601769" y="4832434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  <p:sp>
          <p:nvSpPr>
            <p:cNvPr id="94" name="tx94"/>
            <p:cNvSpPr/>
            <p:nvPr/>
          </p:nvSpPr>
          <p:spPr>
            <a:xfrm>
              <a:off x="878051" y="1669789"/>
              <a:ext cx="3156691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Mutasjoner per subklade over tid - A/H3N2</a:t>
              </a:r>
            </a:p>
          </p:txBody>
        </p:sp>
      </p:grpSp>
      <p:sp>
        <p:nvSpPr>
          <p:cNvPr id="9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Mutasjoner per subklade over tid - A/H3N2</a:t>
            </a: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815871" y="5215570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15871" y="4152098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815871" y="3088627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815871" y="2025155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42625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06490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70355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34220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98085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62997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24768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86539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650404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815871" y="4683834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815871" y="3620362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815871" y="2556891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10169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75081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37899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302811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365629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430541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495453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554083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618995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681813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31"/>
            <p:cNvSpPr/>
            <p:nvPr/>
          </p:nvSpPr>
          <p:spPr>
            <a:xfrm>
              <a:off x="1083643" y="5239971"/>
              <a:ext cx="36101" cy="3610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32"/>
            <p:cNvSpPr/>
            <p:nvPr/>
          </p:nvSpPr>
          <p:spPr>
            <a:xfrm>
              <a:off x="3615338" y="3112703"/>
              <a:ext cx="81910" cy="8191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3"/>
            <p:cNvSpPr/>
            <p:nvPr/>
          </p:nvSpPr>
          <p:spPr>
            <a:xfrm>
              <a:off x="3638243" y="5165483"/>
              <a:ext cx="36101" cy="3610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4"/>
            <p:cNvSpPr/>
            <p:nvPr/>
          </p:nvSpPr>
          <p:spPr>
            <a:xfrm>
              <a:off x="3638243" y="5160279"/>
              <a:ext cx="36101" cy="3610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5"/>
            <p:cNvSpPr/>
            <p:nvPr/>
          </p:nvSpPr>
          <p:spPr>
            <a:xfrm>
              <a:off x="4261755" y="2434564"/>
              <a:ext cx="87317" cy="87317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6"/>
            <p:cNvSpPr/>
            <p:nvPr/>
          </p:nvSpPr>
          <p:spPr>
            <a:xfrm>
              <a:off x="4264458" y="3020851"/>
              <a:ext cx="81910" cy="8191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7"/>
            <p:cNvSpPr/>
            <p:nvPr/>
          </p:nvSpPr>
          <p:spPr>
            <a:xfrm>
              <a:off x="4267527" y="4052646"/>
              <a:ext cx="75773" cy="75773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8"/>
            <p:cNvSpPr/>
            <p:nvPr/>
          </p:nvSpPr>
          <p:spPr>
            <a:xfrm>
              <a:off x="4257063" y="4095754"/>
              <a:ext cx="96701" cy="9670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9"/>
            <p:cNvSpPr/>
            <p:nvPr/>
          </p:nvSpPr>
          <p:spPr>
            <a:xfrm>
              <a:off x="4898499" y="2555672"/>
              <a:ext cx="112067" cy="112067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40"/>
            <p:cNvSpPr/>
            <p:nvPr/>
          </p:nvSpPr>
          <p:spPr>
            <a:xfrm>
              <a:off x="4868729" y="2459582"/>
              <a:ext cx="171607" cy="171607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1"/>
            <p:cNvSpPr/>
            <p:nvPr/>
          </p:nvSpPr>
          <p:spPr>
            <a:xfrm>
              <a:off x="4916647" y="5128426"/>
              <a:ext cx="75773" cy="75773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2"/>
            <p:cNvSpPr/>
            <p:nvPr/>
          </p:nvSpPr>
          <p:spPr>
            <a:xfrm>
              <a:off x="4925030" y="4661461"/>
              <a:ext cx="59005" cy="59005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3"/>
            <p:cNvSpPr/>
            <p:nvPr/>
          </p:nvSpPr>
          <p:spPr>
            <a:xfrm>
              <a:off x="4925030" y="4664086"/>
              <a:ext cx="59005" cy="59005"/>
            </a:xfrm>
            <a:prstGeom prst="ellipse">
              <a:avLst/>
            </a:prstGeom>
            <a:solidFill>
              <a:srgbClr val="E0F0F7">
                <a:alpha val="85098"/>
              </a:srgbClr>
            </a:solidFill>
            <a:ln w="9000" cap="rnd">
              <a:solidFill>
                <a:srgbClr val="E0F0F7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4"/>
            <p:cNvSpPr/>
            <p:nvPr/>
          </p:nvSpPr>
          <p:spPr>
            <a:xfrm>
              <a:off x="5474196" y="1988078"/>
              <a:ext cx="133277" cy="133277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5"/>
            <p:cNvSpPr/>
            <p:nvPr/>
          </p:nvSpPr>
          <p:spPr>
            <a:xfrm>
              <a:off x="5488427" y="3042003"/>
              <a:ext cx="104815" cy="104815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6"/>
            <p:cNvSpPr/>
            <p:nvPr/>
          </p:nvSpPr>
          <p:spPr>
            <a:xfrm>
              <a:off x="5522784" y="5171790"/>
              <a:ext cx="36101" cy="3610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7"/>
            <p:cNvSpPr/>
            <p:nvPr/>
          </p:nvSpPr>
          <p:spPr>
            <a:xfrm>
              <a:off x="5511332" y="4609278"/>
              <a:ext cx="59005" cy="59005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8"/>
            <p:cNvSpPr/>
            <p:nvPr/>
          </p:nvSpPr>
          <p:spPr>
            <a:xfrm>
              <a:off x="6160452" y="4660280"/>
              <a:ext cx="59005" cy="59005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9"/>
            <p:cNvSpPr/>
            <p:nvPr/>
          </p:nvSpPr>
          <p:spPr>
            <a:xfrm>
              <a:off x="6152068" y="3566006"/>
              <a:ext cx="75773" cy="75773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50"/>
            <p:cNvSpPr/>
            <p:nvPr/>
          </p:nvSpPr>
          <p:spPr>
            <a:xfrm>
              <a:off x="6107120" y="2424142"/>
              <a:ext cx="165670" cy="16567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1"/>
            <p:cNvSpPr/>
            <p:nvPr/>
          </p:nvSpPr>
          <p:spPr>
            <a:xfrm>
              <a:off x="6127549" y="4576194"/>
              <a:ext cx="124810" cy="124810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2"/>
            <p:cNvSpPr/>
            <p:nvPr/>
          </p:nvSpPr>
          <p:spPr>
            <a:xfrm>
              <a:off x="6129053" y="2551772"/>
              <a:ext cx="121802" cy="121802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3"/>
            <p:cNvSpPr/>
            <p:nvPr/>
          </p:nvSpPr>
          <p:spPr>
            <a:xfrm>
              <a:off x="6155708" y="4186178"/>
              <a:ext cx="68493" cy="68493"/>
            </a:xfrm>
            <a:prstGeom prst="ellipse">
              <a:avLst/>
            </a:prstGeom>
            <a:solidFill>
              <a:srgbClr val="E0F0F7">
                <a:alpha val="85098"/>
              </a:srgbClr>
            </a:solidFill>
            <a:ln w="9000" cap="rnd">
              <a:solidFill>
                <a:srgbClr val="E0F0F7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4"/>
            <p:cNvSpPr/>
            <p:nvPr/>
          </p:nvSpPr>
          <p:spPr>
            <a:xfrm>
              <a:off x="6738412" y="2429268"/>
              <a:ext cx="159447" cy="159447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5"/>
            <p:cNvSpPr/>
            <p:nvPr/>
          </p:nvSpPr>
          <p:spPr>
            <a:xfrm>
              <a:off x="6774476" y="4073107"/>
              <a:ext cx="87317" cy="87317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6"/>
            <p:cNvSpPr/>
            <p:nvPr/>
          </p:nvSpPr>
          <p:spPr>
            <a:xfrm>
              <a:off x="6800084" y="5127588"/>
              <a:ext cx="36101" cy="3610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tx57"/>
            <p:cNvSpPr/>
            <p:nvPr/>
          </p:nvSpPr>
          <p:spPr>
            <a:xfrm>
              <a:off x="691062" y="4643829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691062" y="3580357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691062" y="251688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</a:t>
              </a:r>
            </a:p>
          </p:txBody>
        </p:sp>
        <p:sp>
          <p:nvSpPr>
            <p:cNvPr id="60" name="tx60"/>
            <p:cNvSpPr/>
            <p:nvPr/>
          </p:nvSpPr>
          <p:spPr>
            <a:xfrm rot="-2700000">
              <a:off x="72670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61" name="tx61"/>
            <p:cNvSpPr/>
            <p:nvPr/>
          </p:nvSpPr>
          <p:spPr>
            <a:xfrm rot="-2700000">
              <a:off x="13812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62" name="tx62"/>
            <p:cNvSpPr/>
            <p:nvPr/>
          </p:nvSpPr>
          <p:spPr>
            <a:xfrm rot="-2700000">
              <a:off x="203592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63" name="tx63"/>
            <p:cNvSpPr/>
            <p:nvPr/>
          </p:nvSpPr>
          <p:spPr>
            <a:xfrm rot="-2700000">
              <a:off x="26585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64" name="tx64"/>
            <p:cNvSpPr/>
            <p:nvPr/>
          </p:nvSpPr>
          <p:spPr>
            <a:xfrm rot="-2700000">
              <a:off x="328668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65" name="tx65"/>
            <p:cNvSpPr/>
            <p:nvPr/>
          </p:nvSpPr>
          <p:spPr>
            <a:xfrm rot="-2700000">
              <a:off x="396234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4606079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516077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583627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644868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3746265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71" name="tx71"/>
            <p:cNvSpPr/>
            <p:nvPr/>
          </p:nvSpPr>
          <p:spPr>
            <a:xfrm rot="-5400000">
              <a:off x="36990" y="3606352"/>
              <a:ext cx="10796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mutasjoner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7312724" y="2235565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73" name="pt73"/>
            <p:cNvSpPr/>
            <p:nvPr/>
          </p:nvSpPr>
          <p:spPr>
            <a:xfrm>
              <a:off x="7397626" y="2504813"/>
              <a:ext cx="49651" cy="4965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4"/>
            <p:cNvSpPr/>
            <p:nvPr/>
          </p:nvSpPr>
          <p:spPr>
            <a:xfrm>
              <a:off x="7397626" y="2724269"/>
              <a:ext cx="49651" cy="49651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5"/>
            <p:cNvSpPr/>
            <p:nvPr/>
          </p:nvSpPr>
          <p:spPr>
            <a:xfrm>
              <a:off x="7397626" y="2943725"/>
              <a:ext cx="49651" cy="49651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6"/>
            <p:cNvSpPr/>
            <p:nvPr/>
          </p:nvSpPr>
          <p:spPr>
            <a:xfrm>
              <a:off x="7397626" y="3163181"/>
              <a:ext cx="49651" cy="49651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7397626" y="3382637"/>
              <a:ext cx="49651" cy="4965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7397626" y="3602093"/>
              <a:ext cx="49651" cy="4965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7397626" y="3821549"/>
              <a:ext cx="49651" cy="49651"/>
            </a:xfrm>
            <a:prstGeom prst="ellipse">
              <a:avLst/>
            </a:prstGeom>
            <a:solidFill>
              <a:srgbClr val="E0F0F7">
                <a:alpha val="85098"/>
              </a:srgbClr>
            </a:solidFill>
            <a:ln w="9000" cap="rnd">
              <a:solidFill>
                <a:srgbClr val="E0F0F7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tx80"/>
            <p:cNvSpPr/>
            <p:nvPr/>
          </p:nvSpPr>
          <p:spPr>
            <a:xfrm>
              <a:off x="7601769" y="2489634"/>
              <a:ext cx="17391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7601769" y="2709090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7601769" y="2928546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7601769" y="3148002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7601769" y="3367458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7601769" y="3586914"/>
              <a:ext cx="3604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7601769" y="3806370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7312724" y="4249181"/>
              <a:ext cx="123489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sekvenser (n)</a:t>
              </a:r>
            </a:p>
          </p:txBody>
        </p:sp>
        <p:sp>
          <p:nvSpPr>
            <p:cNvPr id="88" name="pt88"/>
            <p:cNvSpPr/>
            <p:nvPr/>
          </p:nvSpPr>
          <p:spPr>
            <a:xfrm>
              <a:off x="7370044" y="4490848"/>
              <a:ext cx="104815" cy="104815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7354482" y="4694741"/>
              <a:ext cx="135940" cy="135940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7342729" y="4902444"/>
              <a:ext cx="159447" cy="159447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tx91"/>
            <p:cNvSpPr/>
            <p:nvPr/>
          </p:nvSpPr>
          <p:spPr>
            <a:xfrm>
              <a:off x="7601769" y="450325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7601769" y="472270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93" name="tx93"/>
            <p:cNvSpPr/>
            <p:nvPr/>
          </p:nvSpPr>
          <p:spPr>
            <a:xfrm>
              <a:off x="7601769" y="4942162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94" name="tx94"/>
            <p:cNvSpPr/>
            <p:nvPr/>
          </p:nvSpPr>
          <p:spPr>
            <a:xfrm>
              <a:off x="815871" y="1669789"/>
              <a:ext cx="3293211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Mutasjoner per subklade over tid - B/Victoria</a:t>
              </a:r>
            </a:p>
          </p:txBody>
        </p:sp>
      </p:grpSp>
      <p:sp>
        <p:nvSpPr>
          <p:cNvPr id="9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Mutasjoner per subklade over tid - B/Victoria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815871" y="4771019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15871" y="4004722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815871" y="3238425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815871" y="2472129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39315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97608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54960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12313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69665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27018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485310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40782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596254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653607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815871" y="5154167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815871" y="4387870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815871" y="3621574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815871" y="2855277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815871" y="2088980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10169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68462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26754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831669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341459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397871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456164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514457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567108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625401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681813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5"/>
            <p:cNvSpPr/>
            <p:nvPr/>
          </p:nvSpPr>
          <p:spPr>
            <a:xfrm>
              <a:off x="1079843" y="5141528"/>
              <a:ext cx="43700" cy="43700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6"/>
            <p:cNvSpPr/>
            <p:nvPr/>
          </p:nvSpPr>
          <p:spPr>
            <a:xfrm>
              <a:off x="1656517" y="4276017"/>
              <a:ext cx="56205" cy="56205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7"/>
            <p:cNvSpPr/>
            <p:nvPr/>
          </p:nvSpPr>
          <p:spPr>
            <a:xfrm>
              <a:off x="1645077" y="4407844"/>
              <a:ext cx="79086" cy="79086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8"/>
            <p:cNvSpPr/>
            <p:nvPr/>
          </p:nvSpPr>
          <p:spPr>
            <a:xfrm>
              <a:off x="2210936" y="2689326"/>
              <a:ext cx="113220" cy="113220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9"/>
            <p:cNvSpPr/>
            <p:nvPr/>
          </p:nvSpPr>
          <p:spPr>
            <a:xfrm>
              <a:off x="2213452" y="3529740"/>
              <a:ext cx="108189" cy="108189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40"/>
            <p:cNvSpPr/>
            <p:nvPr/>
          </p:nvSpPr>
          <p:spPr>
            <a:xfrm>
              <a:off x="2787571" y="5001304"/>
              <a:ext cx="88196" cy="88196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1"/>
            <p:cNvSpPr/>
            <p:nvPr/>
          </p:nvSpPr>
          <p:spPr>
            <a:xfrm>
              <a:off x="2769148" y="2063977"/>
              <a:ext cx="125043" cy="125043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2"/>
            <p:cNvSpPr/>
            <p:nvPr/>
          </p:nvSpPr>
          <p:spPr>
            <a:xfrm>
              <a:off x="3375391" y="5003714"/>
              <a:ext cx="78409" cy="78409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3"/>
            <p:cNvSpPr/>
            <p:nvPr/>
          </p:nvSpPr>
          <p:spPr>
            <a:xfrm>
              <a:off x="3331732" y="1971853"/>
              <a:ext cx="165727" cy="165727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4"/>
            <p:cNvSpPr/>
            <p:nvPr/>
          </p:nvSpPr>
          <p:spPr>
            <a:xfrm>
              <a:off x="3948653" y="5081895"/>
              <a:ext cx="60130" cy="60130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5"/>
            <p:cNvSpPr/>
            <p:nvPr/>
          </p:nvSpPr>
          <p:spPr>
            <a:xfrm>
              <a:off x="3938842" y="5187935"/>
              <a:ext cx="79753" cy="79753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6"/>
            <p:cNvSpPr/>
            <p:nvPr/>
          </p:nvSpPr>
          <p:spPr>
            <a:xfrm>
              <a:off x="4543594" y="5239971"/>
              <a:ext cx="36101" cy="3610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7"/>
            <p:cNvSpPr/>
            <p:nvPr/>
          </p:nvSpPr>
          <p:spPr>
            <a:xfrm>
              <a:off x="4489997" y="4217194"/>
              <a:ext cx="143295" cy="143295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8"/>
            <p:cNvSpPr/>
            <p:nvPr/>
          </p:nvSpPr>
          <p:spPr>
            <a:xfrm>
              <a:off x="5106060" y="4400654"/>
              <a:ext cx="77022" cy="77022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9"/>
            <p:cNvSpPr/>
            <p:nvPr/>
          </p:nvSpPr>
          <p:spPr>
            <a:xfrm>
              <a:off x="5585282" y="2876818"/>
              <a:ext cx="171607" cy="171607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50"/>
            <p:cNvSpPr/>
            <p:nvPr/>
          </p:nvSpPr>
          <p:spPr>
            <a:xfrm>
              <a:off x="6191007" y="3598774"/>
              <a:ext cx="126011" cy="126011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1"/>
            <p:cNvSpPr/>
            <p:nvPr/>
          </p:nvSpPr>
          <p:spPr>
            <a:xfrm>
              <a:off x="6781863" y="5204509"/>
              <a:ext cx="72543" cy="72543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tx52"/>
            <p:cNvSpPr/>
            <p:nvPr/>
          </p:nvSpPr>
          <p:spPr>
            <a:xfrm>
              <a:off x="691062" y="5114162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691062" y="4347865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691062" y="3581569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691062" y="2815272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691062" y="2048975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57" name="tx57"/>
            <p:cNvSpPr/>
            <p:nvPr/>
          </p:nvSpPr>
          <p:spPr>
            <a:xfrm rot="-2700000">
              <a:off x="790547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58" name="tx58"/>
            <p:cNvSpPr/>
            <p:nvPr/>
          </p:nvSpPr>
          <p:spPr>
            <a:xfrm rot="-2700000">
              <a:off x="130962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59" name="tx59"/>
            <p:cNvSpPr/>
            <p:nvPr/>
          </p:nvSpPr>
          <p:spPr>
            <a:xfrm rot="-2700000">
              <a:off x="189794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60" name="tx60"/>
            <p:cNvSpPr/>
            <p:nvPr/>
          </p:nvSpPr>
          <p:spPr>
            <a:xfrm rot="-2700000">
              <a:off x="248860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61" name="tx61"/>
            <p:cNvSpPr/>
            <p:nvPr/>
          </p:nvSpPr>
          <p:spPr>
            <a:xfrm rot="-2700000">
              <a:off x="304499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62" name="tx62"/>
            <p:cNvSpPr/>
            <p:nvPr/>
          </p:nvSpPr>
          <p:spPr>
            <a:xfrm rot="-2700000">
              <a:off x="360911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63" name="tx63"/>
            <p:cNvSpPr/>
            <p:nvPr/>
          </p:nvSpPr>
          <p:spPr>
            <a:xfrm rot="-2700000">
              <a:off x="421857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64" name="tx64"/>
            <p:cNvSpPr/>
            <p:nvPr/>
          </p:nvSpPr>
          <p:spPr>
            <a:xfrm rot="-2700000">
              <a:off x="479611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65" name="tx65"/>
            <p:cNvSpPr/>
            <p:nvPr/>
          </p:nvSpPr>
          <p:spPr>
            <a:xfrm rot="-2700000">
              <a:off x="529102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590032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644868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3746265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69" name="tx69"/>
            <p:cNvSpPr/>
            <p:nvPr/>
          </p:nvSpPr>
          <p:spPr>
            <a:xfrm rot="-5400000">
              <a:off x="36990" y="3606352"/>
              <a:ext cx="10796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mutasjoner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7312724" y="2784205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71" name="pt71"/>
            <p:cNvSpPr/>
            <p:nvPr/>
          </p:nvSpPr>
          <p:spPr>
            <a:xfrm>
              <a:off x="7397626" y="3053453"/>
              <a:ext cx="49651" cy="4965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2"/>
            <p:cNvSpPr/>
            <p:nvPr/>
          </p:nvSpPr>
          <p:spPr>
            <a:xfrm>
              <a:off x="7397626" y="3272909"/>
              <a:ext cx="49651" cy="49651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tx73"/>
            <p:cNvSpPr/>
            <p:nvPr/>
          </p:nvSpPr>
          <p:spPr>
            <a:xfrm>
              <a:off x="7601769" y="3038274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7601769" y="3257730"/>
              <a:ext cx="3604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7312724" y="3700541"/>
              <a:ext cx="123489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sekvenser (n)</a:t>
              </a:r>
            </a:p>
          </p:txBody>
        </p:sp>
        <p:sp>
          <p:nvSpPr>
            <p:cNvPr id="76" name="pt76"/>
            <p:cNvSpPr/>
            <p:nvPr/>
          </p:nvSpPr>
          <p:spPr>
            <a:xfrm>
              <a:off x="7367175" y="3939338"/>
              <a:ext cx="110554" cy="110554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7"/>
            <p:cNvSpPr/>
            <p:nvPr/>
          </p:nvSpPr>
          <p:spPr>
            <a:xfrm>
              <a:off x="7351210" y="4142829"/>
              <a:ext cx="142484" cy="142484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7339034" y="4350109"/>
              <a:ext cx="166836" cy="166836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tx79"/>
            <p:cNvSpPr/>
            <p:nvPr/>
          </p:nvSpPr>
          <p:spPr>
            <a:xfrm>
              <a:off x="7601769" y="3954610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7601769" y="4174066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7601769" y="4393522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300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815871" y="1669789"/>
              <a:ext cx="3678265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Epitop mutasjoner per subklade over tid - A/H1N1</a:t>
              </a:r>
            </a:p>
          </p:txBody>
        </p:sp>
      </p:grpSp>
      <p:sp>
        <p:nvSpPr>
          <p:cNvPr id="8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Epitop mutasjoner per subklade over tid - A/H1N1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878051" y="4838920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78051" y="4044948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878051" y="3250976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878051" y="2457003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48239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11473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74706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37940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01173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65443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266040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87764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650997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878051" y="5235906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878051" y="4441934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878051" y="3647962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878051" y="2853989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878051" y="2060017"/>
              <a:ext cx="6225906" cy="0"/>
            </a:xfrm>
            <a:custGeom>
              <a:avLst/>
              <a:pathLst>
                <a:path w="6225906" h="0">
                  <a:moveTo>
                    <a:pt x="0" y="0"/>
                  </a:moveTo>
                  <a:lnTo>
                    <a:pt x="6225906" y="0"/>
                  </a:lnTo>
                  <a:lnTo>
                    <a:pt x="622590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16104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80374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42571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306841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3690386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4333087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4975788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5556292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619899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6820961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3"/>
            <p:cNvSpPr/>
            <p:nvPr/>
          </p:nvSpPr>
          <p:spPr>
            <a:xfrm>
              <a:off x="1133645" y="4868169"/>
              <a:ext cx="54802" cy="54802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4"/>
            <p:cNvSpPr/>
            <p:nvPr/>
          </p:nvSpPr>
          <p:spPr>
            <a:xfrm>
              <a:off x="1137270" y="5234245"/>
              <a:ext cx="47553" cy="47553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5"/>
            <p:cNvSpPr/>
            <p:nvPr/>
          </p:nvSpPr>
          <p:spPr>
            <a:xfrm>
              <a:off x="1775779" y="4899328"/>
              <a:ext cx="55937" cy="55937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6"/>
            <p:cNvSpPr/>
            <p:nvPr/>
          </p:nvSpPr>
          <p:spPr>
            <a:xfrm>
              <a:off x="1782391" y="5198633"/>
              <a:ext cx="42713" cy="42713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7"/>
            <p:cNvSpPr/>
            <p:nvPr/>
          </p:nvSpPr>
          <p:spPr>
            <a:xfrm>
              <a:off x="1771670" y="4549444"/>
              <a:ext cx="64153" cy="64153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8"/>
            <p:cNvSpPr/>
            <p:nvPr/>
          </p:nvSpPr>
          <p:spPr>
            <a:xfrm>
              <a:off x="1762320" y="5189482"/>
              <a:ext cx="82855" cy="82855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9"/>
            <p:cNvSpPr/>
            <p:nvPr/>
          </p:nvSpPr>
          <p:spPr>
            <a:xfrm>
              <a:off x="2401939" y="4590707"/>
              <a:ext cx="47553" cy="47553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40"/>
            <p:cNvSpPr/>
            <p:nvPr/>
          </p:nvSpPr>
          <p:spPr>
            <a:xfrm>
              <a:off x="2401053" y="4597339"/>
              <a:ext cx="49325" cy="49325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1"/>
            <p:cNvSpPr/>
            <p:nvPr/>
          </p:nvSpPr>
          <p:spPr>
            <a:xfrm>
              <a:off x="2404359" y="4881536"/>
              <a:ext cx="42713" cy="42713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2"/>
            <p:cNvSpPr/>
            <p:nvPr/>
          </p:nvSpPr>
          <p:spPr>
            <a:xfrm>
              <a:off x="2407665" y="5079838"/>
              <a:ext cx="36101" cy="36101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3"/>
            <p:cNvSpPr/>
            <p:nvPr/>
          </p:nvSpPr>
          <p:spPr>
            <a:xfrm>
              <a:off x="2366373" y="3733009"/>
              <a:ext cx="118685" cy="118685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4"/>
            <p:cNvSpPr/>
            <p:nvPr/>
          </p:nvSpPr>
          <p:spPr>
            <a:xfrm>
              <a:off x="3034511" y="4395059"/>
              <a:ext cx="67811" cy="6781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5"/>
            <p:cNvSpPr/>
            <p:nvPr/>
          </p:nvSpPr>
          <p:spPr>
            <a:xfrm>
              <a:off x="3042974" y="5048945"/>
              <a:ext cx="50886" cy="50886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6"/>
            <p:cNvSpPr/>
            <p:nvPr/>
          </p:nvSpPr>
          <p:spPr>
            <a:xfrm>
              <a:off x="3039402" y="4710953"/>
              <a:ext cx="58030" cy="5803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7"/>
            <p:cNvSpPr/>
            <p:nvPr/>
          </p:nvSpPr>
          <p:spPr>
            <a:xfrm>
              <a:off x="2982613" y="2779266"/>
              <a:ext cx="171607" cy="171607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8"/>
            <p:cNvSpPr/>
            <p:nvPr/>
          </p:nvSpPr>
          <p:spPr>
            <a:xfrm>
              <a:off x="3667660" y="4886857"/>
              <a:ext cx="45452" cy="45452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9"/>
            <p:cNvSpPr/>
            <p:nvPr/>
          </p:nvSpPr>
          <p:spPr>
            <a:xfrm>
              <a:off x="3665723" y="4725725"/>
              <a:ext cx="49325" cy="49325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50"/>
            <p:cNvSpPr/>
            <p:nvPr/>
          </p:nvSpPr>
          <p:spPr>
            <a:xfrm>
              <a:off x="3664943" y="4577637"/>
              <a:ext cx="50886" cy="50886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1"/>
            <p:cNvSpPr/>
            <p:nvPr/>
          </p:nvSpPr>
          <p:spPr>
            <a:xfrm>
              <a:off x="3624655" y="2935136"/>
              <a:ext cx="131461" cy="13146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2"/>
            <p:cNvSpPr/>
            <p:nvPr/>
          </p:nvSpPr>
          <p:spPr>
            <a:xfrm>
              <a:off x="4315036" y="5082071"/>
              <a:ext cx="36101" cy="36101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3"/>
            <p:cNvSpPr/>
            <p:nvPr/>
          </p:nvSpPr>
          <p:spPr>
            <a:xfrm>
              <a:off x="4307644" y="4396763"/>
              <a:ext cx="50886" cy="50886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4"/>
            <p:cNvSpPr/>
            <p:nvPr/>
          </p:nvSpPr>
          <p:spPr>
            <a:xfrm>
              <a:off x="4264248" y="2644122"/>
              <a:ext cx="137677" cy="137677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5"/>
            <p:cNvSpPr/>
            <p:nvPr/>
          </p:nvSpPr>
          <p:spPr>
            <a:xfrm>
              <a:off x="4935560" y="4064145"/>
              <a:ext cx="80456" cy="80456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6"/>
            <p:cNvSpPr/>
            <p:nvPr/>
          </p:nvSpPr>
          <p:spPr>
            <a:xfrm>
              <a:off x="5532515" y="4591345"/>
              <a:ext cx="47553" cy="47553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7"/>
            <p:cNvSpPr/>
            <p:nvPr/>
          </p:nvSpPr>
          <p:spPr>
            <a:xfrm>
              <a:off x="5493153" y="1991578"/>
              <a:ext cx="126277" cy="126277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8"/>
            <p:cNvSpPr/>
            <p:nvPr/>
          </p:nvSpPr>
          <p:spPr>
            <a:xfrm>
              <a:off x="6169977" y="4591698"/>
              <a:ext cx="58030" cy="5803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9"/>
            <p:cNvSpPr/>
            <p:nvPr/>
          </p:nvSpPr>
          <p:spPr>
            <a:xfrm>
              <a:off x="6148550" y="3274011"/>
              <a:ext cx="100885" cy="100885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60"/>
            <p:cNvSpPr/>
            <p:nvPr/>
          </p:nvSpPr>
          <p:spPr>
            <a:xfrm>
              <a:off x="6790991" y="4716426"/>
              <a:ext cx="59941" cy="5994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tx61"/>
            <p:cNvSpPr/>
            <p:nvPr/>
          </p:nvSpPr>
          <p:spPr>
            <a:xfrm>
              <a:off x="753241" y="5195901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753241" y="4401929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91062" y="360795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691062" y="281398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691062" y="2020012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786055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143414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208264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269881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332078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399001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462733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5176228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584530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6451512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3777354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77" name="tx77"/>
            <p:cNvSpPr/>
            <p:nvPr/>
          </p:nvSpPr>
          <p:spPr>
            <a:xfrm rot="-5400000">
              <a:off x="36990" y="3606352"/>
              <a:ext cx="10796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mutasjoner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7312724" y="2345293"/>
              <a:ext cx="123489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sekvenser (n)</a:t>
              </a:r>
            </a:p>
          </p:txBody>
        </p:sp>
        <p:sp>
          <p:nvSpPr>
            <p:cNvPr id="79" name="pt79"/>
            <p:cNvSpPr/>
            <p:nvPr/>
          </p:nvSpPr>
          <p:spPr>
            <a:xfrm>
              <a:off x="7371841" y="2588756"/>
              <a:ext cx="101222" cy="101222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7357999" y="2794370"/>
              <a:ext cx="128905" cy="128905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7347427" y="3003254"/>
              <a:ext cx="150050" cy="150050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7338530" y="3213813"/>
              <a:ext cx="167844" cy="167844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tx83"/>
            <p:cNvSpPr/>
            <p:nvPr/>
          </p:nvSpPr>
          <p:spPr>
            <a:xfrm>
              <a:off x="7601769" y="2599362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7601769" y="2818818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7601769" y="3038274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300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7601769" y="3257730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400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7312724" y="3700541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88" name="pt88"/>
            <p:cNvSpPr/>
            <p:nvPr/>
          </p:nvSpPr>
          <p:spPr>
            <a:xfrm>
              <a:off x="7397626" y="3969789"/>
              <a:ext cx="49651" cy="4965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9"/>
            <p:cNvSpPr/>
            <p:nvPr/>
          </p:nvSpPr>
          <p:spPr>
            <a:xfrm>
              <a:off x="7397626" y="4189245"/>
              <a:ext cx="49651" cy="49651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90"/>
            <p:cNvSpPr/>
            <p:nvPr/>
          </p:nvSpPr>
          <p:spPr>
            <a:xfrm>
              <a:off x="7397626" y="4408701"/>
              <a:ext cx="49651" cy="49651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1"/>
            <p:cNvSpPr/>
            <p:nvPr/>
          </p:nvSpPr>
          <p:spPr>
            <a:xfrm>
              <a:off x="7397626" y="4628157"/>
              <a:ext cx="49651" cy="49651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2"/>
            <p:cNvSpPr/>
            <p:nvPr/>
          </p:nvSpPr>
          <p:spPr>
            <a:xfrm>
              <a:off x="7397626" y="4847613"/>
              <a:ext cx="49651" cy="4965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tx93"/>
            <p:cNvSpPr/>
            <p:nvPr/>
          </p:nvSpPr>
          <p:spPr>
            <a:xfrm>
              <a:off x="7601769" y="3954610"/>
              <a:ext cx="14913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94" name="tx94"/>
            <p:cNvSpPr/>
            <p:nvPr/>
          </p:nvSpPr>
          <p:spPr>
            <a:xfrm>
              <a:off x="7601769" y="4174066"/>
              <a:ext cx="2424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7601769" y="4393522"/>
              <a:ext cx="2424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7601769" y="4612978"/>
              <a:ext cx="2424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7601769" y="4832434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878051" y="1669789"/>
              <a:ext cx="3678265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Epitop mutasjoner per subklade over tid - A/H3N2</a:t>
              </a:r>
            </a:p>
          </p:txBody>
        </p:sp>
      </p:grpSp>
      <p:sp>
        <p:nvSpPr>
          <p:cNvPr id="9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Epitop mutasjoner per subklade over tid - A/H3N2</a:t>
            </a: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815871" y="4771300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815871" y="3988640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815871" y="3205980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815871" y="2423320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42625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06490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70355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334220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98085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62997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24768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86539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650404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815871" y="5162630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815871" y="4379970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815871" y="3597310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815871" y="2814650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815871" y="2031990"/>
              <a:ext cx="6288085" cy="0"/>
            </a:xfrm>
            <a:custGeom>
              <a:avLst/>
              <a:pathLst>
                <a:path w="6288085" h="0">
                  <a:moveTo>
                    <a:pt x="0" y="0"/>
                  </a:moveTo>
                  <a:lnTo>
                    <a:pt x="6288085" y="0"/>
                  </a:lnTo>
                  <a:lnTo>
                    <a:pt x="628808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10169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75081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37899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302811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3656294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430541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4954533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554083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618995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6818135" y="1894551"/>
              <a:ext cx="0" cy="3523635"/>
            </a:xfrm>
            <a:custGeom>
              <a:avLst/>
              <a:pathLst>
                <a:path w="0" h="3523635">
                  <a:moveTo>
                    <a:pt x="0" y="352363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3"/>
            <p:cNvSpPr/>
            <p:nvPr/>
          </p:nvSpPr>
          <p:spPr>
            <a:xfrm>
              <a:off x="1083643" y="5110195"/>
              <a:ext cx="36101" cy="3610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4"/>
            <p:cNvSpPr/>
            <p:nvPr/>
          </p:nvSpPr>
          <p:spPr>
            <a:xfrm>
              <a:off x="3615338" y="2013761"/>
              <a:ext cx="81910" cy="8191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5"/>
            <p:cNvSpPr/>
            <p:nvPr/>
          </p:nvSpPr>
          <p:spPr>
            <a:xfrm>
              <a:off x="3638243" y="5073831"/>
              <a:ext cx="36101" cy="3610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6"/>
            <p:cNvSpPr/>
            <p:nvPr/>
          </p:nvSpPr>
          <p:spPr>
            <a:xfrm>
              <a:off x="3638243" y="5063582"/>
              <a:ext cx="36101" cy="3610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7"/>
            <p:cNvSpPr/>
            <p:nvPr/>
          </p:nvSpPr>
          <p:spPr>
            <a:xfrm>
              <a:off x="4261755" y="3602902"/>
              <a:ext cx="87317" cy="87317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8"/>
            <p:cNvSpPr/>
            <p:nvPr/>
          </p:nvSpPr>
          <p:spPr>
            <a:xfrm>
              <a:off x="4264458" y="2857171"/>
              <a:ext cx="81910" cy="8191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9"/>
            <p:cNvSpPr/>
            <p:nvPr/>
          </p:nvSpPr>
          <p:spPr>
            <a:xfrm>
              <a:off x="4267527" y="3636896"/>
              <a:ext cx="75773" cy="75773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40"/>
            <p:cNvSpPr/>
            <p:nvPr/>
          </p:nvSpPr>
          <p:spPr>
            <a:xfrm>
              <a:off x="4257063" y="4224236"/>
              <a:ext cx="96701" cy="9670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1"/>
            <p:cNvSpPr/>
            <p:nvPr/>
          </p:nvSpPr>
          <p:spPr>
            <a:xfrm>
              <a:off x="4898499" y="3497686"/>
              <a:ext cx="112067" cy="112067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2"/>
            <p:cNvSpPr/>
            <p:nvPr/>
          </p:nvSpPr>
          <p:spPr>
            <a:xfrm>
              <a:off x="4868729" y="2730035"/>
              <a:ext cx="171607" cy="171607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3"/>
            <p:cNvSpPr/>
            <p:nvPr/>
          </p:nvSpPr>
          <p:spPr>
            <a:xfrm>
              <a:off x="4916647" y="5014289"/>
              <a:ext cx="75773" cy="75773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4"/>
            <p:cNvSpPr/>
            <p:nvPr/>
          </p:nvSpPr>
          <p:spPr>
            <a:xfrm>
              <a:off x="4925030" y="4352554"/>
              <a:ext cx="59005" cy="59005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5"/>
            <p:cNvSpPr/>
            <p:nvPr/>
          </p:nvSpPr>
          <p:spPr>
            <a:xfrm>
              <a:off x="4925030" y="4394705"/>
              <a:ext cx="59005" cy="59005"/>
            </a:xfrm>
            <a:prstGeom prst="ellipse">
              <a:avLst/>
            </a:prstGeom>
            <a:solidFill>
              <a:srgbClr val="E0F0F7">
                <a:alpha val="85098"/>
              </a:srgbClr>
            </a:solidFill>
            <a:ln w="9000" cap="rnd">
              <a:solidFill>
                <a:srgbClr val="E0F0F7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6"/>
            <p:cNvSpPr/>
            <p:nvPr/>
          </p:nvSpPr>
          <p:spPr>
            <a:xfrm>
              <a:off x="5474196" y="2690069"/>
              <a:ext cx="133277" cy="133277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7"/>
            <p:cNvSpPr/>
            <p:nvPr/>
          </p:nvSpPr>
          <p:spPr>
            <a:xfrm>
              <a:off x="5488427" y="2658539"/>
              <a:ext cx="104815" cy="104815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8"/>
            <p:cNvSpPr/>
            <p:nvPr/>
          </p:nvSpPr>
          <p:spPr>
            <a:xfrm>
              <a:off x="5522784" y="5193280"/>
              <a:ext cx="36101" cy="3610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9"/>
            <p:cNvSpPr/>
            <p:nvPr/>
          </p:nvSpPr>
          <p:spPr>
            <a:xfrm>
              <a:off x="5511332" y="5131314"/>
              <a:ext cx="59005" cy="59005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50"/>
            <p:cNvSpPr/>
            <p:nvPr/>
          </p:nvSpPr>
          <p:spPr>
            <a:xfrm>
              <a:off x="6160452" y="4276751"/>
              <a:ext cx="59005" cy="59005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1"/>
            <p:cNvSpPr/>
            <p:nvPr/>
          </p:nvSpPr>
          <p:spPr>
            <a:xfrm>
              <a:off x="6152068" y="3588623"/>
              <a:ext cx="75773" cy="75773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2"/>
            <p:cNvSpPr/>
            <p:nvPr/>
          </p:nvSpPr>
          <p:spPr>
            <a:xfrm>
              <a:off x="6107120" y="2798031"/>
              <a:ext cx="165670" cy="165670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3"/>
            <p:cNvSpPr/>
            <p:nvPr/>
          </p:nvSpPr>
          <p:spPr>
            <a:xfrm>
              <a:off x="6127549" y="5017960"/>
              <a:ext cx="124810" cy="124810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4"/>
            <p:cNvSpPr/>
            <p:nvPr/>
          </p:nvSpPr>
          <p:spPr>
            <a:xfrm>
              <a:off x="6129053" y="3551752"/>
              <a:ext cx="121802" cy="121802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5"/>
            <p:cNvSpPr/>
            <p:nvPr/>
          </p:nvSpPr>
          <p:spPr>
            <a:xfrm>
              <a:off x="6155708" y="3670356"/>
              <a:ext cx="68493" cy="68493"/>
            </a:xfrm>
            <a:prstGeom prst="ellipse">
              <a:avLst/>
            </a:prstGeom>
            <a:solidFill>
              <a:srgbClr val="E0F0F7">
                <a:alpha val="85098"/>
              </a:srgbClr>
            </a:solidFill>
            <a:ln w="9000" cap="rnd">
              <a:solidFill>
                <a:srgbClr val="E0F0F7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6"/>
            <p:cNvSpPr/>
            <p:nvPr/>
          </p:nvSpPr>
          <p:spPr>
            <a:xfrm>
              <a:off x="6738412" y="2814688"/>
              <a:ext cx="159447" cy="159447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7"/>
            <p:cNvSpPr/>
            <p:nvPr/>
          </p:nvSpPr>
          <p:spPr>
            <a:xfrm>
              <a:off x="6774476" y="5178820"/>
              <a:ext cx="87317" cy="87317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8"/>
            <p:cNvSpPr/>
            <p:nvPr/>
          </p:nvSpPr>
          <p:spPr>
            <a:xfrm>
              <a:off x="6800084" y="5239971"/>
              <a:ext cx="36101" cy="3610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tx59"/>
            <p:cNvSpPr/>
            <p:nvPr/>
          </p:nvSpPr>
          <p:spPr>
            <a:xfrm>
              <a:off x="691062" y="5122625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691062" y="4339965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691062" y="3557305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691062" y="2774645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691062" y="1991985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64" name="tx64"/>
            <p:cNvSpPr/>
            <p:nvPr/>
          </p:nvSpPr>
          <p:spPr>
            <a:xfrm rot="-2700000">
              <a:off x="72670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65" name="tx65"/>
            <p:cNvSpPr/>
            <p:nvPr/>
          </p:nvSpPr>
          <p:spPr>
            <a:xfrm rot="-2700000">
              <a:off x="13812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203592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26585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328668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396234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4606079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516077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583627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644868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3746265" y="5927094"/>
              <a:ext cx="42729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75" name="tx75"/>
            <p:cNvSpPr/>
            <p:nvPr/>
          </p:nvSpPr>
          <p:spPr>
            <a:xfrm rot="-5400000">
              <a:off x="36990" y="3606352"/>
              <a:ext cx="10796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mutasjoner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7312724" y="2235565"/>
              <a:ext cx="5826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77" name="pt77"/>
            <p:cNvSpPr/>
            <p:nvPr/>
          </p:nvSpPr>
          <p:spPr>
            <a:xfrm>
              <a:off x="7397626" y="2504813"/>
              <a:ext cx="49651" cy="49651"/>
            </a:xfrm>
            <a:prstGeom prst="ellipse">
              <a:avLst/>
            </a:prstGeom>
            <a:solidFill>
              <a:srgbClr val="EC7C73">
                <a:alpha val="85098"/>
              </a:srgbClr>
            </a:solidFill>
            <a:ln w="9000" cap="rnd">
              <a:solidFill>
                <a:srgbClr val="EC7C73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8"/>
            <p:cNvSpPr/>
            <p:nvPr/>
          </p:nvSpPr>
          <p:spPr>
            <a:xfrm>
              <a:off x="7397626" y="2724269"/>
              <a:ext cx="49651" cy="49651"/>
            </a:xfrm>
            <a:prstGeom prst="ellipse">
              <a:avLst/>
            </a:prstGeom>
            <a:solidFill>
              <a:srgbClr val="40436D">
                <a:alpha val="85098"/>
              </a:srgbClr>
            </a:solidFill>
            <a:ln w="9000" cap="rnd">
              <a:solidFill>
                <a:srgbClr val="40436D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9"/>
            <p:cNvSpPr/>
            <p:nvPr/>
          </p:nvSpPr>
          <p:spPr>
            <a:xfrm>
              <a:off x="7397626" y="2943725"/>
              <a:ext cx="49651" cy="49651"/>
            </a:xfrm>
            <a:prstGeom prst="ellipse">
              <a:avLst/>
            </a:prstGeom>
            <a:solidFill>
              <a:srgbClr val="61D2B2">
                <a:alpha val="85098"/>
              </a:srgbClr>
            </a:solidFill>
            <a:ln w="9000" cap="rnd">
              <a:solidFill>
                <a:srgbClr val="61D2B2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80"/>
            <p:cNvSpPr/>
            <p:nvPr/>
          </p:nvSpPr>
          <p:spPr>
            <a:xfrm>
              <a:off x="7397626" y="3163181"/>
              <a:ext cx="49651" cy="49651"/>
            </a:xfrm>
            <a:prstGeom prst="ellipse">
              <a:avLst/>
            </a:prstGeom>
            <a:solidFill>
              <a:srgbClr val="A93C38">
                <a:alpha val="85098"/>
              </a:srgbClr>
            </a:solidFill>
            <a:ln w="9000" cap="rnd">
              <a:solidFill>
                <a:srgbClr val="A93C38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1"/>
            <p:cNvSpPr/>
            <p:nvPr/>
          </p:nvSpPr>
          <p:spPr>
            <a:xfrm>
              <a:off x="7397626" y="3382637"/>
              <a:ext cx="49651" cy="49651"/>
            </a:xfrm>
            <a:prstGeom prst="ellipse">
              <a:avLst/>
            </a:prstGeom>
            <a:solidFill>
              <a:srgbClr val="F9DC8C">
                <a:alpha val="85098"/>
              </a:srgbClr>
            </a:solidFill>
            <a:ln w="9000" cap="rnd">
              <a:solidFill>
                <a:srgbClr val="F9DC8C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2"/>
            <p:cNvSpPr/>
            <p:nvPr/>
          </p:nvSpPr>
          <p:spPr>
            <a:xfrm>
              <a:off x="7397626" y="3602093"/>
              <a:ext cx="49651" cy="49651"/>
            </a:xfrm>
            <a:prstGeom prst="ellipse">
              <a:avLst/>
            </a:prstGeom>
            <a:solidFill>
              <a:srgbClr val="7176C9">
                <a:alpha val="85098"/>
              </a:srgbClr>
            </a:solidFill>
            <a:ln w="9000" cap="rnd">
              <a:solidFill>
                <a:srgbClr val="7176C9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3"/>
            <p:cNvSpPr/>
            <p:nvPr/>
          </p:nvSpPr>
          <p:spPr>
            <a:xfrm>
              <a:off x="7397626" y="3821549"/>
              <a:ext cx="49651" cy="49651"/>
            </a:xfrm>
            <a:prstGeom prst="ellipse">
              <a:avLst/>
            </a:prstGeom>
            <a:solidFill>
              <a:srgbClr val="E0F0F7">
                <a:alpha val="85098"/>
              </a:srgbClr>
            </a:solidFill>
            <a:ln w="9000" cap="rnd">
              <a:solidFill>
                <a:srgbClr val="E0F0F7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tx84"/>
            <p:cNvSpPr/>
            <p:nvPr/>
          </p:nvSpPr>
          <p:spPr>
            <a:xfrm>
              <a:off x="7601769" y="2489634"/>
              <a:ext cx="17391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7601769" y="2709090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7601769" y="2928546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7601769" y="3148002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7601769" y="3367458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7601769" y="3586914"/>
              <a:ext cx="3604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7601769" y="3806370"/>
              <a:ext cx="2671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7312724" y="4249181"/>
              <a:ext cx="123489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sekvenser (n)</a:t>
              </a:r>
            </a:p>
          </p:txBody>
        </p:sp>
        <p:sp>
          <p:nvSpPr>
            <p:cNvPr id="92" name="pt92"/>
            <p:cNvSpPr/>
            <p:nvPr/>
          </p:nvSpPr>
          <p:spPr>
            <a:xfrm>
              <a:off x="7370044" y="4490848"/>
              <a:ext cx="104815" cy="104815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3"/>
            <p:cNvSpPr/>
            <p:nvPr/>
          </p:nvSpPr>
          <p:spPr>
            <a:xfrm>
              <a:off x="7354482" y="4694741"/>
              <a:ext cx="135940" cy="135940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4"/>
            <p:cNvSpPr/>
            <p:nvPr/>
          </p:nvSpPr>
          <p:spPr>
            <a:xfrm>
              <a:off x="7342729" y="4902444"/>
              <a:ext cx="159447" cy="159447"/>
            </a:xfrm>
            <a:prstGeom prst="ellipse">
              <a:avLst/>
            </a:prstGeom>
            <a:solidFill>
              <a:srgbClr val="000000">
                <a:alpha val="85098"/>
              </a:srgbClr>
            </a:solidFill>
            <a:ln w="9000" cap="rnd">
              <a:solidFill>
                <a:srgbClr val="000000">
                  <a:alpha val="8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tx95"/>
            <p:cNvSpPr/>
            <p:nvPr/>
          </p:nvSpPr>
          <p:spPr>
            <a:xfrm>
              <a:off x="7601769" y="450325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7601769" y="472270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7601769" y="4942162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815871" y="1669789"/>
              <a:ext cx="3814785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Epitop mutasjoner per subklade over tid - B/Victoria</a:t>
              </a:r>
            </a:p>
          </p:txBody>
        </p:sp>
      </p:grpSp>
      <p:sp>
        <p:nvSpPr>
          <p:cNvPr id="9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Epitop mutasjoner per subklade over tid - B/Victoria</a:t>
            </a: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Seksjon: Glykosylering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r>
              <a:rPr/>
              <a:t>Glykosyleringssteder over tid per subtype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5213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6500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7808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094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0381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1667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2954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262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506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751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037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303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35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455586" y="5176081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455586" y="4772571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455586" y="4369061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455586" y="3965551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455586" y="3562040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455586" y="3158530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455586" y="2755020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455586" y="2351510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4581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584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7154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8462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9727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1035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22300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23608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4916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6097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27404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8670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681430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1656378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171013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432549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2301781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1525610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2807980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550662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2044464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1913696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1787146" y="497432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681430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1656378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2171013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2432549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2301781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1525610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2807980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2550662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2044464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1913696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1787146" y="457081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2681430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1656378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2171013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2432549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2301781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1525610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2807980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2550662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2044464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1913696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1787146" y="416730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2681430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1656378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2171013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2432549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2301781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1525610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2807980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2550662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2044464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1913696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1787146" y="3763796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2681430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1656378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2171013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2432549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2301781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1525610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2807980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2550662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2044464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1913696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1787146" y="336028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2681430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1656378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2171013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2432549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2301781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1525610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2807980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2550662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2044464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1913696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1787146" y="295677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1787146" y="2553265"/>
              <a:ext cx="118113" cy="403510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2681430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1656378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2171013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2432549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2301781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1525610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2807980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2550662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2044464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1913696" y="2149755"/>
              <a:ext cx="118113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1787146" y="2149755"/>
              <a:ext cx="118113" cy="403510"/>
            </a:xfrm>
            <a:prstGeom prst="rect">
              <a:avLst/>
            </a:prstGeom>
            <a:solidFill>
              <a:srgbClr val="17192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pl116"/>
            <p:cNvSpPr/>
            <p:nvPr/>
          </p:nvSpPr>
          <p:spPr>
            <a:xfrm>
              <a:off x="39145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l117"/>
            <p:cNvSpPr/>
            <p:nvPr/>
          </p:nvSpPr>
          <p:spPr>
            <a:xfrm>
              <a:off x="40431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41739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l119"/>
            <p:cNvSpPr/>
            <p:nvPr/>
          </p:nvSpPr>
          <p:spPr>
            <a:xfrm>
              <a:off x="43025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44312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l121"/>
            <p:cNvSpPr/>
            <p:nvPr/>
          </p:nvSpPr>
          <p:spPr>
            <a:xfrm>
              <a:off x="45599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l122"/>
            <p:cNvSpPr/>
            <p:nvPr/>
          </p:nvSpPr>
          <p:spPr>
            <a:xfrm>
              <a:off x="46885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48193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49437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50682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51968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53234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53867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l129"/>
            <p:cNvSpPr/>
            <p:nvPr/>
          </p:nvSpPr>
          <p:spPr>
            <a:xfrm>
              <a:off x="3848701" y="5287577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3848701" y="5069894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l131"/>
            <p:cNvSpPr/>
            <p:nvPr/>
          </p:nvSpPr>
          <p:spPr>
            <a:xfrm>
              <a:off x="3848701" y="4852211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3848701" y="4634528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3848701" y="4416845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3848701" y="4199162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3848701" y="3981479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3848701" y="3763796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l137"/>
            <p:cNvSpPr/>
            <p:nvPr/>
          </p:nvSpPr>
          <p:spPr>
            <a:xfrm>
              <a:off x="3848701" y="3546112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3848701" y="3328429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3848701" y="3110746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l140"/>
            <p:cNvSpPr/>
            <p:nvPr/>
          </p:nvSpPr>
          <p:spPr>
            <a:xfrm>
              <a:off x="3848701" y="2893063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l141"/>
            <p:cNvSpPr/>
            <p:nvPr/>
          </p:nvSpPr>
          <p:spPr>
            <a:xfrm>
              <a:off x="3848701" y="2675380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3848701" y="2457697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l143"/>
            <p:cNvSpPr/>
            <p:nvPr/>
          </p:nvSpPr>
          <p:spPr>
            <a:xfrm>
              <a:off x="3848701" y="2240014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38512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l145"/>
            <p:cNvSpPr/>
            <p:nvPr/>
          </p:nvSpPr>
          <p:spPr>
            <a:xfrm>
              <a:off x="39777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l146"/>
            <p:cNvSpPr/>
            <p:nvPr/>
          </p:nvSpPr>
          <p:spPr>
            <a:xfrm>
              <a:off x="41085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l147"/>
            <p:cNvSpPr/>
            <p:nvPr/>
          </p:nvSpPr>
          <p:spPr>
            <a:xfrm>
              <a:off x="42393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l148"/>
            <p:cNvSpPr/>
            <p:nvPr/>
          </p:nvSpPr>
          <p:spPr>
            <a:xfrm>
              <a:off x="43658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l149"/>
            <p:cNvSpPr/>
            <p:nvPr/>
          </p:nvSpPr>
          <p:spPr>
            <a:xfrm>
              <a:off x="44966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l150"/>
            <p:cNvSpPr/>
            <p:nvPr/>
          </p:nvSpPr>
          <p:spPr>
            <a:xfrm>
              <a:off x="46231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1"/>
            <p:cNvSpPr/>
            <p:nvPr/>
          </p:nvSpPr>
          <p:spPr>
            <a:xfrm>
              <a:off x="47539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2"/>
            <p:cNvSpPr/>
            <p:nvPr/>
          </p:nvSpPr>
          <p:spPr>
            <a:xfrm>
              <a:off x="48847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l153"/>
            <p:cNvSpPr/>
            <p:nvPr/>
          </p:nvSpPr>
          <p:spPr>
            <a:xfrm>
              <a:off x="50028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l154"/>
            <p:cNvSpPr/>
            <p:nvPr/>
          </p:nvSpPr>
          <p:spPr>
            <a:xfrm>
              <a:off x="51336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l155"/>
            <p:cNvSpPr/>
            <p:nvPr/>
          </p:nvSpPr>
          <p:spPr>
            <a:xfrm>
              <a:off x="52601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rc156"/>
            <p:cNvSpPr/>
            <p:nvPr/>
          </p:nvSpPr>
          <p:spPr>
            <a:xfrm>
              <a:off x="5074545" y="2348855"/>
              <a:ext cx="118113" cy="217683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7" name="rc157"/>
            <p:cNvSpPr/>
            <p:nvPr/>
          </p:nvSpPr>
          <p:spPr>
            <a:xfrm>
              <a:off x="4564128" y="2348855"/>
              <a:ext cx="118113" cy="217683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8" name="rc158"/>
            <p:cNvSpPr/>
            <p:nvPr/>
          </p:nvSpPr>
          <p:spPr>
            <a:xfrm>
              <a:off x="4825664" y="2348855"/>
              <a:ext cx="118113" cy="217683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9" name="rc159"/>
            <p:cNvSpPr/>
            <p:nvPr/>
          </p:nvSpPr>
          <p:spPr>
            <a:xfrm>
              <a:off x="4694896" y="2348855"/>
              <a:ext cx="118113" cy="21768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0" name="rc160"/>
            <p:cNvSpPr/>
            <p:nvPr/>
          </p:nvSpPr>
          <p:spPr>
            <a:xfrm>
              <a:off x="5201095" y="2348855"/>
              <a:ext cx="118113" cy="217683"/>
            </a:xfrm>
            <a:prstGeom prst="rect">
              <a:avLst/>
            </a:prstGeom>
            <a:solidFill>
              <a:srgbClr val="8087D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1" name="rc161"/>
            <p:cNvSpPr/>
            <p:nvPr/>
          </p:nvSpPr>
          <p:spPr>
            <a:xfrm>
              <a:off x="4943777" y="2348855"/>
              <a:ext cx="118113" cy="217683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2" name="rc162"/>
            <p:cNvSpPr/>
            <p:nvPr/>
          </p:nvSpPr>
          <p:spPr>
            <a:xfrm>
              <a:off x="4437579" y="2348855"/>
              <a:ext cx="118113" cy="217683"/>
            </a:xfrm>
            <a:prstGeom prst="rect">
              <a:avLst/>
            </a:prstGeom>
            <a:solidFill>
              <a:srgbClr val="F0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3" name="rc163"/>
            <p:cNvSpPr/>
            <p:nvPr/>
          </p:nvSpPr>
          <p:spPr>
            <a:xfrm>
              <a:off x="4306811" y="2348855"/>
              <a:ext cx="118113" cy="217683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4" name="rc164"/>
            <p:cNvSpPr/>
            <p:nvPr/>
          </p:nvSpPr>
          <p:spPr>
            <a:xfrm>
              <a:off x="4180261" y="2348855"/>
              <a:ext cx="118113" cy="217683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5" name="rc165"/>
            <p:cNvSpPr/>
            <p:nvPr/>
          </p:nvSpPr>
          <p:spPr>
            <a:xfrm>
              <a:off x="5074545" y="2131172"/>
              <a:ext cx="118113" cy="217683"/>
            </a:xfrm>
            <a:prstGeom prst="rect">
              <a:avLst/>
            </a:prstGeom>
            <a:solidFill>
              <a:srgbClr val="2B2D4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6" name="rc166"/>
            <p:cNvSpPr/>
            <p:nvPr/>
          </p:nvSpPr>
          <p:spPr>
            <a:xfrm>
              <a:off x="4049493" y="2131172"/>
              <a:ext cx="118113" cy="217683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7" name="rc167"/>
            <p:cNvSpPr/>
            <p:nvPr/>
          </p:nvSpPr>
          <p:spPr>
            <a:xfrm>
              <a:off x="4564128" y="2131172"/>
              <a:ext cx="118113" cy="217683"/>
            </a:xfrm>
            <a:prstGeom prst="rect">
              <a:avLst/>
            </a:prstGeom>
            <a:solidFill>
              <a:srgbClr val="1C1E3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8" name="rc168"/>
            <p:cNvSpPr/>
            <p:nvPr/>
          </p:nvSpPr>
          <p:spPr>
            <a:xfrm>
              <a:off x="4825664" y="2131172"/>
              <a:ext cx="118113" cy="217683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9" name="rc169"/>
            <p:cNvSpPr/>
            <p:nvPr/>
          </p:nvSpPr>
          <p:spPr>
            <a:xfrm>
              <a:off x="4694896" y="2131172"/>
              <a:ext cx="118113" cy="217683"/>
            </a:xfrm>
            <a:prstGeom prst="rect">
              <a:avLst/>
            </a:prstGeom>
            <a:solidFill>
              <a:srgbClr val="181A3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0" name="rc170"/>
            <p:cNvSpPr/>
            <p:nvPr/>
          </p:nvSpPr>
          <p:spPr>
            <a:xfrm>
              <a:off x="5201095" y="2131172"/>
              <a:ext cx="118113" cy="217683"/>
            </a:xfrm>
            <a:prstGeom prst="rect">
              <a:avLst/>
            </a:prstGeom>
            <a:solidFill>
              <a:srgbClr val="8087D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1" name="rc171"/>
            <p:cNvSpPr/>
            <p:nvPr/>
          </p:nvSpPr>
          <p:spPr>
            <a:xfrm>
              <a:off x="4943777" y="2131172"/>
              <a:ext cx="118113" cy="217683"/>
            </a:xfrm>
            <a:prstGeom prst="rect">
              <a:avLst/>
            </a:prstGeom>
            <a:solidFill>
              <a:srgbClr val="24264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2" name="rc172"/>
            <p:cNvSpPr/>
            <p:nvPr/>
          </p:nvSpPr>
          <p:spPr>
            <a:xfrm>
              <a:off x="4437579" y="2131172"/>
              <a:ext cx="118113" cy="217683"/>
            </a:xfrm>
            <a:prstGeom prst="rect">
              <a:avLst/>
            </a:prstGeom>
            <a:solidFill>
              <a:srgbClr val="23253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3" name="rc173"/>
            <p:cNvSpPr/>
            <p:nvPr/>
          </p:nvSpPr>
          <p:spPr>
            <a:xfrm>
              <a:off x="4306811" y="2131172"/>
              <a:ext cx="118113" cy="217683"/>
            </a:xfrm>
            <a:prstGeom prst="rect">
              <a:avLst/>
            </a:prstGeom>
            <a:solidFill>
              <a:srgbClr val="1A1C3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4" name="rc174"/>
            <p:cNvSpPr/>
            <p:nvPr/>
          </p:nvSpPr>
          <p:spPr>
            <a:xfrm>
              <a:off x="4180261" y="2131172"/>
              <a:ext cx="118113" cy="217683"/>
            </a:xfrm>
            <a:prstGeom prst="rect">
              <a:avLst/>
            </a:prstGeom>
            <a:solidFill>
              <a:srgbClr val="1A1C3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5" name="rc175"/>
            <p:cNvSpPr/>
            <p:nvPr/>
          </p:nvSpPr>
          <p:spPr>
            <a:xfrm>
              <a:off x="4437579" y="5178736"/>
              <a:ext cx="118113" cy="217683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6" name="rc176"/>
            <p:cNvSpPr/>
            <p:nvPr/>
          </p:nvSpPr>
          <p:spPr>
            <a:xfrm>
              <a:off x="5074545" y="496105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7" name="rc177"/>
            <p:cNvSpPr/>
            <p:nvPr/>
          </p:nvSpPr>
          <p:spPr>
            <a:xfrm>
              <a:off x="4049493" y="4961053"/>
              <a:ext cx="118113" cy="217683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8" name="rc178"/>
            <p:cNvSpPr/>
            <p:nvPr/>
          </p:nvSpPr>
          <p:spPr>
            <a:xfrm>
              <a:off x="4564128" y="496105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9" name="rc179"/>
            <p:cNvSpPr/>
            <p:nvPr/>
          </p:nvSpPr>
          <p:spPr>
            <a:xfrm>
              <a:off x="4825664" y="496105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0" name="rc180"/>
            <p:cNvSpPr/>
            <p:nvPr/>
          </p:nvSpPr>
          <p:spPr>
            <a:xfrm>
              <a:off x="4694896" y="496105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1" name="rc181"/>
            <p:cNvSpPr/>
            <p:nvPr/>
          </p:nvSpPr>
          <p:spPr>
            <a:xfrm>
              <a:off x="5201095" y="496105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2" name="rc182"/>
            <p:cNvSpPr/>
            <p:nvPr/>
          </p:nvSpPr>
          <p:spPr>
            <a:xfrm>
              <a:off x="4943777" y="496105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3" name="rc183"/>
            <p:cNvSpPr/>
            <p:nvPr/>
          </p:nvSpPr>
          <p:spPr>
            <a:xfrm>
              <a:off x="4437579" y="4961053"/>
              <a:ext cx="118113" cy="217683"/>
            </a:xfrm>
            <a:prstGeom prst="rect">
              <a:avLst/>
            </a:prstGeom>
            <a:solidFill>
              <a:srgbClr val="17192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4" name="rc184"/>
            <p:cNvSpPr/>
            <p:nvPr/>
          </p:nvSpPr>
          <p:spPr>
            <a:xfrm>
              <a:off x="4306811" y="496105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5" name="rc185"/>
            <p:cNvSpPr/>
            <p:nvPr/>
          </p:nvSpPr>
          <p:spPr>
            <a:xfrm>
              <a:off x="4180261" y="4743370"/>
              <a:ext cx="118113" cy="217683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6" name="rc186"/>
            <p:cNvSpPr/>
            <p:nvPr/>
          </p:nvSpPr>
          <p:spPr>
            <a:xfrm>
              <a:off x="4180261" y="4961053"/>
              <a:ext cx="118113" cy="217683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7" name="rc187"/>
            <p:cNvSpPr/>
            <p:nvPr/>
          </p:nvSpPr>
          <p:spPr>
            <a:xfrm>
              <a:off x="5074545" y="4525686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8" name="rc188"/>
            <p:cNvSpPr/>
            <p:nvPr/>
          </p:nvSpPr>
          <p:spPr>
            <a:xfrm>
              <a:off x="4049493" y="4525686"/>
              <a:ext cx="118113" cy="217683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9" name="rc189"/>
            <p:cNvSpPr/>
            <p:nvPr/>
          </p:nvSpPr>
          <p:spPr>
            <a:xfrm>
              <a:off x="4564128" y="4525686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0" name="rc190"/>
            <p:cNvSpPr/>
            <p:nvPr/>
          </p:nvSpPr>
          <p:spPr>
            <a:xfrm>
              <a:off x="4825664" y="4525686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1" name="rc191"/>
            <p:cNvSpPr/>
            <p:nvPr/>
          </p:nvSpPr>
          <p:spPr>
            <a:xfrm>
              <a:off x="4694896" y="4525686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2" name="rc192"/>
            <p:cNvSpPr/>
            <p:nvPr/>
          </p:nvSpPr>
          <p:spPr>
            <a:xfrm>
              <a:off x="5201095" y="4525686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3" name="rc193"/>
            <p:cNvSpPr/>
            <p:nvPr/>
          </p:nvSpPr>
          <p:spPr>
            <a:xfrm>
              <a:off x="4943777" y="4525686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4" name="rc194"/>
            <p:cNvSpPr/>
            <p:nvPr/>
          </p:nvSpPr>
          <p:spPr>
            <a:xfrm>
              <a:off x="4437579" y="4525686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5" name="rc195"/>
            <p:cNvSpPr/>
            <p:nvPr/>
          </p:nvSpPr>
          <p:spPr>
            <a:xfrm>
              <a:off x="4306811" y="4525686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6" name="rc196"/>
            <p:cNvSpPr/>
            <p:nvPr/>
          </p:nvSpPr>
          <p:spPr>
            <a:xfrm>
              <a:off x="4180261" y="4525686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7" name="rc197"/>
            <p:cNvSpPr/>
            <p:nvPr/>
          </p:nvSpPr>
          <p:spPr>
            <a:xfrm>
              <a:off x="5074545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8" name="rc198"/>
            <p:cNvSpPr/>
            <p:nvPr/>
          </p:nvSpPr>
          <p:spPr>
            <a:xfrm>
              <a:off x="4049493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9" name="rc199"/>
            <p:cNvSpPr/>
            <p:nvPr/>
          </p:nvSpPr>
          <p:spPr>
            <a:xfrm>
              <a:off x="4564128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0" name="rc200"/>
            <p:cNvSpPr/>
            <p:nvPr/>
          </p:nvSpPr>
          <p:spPr>
            <a:xfrm>
              <a:off x="4825664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1" name="rc201"/>
            <p:cNvSpPr/>
            <p:nvPr/>
          </p:nvSpPr>
          <p:spPr>
            <a:xfrm>
              <a:off x="4694896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2" name="rc202"/>
            <p:cNvSpPr/>
            <p:nvPr/>
          </p:nvSpPr>
          <p:spPr>
            <a:xfrm>
              <a:off x="5201095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3" name="rc203"/>
            <p:cNvSpPr/>
            <p:nvPr/>
          </p:nvSpPr>
          <p:spPr>
            <a:xfrm>
              <a:off x="4943777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4" name="rc204"/>
            <p:cNvSpPr/>
            <p:nvPr/>
          </p:nvSpPr>
          <p:spPr>
            <a:xfrm>
              <a:off x="4437579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5" name="rc205"/>
            <p:cNvSpPr/>
            <p:nvPr/>
          </p:nvSpPr>
          <p:spPr>
            <a:xfrm>
              <a:off x="4306811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6" name="rc206"/>
            <p:cNvSpPr/>
            <p:nvPr/>
          </p:nvSpPr>
          <p:spPr>
            <a:xfrm>
              <a:off x="4180261" y="4308003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7" name="rc207"/>
            <p:cNvSpPr/>
            <p:nvPr/>
          </p:nvSpPr>
          <p:spPr>
            <a:xfrm>
              <a:off x="5074545" y="4090320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8" name="rc208"/>
            <p:cNvSpPr/>
            <p:nvPr/>
          </p:nvSpPr>
          <p:spPr>
            <a:xfrm>
              <a:off x="4049493" y="4090320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9" name="rc209"/>
            <p:cNvSpPr/>
            <p:nvPr/>
          </p:nvSpPr>
          <p:spPr>
            <a:xfrm>
              <a:off x="4564128" y="4090320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0" name="rc210"/>
            <p:cNvSpPr/>
            <p:nvPr/>
          </p:nvSpPr>
          <p:spPr>
            <a:xfrm>
              <a:off x="4825664" y="4090320"/>
              <a:ext cx="118113" cy="217683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1" name="rc211"/>
            <p:cNvSpPr/>
            <p:nvPr/>
          </p:nvSpPr>
          <p:spPr>
            <a:xfrm>
              <a:off x="4694896" y="4090320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2" name="rc212"/>
            <p:cNvSpPr/>
            <p:nvPr/>
          </p:nvSpPr>
          <p:spPr>
            <a:xfrm>
              <a:off x="5201095" y="4090320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3" name="rc213"/>
            <p:cNvSpPr/>
            <p:nvPr/>
          </p:nvSpPr>
          <p:spPr>
            <a:xfrm>
              <a:off x="4943777" y="4090320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4" name="rc214"/>
            <p:cNvSpPr/>
            <p:nvPr/>
          </p:nvSpPr>
          <p:spPr>
            <a:xfrm>
              <a:off x="4437579" y="4090320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5" name="rc215"/>
            <p:cNvSpPr/>
            <p:nvPr/>
          </p:nvSpPr>
          <p:spPr>
            <a:xfrm>
              <a:off x="4306811" y="4090320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6" name="rc216"/>
            <p:cNvSpPr/>
            <p:nvPr/>
          </p:nvSpPr>
          <p:spPr>
            <a:xfrm>
              <a:off x="4180261" y="4090320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7" name="rc217"/>
            <p:cNvSpPr/>
            <p:nvPr/>
          </p:nvSpPr>
          <p:spPr>
            <a:xfrm>
              <a:off x="5074545" y="3872637"/>
              <a:ext cx="118113" cy="217683"/>
            </a:xfrm>
            <a:prstGeom prst="rect">
              <a:avLst/>
            </a:prstGeom>
            <a:solidFill>
              <a:srgbClr val="2B2D4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8" name="rc218"/>
            <p:cNvSpPr/>
            <p:nvPr/>
          </p:nvSpPr>
          <p:spPr>
            <a:xfrm>
              <a:off x="4049493" y="3872637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9" name="rc219"/>
            <p:cNvSpPr/>
            <p:nvPr/>
          </p:nvSpPr>
          <p:spPr>
            <a:xfrm>
              <a:off x="4564128" y="3872637"/>
              <a:ext cx="118113" cy="217683"/>
            </a:xfrm>
            <a:prstGeom prst="rect">
              <a:avLst/>
            </a:prstGeom>
            <a:solidFill>
              <a:srgbClr val="1C1E3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0" name="rc220"/>
            <p:cNvSpPr/>
            <p:nvPr/>
          </p:nvSpPr>
          <p:spPr>
            <a:xfrm>
              <a:off x="4825664" y="3872637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1" name="rc221"/>
            <p:cNvSpPr/>
            <p:nvPr/>
          </p:nvSpPr>
          <p:spPr>
            <a:xfrm>
              <a:off x="4694896" y="3872637"/>
              <a:ext cx="118113" cy="217683"/>
            </a:xfrm>
            <a:prstGeom prst="rect">
              <a:avLst/>
            </a:prstGeom>
            <a:solidFill>
              <a:srgbClr val="181A3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2" name="rc222"/>
            <p:cNvSpPr/>
            <p:nvPr/>
          </p:nvSpPr>
          <p:spPr>
            <a:xfrm>
              <a:off x="5201095" y="3872637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3" name="rc223"/>
            <p:cNvSpPr/>
            <p:nvPr/>
          </p:nvSpPr>
          <p:spPr>
            <a:xfrm>
              <a:off x="4943777" y="3872637"/>
              <a:ext cx="118113" cy="217683"/>
            </a:xfrm>
            <a:prstGeom prst="rect">
              <a:avLst/>
            </a:prstGeom>
            <a:solidFill>
              <a:srgbClr val="1F213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4" name="rc224"/>
            <p:cNvSpPr/>
            <p:nvPr/>
          </p:nvSpPr>
          <p:spPr>
            <a:xfrm>
              <a:off x="4437579" y="3872637"/>
              <a:ext cx="118113" cy="217683"/>
            </a:xfrm>
            <a:prstGeom prst="rect">
              <a:avLst/>
            </a:prstGeom>
            <a:solidFill>
              <a:srgbClr val="23253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5" name="rc225"/>
            <p:cNvSpPr/>
            <p:nvPr/>
          </p:nvSpPr>
          <p:spPr>
            <a:xfrm>
              <a:off x="4306811" y="3872637"/>
              <a:ext cx="118113" cy="217683"/>
            </a:xfrm>
            <a:prstGeom prst="rect">
              <a:avLst/>
            </a:prstGeom>
            <a:solidFill>
              <a:srgbClr val="17182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6" name="rc226"/>
            <p:cNvSpPr/>
            <p:nvPr/>
          </p:nvSpPr>
          <p:spPr>
            <a:xfrm>
              <a:off x="4180261" y="3872637"/>
              <a:ext cx="118113" cy="217683"/>
            </a:xfrm>
            <a:prstGeom prst="rect">
              <a:avLst/>
            </a:prstGeom>
            <a:solidFill>
              <a:srgbClr val="1A1C3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7" name="rc227"/>
            <p:cNvSpPr/>
            <p:nvPr/>
          </p:nvSpPr>
          <p:spPr>
            <a:xfrm>
              <a:off x="5074545" y="3654954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8" name="rc228"/>
            <p:cNvSpPr/>
            <p:nvPr/>
          </p:nvSpPr>
          <p:spPr>
            <a:xfrm>
              <a:off x="4049493" y="3654954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9" name="rc229"/>
            <p:cNvSpPr/>
            <p:nvPr/>
          </p:nvSpPr>
          <p:spPr>
            <a:xfrm>
              <a:off x="4564128" y="3654954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0" name="rc230"/>
            <p:cNvSpPr/>
            <p:nvPr/>
          </p:nvSpPr>
          <p:spPr>
            <a:xfrm>
              <a:off x="4825664" y="3654954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1" name="rc231"/>
            <p:cNvSpPr/>
            <p:nvPr/>
          </p:nvSpPr>
          <p:spPr>
            <a:xfrm>
              <a:off x="4694896" y="3654954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2" name="rc232"/>
            <p:cNvSpPr/>
            <p:nvPr/>
          </p:nvSpPr>
          <p:spPr>
            <a:xfrm>
              <a:off x="5201095" y="3654954"/>
              <a:ext cx="118113" cy="217683"/>
            </a:xfrm>
            <a:prstGeom prst="rect">
              <a:avLst/>
            </a:prstGeom>
            <a:solidFill>
              <a:srgbClr val="8087D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3" name="rc233"/>
            <p:cNvSpPr/>
            <p:nvPr/>
          </p:nvSpPr>
          <p:spPr>
            <a:xfrm>
              <a:off x="4943777" y="3654954"/>
              <a:ext cx="118113" cy="217683"/>
            </a:xfrm>
            <a:prstGeom prst="rect">
              <a:avLst/>
            </a:prstGeom>
            <a:solidFill>
              <a:srgbClr val="17182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4" name="rc234"/>
            <p:cNvSpPr/>
            <p:nvPr/>
          </p:nvSpPr>
          <p:spPr>
            <a:xfrm>
              <a:off x="4437579" y="3654954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5" name="rc235"/>
            <p:cNvSpPr/>
            <p:nvPr/>
          </p:nvSpPr>
          <p:spPr>
            <a:xfrm>
              <a:off x="4306811" y="3654954"/>
              <a:ext cx="118113" cy="217683"/>
            </a:xfrm>
            <a:prstGeom prst="rect">
              <a:avLst/>
            </a:prstGeom>
            <a:solidFill>
              <a:srgbClr val="17182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6" name="rc236"/>
            <p:cNvSpPr/>
            <p:nvPr/>
          </p:nvSpPr>
          <p:spPr>
            <a:xfrm>
              <a:off x="4180261" y="3654954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7" name="rc237"/>
            <p:cNvSpPr/>
            <p:nvPr/>
          </p:nvSpPr>
          <p:spPr>
            <a:xfrm>
              <a:off x="5074545" y="3437271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8" name="rc238"/>
            <p:cNvSpPr/>
            <p:nvPr/>
          </p:nvSpPr>
          <p:spPr>
            <a:xfrm>
              <a:off x="4049493" y="3437271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9" name="rc239"/>
            <p:cNvSpPr/>
            <p:nvPr/>
          </p:nvSpPr>
          <p:spPr>
            <a:xfrm>
              <a:off x="4564128" y="3437271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0" name="rc240"/>
            <p:cNvSpPr/>
            <p:nvPr/>
          </p:nvSpPr>
          <p:spPr>
            <a:xfrm>
              <a:off x="4825664" y="3437271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1" name="rc241"/>
            <p:cNvSpPr/>
            <p:nvPr/>
          </p:nvSpPr>
          <p:spPr>
            <a:xfrm>
              <a:off x="4694896" y="3437271"/>
              <a:ext cx="118113" cy="217683"/>
            </a:xfrm>
            <a:prstGeom prst="rect">
              <a:avLst/>
            </a:prstGeom>
            <a:solidFill>
              <a:srgbClr val="181A3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2" name="rc242"/>
            <p:cNvSpPr/>
            <p:nvPr/>
          </p:nvSpPr>
          <p:spPr>
            <a:xfrm>
              <a:off x="5201095" y="3437271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3" name="rc243"/>
            <p:cNvSpPr/>
            <p:nvPr/>
          </p:nvSpPr>
          <p:spPr>
            <a:xfrm>
              <a:off x="4943777" y="3437271"/>
              <a:ext cx="118113" cy="217683"/>
            </a:xfrm>
            <a:prstGeom prst="rect">
              <a:avLst/>
            </a:prstGeom>
            <a:solidFill>
              <a:srgbClr val="17182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4" name="rc244"/>
            <p:cNvSpPr/>
            <p:nvPr/>
          </p:nvSpPr>
          <p:spPr>
            <a:xfrm>
              <a:off x="4437579" y="3437271"/>
              <a:ext cx="118113" cy="217683"/>
            </a:xfrm>
            <a:prstGeom prst="rect">
              <a:avLst/>
            </a:prstGeom>
            <a:solidFill>
              <a:srgbClr val="16172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5" name="rc245"/>
            <p:cNvSpPr/>
            <p:nvPr/>
          </p:nvSpPr>
          <p:spPr>
            <a:xfrm>
              <a:off x="4306811" y="3437271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6" name="rc246"/>
            <p:cNvSpPr/>
            <p:nvPr/>
          </p:nvSpPr>
          <p:spPr>
            <a:xfrm>
              <a:off x="4180261" y="3437271"/>
              <a:ext cx="118113" cy="217683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7" name="rc247"/>
            <p:cNvSpPr/>
            <p:nvPr/>
          </p:nvSpPr>
          <p:spPr>
            <a:xfrm>
              <a:off x="4564128" y="3219588"/>
              <a:ext cx="118113" cy="217683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8" name="rc248"/>
            <p:cNvSpPr/>
            <p:nvPr/>
          </p:nvSpPr>
          <p:spPr>
            <a:xfrm>
              <a:off x="4943777" y="3219588"/>
              <a:ext cx="118113" cy="217683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9" name="rc249"/>
            <p:cNvSpPr/>
            <p:nvPr/>
          </p:nvSpPr>
          <p:spPr>
            <a:xfrm>
              <a:off x="4437579" y="3219588"/>
              <a:ext cx="118113" cy="217683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0" name="rc250"/>
            <p:cNvSpPr/>
            <p:nvPr/>
          </p:nvSpPr>
          <p:spPr>
            <a:xfrm>
              <a:off x="4306811" y="3219588"/>
              <a:ext cx="118113" cy="217683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1" name="rc251"/>
            <p:cNvSpPr/>
            <p:nvPr/>
          </p:nvSpPr>
          <p:spPr>
            <a:xfrm>
              <a:off x="4180261" y="3219588"/>
              <a:ext cx="118113" cy="217683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2" name="rc252"/>
            <p:cNvSpPr/>
            <p:nvPr/>
          </p:nvSpPr>
          <p:spPr>
            <a:xfrm>
              <a:off x="4564128" y="3001905"/>
              <a:ext cx="118113" cy="217683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3" name="rc253"/>
            <p:cNvSpPr/>
            <p:nvPr/>
          </p:nvSpPr>
          <p:spPr>
            <a:xfrm>
              <a:off x="4825664" y="3001905"/>
              <a:ext cx="118113" cy="217683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4" name="rc254"/>
            <p:cNvSpPr/>
            <p:nvPr/>
          </p:nvSpPr>
          <p:spPr>
            <a:xfrm>
              <a:off x="4694896" y="3001905"/>
              <a:ext cx="118113" cy="217683"/>
            </a:xfrm>
            <a:prstGeom prst="rect">
              <a:avLst/>
            </a:prstGeom>
            <a:solidFill>
              <a:srgbClr val="F3F5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5" name="rc255"/>
            <p:cNvSpPr/>
            <p:nvPr/>
          </p:nvSpPr>
          <p:spPr>
            <a:xfrm>
              <a:off x="5201095" y="3001905"/>
              <a:ext cx="118113" cy="217683"/>
            </a:xfrm>
            <a:prstGeom prst="rect">
              <a:avLst/>
            </a:prstGeom>
            <a:solidFill>
              <a:srgbClr val="8087D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6" name="rc256"/>
            <p:cNvSpPr/>
            <p:nvPr/>
          </p:nvSpPr>
          <p:spPr>
            <a:xfrm>
              <a:off x="4943777" y="3001905"/>
              <a:ext cx="118113" cy="217683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7" name="rc257"/>
            <p:cNvSpPr/>
            <p:nvPr/>
          </p:nvSpPr>
          <p:spPr>
            <a:xfrm>
              <a:off x="4437579" y="3001905"/>
              <a:ext cx="118113" cy="217683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8" name="rc258"/>
            <p:cNvSpPr/>
            <p:nvPr/>
          </p:nvSpPr>
          <p:spPr>
            <a:xfrm>
              <a:off x="5074545" y="2784221"/>
              <a:ext cx="118113" cy="217683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9" name="rc259"/>
            <p:cNvSpPr/>
            <p:nvPr/>
          </p:nvSpPr>
          <p:spPr>
            <a:xfrm>
              <a:off x="4049493" y="2784221"/>
              <a:ext cx="118113" cy="217683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0" name="rc260"/>
            <p:cNvSpPr/>
            <p:nvPr/>
          </p:nvSpPr>
          <p:spPr>
            <a:xfrm>
              <a:off x="4437579" y="2784221"/>
              <a:ext cx="118113" cy="217683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1" name="rc261"/>
            <p:cNvSpPr/>
            <p:nvPr/>
          </p:nvSpPr>
          <p:spPr>
            <a:xfrm>
              <a:off x="4049493" y="2566538"/>
              <a:ext cx="118113" cy="217683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2" name="pl262"/>
            <p:cNvSpPr/>
            <p:nvPr/>
          </p:nvSpPr>
          <p:spPr>
            <a:xfrm>
              <a:off x="62891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l263"/>
            <p:cNvSpPr/>
            <p:nvPr/>
          </p:nvSpPr>
          <p:spPr>
            <a:xfrm>
              <a:off x="64178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l264"/>
            <p:cNvSpPr/>
            <p:nvPr/>
          </p:nvSpPr>
          <p:spPr>
            <a:xfrm>
              <a:off x="65485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l265"/>
            <p:cNvSpPr/>
            <p:nvPr/>
          </p:nvSpPr>
          <p:spPr>
            <a:xfrm>
              <a:off x="66772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l266"/>
            <p:cNvSpPr/>
            <p:nvPr/>
          </p:nvSpPr>
          <p:spPr>
            <a:xfrm>
              <a:off x="68058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l267"/>
            <p:cNvSpPr/>
            <p:nvPr/>
          </p:nvSpPr>
          <p:spPr>
            <a:xfrm>
              <a:off x="69345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l268"/>
            <p:cNvSpPr/>
            <p:nvPr/>
          </p:nvSpPr>
          <p:spPr>
            <a:xfrm>
              <a:off x="70632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l269"/>
            <p:cNvSpPr/>
            <p:nvPr/>
          </p:nvSpPr>
          <p:spPr>
            <a:xfrm>
              <a:off x="71939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l270"/>
            <p:cNvSpPr/>
            <p:nvPr/>
          </p:nvSpPr>
          <p:spPr>
            <a:xfrm>
              <a:off x="73184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l271"/>
            <p:cNvSpPr/>
            <p:nvPr/>
          </p:nvSpPr>
          <p:spPr>
            <a:xfrm>
              <a:off x="74428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l272"/>
            <p:cNvSpPr/>
            <p:nvPr/>
          </p:nvSpPr>
          <p:spPr>
            <a:xfrm>
              <a:off x="75715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l273"/>
            <p:cNvSpPr/>
            <p:nvPr/>
          </p:nvSpPr>
          <p:spPr>
            <a:xfrm>
              <a:off x="76980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l274"/>
            <p:cNvSpPr/>
            <p:nvPr/>
          </p:nvSpPr>
          <p:spPr>
            <a:xfrm>
              <a:off x="77613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l275"/>
            <p:cNvSpPr/>
            <p:nvPr/>
          </p:nvSpPr>
          <p:spPr>
            <a:xfrm>
              <a:off x="6223345" y="5223553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l276"/>
            <p:cNvSpPr/>
            <p:nvPr/>
          </p:nvSpPr>
          <p:spPr>
            <a:xfrm>
              <a:off x="6223345" y="4899162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l277"/>
            <p:cNvSpPr/>
            <p:nvPr/>
          </p:nvSpPr>
          <p:spPr>
            <a:xfrm>
              <a:off x="6223345" y="4574772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l278"/>
            <p:cNvSpPr/>
            <p:nvPr/>
          </p:nvSpPr>
          <p:spPr>
            <a:xfrm>
              <a:off x="6223345" y="4250381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l279"/>
            <p:cNvSpPr/>
            <p:nvPr/>
          </p:nvSpPr>
          <p:spPr>
            <a:xfrm>
              <a:off x="6223345" y="3925991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l280"/>
            <p:cNvSpPr/>
            <p:nvPr/>
          </p:nvSpPr>
          <p:spPr>
            <a:xfrm>
              <a:off x="6223345" y="3601600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l281"/>
            <p:cNvSpPr/>
            <p:nvPr/>
          </p:nvSpPr>
          <p:spPr>
            <a:xfrm>
              <a:off x="6223345" y="3277210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l282"/>
            <p:cNvSpPr/>
            <p:nvPr/>
          </p:nvSpPr>
          <p:spPr>
            <a:xfrm>
              <a:off x="6223345" y="2952819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l283"/>
            <p:cNvSpPr/>
            <p:nvPr/>
          </p:nvSpPr>
          <p:spPr>
            <a:xfrm>
              <a:off x="6223345" y="2628429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l284"/>
            <p:cNvSpPr/>
            <p:nvPr/>
          </p:nvSpPr>
          <p:spPr>
            <a:xfrm>
              <a:off x="6223345" y="2304038"/>
              <a:ext cx="1540531" cy="0"/>
            </a:xfrm>
            <a:custGeom>
              <a:avLst/>
              <a:pathLst>
                <a:path w="1540531" h="0">
                  <a:moveTo>
                    <a:pt x="0" y="0"/>
                  </a:moveTo>
                  <a:lnTo>
                    <a:pt x="1540531" y="0"/>
                  </a:lnTo>
                  <a:lnTo>
                    <a:pt x="154053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l285"/>
            <p:cNvSpPr/>
            <p:nvPr/>
          </p:nvSpPr>
          <p:spPr>
            <a:xfrm>
              <a:off x="62258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l286"/>
            <p:cNvSpPr/>
            <p:nvPr/>
          </p:nvSpPr>
          <p:spPr>
            <a:xfrm>
              <a:off x="63524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l287"/>
            <p:cNvSpPr/>
            <p:nvPr/>
          </p:nvSpPr>
          <p:spPr>
            <a:xfrm>
              <a:off x="64831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l288"/>
            <p:cNvSpPr/>
            <p:nvPr/>
          </p:nvSpPr>
          <p:spPr>
            <a:xfrm>
              <a:off x="66139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l289"/>
            <p:cNvSpPr/>
            <p:nvPr/>
          </p:nvSpPr>
          <p:spPr>
            <a:xfrm>
              <a:off x="67405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l290"/>
            <p:cNvSpPr/>
            <p:nvPr/>
          </p:nvSpPr>
          <p:spPr>
            <a:xfrm>
              <a:off x="687127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l291"/>
            <p:cNvSpPr/>
            <p:nvPr/>
          </p:nvSpPr>
          <p:spPr>
            <a:xfrm>
              <a:off x="69978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l292"/>
            <p:cNvSpPr/>
            <p:nvPr/>
          </p:nvSpPr>
          <p:spPr>
            <a:xfrm>
              <a:off x="71285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l293"/>
            <p:cNvSpPr/>
            <p:nvPr/>
          </p:nvSpPr>
          <p:spPr>
            <a:xfrm>
              <a:off x="72593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l294"/>
            <p:cNvSpPr/>
            <p:nvPr/>
          </p:nvSpPr>
          <p:spPr>
            <a:xfrm>
              <a:off x="73774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l295"/>
            <p:cNvSpPr/>
            <p:nvPr/>
          </p:nvSpPr>
          <p:spPr>
            <a:xfrm>
              <a:off x="75082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l296"/>
            <p:cNvSpPr/>
            <p:nvPr/>
          </p:nvSpPr>
          <p:spPr>
            <a:xfrm>
              <a:off x="76347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rc297"/>
            <p:cNvSpPr/>
            <p:nvPr/>
          </p:nvSpPr>
          <p:spPr>
            <a:xfrm>
              <a:off x="7449189" y="5061358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8" name="rc298"/>
            <p:cNvSpPr/>
            <p:nvPr/>
          </p:nvSpPr>
          <p:spPr>
            <a:xfrm>
              <a:off x="6424137" y="5061358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9" name="rc299"/>
            <p:cNvSpPr/>
            <p:nvPr/>
          </p:nvSpPr>
          <p:spPr>
            <a:xfrm>
              <a:off x="6938772" y="5061358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0" name="rc300"/>
            <p:cNvSpPr/>
            <p:nvPr/>
          </p:nvSpPr>
          <p:spPr>
            <a:xfrm>
              <a:off x="7200308" y="5061358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1" name="rc301"/>
            <p:cNvSpPr/>
            <p:nvPr/>
          </p:nvSpPr>
          <p:spPr>
            <a:xfrm>
              <a:off x="7069540" y="5061358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2" name="rc302"/>
            <p:cNvSpPr/>
            <p:nvPr/>
          </p:nvSpPr>
          <p:spPr>
            <a:xfrm>
              <a:off x="7575739" y="5061358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3" name="rc303"/>
            <p:cNvSpPr/>
            <p:nvPr/>
          </p:nvSpPr>
          <p:spPr>
            <a:xfrm>
              <a:off x="7318421" y="5061358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4" name="rc304"/>
            <p:cNvSpPr/>
            <p:nvPr/>
          </p:nvSpPr>
          <p:spPr>
            <a:xfrm>
              <a:off x="7449189" y="473696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5" name="rc305"/>
            <p:cNvSpPr/>
            <p:nvPr/>
          </p:nvSpPr>
          <p:spPr>
            <a:xfrm>
              <a:off x="6424137" y="473696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6" name="rc306"/>
            <p:cNvSpPr/>
            <p:nvPr/>
          </p:nvSpPr>
          <p:spPr>
            <a:xfrm>
              <a:off x="6938772" y="473696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7" name="rc307"/>
            <p:cNvSpPr/>
            <p:nvPr/>
          </p:nvSpPr>
          <p:spPr>
            <a:xfrm>
              <a:off x="7200308" y="473696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8" name="rc308"/>
            <p:cNvSpPr/>
            <p:nvPr/>
          </p:nvSpPr>
          <p:spPr>
            <a:xfrm>
              <a:off x="7069540" y="473696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9" name="rc309"/>
            <p:cNvSpPr/>
            <p:nvPr/>
          </p:nvSpPr>
          <p:spPr>
            <a:xfrm>
              <a:off x="7575739" y="473696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0" name="rc310"/>
            <p:cNvSpPr/>
            <p:nvPr/>
          </p:nvSpPr>
          <p:spPr>
            <a:xfrm>
              <a:off x="7318421" y="473696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1" name="rc311"/>
            <p:cNvSpPr/>
            <p:nvPr/>
          </p:nvSpPr>
          <p:spPr>
            <a:xfrm>
              <a:off x="7449189" y="441257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2" name="rc312"/>
            <p:cNvSpPr/>
            <p:nvPr/>
          </p:nvSpPr>
          <p:spPr>
            <a:xfrm>
              <a:off x="6424137" y="441257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3" name="rc313"/>
            <p:cNvSpPr/>
            <p:nvPr/>
          </p:nvSpPr>
          <p:spPr>
            <a:xfrm>
              <a:off x="6938772" y="441257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4" name="rc314"/>
            <p:cNvSpPr/>
            <p:nvPr/>
          </p:nvSpPr>
          <p:spPr>
            <a:xfrm>
              <a:off x="7200308" y="4412577"/>
              <a:ext cx="118113" cy="324390"/>
            </a:xfrm>
            <a:prstGeom prst="rect">
              <a:avLst/>
            </a:prstGeom>
            <a:solidFill>
              <a:srgbClr val="20223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5" name="rc315"/>
            <p:cNvSpPr/>
            <p:nvPr/>
          </p:nvSpPr>
          <p:spPr>
            <a:xfrm>
              <a:off x="7200308" y="4088186"/>
              <a:ext cx="118113" cy="324390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6" name="rc316"/>
            <p:cNvSpPr/>
            <p:nvPr/>
          </p:nvSpPr>
          <p:spPr>
            <a:xfrm>
              <a:off x="7069540" y="4412577"/>
              <a:ext cx="118113" cy="324390"/>
            </a:xfrm>
            <a:prstGeom prst="rect">
              <a:avLst/>
            </a:prstGeom>
            <a:solidFill>
              <a:srgbClr val="40436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7" name="rc317"/>
            <p:cNvSpPr/>
            <p:nvPr/>
          </p:nvSpPr>
          <p:spPr>
            <a:xfrm>
              <a:off x="7069540" y="4088186"/>
              <a:ext cx="118113" cy="324390"/>
            </a:xfrm>
            <a:prstGeom prst="rect">
              <a:avLst/>
            </a:prstGeom>
            <a:solidFill>
              <a:srgbClr val="D9D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8" name="rc318"/>
            <p:cNvSpPr/>
            <p:nvPr/>
          </p:nvSpPr>
          <p:spPr>
            <a:xfrm>
              <a:off x="7575739" y="441257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9" name="rc319"/>
            <p:cNvSpPr/>
            <p:nvPr/>
          </p:nvSpPr>
          <p:spPr>
            <a:xfrm>
              <a:off x="7318421" y="4412577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0" name="rc320"/>
            <p:cNvSpPr/>
            <p:nvPr/>
          </p:nvSpPr>
          <p:spPr>
            <a:xfrm>
              <a:off x="7449189" y="3763796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" name="rc321"/>
            <p:cNvSpPr/>
            <p:nvPr/>
          </p:nvSpPr>
          <p:spPr>
            <a:xfrm>
              <a:off x="6424137" y="3763796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" name="rc322"/>
            <p:cNvSpPr/>
            <p:nvPr/>
          </p:nvSpPr>
          <p:spPr>
            <a:xfrm>
              <a:off x="6938772" y="3763796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3" name="rc323"/>
            <p:cNvSpPr/>
            <p:nvPr/>
          </p:nvSpPr>
          <p:spPr>
            <a:xfrm>
              <a:off x="7200308" y="3763796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4" name="rc324"/>
            <p:cNvSpPr/>
            <p:nvPr/>
          </p:nvSpPr>
          <p:spPr>
            <a:xfrm>
              <a:off x="7069540" y="3763796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5" name="rc325"/>
            <p:cNvSpPr/>
            <p:nvPr/>
          </p:nvSpPr>
          <p:spPr>
            <a:xfrm>
              <a:off x="7575739" y="3763796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6" name="rc326"/>
            <p:cNvSpPr/>
            <p:nvPr/>
          </p:nvSpPr>
          <p:spPr>
            <a:xfrm>
              <a:off x="7318421" y="3763796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7" name="rc327"/>
            <p:cNvSpPr/>
            <p:nvPr/>
          </p:nvSpPr>
          <p:spPr>
            <a:xfrm>
              <a:off x="7449189" y="3439405"/>
              <a:ext cx="118113" cy="324390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8" name="rc328"/>
            <p:cNvSpPr/>
            <p:nvPr/>
          </p:nvSpPr>
          <p:spPr>
            <a:xfrm>
              <a:off x="7200308" y="3439405"/>
              <a:ext cx="118113" cy="324390"/>
            </a:xfrm>
            <a:prstGeom prst="rect">
              <a:avLst/>
            </a:prstGeom>
            <a:solidFill>
              <a:srgbClr val="E8E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9" name="rc329"/>
            <p:cNvSpPr/>
            <p:nvPr/>
          </p:nvSpPr>
          <p:spPr>
            <a:xfrm>
              <a:off x="7069540" y="3439405"/>
              <a:ext cx="118113" cy="324390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0" name="rc330"/>
            <p:cNvSpPr/>
            <p:nvPr/>
          </p:nvSpPr>
          <p:spPr>
            <a:xfrm>
              <a:off x="7318421" y="3439405"/>
              <a:ext cx="118113" cy="324390"/>
            </a:xfrm>
            <a:prstGeom prst="rect">
              <a:avLst/>
            </a:prstGeom>
            <a:solidFill>
              <a:srgbClr val="949CF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1" name="rc331"/>
            <p:cNvSpPr/>
            <p:nvPr/>
          </p:nvSpPr>
          <p:spPr>
            <a:xfrm>
              <a:off x="7449189" y="3115014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2" name="rc332"/>
            <p:cNvSpPr/>
            <p:nvPr/>
          </p:nvSpPr>
          <p:spPr>
            <a:xfrm>
              <a:off x="6424137" y="3115014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3" name="rc333"/>
            <p:cNvSpPr/>
            <p:nvPr/>
          </p:nvSpPr>
          <p:spPr>
            <a:xfrm>
              <a:off x="6938772" y="3115014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4" name="rc334"/>
            <p:cNvSpPr/>
            <p:nvPr/>
          </p:nvSpPr>
          <p:spPr>
            <a:xfrm>
              <a:off x="7200308" y="3115014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5" name="rc335"/>
            <p:cNvSpPr/>
            <p:nvPr/>
          </p:nvSpPr>
          <p:spPr>
            <a:xfrm>
              <a:off x="7069540" y="3115014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6" name="rc336"/>
            <p:cNvSpPr/>
            <p:nvPr/>
          </p:nvSpPr>
          <p:spPr>
            <a:xfrm>
              <a:off x="7575739" y="3115014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7" name="rc337"/>
            <p:cNvSpPr/>
            <p:nvPr/>
          </p:nvSpPr>
          <p:spPr>
            <a:xfrm>
              <a:off x="7318421" y="3115014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8" name="rc338"/>
            <p:cNvSpPr/>
            <p:nvPr/>
          </p:nvSpPr>
          <p:spPr>
            <a:xfrm>
              <a:off x="7449189" y="2790624"/>
              <a:ext cx="118113" cy="324390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9" name="rc339"/>
            <p:cNvSpPr/>
            <p:nvPr/>
          </p:nvSpPr>
          <p:spPr>
            <a:xfrm>
              <a:off x="7449189" y="2466233"/>
              <a:ext cx="118113" cy="324390"/>
            </a:xfrm>
            <a:prstGeom prst="rect">
              <a:avLst/>
            </a:prstGeom>
            <a:solidFill>
              <a:srgbClr val="20223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0" name="rc340"/>
            <p:cNvSpPr/>
            <p:nvPr/>
          </p:nvSpPr>
          <p:spPr>
            <a:xfrm>
              <a:off x="6424137" y="2466233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1" name="rc341"/>
            <p:cNvSpPr/>
            <p:nvPr/>
          </p:nvSpPr>
          <p:spPr>
            <a:xfrm>
              <a:off x="6938772" y="2466233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2" name="rc342"/>
            <p:cNvSpPr/>
            <p:nvPr/>
          </p:nvSpPr>
          <p:spPr>
            <a:xfrm>
              <a:off x="7200308" y="2790624"/>
              <a:ext cx="118113" cy="324390"/>
            </a:xfrm>
            <a:prstGeom prst="rect">
              <a:avLst/>
            </a:prstGeom>
            <a:solidFill>
              <a:srgbClr val="E8E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3" name="rc343"/>
            <p:cNvSpPr/>
            <p:nvPr/>
          </p:nvSpPr>
          <p:spPr>
            <a:xfrm>
              <a:off x="7200308" y="2466233"/>
              <a:ext cx="118113" cy="324390"/>
            </a:xfrm>
            <a:prstGeom prst="rect">
              <a:avLst/>
            </a:prstGeom>
            <a:solidFill>
              <a:srgbClr val="2E304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4" name="rc344"/>
            <p:cNvSpPr/>
            <p:nvPr/>
          </p:nvSpPr>
          <p:spPr>
            <a:xfrm>
              <a:off x="7069540" y="2790624"/>
              <a:ext cx="118113" cy="324390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5" name="rc345"/>
            <p:cNvSpPr/>
            <p:nvPr/>
          </p:nvSpPr>
          <p:spPr>
            <a:xfrm>
              <a:off x="7069540" y="2466233"/>
              <a:ext cx="118113" cy="324390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6" name="rc346"/>
            <p:cNvSpPr/>
            <p:nvPr/>
          </p:nvSpPr>
          <p:spPr>
            <a:xfrm>
              <a:off x="7575739" y="2466233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7" name="rc347"/>
            <p:cNvSpPr/>
            <p:nvPr/>
          </p:nvSpPr>
          <p:spPr>
            <a:xfrm>
              <a:off x="7318421" y="2790624"/>
              <a:ext cx="118113" cy="324390"/>
            </a:xfrm>
            <a:prstGeom prst="rect">
              <a:avLst/>
            </a:prstGeom>
            <a:solidFill>
              <a:srgbClr val="949CF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8" name="rc348"/>
            <p:cNvSpPr/>
            <p:nvPr/>
          </p:nvSpPr>
          <p:spPr>
            <a:xfrm>
              <a:off x="7318421" y="2466233"/>
              <a:ext cx="118113" cy="324390"/>
            </a:xfrm>
            <a:prstGeom prst="rect">
              <a:avLst/>
            </a:prstGeom>
            <a:solidFill>
              <a:srgbClr val="6E73C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9" name="rc349"/>
            <p:cNvSpPr/>
            <p:nvPr/>
          </p:nvSpPr>
          <p:spPr>
            <a:xfrm>
              <a:off x="7449189" y="2141843"/>
              <a:ext cx="118113" cy="324390"/>
            </a:xfrm>
            <a:prstGeom prst="rect">
              <a:avLst/>
            </a:prstGeom>
            <a:solidFill>
              <a:srgbClr val="20223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0" name="rc350"/>
            <p:cNvSpPr/>
            <p:nvPr/>
          </p:nvSpPr>
          <p:spPr>
            <a:xfrm>
              <a:off x="6424137" y="2141843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1" name="rc351"/>
            <p:cNvSpPr/>
            <p:nvPr/>
          </p:nvSpPr>
          <p:spPr>
            <a:xfrm>
              <a:off x="6938772" y="2141843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2" name="rc352"/>
            <p:cNvSpPr/>
            <p:nvPr/>
          </p:nvSpPr>
          <p:spPr>
            <a:xfrm>
              <a:off x="7200308" y="2141843"/>
              <a:ext cx="118113" cy="324390"/>
            </a:xfrm>
            <a:prstGeom prst="rect">
              <a:avLst/>
            </a:prstGeom>
            <a:solidFill>
              <a:srgbClr val="2E304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3" name="rc353"/>
            <p:cNvSpPr/>
            <p:nvPr/>
          </p:nvSpPr>
          <p:spPr>
            <a:xfrm>
              <a:off x="7069540" y="2141843"/>
              <a:ext cx="118113" cy="324390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4" name="rc354"/>
            <p:cNvSpPr/>
            <p:nvPr/>
          </p:nvSpPr>
          <p:spPr>
            <a:xfrm>
              <a:off x="7575739" y="2141843"/>
              <a:ext cx="118113" cy="32439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5" name="rc355"/>
            <p:cNvSpPr/>
            <p:nvPr/>
          </p:nvSpPr>
          <p:spPr>
            <a:xfrm>
              <a:off x="7318421" y="2141843"/>
              <a:ext cx="118113" cy="324390"/>
            </a:xfrm>
            <a:prstGeom prst="rect">
              <a:avLst/>
            </a:prstGeom>
            <a:solidFill>
              <a:srgbClr val="6E73C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6" name="tx356"/>
            <p:cNvSpPr/>
            <p:nvPr/>
          </p:nvSpPr>
          <p:spPr>
            <a:xfrm>
              <a:off x="2030216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357" name="tx357"/>
            <p:cNvSpPr/>
            <p:nvPr/>
          </p:nvSpPr>
          <p:spPr>
            <a:xfrm>
              <a:off x="4423331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358" name="tx358"/>
            <p:cNvSpPr/>
            <p:nvPr/>
          </p:nvSpPr>
          <p:spPr>
            <a:xfrm>
              <a:off x="6755501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359" name="tx359"/>
            <p:cNvSpPr/>
            <p:nvPr/>
          </p:nvSpPr>
          <p:spPr>
            <a:xfrm rot="-2700000">
              <a:off x="111504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360" name="tx360"/>
            <p:cNvSpPr/>
            <p:nvPr/>
          </p:nvSpPr>
          <p:spPr>
            <a:xfrm rot="-2700000">
              <a:off x="127351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361" name="tx361"/>
            <p:cNvSpPr/>
            <p:nvPr/>
          </p:nvSpPr>
          <p:spPr>
            <a:xfrm rot="-2700000">
              <a:off x="134044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62" name="tx362"/>
            <p:cNvSpPr/>
            <p:nvPr/>
          </p:nvSpPr>
          <p:spPr>
            <a:xfrm rot="-2700000">
              <a:off x="147659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63" name="tx363"/>
            <p:cNvSpPr/>
            <p:nvPr/>
          </p:nvSpPr>
          <p:spPr>
            <a:xfrm rot="-2700000">
              <a:off x="162968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64" name="tx364"/>
            <p:cNvSpPr/>
            <p:nvPr/>
          </p:nvSpPr>
          <p:spPr>
            <a:xfrm rot="-2700000">
              <a:off x="173391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65" name="tx365"/>
            <p:cNvSpPr/>
            <p:nvPr/>
          </p:nvSpPr>
          <p:spPr>
            <a:xfrm rot="-2700000">
              <a:off x="186046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66" name="tx366"/>
            <p:cNvSpPr/>
            <p:nvPr/>
          </p:nvSpPr>
          <p:spPr>
            <a:xfrm rot="-2700000">
              <a:off x="201776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67" name="tx367"/>
            <p:cNvSpPr/>
            <p:nvPr/>
          </p:nvSpPr>
          <p:spPr>
            <a:xfrm rot="-2700000">
              <a:off x="214315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68" name="tx368"/>
            <p:cNvSpPr/>
            <p:nvPr/>
          </p:nvSpPr>
          <p:spPr>
            <a:xfrm rot="-2700000">
              <a:off x="2229655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69" name="tx369"/>
            <p:cNvSpPr/>
            <p:nvPr/>
          </p:nvSpPr>
          <p:spPr>
            <a:xfrm rot="-2700000">
              <a:off x="238680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70" name="tx370"/>
            <p:cNvSpPr/>
            <p:nvPr/>
          </p:nvSpPr>
          <p:spPr>
            <a:xfrm rot="-2700000">
              <a:off x="249758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71" name="tx371"/>
            <p:cNvSpPr/>
            <p:nvPr/>
          </p:nvSpPr>
          <p:spPr>
            <a:xfrm rot="-2700000">
              <a:off x="350816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372" name="tx372"/>
            <p:cNvSpPr/>
            <p:nvPr/>
          </p:nvSpPr>
          <p:spPr>
            <a:xfrm rot="-2700000">
              <a:off x="3666634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373" name="tx373"/>
            <p:cNvSpPr/>
            <p:nvPr/>
          </p:nvSpPr>
          <p:spPr>
            <a:xfrm rot="-2700000">
              <a:off x="373355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74" name="tx374"/>
            <p:cNvSpPr/>
            <p:nvPr/>
          </p:nvSpPr>
          <p:spPr>
            <a:xfrm rot="-2700000">
              <a:off x="386971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75" name="tx375"/>
            <p:cNvSpPr/>
            <p:nvPr/>
          </p:nvSpPr>
          <p:spPr>
            <a:xfrm rot="-2700000">
              <a:off x="402279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76" name="tx376"/>
            <p:cNvSpPr/>
            <p:nvPr/>
          </p:nvSpPr>
          <p:spPr>
            <a:xfrm rot="-2700000">
              <a:off x="412703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77" name="tx377"/>
            <p:cNvSpPr/>
            <p:nvPr/>
          </p:nvSpPr>
          <p:spPr>
            <a:xfrm rot="-2700000">
              <a:off x="425357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78" name="tx378"/>
            <p:cNvSpPr/>
            <p:nvPr/>
          </p:nvSpPr>
          <p:spPr>
            <a:xfrm rot="-2700000">
              <a:off x="441088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79" name="tx379"/>
            <p:cNvSpPr/>
            <p:nvPr/>
          </p:nvSpPr>
          <p:spPr>
            <a:xfrm rot="-2700000">
              <a:off x="453626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80" name="tx380"/>
            <p:cNvSpPr/>
            <p:nvPr/>
          </p:nvSpPr>
          <p:spPr>
            <a:xfrm rot="-2700000">
              <a:off x="462277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81" name="tx381"/>
            <p:cNvSpPr/>
            <p:nvPr/>
          </p:nvSpPr>
          <p:spPr>
            <a:xfrm rot="-2700000">
              <a:off x="4779918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82" name="tx382"/>
            <p:cNvSpPr/>
            <p:nvPr/>
          </p:nvSpPr>
          <p:spPr>
            <a:xfrm rot="-2700000">
              <a:off x="4890702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83" name="tx383"/>
            <p:cNvSpPr/>
            <p:nvPr/>
          </p:nvSpPr>
          <p:spPr>
            <a:xfrm rot="-2700000">
              <a:off x="588280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384" name="tx384"/>
            <p:cNvSpPr/>
            <p:nvPr/>
          </p:nvSpPr>
          <p:spPr>
            <a:xfrm rot="-2700000">
              <a:off x="604127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385" name="tx385"/>
            <p:cNvSpPr/>
            <p:nvPr/>
          </p:nvSpPr>
          <p:spPr>
            <a:xfrm rot="-2700000">
              <a:off x="610820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86" name="tx386"/>
            <p:cNvSpPr/>
            <p:nvPr/>
          </p:nvSpPr>
          <p:spPr>
            <a:xfrm rot="-2700000">
              <a:off x="624435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87" name="tx387"/>
            <p:cNvSpPr/>
            <p:nvPr/>
          </p:nvSpPr>
          <p:spPr>
            <a:xfrm rot="-2700000">
              <a:off x="639744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88" name="tx388"/>
            <p:cNvSpPr/>
            <p:nvPr/>
          </p:nvSpPr>
          <p:spPr>
            <a:xfrm rot="-2700000">
              <a:off x="650167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89" name="tx389"/>
            <p:cNvSpPr/>
            <p:nvPr/>
          </p:nvSpPr>
          <p:spPr>
            <a:xfrm rot="-2700000">
              <a:off x="662822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90" name="tx390"/>
            <p:cNvSpPr/>
            <p:nvPr/>
          </p:nvSpPr>
          <p:spPr>
            <a:xfrm rot="-2700000">
              <a:off x="678552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91" name="tx391"/>
            <p:cNvSpPr/>
            <p:nvPr/>
          </p:nvSpPr>
          <p:spPr>
            <a:xfrm rot="-2700000">
              <a:off x="691091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92" name="tx392"/>
            <p:cNvSpPr/>
            <p:nvPr/>
          </p:nvSpPr>
          <p:spPr>
            <a:xfrm rot="-2700000">
              <a:off x="6997414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93" name="tx393"/>
            <p:cNvSpPr/>
            <p:nvPr/>
          </p:nvSpPr>
          <p:spPr>
            <a:xfrm rot="-2700000">
              <a:off x="715456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94" name="tx394"/>
            <p:cNvSpPr/>
            <p:nvPr/>
          </p:nvSpPr>
          <p:spPr>
            <a:xfrm rot="-2700000">
              <a:off x="726534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95" name="tx395"/>
            <p:cNvSpPr/>
            <p:nvPr/>
          </p:nvSpPr>
          <p:spPr>
            <a:xfrm>
              <a:off x="5533436" y="5183548"/>
              <a:ext cx="6272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HA1:25:NVT</a:t>
              </a:r>
            </a:p>
          </p:txBody>
        </p:sp>
        <p:sp>
          <p:nvSpPr>
            <p:cNvPr id="396" name="tx396"/>
            <p:cNvSpPr/>
            <p:nvPr/>
          </p:nvSpPr>
          <p:spPr>
            <a:xfrm>
              <a:off x="5527310" y="4859157"/>
              <a:ext cx="6334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HA1:59:NCT</a:t>
              </a:r>
            </a:p>
          </p:txBody>
        </p:sp>
        <p:sp>
          <p:nvSpPr>
            <p:cNvPr id="397" name="tx397"/>
            <p:cNvSpPr/>
            <p:nvPr/>
          </p:nvSpPr>
          <p:spPr>
            <a:xfrm>
              <a:off x="5514691" y="4534767"/>
              <a:ext cx="6460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HA1:145:NIT</a:t>
              </a:r>
            </a:p>
          </p:txBody>
        </p:sp>
        <p:sp>
          <p:nvSpPr>
            <p:cNvPr id="398" name="tx398"/>
            <p:cNvSpPr/>
            <p:nvPr/>
          </p:nvSpPr>
          <p:spPr>
            <a:xfrm>
              <a:off x="5471257" y="4210376"/>
              <a:ext cx="68945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HA1:145:NST</a:t>
              </a:r>
            </a:p>
          </p:txBody>
        </p:sp>
        <p:sp>
          <p:nvSpPr>
            <p:cNvPr id="399" name="tx399"/>
            <p:cNvSpPr/>
            <p:nvPr/>
          </p:nvSpPr>
          <p:spPr>
            <a:xfrm>
              <a:off x="5471257" y="3885986"/>
              <a:ext cx="68945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HA1:166:NKT</a:t>
              </a:r>
            </a:p>
          </p:txBody>
        </p:sp>
        <p:sp>
          <p:nvSpPr>
            <p:cNvPr id="400" name="tx400"/>
            <p:cNvSpPr/>
            <p:nvPr/>
          </p:nvSpPr>
          <p:spPr>
            <a:xfrm>
              <a:off x="5471257" y="3561595"/>
              <a:ext cx="68945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HA1:197:NET</a:t>
              </a:r>
            </a:p>
          </p:txBody>
        </p:sp>
        <p:sp>
          <p:nvSpPr>
            <p:cNvPr id="401" name="tx401"/>
            <p:cNvSpPr/>
            <p:nvPr/>
          </p:nvSpPr>
          <p:spPr>
            <a:xfrm>
              <a:off x="5458821" y="3237205"/>
              <a:ext cx="7018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HA1:233:NQT</a:t>
              </a:r>
            </a:p>
          </p:txBody>
        </p:sp>
        <p:sp>
          <p:nvSpPr>
            <p:cNvPr id="402" name="tx402"/>
            <p:cNvSpPr/>
            <p:nvPr/>
          </p:nvSpPr>
          <p:spPr>
            <a:xfrm>
              <a:off x="5613995" y="2912814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HA1:304:N</a:t>
              </a:r>
            </a:p>
          </p:txBody>
        </p:sp>
        <p:sp>
          <p:nvSpPr>
            <p:cNvPr id="403" name="tx403"/>
            <p:cNvSpPr/>
            <p:nvPr/>
          </p:nvSpPr>
          <p:spPr>
            <a:xfrm>
              <a:off x="5464948" y="2588424"/>
              <a:ext cx="69576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HA1:304:NKS</a:t>
              </a:r>
            </a:p>
          </p:txBody>
        </p:sp>
        <p:sp>
          <p:nvSpPr>
            <p:cNvPr id="404" name="tx404"/>
            <p:cNvSpPr/>
            <p:nvPr/>
          </p:nvSpPr>
          <p:spPr>
            <a:xfrm>
              <a:off x="5613995" y="2264033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HA1:333:N</a:t>
              </a:r>
            </a:p>
          </p:txBody>
        </p:sp>
        <p:sp>
          <p:nvSpPr>
            <p:cNvPr id="405" name="tx405"/>
            <p:cNvSpPr/>
            <p:nvPr/>
          </p:nvSpPr>
          <p:spPr>
            <a:xfrm>
              <a:off x="3208536" y="5247572"/>
              <a:ext cx="57753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HA1:6:NDS</a:t>
              </a:r>
            </a:p>
          </p:txBody>
        </p:sp>
        <p:sp>
          <p:nvSpPr>
            <p:cNvPr id="406" name="tx406"/>
            <p:cNvSpPr/>
            <p:nvPr/>
          </p:nvSpPr>
          <p:spPr>
            <a:xfrm>
              <a:off x="3220971" y="5029889"/>
              <a:ext cx="56509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HA1:8:NST</a:t>
              </a:r>
            </a:p>
          </p:txBody>
        </p:sp>
        <p:sp>
          <p:nvSpPr>
            <p:cNvPr id="407" name="tx407"/>
            <p:cNvSpPr/>
            <p:nvPr/>
          </p:nvSpPr>
          <p:spPr>
            <a:xfrm>
              <a:off x="3208536" y="4812206"/>
              <a:ext cx="57753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HA1:8:NGT</a:t>
              </a:r>
            </a:p>
          </p:txBody>
        </p:sp>
        <p:sp>
          <p:nvSpPr>
            <p:cNvPr id="408" name="tx408"/>
            <p:cNvSpPr/>
            <p:nvPr/>
          </p:nvSpPr>
          <p:spPr>
            <a:xfrm>
              <a:off x="3146356" y="4594523"/>
              <a:ext cx="6397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HA1:22:NGT</a:t>
              </a:r>
            </a:p>
          </p:txBody>
        </p:sp>
        <p:sp>
          <p:nvSpPr>
            <p:cNvPr id="409" name="tx409"/>
            <p:cNvSpPr/>
            <p:nvPr/>
          </p:nvSpPr>
          <p:spPr>
            <a:xfrm>
              <a:off x="3167113" y="4376840"/>
              <a:ext cx="61895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HA1:38:NAT</a:t>
              </a:r>
            </a:p>
          </p:txBody>
        </p:sp>
        <p:sp>
          <p:nvSpPr>
            <p:cNvPr id="410" name="tx410"/>
            <p:cNvSpPr/>
            <p:nvPr/>
          </p:nvSpPr>
          <p:spPr>
            <a:xfrm>
              <a:off x="3152483" y="4159157"/>
              <a:ext cx="6335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HA1:45:NSS</a:t>
              </a:r>
            </a:p>
          </p:txBody>
        </p:sp>
        <p:sp>
          <p:nvSpPr>
            <p:cNvPr id="411" name="tx411"/>
            <p:cNvSpPr/>
            <p:nvPr/>
          </p:nvSpPr>
          <p:spPr>
            <a:xfrm>
              <a:off x="3152666" y="3941474"/>
              <a:ext cx="6334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HA1:63:NCT</a:t>
              </a:r>
            </a:p>
          </p:txBody>
        </p:sp>
        <p:sp>
          <p:nvSpPr>
            <p:cNvPr id="412" name="tx412"/>
            <p:cNvSpPr/>
            <p:nvPr/>
          </p:nvSpPr>
          <p:spPr>
            <a:xfrm>
              <a:off x="3152483" y="3723791"/>
              <a:ext cx="63358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HA1:94:NSS</a:t>
              </a:r>
            </a:p>
          </p:txBody>
        </p:sp>
        <p:sp>
          <p:nvSpPr>
            <p:cNvPr id="413" name="tx413"/>
            <p:cNvSpPr/>
            <p:nvPr/>
          </p:nvSpPr>
          <p:spPr>
            <a:xfrm>
              <a:off x="3065706" y="3506107"/>
              <a:ext cx="7203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HA1:126:NWT</a:t>
              </a:r>
            </a:p>
          </p:txBody>
        </p:sp>
        <p:sp>
          <p:nvSpPr>
            <p:cNvPr id="414" name="tx414"/>
            <p:cNvSpPr/>
            <p:nvPr/>
          </p:nvSpPr>
          <p:spPr>
            <a:xfrm>
              <a:off x="3084177" y="3288424"/>
              <a:ext cx="7018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HA1:133:NGT</a:t>
              </a:r>
            </a:p>
          </p:txBody>
        </p:sp>
        <p:sp>
          <p:nvSpPr>
            <p:cNvPr id="415" name="tx415"/>
            <p:cNvSpPr/>
            <p:nvPr/>
          </p:nvSpPr>
          <p:spPr>
            <a:xfrm>
              <a:off x="3090304" y="3070741"/>
              <a:ext cx="69576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HA1:144:NSS</a:t>
              </a:r>
            </a:p>
          </p:txBody>
        </p:sp>
        <p:sp>
          <p:nvSpPr>
            <p:cNvPr id="416" name="tx416"/>
            <p:cNvSpPr/>
            <p:nvPr/>
          </p:nvSpPr>
          <p:spPr>
            <a:xfrm>
              <a:off x="3096613" y="2853058"/>
              <a:ext cx="68945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HA1:165:NVT</a:t>
              </a:r>
            </a:p>
          </p:txBody>
        </p:sp>
        <p:sp>
          <p:nvSpPr>
            <p:cNvPr id="417" name="tx417"/>
            <p:cNvSpPr/>
            <p:nvPr/>
          </p:nvSpPr>
          <p:spPr>
            <a:xfrm>
              <a:off x="3096613" y="2635375"/>
              <a:ext cx="68945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HA1:246:NST</a:t>
              </a:r>
            </a:p>
          </p:txBody>
        </p:sp>
        <p:sp>
          <p:nvSpPr>
            <p:cNvPr id="418" name="tx418"/>
            <p:cNvSpPr/>
            <p:nvPr/>
          </p:nvSpPr>
          <p:spPr>
            <a:xfrm>
              <a:off x="3705420" y="2417692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</a:t>
              </a:r>
            </a:p>
          </p:txBody>
        </p:sp>
        <p:sp>
          <p:nvSpPr>
            <p:cNvPr id="419" name="tx419"/>
            <p:cNvSpPr/>
            <p:nvPr/>
          </p:nvSpPr>
          <p:spPr>
            <a:xfrm>
              <a:off x="3630897" y="2200009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</a:t>
              </a:r>
            </a:p>
          </p:txBody>
        </p:sp>
        <p:sp>
          <p:nvSpPr>
            <p:cNvPr id="420" name="tx420"/>
            <p:cNvSpPr/>
            <p:nvPr/>
          </p:nvSpPr>
          <p:spPr>
            <a:xfrm>
              <a:off x="753241" y="5136076"/>
              <a:ext cx="6397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HA1:10:NNS</a:t>
              </a:r>
            </a:p>
          </p:txBody>
        </p:sp>
        <p:sp>
          <p:nvSpPr>
            <p:cNvPr id="421" name="tx421"/>
            <p:cNvSpPr/>
            <p:nvPr/>
          </p:nvSpPr>
          <p:spPr>
            <a:xfrm>
              <a:off x="765677" y="4732566"/>
              <a:ext cx="6272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HA1:23:NVT</a:t>
              </a:r>
            </a:p>
          </p:txBody>
        </p:sp>
        <p:sp>
          <p:nvSpPr>
            <p:cNvPr id="422" name="tx422"/>
            <p:cNvSpPr/>
            <p:nvPr/>
          </p:nvSpPr>
          <p:spPr>
            <a:xfrm>
              <a:off x="753241" y="4329056"/>
              <a:ext cx="6397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HA1:87:NGT</a:t>
              </a:r>
            </a:p>
          </p:txBody>
        </p:sp>
        <p:sp>
          <p:nvSpPr>
            <p:cNvPr id="423" name="tx423"/>
            <p:cNvSpPr/>
            <p:nvPr/>
          </p:nvSpPr>
          <p:spPr>
            <a:xfrm>
              <a:off x="691062" y="3925546"/>
              <a:ext cx="7018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HA1:162:NQT</a:t>
              </a:r>
            </a:p>
          </p:txBody>
        </p:sp>
        <p:sp>
          <p:nvSpPr>
            <p:cNvPr id="424" name="tx424"/>
            <p:cNvSpPr/>
            <p:nvPr/>
          </p:nvSpPr>
          <p:spPr>
            <a:xfrm>
              <a:off x="711819" y="3522035"/>
              <a:ext cx="68113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HA1:276:NAT</a:t>
              </a:r>
            </a:p>
          </p:txBody>
        </p:sp>
        <p:sp>
          <p:nvSpPr>
            <p:cNvPr id="425" name="tx425"/>
            <p:cNvSpPr/>
            <p:nvPr/>
          </p:nvSpPr>
          <p:spPr>
            <a:xfrm>
              <a:off x="703498" y="3118525"/>
              <a:ext cx="68945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HA1:287:NTS</a:t>
              </a:r>
            </a:p>
          </p:txBody>
        </p:sp>
        <p:sp>
          <p:nvSpPr>
            <p:cNvPr id="426" name="tx426"/>
            <p:cNvSpPr/>
            <p:nvPr/>
          </p:nvSpPr>
          <p:spPr>
            <a:xfrm>
              <a:off x="771712" y="2715015"/>
              <a:ext cx="62124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HA2:131:NE</a:t>
              </a:r>
            </a:p>
          </p:txBody>
        </p:sp>
        <p:sp>
          <p:nvSpPr>
            <p:cNvPr id="427" name="tx427"/>
            <p:cNvSpPr/>
            <p:nvPr/>
          </p:nvSpPr>
          <p:spPr>
            <a:xfrm>
              <a:off x="759276" y="2311505"/>
              <a:ext cx="6336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HA2:154:NG</a:t>
              </a:r>
            </a:p>
          </p:txBody>
        </p:sp>
        <p:sp>
          <p:nvSpPr>
            <p:cNvPr id="428" name="tx428"/>
            <p:cNvSpPr/>
            <p:nvPr/>
          </p:nvSpPr>
          <p:spPr>
            <a:xfrm rot="-5400000">
              <a:off x="-71640" y="3713778"/>
              <a:ext cx="1296893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Glykosyleringssteder</a:t>
              </a:r>
            </a:p>
          </p:txBody>
        </p:sp>
        <p:sp>
          <p:nvSpPr>
            <p:cNvPr id="429" name="tx429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430" name="pic43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431" name="pl431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l432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l433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l434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l435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l436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l437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l438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tx439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440" name="tx440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441" name="tx441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442" name="tx442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443" name="tx443"/>
            <p:cNvSpPr/>
            <p:nvPr/>
          </p:nvSpPr>
          <p:spPr>
            <a:xfrm>
              <a:off x="1455586" y="1669789"/>
              <a:ext cx="4181276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glykosyleringssteder over tid per influensasubtype</a:t>
              </a:r>
            </a:p>
          </p:txBody>
        </p:sp>
      </p:grpSp>
      <p:sp>
        <p:nvSpPr>
          <p:cNvPr id="44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Andel glykosyleringssteder over tid per influensasubtype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Seksjon: Frameshift, insersjoner og delesjoner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r>
              <a:rPr/>
              <a:t>Mutasjonsvarmekart per gen og subtype</a:t>
            </a: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6171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379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608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816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1025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233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441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670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838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7007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216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40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8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55347" y="3763796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577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765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7994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9222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0410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163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2827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4055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5284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6393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7621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8810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706708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743939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227304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472949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350127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621116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825568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583886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108444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985621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866761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997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1187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2416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3624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4833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6041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7249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48478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9646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0815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2024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3212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3806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3936148" y="3763796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39385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0573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1802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3030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4218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544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6635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7863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9092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0201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1429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2618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087509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124740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608105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4853750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4730928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206369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964687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489245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366423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247562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378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4995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6224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7432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8641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9849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1057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2286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3454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623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5832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7020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4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316949" y="3763796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3193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4381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5610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6838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8026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925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0443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1671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2900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4009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5237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6426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468310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6505541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6988906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234551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111729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587171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345488" y="2385136"/>
              <a:ext cx="11093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tx111"/>
            <p:cNvSpPr/>
            <p:nvPr/>
          </p:nvSpPr>
          <p:spPr>
            <a:xfrm>
              <a:off x="2083175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4463976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802303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121465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365437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1424416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155262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169802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17943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91316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20625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17996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225929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40849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51158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359545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374623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380521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393342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407882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41751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429396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4433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56076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464009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478929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489238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597625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6127040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618601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631422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45962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5559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67476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82412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94156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702089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7170095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727318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5452664" y="3723791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3071863" y="3723791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691062" y="3723791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5" name="pic1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56" name="pl156"/>
            <p:cNvSpPr/>
            <p:nvPr/>
          </p:nvSpPr>
          <p:spPr>
            <a:xfrm>
              <a:off x="8148208" y="38633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7972643" y="38633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tx158"/>
            <p:cNvSpPr/>
            <p:nvPr/>
          </p:nvSpPr>
          <p:spPr>
            <a:xfrm>
              <a:off x="8261689" y="382332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1555347" y="1669789"/>
              <a:ext cx="3706246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HA: andel frameshift over tid per influensasubtype</a:t>
              </a:r>
            </a:p>
          </p:txBody>
        </p:sp>
      </p:grpSp>
      <p:sp>
        <p:nvSpPr>
          <p:cNvPr id="16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HA: andel frameshift over tid per influensasubtype</a:t>
            </a: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641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2372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3115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3847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4578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5309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6040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6783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491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198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929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648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0008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126755" y="3763796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1281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2001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2744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3487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4206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4949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566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6412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7155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7826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8569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9289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823430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240870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533349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681986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607667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166552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895352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749112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461428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387109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315188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544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6180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6923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7655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8386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9117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9848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0591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1299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2006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2737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3456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3816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507556" y="3763796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5089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5809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6552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7295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8014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8757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947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0220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0963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1634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2377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3097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204232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621671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914150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062787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4988468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276153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129913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842229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767911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695990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925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9988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70731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71463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72194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72925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3656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4399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5107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5814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6545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7264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2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888357" y="3763796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8897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9617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70360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71103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71822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72565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328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4028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4771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5442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6185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6905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585033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7002472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7294951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443588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369270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656954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510714" y="2385136"/>
              <a:ext cx="67126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tx111"/>
            <p:cNvSpPr/>
            <p:nvPr/>
          </p:nvSpPr>
          <p:spPr>
            <a:xfrm>
              <a:off x="236887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4749680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7088007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178512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88896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1899442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19791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207760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212538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21973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229816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36709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240261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503310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55946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41659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426976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428024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435994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445840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450618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45781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67896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74789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478341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488411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494026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65467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6650570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666104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674074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83920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88698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9589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705976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712869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7164213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726491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732106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5452664" y="3723791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3071863" y="3723791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691062" y="3723791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5" name="pic1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56" name="pl156"/>
            <p:cNvSpPr/>
            <p:nvPr/>
          </p:nvSpPr>
          <p:spPr>
            <a:xfrm>
              <a:off x="8148208" y="38633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7972643" y="38633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tx158"/>
            <p:cNvSpPr/>
            <p:nvPr/>
          </p:nvSpPr>
          <p:spPr>
            <a:xfrm>
              <a:off x="8261689" y="382332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2126755" y="1669789"/>
              <a:ext cx="3790188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HA: andel insersjoner over tid per influensasubtype</a:t>
              </a:r>
            </a:p>
          </p:txBody>
        </p:sp>
      </p:grpSp>
      <p:sp>
        <p:nvSpPr>
          <p:cNvPr id="16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HA: andel insersjoner over tid per influensasubtype</a:t>
            </a: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59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458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2434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342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4404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5381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63577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7334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8327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9272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30216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1193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2154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2634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095849" y="3763796"/>
              <a:ext cx="1169528" cy="0"/>
            </a:xfrm>
            <a:custGeom>
              <a:avLst/>
              <a:pathLst>
                <a:path w="1169528" h="0">
                  <a:moveTo>
                    <a:pt x="0" y="0"/>
                  </a:moveTo>
                  <a:lnTo>
                    <a:pt x="1169528" y="0"/>
                  </a:lnTo>
                  <a:lnTo>
                    <a:pt x="116952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0977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1938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2931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3923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488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5877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6838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7830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8823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9720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30713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1673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026476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248284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638981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837532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738257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149009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122549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927200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542908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443633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347560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7897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8873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9866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50843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51820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52796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37735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4766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5711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6655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7632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8593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9073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739753" y="3763796"/>
              <a:ext cx="1169528" cy="0"/>
            </a:xfrm>
            <a:custGeom>
              <a:avLst/>
              <a:pathLst>
                <a:path w="1169528" h="0">
                  <a:moveTo>
                    <a:pt x="0" y="0"/>
                  </a:moveTo>
                  <a:lnTo>
                    <a:pt x="1169528" y="0"/>
                  </a:lnTo>
                  <a:lnTo>
                    <a:pt x="116952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7416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83774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9370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0362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51323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2316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53277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4269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5262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6159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7152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8112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670380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892189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5282886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481437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382161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766453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571105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5186813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087537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991464" y="2385136"/>
              <a:ext cx="8966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6443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74198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8412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9389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70366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71342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2319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3312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4256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5201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6178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7139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594347" y="4797790"/>
              <a:ext cx="1169528" cy="0"/>
            </a:xfrm>
            <a:custGeom>
              <a:avLst/>
              <a:pathLst>
                <a:path w="1169528" h="0">
                  <a:moveTo>
                    <a:pt x="0" y="0"/>
                  </a:moveTo>
                  <a:lnTo>
                    <a:pt x="1169528" y="0"/>
                  </a:lnTo>
                  <a:lnTo>
                    <a:pt x="116952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594347" y="3763796"/>
              <a:ext cx="1169528" cy="0"/>
            </a:xfrm>
            <a:custGeom>
              <a:avLst/>
              <a:pathLst>
                <a:path w="1169528" h="0">
                  <a:moveTo>
                    <a:pt x="0" y="0"/>
                  </a:moveTo>
                  <a:lnTo>
                    <a:pt x="1169528" y="0"/>
                  </a:lnTo>
                  <a:lnTo>
                    <a:pt x="116952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594347" y="2729801"/>
              <a:ext cx="1169528" cy="0"/>
            </a:xfrm>
            <a:custGeom>
              <a:avLst/>
              <a:pathLst>
                <a:path w="1169528" h="0">
                  <a:moveTo>
                    <a:pt x="0" y="0"/>
                  </a:moveTo>
                  <a:lnTo>
                    <a:pt x="1169528" y="0"/>
                  </a:lnTo>
                  <a:lnTo>
                    <a:pt x="116952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5962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6923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7916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8908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9869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0862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1823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2815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380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4705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5698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66588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7524975" y="4280793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524975" y="3246798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524975" y="2212803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6746783" y="4280793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6746783" y="3246798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6746783" y="2212803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137480" y="4280793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7137480" y="3246798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7137480" y="2212803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7336031" y="4280793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7336031" y="3246798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7336031" y="2212803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7236756" y="4280793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7236756" y="3246798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7236756" y="2212803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7621048" y="4280793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7621048" y="3246798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7621048" y="2212803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7425699" y="4280793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7425699" y="3246798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7425699" y="2212803"/>
              <a:ext cx="89668" cy="1033994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tx127"/>
            <p:cNvSpPr/>
            <p:nvPr/>
          </p:nvSpPr>
          <p:spPr>
            <a:xfrm>
              <a:off x="2484977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28" name="tx128"/>
            <p:cNvSpPr/>
            <p:nvPr/>
          </p:nvSpPr>
          <p:spPr>
            <a:xfrm>
              <a:off x="5128882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29" name="tx129"/>
            <p:cNvSpPr/>
            <p:nvPr/>
          </p:nvSpPr>
          <p:spPr>
            <a:xfrm>
              <a:off x="6941002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175470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1882696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191812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202278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214539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221813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231421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244002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2533912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259197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2717626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2797934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439860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4526601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4562032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466669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478930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486204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495811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50839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517781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5235875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536153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544183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625320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6381195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6416626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652128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8" name="tx158"/>
            <p:cNvSpPr/>
            <p:nvPr/>
          </p:nvSpPr>
          <p:spPr>
            <a:xfrm rot="-2700000">
              <a:off x="664389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59" name="tx159"/>
            <p:cNvSpPr/>
            <p:nvPr/>
          </p:nvSpPr>
          <p:spPr>
            <a:xfrm rot="-2700000">
              <a:off x="671663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68127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693852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7032411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7090469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2700000">
              <a:off x="7216125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65" name="tx165"/>
            <p:cNvSpPr/>
            <p:nvPr/>
          </p:nvSpPr>
          <p:spPr>
            <a:xfrm rot="-2700000">
              <a:off x="7296432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66" name="tx166"/>
            <p:cNvSpPr/>
            <p:nvPr/>
          </p:nvSpPr>
          <p:spPr>
            <a:xfrm>
              <a:off x="5978871" y="4757785"/>
              <a:ext cx="55284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HA1:D164-</a:t>
              </a:r>
            </a:p>
          </p:txBody>
        </p:sp>
        <p:sp>
          <p:nvSpPr>
            <p:cNvPr id="167" name="tx167"/>
            <p:cNvSpPr/>
            <p:nvPr/>
          </p:nvSpPr>
          <p:spPr>
            <a:xfrm>
              <a:off x="5984998" y="3723791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HA1:K162-</a:t>
              </a:r>
            </a:p>
          </p:txBody>
        </p:sp>
        <p:sp>
          <p:nvSpPr>
            <p:cNvPr id="168" name="tx168"/>
            <p:cNvSpPr/>
            <p:nvPr/>
          </p:nvSpPr>
          <p:spPr>
            <a:xfrm>
              <a:off x="5978871" y="2689796"/>
              <a:ext cx="55284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HA1:N163-</a:t>
              </a:r>
            </a:p>
          </p:txBody>
        </p:sp>
        <p:sp>
          <p:nvSpPr>
            <p:cNvPr id="169" name="tx169"/>
            <p:cNvSpPr/>
            <p:nvPr/>
          </p:nvSpPr>
          <p:spPr>
            <a:xfrm>
              <a:off x="3334967" y="3723791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170" name="tx170"/>
            <p:cNvSpPr/>
            <p:nvPr/>
          </p:nvSpPr>
          <p:spPr>
            <a:xfrm>
              <a:off x="691062" y="3723791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72" name="tx172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73" name="pic1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74" name="pl174"/>
            <p:cNvSpPr/>
            <p:nvPr/>
          </p:nvSpPr>
          <p:spPr>
            <a:xfrm>
              <a:off x="8148208" y="38633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l175"/>
            <p:cNvSpPr/>
            <p:nvPr/>
          </p:nvSpPr>
          <p:spPr>
            <a:xfrm>
              <a:off x="7972643" y="38633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tx176"/>
            <p:cNvSpPr/>
            <p:nvPr/>
          </p:nvSpPr>
          <p:spPr>
            <a:xfrm>
              <a:off x="8261689" y="382332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7" name="tx177"/>
            <p:cNvSpPr/>
            <p:nvPr/>
          </p:nvSpPr>
          <p:spPr>
            <a:xfrm>
              <a:off x="2095849" y="1669789"/>
              <a:ext cx="374382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HA: andel delesjoner over tid per influensasubtype</a:t>
              </a:r>
            </a:p>
          </p:txBody>
        </p:sp>
      </p:grpSp>
      <p:sp>
        <p:nvSpPr>
          <p:cNvPr id="17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HA: andel delesjoner over tid per influensasubtype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6171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379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608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816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1025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233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441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670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838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7007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216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40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8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55347" y="3763796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577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765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7994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9222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0410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163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2827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4055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5284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6393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7621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8810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706708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743939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227304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472949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350127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621116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825568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583886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108444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985621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866761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997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1187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2416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3624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4833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6041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7249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48478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9646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0815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2024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3212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3806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3936148" y="3763796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39385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0573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1802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3030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4218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544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6635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7863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9092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0201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1429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2618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087509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124740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608105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4853750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4730928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206369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964687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489245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366423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247562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378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4995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6224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7432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8641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9849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1057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2286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3454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623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5832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7020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4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316949" y="4515792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316949" y="3011799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3193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4381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5610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6838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8026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925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0443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1671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2900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4009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5237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6426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7468310" y="3763796"/>
              <a:ext cx="110936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7587171" y="3763796"/>
              <a:ext cx="110936" cy="150399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468310" y="2259803"/>
              <a:ext cx="110936" cy="1503992"/>
            </a:xfrm>
            <a:prstGeom prst="rect">
              <a:avLst/>
            </a:prstGeom>
            <a:solidFill>
              <a:srgbClr val="21233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6505541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6988906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234551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111729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587171" y="2259803"/>
              <a:ext cx="110936" cy="1503992"/>
            </a:xfrm>
            <a:prstGeom prst="rect">
              <a:avLst/>
            </a:prstGeom>
            <a:solidFill>
              <a:srgbClr val="282A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7345488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tx114"/>
            <p:cNvSpPr/>
            <p:nvPr/>
          </p:nvSpPr>
          <p:spPr>
            <a:xfrm>
              <a:off x="2083175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5" name="tx115"/>
            <p:cNvSpPr/>
            <p:nvPr/>
          </p:nvSpPr>
          <p:spPr>
            <a:xfrm>
              <a:off x="4463976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6" name="tx116"/>
            <p:cNvSpPr/>
            <p:nvPr/>
          </p:nvSpPr>
          <p:spPr>
            <a:xfrm>
              <a:off x="6802303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121465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1365437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1424416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55262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169802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17943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191316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0625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17996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225929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240849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251158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359545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374623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380521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393342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07882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1751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429396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44433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456076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64009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78929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89238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597625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127040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18601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31422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45962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5559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67476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82412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94156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702089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7170095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727318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3" name="tx153"/>
            <p:cNvSpPr/>
            <p:nvPr/>
          </p:nvSpPr>
          <p:spPr>
            <a:xfrm>
              <a:off x="6099145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5452664" y="2971794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155" name="tx155"/>
            <p:cNvSpPr/>
            <p:nvPr/>
          </p:nvSpPr>
          <p:spPr>
            <a:xfrm>
              <a:off x="3071863" y="3723791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691062" y="3723791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9" name="pic1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60" name="pl160"/>
            <p:cNvSpPr/>
            <p:nvPr/>
          </p:nvSpPr>
          <p:spPr>
            <a:xfrm>
              <a:off x="8148208" y="419749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l161"/>
            <p:cNvSpPr/>
            <p:nvPr/>
          </p:nvSpPr>
          <p:spPr>
            <a:xfrm>
              <a:off x="8148208" y="390383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l162"/>
            <p:cNvSpPr/>
            <p:nvPr/>
          </p:nvSpPr>
          <p:spPr>
            <a:xfrm>
              <a:off x="8148208" y="3610176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l163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l164"/>
            <p:cNvSpPr/>
            <p:nvPr/>
          </p:nvSpPr>
          <p:spPr>
            <a:xfrm>
              <a:off x="7972643" y="419749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5"/>
            <p:cNvSpPr/>
            <p:nvPr/>
          </p:nvSpPr>
          <p:spPr>
            <a:xfrm>
              <a:off x="7972643" y="390383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6"/>
            <p:cNvSpPr/>
            <p:nvPr/>
          </p:nvSpPr>
          <p:spPr>
            <a:xfrm>
              <a:off x="7972643" y="3610176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l167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tx168"/>
            <p:cNvSpPr/>
            <p:nvPr/>
          </p:nvSpPr>
          <p:spPr>
            <a:xfrm>
              <a:off x="8261689" y="415748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69" name="tx169"/>
            <p:cNvSpPr/>
            <p:nvPr/>
          </p:nvSpPr>
          <p:spPr>
            <a:xfrm>
              <a:off x="8261689" y="3863829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0" name="tx170"/>
            <p:cNvSpPr/>
            <p:nvPr/>
          </p:nvSpPr>
          <p:spPr>
            <a:xfrm>
              <a:off x="8261689" y="3570171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71" name="tx171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2" name="tx172"/>
            <p:cNvSpPr/>
            <p:nvPr/>
          </p:nvSpPr>
          <p:spPr>
            <a:xfrm>
              <a:off x="1555347" y="1669789"/>
              <a:ext cx="3706246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NA: andel frameshift over tid per influensasubtype</a:t>
              </a:r>
            </a:p>
          </p:txBody>
        </p:sp>
      </p:grpSp>
      <p:sp>
        <p:nvSpPr>
          <p:cNvPr id="17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NA: andel frameshift over tid per influensasubtype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641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2372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3115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3847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4578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5309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6040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6783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491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198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929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648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0008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126755" y="3763796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1281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2001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2744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3487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4206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4949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566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6412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7155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7826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8569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9289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823430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240870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533349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681986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607667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166552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895352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749112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461428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387109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315188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544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6180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6923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7655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8386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9117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9848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0591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1299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2006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2737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3456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3816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507556" y="3763796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5089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5809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6552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7295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8014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8757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947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0220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0963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1634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2377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3097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204232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621671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914150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062787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4988468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276153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129913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842229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767911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695990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925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9988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70731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71463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72194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72925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3656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4399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5107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5814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6545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7264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2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888357" y="4515792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888357" y="3011799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8897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9617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70360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71103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71822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2565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328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4028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4771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5442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6185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6905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7585033" y="3763796"/>
              <a:ext cx="67126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7656954" y="3763796"/>
              <a:ext cx="67126" cy="150399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585033" y="2259803"/>
              <a:ext cx="67126" cy="1503992"/>
            </a:xfrm>
            <a:prstGeom prst="rect">
              <a:avLst/>
            </a:prstGeom>
            <a:solidFill>
              <a:srgbClr val="21233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002472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294951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443588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369270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656954" y="2259803"/>
              <a:ext cx="67126" cy="1503992"/>
            </a:xfrm>
            <a:prstGeom prst="rect">
              <a:avLst/>
            </a:prstGeom>
            <a:solidFill>
              <a:srgbClr val="282A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7510714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tx114"/>
            <p:cNvSpPr/>
            <p:nvPr/>
          </p:nvSpPr>
          <p:spPr>
            <a:xfrm>
              <a:off x="236887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5" name="tx115"/>
            <p:cNvSpPr/>
            <p:nvPr/>
          </p:nvSpPr>
          <p:spPr>
            <a:xfrm>
              <a:off x="4749680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6" name="tx116"/>
            <p:cNvSpPr/>
            <p:nvPr/>
          </p:nvSpPr>
          <p:spPr>
            <a:xfrm>
              <a:off x="7088007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178512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188896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1899442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9791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207760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12538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21973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29816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36709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240261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2503310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255946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41659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426976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428024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435994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45840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50618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45781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467896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474789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78341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88411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94026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65467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650570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66104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74074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83920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88698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9589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705976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712869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7164213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726491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732106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3" name="tx153"/>
            <p:cNvSpPr/>
            <p:nvPr/>
          </p:nvSpPr>
          <p:spPr>
            <a:xfrm>
              <a:off x="6670554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5452664" y="2971794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55" name="tx155"/>
            <p:cNvSpPr/>
            <p:nvPr/>
          </p:nvSpPr>
          <p:spPr>
            <a:xfrm>
              <a:off x="3071863" y="3723791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691062" y="3723791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9" name="pic1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60" name="pl160"/>
            <p:cNvSpPr/>
            <p:nvPr/>
          </p:nvSpPr>
          <p:spPr>
            <a:xfrm>
              <a:off x="8148208" y="419749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l161"/>
            <p:cNvSpPr/>
            <p:nvPr/>
          </p:nvSpPr>
          <p:spPr>
            <a:xfrm>
              <a:off x="8148208" y="390383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l162"/>
            <p:cNvSpPr/>
            <p:nvPr/>
          </p:nvSpPr>
          <p:spPr>
            <a:xfrm>
              <a:off x="8148208" y="3610176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l163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l164"/>
            <p:cNvSpPr/>
            <p:nvPr/>
          </p:nvSpPr>
          <p:spPr>
            <a:xfrm>
              <a:off x="7972643" y="419749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5"/>
            <p:cNvSpPr/>
            <p:nvPr/>
          </p:nvSpPr>
          <p:spPr>
            <a:xfrm>
              <a:off x="7972643" y="390383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6"/>
            <p:cNvSpPr/>
            <p:nvPr/>
          </p:nvSpPr>
          <p:spPr>
            <a:xfrm>
              <a:off x="7972643" y="3610176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l167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tx168"/>
            <p:cNvSpPr/>
            <p:nvPr/>
          </p:nvSpPr>
          <p:spPr>
            <a:xfrm>
              <a:off x="8261689" y="415748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69" name="tx169"/>
            <p:cNvSpPr/>
            <p:nvPr/>
          </p:nvSpPr>
          <p:spPr>
            <a:xfrm>
              <a:off x="8261689" y="3863829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0" name="tx170"/>
            <p:cNvSpPr/>
            <p:nvPr/>
          </p:nvSpPr>
          <p:spPr>
            <a:xfrm>
              <a:off x="8261689" y="3570171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71" name="tx171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2" name="tx172"/>
            <p:cNvSpPr/>
            <p:nvPr/>
          </p:nvSpPr>
          <p:spPr>
            <a:xfrm>
              <a:off x="2126755" y="1669789"/>
              <a:ext cx="3790188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NA: andel insersjoner over tid per influensasubtype</a:t>
              </a:r>
            </a:p>
          </p:txBody>
        </p:sp>
      </p:grpSp>
      <p:sp>
        <p:nvSpPr>
          <p:cNvPr id="17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NA: andel insersjoner over tid per influensasubtype</a:t>
            </a: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345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2102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2872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362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4386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5143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5900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6669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401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133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890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635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0007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095849" y="376379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0973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1717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2487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32568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4001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4770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5515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6284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7054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7749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851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9263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817117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213992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516795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670679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593737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137050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891577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740175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442335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365394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290934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5153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5910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6680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743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8194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8951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9708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0477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1209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1941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2698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3443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3815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476650" y="376379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4781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5525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6295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7064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7809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8578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9323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0092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0862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1557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232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3071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197918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594793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897596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051480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4974538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272378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120976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823137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746195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671735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8961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9718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70488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7124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72002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72759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3516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42855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5017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5749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6506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7251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23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857451" y="451579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857451" y="301179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8589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9334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70103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70872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71617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2386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3131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3900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4670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5365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613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6879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7578719" y="3763796"/>
              <a:ext cx="69495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7653179" y="3763796"/>
              <a:ext cx="69495" cy="150399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578719" y="2259803"/>
              <a:ext cx="69495" cy="1503992"/>
            </a:xfrm>
            <a:prstGeom prst="rect">
              <a:avLst/>
            </a:prstGeom>
            <a:solidFill>
              <a:srgbClr val="21233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6975594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278398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432281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355340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653179" y="2259803"/>
              <a:ext cx="69495" cy="1503992"/>
            </a:xfrm>
            <a:prstGeom prst="rect">
              <a:avLst/>
            </a:prstGeom>
            <a:solidFill>
              <a:srgbClr val="282A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7501777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tx114"/>
            <p:cNvSpPr/>
            <p:nvPr/>
          </p:nvSpPr>
          <p:spPr>
            <a:xfrm>
              <a:off x="2353425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5" name="tx115"/>
            <p:cNvSpPr/>
            <p:nvPr/>
          </p:nvSpPr>
          <p:spPr>
            <a:xfrm>
              <a:off x="4734227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6" name="tx116"/>
            <p:cNvSpPr/>
            <p:nvPr/>
          </p:nvSpPr>
          <p:spPr>
            <a:xfrm>
              <a:off x="7072554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175426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1860651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187374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95607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205707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10747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218193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28541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35697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2394859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249818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255687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413507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4241452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425455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433687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43787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48827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456273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466621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473777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77566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87898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93767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651587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62225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635351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71767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81867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86908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94354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704701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711857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715646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725978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731847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3" name="tx153"/>
            <p:cNvSpPr/>
            <p:nvPr/>
          </p:nvSpPr>
          <p:spPr>
            <a:xfrm>
              <a:off x="6639647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5452664" y="2971794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155" name="tx155"/>
            <p:cNvSpPr/>
            <p:nvPr/>
          </p:nvSpPr>
          <p:spPr>
            <a:xfrm>
              <a:off x="3071863" y="3723791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691062" y="3723791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9" name="pic1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60" name="pl160"/>
            <p:cNvSpPr/>
            <p:nvPr/>
          </p:nvSpPr>
          <p:spPr>
            <a:xfrm>
              <a:off x="8148208" y="419749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l161"/>
            <p:cNvSpPr/>
            <p:nvPr/>
          </p:nvSpPr>
          <p:spPr>
            <a:xfrm>
              <a:off x="8148208" y="390383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l162"/>
            <p:cNvSpPr/>
            <p:nvPr/>
          </p:nvSpPr>
          <p:spPr>
            <a:xfrm>
              <a:off x="8148208" y="3610176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l163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l164"/>
            <p:cNvSpPr/>
            <p:nvPr/>
          </p:nvSpPr>
          <p:spPr>
            <a:xfrm>
              <a:off x="7972643" y="419749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5"/>
            <p:cNvSpPr/>
            <p:nvPr/>
          </p:nvSpPr>
          <p:spPr>
            <a:xfrm>
              <a:off x="7972643" y="390383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6"/>
            <p:cNvSpPr/>
            <p:nvPr/>
          </p:nvSpPr>
          <p:spPr>
            <a:xfrm>
              <a:off x="7972643" y="3610176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l167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tx168"/>
            <p:cNvSpPr/>
            <p:nvPr/>
          </p:nvSpPr>
          <p:spPr>
            <a:xfrm>
              <a:off x="8261689" y="415748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69" name="tx169"/>
            <p:cNvSpPr/>
            <p:nvPr/>
          </p:nvSpPr>
          <p:spPr>
            <a:xfrm>
              <a:off x="8261689" y="3863829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0" name="tx170"/>
            <p:cNvSpPr/>
            <p:nvPr/>
          </p:nvSpPr>
          <p:spPr>
            <a:xfrm>
              <a:off x="8261689" y="3570171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71" name="tx171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2" name="tx172"/>
            <p:cNvSpPr/>
            <p:nvPr/>
          </p:nvSpPr>
          <p:spPr>
            <a:xfrm>
              <a:off x="2095849" y="1669789"/>
              <a:ext cx="374382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NA: andel delesjoner over tid per influensasubtype</a:t>
              </a:r>
            </a:p>
          </p:txBody>
        </p:sp>
      </p:grpSp>
      <p:sp>
        <p:nvSpPr>
          <p:cNvPr id="17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NA: andel delesjoner over tid per influensasubtype</a:t>
            </a: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59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6263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651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9063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0451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1839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3228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4616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6027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370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713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0101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1467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2150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55347" y="3763796"/>
              <a:ext cx="1662421" cy="0"/>
            </a:xfrm>
            <a:custGeom>
              <a:avLst/>
              <a:pathLst>
                <a:path w="1662421" h="0">
                  <a:moveTo>
                    <a:pt x="0" y="0"/>
                  </a:moveTo>
                  <a:lnTo>
                    <a:pt x="1662421" y="0"/>
                  </a:lnTo>
                  <a:lnTo>
                    <a:pt x="166242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580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946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8357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9768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1134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2545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3911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5322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6733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8007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9419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0784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878182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772026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327380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609609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468495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630911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014745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737068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190818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049703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913141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2226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3614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5026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6414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7802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9191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0579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1990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3333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4676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6064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7430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8113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151641" y="3763796"/>
              <a:ext cx="1662421" cy="0"/>
            </a:xfrm>
            <a:custGeom>
              <a:avLst/>
              <a:pathLst>
                <a:path w="1662421" h="0">
                  <a:moveTo>
                    <a:pt x="0" y="0"/>
                  </a:moveTo>
                  <a:lnTo>
                    <a:pt x="1662421" y="0"/>
                  </a:lnTo>
                  <a:lnTo>
                    <a:pt x="166242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1543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2909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4320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5731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7097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8508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9874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1285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2696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3970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5382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6747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474477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368321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923675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205904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064789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611040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333362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787112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645998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509435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1724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3113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4524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5912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7300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8689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0077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1488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2831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1746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5563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6928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1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101455" y="3763796"/>
              <a:ext cx="1662421" cy="0"/>
            </a:xfrm>
            <a:custGeom>
              <a:avLst/>
              <a:pathLst>
                <a:path w="1662421" h="0">
                  <a:moveTo>
                    <a:pt x="0" y="0"/>
                  </a:moveTo>
                  <a:lnTo>
                    <a:pt x="1662421" y="0"/>
                  </a:lnTo>
                  <a:lnTo>
                    <a:pt x="166242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1041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2407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3818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5229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6595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8006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9372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0783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2194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3469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4880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6245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424291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6318135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6873489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155718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014603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560853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283176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tx111"/>
            <p:cNvSpPr/>
            <p:nvPr/>
          </p:nvSpPr>
          <p:spPr>
            <a:xfrm>
              <a:off x="2190921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4787216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694556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121500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383494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146076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160726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177036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188494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202150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218915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32488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2420733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588228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709024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381130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397978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405705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420355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436665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448123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461779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78545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921179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501702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518452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530531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576111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5929602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600687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615337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31647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43105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56761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73526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87099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96684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7134336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7255133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5883652" y="3723791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3287357" y="3723791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691062" y="3723791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5" name="pic1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56" name="pl156"/>
            <p:cNvSpPr/>
            <p:nvPr/>
          </p:nvSpPr>
          <p:spPr>
            <a:xfrm>
              <a:off x="8148208" y="38633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7972643" y="38633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tx158"/>
            <p:cNvSpPr/>
            <p:nvPr/>
          </p:nvSpPr>
          <p:spPr>
            <a:xfrm>
              <a:off x="8261689" y="382332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1555347" y="1669789"/>
              <a:ext cx="3706246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M1: andel frameshift over tid per influensasubtype</a:t>
              </a:r>
            </a:p>
          </p:txBody>
        </p:sp>
      </p:grpSp>
      <p:sp>
        <p:nvSpPr>
          <p:cNvPr id="16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M1: andel frameshift over tid per influensasubtype</a:t>
            </a: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814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2885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3972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5043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6113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7183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8253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9341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0376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31412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2482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3534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4061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126755" y="3763796"/>
              <a:ext cx="1281482" cy="0"/>
            </a:xfrm>
            <a:custGeom>
              <a:avLst/>
              <a:pathLst>
                <a:path w="1281482" h="0">
                  <a:moveTo>
                    <a:pt x="0" y="0"/>
                  </a:moveTo>
                  <a:lnTo>
                    <a:pt x="1281482" y="0"/>
                  </a:lnTo>
                  <a:lnTo>
                    <a:pt x="128148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1288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2341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3429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4516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5569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6657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7710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8797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9885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30868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31955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3008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146467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293783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721879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939437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830658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185004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251736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3037688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616610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507831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402562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9682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50752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51840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52910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53981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55051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6121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7209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8244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9279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60349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61402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61928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913520" y="3763796"/>
              <a:ext cx="1281482" cy="0"/>
            </a:xfrm>
            <a:custGeom>
              <a:avLst/>
              <a:pathLst>
                <a:path w="1281482" h="0">
                  <a:moveTo>
                    <a:pt x="0" y="0"/>
                  </a:moveTo>
                  <a:lnTo>
                    <a:pt x="1281482" y="0"/>
                  </a:lnTo>
                  <a:lnTo>
                    <a:pt x="128148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9156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50208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1296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2384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53437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4525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55577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66654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7753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8735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9823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0876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933231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5080547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5508644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726201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617422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6038501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824452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5403374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294595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189326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5371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6441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7529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8599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9669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70740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1810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2898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3933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968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6038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7091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7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482394" y="3763796"/>
              <a:ext cx="1281482" cy="0"/>
            </a:xfrm>
            <a:custGeom>
              <a:avLst/>
              <a:pathLst>
                <a:path w="1281482" h="0">
                  <a:moveTo>
                    <a:pt x="0" y="0"/>
                  </a:moveTo>
                  <a:lnTo>
                    <a:pt x="1281482" y="0"/>
                  </a:lnTo>
                  <a:lnTo>
                    <a:pt x="128148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4845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5897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69854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8073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9125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70213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1266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2354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3442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4424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5512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6565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502106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6649422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7077519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295076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186297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607376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393327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tx111"/>
            <p:cNvSpPr/>
            <p:nvPr/>
          </p:nvSpPr>
          <p:spPr>
            <a:xfrm>
              <a:off x="2571860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5358625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885026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178579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92298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196791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208208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221388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229613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240140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253671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640108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270675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84190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931413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457255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470974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4754682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48688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500065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508289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518816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532347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5426872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5493514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562867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571817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614143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6278622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632355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643772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5695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65176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75703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89235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99574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7062389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7197548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7287052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6264591" y="3723791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3477826" y="3723791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691062" y="3723791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5" name="pic1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56" name="pl156"/>
            <p:cNvSpPr/>
            <p:nvPr/>
          </p:nvSpPr>
          <p:spPr>
            <a:xfrm>
              <a:off x="8148208" y="38633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7972643" y="38633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tx158"/>
            <p:cNvSpPr/>
            <p:nvPr/>
          </p:nvSpPr>
          <p:spPr>
            <a:xfrm>
              <a:off x="8261689" y="382332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2126755" y="1669789"/>
              <a:ext cx="3790188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M1: andel insersjoner over tid per influensasubtype</a:t>
              </a:r>
            </a:p>
          </p:txBody>
        </p:sp>
      </p:grpSp>
      <p:sp>
        <p:nvSpPr>
          <p:cNvPr id="16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M1: andel insersjoner over tid per influensasubtype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514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2602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3707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4794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5882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6969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8057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9162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0214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31266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2353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3423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3957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095849" y="3763796"/>
              <a:ext cx="1302086" cy="0"/>
            </a:xfrm>
            <a:custGeom>
              <a:avLst/>
              <a:pathLst>
                <a:path w="1302086" h="0">
                  <a:moveTo>
                    <a:pt x="0" y="0"/>
                  </a:moveTo>
                  <a:lnTo>
                    <a:pt x="1302086" y="0"/>
                  </a:lnTo>
                  <a:lnTo>
                    <a:pt x="130208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0979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2049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3154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4260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5329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6434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7504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8609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9715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30713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31818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2888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131956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265562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700542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921597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811069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155034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238918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3021428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593579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483052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376090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9279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50366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51472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525594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53646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5473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5821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6927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7978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9030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60118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61187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617225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872311" y="3763796"/>
              <a:ext cx="1302086" cy="0"/>
            </a:xfrm>
            <a:custGeom>
              <a:avLst/>
              <a:pathLst>
                <a:path w="1302086" h="0">
                  <a:moveTo>
                    <a:pt x="0" y="0"/>
                  </a:moveTo>
                  <a:lnTo>
                    <a:pt x="1302086" y="0"/>
                  </a:lnTo>
                  <a:lnTo>
                    <a:pt x="130208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8744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9814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0919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202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53094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4199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55269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6374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7479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8478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9583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0652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908418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5042024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5477004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698059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587531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6015380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797890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5370041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259514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152552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5174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6261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7366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8454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9541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70629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1716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2821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3873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925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6012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7082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7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461790" y="3763796"/>
              <a:ext cx="1302086" cy="0"/>
            </a:xfrm>
            <a:custGeom>
              <a:avLst/>
              <a:pathLst>
                <a:path w="1302086" h="0">
                  <a:moveTo>
                    <a:pt x="0" y="0"/>
                  </a:moveTo>
                  <a:lnTo>
                    <a:pt x="1302086" y="0"/>
                  </a:lnTo>
                  <a:lnTo>
                    <a:pt x="130208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4639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5708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6814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7919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8989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70094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1163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2269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3374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4372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5478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6547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497897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6631503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7066483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287538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177010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604859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387369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tx111"/>
            <p:cNvSpPr/>
            <p:nvPr/>
          </p:nvSpPr>
          <p:spPr>
            <a:xfrm>
              <a:off x="2551256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5327718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874723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175491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89380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194048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205640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218989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227388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238085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251791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623058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269128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828188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919384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453138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4670265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471694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483286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496636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505035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515731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529437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5399520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546774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5604650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569584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612086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6259744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630642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642234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55584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63983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74679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88385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988999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705722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719412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728532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6243986" y="3723791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3467524" y="3723791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691062" y="3723791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5" name="pic1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56" name="pl156"/>
            <p:cNvSpPr/>
            <p:nvPr/>
          </p:nvSpPr>
          <p:spPr>
            <a:xfrm>
              <a:off x="8148208" y="38633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7972643" y="38633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tx158"/>
            <p:cNvSpPr/>
            <p:nvPr/>
          </p:nvSpPr>
          <p:spPr>
            <a:xfrm>
              <a:off x="8261689" y="382332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2095849" y="1669789"/>
              <a:ext cx="374382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M1: andel delesjoner over tid per influensasubtype</a:t>
              </a:r>
            </a:p>
          </p:txBody>
        </p:sp>
      </p:grpSp>
      <p:sp>
        <p:nvSpPr>
          <p:cNvPr id="16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M1: andel delesjoner over tid per influensasubtype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599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6263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651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9063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0451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1839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3228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4616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60278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370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713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0101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1467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2150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55347" y="3763796"/>
              <a:ext cx="1662421" cy="0"/>
            </a:xfrm>
            <a:custGeom>
              <a:avLst/>
              <a:pathLst>
                <a:path w="1662421" h="0">
                  <a:moveTo>
                    <a:pt x="0" y="0"/>
                  </a:moveTo>
                  <a:lnTo>
                    <a:pt x="1662421" y="0"/>
                  </a:lnTo>
                  <a:lnTo>
                    <a:pt x="166242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580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946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8357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9768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1134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2545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3911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5322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6733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8007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9419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0784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878182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772026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327380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609609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468495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630911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014745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737068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190818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049703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913141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2226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3614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5026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6414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7802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9191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0579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1990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3333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4676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6064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7430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8113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151641" y="3763796"/>
              <a:ext cx="1662421" cy="0"/>
            </a:xfrm>
            <a:custGeom>
              <a:avLst/>
              <a:pathLst>
                <a:path w="1662421" h="0">
                  <a:moveTo>
                    <a:pt x="0" y="0"/>
                  </a:moveTo>
                  <a:lnTo>
                    <a:pt x="1662421" y="0"/>
                  </a:lnTo>
                  <a:lnTo>
                    <a:pt x="166242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1543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2909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4320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5731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7097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8508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98740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1285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2696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3970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5382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6747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474477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368321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923675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205904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064789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611040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333362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787112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645998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509435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1724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3113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4524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5912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7300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8689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0077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1488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2831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1746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5563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6928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14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101455" y="3763796"/>
              <a:ext cx="1662421" cy="0"/>
            </a:xfrm>
            <a:custGeom>
              <a:avLst/>
              <a:pathLst>
                <a:path w="1662421" h="0">
                  <a:moveTo>
                    <a:pt x="0" y="0"/>
                  </a:moveTo>
                  <a:lnTo>
                    <a:pt x="1662421" y="0"/>
                  </a:lnTo>
                  <a:lnTo>
                    <a:pt x="166242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1041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2407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38186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5229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6595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8006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9372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0783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2194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3469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4880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6245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424291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6318135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6873489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155718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014603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560853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283176" y="2385136"/>
              <a:ext cx="127458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tx111"/>
            <p:cNvSpPr/>
            <p:nvPr/>
          </p:nvSpPr>
          <p:spPr>
            <a:xfrm>
              <a:off x="2190921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4787216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694556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121500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383494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146076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160726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177036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188494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202150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218915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32488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2420733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588228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709024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381130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397978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405705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420355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436665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448123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461779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78545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921179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5017027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518452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530531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576111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5929602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600687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615337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31647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43105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56761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73526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87099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96684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7134336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7255133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5883652" y="3723791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3287357" y="3723791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691062" y="3723791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5" name="pic1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56" name="pl156"/>
            <p:cNvSpPr/>
            <p:nvPr/>
          </p:nvSpPr>
          <p:spPr>
            <a:xfrm>
              <a:off x="8148208" y="38633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7972643" y="38633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tx158"/>
            <p:cNvSpPr/>
            <p:nvPr/>
          </p:nvSpPr>
          <p:spPr>
            <a:xfrm>
              <a:off x="8261689" y="382332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1555347" y="1669789"/>
              <a:ext cx="3706246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M2: andel frameshift over tid per influensasubtype</a:t>
              </a:r>
            </a:p>
          </p:txBody>
        </p:sp>
      </p:grpSp>
      <p:sp>
        <p:nvSpPr>
          <p:cNvPr id="16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M2: andel frameshift over tid per influensasubtype</a:t>
            </a: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814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2885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3972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50432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6113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7183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8253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9341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0376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31412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2482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3534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4061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126755" y="3763796"/>
              <a:ext cx="1281482" cy="0"/>
            </a:xfrm>
            <a:custGeom>
              <a:avLst/>
              <a:pathLst>
                <a:path w="1281482" h="0">
                  <a:moveTo>
                    <a:pt x="0" y="0"/>
                  </a:moveTo>
                  <a:lnTo>
                    <a:pt x="1281482" y="0"/>
                  </a:lnTo>
                  <a:lnTo>
                    <a:pt x="128148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1288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2341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3429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4516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5569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6657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7710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8797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9885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30868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31955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3008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146467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293783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721879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939437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830658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185004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251736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3037688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616610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507831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402562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96826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50752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51840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52910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53981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55051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6121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7209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8244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9279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60349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61402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61928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913520" y="3763796"/>
              <a:ext cx="1281482" cy="0"/>
            </a:xfrm>
            <a:custGeom>
              <a:avLst/>
              <a:pathLst>
                <a:path w="1281482" h="0">
                  <a:moveTo>
                    <a:pt x="0" y="0"/>
                  </a:moveTo>
                  <a:lnTo>
                    <a:pt x="1281482" y="0"/>
                  </a:lnTo>
                  <a:lnTo>
                    <a:pt x="128148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9156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50208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1296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2384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53437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4525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55577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66654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7753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8735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9823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0876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933231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5080547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5508644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726201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617422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6038501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824452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5403374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294595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189326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5371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6441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7529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8599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9669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70740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1810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2898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3933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968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6038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7091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7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482394" y="3763796"/>
              <a:ext cx="1281482" cy="0"/>
            </a:xfrm>
            <a:custGeom>
              <a:avLst/>
              <a:pathLst>
                <a:path w="1281482" h="0">
                  <a:moveTo>
                    <a:pt x="0" y="0"/>
                  </a:moveTo>
                  <a:lnTo>
                    <a:pt x="1281482" y="0"/>
                  </a:lnTo>
                  <a:lnTo>
                    <a:pt x="1281482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4845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5897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69854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8073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9125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70213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1266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2354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3442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4424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5512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6565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502106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6649422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7077519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295076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186297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607376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393327" y="2385136"/>
              <a:ext cx="9825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tx111"/>
            <p:cNvSpPr/>
            <p:nvPr/>
          </p:nvSpPr>
          <p:spPr>
            <a:xfrm>
              <a:off x="2571860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5358625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885026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178579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92298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196791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208208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221388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229613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240140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253671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640108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270675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84190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931413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457255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470974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4754682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48688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500065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508289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518816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532347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5426872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5493514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562867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571817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614143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6278622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632355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643772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5695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65176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75703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89235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99574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7062389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7197548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7287052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6264591" y="3723791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3477826" y="3723791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691062" y="3723791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5" name="pic1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56" name="pl156"/>
            <p:cNvSpPr/>
            <p:nvPr/>
          </p:nvSpPr>
          <p:spPr>
            <a:xfrm>
              <a:off x="8148208" y="38633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7972643" y="38633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tx158"/>
            <p:cNvSpPr/>
            <p:nvPr/>
          </p:nvSpPr>
          <p:spPr>
            <a:xfrm>
              <a:off x="8261689" y="382332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2126755" y="1669789"/>
              <a:ext cx="3790188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M2: andel insersjoner over tid per influensasubtype</a:t>
              </a:r>
            </a:p>
          </p:txBody>
        </p:sp>
      </p:grpSp>
      <p:sp>
        <p:nvSpPr>
          <p:cNvPr id="16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M2: andel insersjoner over tid per influensasubtype</a:t>
            </a: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514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2602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3707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4794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5882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6969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80572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9162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0214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31266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2353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3423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3957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095849" y="3763796"/>
              <a:ext cx="1302086" cy="0"/>
            </a:xfrm>
            <a:custGeom>
              <a:avLst/>
              <a:pathLst>
                <a:path w="1302086" h="0">
                  <a:moveTo>
                    <a:pt x="0" y="0"/>
                  </a:moveTo>
                  <a:lnTo>
                    <a:pt x="1302086" y="0"/>
                  </a:lnTo>
                  <a:lnTo>
                    <a:pt x="130208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0979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2049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3154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42600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5329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6434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7504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8609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9715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30713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31818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32888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131956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265562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700542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921597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811069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155034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238918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3021428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593579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483052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376090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9279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50366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51472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525594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53646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5473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5821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6927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7978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9030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60118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61187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617225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872311" y="3763796"/>
              <a:ext cx="1302086" cy="0"/>
            </a:xfrm>
            <a:custGeom>
              <a:avLst/>
              <a:pathLst>
                <a:path w="1302086" h="0">
                  <a:moveTo>
                    <a:pt x="0" y="0"/>
                  </a:moveTo>
                  <a:lnTo>
                    <a:pt x="1302086" y="0"/>
                  </a:lnTo>
                  <a:lnTo>
                    <a:pt x="130208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8744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9814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0919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202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53094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4199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55269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6374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7479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8478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9583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0652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908418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5042024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5477004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698059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587531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6015380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797890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5370041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259514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152552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51741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6261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67366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8454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9541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70629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1716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2821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3873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4925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6012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7082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7617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6461790" y="3763796"/>
              <a:ext cx="1302086" cy="0"/>
            </a:xfrm>
            <a:custGeom>
              <a:avLst/>
              <a:pathLst>
                <a:path w="1302086" h="0">
                  <a:moveTo>
                    <a:pt x="0" y="0"/>
                  </a:moveTo>
                  <a:lnTo>
                    <a:pt x="1302086" y="0"/>
                  </a:lnTo>
                  <a:lnTo>
                    <a:pt x="1302086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4639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5708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6814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79194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8989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70094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1163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2269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3374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4372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5478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6547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497897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6631503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7066483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287538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177010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604859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387369" y="2385136"/>
              <a:ext cx="99831" cy="2757319"/>
            </a:xfrm>
            <a:prstGeom prst="rect">
              <a:avLst/>
            </a:prstGeom>
            <a:solidFill>
              <a:srgbClr val="7F86D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tx111"/>
            <p:cNvSpPr/>
            <p:nvPr/>
          </p:nvSpPr>
          <p:spPr>
            <a:xfrm>
              <a:off x="2551256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5327718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874723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175491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89380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194048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205640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218989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227388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238085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251791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2623058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269128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828188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919384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453138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4670265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471694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4832862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496636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505035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515731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529437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5399520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546774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5604650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569584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612086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6259744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630642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642234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655584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6639831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746793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88385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988999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705722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7194129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728532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6243986" y="3723791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3467524" y="3723791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691062" y="3723791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55" name="pic1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56" name="pl156"/>
            <p:cNvSpPr/>
            <p:nvPr/>
          </p:nvSpPr>
          <p:spPr>
            <a:xfrm>
              <a:off x="8148208" y="38633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7972643" y="38633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tx158"/>
            <p:cNvSpPr/>
            <p:nvPr/>
          </p:nvSpPr>
          <p:spPr>
            <a:xfrm>
              <a:off x="8261689" y="382332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2095849" y="1669789"/>
              <a:ext cx="374382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M2: andel delesjoner over tid per influensasubtype</a:t>
              </a:r>
            </a:p>
          </p:txBody>
        </p:sp>
      </p:grpSp>
      <p:sp>
        <p:nvSpPr>
          <p:cNvPr id="16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M2: andel delesjoner over tid per influensasubtype</a:t>
            </a: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6171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379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608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816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1025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233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441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670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838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7007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216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40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8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55347" y="4945504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55347" y="4157698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555347" y="3369893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555347" y="2582087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5577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6765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7994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9222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0410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163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2827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4055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5284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6393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27621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28810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706708" y="4551601"/>
              <a:ext cx="110936" cy="787805"/>
            </a:xfrm>
            <a:prstGeom prst="rect">
              <a:avLst/>
            </a:prstGeom>
            <a:solidFill>
              <a:srgbClr val="D8D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227304" y="4551601"/>
              <a:ext cx="110936" cy="787805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472949" y="4551601"/>
              <a:ext cx="110936" cy="787805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350127" y="4551601"/>
              <a:ext cx="110936" cy="787805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1621116" y="4551601"/>
              <a:ext cx="110936" cy="787805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583886" y="4551601"/>
              <a:ext cx="110936" cy="787805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108444" y="4551601"/>
              <a:ext cx="110936" cy="787805"/>
            </a:xfrm>
            <a:prstGeom prst="rect">
              <a:avLst/>
            </a:prstGeom>
            <a:solidFill>
              <a:srgbClr val="EAE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985621" y="4551601"/>
              <a:ext cx="110936" cy="787805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1866761" y="4551601"/>
              <a:ext cx="110936" cy="787805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706708" y="3763796"/>
              <a:ext cx="110936" cy="787805"/>
            </a:xfrm>
            <a:prstGeom prst="rect">
              <a:avLst/>
            </a:prstGeom>
            <a:solidFill>
              <a:srgbClr val="50538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1743939" y="3763796"/>
              <a:ext cx="110936" cy="787805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227304" y="3763796"/>
              <a:ext cx="110936" cy="787805"/>
            </a:xfrm>
            <a:prstGeom prst="rect">
              <a:avLst/>
            </a:prstGeom>
            <a:solidFill>
              <a:srgbClr val="2527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2472949" y="3763796"/>
              <a:ext cx="110936" cy="787805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2350127" y="3763796"/>
              <a:ext cx="110936" cy="787805"/>
            </a:xfrm>
            <a:prstGeom prst="rect">
              <a:avLst/>
            </a:prstGeom>
            <a:solidFill>
              <a:srgbClr val="1B1D3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2825568" y="3763796"/>
              <a:ext cx="110936" cy="787805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583886" y="3763796"/>
              <a:ext cx="110936" cy="787805"/>
            </a:xfrm>
            <a:prstGeom prst="rect">
              <a:avLst/>
            </a:prstGeom>
            <a:solidFill>
              <a:srgbClr val="2527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2108444" y="3763796"/>
              <a:ext cx="110936" cy="787805"/>
            </a:xfrm>
            <a:prstGeom prst="rect">
              <a:avLst/>
            </a:prstGeom>
            <a:solidFill>
              <a:srgbClr val="2C2E4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1985621" y="3763796"/>
              <a:ext cx="110936" cy="787805"/>
            </a:xfrm>
            <a:prstGeom prst="rect">
              <a:avLst/>
            </a:prstGeom>
            <a:solidFill>
              <a:srgbClr val="20223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1866761" y="3763796"/>
              <a:ext cx="110936" cy="787805"/>
            </a:xfrm>
            <a:prstGeom prst="rect">
              <a:avLst/>
            </a:prstGeom>
            <a:solidFill>
              <a:srgbClr val="2526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2706708" y="2975990"/>
              <a:ext cx="110936" cy="787805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2706708" y="2188184"/>
              <a:ext cx="110936" cy="787805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3997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1187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2416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3624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4833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6041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7249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8478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9646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0815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2024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3212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3806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3936148" y="5255460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3936148" y="4984248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3936148" y="4713037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3936148" y="4441825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3936148" y="4170613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3936148" y="3899401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3936148" y="3628190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3936148" y="3356978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3936148" y="3085766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3936148" y="2814554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3936148" y="2543343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3936148" y="2272131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39385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40573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41802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43030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44218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4544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46635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47863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49092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50201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51429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52618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4124740" y="5119854"/>
              <a:ext cx="110936" cy="271211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4608105" y="5119854"/>
              <a:ext cx="110936" cy="271211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4853750" y="5119854"/>
              <a:ext cx="110936" cy="271211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4730928" y="5119854"/>
              <a:ext cx="110936" cy="271211"/>
            </a:xfrm>
            <a:prstGeom prst="rect">
              <a:avLst/>
            </a:prstGeom>
            <a:solidFill>
              <a:srgbClr val="EEE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4964687" y="5119854"/>
              <a:ext cx="110936" cy="271211"/>
            </a:xfrm>
            <a:prstGeom prst="rect">
              <a:avLst/>
            </a:prstGeom>
            <a:solidFill>
              <a:srgbClr val="F5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4489245" y="5119854"/>
              <a:ext cx="110936" cy="271211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4366423" y="5119854"/>
              <a:ext cx="110936" cy="271211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4247562" y="5119854"/>
              <a:ext cx="110936" cy="271211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5087509" y="4848643"/>
              <a:ext cx="110936" cy="271211"/>
            </a:xfrm>
            <a:prstGeom prst="rect">
              <a:avLst/>
            </a:prstGeom>
            <a:solidFill>
              <a:srgbClr val="23243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4124740" y="4848643"/>
              <a:ext cx="110936" cy="271211"/>
            </a:xfrm>
            <a:prstGeom prst="rect">
              <a:avLst/>
            </a:prstGeom>
            <a:solidFill>
              <a:srgbClr val="4F528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4608105" y="4848643"/>
              <a:ext cx="110936" cy="271211"/>
            </a:xfrm>
            <a:prstGeom prst="rect">
              <a:avLst/>
            </a:prstGeom>
            <a:solidFill>
              <a:srgbClr val="1C1E3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4853750" y="4848643"/>
              <a:ext cx="110936" cy="271211"/>
            </a:xfrm>
            <a:prstGeom prst="rect">
              <a:avLst/>
            </a:prstGeom>
            <a:solidFill>
              <a:srgbClr val="32345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4730928" y="4848643"/>
              <a:ext cx="110936" cy="271211"/>
            </a:xfrm>
            <a:prstGeom prst="rect">
              <a:avLst/>
            </a:prstGeom>
            <a:solidFill>
              <a:srgbClr val="27284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5206369" y="4848643"/>
              <a:ext cx="110936" cy="271211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4964687" y="4848643"/>
              <a:ext cx="110936" cy="271211"/>
            </a:xfrm>
            <a:prstGeom prst="rect">
              <a:avLst/>
            </a:prstGeom>
            <a:solidFill>
              <a:srgbClr val="1B1D3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4489245" y="4848643"/>
              <a:ext cx="110936" cy="271211"/>
            </a:xfrm>
            <a:prstGeom prst="rect">
              <a:avLst/>
            </a:prstGeom>
            <a:solidFill>
              <a:srgbClr val="26284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4366423" y="4848643"/>
              <a:ext cx="110936" cy="271211"/>
            </a:xfrm>
            <a:prstGeom prst="rect">
              <a:avLst/>
            </a:prstGeom>
            <a:solidFill>
              <a:srgbClr val="26284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4247562" y="4848643"/>
              <a:ext cx="110936" cy="271211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5087509" y="4577431"/>
              <a:ext cx="110936" cy="271211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5087509" y="4306219"/>
              <a:ext cx="110936" cy="271211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4124740" y="4035007"/>
              <a:ext cx="110936" cy="271211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4853750" y="3763796"/>
              <a:ext cx="110936" cy="271211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4489245" y="4306219"/>
              <a:ext cx="110936" cy="27121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4489245" y="3492584"/>
              <a:ext cx="110936" cy="27121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4489245" y="3221372"/>
              <a:ext cx="110936" cy="27121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4489245" y="2950160"/>
              <a:ext cx="110936" cy="27121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4489245" y="2678948"/>
              <a:ext cx="110936" cy="27121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4366423" y="4035007"/>
              <a:ext cx="110936" cy="27121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4247562" y="2407737"/>
              <a:ext cx="110936" cy="271211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5087509" y="2136525"/>
              <a:ext cx="110936" cy="271211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4489245" y="2136525"/>
              <a:ext cx="110936" cy="27121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6378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64995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66224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67432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68641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69849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l129"/>
            <p:cNvSpPr/>
            <p:nvPr/>
          </p:nvSpPr>
          <p:spPr>
            <a:xfrm>
              <a:off x="71057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72286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l131"/>
            <p:cNvSpPr/>
            <p:nvPr/>
          </p:nvSpPr>
          <p:spPr>
            <a:xfrm>
              <a:off x="73454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74623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75832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77020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77614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6316949" y="4797790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l137"/>
            <p:cNvSpPr/>
            <p:nvPr/>
          </p:nvSpPr>
          <p:spPr>
            <a:xfrm>
              <a:off x="6316949" y="3763796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6316949" y="2729801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63193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l140"/>
            <p:cNvSpPr/>
            <p:nvPr/>
          </p:nvSpPr>
          <p:spPr>
            <a:xfrm>
              <a:off x="64381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l141"/>
            <p:cNvSpPr/>
            <p:nvPr/>
          </p:nvSpPr>
          <p:spPr>
            <a:xfrm>
              <a:off x="65610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66838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l143"/>
            <p:cNvSpPr/>
            <p:nvPr/>
          </p:nvSpPr>
          <p:spPr>
            <a:xfrm>
              <a:off x="68026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6925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l145"/>
            <p:cNvSpPr/>
            <p:nvPr/>
          </p:nvSpPr>
          <p:spPr>
            <a:xfrm>
              <a:off x="70443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l146"/>
            <p:cNvSpPr/>
            <p:nvPr/>
          </p:nvSpPr>
          <p:spPr>
            <a:xfrm>
              <a:off x="71671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l147"/>
            <p:cNvSpPr/>
            <p:nvPr/>
          </p:nvSpPr>
          <p:spPr>
            <a:xfrm>
              <a:off x="72900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l148"/>
            <p:cNvSpPr/>
            <p:nvPr/>
          </p:nvSpPr>
          <p:spPr>
            <a:xfrm>
              <a:off x="74009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l149"/>
            <p:cNvSpPr/>
            <p:nvPr/>
          </p:nvSpPr>
          <p:spPr>
            <a:xfrm>
              <a:off x="75237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l150"/>
            <p:cNvSpPr/>
            <p:nvPr/>
          </p:nvSpPr>
          <p:spPr>
            <a:xfrm>
              <a:off x="76426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rc151"/>
            <p:cNvSpPr/>
            <p:nvPr/>
          </p:nvSpPr>
          <p:spPr>
            <a:xfrm>
              <a:off x="7468310" y="4280793"/>
              <a:ext cx="110936" cy="1033994"/>
            </a:xfrm>
            <a:prstGeom prst="rect">
              <a:avLst/>
            </a:prstGeom>
            <a:solidFill>
              <a:srgbClr val="DCE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2" name="rc152"/>
            <p:cNvSpPr/>
            <p:nvPr/>
          </p:nvSpPr>
          <p:spPr>
            <a:xfrm>
              <a:off x="6988906" y="4280793"/>
              <a:ext cx="110936" cy="1033994"/>
            </a:xfrm>
            <a:prstGeom prst="rect">
              <a:avLst/>
            </a:prstGeom>
            <a:solidFill>
              <a:srgbClr val="B2BA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3" name="rc153"/>
            <p:cNvSpPr/>
            <p:nvPr/>
          </p:nvSpPr>
          <p:spPr>
            <a:xfrm>
              <a:off x="7111729" y="4280793"/>
              <a:ext cx="110936" cy="1033994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4" name="rc154"/>
            <p:cNvSpPr/>
            <p:nvPr/>
          </p:nvSpPr>
          <p:spPr>
            <a:xfrm>
              <a:off x="7587171" y="4280793"/>
              <a:ext cx="110936" cy="1033994"/>
            </a:xfrm>
            <a:prstGeom prst="rect">
              <a:avLst/>
            </a:prstGeom>
            <a:solidFill>
              <a:srgbClr val="9DA5F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5" name="rc155"/>
            <p:cNvSpPr/>
            <p:nvPr/>
          </p:nvSpPr>
          <p:spPr>
            <a:xfrm>
              <a:off x="7468310" y="3246798"/>
              <a:ext cx="110936" cy="1033994"/>
            </a:xfrm>
            <a:prstGeom prst="rect">
              <a:avLst/>
            </a:prstGeom>
            <a:solidFill>
              <a:srgbClr val="3D406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6" name="rc156"/>
            <p:cNvSpPr/>
            <p:nvPr/>
          </p:nvSpPr>
          <p:spPr>
            <a:xfrm>
              <a:off x="6505541" y="3246798"/>
              <a:ext cx="110936" cy="103399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7" name="rc157"/>
            <p:cNvSpPr/>
            <p:nvPr/>
          </p:nvSpPr>
          <p:spPr>
            <a:xfrm>
              <a:off x="6988906" y="3246798"/>
              <a:ext cx="110936" cy="1033994"/>
            </a:xfrm>
            <a:prstGeom prst="rect">
              <a:avLst/>
            </a:prstGeom>
            <a:solidFill>
              <a:srgbClr val="5A5E9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8" name="rc158"/>
            <p:cNvSpPr/>
            <p:nvPr/>
          </p:nvSpPr>
          <p:spPr>
            <a:xfrm>
              <a:off x="7234551" y="3246798"/>
              <a:ext cx="110936" cy="103399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9" name="rc159"/>
            <p:cNvSpPr/>
            <p:nvPr/>
          </p:nvSpPr>
          <p:spPr>
            <a:xfrm>
              <a:off x="7111729" y="3246798"/>
              <a:ext cx="110936" cy="1033994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0" name="rc160"/>
            <p:cNvSpPr/>
            <p:nvPr/>
          </p:nvSpPr>
          <p:spPr>
            <a:xfrm>
              <a:off x="7587171" y="3246798"/>
              <a:ext cx="110936" cy="1033994"/>
            </a:xfrm>
            <a:prstGeom prst="rect">
              <a:avLst/>
            </a:prstGeom>
            <a:solidFill>
              <a:srgbClr val="686DB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1" name="rc161"/>
            <p:cNvSpPr/>
            <p:nvPr/>
          </p:nvSpPr>
          <p:spPr>
            <a:xfrm>
              <a:off x="7345488" y="3246798"/>
              <a:ext cx="110936" cy="1033994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2" name="rc162"/>
            <p:cNvSpPr/>
            <p:nvPr/>
          </p:nvSpPr>
          <p:spPr>
            <a:xfrm>
              <a:off x="7345488" y="2212803"/>
              <a:ext cx="110936" cy="1033994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3" name="tx163"/>
            <p:cNvSpPr/>
            <p:nvPr/>
          </p:nvSpPr>
          <p:spPr>
            <a:xfrm>
              <a:off x="2083175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64" name="tx164"/>
            <p:cNvSpPr/>
            <p:nvPr/>
          </p:nvSpPr>
          <p:spPr>
            <a:xfrm>
              <a:off x="4463976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65" name="tx165"/>
            <p:cNvSpPr/>
            <p:nvPr/>
          </p:nvSpPr>
          <p:spPr>
            <a:xfrm>
              <a:off x="6802303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2700000">
              <a:off x="121465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67" name="tx167"/>
            <p:cNvSpPr/>
            <p:nvPr/>
          </p:nvSpPr>
          <p:spPr>
            <a:xfrm rot="-2700000">
              <a:off x="1365437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68" name="tx168"/>
            <p:cNvSpPr/>
            <p:nvPr/>
          </p:nvSpPr>
          <p:spPr>
            <a:xfrm rot="-2700000">
              <a:off x="1424416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69" name="tx169"/>
            <p:cNvSpPr/>
            <p:nvPr/>
          </p:nvSpPr>
          <p:spPr>
            <a:xfrm rot="-2700000">
              <a:off x="155262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2700000">
              <a:off x="169802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2700000">
              <a:off x="17943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2" name="tx172"/>
            <p:cNvSpPr/>
            <p:nvPr/>
          </p:nvSpPr>
          <p:spPr>
            <a:xfrm rot="-2700000">
              <a:off x="191316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20625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217996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225929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76" name="tx176"/>
            <p:cNvSpPr/>
            <p:nvPr/>
          </p:nvSpPr>
          <p:spPr>
            <a:xfrm rot="-2700000">
              <a:off x="240849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77" name="tx177"/>
            <p:cNvSpPr/>
            <p:nvPr/>
          </p:nvSpPr>
          <p:spPr>
            <a:xfrm rot="-2700000">
              <a:off x="251158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78" name="tx178"/>
            <p:cNvSpPr/>
            <p:nvPr/>
          </p:nvSpPr>
          <p:spPr>
            <a:xfrm rot="-2700000">
              <a:off x="359545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79" name="tx179"/>
            <p:cNvSpPr/>
            <p:nvPr/>
          </p:nvSpPr>
          <p:spPr>
            <a:xfrm rot="-2700000">
              <a:off x="374623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80" name="tx180"/>
            <p:cNvSpPr/>
            <p:nvPr/>
          </p:nvSpPr>
          <p:spPr>
            <a:xfrm rot="-2700000">
              <a:off x="380521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81" name="tx181"/>
            <p:cNvSpPr/>
            <p:nvPr/>
          </p:nvSpPr>
          <p:spPr>
            <a:xfrm rot="-2700000">
              <a:off x="393342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82" name="tx182"/>
            <p:cNvSpPr/>
            <p:nvPr/>
          </p:nvSpPr>
          <p:spPr>
            <a:xfrm rot="-2700000">
              <a:off x="407882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83" name="tx183"/>
            <p:cNvSpPr/>
            <p:nvPr/>
          </p:nvSpPr>
          <p:spPr>
            <a:xfrm rot="-2700000">
              <a:off x="41751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84" name="tx184"/>
            <p:cNvSpPr/>
            <p:nvPr/>
          </p:nvSpPr>
          <p:spPr>
            <a:xfrm rot="-2700000">
              <a:off x="429396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85" name="tx185"/>
            <p:cNvSpPr/>
            <p:nvPr/>
          </p:nvSpPr>
          <p:spPr>
            <a:xfrm rot="-2700000">
              <a:off x="44433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86" name="tx186"/>
            <p:cNvSpPr/>
            <p:nvPr/>
          </p:nvSpPr>
          <p:spPr>
            <a:xfrm rot="-2700000">
              <a:off x="456076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87" name="tx187"/>
            <p:cNvSpPr/>
            <p:nvPr/>
          </p:nvSpPr>
          <p:spPr>
            <a:xfrm rot="-2700000">
              <a:off x="464009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88" name="tx188"/>
            <p:cNvSpPr/>
            <p:nvPr/>
          </p:nvSpPr>
          <p:spPr>
            <a:xfrm rot="-2700000">
              <a:off x="478929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89" name="tx189"/>
            <p:cNvSpPr/>
            <p:nvPr/>
          </p:nvSpPr>
          <p:spPr>
            <a:xfrm rot="-2700000">
              <a:off x="489238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90" name="tx190"/>
            <p:cNvSpPr/>
            <p:nvPr/>
          </p:nvSpPr>
          <p:spPr>
            <a:xfrm rot="-2700000">
              <a:off x="597625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91" name="tx191"/>
            <p:cNvSpPr/>
            <p:nvPr/>
          </p:nvSpPr>
          <p:spPr>
            <a:xfrm rot="-2700000">
              <a:off x="6127040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92" name="tx192"/>
            <p:cNvSpPr/>
            <p:nvPr/>
          </p:nvSpPr>
          <p:spPr>
            <a:xfrm rot="-2700000">
              <a:off x="618601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93" name="tx193"/>
            <p:cNvSpPr/>
            <p:nvPr/>
          </p:nvSpPr>
          <p:spPr>
            <a:xfrm rot="-2700000">
              <a:off x="631422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94" name="tx194"/>
            <p:cNvSpPr/>
            <p:nvPr/>
          </p:nvSpPr>
          <p:spPr>
            <a:xfrm rot="-2700000">
              <a:off x="645962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95" name="tx195"/>
            <p:cNvSpPr/>
            <p:nvPr/>
          </p:nvSpPr>
          <p:spPr>
            <a:xfrm rot="-2700000">
              <a:off x="65559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96" name="tx196"/>
            <p:cNvSpPr/>
            <p:nvPr/>
          </p:nvSpPr>
          <p:spPr>
            <a:xfrm rot="-2700000">
              <a:off x="667476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97" name="tx197"/>
            <p:cNvSpPr/>
            <p:nvPr/>
          </p:nvSpPr>
          <p:spPr>
            <a:xfrm rot="-2700000">
              <a:off x="682412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98" name="tx198"/>
            <p:cNvSpPr/>
            <p:nvPr/>
          </p:nvSpPr>
          <p:spPr>
            <a:xfrm rot="-2700000">
              <a:off x="694156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99" name="tx199"/>
            <p:cNvSpPr/>
            <p:nvPr/>
          </p:nvSpPr>
          <p:spPr>
            <a:xfrm rot="-2700000">
              <a:off x="702089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200" name="tx200"/>
            <p:cNvSpPr/>
            <p:nvPr/>
          </p:nvSpPr>
          <p:spPr>
            <a:xfrm rot="-2700000">
              <a:off x="7170095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201" name="tx201"/>
            <p:cNvSpPr/>
            <p:nvPr/>
          </p:nvSpPr>
          <p:spPr>
            <a:xfrm rot="-2700000">
              <a:off x="727318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202" name="tx202"/>
            <p:cNvSpPr/>
            <p:nvPr/>
          </p:nvSpPr>
          <p:spPr>
            <a:xfrm>
              <a:off x="6099145" y="4757785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203" name="tx203"/>
            <p:cNvSpPr/>
            <p:nvPr/>
          </p:nvSpPr>
          <p:spPr>
            <a:xfrm>
              <a:off x="5452664" y="3723791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204" name="tx204"/>
            <p:cNvSpPr/>
            <p:nvPr/>
          </p:nvSpPr>
          <p:spPr>
            <a:xfrm>
              <a:off x="5734391" y="2689796"/>
              <a:ext cx="5199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PA:71-727</a:t>
              </a:r>
            </a:p>
          </p:txBody>
        </p:sp>
        <p:sp>
          <p:nvSpPr>
            <p:cNvPr id="205" name="tx205"/>
            <p:cNvSpPr/>
            <p:nvPr/>
          </p:nvSpPr>
          <p:spPr>
            <a:xfrm>
              <a:off x="3718344" y="5215455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206" name="tx206"/>
            <p:cNvSpPr/>
            <p:nvPr/>
          </p:nvSpPr>
          <p:spPr>
            <a:xfrm>
              <a:off x="3071863" y="4944243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207" name="tx207"/>
            <p:cNvSpPr/>
            <p:nvPr/>
          </p:nvSpPr>
          <p:spPr>
            <a:xfrm>
              <a:off x="3291411" y="4673032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PA:465-493</a:t>
              </a:r>
            </a:p>
          </p:txBody>
        </p:sp>
        <p:sp>
          <p:nvSpPr>
            <p:cNvPr id="208" name="tx208"/>
            <p:cNvSpPr/>
            <p:nvPr/>
          </p:nvSpPr>
          <p:spPr>
            <a:xfrm>
              <a:off x="3353590" y="4401820"/>
              <a:ext cx="5199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PA:49-717</a:t>
              </a:r>
            </a:p>
          </p:txBody>
        </p:sp>
        <p:sp>
          <p:nvSpPr>
            <p:cNvPr id="209" name="tx209"/>
            <p:cNvSpPr/>
            <p:nvPr/>
          </p:nvSpPr>
          <p:spPr>
            <a:xfrm>
              <a:off x="3291411" y="4130608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PA:615-717</a:t>
              </a:r>
            </a:p>
          </p:txBody>
        </p:sp>
        <p:sp>
          <p:nvSpPr>
            <p:cNvPr id="210" name="tx210"/>
            <p:cNvSpPr/>
            <p:nvPr/>
          </p:nvSpPr>
          <p:spPr>
            <a:xfrm>
              <a:off x="3291411" y="3859396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PA:666-717</a:t>
              </a:r>
            </a:p>
          </p:txBody>
        </p:sp>
        <p:sp>
          <p:nvSpPr>
            <p:cNvPr id="211" name="tx211"/>
            <p:cNvSpPr/>
            <p:nvPr/>
          </p:nvSpPr>
          <p:spPr>
            <a:xfrm>
              <a:off x="3291411" y="3588185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PA:549-552</a:t>
              </a:r>
            </a:p>
          </p:txBody>
        </p:sp>
        <p:sp>
          <p:nvSpPr>
            <p:cNvPr id="212" name="tx212"/>
            <p:cNvSpPr/>
            <p:nvPr/>
          </p:nvSpPr>
          <p:spPr>
            <a:xfrm>
              <a:off x="3291411" y="3316973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PA:556-557</a:t>
              </a:r>
            </a:p>
          </p:txBody>
        </p:sp>
        <p:sp>
          <p:nvSpPr>
            <p:cNvPr id="213" name="tx213"/>
            <p:cNvSpPr/>
            <p:nvPr/>
          </p:nvSpPr>
          <p:spPr>
            <a:xfrm>
              <a:off x="3291411" y="3045761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PA:635-717</a:t>
              </a:r>
            </a:p>
          </p:txBody>
        </p:sp>
        <p:sp>
          <p:nvSpPr>
            <p:cNvPr id="214" name="tx214"/>
            <p:cNvSpPr/>
            <p:nvPr/>
          </p:nvSpPr>
          <p:spPr>
            <a:xfrm>
              <a:off x="3291411" y="2774549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PA:654-717</a:t>
              </a:r>
            </a:p>
          </p:txBody>
        </p:sp>
        <p:sp>
          <p:nvSpPr>
            <p:cNvPr id="215" name="tx215"/>
            <p:cNvSpPr/>
            <p:nvPr/>
          </p:nvSpPr>
          <p:spPr>
            <a:xfrm>
              <a:off x="3291411" y="2503338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PA:614-717</a:t>
              </a:r>
            </a:p>
          </p:txBody>
        </p:sp>
        <p:sp>
          <p:nvSpPr>
            <p:cNvPr id="216" name="tx216"/>
            <p:cNvSpPr/>
            <p:nvPr/>
          </p:nvSpPr>
          <p:spPr>
            <a:xfrm>
              <a:off x="3241850" y="2232126"/>
              <a:ext cx="63166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PA-X:49-253</a:t>
              </a:r>
            </a:p>
          </p:txBody>
        </p:sp>
        <p:sp>
          <p:nvSpPr>
            <p:cNvPr id="217" name="tx217"/>
            <p:cNvSpPr/>
            <p:nvPr/>
          </p:nvSpPr>
          <p:spPr>
            <a:xfrm>
              <a:off x="1337543" y="4905499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218" name="tx218"/>
            <p:cNvSpPr/>
            <p:nvPr/>
          </p:nvSpPr>
          <p:spPr>
            <a:xfrm>
              <a:off x="691062" y="4117693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219" name="tx219"/>
            <p:cNvSpPr/>
            <p:nvPr/>
          </p:nvSpPr>
          <p:spPr>
            <a:xfrm>
              <a:off x="910610" y="3329888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PA:609-717</a:t>
              </a:r>
            </a:p>
          </p:txBody>
        </p:sp>
        <p:sp>
          <p:nvSpPr>
            <p:cNvPr id="220" name="tx220"/>
            <p:cNvSpPr/>
            <p:nvPr/>
          </p:nvSpPr>
          <p:spPr>
            <a:xfrm>
              <a:off x="910610" y="2542082"/>
              <a:ext cx="5821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PA:677-717</a:t>
              </a:r>
            </a:p>
          </p:txBody>
        </p:sp>
        <p:sp>
          <p:nvSpPr>
            <p:cNvPr id="221" name="tx221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222" name="tx222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223" name="pic22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224" name="pl224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l225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l226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l227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l228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l229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l230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l231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tx232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233" name="tx233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234" name="tx234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235" name="tx235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36" name="tx236"/>
            <p:cNvSpPr/>
            <p:nvPr/>
          </p:nvSpPr>
          <p:spPr>
            <a:xfrm>
              <a:off x="1555347" y="1669789"/>
              <a:ext cx="3684574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PA: andel frameshift over tid per influensasubtype</a:t>
              </a:r>
            </a:p>
          </p:txBody>
        </p:sp>
      </p:grpSp>
      <p:sp>
        <p:nvSpPr>
          <p:cNvPr id="23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PA: andel frameshift over tid per influensasubtype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641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2372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3115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3847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4578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5309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6040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6783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491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198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929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648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0008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126755" y="4515792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126755" y="3011799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1281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2001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2744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3487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4206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4949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566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6412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7155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7826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8569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9289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823430" y="3763796"/>
              <a:ext cx="67126" cy="1503992"/>
            </a:xfrm>
            <a:prstGeom prst="rect">
              <a:avLst/>
            </a:prstGeom>
            <a:solidFill>
              <a:srgbClr val="D8D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533349" y="3763796"/>
              <a:ext cx="67126" cy="1503992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681986" y="3763796"/>
              <a:ext cx="67126" cy="1503992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607667" y="3763796"/>
              <a:ext cx="67126" cy="1503992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166552" y="3763796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749112" y="3763796"/>
              <a:ext cx="67126" cy="1503992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461428" y="3763796"/>
              <a:ext cx="67126" cy="1503992"/>
            </a:xfrm>
            <a:prstGeom prst="rect">
              <a:avLst/>
            </a:prstGeom>
            <a:solidFill>
              <a:srgbClr val="EAE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387109" y="3763796"/>
              <a:ext cx="67126" cy="1503992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315188" y="3763796"/>
              <a:ext cx="67126" cy="1503992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823430" y="2259803"/>
              <a:ext cx="67126" cy="1503992"/>
            </a:xfrm>
            <a:prstGeom prst="rect">
              <a:avLst/>
            </a:prstGeom>
            <a:solidFill>
              <a:srgbClr val="41446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2240870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533349" y="2259803"/>
              <a:ext cx="67126" cy="1503992"/>
            </a:xfrm>
            <a:prstGeom prst="rect">
              <a:avLst/>
            </a:prstGeom>
            <a:solidFill>
              <a:srgbClr val="2527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2681986" y="2259803"/>
              <a:ext cx="67126" cy="1503992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607667" y="2259803"/>
              <a:ext cx="67126" cy="1503992"/>
            </a:xfrm>
            <a:prstGeom prst="rect">
              <a:avLst/>
            </a:prstGeom>
            <a:solidFill>
              <a:srgbClr val="1B1D3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2895352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2749112" y="2259803"/>
              <a:ext cx="67126" cy="1503992"/>
            </a:xfrm>
            <a:prstGeom prst="rect">
              <a:avLst/>
            </a:prstGeom>
            <a:solidFill>
              <a:srgbClr val="2527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2461428" y="2259803"/>
              <a:ext cx="67126" cy="1503992"/>
            </a:xfrm>
            <a:prstGeom prst="rect">
              <a:avLst/>
            </a:prstGeom>
            <a:solidFill>
              <a:srgbClr val="2C2E4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387109" y="2259803"/>
              <a:ext cx="67126" cy="1503992"/>
            </a:xfrm>
            <a:prstGeom prst="rect">
              <a:avLst/>
            </a:prstGeom>
            <a:solidFill>
              <a:srgbClr val="20223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2315188" y="2259803"/>
              <a:ext cx="67126" cy="1503992"/>
            </a:xfrm>
            <a:prstGeom prst="rect">
              <a:avLst/>
            </a:prstGeom>
            <a:solidFill>
              <a:srgbClr val="2526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544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46180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6923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47655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8386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9117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9848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0591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1299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52006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2737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53456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3816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507556" y="5036405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507556" y="4400100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507556" y="3763796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507556" y="3127491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4507556" y="2491187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5089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45809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46552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47295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48014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48757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4947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50220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50963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51634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52377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53097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4621671" y="4718252"/>
              <a:ext cx="67126" cy="636304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4914150" y="4718252"/>
              <a:ext cx="67126" cy="636304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5062787" y="4718252"/>
              <a:ext cx="67126" cy="636304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4988468" y="4718252"/>
              <a:ext cx="67126" cy="636304"/>
            </a:xfrm>
            <a:prstGeom prst="rect">
              <a:avLst/>
            </a:prstGeom>
            <a:solidFill>
              <a:srgbClr val="EEE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5129913" y="4718252"/>
              <a:ext cx="67126" cy="636304"/>
            </a:xfrm>
            <a:prstGeom prst="rect">
              <a:avLst/>
            </a:prstGeom>
            <a:solidFill>
              <a:srgbClr val="F5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4842229" y="4718252"/>
              <a:ext cx="67126" cy="636304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4767911" y="4718252"/>
              <a:ext cx="67126" cy="636304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4695990" y="4718252"/>
              <a:ext cx="67126" cy="636304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5204232" y="4081948"/>
              <a:ext cx="67126" cy="63630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4621671" y="4081948"/>
              <a:ext cx="67126" cy="636304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4914150" y="4081948"/>
              <a:ext cx="67126" cy="636304"/>
            </a:xfrm>
            <a:prstGeom prst="rect">
              <a:avLst/>
            </a:prstGeom>
            <a:solidFill>
              <a:srgbClr val="1C1E3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5062787" y="4081948"/>
              <a:ext cx="67126" cy="636304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4988468" y="4081948"/>
              <a:ext cx="67126" cy="636304"/>
            </a:xfrm>
            <a:prstGeom prst="rect">
              <a:avLst/>
            </a:prstGeom>
            <a:solidFill>
              <a:srgbClr val="27284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5276153" y="4081948"/>
              <a:ext cx="67126" cy="63630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5129913" y="4081948"/>
              <a:ext cx="67126" cy="636304"/>
            </a:xfrm>
            <a:prstGeom prst="rect">
              <a:avLst/>
            </a:prstGeom>
            <a:solidFill>
              <a:srgbClr val="1B1D3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4842229" y="4081948"/>
              <a:ext cx="67126" cy="636304"/>
            </a:xfrm>
            <a:prstGeom prst="rect">
              <a:avLst/>
            </a:prstGeom>
            <a:solidFill>
              <a:srgbClr val="23253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4767911" y="4081948"/>
              <a:ext cx="67126" cy="636304"/>
            </a:xfrm>
            <a:prstGeom prst="rect">
              <a:avLst/>
            </a:prstGeom>
            <a:solidFill>
              <a:srgbClr val="26284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4695990" y="4081948"/>
              <a:ext cx="67126" cy="636304"/>
            </a:xfrm>
            <a:prstGeom prst="rect">
              <a:avLst/>
            </a:prstGeom>
            <a:solidFill>
              <a:srgbClr val="1A1C3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4842229" y="3445643"/>
              <a:ext cx="67126" cy="63630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4842229" y="2809339"/>
              <a:ext cx="67126" cy="63630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4767911" y="2173034"/>
              <a:ext cx="67126" cy="636304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6925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69988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0731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1463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2194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2925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73656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74399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75107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75814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76545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l113"/>
            <p:cNvSpPr/>
            <p:nvPr/>
          </p:nvSpPr>
          <p:spPr>
            <a:xfrm>
              <a:off x="77264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l114"/>
            <p:cNvSpPr/>
            <p:nvPr/>
          </p:nvSpPr>
          <p:spPr>
            <a:xfrm>
              <a:off x="7762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l115"/>
            <p:cNvSpPr/>
            <p:nvPr/>
          </p:nvSpPr>
          <p:spPr>
            <a:xfrm>
              <a:off x="6888357" y="4515792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l116"/>
            <p:cNvSpPr/>
            <p:nvPr/>
          </p:nvSpPr>
          <p:spPr>
            <a:xfrm>
              <a:off x="6888357" y="3011799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l117"/>
            <p:cNvSpPr/>
            <p:nvPr/>
          </p:nvSpPr>
          <p:spPr>
            <a:xfrm>
              <a:off x="68897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69617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l119"/>
            <p:cNvSpPr/>
            <p:nvPr/>
          </p:nvSpPr>
          <p:spPr>
            <a:xfrm>
              <a:off x="70360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71103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l121"/>
            <p:cNvSpPr/>
            <p:nvPr/>
          </p:nvSpPr>
          <p:spPr>
            <a:xfrm>
              <a:off x="71822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l122"/>
            <p:cNvSpPr/>
            <p:nvPr/>
          </p:nvSpPr>
          <p:spPr>
            <a:xfrm>
              <a:off x="72565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7328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74028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74771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75442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76185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76905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7585033" y="3763796"/>
              <a:ext cx="67126" cy="1503992"/>
            </a:xfrm>
            <a:prstGeom prst="rect">
              <a:avLst/>
            </a:prstGeom>
            <a:solidFill>
              <a:srgbClr val="DCE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7294951" y="3763796"/>
              <a:ext cx="67126" cy="1503992"/>
            </a:xfrm>
            <a:prstGeom prst="rect">
              <a:avLst/>
            </a:prstGeom>
            <a:solidFill>
              <a:srgbClr val="B2BA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7369270" y="3763796"/>
              <a:ext cx="67126" cy="1503992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7656954" y="3763796"/>
              <a:ext cx="67126" cy="1503992"/>
            </a:xfrm>
            <a:prstGeom prst="rect">
              <a:avLst/>
            </a:prstGeom>
            <a:solidFill>
              <a:srgbClr val="9DA5F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7585033" y="2259803"/>
              <a:ext cx="67126" cy="1503992"/>
            </a:xfrm>
            <a:prstGeom prst="rect">
              <a:avLst/>
            </a:prstGeom>
            <a:solidFill>
              <a:srgbClr val="3D406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7002472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7294951" y="2259803"/>
              <a:ext cx="67126" cy="1503992"/>
            </a:xfrm>
            <a:prstGeom prst="rect">
              <a:avLst/>
            </a:prstGeom>
            <a:solidFill>
              <a:srgbClr val="5A5E9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7443588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7369270" y="2259803"/>
              <a:ext cx="67126" cy="1503992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rc138"/>
            <p:cNvSpPr/>
            <p:nvPr/>
          </p:nvSpPr>
          <p:spPr>
            <a:xfrm>
              <a:off x="7656954" y="2259803"/>
              <a:ext cx="67126" cy="1503992"/>
            </a:xfrm>
            <a:prstGeom prst="rect">
              <a:avLst/>
            </a:prstGeom>
            <a:solidFill>
              <a:srgbClr val="686DB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7510714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tx140"/>
            <p:cNvSpPr/>
            <p:nvPr/>
          </p:nvSpPr>
          <p:spPr>
            <a:xfrm>
              <a:off x="236887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41" name="tx141"/>
            <p:cNvSpPr/>
            <p:nvPr/>
          </p:nvSpPr>
          <p:spPr>
            <a:xfrm>
              <a:off x="4749680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42" name="tx142"/>
            <p:cNvSpPr/>
            <p:nvPr/>
          </p:nvSpPr>
          <p:spPr>
            <a:xfrm>
              <a:off x="7088007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178512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188896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1899442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19791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207760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212538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21973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229816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236709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240261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2503310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255946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41659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426976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428024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58" name="tx158"/>
            <p:cNvSpPr/>
            <p:nvPr/>
          </p:nvSpPr>
          <p:spPr>
            <a:xfrm rot="-2700000">
              <a:off x="435994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9" name="tx159"/>
            <p:cNvSpPr/>
            <p:nvPr/>
          </p:nvSpPr>
          <p:spPr>
            <a:xfrm rot="-2700000">
              <a:off x="445840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450618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45781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467896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474789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2700000">
              <a:off x="478341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65" name="tx165"/>
            <p:cNvSpPr/>
            <p:nvPr/>
          </p:nvSpPr>
          <p:spPr>
            <a:xfrm rot="-2700000">
              <a:off x="488411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2700000">
              <a:off x="494026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67" name="tx167"/>
            <p:cNvSpPr/>
            <p:nvPr/>
          </p:nvSpPr>
          <p:spPr>
            <a:xfrm rot="-2700000">
              <a:off x="65467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68" name="tx168"/>
            <p:cNvSpPr/>
            <p:nvPr/>
          </p:nvSpPr>
          <p:spPr>
            <a:xfrm rot="-2700000">
              <a:off x="6650570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69" name="tx169"/>
            <p:cNvSpPr/>
            <p:nvPr/>
          </p:nvSpPr>
          <p:spPr>
            <a:xfrm rot="-2700000">
              <a:off x="666104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2700000">
              <a:off x="674074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2700000">
              <a:off x="683920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72" name="tx172"/>
            <p:cNvSpPr/>
            <p:nvPr/>
          </p:nvSpPr>
          <p:spPr>
            <a:xfrm rot="-2700000">
              <a:off x="688698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69589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705976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712869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76" name="tx176"/>
            <p:cNvSpPr/>
            <p:nvPr/>
          </p:nvSpPr>
          <p:spPr>
            <a:xfrm rot="-2700000">
              <a:off x="7164213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77" name="tx177"/>
            <p:cNvSpPr/>
            <p:nvPr/>
          </p:nvSpPr>
          <p:spPr>
            <a:xfrm rot="-2700000">
              <a:off x="726491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78" name="tx178"/>
            <p:cNvSpPr/>
            <p:nvPr/>
          </p:nvSpPr>
          <p:spPr>
            <a:xfrm rot="-2700000">
              <a:off x="732106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79" name="tx179"/>
            <p:cNvSpPr/>
            <p:nvPr/>
          </p:nvSpPr>
          <p:spPr>
            <a:xfrm>
              <a:off x="6670554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80" name="tx180"/>
            <p:cNvSpPr/>
            <p:nvPr/>
          </p:nvSpPr>
          <p:spPr>
            <a:xfrm>
              <a:off x="5452664" y="2971794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81" name="tx181"/>
            <p:cNvSpPr/>
            <p:nvPr/>
          </p:nvSpPr>
          <p:spPr>
            <a:xfrm>
              <a:off x="4289753" y="4996400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82" name="tx182"/>
            <p:cNvSpPr/>
            <p:nvPr/>
          </p:nvSpPr>
          <p:spPr>
            <a:xfrm>
              <a:off x="3071863" y="4360095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83" name="tx183"/>
            <p:cNvSpPr/>
            <p:nvPr/>
          </p:nvSpPr>
          <p:spPr>
            <a:xfrm>
              <a:off x="3397481" y="3723791"/>
              <a:ext cx="104744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PA:547:EKTHIHIFSX</a:t>
              </a:r>
            </a:p>
          </p:txBody>
        </p:sp>
        <p:sp>
          <p:nvSpPr>
            <p:cNvPr id="184" name="tx184"/>
            <p:cNvSpPr/>
            <p:nvPr/>
          </p:nvSpPr>
          <p:spPr>
            <a:xfrm>
              <a:off x="3813350" y="3087486"/>
              <a:ext cx="6315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PA:557:PGC</a:t>
              </a:r>
            </a:p>
          </p:txBody>
        </p:sp>
        <p:sp>
          <p:nvSpPr>
            <p:cNvPr id="185" name="tx185"/>
            <p:cNvSpPr/>
            <p:nvPr/>
          </p:nvSpPr>
          <p:spPr>
            <a:xfrm>
              <a:off x="3883850" y="2451182"/>
              <a:ext cx="56107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PA:611:HFI</a:t>
              </a:r>
            </a:p>
          </p:txBody>
        </p:sp>
        <p:sp>
          <p:nvSpPr>
            <p:cNvPr id="186" name="tx186"/>
            <p:cNvSpPr/>
            <p:nvPr/>
          </p:nvSpPr>
          <p:spPr>
            <a:xfrm>
              <a:off x="1908951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87" name="tx187"/>
            <p:cNvSpPr/>
            <p:nvPr/>
          </p:nvSpPr>
          <p:spPr>
            <a:xfrm>
              <a:off x="691062" y="2971794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88" name="tx188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89" name="tx189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90" name="pic19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91" name="pl191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l192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l193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l194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l195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l196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l197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l198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tx199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200" name="tx200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201" name="tx201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202" name="tx202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03" name="tx203"/>
            <p:cNvSpPr/>
            <p:nvPr/>
          </p:nvSpPr>
          <p:spPr>
            <a:xfrm>
              <a:off x="2126755" y="1669789"/>
              <a:ext cx="3768516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PA: andel insersjoner over tid per influensasubtype</a:t>
              </a:r>
            </a:p>
          </p:txBody>
        </p:sp>
      </p:grpSp>
      <p:sp>
        <p:nvSpPr>
          <p:cNvPr id="20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PA: andel insersjoner over tid per influensasubtype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345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2102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2872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362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4386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5143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5900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6669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401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133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890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635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0007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095849" y="530910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095849" y="512730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095849" y="494550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095849" y="476370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095849" y="458190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095849" y="440010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095849" y="421829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095849" y="403649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095849" y="385469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095849" y="367289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095849" y="349109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095849" y="330929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095849" y="312749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095849" y="294569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2095849" y="276388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2095849" y="258208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095849" y="240028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095849" y="221848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20973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1717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2487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232568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24001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4770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25515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26284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27054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27749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2851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29263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2817117" y="5218206"/>
              <a:ext cx="69495" cy="181801"/>
            </a:xfrm>
            <a:prstGeom prst="rect">
              <a:avLst/>
            </a:prstGeom>
            <a:solidFill>
              <a:srgbClr val="D8D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516795" y="5218206"/>
              <a:ext cx="69495" cy="18180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2670679" y="5218206"/>
              <a:ext cx="69495" cy="181801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2593737" y="5218206"/>
              <a:ext cx="69495" cy="181801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2137050" y="5218206"/>
              <a:ext cx="69495" cy="181801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2740175" y="5218206"/>
              <a:ext cx="69495" cy="181801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2442335" y="5218206"/>
              <a:ext cx="69495" cy="181801"/>
            </a:xfrm>
            <a:prstGeom prst="rect">
              <a:avLst/>
            </a:prstGeom>
            <a:solidFill>
              <a:srgbClr val="EAE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2365394" y="5218206"/>
              <a:ext cx="69495" cy="181801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2290934" y="5218206"/>
              <a:ext cx="69495" cy="181801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2817117" y="5036405"/>
              <a:ext cx="69495" cy="181801"/>
            </a:xfrm>
            <a:prstGeom prst="rect">
              <a:avLst/>
            </a:prstGeom>
            <a:solidFill>
              <a:srgbClr val="50538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2213992" y="5036405"/>
              <a:ext cx="69495" cy="181801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2516795" y="5036405"/>
              <a:ext cx="69495" cy="181801"/>
            </a:xfrm>
            <a:prstGeom prst="rect">
              <a:avLst/>
            </a:prstGeom>
            <a:solidFill>
              <a:srgbClr val="2527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2670679" y="5036405"/>
              <a:ext cx="69495" cy="181801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2593737" y="5036405"/>
              <a:ext cx="69495" cy="181801"/>
            </a:xfrm>
            <a:prstGeom prst="rect">
              <a:avLst/>
            </a:prstGeom>
            <a:solidFill>
              <a:srgbClr val="1B1D3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2891577" y="5036405"/>
              <a:ext cx="69495" cy="181801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2740175" y="5036405"/>
              <a:ext cx="69495" cy="181801"/>
            </a:xfrm>
            <a:prstGeom prst="rect">
              <a:avLst/>
            </a:prstGeom>
            <a:solidFill>
              <a:srgbClr val="2527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2442335" y="5036405"/>
              <a:ext cx="69495" cy="181801"/>
            </a:xfrm>
            <a:prstGeom prst="rect">
              <a:avLst/>
            </a:prstGeom>
            <a:solidFill>
              <a:srgbClr val="2C2E4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2365394" y="5036405"/>
              <a:ext cx="69495" cy="181801"/>
            </a:xfrm>
            <a:prstGeom prst="rect">
              <a:avLst/>
            </a:prstGeom>
            <a:solidFill>
              <a:srgbClr val="20223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2290934" y="5036405"/>
              <a:ext cx="69495" cy="181801"/>
            </a:xfrm>
            <a:prstGeom prst="rect">
              <a:avLst/>
            </a:prstGeom>
            <a:solidFill>
              <a:srgbClr val="2526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2817117" y="4854603"/>
              <a:ext cx="69495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2817117" y="4672802"/>
              <a:ext cx="69495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2817117" y="4491001"/>
              <a:ext cx="69495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2817117" y="4309199"/>
              <a:ext cx="69495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2817117" y="4127398"/>
              <a:ext cx="69495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2817117" y="3945597"/>
              <a:ext cx="69495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2817117" y="3763796"/>
              <a:ext cx="69495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2817117" y="3581994"/>
              <a:ext cx="69495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2817117" y="3400193"/>
              <a:ext cx="69495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2817117" y="3218392"/>
              <a:ext cx="69495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2817117" y="3036590"/>
              <a:ext cx="69495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2817117" y="2854789"/>
              <a:ext cx="69495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2817117" y="2672988"/>
              <a:ext cx="69495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2817117" y="2491187"/>
              <a:ext cx="69495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2817117" y="2309385"/>
              <a:ext cx="69495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2817117" y="2127584"/>
              <a:ext cx="69495" cy="18180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45153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45910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46680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4743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48194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48951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49708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50477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51209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51941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52698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53443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53815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4476650" y="538574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4476650" y="533168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4476650" y="527761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4476650" y="522355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4476650" y="516948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4476650" y="511542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4476650" y="506135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4476650" y="500729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4476650" y="495322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4476650" y="489916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4476650" y="484509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4476650" y="479103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4476650" y="473696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4476650" y="468290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4476650" y="462883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4476650" y="457477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4476650" y="452070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l113"/>
            <p:cNvSpPr/>
            <p:nvPr/>
          </p:nvSpPr>
          <p:spPr>
            <a:xfrm>
              <a:off x="4476650" y="446664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l114"/>
            <p:cNvSpPr/>
            <p:nvPr/>
          </p:nvSpPr>
          <p:spPr>
            <a:xfrm>
              <a:off x="4476650" y="441257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l115"/>
            <p:cNvSpPr/>
            <p:nvPr/>
          </p:nvSpPr>
          <p:spPr>
            <a:xfrm>
              <a:off x="4476650" y="435851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l116"/>
            <p:cNvSpPr/>
            <p:nvPr/>
          </p:nvSpPr>
          <p:spPr>
            <a:xfrm>
              <a:off x="4476650" y="430444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l117"/>
            <p:cNvSpPr/>
            <p:nvPr/>
          </p:nvSpPr>
          <p:spPr>
            <a:xfrm>
              <a:off x="4476650" y="425038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4476650" y="419631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l119"/>
            <p:cNvSpPr/>
            <p:nvPr/>
          </p:nvSpPr>
          <p:spPr>
            <a:xfrm>
              <a:off x="4476650" y="414225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4476650" y="408818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l121"/>
            <p:cNvSpPr/>
            <p:nvPr/>
          </p:nvSpPr>
          <p:spPr>
            <a:xfrm>
              <a:off x="4476650" y="403412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l122"/>
            <p:cNvSpPr/>
            <p:nvPr/>
          </p:nvSpPr>
          <p:spPr>
            <a:xfrm>
              <a:off x="4476650" y="398005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4476650" y="392599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4476650" y="387192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4476650" y="381786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4476650" y="376379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4476650" y="370973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4476650" y="365566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l129"/>
            <p:cNvSpPr/>
            <p:nvPr/>
          </p:nvSpPr>
          <p:spPr>
            <a:xfrm>
              <a:off x="4476650" y="360160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4476650" y="354753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l131"/>
            <p:cNvSpPr/>
            <p:nvPr/>
          </p:nvSpPr>
          <p:spPr>
            <a:xfrm>
              <a:off x="4476650" y="349347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4476650" y="343940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4476650" y="338534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4476650" y="333127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4476650" y="327721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4476650" y="322314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l137"/>
            <p:cNvSpPr/>
            <p:nvPr/>
          </p:nvSpPr>
          <p:spPr>
            <a:xfrm>
              <a:off x="4476650" y="316908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4476650" y="311501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4476650" y="306094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l140"/>
            <p:cNvSpPr/>
            <p:nvPr/>
          </p:nvSpPr>
          <p:spPr>
            <a:xfrm>
              <a:off x="4476650" y="300688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l141"/>
            <p:cNvSpPr/>
            <p:nvPr/>
          </p:nvSpPr>
          <p:spPr>
            <a:xfrm>
              <a:off x="4476650" y="295281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4476650" y="289875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l143"/>
            <p:cNvSpPr/>
            <p:nvPr/>
          </p:nvSpPr>
          <p:spPr>
            <a:xfrm>
              <a:off x="4476650" y="284468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4476650" y="279062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l145"/>
            <p:cNvSpPr/>
            <p:nvPr/>
          </p:nvSpPr>
          <p:spPr>
            <a:xfrm>
              <a:off x="4476650" y="273655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l146"/>
            <p:cNvSpPr/>
            <p:nvPr/>
          </p:nvSpPr>
          <p:spPr>
            <a:xfrm>
              <a:off x="4476650" y="268249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l147"/>
            <p:cNvSpPr/>
            <p:nvPr/>
          </p:nvSpPr>
          <p:spPr>
            <a:xfrm>
              <a:off x="4476650" y="262842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l148"/>
            <p:cNvSpPr/>
            <p:nvPr/>
          </p:nvSpPr>
          <p:spPr>
            <a:xfrm>
              <a:off x="4476650" y="257436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l149"/>
            <p:cNvSpPr/>
            <p:nvPr/>
          </p:nvSpPr>
          <p:spPr>
            <a:xfrm>
              <a:off x="4476650" y="252029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l150"/>
            <p:cNvSpPr/>
            <p:nvPr/>
          </p:nvSpPr>
          <p:spPr>
            <a:xfrm>
              <a:off x="4476650" y="246623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1"/>
            <p:cNvSpPr/>
            <p:nvPr/>
          </p:nvSpPr>
          <p:spPr>
            <a:xfrm>
              <a:off x="4476650" y="241216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2"/>
            <p:cNvSpPr/>
            <p:nvPr/>
          </p:nvSpPr>
          <p:spPr>
            <a:xfrm>
              <a:off x="4476650" y="235810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l153"/>
            <p:cNvSpPr/>
            <p:nvPr/>
          </p:nvSpPr>
          <p:spPr>
            <a:xfrm>
              <a:off x="4476650" y="230403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l154"/>
            <p:cNvSpPr/>
            <p:nvPr/>
          </p:nvSpPr>
          <p:spPr>
            <a:xfrm>
              <a:off x="4476650" y="224997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l155"/>
            <p:cNvSpPr/>
            <p:nvPr/>
          </p:nvSpPr>
          <p:spPr>
            <a:xfrm>
              <a:off x="4476650" y="219590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l156"/>
            <p:cNvSpPr/>
            <p:nvPr/>
          </p:nvSpPr>
          <p:spPr>
            <a:xfrm>
              <a:off x="4476650" y="214184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44781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l158"/>
            <p:cNvSpPr/>
            <p:nvPr/>
          </p:nvSpPr>
          <p:spPr>
            <a:xfrm>
              <a:off x="45525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l159"/>
            <p:cNvSpPr/>
            <p:nvPr/>
          </p:nvSpPr>
          <p:spPr>
            <a:xfrm>
              <a:off x="46295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l160"/>
            <p:cNvSpPr/>
            <p:nvPr/>
          </p:nvSpPr>
          <p:spPr>
            <a:xfrm>
              <a:off x="47064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l161"/>
            <p:cNvSpPr/>
            <p:nvPr/>
          </p:nvSpPr>
          <p:spPr>
            <a:xfrm>
              <a:off x="47809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l162"/>
            <p:cNvSpPr/>
            <p:nvPr/>
          </p:nvSpPr>
          <p:spPr>
            <a:xfrm>
              <a:off x="48578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l163"/>
            <p:cNvSpPr/>
            <p:nvPr/>
          </p:nvSpPr>
          <p:spPr>
            <a:xfrm>
              <a:off x="49323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l164"/>
            <p:cNvSpPr/>
            <p:nvPr/>
          </p:nvSpPr>
          <p:spPr>
            <a:xfrm>
              <a:off x="50092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5"/>
            <p:cNvSpPr/>
            <p:nvPr/>
          </p:nvSpPr>
          <p:spPr>
            <a:xfrm>
              <a:off x="50862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6"/>
            <p:cNvSpPr/>
            <p:nvPr/>
          </p:nvSpPr>
          <p:spPr>
            <a:xfrm>
              <a:off x="51557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l167"/>
            <p:cNvSpPr/>
            <p:nvPr/>
          </p:nvSpPr>
          <p:spPr>
            <a:xfrm>
              <a:off x="5232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l168"/>
            <p:cNvSpPr/>
            <p:nvPr/>
          </p:nvSpPr>
          <p:spPr>
            <a:xfrm>
              <a:off x="53071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rc169"/>
            <p:cNvSpPr/>
            <p:nvPr/>
          </p:nvSpPr>
          <p:spPr>
            <a:xfrm>
              <a:off x="4594793" y="5358716"/>
              <a:ext cx="69495" cy="54065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0" name="rc170"/>
            <p:cNvSpPr/>
            <p:nvPr/>
          </p:nvSpPr>
          <p:spPr>
            <a:xfrm>
              <a:off x="4897596" y="5358716"/>
              <a:ext cx="69495" cy="54065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1" name="rc171"/>
            <p:cNvSpPr/>
            <p:nvPr/>
          </p:nvSpPr>
          <p:spPr>
            <a:xfrm>
              <a:off x="5051480" y="5358716"/>
              <a:ext cx="69495" cy="54065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2" name="rc172"/>
            <p:cNvSpPr/>
            <p:nvPr/>
          </p:nvSpPr>
          <p:spPr>
            <a:xfrm>
              <a:off x="4974538" y="5358716"/>
              <a:ext cx="69495" cy="54065"/>
            </a:xfrm>
            <a:prstGeom prst="rect">
              <a:avLst/>
            </a:prstGeom>
            <a:solidFill>
              <a:srgbClr val="EEE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3" name="rc173"/>
            <p:cNvSpPr/>
            <p:nvPr/>
          </p:nvSpPr>
          <p:spPr>
            <a:xfrm>
              <a:off x="5120976" y="5358716"/>
              <a:ext cx="69495" cy="54065"/>
            </a:xfrm>
            <a:prstGeom prst="rect">
              <a:avLst/>
            </a:prstGeom>
            <a:solidFill>
              <a:srgbClr val="F5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4" name="rc174"/>
            <p:cNvSpPr/>
            <p:nvPr/>
          </p:nvSpPr>
          <p:spPr>
            <a:xfrm>
              <a:off x="4823137" y="5358716"/>
              <a:ext cx="69495" cy="54065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5" name="rc175"/>
            <p:cNvSpPr/>
            <p:nvPr/>
          </p:nvSpPr>
          <p:spPr>
            <a:xfrm>
              <a:off x="4746195" y="5358716"/>
              <a:ext cx="69495" cy="54065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6" name="rc176"/>
            <p:cNvSpPr/>
            <p:nvPr/>
          </p:nvSpPr>
          <p:spPr>
            <a:xfrm>
              <a:off x="4671735" y="5358716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7" name="rc177"/>
            <p:cNvSpPr/>
            <p:nvPr/>
          </p:nvSpPr>
          <p:spPr>
            <a:xfrm>
              <a:off x="5197918" y="5304651"/>
              <a:ext cx="69495" cy="54065"/>
            </a:xfrm>
            <a:prstGeom prst="rect">
              <a:avLst/>
            </a:prstGeom>
            <a:solidFill>
              <a:srgbClr val="23243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8" name="rc178"/>
            <p:cNvSpPr/>
            <p:nvPr/>
          </p:nvSpPr>
          <p:spPr>
            <a:xfrm>
              <a:off x="4594793" y="5304651"/>
              <a:ext cx="69495" cy="54065"/>
            </a:xfrm>
            <a:prstGeom prst="rect">
              <a:avLst/>
            </a:prstGeom>
            <a:solidFill>
              <a:srgbClr val="4F528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9" name="rc179"/>
            <p:cNvSpPr/>
            <p:nvPr/>
          </p:nvSpPr>
          <p:spPr>
            <a:xfrm>
              <a:off x="4897596" y="5304651"/>
              <a:ext cx="69495" cy="54065"/>
            </a:xfrm>
            <a:prstGeom prst="rect">
              <a:avLst/>
            </a:prstGeom>
            <a:solidFill>
              <a:srgbClr val="1C1E3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0" name="rc180"/>
            <p:cNvSpPr/>
            <p:nvPr/>
          </p:nvSpPr>
          <p:spPr>
            <a:xfrm>
              <a:off x="5051480" y="5304651"/>
              <a:ext cx="69495" cy="54065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1" name="rc181"/>
            <p:cNvSpPr/>
            <p:nvPr/>
          </p:nvSpPr>
          <p:spPr>
            <a:xfrm>
              <a:off x="4974538" y="5304651"/>
              <a:ext cx="69495" cy="54065"/>
            </a:xfrm>
            <a:prstGeom prst="rect">
              <a:avLst/>
            </a:prstGeom>
            <a:solidFill>
              <a:srgbClr val="2C2E4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2" name="rc182"/>
            <p:cNvSpPr/>
            <p:nvPr/>
          </p:nvSpPr>
          <p:spPr>
            <a:xfrm>
              <a:off x="5272378" y="5304651"/>
              <a:ext cx="69495" cy="54065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3" name="rc183"/>
            <p:cNvSpPr/>
            <p:nvPr/>
          </p:nvSpPr>
          <p:spPr>
            <a:xfrm>
              <a:off x="5120976" y="5304651"/>
              <a:ext cx="69495" cy="54065"/>
            </a:xfrm>
            <a:prstGeom prst="rect">
              <a:avLst/>
            </a:prstGeom>
            <a:solidFill>
              <a:srgbClr val="1F213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4" name="rc184"/>
            <p:cNvSpPr/>
            <p:nvPr/>
          </p:nvSpPr>
          <p:spPr>
            <a:xfrm>
              <a:off x="4823137" y="5304651"/>
              <a:ext cx="69495" cy="54065"/>
            </a:xfrm>
            <a:prstGeom prst="rect">
              <a:avLst/>
            </a:prstGeom>
            <a:solidFill>
              <a:srgbClr val="26284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5" name="rc185"/>
            <p:cNvSpPr/>
            <p:nvPr/>
          </p:nvSpPr>
          <p:spPr>
            <a:xfrm>
              <a:off x="4746195" y="5304651"/>
              <a:ext cx="69495" cy="54065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6" name="rc186"/>
            <p:cNvSpPr/>
            <p:nvPr/>
          </p:nvSpPr>
          <p:spPr>
            <a:xfrm>
              <a:off x="4671735" y="5304651"/>
              <a:ext cx="69495" cy="54065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7" name="rc187"/>
            <p:cNvSpPr/>
            <p:nvPr/>
          </p:nvSpPr>
          <p:spPr>
            <a:xfrm>
              <a:off x="5197918" y="5250585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8" name="rc188"/>
            <p:cNvSpPr/>
            <p:nvPr/>
          </p:nvSpPr>
          <p:spPr>
            <a:xfrm>
              <a:off x="5197918" y="5196520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9" name="rc189"/>
            <p:cNvSpPr/>
            <p:nvPr/>
          </p:nvSpPr>
          <p:spPr>
            <a:xfrm>
              <a:off x="5197918" y="5142455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0" name="rc190"/>
            <p:cNvSpPr/>
            <p:nvPr/>
          </p:nvSpPr>
          <p:spPr>
            <a:xfrm>
              <a:off x="5197918" y="5088390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1" name="rc191"/>
            <p:cNvSpPr/>
            <p:nvPr/>
          </p:nvSpPr>
          <p:spPr>
            <a:xfrm>
              <a:off x="5197918" y="5034325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2" name="rc192"/>
            <p:cNvSpPr/>
            <p:nvPr/>
          </p:nvSpPr>
          <p:spPr>
            <a:xfrm>
              <a:off x="5197918" y="4980260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3" name="rc193"/>
            <p:cNvSpPr/>
            <p:nvPr/>
          </p:nvSpPr>
          <p:spPr>
            <a:xfrm>
              <a:off x="5197918" y="4926195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4" name="rc194"/>
            <p:cNvSpPr/>
            <p:nvPr/>
          </p:nvSpPr>
          <p:spPr>
            <a:xfrm>
              <a:off x="5197918" y="4872130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5" name="rc195"/>
            <p:cNvSpPr/>
            <p:nvPr/>
          </p:nvSpPr>
          <p:spPr>
            <a:xfrm>
              <a:off x="5197918" y="4818065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6" name="rc196"/>
            <p:cNvSpPr/>
            <p:nvPr/>
          </p:nvSpPr>
          <p:spPr>
            <a:xfrm>
              <a:off x="5197918" y="4764000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7" name="rc197"/>
            <p:cNvSpPr/>
            <p:nvPr/>
          </p:nvSpPr>
          <p:spPr>
            <a:xfrm>
              <a:off x="5197918" y="4709935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8" name="rc198"/>
            <p:cNvSpPr/>
            <p:nvPr/>
          </p:nvSpPr>
          <p:spPr>
            <a:xfrm>
              <a:off x="5197918" y="4655869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9" name="rc199"/>
            <p:cNvSpPr/>
            <p:nvPr/>
          </p:nvSpPr>
          <p:spPr>
            <a:xfrm>
              <a:off x="5197918" y="4601804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0" name="rc200"/>
            <p:cNvSpPr/>
            <p:nvPr/>
          </p:nvSpPr>
          <p:spPr>
            <a:xfrm>
              <a:off x="5197918" y="4547739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1" name="rc201"/>
            <p:cNvSpPr/>
            <p:nvPr/>
          </p:nvSpPr>
          <p:spPr>
            <a:xfrm>
              <a:off x="5197918" y="4493674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2" name="rc202"/>
            <p:cNvSpPr/>
            <p:nvPr/>
          </p:nvSpPr>
          <p:spPr>
            <a:xfrm>
              <a:off x="5197918" y="4439609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3" name="rc203"/>
            <p:cNvSpPr/>
            <p:nvPr/>
          </p:nvSpPr>
          <p:spPr>
            <a:xfrm>
              <a:off x="5197918" y="4385544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4" name="rc204"/>
            <p:cNvSpPr/>
            <p:nvPr/>
          </p:nvSpPr>
          <p:spPr>
            <a:xfrm>
              <a:off x="5197918" y="4331479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5" name="rc205"/>
            <p:cNvSpPr/>
            <p:nvPr/>
          </p:nvSpPr>
          <p:spPr>
            <a:xfrm>
              <a:off x="5197918" y="4277414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6" name="rc206"/>
            <p:cNvSpPr/>
            <p:nvPr/>
          </p:nvSpPr>
          <p:spPr>
            <a:xfrm>
              <a:off x="5197918" y="4223349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7" name="rc207"/>
            <p:cNvSpPr/>
            <p:nvPr/>
          </p:nvSpPr>
          <p:spPr>
            <a:xfrm>
              <a:off x="5197918" y="4169284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8" name="rc208"/>
            <p:cNvSpPr/>
            <p:nvPr/>
          </p:nvSpPr>
          <p:spPr>
            <a:xfrm>
              <a:off x="5197918" y="4115219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9" name="rc209"/>
            <p:cNvSpPr/>
            <p:nvPr/>
          </p:nvSpPr>
          <p:spPr>
            <a:xfrm>
              <a:off x="5197918" y="4061154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0" name="rc210"/>
            <p:cNvSpPr/>
            <p:nvPr/>
          </p:nvSpPr>
          <p:spPr>
            <a:xfrm>
              <a:off x="5197918" y="4007088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1" name="rc211"/>
            <p:cNvSpPr/>
            <p:nvPr/>
          </p:nvSpPr>
          <p:spPr>
            <a:xfrm>
              <a:off x="5197918" y="3953023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2" name="rc212"/>
            <p:cNvSpPr/>
            <p:nvPr/>
          </p:nvSpPr>
          <p:spPr>
            <a:xfrm>
              <a:off x="5197918" y="3898958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3" name="rc213"/>
            <p:cNvSpPr/>
            <p:nvPr/>
          </p:nvSpPr>
          <p:spPr>
            <a:xfrm>
              <a:off x="5197918" y="3844893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4" name="rc214"/>
            <p:cNvSpPr/>
            <p:nvPr/>
          </p:nvSpPr>
          <p:spPr>
            <a:xfrm>
              <a:off x="4594793" y="3790828"/>
              <a:ext cx="69495" cy="54065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5" name="rc215"/>
            <p:cNvSpPr/>
            <p:nvPr/>
          </p:nvSpPr>
          <p:spPr>
            <a:xfrm>
              <a:off x="4974538" y="3736763"/>
              <a:ext cx="69495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6" name="rc216"/>
            <p:cNvSpPr/>
            <p:nvPr/>
          </p:nvSpPr>
          <p:spPr>
            <a:xfrm>
              <a:off x="4974538" y="3682698"/>
              <a:ext cx="69495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7" name="rc217"/>
            <p:cNvSpPr/>
            <p:nvPr/>
          </p:nvSpPr>
          <p:spPr>
            <a:xfrm>
              <a:off x="4974538" y="3628633"/>
              <a:ext cx="69495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8" name="rc218"/>
            <p:cNvSpPr/>
            <p:nvPr/>
          </p:nvSpPr>
          <p:spPr>
            <a:xfrm>
              <a:off x="4974538" y="3574568"/>
              <a:ext cx="69495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9" name="rc219"/>
            <p:cNvSpPr/>
            <p:nvPr/>
          </p:nvSpPr>
          <p:spPr>
            <a:xfrm>
              <a:off x="4974538" y="3520503"/>
              <a:ext cx="69495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0" name="rc220"/>
            <p:cNvSpPr/>
            <p:nvPr/>
          </p:nvSpPr>
          <p:spPr>
            <a:xfrm>
              <a:off x="4974538" y="3466438"/>
              <a:ext cx="69495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1" name="rc221"/>
            <p:cNvSpPr/>
            <p:nvPr/>
          </p:nvSpPr>
          <p:spPr>
            <a:xfrm>
              <a:off x="4974538" y="3412372"/>
              <a:ext cx="69495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2" name="rc222"/>
            <p:cNvSpPr/>
            <p:nvPr/>
          </p:nvSpPr>
          <p:spPr>
            <a:xfrm>
              <a:off x="5120976" y="3358307"/>
              <a:ext cx="69495" cy="54065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3" name="rc223"/>
            <p:cNvSpPr/>
            <p:nvPr/>
          </p:nvSpPr>
          <p:spPr>
            <a:xfrm>
              <a:off x="5120976" y="3304242"/>
              <a:ext cx="69495" cy="54065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4" name="rc224"/>
            <p:cNvSpPr/>
            <p:nvPr/>
          </p:nvSpPr>
          <p:spPr>
            <a:xfrm>
              <a:off x="5120976" y="3250177"/>
              <a:ext cx="69495" cy="54065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5" name="rc225"/>
            <p:cNvSpPr/>
            <p:nvPr/>
          </p:nvSpPr>
          <p:spPr>
            <a:xfrm>
              <a:off x="5120976" y="3196112"/>
              <a:ext cx="69495" cy="54065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6" name="rc226"/>
            <p:cNvSpPr/>
            <p:nvPr/>
          </p:nvSpPr>
          <p:spPr>
            <a:xfrm>
              <a:off x="5120976" y="3142047"/>
              <a:ext cx="69495" cy="54065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7" name="rc227"/>
            <p:cNvSpPr/>
            <p:nvPr/>
          </p:nvSpPr>
          <p:spPr>
            <a:xfrm>
              <a:off x="4823137" y="3087982"/>
              <a:ext cx="69495" cy="54065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8" name="rc228"/>
            <p:cNvSpPr/>
            <p:nvPr/>
          </p:nvSpPr>
          <p:spPr>
            <a:xfrm>
              <a:off x="4823137" y="4385544"/>
              <a:ext cx="69495" cy="54065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9" name="rc229"/>
            <p:cNvSpPr/>
            <p:nvPr/>
          </p:nvSpPr>
          <p:spPr>
            <a:xfrm>
              <a:off x="4823137" y="3033917"/>
              <a:ext cx="69495" cy="54065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0" name="rc230"/>
            <p:cNvSpPr/>
            <p:nvPr/>
          </p:nvSpPr>
          <p:spPr>
            <a:xfrm>
              <a:off x="4823137" y="2979852"/>
              <a:ext cx="69495" cy="54065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1" name="rc231"/>
            <p:cNvSpPr/>
            <p:nvPr/>
          </p:nvSpPr>
          <p:spPr>
            <a:xfrm>
              <a:off x="4823137" y="3844893"/>
              <a:ext cx="69495" cy="54065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2" name="rc232"/>
            <p:cNvSpPr/>
            <p:nvPr/>
          </p:nvSpPr>
          <p:spPr>
            <a:xfrm>
              <a:off x="4671735" y="2925787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3" name="rc233"/>
            <p:cNvSpPr/>
            <p:nvPr/>
          </p:nvSpPr>
          <p:spPr>
            <a:xfrm>
              <a:off x="5197918" y="2871722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4" name="rc234"/>
            <p:cNvSpPr/>
            <p:nvPr/>
          </p:nvSpPr>
          <p:spPr>
            <a:xfrm>
              <a:off x="5197918" y="2817656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5" name="rc235"/>
            <p:cNvSpPr/>
            <p:nvPr/>
          </p:nvSpPr>
          <p:spPr>
            <a:xfrm>
              <a:off x="5197918" y="2763591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6" name="rc236"/>
            <p:cNvSpPr/>
            <p:nvPr/>
          </p:nvSpPr>
          <p:spPr>
            <a:xfrm>
              <a:off x="5197918" y="2709526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7" name="rc237"/>
            <p:cNvSpPr/>
            <p:nvPr/>
          </p:nvSpPr>
          <p:spPr>
            <a:xfrm>
              <a:off x="5197918" y="2655461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8" name="rc238"/>
            <p:cNvSpPr/>
            <p:nvPr/>
          </p:nvSpPr>
          <p:spPr>
            <a:xfrm>
              <a:off x="5197918" y="2601396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9" name="rc239"/>
            <p:cNvSpPr/>
            <p:nvPr/>
          </p:nvSpPr>
          <p:spPr>
            <a:xfrm>
              <a:off x="5197918" y="2547331"/>
              <a:ext cx="69495" cy="5406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0" name="rc240"/>
            <p:cNvSpPr/>
            <p:nvPr/>
          </p:nvSpPr>
          <p:spPr>
            <a:xfrm>
              <a:off x="4974538" y="2493266"/>
              <a:ext cx="69495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1" name="rc241"/>
            <p:cNvSpPr/>
            <p:nvPr/>
          </p:nvSpPr>
          <p:spPr>
            <a:xfrm>
              <a:off x="4974538" y="2439201"/>
              <a:ext cx="69495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2" name="rc242"/>
            <p:cNvSpPr/>
            <p:nvPr/>
          </p:nvSpPr>
          <p:spPr>
            <a:xfrm>
              <a:off x="4974538" y="2385136"/>
              <a:ext cx="69495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3" name="rc243"/>
            <p:cNvSpPr/>
            <p:nvPr/>
          </p:nvSpPr>
          <p:spPr>
            <a:xfrm>
              <a:off x="4974538" y="2331071"/>
              <a:ext cx="69495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4" name="rc244"/>
            <p:cNvSpPr/>
            <p:nvPr/>
          </p:nvSpPr>
          <p:spPr>
            <a:xfrm>
              <a:off x="4974538" y="2277006"/>
              <a:ext cx="69495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5" name="rc245"/>
            <p:cNvSpPr/>
            <p:nvPr/>
          </p:nvSpPr>
          <p:spPr>
            <a:xfrm>
              <a:off x="4974538" y="2222940"/>
              <a:ext cx="69495" cy="540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6" name="rc246"/>
            <p:cNvSpPr/>
            <p:nvPr/>
          </p:nvSpPr>
          <p:spPr>
            <a:xfrm>
              <a:off x="4823137" y="2168875"/>
              <a:ext cx="69495" cy="54065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7" name="rc247"/>
            <p:cNvSpPr/>
            <p:nvPr/>
          </p:nvSpPr>
          <p:spPr>
            <a:xfrm>
              <a:off x="4823137" y="2114810"/>
              <a:ext cx="69495" cy="54065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8" name="pl248"/>
            <p:cNvSpPr/>
            <p:nvPr/>
          </p:nvSpPr>
          <p:spPr>
            <a:xfrm>
              <a:off x="68961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l249"/>
            <p:cNvSpPr/>
            <p:nvPr/>
          </p:nvSpPr>
          <p:spPr>
            <a:xfrm>
              <a:off x="69718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l250"/>
            <p:cNvSpPr/>
            <p:nvPr/>
          </p:nvSpPr>
          <p:spPr>
            <a:xfrm>
              <a:off x="70488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l251"/>
            <p:cNvSpPr/>
            <p:nvPr/>
          </p:nvSpPr>
          <p:spPr>
            <a:xfrm>
              <a:off x="7124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l252"/>
            <p:cNvSpPr/>
            <p:nvPr/>
          </p:nvSpPr>
          <p:spPr>
            <a:xfrm>
              <a:off x="72002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l253"/>
            <p:cNvSpPr/>
            <p:nvPr/>
          </p:nvSpPr>
          <p:spPr>
            <a:xfrm>
              <a:off x="72759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l254"/>
            <p:cNvSpPr/>
            <p:nvPr/>
          </p:nvSpPr>
          <p:spPr>
            <a:xfrm>
              <a:off x="73516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l255"/>
            <p:cNvSpPr/>
            <p:nvPr/>
          </p:nvSpPr>
          <p:spPr>
            <a:xfrm>
              <a:off x="742855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l256"/>
            <p:cNvSpPr/>
            <p:nvPr/>
          </p:nvSpPr>
          <p:spPr>
            <a:xfrm>
              <a:off x="75017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l257"/>
            <p:cNvSpPr/>
            <p:nvPr/>
          </p:nvSpPr>
          <p:spPr>
            <a:xfrm>
              <a:off x="75749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l258"/>
            <p:cNvSpPr/>
            <p:nvPr/>
          </p:nvSpPr>
          <p:spPr>
            <a:xfrm>
              <a:off x="76506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l259"/>
            <p:cNvSpPr/>
            <p:nvPr/>
          </p:nvSpPr>
          <p:spPr>
            <a:xfrm>
              <a:off x="77251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l260"/>
            <p:cNvSpPr/>
            <p:nvPr/>
          </p:nvSpPr>
          <p:spPr>
            <a:xfrm>
              <a:off x="77623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l261"/>
            <p:cNvSpPr/>
            <p:nvPr/>
          </p:nvSpPr>
          <p:spPr>
            <a:xfrm>
              <a:off x="6857451" y="509798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l262"/>
            <p:cNvSpPr/>
            <p:nvPr/>
          </p:nvSpPr>
          <p:spPr>
            <a:xfrm>
              <a:off x="6857451" y="456430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l263"/>
            <p:cNvSpPr/>
            <p:nvPr/>
          </p:nvSpPr>
          <p:spPr>
            <a:xfrm>
              <a:off x="6857451" y="403063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l264"/>
            <p:cNvSpPr/>
            <p:nvPr/>
          </p:nvSpPr>
          <p:spPr>
            <a:xfrm>
              <a:off x="6857451" y="349695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l265"/>
            <p:cNvSpPr/>
            <p:nvPr/>
          </p:nvSpPr>
          <p:spPr>
            <a:xfrm>
              <a:off x="6857451" y="296328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l266"/>
            <p:cNvSpPr/>
            <p:nvPr/>
          </p:nvSpPr>
          <p:spPr>
            <a:xfrm>
              <a:off x="6857451" y="242960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l267"/>
            <p:cNvSpPr/>
            <p:nvPr/>
          </p:nvSpPr>
          <p:spPr>
            <a:xfrm>
              <a:off x="68589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l268"/>
            <p:cNvSpPr/>
            <p:nvPr/>
          </p:nvSpPr>
          <p:spPr>
            <a:xfrm>
              <a:off x="69334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l269"/>
            <p:cNvSpPr/>
            <p:nvPr/>
          </p:nvSpPr>
          <p:spPr>
            <a:xfrm>
              <a:off x="70103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l270"/>
            <p:cNvSpPr/>
            <p:nvPr/>
          </p:nvSpPr>
          <p:spPr>
            <a:xfrm>
              <a:off x="70872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l271"/>
            <p:cNvSpPr/>
            <p:nvPr/>
          </p:nvSpPr>
          <p:spPr>
            <a:xfrm>
              <a:off x="71617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l272"/>
            <p:cNvSpPr/>
            <p:nvPr/>
          </p:nvSpPr>
          <p:spPr>
            <a:xfrm>
              <a:off x="72386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l273"/>
            <p:cNvSpPr/>
            <p:nvPr/>
          </p:nvSpPr>
          <p:spPr>
            <a:xfrm>
              <a:off x="73131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l274"/>
            <p:cNvSpPr/>
            <p:nvPr/>
          </p:nvSpPr>
          <p:spPr>
            <a:xfrm>
              <a:off x="73900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l275"/>
            <p:cNvSpPr/>
            <p:nvPr/>
          </p:nvSpPr>
          <p:spPr>
            <a:xfrm>
              <a:off x="74670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l276"/>
            <p:cNvSpPr/>
            <p:nvPr/>
          </p:nvSpPr>
          <p:spPr>
            <a:xfrm>
              <a:off x="75365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l277"/>
            <p:cNvSpPr/>
            <p:nvPr/>
          </p:nvSpPr>
          <p:spPr>
            <a:xfrm>
              <a:off x="7613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l278"/>
            <p:cNvSpPr/>
            <p:nvPr/>
          </p:nvSpPr>
          <p:spPr>
            <a:xfrm>
              <a:off x="76879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rc279"/>
            <p:cNvSpPr/>
            <p:nvPr/>
          </p:nvSpPr>
          <p:spPr>
            <a:xfrm>
              <a:off x="7578719" y="4831145"/>
              <a:ext cx="69495" cy="533674"/>
            </a:xfrm>
            <a:prstGeom prst="rect">
              <a:avLst/>
            </a:prstGeom>
            <a:solidFill>
              <a:srgbClr val="DCE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0" name="rc280"/>
            <p:cNvSpPr/>
            <p:nvPr/>
          </p:nvSpPr>
          <p:spPr>
            <a:xfrm>
              <a:off x="7278398" y="4831145"/>
              <a:ext cx="69495" cy="533674"/>
            </a:xfrm>
            <a:prstGeom prst="rect">
              <a:avLst/>
            </a:prstGeom>
            <a:solidFill>
              <a:srgbClr val="B2BA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1" name="rc281"/>
            <p:cNvSpPr/>
            <p:nvPr/>
          </p:nvSpPr>
          <p:spPr>
            <a:xfrm>
              <a:off x="7355340" y="4831145"/>
              <a:ext cx="69495" cy="533674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2" name="rc282"/>
            <p:cNvSpPr/>
            <p:nvPr/>
          </p:nvSpPr>
          <p:spPr>
            <a:xfrm>
              <a:off x="7653179" y="4831145"/>
              <a:ext cx="69495" cy="533674"/>
            </a:xfrm>
            <a:prstGeom prst="rect">
              <a:avLst/>
            </a:prstGeom>
            <a:solidFill>
              <a:srgbClr val="9DA5F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3" name="rc283"/>
            <p:cNvSpPr/>
            <p:nvPr/>
          </p:nvSpPr>
          <p:spPr>
            <a:xfrm>
              <a:off x="7578719" y="4297470"/>
              <a:ext cx="69495" cy="533674"/>
            </a:xfrm>
            <a:prstGeom prst="rect">
              <a:avLst/>
            </a:prstGeom>
            <a:solidFill>
              <a:srgbClr val="3D406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4" name="rc284"/>
            <p:cNvSpPr/>
            <p:nvPr/>
          </p:nvSpPr>
          <p:spPr>
            <a:xfrm>
              <a:off x="6975594" y="4297470"/>
              <a:ext cx="69495" cy="53367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5" name="rc285"/>
            <p:cNvSpPr/>
            <p:nvPr/>
          </p:nvSpPr>
          <p:spPr>
            <a:xfrm>
              <a:off x="7278398" y="4297470"/>
              <a:ext cx="69495" cy="533674"/>
            </a:xfrm>
            <a:prstGeom prst="rect">
              <a:avLst/>
            </a:prstGeom>
            <a:solidFill>
              <a:srgbClr val="5A5E9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6" name="rc286"/>
            <p:cNvSpPr/>
            <p:nvPr/>
          </p:nvSpPr>
          <p:spPr>
            <a:xfrm>
              <a:off x="7432281" y="4297470"/>
              <a:ext cx="69495" cy="53367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7" name="rc287"/>
            <p:cNvSpPr/>
            <p:nvPr/>
          </p:nvSpPr>
          <p:spPr>
            <a:xfrm>
              <a:off x="7355340" y="4297470"/>
              <a:ext cx="69495" cy="533674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8" name="rc288"/>
            <p:cNvSpPr/>
            <p:nvPr/>
          </p:nvSpPr>
          <p:spPr>
            <a:xfrm>
              <a:off x="7653179" y="4297470"/>
              <a:ext cx="69495" cy="533674"/>
            </a:xfrm>
            <a:prstGeom prst="rect">
              <a:avLst/>
            </a:prstGeom>
            <a:solidFill>
              <a:srgbClr val="686DB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9" name="rc289"/>
            <p:cNvSpPr/>
            <p:nvPr/>
          </p:nvSpPr>
          <p:spPr>
            <a:xfrm>
              <a:off x="7501777" y="4297470"/>
              <a:ext cx="69495" cy="533674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0" name="rc290"/>
            <p:cNvSpPr/>
            <p:nvPr/>
          </p:nvSpPr>
          <p:spPr>
            <a:xfrm>
              <a:off x="7501777" y="3763796"/>
              <a:ext cx="69495" cy="533674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1" name="rc291"/>
            <p:cNvSpPr/>
            <p:nvPr/>
          </p:nvSpPr>
          <p:spPr>
            <a:xfrm>
              <a:off x="7501777" y="3230121"/>
              <a:ext cx="69495" cy="533674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2" name="rc292"/>
            <p:cNvSpPr/>
            <p:nvPr/>
          </p:nvSpPr>
          <p:spPr>
            <a:xfrm>
              <a:off x="7501777" y="2696446"/>
              <a:ext cx="69495" cy="533674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3" name="rc293"/>
            <p:cNvSpPr/>
            <p:nvPr/>
          </p:nvSpPr>
          <p:spPr>
            <a:xfrm>
              <a:off x="7501777" y="2162771"/>
              <a:ext cx="69495" cy="533674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4" name="tx294"/>
            <p:cNvSpPr/>
            <p:nvPr/>
          </p:nvSpPr>
          <p:spPr>
            <a:xfrm>
              <a:off x="2353425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295" name="tx295"/>
            <p:cNvSpPr/>
            <p:nvPr/>
          </p:nvSpPr>
          <p:spPr>
            <a:xfrm>
              <a:off x="4734227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296" name="tx296"/>
            <p:cNvSpPr/>
            <p:nvPr/>
          </p:nvSpPr>
          <p:spPr>
            <a:xfrm>
              <a:off x="7072554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297" name="tx297"/>
            <p:cNvSpPr/>
            <p:nvPr/>
          </p:nvSpPr>
          <p:spPr>
            <a:xfrm rot="-2700000">
              <a:off x="175426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298" name="tx298"/>
            <p:cNvSpPr/>
            <p:nvPr/>
          </p:nvSpPr>
          <p:spPr>
            <a:xfrm rot="-2700000">
              <a:off x="1860651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299" name="tx299"/>
            <p:cNvSpPr/>
            <p:nvPr/>
          </p:nvSpPr>
          <p:spPr>
            <a:xfrm rot="-2700000">
              <a:off x="187374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00" name="tx300"/>
            <p:cNvSpPr/>
            <p:nvPr/>
          </p:nvSpPr>
          <p:spPr>
            <a:xfrm rot="-2700000">
              <a:off x="195607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01" name="tx301"/>
            <p:cNvSpPr/>
            <p:nvPr/>
          </p:nvSpPr>
          <p:spPr>
            <a:xfrm rot="-2700000">
              <a:off x="205707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02" name="tx302"/>
            <p:cNvSpPr/>
            <p:nvPr/>
          </p:nvSpPr>
          <p:spPr>
            <a:xfrm rot="-2700000">
              <a:off x="210747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03" name="tx303"/>
            <p:cNvSpPr/>
            <p:nvPr/>
          </p:nvSpPr>
          <p:spPr>
            <a:xfrm rot="-2700000">
              <a:off x="218193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04" name="tx304"/>
            <p:cNvSpPr/>
            <p:nvPr/>
          </p:nvSpPr>
          <p:spPr>
            <a:xfrm rot="-2700000">
              <a:off x="228541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05" name="tx305"/>
            <p:cNvSpPr/>
            <p:nvPr/>
          </p:nvSpPr>
          <p:spPr>
            <a:xfrm rot="-2700000">
              <a:off x="235697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06" name="tx306"/>
            <p:cNvSpPr/>
            <p:nvPr/>
          </p:nvSpPr>
          <p:spPr>
            <a:xfrm rot="-2700000">
              <a:off x="2394859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07" name="tx307"/>
            <p:cNvSpPr/>
            <p:nvPr/>
          </p:nvSpPr>
          <p:spPr>
            <a:xfrm rot="-2700000">
              <a:off x="249818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08" name="tx308"/>
            <p:cNvSpPr/>
            <p:nvPr/>
          </p:nvSpPr>
          <p:spPr>
            <a:xfrm rot="-2700000">
              <a:off x="255687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09" name="tx309"/>
            <p:cNvSpPr/>
            <p:nvPr/>
          </p:nvSpPr>
          <p:spPr>
            <a:xfrm rot="-2700000">
              <a:off x="413507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310" name="tx310"/>
            <p:cNvSpPr/>
            <p:nvPr/>
          </p:nvSpPr>
          <p:spPr>
            <a:xfrm rot="-2700000">
              <a:off x="4241452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311" name="tx311"/>
            <p:cNvSpPr/>
            <p:nvPr/>
          </p:nvSpPr>
          <p:spPr>
            <a:xfrm rot="-2700000">
              <a:off x="425455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12" name="tx312"/>
            <p:cNvSpPr/>
            <p:nvPr/>
          </p:nvSpPr>
          <p:spPr>
            <a:xfrm rot="-2700000">
              <a:off x="433687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13" name="tx313"/>
            <p:cNvSpPr/>
            <p:nvPr/>
          </p:nvSpPr>
          <p:spPr>
            <a:xfrm rot="-2700000">
              <a:off x="443787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14" name="tx314"/>
            <p:cNvSpPr/>
            <p:nvPr/>
          </p:nvSpPr>
          <p:spPr>
            <a:xfrm rot="-2700000">
              <a:off x="448827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15" name="tx315"/>
            <p:cNvSpPr/>
            <p:nvPr/>
          </p:nvSpPr>
          <p:spPr>
            <a:xfrm rot="-2700000">
              <a:off x="456273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16" name="tx316"/>
            <p:cNvSpPr/>
            <p:nvPr/>
          </p:nvSpPr>
          <p:spPr>
            <a:xfrm rot="-2700000">
              <a:off x="466621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17" name="tx317"/>
            <p:cNvSpPr/>
            <p:nvPr/>
          </p:nvSpPr>
          <p:spPr>
            <a:xfrm rot="-2700000">
              <a:off x="473777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18" name="tx318"/>
            <p:cNvSpPr/>
            <p:nvPr/>
          </p:nvSpPr>
          <p:spPr>
            <a:xfrm rot="-2700000">
              <a:off x="477566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19" name="tx319"/>
            <p:cNvSpPr/>
            <p:nvPr/>
          </p:nvSpPr>
          <p:spPr>
            <a:xfrm rot="-2700000">
              <a:off x="487898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20" name="tx320"/>
            <p:cNvSpPr/>
            <p:nvPr/>
          </p:nvSpPr>
          <p:spPr>
            <a:xfrm rot="-2700000">
              <a:off x="493767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21" name="tx321"/>
            <p:cNvSpPr/>
            <p:nvPr/>
          </p:nvSpPr>
          <p:spPr>
            <a:xfrm rot="-2700000">
              <a:off x="651587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322" name="tx322"/>
            <p:cNvSpPr/>
            <p:nvPr/>
          </p:nvSpPr>
          <p:spPr>
            <a:xfrm rot="-2700000">
              <a:off x="662225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323" name="tx323"/>
            <p:cNvSpPr/>
            <p:nvPr/>
          </p:nvSpPr>
          <p:spPr>
            <a:xfrm rot="-2700000">
              <a:off x="6635351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24" name="tx324"/>
            <p:cNvSpPr/>
            <p:nvPr/>
          </p:nvSpPr>
          <p:spPr>
            <a:xfrm rot="-2700000">
              <a:off x="671767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25" name="tx325"/>
            <p:cNvSpPr/>
            <p:nvPr/>
          </p:nvSpPr>
          <p:spPr>
            <a:xfrm rot="-2700000">
              <a:off x="681867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26" name="tx326"/>
            <p:cNvSpPr/>
            <p:nvPr/>
          </p:nvSpPr>
          <p:spPr>
            <a:xfrm rot="-2700000">
              <a:off x="686908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27" name="tx327"/>
            <p:cNvSpPr/>
            <p:nvPr/>
          </p:nvSpPr>
          <p:spPr>
            <a:xfrm rot="-2700000">
              <a:off x="694354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28" name="tx328"/>
            <p:cNvSpPr/>
            <p:nvPr/>
          </p:nvSpPr>
          <p:spPr>
            <a:xfrm rot="-2700000">
              <a:off x="704701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29" name="tx329"/>
            <p:cNvSpPr/>
            <p:nvPr/>
          </p:nvSpPr>
          <p:spPr>
            <a:xfrm rot="-2700000">
              <a:off x="711857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30" name="tx330"/>
            <p:cNvSpPr/>
            <p:nvPr/>
          </p:nvSpPr>
          <p:spPr>
            <a:xfrm rot="-2700000">
              <a:off x="715646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31" name="tx331"/>
            <p:cNvSpPr/>
            <p:nvPr/>
          </p:nvSpPr>
          <p:spPr>
            <a:xfrm rot="-2700000">
              <a:off x="725978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32" name="tx332"/>
            <p:cNvSpPr/>
            <p:nvPr/>
          </p:nvSpPr>
          <p:spPr>
            <a:xfrm rot="-2700000">
              <a:off x="731847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33" name="tx333"/>
            <p:cNvSpPr/>
            <p:nvPr/>
          </p:nvSpPr>
          <p:spPr>
            <a:xfrm>
              <a:off x="6639647" y="505797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334" name="tx334"/>
            <p:cNvSpPr/>
            <p:nvPr/>
          </p:nvSpPr>
          <p:spPr>
            <a:xfrm>
              <a:off x="5452664" y="4524303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335" name="tx335"/>
            <p:cNvSpPr/>
            <p:nvPr/>
          </p:nvSpPr>
          <p:spPr>
            <a:xfrm>
              <a:off x="6386907" y="3990628"/>
              <a:ext cx="40791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PA:E70-</a:t>
              </a:r>
            </a:p>
          </p:txBody>
        </p:sp>
        <p:sp>
          <p:nvSpPr>
            <p:cNvPr id="336" name="tx336"/>
            <p:cNvSpPr/>
            <p:nvPr/>
          </p:nvSpPr>
          <p:spPr>
            <a:xfrm>
              <a:off x="6374471" y="3456953"/>
              <a:ext cx="42034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PA:G68-</a:t>
              </a:r>
            </a:p>
          </p:txBody>
        </p:sp>
        <p:sp>
          <p:nvSpPr>
            <p:cNvPr id="337" name="tx337"/>
            <p:cNvSpPr/>
            <p:nvPr/>
          </p:nvSpPr>
          <p:spPr>
            <a:xfrm>
              <a:off x="6386907" y="2923278"/>
              <a:ext cx="40791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PA:K69-</a:t>
              </a:r>
            </a:p>
          </p:txBody>
        </p:sp>
        <p:sp>
          <p:nvSpPr>
            <p:cNvPr id="338" name="tx338"/>
            <p:cNvSpPr/>
            <p:nvPr/>
          </p:nvSpPr>
          <p:spPr>
            <a:xfrm>
              <a:off x="6374471" y="2389604"/>
              <a:ext cx="42034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PA:Q67-</a:t>
              </a:r>
            </a:p>
          </p:txBody>
        </p:sp>
        <p:sp>
          <p:nvSpPr>
            <p:cNvPr id="339" name="tx339"/>
            <p:cNvSpPr/>
            <p:nvPr/>
          </p:nvSpPr>
          <p:spPr>
            <a:xfrm>
              <a:off x="4258846" y="5345743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340" name="tx340"/>
            <p:cNvSpPr/>
            <p:nvPr/>
          </p:nvSpPr>
          <p:spPr>
            <a:xfrm>
              <a:off x="3071863" y="5291678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341" name="tx341"/>
            <p:cNvSpPr/>
            <p:nvPr/>
          </p:nvSpPr>
          <p:spPr>
            <a:xfrm>
              <a:off x="3943926" y="5237613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PA:A215-</a:t>
              </a:r>
            </a:p>
          </p:txBody>
        </p:sp>
        <p:sp>
          <p:nvSpPr>
            <p:cNvPr id="342" name="tx342"/>
            <p:cNvSpPr/>
            <p:nvPr/>
          </p:nvSpPr>
          <p:spPr>
            <a:xfrm>
              <a:off x="3937800" y="5183548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PA:C225-</a:t>
              </a:r>
            </a:p>
          </p:txBody>
        </p:sp>
        <p:sp>
          <p:nvSpPr>
            <p:cNvPr id="343" name="tx343"/>
            <p:cNvSpPr/>
            <p:nvPr/>
          </p:nvSpPr>
          <p:spPr>
            <a:xfrm>
              <a:off x="3999979" y="5129483"/>
              <a:ext cx="4140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PA:C39-</a:t>
              </a:r>
            </a:p>
          </p:txBody>
        </p:sp>
        <p:sp>
          <p:nvSpPr>
            <p:cNvPr id="344" name="tx344"/>
            <p:cNvSpPr/>
            <p:nvPr/>
          </p:nvSpPr>
          <p:spPr>
            <a:xfrm>
              <a:off x="3999979" y="5075418"/>
              <a:ext cx="4140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PA:C45-</a:t>
              </a:r>
            </a:p>
          </p:txBody>
        </p:sp>
        <p:sp>
          <p:nvSpPr>
            <p:cNvPr id="345" name="tx345"/>
            <p:cNvSpPr/>
            <p:nvPr/>
          </p:nvSpPr>
          <p:spPr>
            <a:xfrm>
              <a:off x="3937800" y="502135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PA:D216-</a:t>
              </a:r>
            </a:p>
          </p:txBody>
        </p:sp>
        <p:sp>
          <p:nvSpPr>
            <p:cNvPr id="346" name="tx346"/>
            <p:cNvSpPr/>
            <p:nvPr/>
          </p:nvSpPr>
          <p:spPr>
            <a:xfrm>
              <a:off x="4043322" y="4967288"/>
              <a:ext cx="37069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PA:E22</a:t>
              </a:r>
            </a:p>
          </p:txBody>
        </p:sp>
        <p:sp>
          <p:nvSpPr>
            <p:cNvPr id="347" name="tx347"/>
            <p:cNvSpPr/>
            <p:nvPr/>
          </p:nvSpPr>
          <p:spPr>
            <a:xfrm>
              <a:off x="4006106" y="4913222"/>
              <a:ext cx="40791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PA:E43-</a:t>
              </a:r>
            </a:p>
          </p:txBody>
        </p:sp>
        <p:sp>
          <p:nvSpPr>
            <p:cNvPr id="348" name="tx348"/>
            <p:cNvSpPr/>
            <p:nvPr/>
          </p:nvSpPr>
          <p:spPr>
            <a:xfrm>
              <a:off x="3950236" y="4859157"/>
              <a:ext cx="4637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PA:F223-</a:t>
              </a:r>
            </a:p>
          </p:txBody>
        </p:sp>
        <p:sp>
          <p:nvSpPr>
            <p:cNvPr id="349" name="tx349"/>
            <p:cNvSpPr/>
            <p:nvPr/>
          </p:nvSpPr>
          <p:spPr>
            <a:xfrm>
              <a:off x="4012415" y="4805092"/>
              <a:ext cx="4016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PA:F46-</a:t>
              </a:r>
            </a:p>
          </p:txBody>
        </p:sp>
        <p:sp>
          <p:nvSpPr>
            <p:cNvPr id="350" name="tx350"/>
            <p:cNvSpPr/>
            <p:nvPr/>
          </p:nvSpPr>
          <p:spPr>
            <a:xfrm>
              <a:off x="3999979" y="4751027"/>
              <a:ext cx="4140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PA:H41-</a:t>
              </a:r>
            </a:p>
          </p:txBody>
        </p:sp>
        <p:sp>
          <p:nvSpPr>
            <p:cNvPr id="351" name="tx351"/>
            <p:cNvSpPr/>
            <p:nvPr/>
          </p:nvSpPr>
          <p:spPr>
            <a:xfrm>
              <a:off x="3943926" y="4696962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PA:K222-</a:t>
              </a:r>
            </a:p>
          </p:txBody>
        </p:sp>
        <p:sp>
          <p:nvSpPr>
            <p:cNvPr id="352" name="tx352"/>
            <p:cNvSpPr/>
            <p:nvPr/>
          </p:nvSpPr>
          <p:spPr>
            <a:xfrm>
              <a:off x="3956271" y="4642897"/>
              <a:ext cx="457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PA:L214-</a:t>
              </a:r>
            </a:p>
          </p:txBody>
        </p:sp>
        <p:sp>
          <p:nvSpPr>
            <p:cNvPr id="353" name="tx353"/>
            <p:cNvSpPr/>
            <p:nvPr/>
          </p:nvSpPr>
          <p:spPr>
            <a:xfrm>
              <a:off x="3956271" y="4588832"/>
              <a:ext cx="457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PA:L219-</a:t>
              </a:r>
            </a:p>
          </p:txBody>
        </p:sp>
        <p:sp>
          <p:nvSpPr>
            <p:cNvPr id="354" name="tx354"/>
            <p:cNvSpPr/>
            <p:nvPr/>
          </p:nvSpPr>
          <p:spPr>
            <a:xfrm>
              <a:off x="3956271" y="4534767"/>
              <a:ext cx="457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PA:L226-</a:t>
              </a:r>
            </a:p>
          </p:txBody>
        </p:sp>
        <p:sp>
          <p:nvSpPr>
            <p:cNvPr id="355" name="tx355"/>
            <p:cNvSpPr/>
            <p:nvPr/>
          </p:nvSpPr>
          <p:spPr>
            <a:xfrm>
              <a:off x="4018450" y="4480702"/>
              <a:ext cx="39556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PA:L42-</a:t>
              </a:r>
            </a:p>
          </p:txBody>
        </p:sp>
        <p:sp>
          <p:nvSpPr>
            <p:cNvPr id="356" name="tx356"/>
            <p:cNvSpPr/>
            <p:nvPr/>
          </p:nvSpPr>
          <p:spPr>
            <a:xfrm>
              <a:off x="3933685" y="4426637"/>
              <a:ext cx="48033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PA:M211-</a:t>
              </a:r>
            </a:p>
          </p:txBody>
        </p:sp>
        <p:sp>
          <p:nvSpPr>
            <p:cNvPr id="357" name="tx357"/>
            <p:cNvSpPr/>
            <p:nvPr/>
          </p:nvSpPr>
          <p:spPr>
            <a:xfrm>
              <a:off x="3987543" y="4372572"/>
              <a:ext cx="4264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PA:M47-</a:t>
              </a:r>
            </a:p>
          </p:txBody>
        </p:sp>
        <p:sp>
          <p:nvSpPr>
            <p:cNvPr id="358" name="tx358"/>
            <p:cNvSpPr/>
            <p:nvPr/>
          </p:nvSpPr>
          <p:spPr>
            <a:xfrm>
              <a:off x="3943926" y="4318507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PA:P220-</a:t>
              </a:r>
            </a:p>
          </p:txBody>
        </p:sp>
        <p:sp>
          <p:nvSpPr>
            <p:cNvPr id="359" name="tx359"/>
            <p:cNvSpPr/>
            <p:nvPr/>
          </p:nvSpPr>
          <p:spPr>
            <a:xfrm>
              <a:off x="3943926" y="4264441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PA:P221-</a:t>
              </a:r>
            </a:p>
          </p:txBody>
        </p:sp>
        <p:sp>
          <p:nvSpPr>
            <p:cNvPr id="360" name="tx360"/>
            <p:cNvSpPr/>
            <p:nvPr/>
          </p:nvSpPr>
          <p:spPr>
            <a:xfrm>
              <a:off x="3931491" y="4210376"/>
              <a:ext cx="4825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PA:Q217-</a:t>
              </a:r>
            </a:p>
          </p:txBody>
        </p:sp>
        <p:sp>
          <p:nvSpPr>
            <p:cNvPr id="361" name="tx361"/>
            <p:cNvSpPr/>
            <p:nvPr/>
          </p:nvSpPr>
          <p:spPr>
            <a:xfrm>
              <a:off x="3937800" y="4156311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PA:R212-</a:t>
              </a:r>
            </a:p>
          </p:txBody>
        </p:sp>
        <p:sp>
          <p:nvSpPr>
            <p:cNvPr id="362" name="tx362"/>
            <p:cNvSpPr/>
            <p:nvPr/>
          </p:nvSpPr>
          <p:spPr>
            <a:xfrm>
              <a:off x="3937800" y="4102246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PA:R213-</a:t>
              </a:r>
            </a:p>
          </p:txBody>
        </p:sp>
        <p:sp>
          <p:nvSpPr>
            <p:cNvPr id="363" name="tx363"/>
            <p:cNvSpPr/>
            <p:nvPr/>
          </p:nvSpPr>
          <p:spPr>
            <a:xfrm>
              <a:off x="3943926" y="4048181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PA:S218-</a:t>
              </a:r>
            </a:p>
          </p:txBody>
        </p:sp>
        <p:sp>
          <p:nvSpPr>
            <p:cNvPr id="364" name="tx364"/>
            <p:cNvSpPr/>
            <p:nvPr/>
          </p:nvSpPr>
          <p:spPr>
            <a:xfrm>
              <a:off x="3943926" y="3994116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PA:S224-</a:t>
              </a:r>
            </a:p>
          </p:txBody>
        </p:sp>
        <p:sp>
          <p:nvSpPr>
            <p:cNvPr id="365" name="tx365"/>
            <p:cNvSpPr/>
            <p:nvPr/>
          </p:nvSpPr>
          <p:spPr>
            <a:xfrm>
              <a:off x="4012415" y="3940051"/>
              <a:ext cx="4016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PA:T40-</a:t>
              </a:r>
            </a:p>
          </p:txBody>
        </p:sp>
        <p:sp>
          <p:nvSpPr>
            <p:cNvPr id="366" name="tx366"/>
            <p:cNvSpPr/>
            <p:nvPr/>
          </p:nvSpPr>
          <p:spPr>
            <a:xfrm>
              <a:off x="4006106" y="3885986"/>
              <a:ext cx="40791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PA:V44-</a:t>
              </a:r>
            </a:p>
          </p:txBody>
        </p:sp>
        <p:sp>
          <p:nvSpPr>
            <p:cNvPr id="367" name="tx367"/>
            <p:cNvSpPr/>
            <p:nvPr/>
          </p:nvSpPr>
          <p:spPr>
            <a:xfrm>
              <a:off x="4006106" y="3831921"/>
              <a:ext cx="40791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PA:Y48-</a:t>
              </a:r>
            </a:p>
          </p:txBody>
        </p:sp>
        <p:sp>
          <p:nvSpPr>
            <p:cNvPr id="368" name="tx368"/>
            <p:cNvSpPr/>
            <p:nvPr/>
          </p:nvSpPr>
          <p:spPr>
            <a:xfrm>
              <a:off x="3937800" y="3777856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PA:N614-</a:t>
              </a:r>
            </a:p>
          </p:txBody>
        </p:sp>
        <p:sp>
          <p:nvSpPr>
            <p:cNvPr id="369" name="tx369"/>
            <p:cNvSpPr/>
            <p:nvPr/>
          </p:nvSpPr>
          <p:spPr>
            <a:xfrm>
              <a:off x="4006106" y="3723791"/>
              <a:ext cx="40791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PA:E77-</a:t>
              </a:r>
            </a:p>
          </p:txBody>
        </p:sp>
        <p:sp>
          <p:nvSpPr>
            <p:cNvPr id="370" name="tx370"/>
            <p:cNvSpPr/>
            <p:nvPr/>
          </p:nvSpPr>
          <p:spPr>
            <a:xfrm>
              <a:off x="4012415" y="3669725"/>
              <a:ext cx="4016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PA:F76-</a:t>
              </a:r>
            </a:p>
          </p:txBody>
        </p:sp>
        <p:sp>
          <p:nvSpPr>
            <p:cNvPr id="371" name="tx371"/>
            <p:cNvSpPr/>
            <p:nvPr/>
          </p:nvSpPr>
          <p:spPr>
            <a:xfrm>
              <a:off x="3999979" y="3615660"/>
              <a:ext cx="4140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PA:H74-</a:t>
              </a:r>
            </a:p>
          </p:txBody>
        </p:sp>
        <p:sp>
          <p:nvSpPr>
            <p:cNvPr id="372" name="tx372"/>
            <p:cNvSpPr/>
            <p:nvPr/>
          </p:nvSpPr>
          <p:spPr>
            <a:xfrm>
              <a:off x="4049540" y="3561595"/>
              <a:ext cx="3644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PA:I78-</a:t>
              </a:r>
            </a:p>
          </p:txBody>
        </p:sp>
        <p:sp>
          <p:nvSpPr>
            <p:cNvPr id="373" name="tx373"/>
            <p:cNvSpPr/>
            <p:nvPr/>
          </p:nvSpPr>
          <p:spPr>
            <a:xfrm>
              <a:off x="4006106" y="3507530"/>
              <a:ext cx="40791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PA:K73-</a:t>
              </a:r>
            </a:p>
          </p:txBody>
        </p:sp>
        <p:sp>
          <p:nvSpPr>
            <p:cNvPr id="374" name="tx374"/>
            <p:cNvSpPr/>
            <p:nvPr/>
          </p:nvSpPr>
          <p:spPr>
            <a:xfrm>
              <a:off x="3956271" y="3453465"/>
              <a:ext cx="457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PA:L665-</a:t>
              </a:r>
            </a:p>
          </p:txBody>
        </p:sp>
        <p:sp>
          <p:nvSpPr>
            <p:cNvPr id="375" name="tx375"/>
            <p:cNvSpPr/>
            <p:nvPr/>
          </p:nvSpPr>
          <p:spPr>
            <a:xfrm>
              <a:off x="3999979" y="3399400"/>
              <a:ext cx="4140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PA:R75-</a:t>
              </a:r>
            </a:p>
          </p:txBody>
        </p:sp>
        <p:sp>
          <p:nvSpPr>
            <p:cNvPr id="376" name="tx376"/>
            <p:cNvSpPr/>
            <p:nvPr/>
          </p:nvSpPr>
          <p:spPr>
            <a:xfrm>
              <a:off x="3943926" y="3345335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PA:A642-</a:t>
              </a:r>
            </a:p>
          </p:txBody>
        </p:sp>
        <p:sp>
          <p:nvSpPr>
            <p:cNvPr id="377" name="tx377"/>
            <p:cNvSpPr/>
            <p:nvPr/>
          </p:nvSpPr>
          <p:spPr>
            <a:xfrm>
              <a:off x="3956271" y="3291270"/>
              <a:ext cx="457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PA:L640-</a:t>
              </a:r>
            </a:p>
          </p:txBody>
        </p:sp>
        <p:sp>
          <p:nvSpPr>
            <p:cNvPr id="378" name="tx378"/>
            <p:cNvSpPr/>
            <p:nvPr/>
          </p:nvSpPr>
          <p:spPr>
            <a:xfrm>
              <a:off x="3956271" y="3237205"/>
              <a:ext cx="457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PA:L641-</a:t>
              </a:r>
            </a:p>
          </p:txBody>
        </p:sp>
        <p:sp>
          <p:nvSpPr>
            <p:cNvPr id="379" name="tx379"/>
            <p:cNvSpPr/>
            <p:nvPr/>
          </p:nvSpPr>
          <p:spPr>
            <a:xfrm>
              <a:off x="3937800" y="3183140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PA:R638-</a:t>
              </a:r>
            </a:p>
          </p:txBody>
        </p:sp>
        <p:sp>
          <p:nvSpPr>
            <p:cNvPr id="380" name="tx380"/>
            <p:cNvSpPr/>
            <p:nvPr/>
          </p:nvSpPr>
          <p:spPr>
            <a:xfrm>
              <a:off x="3950236" y="3129075"/>
              <a:ext cx="4637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PA:T639-</a:t>
              </a:r>
            </a:p>
          </p:txBody>
        </p:sp>
        <p:sp>
          <p:nvSpPr>
            <p:cNvPr id="381" name="tx381"/>
            <p:cNvSpPr/>
            <p:nvPr/>
          </p:nvSpPr>
          <p:spPr>
            <a:xfrm>
              <a:off x="3931491" y="3075009"/>
              <a:ext cx="4825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PA:G634-</a:t>
              </a:r>
            </a:p>
          </p:txBody>
        </p:sp>
        <p:sp>
          <p:nvSpPr>
            <p:cNvPr id="382" name="tx382"/>
            <p:cNvSpPr/>
            <p:nvPr/>
          </p:nvSpPr>
          <p:spPr>
            <a:xfrm>
              <a:off x="3943926" y="3020944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PA:P653-</a:t>
              </a:r>
            </a:p>
          </p:txBody>
        </p:sp>
        <p:sp>
          <p:nvSpPr>
            <p:cNvPr id="383" name="tx383"/>
            <p:cNvSpPr/>
            <p:nvPr/>
          </p:nvSpPr>
          <p:spPr>
            <a:xfrm>
              <a:off x="3943926" y="2966879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PA:S652-</a:t>
              </a:r>
            </a:p>
          </p:txBody>
        </p:sp>
        <p:sp>
          <p:nvSpPr>
            <p:cNvPr id="384" name="tx384"/>
            <p:cNvSpPr/>
            <p:nvPr/>
          </p:nvSpPr>
          <p:spPr>
            <a:xfrm>
              <a:off x="3943926" y="2912814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PA:E613-</a:t>
              </a:r>
            </a:p>
          </p:txBody>
        </p:sp>
        <p:sp>
          <p:nvSpPr>
            <p:cNvPr id="385" name="tx385"/>
            <p:cNvSpPr/>
            <p:nvPr/>
          </p:nvSpPr>
          <p:spPr>
            <a:xfrm>
              <a:off x="3888240" y="2858749"/>
              <a:ext cx="5257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PA-X:C39-</a:t>
              </a:r>
            </a:p>
          </p:txBody>
        </p:sp>
        <p:sp>
          <p:nvSpPr>
            <p:cNvPr id="386" name="tx386"/>
            <p:cNvSpPr/>
            <p:nvPr/>
          </p:nvSpPr>
          <p:spPr>
            <a:xfrm>
              <a:off x="3888240" y="2804684"/>
              <a:ext cx="5257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PA-X:C45-</a:t>
              </a:r>
            </a:p>
          </p:txBody>
        </p:sp>
        <p:sp>
          <p:nvSpPr>
            <p:cNvPr id="387" name="tx387"/>
            <p:cNvSpPr/>
            <p:nvPr/>
          </p:nvSpPr>
          <p:spPr>
            <a:xfrm>
              <a:off x="3894366" y="2750619"/>
              <a:ext cx="5196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PA-X:E43-</a:t>
              </a:r>
            </a:p>
          </p:txBody>
        </p:sp>
        <p:sp>
          <p:nvSpPr>
            <p:cNvPr id="388" name="tx388"/>
            <p:cNvSpPr/>
            <p:nvPr/>
          </p:nvSpPr>
          <p:spPr>
            <a:xfrm>
              <a:off x="3888240" y="2696554"/>
              <a:ext cx="5257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PA-X:H41-</a:t>
              </a:r>
            </a:p>
          </p:txBody>
        </p:sp>
        <p:sp>
          <p:nvSpPr>
            <p:cNvPr id="389" name="tx389"/>
            <p:cNvSpPr/>
            <p:nvPr/>
          </p:nvSpPr>
          <p:spPr>
            <a:xfrm>
              <a:off x="3906710" y="2642489"/>
              <a:ext cx="5073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PA-X:L42-</a:t>
              </a:r>
            </a:p>
          </p:txBody>
        </p:sp>
        <p:sp>
          <p:nvSpPr>
            <p:cNvPr id="390" name="tx390"/>
            <p:cNvSpPr/>
            <p:nvPr/>
          </p:nvSpPr>
          <p:spPr>
            <a:xfrm>
              <a:off x="3900675" y="2588424"/>
              <a:ext cx="51334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PA-X:T40-</a:t>
              </a:r>
            </a:p>
          </p:txBody>
        </p:sp>
        <p:sp>
          <p:nvSpPr>
            <p:cNvPr id="391" name="tx391"/>
            <p:cNvSpPr/>
            <p:nvPr/>
          </p:nvSpPr>
          <p:spPr>
            <a:xfrm>
              <a:off x="3894366" y="2534359"/>
              <a:ext cx="5196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PA-X:V44-</a:t>
              </a:r>
            </a:p>
          </p:txBody>
        </p:sp>
        <p:sp>
          <p:nvSpPr>
            <p:cNvPr id="392" name="tx392"/>
            <p:cNvSpPr/>
            <p:nvPr/>
          </p:nvSpPr>
          <p:spPr>
            <a:xfrm>
              <a:off x="3894366" y="2480293"/>
              <a:ext cx="5196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PA-X:E77-</a:t>
              </a:r>
            </a:p>
          </p:txBody>
        </p:sp>
        <p:sp>
          <p:nvSpPr>
            <p:cNvPr id="393" name="tx393"/>
            <p:cNvSpPr/>
            <p:nvPr/>
          </p:nvSpPr>
          <p:spPr>
            <a:xfrm>
              <a:off x="3900675" y="2426228"/>
              <a:ext cx="51334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PA-X:F76-</a:t>
              </a:r>
            </a:p>
          </p:txBody>
        </p:sp>
        <p:sp>
          <p:nvSpPr>
            <p:cNvPr id="394" name="tx394"/>
            <p:cNvSpPr/>
            <p:nvPr/>
          </p:nvSpPr>
          <p:spPr>
            <a:xfrm>
              <a:off x="3888240" y="2372163"/>
              <a:ext cx="5257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PA-X:H74-</a:t>
              </a:r>
            </a:p>
          </p:txBody>
        </p:sp>
        <p:sp>
          <p:nvSpPr>
            <p:cNvPr id="395" name="tx395"/>
            <p:cNvSpPr/>
            <p:nvPr/>
          </p:nvSpPr>
          <p:spPr>
            <a:xfrm>
              <a:off x="3937800" y="2318098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PA-X:I78-</a:t>
              </a:r>
            </a:p>
          </p:txBody>
        </p:sp>
        <p:sp>
          <p:nvSpPr>
            <p:cNvPr id="396" name="tx396"/>
            <p:cNvSpPr/>
            <p:nvPr/>
          </p:nvSpPr>
          <p:spPr>
            <a:xfrm>
              <a:off x="3894366" y="2264033"/>
              <a:ext cx="5196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PA-X:K73-</a:t>
              </a:r>
            </a:p>
          </p:txBody>
        </p:sp>
        <p:sp>
          <p:nvSpPr>
            <p:cNvPr id="397" name="tx397"/>
            <p:cNvSpPr/>
            <p:nvPr/>
          </p:nvSpPr>
          <p:spPr>
            <a:xfrm>
              <a:off x="3888240" y="2209968"/>
              <a:ext cx="5257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PA-X:R75-</a:t>
              </a:r>
            </a:p>
          </p:txBody>
        </p:sp>
        <p:sp>
          <p:nvSpPr>
            <p:cNvPr id="398" name="tx398"/>
            <p:cNvSpPr/>
            <p:nvPr/>
          </p:nvSpPr>
          <p:spPr>
            <a:xfrm>
              <a:off x="3875804" y="2155903"/>
              <a:ext cx="53821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PA-X:M47-</a:t>
              </a:r>
            </a:p>
          </p:txBody>
        </p:sp>
        <p:sp>
          <p:nvSpPr>
            <p:cNvPr id="399" name="tx399"/>
            <p:cNvSpPr/>
            <p:nvPr/>
          </p:nvSpPr>
          <p:spPr>
            <a:xfrm>
              <a:off x="3894366" y="2101838"/>
              <a:ext cx="5196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PA-X:Y48-</a:t>
              </a:r>
            </a:p>
          </p:txBody>
        </p:sp>
        <p:sp>
          <p:nvSpPr>
            <p:cNvPr id="400" name="tx400"/>
            <p:cNvSpPr/>
            <p:nvPr/>
          </p:nvSpPr>
          <p:spPr>
            <a:xfrm>
              <a:off x="1878045" y="5269101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401" name="tx401"/>
            <p:cNvSpPr/>
            <p:nvPr/>
          </p:nvSpPr>
          <p:spPr>
            <a:xfrm>
              <a:off x="691062" y="5087300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402" name="tx402"/>
            <p:cNvSpPr/>
            <p:nvPr/>
          </p:nvSpPr>
          <p:spPr>
            <a:xfrm>
              <a:off x="1556999" y="4905499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PA:D606-</a:t>
              </a:r>
            </a:p>
          </p:txBody>
        </p:sp>
        <p:sp>
          <p:nvSpPr>
            <p:cNvPr id="403" name="tx403"/>
            <p:cNvSpPr/>
            <p:nvPr/>
          </p:nvSpPr>
          <p:spPr>
            <a:xfrm>
              <a:off x="1556999" y="4723698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PA:D674-</a:t>
              </a:r>
            </a:p>
          </p:txBody>
        </p:sp>
        <p:sp>
          <p:nvSpPr>
            <p:cNvPr id="404" name="tx404"/>
            <p:cNvSpPr/>
            <p:nvPr/>
          </p:nvSpPr>
          <p:spPr>
            <a:xfrm>
              <a:off x="1625305" y="4541896"/>
              <a:ext cx="40791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PA:E31-</a:t>
              </a:r>
            </a:p>
          </p:txBody>
        </p:sp>
        <p:sp>
          <p:nvSpPr>
            <p:cNvPr id="405" name="tx405"/>
            <p:cNvSpPr/>
            <p:nvPr/>
          </p:nvSpPr>
          <p:spPr>
            <a:xfrm>
              <a:off x="1563125" y="4360095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PA:E604-</a:t>
              </a:r>
            </a:p>
          </p:txBody>
        </p:sp>
        <p:sp>
          <p:nvSpPr>
            <p:cNvPr id="406" name="tx406"/>
            <p:cNvSpPr/>
            <p:nvPr/>
          </p:nvSpPr>
          <p:spPr>
            <a:xfrm>
              <a:off x="1668739" y="4178294"/>
              <a:ext cx="3644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PA:I30-</a:t>
              </a:r>
            </a:p>
          </p:txBody>
        </p:sp>
        <p:sp>
          <p:nvSpPr>
            <p:cNvPr id="407" name="tx407"/>
            <p:cNvSpPr/>
            <p:nvPr/>
          </p:nvSpPr>
          <p:spPr>
            <a:xfrm>
              <a:off x="1563125" y="3996492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PA:K605-</a:t>
              </a:r>
            </a:p>
          </p:txBody>
        </p:sp>
        <p:sp>
          <p:nvSpPr>
            <p:cNvPr id="408" name="tx408"/>
            <p:cNvSpPr/>
            <p:nvPr/>
          </p:nvSpPr>
          <p:spPr>
            <a:xfrm>
              <a:off x="1575470" y="3814691"/>
              <a:ext cx="457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PA:L672-</a:t>
              </a:r>
            </a:p>
          </p:txBody>
        </p:sp>
        <p:sp>
          <p:nvSpPr>
            <p:cNvPr id="409" name="tx409"/>
            <p:cNvSpPr/>
            <p:nvPr/>
          </p:nvSpPr>
          <p:spPr>
            <a:xfrm>
              <a:off x="1575470" y="3632890"/>
              <a:ext cx="457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PA:L676-</a:t>
              </a:r>
            </a:p>
          </p:txBody>
        </p:sp>
        <p:sp>
          <p:nvSpPr>
            <p:cNvPr id="410" name="tx410"/>
            <p:cNvSpPr/>
            <p:nvPr/>
          </p:nvSpPr>
          <p:spPr>
            <a:xfrm>
              <a:off x="1544563" y="3451089"/>
              <a:ext cx="48865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PA:M607-</a:t>
              </a:r>
            </a:p>
          </p:txBody>
        </p:sp>
        <p:sp>
          <p:nvSpPr>
            <p:cNvPr id="411" name="tx411"/>
            <p:cNvSpPr/>
            <p:nvPr/>
          </p:nvSpPr>
          <p:spPr>
            <a:xfrm>
              <a:off x="1556999" y="3269287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PA:N675-</a:t>
              </a:r>
            </a:p>
          </p:txBody>
        </p:sp>
        <p:sp>
          <p:nvSpPr>
            <p:cNvPr id="412" name="tx412"/>
            <p:cNvSpPr/>
            <p:nvPr/>
          </p:nvSpPr>
          <p:spPr>
            <a:xfrm>
              <a:off x="1556999" y="3087486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PA:R673-</a:t>
              </a:r>
            </a:p>
          </p:txBody>
        </p:sp>
        <p:sp>
          <p:nvSpPr>
            <p:cNvPr id="413" name="tx413"/>
            <p:cNvSpPr/>
            <p:nvPr/>
          </p:nvSpPr>
          <p:spPr>
            <a:xfrm>
              <a:off x="1631614" y="2905685"/>
              <a:ext cx="4016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PA:T32-</a:t>
              </a:r>
            </a:p>
          </p:txBody>
        </p:sp>
        <p:sp>
          <p:nvSpPr>
            <p:cNvPr id="414" name="tx414"/>
            <p:cNvSpPr/>
            <p:nvPr/>
          </p:nvSpPr>
          <p:spPr>
            <a:xfrm>
              <a:off x="1569435" y="2723883"/>
              <a:ext cx="4637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PA:T608-</a:t>
              </a:r>
            </a:p>
          </p:txBody>
        </p:sp>
        <p:sp>
          <p:nvSpPr>
            <p:cNvPr id="415" name="tx415"/>
            <p:cNvSpPr/>
            <p:nvPr/>
          </p:nvSpPr>
          <p:spPr>
            <a:xfrm>
              <a:off x="1513565" y="2542082"/>
              <a:ext cx="5196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PA-X:E31-</a:t>
              </a:r>
            </a:p>
          </p:txBody>
        </p:sp>
        <p:sp>
          <p:nvSpPr>
            <p:cNvPr id="416" name="tx416"/>
            <p:cNvSpPr/>
            <p:nvPr/>
          </p:nvSpPr>
          <p:spPr>
            <a:xfrm>
              <a:off x="1556999" y="2360281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PA-X:I30-</a:t>
              </a:r>
            </a:p>
          </p:txBody>
        </p:sp>
        <p:sp>
          <p:nvSpPr>
            <p:cNvPr id="417" name="tx417"/>
            <p:cNvSpPr/>
            <p:nvPr/>
          </p:nvSpPr>
          <p:spPr>
            <a:xfrm>
              <a:off x="1519874" y="2178480"/>
              <a:ext cx="51334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PA-X:T32-</a:t>
              </a:r>
            </a:p>
          </p:txBody>
        </p:sp>
        <p:sp>
          <p:nvSpPr>
            <p:cNvPr id="418" name="tx418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419" name="tx419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420" name="pic42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421" name="pl421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l422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l423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l424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l425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l426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l427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l428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tx429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430" name="tx430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431" name="tx431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432" name="tx432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433" name="tx433"/>
            <p:cNvSpPr/>
            <p:nvPr/>
          </p:nvSpPr>
          <p:spPr>
            <a:xfrm>
              <a:off x="2095849" y="1669789"/>
              <a:ext cx="3722156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PA: andel delesjoner over tid per influensasubtype</a:t>
              </a:r>
            </a:p>
          </p:txBody>
        </p:sp>
      </p:grpSp>
      <p:sp>
        <p:nvSpPr>
          <p:cNvPr id="43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PA: andel delesjoner over tid per influensasubtype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6171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379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608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816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1025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233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441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670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838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7007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216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40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8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55347" y="5097982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55347" y="4564308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555347" y="4030633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555347" y="3496958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555347" y="2963283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555347" y="2429609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5577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6765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7994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9222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0410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163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2827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4055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25284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26393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7621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8810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706708" y="4831145"/>
              <a:ext cx="110936" cy="533674"/>
            </a:xfrm>
            <a:prstGeom prst="rect">
              <a:avLst/>
            </a:prstGeom>
            <a:solidFill>
              <a:srgbClr val="5F63A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1743939" y="4831145"/>
              <a:ext cx="110936" cy="533674"/>
            </a:xfrm>
            <a:prstGeom prst="rect">
              <a:avLst/>
            </a:prstGeom>
            <a:solidFill>
              <a:srgbClr val="3C3F6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227304" y="4831145"/>
              <a:ext cx="110936" cy="533674"/>
            </a:xfrm>
            <a:prstGeom prst="rect">
              <a:avLst/>
            </a:prstGeom>
            <a:solidFill>
              <a:srgbClr val="4C508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472949" y="4831145"/>
              <a:ext cx="110936" cy="533674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350127" y="4831145"/>
              <a:ext cx="110936" cy="533674"/>
            </a:xfrm>
            <a:prstGeom prst="rect">
              <a:avLst/>
            </a:prstGeom>
            <a:solidFill>
              <a:srgbClr val="53579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621116" y="4831145"/>
              <a:ext cx="110936" cy="53367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2825568" y="4831145"/>
              <a:ext cx="110936" cy="533674"/>
            </a:xfrm>
            <a:prstGeom prst="rect">
              <a:avLst/>
            </a:prstGeom>
            <a:solidFill>
              <a:srgbClr val="8188E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583886" y="4831145"/>
              <a:ext cx="110936" cy="533674"/>
            </a:xfrm>
            <a:prstGeom prst="rect">
              <a:avLst/>
            </a:prstGeom>
            <a:solidFill>
              <a:srgbClr val="5F64A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2108444" y="4831145"/>
              <a:ext cx="110936" cy="533674"/>
            </a:xfrm>
            <a:prstGeom prst="rect">
              <a:avLst/>
            </a:prstGeom>
            <a:solidFill>
              <a:srgbClr val="7378C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1985621" y="4831145"/>
              <a:ext cx="110936" cy="533674"/>
            </a:xfrm>
            <a:prstGeom prst="rect">
              <a:avLst/>
            </a:prstGeom>
            <a:solidFill>
              <a:srgbClr val="878FE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1866761" y="4831145"/>
              <a:ext cx="110936" cy="533674"/>
            </a:xfrm>
            <a:prstGeom prst="rect">
              <a:avLst/>
            </a:prstGeom>
            <a:solidFill>
              <a:srgbClr val="787ED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2706708" y="4297470"/>
              <a:ext cx="110936" cy="533674"/>
            </a:xfrm>
            <a:prstGeom prst="rect">
              <a:avLst/>
            </a:prstGeom>
            <a:solidFill>
              <a:srgbClr val="B8BFF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1743939" y="4297470"/>
              <a:ext cx="110936" cy="533674"/>
            </a:xfrm>
            <a:prstGeom prst="rect">
              <a:avLst/>
            </a:prstGeom>
            <a:solidFill>
              <a:srgbClr val="DEE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227304" y="4297470"/>
              <a:ext cx="110936" cy="533674"/>
            </a:xfrm>
            <a:prstGeom prst="rect">
              <a:avLst/>
            </a:prstGeom>
            <a:solidFill>
              <a:srgbClr val="CACFF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2472949" y="4297470"/>
              <a:ext cx="110936" cy="533674"/>
            </a:xfrm>
            <a:prstGeom prst="rect">
              <a:avLst/>
            </a:prstGeom>
            <a:solidFill>
              <a:srgbClr val="E8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2350127" y="4297470"/>
              <a:ext cx="110936" cy="533674"/>
            </a:xfrm>
            <a:prstGeom prst="rect">
              <a:avLst/>
            </a:prstGeom>
            <a:solidFill>
              <a:srgbClr val="BEC5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2825568" y="4297470"/>
              <a:ext cx="110936" cy="533674"/>
            </a:xfrm>
            <a:prstGeom prst="rect">
              <a:avLst/>
            </a:prstGeom>
            <a:solidFill>
              <a:srgbClr val="8188E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2583886" y="4297470"/>
              <a:ext cx="110936" cy="533674"/>
            </a:xfrm>
            <a:prstGeom prst="rect">
              <a:avLst/>
            </a:prstGeom>
            <a:solidFill>
              <a:srgbClr val="B0B8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2108444" y="4297470"/>
              <a:ext cx="110936" cy="533674"/>
            </a:xfrm>
            <a:prstGeom prst="rect">
              <a:avLst/>
            </a:prstGeom>
            <a:solidFill>
              <a:srgbClr val="9198F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1985621" y="4297470"/>
              <a:ext cx="110936" cy="533674"/>
            </a:xfrm>
            <a:prstGeom prst="rect">
              <a:avLst/>
            </a:prstGeom>
            <a:solidFill>
              <a:srgbClr val="7B81D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1866761" y="4297470"/>
              <a:ext cx="110936" cy="533674"/>
            </a:xfrm>
            <a:prstGeom prst="rect">
              <a:avLst/>
            </a:prstGeom>
            <a:solidFill>
              <a:srgbClr val="8A92E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2706708" y="3763796"/>
              <a:ext cx="110936" cy="533674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2706708" y="3230121"/>
              <a:ext cx="110936" cy="533674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2583886" y="2696446"/>
              <a:ext cx="110936" cy="53367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2583886" y="2162771"/>
              <a:ext cx="110936" cy="53367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3997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1187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2416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3624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4833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6041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7249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48478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9646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50815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52024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53212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53806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3936148" y="5097982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3936148" y="4564308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3936148" y="4030633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3936148" y="3496958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3936148" y="2963283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3936148" y="2429609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39385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40573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41802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43030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44218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4544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46635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47863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49092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50201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51429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52618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5087509" y="4831145"/>
              <a:ext cx="110936" cy="533674"/>
            </a:xfrm>
            <a:prstGeom prst="rect">
              <a:avLst/>
            </a:prstGeom>
            <a:solidFill>
              <a:srgbClr val="E5E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4124740" y="4831145"/>
              <a:ext cx="110936" cy="533674"/>
            </a:xfrm>
            <a:prstGeom prst="rect">
              <a:avLst/>
            </a:prstGeom>
            <a:solidFill>
              <a:srgbClr val="C5CBF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4608105" y="4831145"/>
              <a:ext cx="110936" cy="533674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4853750" y="4831145"/>
              <a:ext cx="110936" cy="533674"/>
            </a:xfrm>
            <a:prstGeom prst="rect">
              <a:avLst/>
            </a:prstGeom>
            <a:solidFill>
              <a:srgbClr val="E6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4730928" y="4831145"/>
              <a:ext cx="110936" cy="533674"/>
            </a:xfrm>
            <a:prstGeom prst="rect">
              <a:avLst/>
            </a:prstGeom>
            <a:solidFill>
              <a:srgbClr val="D6D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5206369" y="4831145"/>
              <a:ext cx="110936" cy="533674"/>
            </a:xfrm>
            <a:prstGeom prst="rect">
              <a:avLst/>
            </a:prstGeom>
            <a:solidFill>
              <a:srgbClr val="D2D7F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4964687" y="4831145"/>
              <a:ext cx="110936" cy="533674"/>
            </a:xfrm>
            <a:prstGeom prst="rect">
              <a:avLst/>
            </a:prstGeom>
            <a:solidFill>
              <a:srgbClr val="EAE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4489245" y="4831145"/>
              <a:ext cx="110936" cy="533674"/>
            </a:xfrm>
            <a:prstGeom prst="rect">
              <a:avLst/>
            </a:prstGeom>
            <a:solidFill>
              <a:srgbClr val="E9E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4366423" y="4831145"/>
              <a:ext cx="110936" cy="533674"/>
            </a:xfrm>
            <a:prstGeom prst="rect">
              <a:avLst/>
            </a:prstGeom>
            <a:solidFill>
              <a:srgbClr val="E2E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4247562" y="4831145"/>
              <a:ext cx="110936" cy="533674"/>
            </a:xfrm>
            <a:prstGeom prst="rect">
              <a:avLst/>
            </a:prstGeom>
            <a:solidFill>
              <a:srgbClr val="D8D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5087509" y="4297470"/>
              <a:ext cx="110936" cy="533674"/>
            </a:xfrm>
            <a:prstGeom prst="rect">
              <a:avLst/>
            </a:prstGeom>
            <a:solidFill>
              <a:srgbClr val="33365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4124740" y="4297470"/>
              <a:ext cx="110936" cy="533674"/>
            </a:xfrm>
            <a:prstGeom prst="rect">
              <a:avLst/>
            </a:prstGeom>
            <a:solidFill>
              <a:srgbClr val="4F538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4608105" y="4297470"/>
              <a:ext cx="110936" cy="533674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4853750" y="4297470"/>
              <a:ext cx="110936" cy="533674"/>
            </a:xfrm>
            <a:prstGeom prst="rect">
              <a:avLst/>
            </a:prstGeom>
            <a:solidFill>
              <a:srgbClr val="32355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4730928" y="4297470"/>
              <a:ext cx="110936" cy="533674"/>
            </a:xfrm>
            <a:prstGeom prst="rect">
              <a:avLst/>
            </a:prstGeom>
            <a:solidFill>
              <a:srgbClr val="484B7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5206369" y="4297470"/>
              <a:ext cx="110936" cy="533674"/>
            </a:xfrm>
            <a:prstGeom prst="rect">
              <a:avLst/>
            </a:prstGeom>
            <a:solidFill>
              <a:srgbClr val="474A7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4964687" y="4297470"/>
              <a:ext cx="110936" cy="533674"/>
            </a:xfrm>
            <a:prstGeom prst="rect">
              <a:avLst/>
            </a:prstGeom>
            <a:solidFill>
              <a:srgbClr val="2D2F4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4489245" y="4297470"/>
              <a:ext cx="110936" cy="533674"/>
            </a:xfrm>
            <a:prstGeom prst="rect">
              <a:avLst/>
            </a:prstGeom>
            <a:solidFill>
              <a:srgbClr val="2E304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4366423" y="4297470"/>
              <a:ext cx="110936" cy="533674"/>
            </a:xfrm>
            <a:prstGeom prst="rect">
              <a:avLst/>
            </a:prstGeom>
            <a:solidFill>
              <a:srgbClr val="36395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4247562" y="4297470"/>
              <a:ext cx="110936" cy="533674"/>
            </a:xfrm>
            <a:prstGeom prst="rect">
              <a:avLst/>
            </a:prstGeom>
            <a:solidFill>
              <a:srgbClr val="43467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4608105" y="3763796"/>
              <a:ext cx="110936" cy="53367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4608105" y="3230121"/>
              <a:ext cx="110936" cy="53367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4730928" y="2696446"/>
              <a:ext cx="110936" cy="53367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4608105" y="2162771"/>
              <a:ext cx="110936" cy="533674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pl116"/>
            <p:cNvSpPr/>
            <p:nvPr/>
          </p:nvSpPr>
          <p:spPr>
            <a:xfrm>
              <a:off x="6378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l117"/>
            <p:cNvSpPr/>
            <p:nvPr/>
          </p:nvSpPr>
          <p:spPr>
            <a:xfrm>
              <a:off x="64995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66224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l119"/>
            <p:cNvSpPr/>
            <p:nvPr/>
          </p:nvSpPr>
          <p:spPr>
            <a:xfrm>
              <a:off x="67432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68641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l121"/>
            <p:cNvSpPr/>
            <p:nvPr/>
          </p:nvSpPr>
          <p:spPr>
            <a:xfrm>
              <a:off x="69849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l122"/>
            <p:cNvSpPr/>
            <p:nvPr/>
          </p:nvSpPr>
          <p:spPr>
            <a:xfrm>
              <a:off x="71057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72286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73454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74623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75832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77020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77614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l129"/>
            <p:cNvSpPr/>
            <p:nvPr/>
          </p:nvSpPr>
          <p:spPr>
            <a:xfrm>
              <a:off x="6316949" y="4515792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6316949" y="3011799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l131"/>
            <p:cNvSpPr/>
            <p:nvPr/>
          </p:nvSpPr>
          <p:spPr>
            <a:xfrm>
              <a:off x="63193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64381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65610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66838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68026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6925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l137"/>
            <p:cNvSpPr/>
            <p:nvPr/>
          </p:nvSpPr>
          <p:spPr>
            <a:xfrm>
              <a:off x="70443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71671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72900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l140"/>
            <p:cNvSpPr/>
            <p:nvPr/>
          </p:nvSpPr>
          <p:spPr>
            <a:xfrm>
              <a:off x="74009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l141"/>
            <p:cNvSpPr/>
            <p:nvPr/>
          </p:nvSpPr>
          <p:spPr>
            <a:xfrm>
              <a:off x="75237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76426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rc143"/>
            <p:cNvSpPr/>
            <p:nvPr/>
          </p:nvSpPr>
          <p:spPr>
            <a:xfrm>
              <a:off x="7468310" y="3763796"/>
              <a:ext cx="110936" cy="1503992"/>
            </a:xfrm>
            <a:prstGeom prst="rect">
              <a:avLst/>
            </a:prstGeom>
            <a:solidFill>
              <a:srgbClr val="DDE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4" name="rc144"/>
            <p:cNvSpPr/>
            <p:nvPr/>
          </p:nvSpPr>
          <p:spPr>
            <a:xfrm>
              <a:off x="6988906" y="3763796"/>
              <a:ext cx="110936" cy="1503992"/>
            </a:xfrm>
            <a:prstGeom prst="rect">
              <a:avLst/>
            </a:prstGeom>
            <a:solidFill>
              <a:srgbClr val="B4BB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5" name="rc145"/>
            <p:cNvSpPr/>
            <p:nvPr/>
          </p:nvSpPr>
          <p:spPr>
            <a:xfrm>
              <a:off x="7111729" y="3763796"/>
              <a:ext cx="110936" cy="1503992"/>
            </a:xfrm>
            <a:prstGeom prst="rect">
              <a:avLst/>
            </a:prstGeom>
            <a:solidFill>
              <a:srgbClr val="EDE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6" name="rc146"/>
            <p:cNvSpPr/>
            <p:nvPr/>
          </p:nvSpPr>
          <p:spPr>
            <a:xfrm>
              <a:off x="7587171" y="3763796"/>
              <a:ext cx="110936" cy="1503992"/>
            </a:xfrm>
            <a:prstGeom prst="rect">
              <a:avLst/>
            </a:prstGeom>
            <a:solidFill>
              <a:srgbClr val="9FA6F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7468310" y="2259803"/>
              <a:ext cx="110936" cy="1503992"/>
            </a:xfrm>
            <a:prstGeom prst="rect">
              <a:avLst/>
            </a:prstGeom>
            <a:solidFill>
              <a:srgbClr val="3D406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rc148"/>
            <p:cNvSpPr/>
            <p:nvPr/>
          </p:nvSpPr>
          <p:spPr>
            <a:xfrm>
              <a:off x="6505541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9" name="rc149"/>
            <p:cNvSpPr/>
            <p:nvPr/>
          </p:nvSpPr>
          <p:spPr>
            <a:xfrm>
              <a:off x="6988906" y="2259803"/>
              <a:ext cx="110936" cy="1503992"/>
            </a:xfrm>
            <a:prstGeom prst="rect">
              <a:avLst/>
            </a:prstGeom>
            <a:solidFill>
              <a:srgbClr val="5A5E9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0" name="rc150"/>
            <p:cNvSpPr/>
            <p:nvPr/>
          </p:nvSpPr>
          <p:spPr>
            <a:xfrm>
              <a:off x="7234551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1" name="rc151"/>
            <p:cNvSpPr/>
            <p:nvPr/>
          </p:nvSpPr>
          <p:spPr>
            <a:xfrm>
              <a:off x="7111729" y="2259803"/>
              <a:ext cx="110936" cy="1503992"/>
            </a:xfrm>
            <a:prstGeom prst="rect">
              <a:avLst/>
            </a:prstGeom>
            <a:solidFill>
              <a:srgbClr val="292B4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2" name="rc152"/>
            <p:cNvSpPr/>
            <p:nvPr/>
          </p:nvSpPr>
          <p:spPr>
            <a:xfrm>
              <a:off x="7587171" y="2259803"/>
              <a:ext cx="110936" cy="1503992"/>
            </a:xfrm>
            <a:prstGeom prst="rect">
              <a:avLst/>
            </a:prstGeom>
            <a:solidFill>
              <a:srgbClr val="696DB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3" name="rc153"/>
            <p:cNvSpPr/>
            <p:nvPr/>
          </p:nvSpPr>
          <p:spPr>
            <a:xfrm>
              <a:off x="7345488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4" name="tx154"/>
            <p:cNvSpPr/>
            <p:nvPr/>
          </p:nvSpPr>
          <p:spPr>
            <a:xfrm>
              <a:off x="2083175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55" name="tx155"/>
            <p:cNvSpPr/>
            <p:nvPr/>
          </p:nvSpPr>
          <p:spPr>
            <a:xfrm>
              <a:off x="4463976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6802303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121465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58" name="tx158"/>
            <p:cNvSpPr/>
            <p:nvPr/>
          </p:nvSpPr>
          <p:spPr>
            <a:xfrm rot="-2700000">
              <a:off x="1365437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59" name="tx159"/>
            <p:cNvSpPr/>
            <p:nvPr/>
          </p:nvSpPr>
          <p:spPr>
            <a:xfrm rot="-2700000">
              <a:off x="1424416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155262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169802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17943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191316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2700000">
              <a:off x="20625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65" name="tx165"/>
            <p:cNvSpPr/>
            <p:nvPr/>
          </p:nvSpPr>
          <p:spPr>
            <a:xfrm rot="-2700000">
              <a:off x="217996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2700000">
              <a:off x="225929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67" name="tx167"/>
            <p:cNvSpPr/>
            <p:nvPr/>
          </p:nvSpPr>
          <p:spPr>
            <a:xfrm rot="-2700000">
              <a:off x="240849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68" name="tx168"/>
            <p:cNvSpPr/>
            <p:nvPr/>
          </p:nvSpPr>
          <p:spPr>
            <a:xfrm rot="-2700000">
              <a:off x="251158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69" name="tx169"/>
            <p:cNvSpPr/>
            <p:nvPr/>
          </p:nvSpPr>
          <p:spPr>
            <a:xfrm rot="-2700000">
              <a:off x="359545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2700000">
              <a:off x="374623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2700000">
              <a:off x="380521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72" name="tx172"/>
            <p:cNvSpPr/>
            <p:nvPr/>
          </p:nvSpPr>
          <p:spPr>
            <a:xfrm rot="-2700000">
              <a:off x="393342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407882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41751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429396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76" name="tx176"/>
            <p:cNvSpPr/>
            <p:nvPr/>
          </p:nvSpPr>
          <p:spPr>
            <a:xfrm rot="-2700000">
              <a:off x="44433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77" name="tx177"/>
            <p:cNvSpPr/>
            <p:nvPr/>
          </p:nvSpPr>
          <p:spPr>
            <a:xfrm rot="-2700000">
              <a:off x="456076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78" name="tx178"/>
            <p:cNvSpPr/>
            <p:nvPr/>
          </p:nvSpPr>
          <p:spPr>
            <a:xfrm rot="-2700000">
              <a:off x="464009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79" name="tx179"/>
            <p:cNvSpPr/>
            <p:nvPr/>
          </p:nvSpPr>
          <p:spPr>
            <a:xfrm rot="-2700000">
              <a:off x="478929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80" name="tx180"/>
            <p:cNvSpPr/>
            <p:nvPr/>
          </p:nvSpPr>
          <p:spPr>
            <a:xfrm rot="-2700000">
              <a:off x="489238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81" name="tx181"/>
            <p:cNvSpPr/>
            <p:nvPr/>
          </p:nvSpPr>
          <p:spPr>
            <a:xfrm rot="-2700000">
              <a:off x="597625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82" name="tx182"/>
            <p:cNvSpPr/>
            <p:nvPr/>
          </p:nvSpPr>
          <p:spPr>
            <a:xfrm rot="-2700000">
              <a:off x="6127040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83" name="tx183"/>
            <p:cNvSpPr/>
            <p:nvPr/>
          </p:nvSpPr>
          <p:spPr>
            <a:xfrm rot="-2700000">
              <a:off x="618601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84" name="tx184"/>
            <p:cNvSpPr/>
            <p:nvPr/>
          </p:nvSpPr>
          <p:spPr>
            <a:xfrm rot="-2700000">
              <a:off x="631422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85" name="tx185"/>
            <p:cNvSpPr/>
            <p:nvPr/>
          </p:nvSpPr>
          <p:spPr>
            <a:xfrm rot="-2700000">
              <a:off x="645962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86" name="tx186"/>
            <p:cNvSpPr/>
            <p:nvPr/>
          </p:nvSpPr>
          <p:spPr>
            <a:xfrm rot="-2700000">
              <a:off x="65559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87" name="tx187"/>
            <p:cNvSpPr/>
            <p:nvPr/>
          </p:nvSpPr>
          <p:spPr>
            <a:xfrm rot="-2700000">
              <a:off x="667476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88" name="tx188"/>
            <p:cNvSpPr/>
            <p:nvPr/>
          </p:nvSpPr>
          <p:spPr>
            <a:xfrm rot="-2700000">
              <a:off x="682412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89" name="tx189"/>
            <p:cNvSpPr/>
            <p:nvPr/>
          </p:nvSpPr>
          <p:spPr>
            <a:xfrm rot="-2700000">
              <a:off x="694156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90" name="tx190"/>
            <p:cNvSpPr/>
            <p:nvPr/>
          </p:nvSpPr>
          <p:spPr>
            <a:xfrm rot="-2700000">
              <a:off x="702089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91" name="tx191"/>
            <p:cNvSpPr/>
            <p:nvPr/>
          </p:nvSpPr>
          <p:spPr>
            <a:xfrm rot="-2700000">
              <a:off x="7170095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92" name="tx192"/>
            <p:cNvSpPr/>
            <p:nvPr/>
          </p:nvSpPr>
          <p:spPr>
            <a:xfrm rot="-2700000">
              <a:off x="727318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93" name="tx193"/>
            <p:cNvSpPr/>
            <p:nvPr/>
          </p:nvSpPr>
          <p:spPr>
            <a:xfrm>
              <a:off x="6099145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94" name="tx194"/>
            <p:cNvSpPr/>
            <p:nvPr/>
          </p:nvSpPr>
          <p:spPr>
            <a:xfrm>
              <a:off x="5452664" y="2971794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195" name="tx195"/>
            <p:cNvSpPr/>
            <p:nvPr/>
          </p:nvSpPr>
          <p:spPr>
            <a:xfrm>
              <a:off x="3718344" y="505797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96" name="tx196"/>
            <p:cNvSpPr/>
            <p:nvPr/>
          </p:nvSpPr>
          <p:spPr>
            <a:xfrm>
              <a:off x="3071863" y="4524303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197" name="tx197"/>
            <p:cNvSpPr/>
            <p:nvPr/>
          </p:nvSpPr>
          <p:spPr>
            <a:xfrm>
              <a:off x="3345269" y="3990628"/>
              <a:ext cx="5282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PB1:12-58</a:t>
              </a:r>
            </a:p>
          </p:txBody>
        </p:sp>
        <p:sp>
          <p:nvSpPr>
            <p:cNvPr id="198" name="tx198"/>
            <p:cNvSpPr/>
            <p:nvPr/>
          </p:nvSpPr>
          <p:spPr>
            <a:xfrm>
              <a:off x="3283090" y="3456953"/>
              <a:ext cx="5904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PB1:78-758</a:t>
              </a:r>
            </a:p>
          </p:txBody>
        </p:sp>
        <p:sp>
          <p:nvSpPr>
            <p:cNvPr id="199" name="tx199"/>
            <p:cNvSpPr/>
            <p:nvPr/>
          </p:nvSpPr>
          <p:spPr>
            <a:xfrm>
              <a:off x="3220910" y="2923278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PB1:627-758</a:t>
              </a:r>
            </a:p>
          </p:txBody>
        </p:sp>
        <p:sp>
          <p:nvSpPr>
            <p:cNvPr id="200" name="tx200"/>
            <p:cNvSpPr/>
            <p:nvPr/>
          </p:nvSpPr>
          <p:spPr>
            <a:xfrm>
              <a:off x="3177659" y="2389604"/>
              <a:ext cx="6958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PB1-F2:32-91</a:t>
              </a:r>
            </a:p>
          </p:txBody>
        </p:sp>
        <p:sp>
          <p:nvSpPr>
            <p:cNvPr id="201" name="tx201"/>
            <p:cNvSpPr/>
            <p:nvPr/>
          </p:nvSpPr>
          <p:spPr>
            <a:xfrm>
              <a:off x="1337543" y="505797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202" name="tx202"/>
            <p:cNvSpPr/>
            <p:nvPr/>
          </p:nvSpPr>
          <p:spPr>
            <a:xfrm>
              <a:off x="691062" y="4524303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203" name="tx203"/>
            <p:cNvSpPr/>
            <p:nvPr/>
          </p:nvSpPr>
          <p:spPr>
            <a:xfrm>
              <a:off x="840109" y="3990628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PB1:135-137</a:t>
              </a:r>
            </a:p>
          </p:txBody>
        </p:sp>
        <p:sp>
          <p:nvSpPr>
            <p:cNvPr id="204" name="tx204"/>
            <p:cNvSpPr/>
            <p:nvPr/>
          </p:nvSpPr>
          <p:spPr>
            <a:xfrm>
              <a:off x="848430" y="3456953"/>
              <a:ext cx="64428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PB1:611-758</a:t>
              </a:r>
            </a:p>
          </p:txBody>
        </p:sp>
        <p:sp>
          <p:nvSpPr>
            <p:cNvPr id="205" name="tx205"/>
            <p:cNvSpPr/>
            <p:nvPr/>
          </p:nvSpPr>
          <p:spPr>
            <a:xfrm>
              <a:off x="840109" y="2923278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PB1:183-187</a:t>
              </a:r>
            </a:p>
          </p:txBody>
        </p:sp>
        <p:sp>
          <p:nvSpPr>
            <p:cNvPr id="206" name="tx206"/>
            <p:cNvSpPr/>
            <p:nvPr/>
          </p:nvSpPr>
          <p:spPr>
            <a:xfrm>
              <a:off x="840109" y="2389604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PB1:564-758</a:t>
              </a:r>
            </a:p>
          </p:txBody>
        </p:sp>
        <p:sp>
          <p:nvSpPr>
            <p:cNvPr id="207" name="tx207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208" name="tx208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209" name="pic20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210" name="pl210"/>
            <p:cNvSpPr/>
            <p:nvPr/>
          </p:nvSpPr>
          <p:spPr>
            <a:xfrm>
              <a:off x="8148208" y="414845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l211"/>
            <p:cNvSpPr/>
            <p:nvPr/>
          </p:nvSpPr>
          <p:spPr>
            <a:xfrm>
              <a:off x="8148208" y="38711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l212"/>
            <p:cNvSpPr/>
            <p:nvPr/>
          </p:nvSpPr>
          <p:spPr>
            <a:xfrm>
              <a:off x="8148208" y="35938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l213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l214"/>
            <p:cNvSpPr/>
            <p:nvPr/>
          </p:nvSpPr>
          <p:spPr>
            <a:xfrm>
              <a:off x="7972643" y="414845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l215"/>
            <p:cNvSpPr/>
            <p:nvPr/>
          </p:nvSpPr>
          <p:spPr>
            <a:xfrm>
              <a:off x="7972643" y="38711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l216"/>
            <p:cNvSpPr/>
            <p:nvPr/>
          </p:nvSpPr>
          <p:spPr>
            <a:xfrm>
              <a:off x="7972643" y="35938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l217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tx218"/>
            <p:cNvSpPr/>
            <p:nvPr/>
          </p:nvSpPr>
          <p:spPr>
            <a:xfrm>
              <a:off x="8261689" y="410844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219" name="tx219"/>
            <p:cNvSpPr/>
            <p:nvPr/>
          </p:nvSpPr>
          <p:spPr>
            <a:xfrm>
              <a:off x="8261689" y="38311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220" name="tx220"/>
            <p:cNvSpPr/>
            <p:nvPr/>
          </p:nvSpPr>
          <p:spPr>
            <a:xfrm>
              <a:off x="8261689" y="355382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221" name="tx221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22" name="tx222"/>
            <p:cNvSpPr/>
            <p:nvPr/>
          </p:nvSpPr>
          <p:spPr>
            <a:xfrm>
              <a:off x="1555347" y="1669789"/>
              <a:ext cx="3790188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PB1: andel frameshift over tid per influensasubtype</a:t>
              </a:r>
            </a:p>
          </p:txBody>
        </p:sp>
      </p:grpSp>
      <p:sp>
        <p:nvSpPr>
          <p:cNvPr id="22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PB1: andel frameshift over tid per influensasubtype</a:t>
            </a: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641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2372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3115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3847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4578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5309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6040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6783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491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198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929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648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0008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126755" y="4515792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126755" y="3011799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1281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2001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2744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3487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4206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4949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566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6412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7155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7826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8569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9289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823430" y="3763796"/>
              <a:ext cx="67126" cy="1503992"/>
            </a:xfrm>
            <a:prstGeom prst="rect">
              <a:avLst/>
            </a:prstGeom>
            <a:solidFill>
              <a:srgbClr val="656AB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240870" y="3763796"/>
              <a:ext cx="67126" cy="1503992"/>
            </a:xfrm>
            <a:prstGeom prst="rect">
              <a:avLst/>
            </a:prstGeom>
            <a:solidFill>
              <a:srgbClr val="40436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533349" y="3763796"/>
              <a:ext cx="67126" cy="1503992"/>
            </a:xfrm>
            <a:prstGeom prst="rect">
              <a:avLst/>
            </a:prstGeom>
            <a:solidFill>
              <a:srgbClr val="52558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681986" y="3763796"/>
              <a:ext cx="67126" cy="1503992"/>
            </a:xfrm>
            <a:prstGeom prst="rect">
              <a:avLst/>
            </a:prstGeom>
            <a:solidFill>
              <a:srgbClr val="32355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607667" y="3763796"/>
              <a:ext cx="67126" cy="1503992"/>
            </a:xfrm>
            <a:prstGeom prst="rect">
              <a:avLst/>
            </a:prstGeom>
            <a:solidFill>
              <a:srgbClr val="5A5E9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166552" y="3763796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895352" y="3763796"/>
              <a:ext cx="67126" cy="1503992"/>
            </a:xfrm>
            <a:prstGeom prst="rect">
              <a:avLst/>
            </a:prstGeom>
            <a:solidFill>
              <a:srgbClr val="8D95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749112" y="3763796"/>
              <a:ext cx="67126" cy="1503992"/>
            </a:xfrm>
            <a:prstGeom prst="rect">
              <a:avLst/>
            </a:prstGeom>
            <a:solidFill>
              <a:srgbClr val="666BB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461428" y="3763796"/>
              <a:ext cx="67126" cy="1503992"/>
            </a:xfrm>
            <a:prstGeom prst="rect">
              <a:avLst/>
            </a:prstGeom>
            <a:solidFill>
              <a:srgbClr val="7D83D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387109" y="3763796"/>
              <a:ext cx="67126" cy="1503992"/>
            </a:xfrm>
            <a:prstGeom prst="rect">
              <a:avLst/>
            </a:prstGeom>
            <a:solidFill>
              <a:srgbClr val="959CF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2315188" y="3763796"/>
              <a:ext cx="67126" cy="1503992"/>
            </a:xfrm>
            <a:prstGeom prst="rect">
              <a:avLst/>
            </a:prstGeom>
            <a:solidFill>
              <a:srgbClr val="838AE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823430" y="2259803"/>
              <a:ext cx="67126" cy="1503992"/>
            </a:xfrm>
            <a:prstGeom prst="rect">
              <a:avLst/>
            </a:prstGeom>
            <a:solidFill>
              <a:srgbClr val="C1C7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2240870" y="2259803"/>
              <a:ext cx="67126" cy="1503992"/>
            </a:xfrm>
            <a:prstGeom prst="rect">
              <a:avLst/>
            </a:prstGeom>
            <a:solidFill>
              <a:srgbClr val="EAE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533349" y="2259803"/>
              <a:ext cx="67126" cy="1503992"/>
            </a:xfrm>
            <a:prstGeom prst="rect">
              <a:avLst/>
            </a:prstGeom>
            <a:solidFill>
              <a:srgbClr val="DCE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2681986" y="2259803"/>
              <a:ext cx="67126" cy="1503992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2607667" y="2259803"/>
              <a:ext cx="67126" cy="1503992"/>
            </a:xfrm>
            <a:prstGeom prst="rect">
              <a:avLst/>
            </a:prstGeom>
            <a:solidFill>
              <a:srgbClr val="D4D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2895352" y="2259803"/>
              <a:ext cx="67126" cy="1503992"/>
            </a:xfrm>
            <a:prstGeom prst="rect">
              <a:avLst/>
            </a:prstGeom>
            <a:solidFill>
              <a:srgbClr val="8D95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749112" y="2259803"/>
              <a:ext cx="67126" cy="1503992"/>
            </a:xfrm>
            <a:prstGeom prst="rect">
              <a:avLst/>
            </a:prstGeom>
            <a:solidFill>
              <a:srgbClr val="BFC6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2461428" y="2259803"/>
              <a:ext cx="67126" cy="1503992"/>
            </a:xfrm>
            <a:prstGeom prst="rect">
              <a:avLst/>
            </a:prstGeom>
            <a:solidFill>
              <a:srgbClr val="A0A7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2387109" y="2259803"/>
              <a:ext cx="67126" cy="1503992"/>
            </a:xfrm>
            <a:prstGeom prst="rect">
              <a:avLst/>
            </a:prstGeom>
            <a:solidFill>
              <a:srgbClr val="868EE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2315188" y="2259803"/>
              <a:ext cx="67126" cy="1503992"/>
            </a:xfrm>
            <a:prstGeom prst="rect">
              <a:avLst/>
            </a:prstGeom>
            <a:solidFill>
              <a:srgbClr val="98A0F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544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46180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6923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7655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8386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9117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9848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50591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1299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52006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2737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3456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3816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507556" y="4515792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507556" y="3011799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45089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5809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46552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47295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48014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48757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4947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50220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50963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51634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52377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53097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5204232" y="3763796"/>
              <a:ext cx="67126" cy="1503992"/>
            </a:xfrm>
            <a:prstGeom prst="rect">
              <a:avLst/>
            </a:prstGeom>
            <a:solidFill>
              <a:srgbClr val="F0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4621671" y="3763796"/>
              <a:ext cx="67126" cy="1503992"/>
            </a:xfrm>
            <a:prstGeom prst="rect">
              <a:avLst/>
            </a:prstGeom>
            <a:solidFill>
              <a:srgbClr val="DAD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4914150" y="3763796"/>
              <a:ext cx="67126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5062787" y="3763796"/>
              <a:ext cx="67126" cy="1503992"/>
            </a:xfrm>
            <a:prstGeom prst="rect">
              <a:avLst/>
            </a:prstGeom>
            <a:solidFill>
              <a:srgbClr val="F1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4988468" y="3763796"/>
              <a:ext cx="67126" cy="1503992"/>
            </a:xfrm>
            <a:prstGeom prst="rect">
              <a:avLst/>
            </a:prstGeom>
            <a:solidFill>
              <a:srgbClr val="E3E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5276153" y="3763796"/>
              <a:ext cx="67126" cy="1503992"/>
            </a:xfrm>
            <a:prstGeom prst="rect">
              <a:avLst/>
            </a:prstGeom>
            <a:solidFill>
              <a:srgbClr val="E1E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5129913" y="3763796"/>
              <a:ext cx="67126" cy="1503992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4842229" y="3763796"/>
              <a:ext cx="67126" cy="1503992"/>
            </a:xfrm>
            <a:prstGeom prst="rect">
              <a:avLst/>
            </a:prstGeom>
            <a:solidFill>
              <a:srgbClr val="F4F5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4767911" y="3763796"/>
              <a:ext cx="67126" cy="1503992"/>
            </a:xfrm>
            <a:prstGeom prst="rect">
              <a:avLst/>
            </a:prstGeom>
            <a:solidFill>
              <a:srgbClr val="EE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4695990" y="3763796"/>
              <a:ext cx="67126" cy="1503992"/>
            </a:xfrm>
            <a:prstGeom prst="rect">
              <a:avLst/>
            </a:prstGeom>
            <a:solidFill>
              <a:srgbClr val="E4E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5204232" y="2259803"/>
              <a:ext cx="67126" cy="1503992"/>
            </a:xfrm>
            <a:prstGeom prst="rect">
              <a:avLst/>
            </a:prstGeom>
            <a:solidFill>
              <a:srgbClr val="36395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4621671" y="2259803"/>
              <a:ext cx="67126" cy="1503992"/>
            </a:xfrm>
            <a:prstGeom prst="rect">
              <a:avLst/>
            </a:prstGeom>
            <a:solidFill>
              <a:srgbClr val="55599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4914150" y="2259803"/>
              <a:ext cx="67126" cy="1503992"/>
            </a:xfrm>
            <a:prstGeom prst="rect">
              <a:avLst/>
            </a:prstGeom>
            <a:solidFill>
              <a:srgbClr val="27294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5062787" y="2259803"/>
              <a:ext cx="67126" cy="1503992"/>
            </a:xfrm>
            <a:prstGeom prst="rect">
              <a:avLst/>
            </a:prstGeom>
            <a:solidFill>
              <a:srgbClr val="35375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4988468" y="2259803"/>
              <a:ext cx="67126" cy="1503992"/>
            </a:xfrm>
            <a:prstGeom prst="rect">
              <a:avLst/>
            </a:prstGeom>
            <a:solidFill>
              <a:srgbClr val="494D7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5276153" y="2259803"/>
              <a:ext cx="67126" cy="1503992"/>
            </a:xfrm>
            <a:prstGeom prst="rect">
              <a:avLst/>
            </a:prstGeom>
            <a:solidFill>
              <a:srgbClr val="4C4F8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5129913" y="2259803"/>
              <a:ext cx="67126" cy="1503992"/>
            </a:xfrm>
            <a:prstGeom prst="rect">
              <a:avLst/>
            </a:prstGeom>
            <a:solidFill>
              <a:srgbClr val="2F315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4842229" y="2259803"/>
              <a:ext cx="67126" cy="1503992"/>
            </a:xfrm>
            <a:prstGeom prst="rect">
              <a:avLst/>
            </a:prstGeom>
            <a:solidFill>
              <a:srgbClr val="31335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4767911" y="2259803"/>
              <a:ext cx="67126" cy="1503992"/>
            </a:xfrm>
            <a:prstGeom prst="rect">
              <a:avLst/>
            </a:prstGeom>
            <a:solidFill>
              <a:srgbClr val="393C6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4695990" y="2259803"/>
              <a:ext cx="67126" cy="1503992"/>
            </a:xfrm>
            <a:prstGeom prst="rect">
              <a:avLst/>
            </a:prstGeom>
            <a:solidFill>
              <a:srgbClr val="474A7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6925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69988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0731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1463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2194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2925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3656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4399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75107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75814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76545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77264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7762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l113"/>
            <p:cNvSpPr/>
            <p:nvPr/>
          </p:nvSpPr>
          <p:spPr>
            <a:xfrm>
              <a:off x="6888357" y="4515792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l114"/>
            <p:cNvSpPr/>
            <p:nvPr/>
          </p:nvSpPr>
          <p:spPr>
            <a:xfrm>
              <a:off x="6888357" y="3011799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l115"/>
            <p:cNvSpPr/>
            <p:nvPr/>
          </p:nvSpPr>
          <p:spPr>
            <a:xfrm>
              <a:off x="68897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l116"/>
            <p:cNvSpPr/>
            <p:nvPr/>
          </p:nvSpPr>
          <p:spPr>
            <a:xfrm>
              <a:off x="69617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l117"/>
            <p:cNvSpPr/>
            <p:nvPr/>
          </p:nvSpPr>
          <p:spPr>
            <a:xfrm>
              <a:off x="70360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71103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l119"/>
            <p:cNvSpPr/>
            <p:nvPr/>
          </p:nvSpPr>
          <p:spPr>
            <a:xfrm>
              <a:off x="71822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72565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l121"/>
            <p:cNvSpPr/>
            <p:nvPr/>
          </p:nvSpPr>
          <p:spPr>
            <a:xfrm>
              <a:off x="7328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l122"/>
            <p:cNvSpPr/>
            <p:nvPr/>
          </p:nvSpPr>
          <p:spPr>
            <a:xfrm>
              <a:off x="74028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74771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75442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76185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76905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7585033" y="3763796"/>
              <a:ext cx="67126" cy="1503992"/>
            </a:xfrm>
            <a:prstGeom prst="rect">
              <a:avLst/>
            </a:prstGeom>
            <a:solidFill>
              <a:srgbClr val="E9E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7294951" y="3763796"/>
              <a:ext cx="67126" cy="1503992"/>
            </a:xfrm>
            <a:prstGeom prst="rect">
              <a:avLst/>
            </a:prstGeom>
            <a:solidFill>
              <a:srgbClr val="C9CFF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7369270" y="3763796"/>
              <a:ext cx="67126" cy="1503992"/>
            </a:xfrm>
            <a:prstGeom prst="rect">
              <a:avLst/>
            </a:prstGeom>
            <a:solidFill>
              <a:srgbClr val="F7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7656954" y="3763796"/>
              <a:ext cx="67126" cy="1503992"/>
            </a:xfrm>
            <a:prstGeom prst="rect">
              <a:avLst/>
            </a:prstGeom>
            <a:solidFill>
              <a:srgbClr val="AFB7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7585033" y="2259803"/>
              <a:ext cx="67126" cy="1503992"/>
            </a:xfrm>
            <a:prstGeom prst="rect">
              <a:avLst/>
            </a:prstGeom>
            <a:solidFill>
              <a:srgbClr val="41447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7002472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7294951" y="2259803"/>
              <a:ext cx="67126" cy="1503992"/>
            </a:xfrm>
            <a:prstGeom prst="rect">
              <a:avLst/>
            </a:prstGeom>
            <a:solidFill>
              <a:srgbClr val="6065A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7443588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7369270" y="2259803"/>
              <a:ext cx="67126" cy="1503992"/>
            </a:xfrm>
            <a:prstGeom prst="rect">
              <a:avLst/>
            </a:prstGeom>
            <a:solidFill>
              <a:srgbClr val="2B2D4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7656954" y="2259803"/>
              <a:ext cx="67126" cy="1503992"/>
            </a:xfrm>
            <a:prstGeom prst="rect">
              <a:avLst/>
            </a:prstGeom>
            <a:solidFill>
              <a:srgbClr val="7075C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7510714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tx138"/>
            <p:cNvSpPr/>
            <p:nvPr/>
          </p:nvSpPr>
          <p:spPr>
            <a:xfrm>
              <a:off x="236887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39" name="tx139"/>
            <p:cNvSpPr/>
            <p:nvPr/>
          </p:nvSpPr>
          <p:spPr>
            <a:xfrm>
              <a:off x="4749680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40" name="tx140"/>
            <p:cNvSpPr/>
            <p:nvPr/>
          </p:nvSpPr>
          <p:spPr>
            <a:xfrm>
              <a:off x="7088007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178512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188896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1899442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19791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207760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212538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21973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229816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236709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240261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2503310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255946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41659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426976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428024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435994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445840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58" name="tx158"/>
            <p:cNvSpPr/>
            <p:nvPr/>
          </p:nvSpPr>
          <p:spPr>
            <a:xfrm rot="-2700000">
              <a:off x="450618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59" name="tx159"/>
            <p:cNvSpPr/>
            <p:nvPr/>
          </p:nvSpPr>
          <p:spPr>
            <a:xfrm rot="-2700000">
              <a:off x="45781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467896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474789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478341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488411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2700000">
              <a:off x="494026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65" name="tx165"/>
            <p:cNvSpPr/>
            <p:nvPr/>
          </p:nvSpPr>
          <p:spPr>
            <a:xfrm rot="-2700000">
              <a:off x="65467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2700000">
              <a:off x="6650570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67" name="tx167"/>
            <p:cNvSpPr/>
            <p:nvPr/>
          </p:nvSpPr>
          <p:spPr>
            <a:xfrm rot="-2700000">
              <a:off x="666104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68" name="tx168"/>
            <p:cNvSpPr/>
            <p:nvPr/>
          </p:nvSpPr>
          <p:spPr>
            <a:xfrm rot="-2700000">
              <a:off x="674074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69" name="tx169"/>
            <p:cNvSpPr/>
            <p:nvPr/>
          </p:nvSpPr>
          <p:spPr>
            <a:xfrm rot="-2700000">
              <a:off x="683920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2700000">
              <a:off x="688698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2700000">
              <a:off x="69589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72" name="tx172"/>
            <p:cNvSpPr/>
            <p:nvPr/>
          </p:nvSpPr>
          <p:spPr>
            <a:xfrm rot="-2700000">
              <a:off x="705976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712869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7164213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726491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76" name="tx176"/>
            <p:cNvSpPr/>
            <p:nvPr/>
          </p:nvSpPr>
          <p:spPr>
            <a:xfrm rot="-2700000">
              <a:off x="732106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77" name="tx177"/>
            <p:cNvSpPr/>
            <p:nvPr/>
          </p:nvSpPr>
          <p:spPr>
            <a:xfrm>
              <a:off x="6670554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78" name="tx178"/>
            <p:cNvSpPr/>
            <p:nvPr/>
          </p:nvSpPr>
          <p:spPr>
            <a:xfrm>
              <a:off x="5452664" y="2971794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79" name="tx179"/>
            <p:cNvSpPr/>
            <p:nvPr/>
          </p:nvSpPr>
          <p:spPr>
            <a:xfrm>
              <a:off x="4289753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80" name="tx180"/>
            <p:cNvSpPr/>
            <p:nvPr/>
          </p:nvSpPr>
          <p:spPr>
            <a:xfrm>
              <a:off x="3071863" y="2971794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81" name="tx181"/>
            <p:cNvSpPr/>
            <p:nvPr/>
          </p:nvSpPr>
          <p:spPr>
            <a:xfrm>
              <a:off x="1908951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82" name="tx182"/>
            <p:cNvSpPr/>
            <p:nvPr/>
          </p:nvSpPr>
          <p:spPr>
            <a:xfrm>
              <a:off x="691062" y="2971794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83" name="tx183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84" name="tx184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85" name="pic18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86" name="pl186"/>
            <p:cNvSpPr/>
            <p:nvPr/>
          </p:nvSpPr>
          <p:spPr>
            <a:xfrm>
              <a:off x="8148208" y="422158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l187"/>
            <p:cNvSpPr/>
            <p:nvPr/>
          </p:nvSpPr>
          <p:spPr>
            <a:xfrm>
              <a:off x="8148208" y="3919896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l188"/>
            <p:cNvSpPr/>
            <p:nvPr/>
          </p:nvSpPr>
          <p:spPr>
            <a:xfrm>
              <a:off x="8148208" y="361820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l189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l190"/>
            <p:cNvSpPr/>
            <p:nvPr/>
          </p:nvSpPr>
          <p:spPr>
            <a:xfrm>
              <a:off x="7972643" y="422158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l191"/>
            <p:cNvSpPr/>
            <p:nvPr/>
          </p:nvSpPr>
          <p:spPr>
            <a:xfrm>
              <a:off x="7972643" y="3919896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l192"/>
            <p:cNvSpPr/>
            <p:nvPr/>
          </p:nvSpPr>
          <p:spPr>
            <a:xfrm>
              <a:off x="7972643" y="361820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l193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tx194"/>
            <p:cNvSpPr/>
            <p:nvPr/>
          </p:nvSpPr>
          <p:spPr>
            <a:xfrm>
              <a:off x="8261689" y="4181580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95" name="tx195"/>
            <p:cNvSpPr/>
            <p:nvPr/>
          </p:nvSpPr>
          <p:spPr>
            <a:xfrm>
              <a:off x="8261689" y="3879891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96" name="tx196"/>
            <p:cNvSpPr/>
            <p:nvPr/>
          </p:nvSpPr>
          <p:spPr>
            <a:xfrm>
              <a:off x="8261689" y="3578202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97" name="tx197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98" name="tx198"/>
            <p:cNvSpPr/>
            <p:nvPr/>
          </p:nvSpPr>
          <p:spPr>
            <a:xfrm>
              <a:off x="2126755" y="1669789"/>
              <a:ext cx="3874129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PB1: andel insersjoner over tid per influensasubtype</a:t>
              </a:r>
            </a:p>
          </p:txBody>
        </p:sp>
      </p:grpSp>
      <p:sp>
        <p:nvSpPr>
          <p:cNvPr id="19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PB1: andel insersjoner over tid per influensasubtype</a:t>
            </a: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345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2102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2872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362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4386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5143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5900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6669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401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133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890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635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0007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095849" y="537612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095849" y="530602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095849" y="523592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095849" y="516582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095849" y="509572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095849" y="502562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095849" y="495551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095849" y="488541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095849" y="481531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095849" y="474521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095849" y="467511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095849" y="460501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095849" y="453491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095849" y="446480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2095849" y="439470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2095849" y="432460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095849" y="425450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095849" y="418440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2095849" y="411430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095849" y="404420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095849" y="397410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2095849" y="390399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2095849" y="383389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095849" y="376379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2095849" y="369369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2095849" y="362359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2095849" y="355349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2095849" y="348339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2095849" y="341328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2095849" y="334318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2095849" y="327308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2095849" y="320298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2095849" y="313288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2095849" y="306278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2095849" y="299268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2095849" y="292257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2095849" y="285247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2095849" y="278237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2095849" y="271227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2095849" y="264217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2095849" y="257207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2095849" y="250197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2095849" y="243187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2095849" y="236176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2095849" y="229166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2095849" y="222156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2095849" y="215146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20973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21717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22487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232568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24001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24770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25515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26284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27054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27749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2851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29263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2817117" y="5341076"/>
              <a:ext cx="69495" cy="70101"/>
            </a:xfrm>
            <a:prstGeom prst="rect">
              <a:avLst/>
            </a:prstGeom>
            <a:solidFill>
              <a:srgbClr val="5F63A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2213992" y="5341076"/>
              <a:ext cx="69495" cy="70101"/>
            </a:xfrm>
            <a:prstGeom prst="rect">
              <a:avLst/>
            </a:prstGeom>
            <a:solidFill>
              <a:srgbClr val="3C3F6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2516795" y="5341076"/>
              <a:ext cx="69495" cy="70101"/>
            </a:xfrm>
            <a:prstGeom prst="rect">
              <a:avLst/>
            </a:prstGeom>
            <a:solidFill>
              <a:srgbClr val="4C508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2670679" y="5341076"/>
              <a:ext cx="69495" cy="70101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2593737" y="5341076"/>
              <a:ext cx="69495" cy="70101"/>
            </a:xfrm>
            <a:prstGeom prst="rect">
              <a:avLst/>
            </a:prstGeom>
            <a:solidFill>
              <a:srgbClr val="53579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2137050" y="5341076"/>
              <a:ext cx="69495" cy="70101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2891577" y="5341076"/>
              <a:ext cx="69495" cy="70101"/>
            </a:xfrm>
            <a:prstGeom prst="rect">
              <a:avLst/>
            </a:prstGeom>
            <a:solidFill>
              <a:srgbClr val="8188E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2740175" y="5341076"/>
              <a:ext cx="69495" cy="70101"/>
            </a:xfrm>
            <a:prstGeom prst="rect">
              <a:avLst/>
            </a:prstGeom>
            <a:solidFill>
              <a:srgbClr val="5F64A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2442335" y="5341076"/>
              <a:ext cx="69495" cy="70101"/>
            </a:xfrm>
            <a:prstGeom prst="rect">
              <a:avLst/>
            </a:prstGeom>
            <a:solidFill>
              <a:srgbClr val="7378C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2365394" y="5341076"/>
              <a:ext cx="69495" cy="70101"/>
            </a:xfrm>
            <a:prstGeom prst="rect">
              <a:avLst/>
            </a:prstGeom>
            <a:solidFill>
              <a:srgbClr val="878FE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2290934" y="5341076"/>
              <a:ext cx="69495" cy="70101"/>
            </a:xfrm>
            <a:prstGeom prst="rect">
              <a:avLst/>
            </a:prstGeom>
            <a:solidFill>
              <a:srgbClr val="787ED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2817117" y="5270974"/>
              <a:ext cx="69495" cy="70101"/>
            </a:xfrm>
            <a:prstGeom prst="rect">
              <a:avLst/>
            </a:prstGeom>
            <a:solidFill>
              <a:srgbClr val="B8BFF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2213992" y="5270974"/>
              <a:ext cx="69495" cy="70101"/>
            </a:xfrm>
            <a:prstGeom prst="rect">
              <a:avLst/>
            </a:prstGeom>
            <a:solidFill>
              <a:srgbClr val="DEE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2516795" y="5270974"/>
              <a:ext cx="69495" cy="70101"/>
            </a:xfrm>
            <a:prstGeom prst="rect">
              <a:avLst/>
            </a:prstGeom>
            <a:solidFill>
              <a:srgbClr val="CACFF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2670679" y="5270974"/>
              <a:ext cx="69495" cy="70101"/>
            </a:xfrm>
            <a:prstGeom prst="rect">
              <a:avLst/>
            </a:prstGeom>
            <a:solidFill>
              <a:srgbClr val="E8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2593737" y="5270974"/>
              <a:ext cx="69495" cy="70101"/>
            </a:xfrm>
            <a:prstGeom prst="rect">
              <a:avLst/>
            </a:prstGeom>
            <a:solidFill>
              <a:srgbClr val="BEC5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2891577" y="5270974"/>
              <a:ext cx="69495" cy="70101"/>
            </a:xfrm>
            <a:prstGeom prst="rect">
              <a:avLst/>
            </a:prstGeom>
            <a:solidFill>
              <a:srgbClr val="8188E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2740175" y="5270974"/>
              <a:ext cx="69495" cy="70101"/>
            </a:xfrm>
            <a:prstGeom prst="rect">
              <a:avLst/>
            </a:prstGeom>
            <a:solidFill>
              <a:srgbClr val="B0B8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2442335" y="5270974"/>
              <a:ext cx="69495" cy="70101"/>
            </a:xfrm>
            <a:prstGeom prst="rect">
              <a:avLst/>
            </a:prstGeom>
            <a:solidFill>
              <a:srgbClr val="9198F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2365394" y="5270974"/>
              <a:ext cx="69495" cy="70101"/>
            </a:xfrm>
            <a:prstGeom prst="rect">
              <a:avLst/>
            </a:prstGeom>
            <a:solidFill>
              <a:srgbClr val="8188E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2290934" y="5270974"/>
              <a:ext cx="69495" cy="70101"/>
            </a:xfrm>
            <a:prstGeom prst="rect">
              <a:avLst/>
            </a:prstGeom>
            <a:solidFill>
              <a:srgbClr val="8A92E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2817117" y="5200873"/>
              <a:ext cx="69495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2817117" y="5130772"/>
              <a:ext cx="69495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2817117" y="5060670"/>
              <a:ext cx="69495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2817117" y="4990569"/>
              <a:ext cx="69495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2817117" y="4920468"/>
              <a:ext cx="69495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2817117" y="4850366"/>
              <a:ext cx="69495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2817117" y="4780265"/>
              <a:ext cx="69495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2817117" y="4710164"/>
              <a:ext cx="69495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2817117" y="4640062"/>
              <a:ext cx="69495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2817117" y="4569961"/>
              <a:ext cx="69495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2817117" y="4499860"/>
              <a:ext cx="69495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2817117" y="4429758"/>
              <a:ext cx="69495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2817117" y="4359657"/>
              <a:ext cx="69495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2817117" y="4289556"/>
              <a:ext cx="69495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2817117" y="4219454"/>
              <a:ext cx="69495" cy="7010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2740175" y="4149353"/>
              <a:ext cx="69495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2740175" y="4079252"/>
              <a:ext cx="69495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2740175" y="4009150"/>
              <a:ext cx="69495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2740175" y="3939049"/>
              <a:ext cx="69495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2740175" y="3868948"/>
              <a:ext cx="69495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2740175" y="3798846"/>
              <a:ext cx="69495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2740175" y="3728745"/>
              <a:ext cx="69495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2740175" y="3658644"/>
              <a:ext cx="69495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2740175" y="3588542"/>
              <a:ext cx="69495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2740175" y="3518441"/>
              <a:ext cx="69495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2740175" y="3448339"/>
              <a:ext cx="69495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2740175" y="3378238"/>
              <a:ext cx="69495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2740175" y="3308137"/>
              <a:ext cx="69495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2740175" y="3238035"/>
              <a:ext cx="69495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2740175" y="3167934"/>
              <a:ext cx="69495" cy="70101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2365394" y="3097833"/>
              <a:ext cx="69495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2365394" y="3027731"/>
              <a:ext cx="69495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2365394" y="2957630"/>
              <a:ext cx="69495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2365394" y="2887529"/>
              <a:ext cx="69495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2365394" y="2817427"/>
              <a:ext cx="69495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2365394" y="2747326"/>
              <a:ext cx="69495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2365394" y="2677225"/>
              <a:ext cx="69495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2365394" y="2607123"/>
              <a:ext cx="69495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2365394" y="2537022"/>
              <a:ext cx="69495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2365394" y="2466921"/>
              <a:ext cx="69495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rc138"/>
            <p:cNvSpPr/>
            <p:nvPr/>
          </p:nvSpPr>
          <p:spPr>
            <a:xfrm>
              <a:off x="2365394" y="2396819"/>
              <a:ext cx="69495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2365394" y="2326718"/>
              <a:ext cx="69495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rc140"/>
            <p:cNvSpPr/>
            <p:nvPr/>
          </p:nvSpPr>
          <p:spPr>
            <a:xfrm>
              <a:off x="2365394" y="2256617"/>
              <a:ext cx="69495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1" name="rc141"/>
            <p:cNvSpPr/>
            <p:nvPr/>
          </p:nvSpPr>
          <p:spPr>
            <a:xfrm>
              <a:off x="2365394" y="2186515"/>
              <a:ext cx="69495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2" name="rc142"/>
            <p:cNvSpPr/>
            <p:nvPr/>
          </p:nvSpPr>
          <p:spPr>
            <a:xfrm>
              <a:off x="2365394" y="2116414"/>
              <a:ext cx="69495" cy="7010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3" name="pl143"/>
            <p:cNvSpPr/>
            <p:nvPr/>
          </p:nvSpPr>
          <p:spPr>
            <a:xfrm>
              <a:off x="45153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45910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l145"/>
            <p:cNvSpPr/>
            <p:nvPr/>
          </p:nvSpPr>
          <p:spPr>
            <a:xfrm>
              <a:off x="46680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l146"/>
            <p:cNvSpPr/>
            <p:nvPr/>
          </p:nvSpPr>
          <p:spPr>
            <a:xfrm>
              <a:off x="4743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l147"/>
            <p:cNvSpPr/>
            <p:nvPr/>
          </p:nvSpPr>
          <p:spPr>
            <a:xfrm>
              <a:off x="48194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l148"/>
            <p:cNvSpPr/>
            <p:nvPr/>
          </p:nvSpPr>
          <p:spPr>
            <a:xfrm>
              <a:off x="48951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l149"/>
            <p:cNvSpPr/>
            <p:nvPr/>
          </p:nvSpPr>
          <p:spPr>
            <a:xfrm>
              <a:off x="49708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l150"/>
            <p:cNvSpPr/>
            <p:nvPr/>
          </p:nvSpPr>
          <p:spPr>
            <a:xfrm>
              <a:off x="50477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1"/>
            <p:cNvSpPr/>
            <p:nvPr/>
          </p:nvSpPr>
          <p:spPr>
            <a:xfrm>
              <a:off x="51209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2"/>
            <p:cNvSpPr/>
            <p:nvPr/>
          </p:nvSpPr>
          <p:spPr>
            <a:xfrm>
              <a:off x="51941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l153"/>
            <p:cNvSpPr/>
            <p:nvPr/>
          </p:nvSpPr>
          <p:spPr>
            <a:xfrm>
              <a:off x="52698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l154"/>
            <p:cNvSpPr/>
            <p:nvPr/>
          </p:nvSpPr>
          <p:spPr>
            <a:xfrm>
              <a:off x="53443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l155"/>
            <p:cNvSpPr/>
            <p:nvPr/>
          </p:nvSpPr>
          <p:spPr>
            <a:xfrm>
              <a:off x="53815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l156"/>
            <p:cNvSpPr/>
            <p:nvPr/>
          </p:nvSpPr>
          <p:spPr>
            <a:xfrm>
              <a:off x="4476650" y="533940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4476650" y="520810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l158"/>
            <p:cNvSpPr/>
            <p:nvPr/>
          </p:nvSpPr>
          <p:spPr>
            <a:xfrm>
              <a:off x="4476650" y="507680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l159"/>
            <p:cNvSpPr/>
            <p:nvPr/>
          </p:nvSpPr>
          <p:spPr>
            <a:xfrm>
              <a:off x="4476650" y="494550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l160"/>
            <p:cNvSpPr/>
            <p:nvPr/>
          </p:nvSpPr>
          <p:spPr>
            <a:xfrm>
              <a:off x="4476650" y="481420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l161"/>
            <p:cNvSpPr/>
            <p:nvPr/>
          </p:nvSpPr>
          <p:spPr>
            <a:xfrm>
              <a:off x="4476650" y="468290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l162"/>
            <p:cNvSpPr/>
            <p:nvPr/>
          </p:nvSpPr>
          <p:spPr>
            <a:xfrm>
              <a:off x="4476650" y="455160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l163"/>
            <p:cNvSpPr/>
            <p:nvPr/>
          </p:nvSpPr>
          <p:spPr>
            <a:xfrm>
              <a:off x="4476650" y="442030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l164"/>
            <p:cNvSpPr/>
            <p:nvPr/>
          </p:nvSpPr>
          <p:spPr>
            <a:xfrm>
              <a:off x="4476650" y="428899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5"/>
            <p:cNvSpPr/>
            <p:nvPr/>
          </p:nvSpPr>
          <p:spPr>
            <a:xfrm>
              <a:off x="4476650" y="415769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6"/>
            <p:cNvSpPr/>
            <p:nvPr/>
          </p:nvSpPr>
          <p:spPr>
            <a:xfrm>
              <a:off x="4476650" y="402639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l167"/>
            <p:cNvSpPr/>
            <p:nvPr/>
          </p:nvSpPr>
          <p:spPr>
            <a:xfrm>
              <a:off x="4476650" y="389509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l168"/>
            <p:cNvSpPr/>
            <p:nvPr/>
          </p:nvSpPr>
          <p:spPr>
            <a:xfrm>
              <a:off x="4476650" y="376379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l169"/>
            <p:cNvSpPr/>
            <p:nvPr/>
          </p:nvSpPr>
          <p:spPr>
            <a:xfrm>
              <a:off x="4476650" y="363249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l170"/>
            <p:cNvSpPr/>
            <p:nvPr/>
          </p:nvSpPr>
          <p:spPr>
            <a:xfrm>
              <a:off x="4476650" y="350119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l171"/>
            <p:cNvSpPr/>
            <p:nvPr/>
          </p:nvSpPr>
          <p:spPr>
            <a:xfrm>
              <a:off x="4476650" y="336989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l172"/>
            <p:cNvSpPr/>
            <p:nvPr/>
          </p:nvSpPr>
          <p:spPr>
            <a:xfrm>
              <a:off x="4476650" y="323859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l173"/>
            <p:cNvSpPr/>
            <p:nvPr/>
          </p:nvSpPr>
          <p:spPr>
            <a:xfrm>
              <a:off x="4476650" y="310729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l174"/>
            <p:cNvSpPr/>
            <p:nvPr/>
          </p:nvSpPr>
          <p:spPr>
            <a:xfrm>
              <a:off x="4476650" y="297599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l175"/>
            <p:cNvSpPr/>
            <p:nvPr/>
          </p:nvSpPr>
          <p:spPr>
            <a:xfrm>
              <a:off x="4476650" y="284468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l176"/>
            <p:cNvSpPr/>
            <p:nvPr/>
          </p:nvSpPr>
          <p:spPr>
            <a:xfrm>
              <a:off x="4476650" y="271338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l177"/>
            <p:cNvSpPr/>
            <p:nvPr/>
          </p:nvSpPr>
          <p:spPr>
            <a:xfrm>
              <a:off x="4476650" y="258208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l178"/>
            <p:cNvSpPr/>
            <p:nvPr/>
          </p:nvSpPr>
          <p:spPr>
            <a:xfrm>
              <a:off x="4476650" y="245078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l179"/>
            <p:cNvSpPr/>
            <p:nvPr/>
          </p:nvSpPr>
          <p:spPr>
            <a:xfrm>
              <a:off x="4476650" y="231948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l180"/>
            <p:cNvSpPr/>
            <p:nvPr/>
          </p:nvSpPr>
          <p:spPr>
            <a:xfrm>
              <a:off x="4476650" y="218818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l181"/>
            <p:cNvSpPr/>
            <p:nvPr/>
          </p:nvSpPr>
          <p:spPr>
            <a:xfrm>
              <a:off x="44781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l182"/>
            <p:cNvSpPr/>
            <p:nvPr/>
          </p:nvSpPr>
          <p:spPr>
            <a:xfrm>
              <a:off x="45525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l183"/>
            <p:cNvSpPr/>
            <p:nvPr/>
          </p:nvSpPr>
          <p:spPr>
            <a:xfrm>
              <a:off x="46295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l184"/>
            <p:cNvSpPr/>
            <p:nvPr/>
          </p:nvSpPr>
          <p:spPr>
            <a:xfrm>
              <a:off x="47064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l185"/>
            <p:cNvSpPr/>
            <p:nvPr/>
          </p:nvSpPr>
          <p:spPr>
            <a:xfrm>
              <a:off x="47809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l186"/>
            <p:cNvSpPr/>
            <p:nvPr/>
          </p:nvSpPr>
          <p:spPr>
            <a:xfrm>
              <a:off x="48578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l187"/>
            <p:cNvSpPr/>
            <p:nvPr/>
          </p:nvSpPr>
          <p:spPr>
            <a:xfrm>
              <a:off x="49323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l188"/>
            <p:cNvSpPr/>
            <p:nvPr/>
          </p:nvSpPr>
          <p:spPr>
            <a:xfrm>
              <a:off x="50092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l189"/>
            <p:cNvSpPr/>
            <p:nvPr/>
          </p:nvSpPr>
          <p:spPr>
            <a:xfrm>
              <a:off x="50862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l190"/>
            <p:cNvSpPr/>
            <p:nvPr/>
          </p:nvSpPr>
          <p:spPr>
            <a:xfrm>
              <a:off x="51557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l191"/>
            <p:cNvSpPr/>
            <p:nvPr/>
          </p:nvSpPr>
          <p:spPr>
            <a:xfrm>
              <a:off x="5232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l192"/>
            <p:cNvSpPr/>
            <p:nvPr/>
          </p:nvSpPr>
          <p:spPr>
            <a:xfrm>
              <a:off x="53071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rc193"/>
            <p:cNvSpPr/>
            <p:nvPr/>
          </p:nvSpPr>
          <p:spPr>
            <a:xfrm>
              <a:off x="5197918" y="5273756"/>
              <a:ext cx="69495" cy="131300"/>
            </a:xfrm>
            <a:prstGeom prst="rect">
              <a:avLst/>
            </a:prstGeom>
            <a:solidFill>
              <a:srgbClr val="E5E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4" name="rc194"/>
            <p:cNvSpPr/>
            <p:nvPr/>
          </p:nvSpPr>
          <p:spPr>
            <a:xfrm>
              <a:off x="4594793" y="5273756"/>
              <a:ext cx="69495" cy="131300"/>
            </a:xfrm>
            <a:prstGeom prst="rect">
              <a:avLst/>
            </a:prstGeom>
            <a:solidFill>
              <a:srgbClr val="C5CBF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5" name="rc195"/>
            <p:cNvSpPr/>
            <p:nvPr/>
          </p:nvSpPr>
          <p:spPr>
            <a:xfrm>
              <a:off x="4897596" y="5273756"/>
              <a:ext cx="69495" cy="131300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6" name="rc196"/>
            <p:cNvSpPr/>
            <p:nvPr/>
          </p:nvSpPr>
          <p:spPr>
            <a:xfrm>
              <a:off x="5051480" y="5273756"/>
              <a:ext cx="69495" cy="131300"/>
            </a:xfrm>
            <a:prstGeom prst="rect">
              <a:avLst/>
            </a:prstGeom>
            <a:solidFill>
              <a:srgbClr val="E6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7" name="rc197"/>
            <p:cNvSpPr/>
            <p:nvPr/>
          </p:nvSpPr>
          <p:spPr>
            <a:xfrm>
              <a:off x="4974538" y="5273756"/>
              <a:ext cx="69495" cy="131300"/>
            </a:xfrm>
            <a:prstGeom prst="rect">
              <a:avLst/>
            </a:prstGeom>
            <a:solidFill>
              <a:srgbClr val="D6D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8" name="rc198"/>
            <p:cNvSpPr/>
            <p:nvPr/>
          </p:nvSpPr>
          <p:spPr>
            <a:xfrm>
              <a:off x="5272378" y="5273756"/>
              <a:ext cx="69495" cy="131300"/>
            </a:xfrm>
            <a:prstGeom prst="rect">
              <a:avLst/>
            </a:prstGeom>
            <a:solidFill>
              <a:srgbClr val="D2D7F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9" name="rc199"/>
            <p:cNvSpPr/>
            <p:nvPr/>
          </p:nvSpPr>
          <p:spPr>
            <a:xfrm>
              <a:off x="5120976" y="5273756"/>
              <a:ext cx="69495" cy="131300"/>
            </a:xfrm>
            <a:prstGeom prst="rect">
              <a:avLst/>
            </a:prstGeom>
            <a:solidFill>
              <a:srgbClr val="EAEC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0" name="rc200"/>
            <p:cNvSpPr/>
            <p:nvPr/>
          </p:nvSpPr>
          <p:spPr>
            <a:xfrm>
              <a:off x="4823137" y="5273756"/>
              <a:ext cx="69495" cy="131300"/>
            </a:xfrm>
            <a:prstGeom prst="rect">
              <a:avLst/>
            </a:prstGeom>
            <a:solidFill>
              <a:srgbClr val="E9E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1" name="rc201"/>
            <p:cNvSpPr/>
            <p:nvPr/>
          </p:nvSpPr>
          <p:spPr>
            <a:xfrm>
              <a:off x="4746195" y="5273756"/>
              <a:ext cx="69495" cy="131300"/>
            </a:xfrm>
            <a:prstGeom prst="rect">
              <a:avLst/>
            </a:prstGeom>
            <a:solidFill>
              <a:srgbClr val="E2E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2" name="rc202"/>
            <p:cNvSpPr/>
            <p:nvPr/>
          </p:nvSpPr>
          <p:spPr>
            <a:xfrm>
              <a:off x="4671735" y="5273756"/>
              <a:ext cx="69495" cy="131300"/>
            </a:xfrm>
            <a:prstGeom prst="rect">
              <a:avLst/>
            </a:prstGeom>
            <a:solidFill>
              <a:srgbClr val="D8D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3" name="rc203"/>
            <p:cNvSpPr/>
            <p:nvPr/>
          </p:nvSpPr>
          <p:spPr>
            <a:xfrm>
              <a:off x="5197918" y="5142455"/>
              <a:ext cx="69495" cy="131300"/>
            </a:xfrm>
            <a:prstGeom prst="rect">
              <a:avLst/>
            </a:prstGeom>
            <a:solidFill>
              <a:srgbClr val="33365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4" name="rc204"/>
            <p:cNvSpPr/>
            <p:nvPr/>
          </p:nvSpPr>
          <p:spPr>
            <a:xfrm>
              <a:off x="4594793" y="5142455"/>
              <a:ext cx="69495" cy="131300"/>
            </a:xfrm>
            <a:prstGeom prst="rect">
              <a:avLst/>
            </a:prstGeom>
            <a:solidFill>
              <a:srgbClr val="4F538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5" name="rc205"/>
            <p:cNvSpPr/>
            <p:nvPr/>
          </p:nvSpPr>
          <p:spPr>
            <a:xfrm>
              <a:off x="4897596" y="5142455"/>
              <a:ext cx="69495" cy="131300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6" name="rc206"/>
            <p:cNvSpPr/>
            <p:nvPr/>
          </p:nvSpPr>
          <p:spPr>
            <a:xfrm>
              <a:off x="5051480" y="5142455"/>
              <a:ext cx="69495" cy="131300"/>
            </a:xfrm>
            <a:prstGeom prst="rect">
              <a:avLst/>
            </a:prstGeom>
            <a:solidFill>
              <a:srgbClr val="43467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7" name="rc207"/>
            <p:cNvSpPr/>
            <p:nvPr/>
          </p:nvSpPr>
          <p:spPr>
            <a:xfrm>
              <a:off x="4974538" y="5142455"/>
              <a:ext cx="69495" cy="131300"/>
            </a:xfrm>
            <a:prstGeom prst="rect">
              <a:avLst/>
            </a:prstGeom>
            <a:solidFill>
              <a:srgbClr val="484B7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8" name="rc208"/>
            <p:cNvSpPr/>
            <p:nvPr/>
          </p:nvSpPr>
          <p:spPr>
            <a:xfrm>
              <a:off x="5272378" y="5142455"/>
              <a:ext cx="69495" cy="131300"/>
            </a:xfrm>
            <a:prstGeom prst="rect">
              <a:avLst/>
            </a:prstGeom>
            <a:solidFill>
              <a:srgbClr val="474A7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9" name="rc209"/>
            <p:cNvSpPr/>
            <p:nvPr/>
          </p:nvSpPr>
          <p:spPr>
            <a:xfrm>
              <a:off x="5120976" y="5142455"/>
              <a:ext cx="69495" cy="131300"/>
            </a:xfrm>
            <a:prstGeom prst="rect">
              <a:avLst/>
            </a:prstGeom>
            <a:solidFill>
              <a:srgbClr val="31335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0" name="rc210"/>
            <p:cNvSpPr/>
            <p:nvPr/>
          </p:nvSpPr>
          <p:spPr>
            <a:xfrm>
              <a:off x="4823137" y="5142455"/>
              <a:ext cx="69495" cy="131300"/>
            </a:xfrm>
            <a:prstGeom prst="rect">
              <a:avLst/>
            </a:prstGeom>
            <a:solidFill>
              <a:srgbClr val="2E304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1" name="rc211"/>
            <p:cNvSpPr/>
            <p:nvPr/>
          </p:nvSpPr>
          <p:spPr>
            <a:xfrm>
              <a:off x="4746195" y="5142455"/>
              <a:ext cx="69495" cy="131300"/>
            </a:xfrm>
            <a:prstGeom prst="rect">
              <a:avLst/>
            </a:prstGeom>
            <a:solidFill>
              <a:srgbClr val="36395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2" name="rc212"/>
            <p:cNvSpPr/>
            <p:nvPr/>
          </p:nvSpPr>
          <p:spPr>
            <a:xfrm>
              <a:off x="4671735" y="5142455"/>
              <a:ext cx="69495" cy="131300"/>
            </a:xfrm>
            <a:prstGeom prst="rect">
              <a:avLst/>
            </a:prstGeom>
            <a:solidFill>
              <a:srgbClr val="43467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3" name="rc213"/>
            <p:cNvSpPr/>
            <p:nvPr/>
          </p:nvSpPr>
          <p:spPr>
            <a:xfrm>
              <a:off x="4897596" y="5011154"/>
              <a:ext cx="69495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4" name="rc214"/>
            <p:cNvSpPr/>
            <p:nvPr/>
          </p:nvSpPr>
          <p:spPr>
            <a:xfrm>
              <a:off x="4897596" y="4879853"/>
              <a:ext cx="69495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5" name="rc215"/>
            <p:cNvSpPr/>
            <p:nvPr/>
          </p:nvSpPr>
          <p:spPr>
            <a:xfrm>
              <a:off x="4897596" y="4748552"/>
              <a:ext cx="69495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6" name="rc216"/>
            <p:cNvSpPr/>
            <p:nvPr/>
          </p:nvSpPr>
          <p:spPr>
            <a:xfrm>
              <a:off x="4897596" y="4617252"/>
              <a:ext cx="69495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7" name="rc217"/>
            <p:cNvSpPr/>
            <p:nvPr/>
          </p:nvSpPr>
          <p:spPr>
            <a:xfrm>
              <a:off x="4897596" y="4485951"/>
              <a:ext cx="69495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8" name="rc218"/>
            <p:cNvSpPr/>
            <p:nvPr/>
          </p:nvSpPr>
          <p:spPr>
            <a:xfrm>
              <a:off x="4897596" y="4354650"/>
              <a:ext cx="69495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9" name="rc219"/>
            <p:cNvSpPr/>
            <p:nvPr/>
          </p:nvSpPr>
          <p:spPr>
            <a:xfrm>
              <a:off x="4897596" y="4223349"/>
              <a:ext cx="69495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0" name="rc220"/>
            <p:cNvSpPr/>
            <p:nvPr/>
          </p:nvSpPr>
          <p:spPr>
            <a:xfrm>
              <a:off x="4897596" y="4092048"/>
              <a:ext cx="69495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1" name="rc221"/>
            <p:cNvSpPr/>
            <p:nvPr/>
          </p:nvSpPr>
          <p:spPr>
            <a:xfrm>
              <a:off x="5051480" y="3960747"/>
              <a:ext cx="69495" cy="131300"/>
            </a:xfrm>
            <a:prstGeom prst="rect">
              <a:avLst/>
            </a:prstGeom>
            <a:solidFill>
              <a:srgbClr val="F1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2" name="rc222"/>
            <p:cNvSpPr/>
            <p:nvPr/>
          </p:nvSpPr>
          <p:spPr>
            <a:xfrm>
              <a:off x="4974538" y="3829446"/>
              <a:ext cx="69495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3" name="rc223"/>
            <p:cNvSpPr/>
            <p:nvPr/>
          </p:nvSpPr>
          <p:spPr>
            <a:xfrm>
              <a:off x="4974538" y="3698145"/>
              <a:ext cx="69495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4" name="rc224"/>
            <p:cNvSpPr/>
            <p:nvPr/>
          </p:nvSpPr>
          <p:spPr>
            <a:xfrm>
              <a:off x="4974538" y="3566844"/>
              <a:ext cx="69495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5" name="rc225"/>
            <p:cNvSpPr/>
            <p:nvPr/>
          </p:nvSpPr>
          <p:spPr>
            <a:xfrm>
              <a:off x="5120976" y="3435543"/>
              <a:ext cx="69495" cy="131300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6" name="rc226"/>
            <p:cNvSpPr/>
            <p:nvPr/>
          </p:nvSpPr>
          <p:spPr>
            <a:xfrm>
              <a:off x="5120976" y="3304242"/>
              <a:ext cx="69495" cy="131300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7" name="rc227"/>
            <p:cNvSpPr/>
            <p:nvPr/>
          </p:nvSpPr>
          <p:spPr>
            <a:xfrm>
              <a:off x="5120976" y="3172941"/>
              <a:ext cx="69495" cy="131300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8" name="rc228"/>
            <p:cNvSpPr/>
            <p:nvPr/>
          </p:nvSpPr>
          <p:spPr>
            <a:xfrm>
              <a:off x="4897596" y="3041640"/>
              <a:ext cx="69495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9" name="rc229"/>
            <p:cNvSpPr/>
            <p:nvPr/>
          </p:nvSpPr>
          <p:spPr>
            <a:xfrm>
              <a:off x="4897596" y="2910339"/>
              <a:ext cx="69495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0" name="rc230"/>
            <p:cNvSpPr/>
            <p:nvPr/>
          </p:nvSpPr>
          <p:spPr>
            <a:xfrm>
              <a:off x="4897596" y="2779039"/>
              <a:ext cx="69495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1" name="rc231"/>
            <p:cNvSpPr/>
            <p:nvPr/>
          </p:nvSpPr>
          <p:spPr>
            <a:xfrm>
              <a:off x="4897596" y="2647738"/>
              <a:ext cx="69495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2" name="rc232"/>
            <p:cNvSpPr/>
            <p:nvPr/>
          </p:nvSpPr>
          <p:spPr>
            <a:xfrm>
              <a:off x="4897596" y="2516437"/>
              <a:ext cx="69495" cy="13130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3" name="rc233"/>
            <p:cNvSpPr/>
            <p:nvPr/>
          </p:nvSpPr>
          <p:spPr>
            <a:xfrm>
              <a:off x="5120976" y="2385136"/>
              <a:ext cx="69495" cy="131300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4" name="rc234"/>
            <p:cNvSpPr/>
            <p:nvPr/>
          </p:nvSpPr>
          <p:spPr>
            <a:xfrm>
              <a:off x="5120976" y="2253835"/>
              <a:ext cx="69495" cy="131300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5" name="rc235"/>
            <p:cNvSpPr/>
            <p:nvPr/>
          </p:nvSpPr>
          <p:spPr>
            <a:xfrm>
              <a:off x="5120976" y="2122534"/>
              <a:ext cx="69495" cy="131300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6" name="pl236"/>
            <p:cNvSpPr/>
            <p:nvPr/>
          </p:nvSpPr>
          <p:spPr>
            <a:xfrm>
              <a:off x="68961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l237"/>
            <p:cNvSpPr/>
            <p:nvPr/>
          </p:nvSpPr>
          <p:spPr>
            <a:xfrm>
              <a:off x="69718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l238"/>
            <p:cNvSpPr/>
            <p:nvPr/>
          </p:nvSpPr>
          <p:spPr>
            <a:xfrm>
              <a:off x="70488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l239"/>
            <p:cNvSpPr/>
            <p:nvPr/>
          </p:nvSpPr>
          <p:spPr>
            <a:xfrm>
              <a:off x="7124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l240"/>
            <p:cNvSpPr/>
            <p:nvPr/>
          </p:nvSpPr>
          <p:spPr>
            <a:xfrm>
              <a:off x="72002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l241"/>
            <p:cNvSpPr/>
            <p:nvPr/>
          </p:nvSpPr>
          <p:spPr>
            <a:xfrm>
              <a:off x="72759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l242"/>
            <p:cNvSpPr/>
            <p:nvPr/>
          </p:nvSpPr>
          <p:spPr>
            <a:xfrm>
              <a:off x="73516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l243"/>
            <p:cNvSpPr/>
            <p:nvPr/>
          </p:nvSpPr>
          <p:spPr>
            <a:xfrm>
              <a:off x="742855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l244"/>
            <p:cNvSpPr/>
            <p:nvPr/>
          </p:nvSpPr>
          <p:spPr>
            <a:xfrm>
              <a:off x="75017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l245"/>
            <p:cNvSpPr/>
            <p:nvPr/>
          </p:nvSpPr>
          <p:spPr>
            <a:xfrm>
              <a:off x="75749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l246"/>
            <p:cNvSpPr/>
            <p:nvPr/>
          </p:nvSpPr>
          <p:spPr>
            <a:xfrm>
              <a:off x="76506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l247"/>
            <p:cNvSpPr/>
            <p:nvPr/>
          </p:nvSpPr>
          <p:spPr>
            <a:xfrm>
              <a:off x="77251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l248"/>
            <p:cNvSpPr/>
            <p:nvPr/>
          </p:nvSpPr>
          <p:spPr>
            <a:xfrm>
              <a:off x="77623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l249"/>
            <p:cNvSpPr/>
            <p:nvPr/>
          </p:nvSpPr>
          <p:spPr>
            <a:xfrm>
              <a:off x="6857451" y="479779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l250"/>
            <p:cNvSpPr/>
            <p:nvPr/>
          </p:nvSpPr>
          <p:spPr>
            <a:xfrm>
              <a:off x="6857451" y="376379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l251"/>
            <p:cNvSpPr/>
            <p:nvPr/>
          </p:nvSpPr>
          <p:spPr>
            <a:xfrm>
              <a:off x="6857451" y="272980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l252"/>
            <p:cNvSpPr/>
            <p:nvPr/>
          </p:nvSpPr>
          <p:spPr>
            <a:xfrm>
              <a:off x="68589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l253"/>
            <p:cNvSpPr/>
            <p:nvPr/>
          </p:nvSpPr>
          <p:spPr>
            <a:xfrm>
              <a:off x="69334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l254"/>
            <p:cNvSpPr/>
            <p:nvPr/>
          </p:nvSpPr>
          <p:spPr>
            <a:xfrm>
              <a:off x="70103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l255"/>
            <p:cNvSpPr/>
            <p:nvPr/>
          </p:nvSpPr>
          <p:spPr>
            <a:xfrm>
              <a:off x="70872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l256"/>
            <p:cNvSpPr/>
            <p:nvPr/>
          </p:nvSpPr>
          <p:spPr>
            <a:xfrm>
              <a:off x="71617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l257"/>
            <p:cNvSpPr/>
            <p:nvPr/>
          </p:nvSpPr>
          <p:spPr>
            <a:xfrm>
              <a:off x="72386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l258"/>
            <p:cNvSpPr/>
            <p:nvPr/>
          </p:nvSpPr>
          <p:spPr>
            <a:xfrm>
              <a:off x="73131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l259"/>
            <p:cNvSpPr/>
            <p:nvPr/>
          </p:nvSpPr>
          <p:spPr>
            <a:xfrm>
              <a:off x="73900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l260"/>
            <p:cNvSpPr/>
            <p:nvPr/>
          </p:nvSpPr>
          <p:spPr>
            <a:xfrm>
              <a:off x="74670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l261"/>
            <p:cNvSpPr/>
            <p:nvPr/>
          </p:nvSpPr>
          <p:spPr>
            <a:xfrm>
              <a:off x="75365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l262"/>
            <p:cNvSpPr/>
            <p:nvPr/>
          </p:nvSpPr>
          <p:spPr>
            <a:xfrm>
              <a:off x="7613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l263"/>
            <p:cNvSpPr/>
            <p:nvPr/>
          </p:nvSpPr>
          <p:spPr>
            <a:xfrm>
              <a:off x="76879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rc264"/>
            <p:cNvSpPr/>
            <p:nvPr/>
          </p:nvSpPr>
          <p:spPr>
            <a:xfrm>
              <a:off x="7578719" y="4280793"/>
              <a:ext cx="69495" cy="1033994"/>
            </a:xfrm>
            <a:prstGeom prst="rect">
              <a:avLst/>
            </a:prstGeom>
            <a:solidFill>
              <a:srgbClr val="DDE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5" name="rc265"/>
            <p:cNvSpPr/>
            <p:nvPr/>
          </p:nvSpPr>
          <p:spPr>
            <a:xfrm>
              <a:off x="7278398" y="4280793"/>
              <a:ext cx="69495" cy="1033994"/>
            </a:xfrm>
            <a:prstGeom prst="rect">
              <a:avLst/>
            </a:prstGeom>
            <a:solidFill>
              <a:srgbClr val="B4BB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6" name="rc266"/>
            <p:cNvSpPr/>
            <p:nvPr/>
          </p:nvSpPr>
          <p:spPr>
            <a:xfrm>
              <a:off x="7355340" y="4280793"/>
              <a:ext cx="69495" cy="1033994"/>
            </a:xfrm>
            <a:prstGeom prst="rect">
              <a:avLst/>
            </a:prstGeom>
            <a:solidFill>
              <a:srgbClr val="EDE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7" name="rc267"/>
            <p:cNvSpPr/>
            <p:nvPr/>
          </p:nvSpPr>
          <p:spPr>
            <a:xfrm>
              <a:off x="7653179" y="4280793"/>
              <a:ext cx="69495" cy="1033994"/>
            </a:xfrm>
            <a:prstGeom prst="rect">
              <a:avLst/>
            </a:prstGeom>
            <a:solidFill>
              <a:srgbClr val="9FA6F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8" name="rc268"/>
            <p:cNvSpPr/>
            <p:nvPr/>
          </p:nvSpPr>
          <p:spPr>
            <a:xfrm>
              <a:off x="7578719" y="3246798"/>
              <a:ext cx="69495" cy="1033994"/>
            </a:xfrm>
            <a:prstGeom prst="rect">
              <a:avLst/>
            </a:prstGeom>
            <a:solidFill>
              <a:srgbClr val="3D406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9" name="rc269"/>
            <p:cNvSpPr/>
            <p:nvPr/>
          </p:nvSpPr>
          <p:spPr>
            <a:xfrm>
              <a:off x="6975594" y="3246798"/>
              <a:ext cx="69495" cy="103399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0" name="rc270"/>
            <p:cNvSpPr/>
            <p:nvPr/>
          </p:nvSpPr>
          <p:spPr>
            <a:xfrm>
              <a:off x="7278398" y="3246798"/>
              <a:ext cx="69495" cy="1033994"/>
            </a:xfrm>
            <a:prstGeom prst="rect">
              <a:avLst/>
            </a:prstGeom>
            <a:solidFill>
              <a:srgbClr val="5A5E9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1" name="rc271"/>
            <p:cNvSpPr/>
            <p:nvPr/>
          </p:nvSpPr>
          <p:spPr>
            <a:xfrm>
              <a:off x="7432281" y="3246798"/>
              <a:ext cx="69495" cy="1033994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2" name="rc272"/>
            <p:cNvSpPr/>
            <p:nvPr/>
          </p:nvSpPr>
          <p:spPr>
            <a:xfrm>
              <a:off x="7355340" y="3246798"/>
              <a:ext cx="69495" cy="1033994"/>
            </a:xfrm>
            <a:prstGeom prst="rect">
              <a:avLst/>
            </a:prstGeom>
            <a:solidFill>
              <a:srgbClr val="292B4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3" name="rc273"/>
            <p:cNvSpPr/>
            <p:nvPr/>
          </p:nvSpPr>
          <p:spPr>
            <a:xfrm>
              <a:off x="7653179" y="3246798"/>
              <a:ext cx="69495" cy="1033994"/>
            </a:xfrm>
            <a:prstGeom prst="rect">
              <a:avLst/>
            </a:prstGeom>
            <a:solidFill>
              <a:srgbClr val="696DB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4" name="rc274"/>
            <p:cNvSpPr/>
            <p:nvPr/>
          </p:nvSpPr>
          <p:spPr>
            <a:xfrm>
              <a:off x="7501777" y="3246798"/>
              <a:ext cx="69495" cy="1033994"/>
            </a:xfrm>
            <a:prstGeom prst="rect">
              <a:avLst/>
            </a:prstGeom>
            <a:solidFill>
              <a:srgbClr val="30325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5" name="rc275"/>
            <p:cNvSpPr/>
            <p:nvPr/>
          </p:nvSpPr>
          <p:spPr>
            <a:xfrm>
              <a:off x="7501777" y="2212803"/>
              <a:ext cx="69495" cy="1033994"/>
            </a:xfrm>
            <a:prstGeom prst="rect">
              <a:avLst/>
            </a:prstGeom>
            <a:solidFill>
              <a:srgbClr val="E8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6" name="tx276"/>
            <p:cNvSpPr/>
            <p:nvPr/>
          </p:nvSpPr>
          <p:spPr>
            <a:xfrm>
              <a:off x="2353425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277" name="tx277"/>
            <p:cNvSpPr/>
            <p:nvPr/>
          </p:nvSpPr>
          <p:spPr>
            <a:xfrm>
              <a:off x="4734227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278" name="tx278"/>
            <p:cNvSpPr/>
            <p:nvPr/>
          </p:nvSpPr>
          <p:spPr>
            <a:xfrm>
              <a:off x="7072554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279" name="tx279"/>
            <p:cNvSpPr/>
            <p:nvPr/>
          </p:nvSpPr>
          <p:spPr>
            <a:xfrm rot="-2700000">
              <a:off x="175426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280" name="tx280"/>
            <p:cNvSpPr/>
            <p:nvPr/>
          </p:nvSpPr>
          <p:spPr>
            <a:xfrm rot="-2700000">
              <a:off x="1860651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281" name="tx281"/>
            <p:cNvSpPr/>
            <p:nvPr/>
          </p:nvSpPr>
          <p:spPr>
            <a:xfrm rot="-2700000">
              <a:off x="187374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82" name="tx282"/>
            <p:cNvSpPr/>
            <p:nvPr/>
          </p:nvSpPr>
          <p:spPr>
            <a:xfrm rot="-2700000">
              <a:off x="195607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283" name="tx283"/>
            <p:cNvSpPr/>
            <p:nvPr/>
          </p:nvSpPr>
          <p:spPr>
            <a:xfrm rot="-2700000">
              <a:off x="205707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284" name="tx284"/>
            <p:cNvSpPr/>
            <p:nvPr/>
          </p:nvSpPr>
          <p:spPr>
            <a:xfrm rot="-2700000">
              <a:off x="210747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285" name="tx285"/>
            <p:cNvSpPr/>
            <p:nvPr/>
          </p:nvSpPr>
          <p:spPr>
            <a:xfrm rot="-2700000">
              <a:off x="218193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286" name="tx286"/>
            <p:cNvSpPr/>
            <p:nvPr/>
          </p:nvSpPr>
          <p:spPr>
            <a:xfrm rot="-2700000">
              <a:off x="228541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287" name="tx287"/>
            <p:cNvSpPr/>
            <p:nvPr/>
          </p:nvSpPr>
          <p:spPr>
            <a:xfrm rot="-2700000">
              <a:off x="235697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288" name="tx288"/>
            <p:cNvSpPr/>
            <p:nvPr/>
          </p:nvSpPr>
          <p:spPr>
            <a:xfrm rot="-2700000">
              <a:off x="2394859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289" name="tx289"/>
            <p:cNvSpPr/>
            <p:nvPr/>
          </p:nvSpPr>
          <p:spPr>
            <a:xfrm rot="-2700000">
              <a:off x="249818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290" name="tx290"/>
            <p:cNvSpPr/>
            <p:nvPr/>
          </p:nvSpPr>
          <p:spPr>
            <a:xfrm rot="-2700000">
              <a:off x="255687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291" name="tx291"/>
            <p:cNvSpPr/>
            <p:nvPr/>
          </p:nvSpPr>
          <p:spPr>
            <a:xfrm rot="-2700000">
              <a:off x="413507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292" name="tx292"/>
            <p:cNvSpPr/>
            <p:nvPr/>
          </p:nvSpPr>
          <p:spPr>
            <a:xfrm rot="-2700000">
              <a:off x="4241452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293" name="tx293"/>
            <p:cNvSpPr/>
            <p:nvPr/>
          </p:nvSpPr>
          <p:spPr>
            <a:xfrm rot="-2700000">
              <a:off x="425455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94" name="tx294"/>
            <p:cNvSpPr/>
            <p:nvPr/>
          </p:nvSpPr>
          <p:spPr>
            <a:xfrm rot="-2700000">
              <a:off x="433687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295" name="tx295"/>
            <p:cNvSpPr/>
            <p:nvPr/>
          </p:nvSpPr>
          <p:spPr>
            <a:xfrm rot="-2700000">
              <a:off x="443787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296" name="tx296"/>
            <p:cNvSpPr/>
            <p:nvPr/>
          </p:nvSpPr>
          <p:spPr>
            <a:xfrm rot="-2700000">
              <a:off x="448827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297" name="tx297"/>
            <p:cNvSpPr/>
            <p:nvPr/>
          </p:nvSpPr>
          <p:spPr>
            <a:xfrm rot="-2700000">
              <a:off x="456273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298" name="tx298"/>
            <p:cNvSpPr/>
            <p:nvPr/>
          </p:nvSpPr>
          <p:spPr>
            <a:xfrm rot="-2700000">
              <a:off x="466621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299" name="tx299"/>
            <p:cNvSpPr/>
            <p:nvPr/>
          </p:nvSpPr>
          <p:spPr>
            <a:xfrm rot="-2700000">
              <a:off x="473777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00" name="tx300"/>
            <p:cNvSpPr/>
            <p:nvPr/>
          </p:nvSpPr>
          <p:spPr>
            <a:xfrm rot="-2700000">
              <a:off x="477566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01" name="tx301"/>
            <p:cNvSpPr/>
            <p:nvPr/>
          </p:nvSpPr>
          <p:spPr>
            <a:xfrm rot="-2700000">
              <a:off x="487898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02" name="tx302"/>
            <p:cNvSpPr/>
            <p:nvPr/>
          </p:nvSpPr>
          <p:spPr>
            <a:xfrm rot="-2700000">
              <a:off x="493767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03" name="tx303"/>
            <p:cNvSpPr/>
            <p:nvPr/>
          </p:nvSpPr>
          <p:spPr>
            <a:xfrm rot="-2700000">
              <a:off x="651587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304" name="tx304"/>
            <p:cNvSpPr/>
            <p:nvPr/>
          </p:nvSpPr>
          <p:spPr>
            <a:xfrm rot="-2700000">
              <a:off x="662225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305" name="tx305"/>
            <p:cNvSpPr/>
            <p:nvPr/>
          </p:nvSpPr>
          <p:spPr>
            <a:xfrm rot="-2700000">
              <a:off x="6635351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06" name="tx306"/>
            <p:cNvSpPr/>
            <p:nvPr/>
          </p:nvSpPr>
          <p:spPr>
            <a:xfrm rot="-2700000">
              <a:off x="671767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07" name="tx307"/>
            <p:cNvSpPr/>
            <p:nvPr/>
          </p:nvSpPr>
          <p:spPr>
            <a:xfrm rot="-2700000">
              <a:off x="681867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08" name="tx308"/>
            <p:cNvSpPr/>
            <p:nvPr/>
          </p:nvSpPr>
          <p:spPr>
            <a:xfrm rot="-2700000">
              <a:off x="686908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09" name="tx309"/>
            <p:cNvSpPr/>
            <p:nvPr/>
          </p:nvSpPr>
          <p:spPr>
            <a:xfrm rot="-2700000">
              <a:off x="694354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10" name="tx310"/>
            <p:cNvSpPr/>
            <p:nvPr/>
          </p:nvSpPr>
          <p:spPr>
            <a:xfrm rot="-2700000">
              <a:off x="704701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11" name="tx311"/>
            <p:cNvSpPr/>
            <p:nvPr/>
          </p:nvSpPr>
          <p:spPr>
            <a:xfrm rot="-2700000">
              <a:off x="711857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12" name="tx312"/>
            <p:cNvSpPr/>
            <p:nvPr/>
          </p:nvSpPr>
          <p:spPr>
            <a:xfrm rot="-2700000">
              <a:off x="715646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13" name="tx313"/>
            <p:cNvSpPr/>
            <p:nvPr/>
          </p:nvSpPr>
          <p:spPr>
            <a:xfrm rot="-2700000">
              <a:off x="725978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14" name="tx314"/>
            <p:cNvSpPr/>
            <p:nvPr/>
          </p:nvSpPr>
          <p:spPr>
            <a:xfrm rot="-2700000">
              <a:off x="731847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15" name="tx315"/>
            <p:cNvSpPr/>
            <p:nvPr/>
          </p:nvSpPr>
          <p:spPr>
            <a:xfrm>
              <a:off x="6639647" y="4757785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316" name="tx316"/>
            <p:cNvSpPr/>
            <p:nvPr/>
          </p:nvSpPr>
          <p:spPr>
            <a:xfrm>
              <a:off x="5452664" y="3723791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317" name="tx317"/>
            <p:cNvSpPr/>
            <p:nvPr/>
          </p:nvSpPr>
          <p:spPr>
            <a:xfrm>
              <a:off x="6248101" y="2689796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PB1:N225-</a:t>
              </a:r>
            </a:p>
          </p:txBody>
        </p:sp>
        <p:sp>
          <p:nvSpPr>
            <p:cNvPr id="318" name="tx318"/>
            <p:cNvSpPr/>
            <p:nvPr/>
          </p:nvSpPr>
          <p:spPr>
            <a:xfrm>
              <a:off x="4258846" y="5299402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319" name="tx319"/>
            <p:cNvSpPr/>
            <p:nvPr/>
          </p:nvSpPr>
          <p:spPr>
            <a:xfrm>
              <a:off x="3071863" y="5168101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320" name="tx320"/>
            <p:cNvSpPr/>
            <p:nvPr/>
          </p:nvSpPr>
          <p:spPr>
            <a:xfrm>
              <a:off x="3935605" y="5036800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PB1:E60-</a:t>
              </a:r>
            </a:p>
          </p:txBody>
        </p:sp>
        <p:sp>
          <p:nvSpPr>
            <p:cNvPr id="321" name="tx321"/>
            <p:cNvSpPr/>
            <p:nvPr/>
          </p:nvSpPr>
          <p:spPr>
            <a:xfrm>
              <a:off x="4004094" y="4905499"/>
              <a:ext cx="40992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PB1:F9-</a:t>
              </a:r>
            </a:p>
          </p:txBody>
        </p:sp>
        <p:sp>
          <p:nvSpPr>
            <p:cNvPr id="322" name="tx322"/>
            <p:cNvSpPr/>
            <p:nvPr/>
          </p:nvSpPr>
          <p:spPr>
            <a:xfrm>
              <a:off x="3923170" y="4774198"/>
              <a:ext cx="49084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PB1:G62-</a:t>
              </a:r>
            </a:p>
          </p:txBody>
        </p:sp>
        <p:sp>
          <p:nvSpPr>
            <p:cNvPr id="323" name="tx323"/>
            <p:cNvSpPr/>
            <p:nvPr/>
          </p:nvSpPr>
          <p:spPr>
            <a:xfrm>
              <a:off x="3943926" y="4642897"/>
              <a:ext cx="4700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PB1:K11-</a:t>
              </a:r>
            </a:p>
          </p:txBody>
        </p:sp>
        <p:sp>
          <p:nvSpPr>
            <p:cNvPr id="324" name="tx324"/>
            <p:cNvSpPr/>
            <p:nvPr/>
          </p:nvSpPr>
          <p:spPr>
            <a:xfrm>
              <a:off x="3947950" y="4511596"/>
              <a:ext cx="46606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PB1:L10-</a:t>
              </a:r>
            </a:p>
          </p:txBody>
        </p:sp>
        <p:sp>
          <p:nvSpPr>
            <p:cNvPr id="325" name="tx325"/>
            <p:cNvSpPr/>
            <p:nvPr/>
          </p:nvSpPr>
          <p:spPr>
            <a:xfrm>
              <a:off x="4010129" y="4380295"/>
              <a:ext cx="40389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PB1:L8-</a:t>
              </a:r>
            </a:p>
          </p:txBody>
        </p:sp>
        <p:sp>
          <p:nvSpPr>
            <p:cNvPr id="326" name="tx326"/>
            <p:cNvSpPr/>
            <p:nvPr/>
          </p:nvSpPr>
          <p:spPr>
            <a:xfrm>
              <a:off x="3941915" y="4248994"/>
              <a:ext cx="4721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PB1:T59-</a:t>
              </a:r>
            </a:p>
          </p:txBody>
        </p:sp>
        <p:sp>
          <p:nvSpPr>
            <p:cNvPr id="327" name="tx327"/>
            <p:cNvSpPr/>
            <p:nvPr/>
          </p:nvSpPr>
          <p:spPr>
            <a:xfrm>
              <a:off x="3941915" y="4117693"/>
              <a:ext cx="4721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PB1:T61-</a:t>
              </a:r>
            </a:p>
          </p:txBody>
        </p:sp>
        <p:sp>
          <p:nvSpPr>
            <p:cNvPr id="328" name="tx328"/>
            <p:cNvSpPr/>
            <p:nvPr/>
          </p:nvSpPr>
          <p:spPr>
            <a:xfrm>
              <a:off x="3867300" y="3986392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PB1:N597-</a:t>
              </a:r>
            </a:p>
          </p:txBody>
        </p:sp>
        <p:sp>
          <p:nvSpPr>
            <p:cNvPr id="329" name="tx329"/>
            <p:cNvSpPr/>
            <p:nvPr/>
          </p:nvSpPr>
          <p:spPr>
            <a:xfrm>
              <a:off x="3867300" y="3855091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PB1:C625-</a:t>
              </a:r>
            </a:p>
          </p:txBody>
        </p:sp>
        <p:sp>
          <p:nvSpPr>
            <p:cNvPr id="330" name="tx330"/>
            <p:cNvSpPr/>
            <p:nvPr/>
          </p:nvSpPr>
          <p:spPr>
            <a:xfrm>
              <a:off x="3885771" y="3723791"/>
              <a:ext cx="5282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PB1:L624-</a:t>
              </a:r>
            </a:p>
          </p:txBody>
        </p:sp>
        <p:sp>
          <p:nvSpPr>
            <p:cNvPr id="331" name="tx331"/>
            <p:cNvSpPr/>
            <p:nvPr/>
          </p:nvSpPr>
          <p:spPr>
            <a:xfrm>
              <a:off x="3867300" y="3592490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PB1:N626-</a:t>
              </a:r>
            </a:p>
          </p:txBody>
        </p:sp>
        <p:sp>
          <p:nvSpPr>
            <p:cNvPr id="332" name="tx332"/>
            <p:cNvSpPr/>
            <p:nvPr/>
          </p:nvSpPr>
          <p:spPr>
            <a:xfrm>
              <a:off x="3929479" y="3461189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PB1:D41-</a:t>
              </a:r>
            </a:p>
          </p:txBody>
        </p:sp>
        <p:sp>
          <p:nvSpPr>
            <p:cNvPr id="333" name="tx333"/>
            <p:cNvSpPr/>
            <p:nvPr/>
          </p:nvSpPr>
          <p:spPr>
            <a:xfrm>
              <a:off x="3917043" y="3329888"/>
              <a:ext cx="4969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PB1:M40-</a:t>
              </a:r>
            </a:p>
          </p:txBody>
        </p:sp>
        <p:sp>
          <p:nvSpPr>
            <p:cNvPr id="334" name="tx334"/>
            <p:cNvSpPr/>
            <p:nvPr/>
          </p:nvSpPr>
          <p:spPr>
            <a:xfrm>
              <a:off x="3941915" y="3198587"/>
              <a:ext cx="4721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PB1:T39-</a:t>
              </a:r>
            </a:p>
          </p:txBody>
        </p:sp>
        <p:sp>
          <p:nvSpPr>
            <p:cNvPr id="335" name="tx335"/>
            <p:cNvSpPr/>
            <p:nvPr/>
          </p:nvSpPr>
          <p:spPr>
            <a:xfrm>
              <a:off x="3755560" y="3067286"/>
              <a:ext cx="65845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PB1-F2:G31-</a:t>
              </a:r>
            </a:p>
          </p:txBody>
        </p:sp>
        <p:sp>
          <p:nvSpPr>
            <p:cNvPr id="336" name="tx336"/>
            <p:cNvSpPr/>
            <p:nvPr/>
          </p:nvSpPr>
          <p:spPr>
            <a:xfrm>
              <a:off x="3811430" y="2935985"/>
              <a:ext cx="60258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PB1-F2:I27-</a:t>
              </a:r>
            </a:p>
          </p:txBody>
        </p:sp>
        <p:sp>
          <p:nvSpPr>
            <p:cNvPr id="337" name="tx337"/>
            <p:cNvSpPr/>
            <p:nvPr/>
          </p:nvSpPr>
          <p:spPr>
            <a:xfrm>
              <a:off x="3767996" y="2804684"/>
              <a:ext cx="6460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PB1-F2:K29-</a:t>
              </a:r>
            </a:p>
          </p:txBody>
        </p:sp>
        <p:sp>
          <p:nvSpPr>
            <p:cNvPr id="338" name="tx338"/>
            <p:cNvSpPr/>
            <p:nvPr/>
          </p:nvSpPr>
          <p:spPr>
            <a:xfrm>
              <a:off x="3780340" y="2673383"/>
              <a:ext cx="6336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PB1-F2:L30-</a:t>
              </a:r>
            </a:p>
          </p:txBody>
        </p:sp>
        <p:sp>
          <p:nvSpPr>
            <p:cNvPr id="339" name="tx339"/>
            <p:cNvSpPr/>
            <p:nvPr/>
          </p:nvSpPr>
          <p:spPr>
            <a:xfrm>
              <a:off x="3755560" y="2542082"/>
              <a:ext cx="65845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PB1-F2:Q28-</a:t>
              </a:r>
            </a:p>
          </p:txBody>
        </p:sp>
        <p:sp>
          <p:nvSpPr>
            <p:cNvPr id="340" name="tx340"/>
            <p:cNvSpPr/>
            <p:nvPr/>
          </p:nvSpPr>
          <p:spPr>
            <a:xfrm>
              <a:off x="3824049" y="2410781"/>
              <a:ext cx="5899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PB1-F2:D6-</a:t>
              </a:r>
            </a:p>
          </p:txBody>
        </p:sp>
        <p:sp>
          <p:nvSpPr>
            <p:cNvPr id="341" name="tx341"/>
            <p:cNvSpPr/>
            <p:nvPr/>
          </p:nvSpPr>
          <p:spPr>
            <a:xfrm>
              <a:off x="3830175" y="2279480"/>
              <a:ext cx="58384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PB1-F2:E4-</a:t>
              </a:r>
            </a:p>
          </p:txBody>
        </p:sp>
        <p:sp>
          <p:nvSpPr>
            <p:cNvPr id="342" name="tx342"/>
            <p:cNvSpPr/>
            <p:nvPr/>
          </p:nvSpPr>
          <p:spPr>
            <a:xfrm>
              <a:off x="3817739" y="2148179"/>
              <a:ext cx="5962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PB1-F2:Q5-</a:t>
              </a:r>
            </a:p>
          </p:txBody>
        </p:sp>
        <p:sp>
          <p:nvSpPr>
            <p:cNvPr id="343" name="tx343"/>
            <p:cNvSpPr/>
            <p:nvPr/>
          </p:nvSpPr>
          <p:spPr>
            <a:xfrm>
              <a:off x="1878045" y="5336121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344" name="tx344"/>
            <p:cNvSpPr/>
            <p:nvPr/>
          </p:nvSpPr>
          <p:spPr>
            <a:xfrm>
              <a:off x="691062" y="5266020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345" name="tx345"/>
            <p:cNvSpPr/>
            <p:nvPr/>
          </p:nvSpPr>
          <p:spPr>
            <a:xfrm>
              <a:off x="1492625" y="5195919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PB1:A139-</a:t>
              </a:r>
            </a:p>
          </p:txBody>
        </p:sp>
        <p:sp>
          <p:nvSpPr>
            <p:cNvPr id="346" name="tx346"/>
            <p:cNvSpPr/>
            <p:nvPr/>
          </p:nvSpPr>
          <p:spPr>
            <a:xfrm>
              <a:off x="1492625" y="5125817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PB1:A140-</a:t>
              </a:r>
            </a:p>
          </p:txBody>
        </p:sp>
        <p:sp>
          <p:nvSpPr>
            <p:cNvPr id="347" name="tx347"/>
            <p:cNvSpPr/>
            <p:nvPr/>
          </p:nvSpPr>
          <p:spPr>
            <a:xfrm>
              <a:off x="1492625" y="5055716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PB1:A142-</a:t>
              </a:r>
            </a:p>
          </p:txBody>
        </p:sp>
        <p:sp>
          <p:nvSpPr>
            <p:cNvPr id="348" name="tx348"/>
            <p:cNvSpPr/>
            <p:nvPr/>
          </p:nvSpPr>
          <p:spPr>
            <a:xfrm>
              <a:off x="1492625" y="4985615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PB1:A144-</a:t>
              </a:r>
            </a:p>
          </p:txBody>
        </p:sp>
        <p:sp>
          <p:nvSpPr>
            <p:cNvPr id="349" name="tx349"/>
            <p:cNvSpPr/>
            <p:nvPr/>
          </p:nvSpPr>
          <p:spPr>
            <a:xfrm>
              <a:off x="1492625" y="4915513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PB1:E148-</a:t>
              </a:r>
            </a:p>
          </p:txBody>
        </p:sp>
        <p:sp>
          <p:nvSpPr>
            <p:cNvPr id="350" name="tx350"/>
            <p:cNvSpPr/>
            <p:nvPr/>
          </p:nvSpPr>
          <p:spPr>
            <a:xfrm>
              <a:off x="1498935" y="4845412"/>
              <a:ext cx="5342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PB1:F150-</a:t>
              </a:r>
            </a:p>
          </p:txBody>
        </p:sp>
        <p:sp>
          <p:nvSpPr>
            <p:cNvPr id="351" name="tx351"/>
            <p:cNvSpPr/>
            <p:nvPr/>
          </p:nvSpPr>
          <p:spPr>
            <a:xfrm>
              <a:off x="1536059" y="4775311"/>
              <a:ext cx="49715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PB1:I147-</a:t>
              </a:r>
            </a:p>
          </p:txBody>
        </p:sp>
        <p:sp>
          <p:nvSpPr>
            <p:cNvPr id="352" name="tx352"/>
            <p:cNvSpPr/>
            <p:nvPr/>
          </p:nvSpPr>
          <p:spPr>
            <a:xfrm>
              <a:off x="1504970" y="4705209"/>
              <a:ext cx="5282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PB1:L143-</a:t>
              </a:r>
            </a:p>
          </p:txBody>
        </p:sp>
        <p:sp>
          <p:nvSpPr>
            <p:cNvPr id="353" name="tx353"/>
            <p:cNvSpPr/>
            <p:nvPr/>
          </p:nvSpPr>
          <p:spPr>
            <a:xfrm>
              <a:off x="1486499" y="4635108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PB1:N134-</a:t>
              </a:r>
            </a:p>
          </p:txBody>
        </p:sp>
        <p:sp>
          <p:nvSpPr>
            <p:cNvPr id="354" name="tx354"/>
            <p:cNvSpPr/>
            <p:nvPr/>
          </p:nvSpPr>
          <p:spPr>
            <a:xfrm>
              <a:off x="1486499" y="4565007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PB1:N145-</a:t>
              </a:r>
            </a:p>
          </p:txBody>
        </p:sp>
        <p:sp>
          <p:nvSpPr>
            <p:cNvPr id="355" name="tx355"/>
            <p:cNvSpPr/>
            <p:nvPr/>
          </p:nvSpPr>
          <p:spPr>
            <a:xfrm>
              <a:off x="1492625" y="4494905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PB1:P138-</a:t>
              </a:r>
            </a:p>
          </p:txBody>
        </p:sp>
        <p:sp>
          <p:nvSpPr>
            <p:cNvPr id="356" name="tx356"/>
            <p:cNvSpPr/>
            <p:nvPr/>
          </p:nvSpPr>
          <p:spPr>
            <a:xfrm>
              <a:off x="1486499" y="4424804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PB1:R151-</a:t>
              </a:r>
            </a:p>
          </p:txBody>
        </p:sp>
        <p:sp>
          <p:nvSpPr>
            <p:cNvPr id="357" name="tx357"/>
            <p:cNvSpPr/>
            <p:nvPr/>
          </p:nvSpPr>
          <p:spPr>
            <a:xfrm>
              <a:off x="1498935" y="4354703"/>
              <a:ext cx="5342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PB1:T141-</a:t>
              </a:r>
            </a:p>
          </p:txBody>
        </p:sp>
        <p:sp>
          <p:nvSpPr>
            <p:cNvPr id="358" name="tx358"/>
            <p:cNvSpPr/>
            <p:nvPr/>
          </p:nvSpPr>
          <p:spPr>
            <a:xfrm>
              <a:off x="1498935" y="4284601"/>
              <a:ext cx="5342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PB1:T146-</a:t>
              </a:r>
            </a:p>
          </p:txBody>
        </p:sp>
        <p:sp>
          <p:nvSpPr>
            <p:cNvPr id="359" name="tx359"/>
            <p:cNvSpPr/>
            <p:nvPr/>
          </p:nvSpPr>
          <p:spPr>
            <a:xfrm>
              <a:off x="1492625" y="4214500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PB1:V149-</a:t>
              </a:r>
            </a:p>
          </p:txBody>
        </p:sp>
        <p:sp>
          <p:nvSpPr>
            <p:cNvPr id="360" name="tx360"/>
            <p:cNvSpPr/>
            <p:nvPr/>
          </p:nvSpPr>
          <p:spPr>
            <a:xfrm>
              <a:off x="1486499" y="4144399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PB1:D193-</a:t>
              </a:r>
            </a:p>
          </p:txBody>
        </p:sp>
        <p:sp>
          <p:nvSpPr>
            <p:cNvPr id="361" name="tx361"/>
            <p:cNvSpPr/>
            <p:nvPr/>
          </p:nvSpPr>
          <p:spPr>
            <a:xfrm>
              <a:off x="1492625" y="4074297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PB1:K188-</a:t>
              </a:r>
            </a:p>
          </p:txBody>
        </p:sp>
        <p:sp>
          <p:nvSpPr>
            <p:cNvPr id="362" name="tx362"/>
            <p:cNvSpPr/>
            <p:nvPr/>
          </p:nvSpPr>
          <p:spPr>
            <a:xfrm>
              <a:off x="1492625" y="4004196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PB1:K197-</a:t>
              </a:r>
            </a:p>
          </p:txBody>
        </p:sp>
        <p:sp>
          <p:nvSpPr>
            <p:cNvPr id="363" name="tx363"/>
            <p:cNvSpPr/>
            <p:nvPr/>
          </p:nvSpPr>
          <p:spPr>
            <a:xfrm>
              <a:off x="1492625" y="3934095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PB1:K198-</a:t>
              </a:r>
            </a:p>
          </p:txBody>
        </p:sp>
        <p:sp>
          <p:nvSpPr>
            <p:cNvPr id="364" name="tx364"/>
            <p:cNvSpPr/>
            <p:nvPr/>
          </p:nvSpPr>
          <p:spPr>
            <a:xfrm>
              <a:off x="1474063" y="3863993"/>
              <a:ext cx="55915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PB1:M195-</a:t>
              </a:r>
            </a:p>
          </p:txBody>
        </p:sp>
        <p:sp>
          <p:nvSpPr>
            <p:cNvPr id="365" name="tx365"/>
            <p:cNvSpPr/>
            <p:nvPr/>
          </p:nvSpPr>
          <p:spPr>
            <a:xfrm>
              <a:off x="1474063" y="3793892"/>
              <a:ext cx="55915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PB1:M199-</a:t>
              </a:r>
            </a:p>
          </p:txBody>
        </p:sp>
        <p:sp>
          <p:nvSpPr>
            <p:cNvPr id="366" name="tx366"/>
            <p:cNvSpPr/>
            <p:nvPr/>
          </p:nvSpPr>
          <p:spPr>
            <a:xfrm>
              <a:off x="1486499" y="3723791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PB1:N194-</a:t>
              </a:r>
            </a:p>
          </p:txBody>
        </p:sp>
        <p:sp>
          <p:nvSpPr>
            <p:cNvPr id="367" name="tx367"/>
            <p:cNvSpPr/>
            <p:nvPr/>
          </p:nvSpPr>
          <p:spPr>
            <a:xfrm>
              <a:off x="1486499" y="3653689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PB1:R189-</a:t>
              </a:r>
            </a:p>
          </p:txBody>
        </p:sp>
        <p:sp>
          <p:nvSpPr>
            <p:cNvPr id="368" name="tx368"/>
            <p:cNvSpPr/>
            <p:nvPr/>
          </p:nvSpPr>
          <p:spPr>
            <a:xfrm>
              <a:off x="1486499" y="3583588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PB1:R190-</a:t>
              </a:r>
            </a:p>
          </p:txBody>
        </p:sp>
        <p:sp>
          <p:nvSpPr>
            <p:cNvPr id="369" name="tx369"/>
            <p:cNvSpPr/>
            <p:nvPr/>
          </p:nvSpPr>
          <p:spPr>
            <a:xfrm>
              <a:off x="1486499" y="3513486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PB1:R192-</a:t>
              </a:r>
            </a:p>
          </p:txBody>
        </p:sp>
        <p:sp>
          <p:nvSpPr>
            <p:cNvPr id="370" name="tx370"/>
            <p:cNvSpPr/>
            <p:nvPr/>
          </p:nvSpPr>
          <p:spPr>
            <a:xfrm>
              <a:off x="1498935" y="3443385"/>
              <a:ext cx="5342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PB1:T182-</a:t>
              </a:r>
            </a:p>
          </p:txBody>
        </p:sp>
        <p:sp>
          <p:nvSpPr>
            <p:cNvPr id="371" name="tx371"/>
            <p:cNvSpPr/>
            <p:nvPr/>
          </p:nvSpPr>
          <p:spPr>
            <a:xfrm>
              <a:off x="1498935" y="3373284"/>
              <a:ext cx="5342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PB1:T196-</a:t>
              </a:r>
            </a:p>
          </p:txBody>
        </p:sp>
        <p:sp>
          <p:nvSpPr>
            <p:cNvPr id="372" name="tx372"/>
            <p:cNvSpPr/>
            <p:nvPr/>
          </p:nvSpPr>
          <p:spPr>
            <a:xfrm>
              <a:off x="1498935" y="3303182"/>
              <a:ext cx="5342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PB1:T201-</a:t>
              </a:r>
            </a:p>
          </p:txBody>
        </p:sp>
        <p:sp>
          <p:nvSpPr>
            <p:cNvPr id="373" name="tx373"/>
            <p:cNvSpPr/>
            <p:nvPr/>
          </p:nvSpPr>
          <p:spPr>
            <a:xfrm>
              <a:off x="1492625" y="3233081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PB1:V191-</a:t>
              </a:r>
            </a:p>
          </p:txBody>
        </p:sp>
        <p:sp>
          <p:nvSpPr>
            <p:cNvPr id="374" name="tx374"/>
            <p:cNvSpPr/>
            <p:nvPr/>
          </p:nvSpPr>
          <p:spPr>
            <a:xfrm>
              <a:off x="1492625" y="3162980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PB1:V200-</a:t>
              </a:r>
            </a:p>
          </p:txBody>
        </p:sp>
        <p:sp>
          <p:nvSpPr>
            <p:cNvPr id="375" name="tx375"/>
            <p:cNvSpPr/>
            <p:nvPr/>
          </p:nvSpPr>
          <p:spPr>
            <a:xfrm>
              <a:off x="1492625" y="3092878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PB1:E697-</a:t>
              </a:r>
            </a:p>
          </p:txBody>
        </p:sp>
        <p:sp>
          <p:nvSpPr>
            <p:cNvPr id="376" name="tx376"/>
            <p:cNvSpPr/>
            <p:nvPr/>
          </p:nvSpPr>
          <p:spPr>
            <a:xfrm>
              <a:off x="1498935" y="3022777"/>
              <a:ext cx="5342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PB1:F696-</a:t>
              </a:r>
            </a:p>
          </p:txBody>
        </p:sp>
        <p:sp>
          <p:nvSpPr>
            <p:cNvPr id="377" name="tx377"/>
            <p:cNvSpPr/>
            <p:nvPr/>
          </p:nvSpPr>
          <p:spPr>
            <a:xfrm>
              <a:off x="1498935" y="2952676"/>
              <a:ext cx="5342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PB1:F699-</a:t>
              </a:r>
            </a:p>
          </p:txBody>
        </p:sp>
        <p:sp>
          <p:nvSpPr>
            <p:cNvPr id="378" name="tx378"/>
            <p:cNvSpPr/>
            <p:nvPr/>
          </p:nvSpPr>
          <p:spPr>
            <a:xfrm>
              <a:off x="1498935" y="2882574"/>
              <a:ext cx="53428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PB1:F700-</a:t>
              </a:r>
            </a:p>
          </p:txBody>
        </p:sp>
        <p:sp>
          <p:nvSpPr>
            <p:cNvPr id="379" name="tx379"/>
            <p:cNvSpPr/>
            <p:nvPr/>
          </p:nvSpPr>
          <p:spPr>
            <a:xfrm>
              <a:off x="1480189" y="2812473"/>
              <a:ext cx="55302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PB1:G710-</a:t>
              </a:r>
            </a:p>
          </p:txBody>
        </p:sp>
        <p:sp>
          <p:nvSpPr>
            <p:cNvPr id="380" name="tx380"/>
            <p:cNvSpPr/>
            <p:nvPr/>
          </p:nvSpPr>
          <p:spPr>
            <a:xfrm>
              <a:off x="1492625" y="2742372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PB1:K698-</a:t>
              </a:r>
            </a:p>
          </p:txBody>
        </p:sp>
        <p:sp>
          <p:nvSpPr>
            <p:cNvPr id="381" name="tx381"/>
            <p:cNvSpPr/>
            <p:nvPr/>
          </p:nvSpPr>
          <p:spPr>
            <a:xfrm>
              <a:off x="1492625" y="2672270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PB1:P701-</a:t>
              </a:r>
            </a:p>
          </p:txBody>
        </p:sp>
        <p:sp>
          <p:nvSpPr>
            <p:cNvPr id="382" name="tx382"/>
            <p:cNvSpPr/>
            <p:nvPr/>
          </p:nvSpPr>
          <p:spPr>
            <a:xfrm>
              <a:off x="1492625" y="2602169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PB1:P708-</a:t>
              </a:r>
            </a:p>
          </p:txBody>
        </p:sp>
        <p:sp>
          <p:nvSpPr>
            <p:cNvPr id="383" name="tx383"/>
            <p:cNvSpPr/>
            <p:nvPr/>
          </p:nvSpPr>
          <p:spPr>
            <a:xfrm>
              <a:off x="1486499" y="2532068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PB1:R706-</a:t>
              </a:r>
            </a:p>
          </p:txBody>
        </p:sp>
        <p:sp>
          <p:nvSpPr>
            <p:cNvPr id="384" name="tx384"/>
            <p:cNvSpPr/>
            <p:nvPr/>
          </p:nvSpPr>
          <p:spPr>
            <a:xfrm>
              <a:off x="1486499" y="2461966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PB1:R707-</a:t>
              </a:r>
            </a:p>
          </p:txBody>
        </p:sp>
        <p:sp>
          <p:nvSpPr>
            <p:cNvPr id="385" name="tx385"/>
            <p:cNvSpPr/>
            <p:nvPr/>
          </p:nvSpPr>
          <p:spPr>
            <a:xfrm>
              <a:off x="1492625" y="2391865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PB1:S702-</a:t>
              </a:r>
            </a:p>
          </p:txBody>
        </p:sp>
        <p:sp>
          <p:nvSpPr>
            <p:cNvPr id="386" name="tx386"/>
            <p:cNvSpPr/>
            <p:nvPr/>
          </p:nvSpPr>
          <p:spPr>
            <a:xfrm>
              <a:off x="1492625" y="2321764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PB1:S703-</a:t>
              </a:r>
            </a:p>
          </p:txBody>
        </p:sp>
        <p:sp>
          <p:nvSpPr>
            <p:cNvPr id="387" name="tx387"/>
            <p:cNvSpPr/>
            <p:nvPr/>
          </p:nvSpPr>
          <p:spPr>
            <a:xfrm>
              <a:off x="1492625" y="2251662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PB1:S704-</a:t>
              </a:r>
            </a:p>
          </p:txBody>
        </p:sp>
        <p:sp>
          <p:nvSpPr>
            <p:cNvPr id="388" name="tx388"/>
            <p:cNvSpPr/>
            <p:nvPr/>
          </p:nvSpPr>
          <p:spPr>
            <a:xfrm>
              <a:off x="1492625" y="2181561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PB1:V709-</a:t>
              </a:r>
            </a:p>
          </p:txBody>
        </p:sp>
        <p:sp>
          <p:nvSpPr>
            <p:cNvPr id="389" name="tx389"/>
            <p:cNvSpPr/>
            <p:nvPr/>
          </p:nvSpPr>
          <p:spPr>
            <a:xfrm>
              <a:off x="1492625" y="2111460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PB1:Y705-</a:t>
              </a:r>
            </a:p>
          </p:txBody>
        </p:sp>
        <p:sp>
          <p:nvSpPr>
            <p:cNvPr id="390" name="tx390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391" name="tx391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392" name="pic39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393" name="pl393"/>
            <p:cNvSpPr/>
            <p:nvPr/>
          </p:nvSpPr>
          <p:spPr>
            <a:xfrm>
              <a:off x="8148208" y="414845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l394"/>
            <p:cNvSpPr/>
            <p:nvPr/>
          </p:nvSpPr>
          <p:spPr>
            <a:xfrm>
              <a:off x="8148208" y="38711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l395"/>
            <p:cNvSpPr/>
            <p:nvPr/>
          </p:nvSpPr>
          <p:spPr>
            <a:xfrm>
              <a:off x="8148208" y="35938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l396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l397"/>
            <p:cNvSpPr/>
            <p:nvPr/>
          </p:nvSpPr>
          <p:spPr>
            <a:xfrm>
              <a:off x="7972643" y="414845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l398"/>
            <p:cNvSpPr/>
            <p:nvPr/>
          </p:nvSpPr>
          <p:spPr>
            <a:xfrm>
              <a:off x="7972643" y="38711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l399"/>
            <p:cNvSpPr/>
            <p:nvPr/>
          </p:nvSpPr>
          <p:spPr>
            <a:xfrm>
              <a:off x="7972643" y="35938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l400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tx401"/>
            <p:cNvSpPr/>
            <p:nvPr/>
          </p:nvSpPr>
          <p:spPr>
            <a:xfrm>
              <a:off x="8261689" y="4108448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402" name="tx402"/>
            <p:cNvSpPr/>
            <p:nvPr/>
          </p:nvSpPr>
          <p:spPr>
            <a:xfrm>
              <a:off x="8261689" y="38311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403" name="tx403"/>
            <p:cNvSpPr/>
            <p:nvPr/>
          </p:nvSpPr>
          <p:spPr>
            <a:xfrm>
              <a:off x="8261689" y="355382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404" name="tx404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405" name="tx405"/>
            <p:cNvSpPr/>
            <p:nvPr/>
          </p:nvSpPr>
          <p:spPr>
            <a:xfrm>
              <a:off x="2095849" y="1669789"/>
              <a:ext cx="3827769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PB1: andel delesjoner over tid per influensasubtype</a:t>
              </a:r>
            </a:p>
          </p:txBody>
        </p:sp>
      </p:grpSp>
      <p:sp>
        <p:nvSpPr>
          <p:cNvPr id="406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PB1: andel delesjoner over tid per influensasubtype</a:t>
            </a: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6171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379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608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816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1025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233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441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670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838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7007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216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40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8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55347" y="5267788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55347" y="5017123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555347" y="4766457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555347" y="4515792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555347" y="4265126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555347" y="4014461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555347" y="3763796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1555347" y="3513130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1555347" y="3262465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555347" y="3011799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555347" y="2761134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555347" y="2510468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555347" y="2259803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5577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16765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7994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19222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0410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2163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2827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4055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25284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26393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7621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28810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706708" y="5142455"/>
              <a:ext cx="110936" cy="250665"/>
            </a:xfrm>
            <a:prstGeom prst="rect">
              <a:avLst/>
            </a:prstGeom>
            <a:solidFill>
              <a:srgbClr val="B6BDF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2227304" y="5142455"/>
              <a:ext cx="110936" cy="250665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472949" y="5142455"/>
              <a:ext cx="110936" cy="250665"/>
            </a:xfrm>
            <a:prstGeom prst="rect">
              <a:avLst/>
            </a:prstGeom>
            <a:solidFill>
              <a:srgbClr val="C3C9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2350127" y="5142455"/>
              <a:ext cx="110936" cy="250665"/>
            </a:xfrm>
            <a:prstGeom prst="rect">
              <a:avLst/>
            </a:prstGeom>
            <a:solidFill>
              <a:srgbClr val="E9E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2825568" y="5142455"/>
              <a:ext cx="110936" cy="250665"/>
            </a:xfrm>
            <a:prstGeom prst="rect">
              <a:avLst/>
            </a:prstGeom>
            <a:solidFill>
              <a:srgbClr val="E3E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2583886" y="5142455"/>
              <a:ext cx="110936" cy="250665"/>
            </a:xfrm>
            <a:prstGeom prst="rect">
              <a:avLst/>
            </a:prstGeom>
            <a:solidFill>
              <a:srgbClr val="EDE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108444" y="5142455"/>
              <a:ext cx="110936" cy="250665"/>
            </a:xfrm>
            <a:prstGeom prst="rect">
              <a:avLst/>
            </a:prstGeom>
            <a:solidFill>
              <a:srgbClr val="E0E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1985621" y="5142455"/>
              <a:ext cx="110936" cy="250665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1866761" y="5142455"/>
              <a:ext cx="110936" cy="250665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2706708" y="4891790"/>
              <a:ext cx="110936" cy="250665"/>
            </a:xfrm>
            <a:prstGeom prst="rect">
              <a:avLst/>
            </a:prstGeom>
            <a:solidFill>
              <a:srgbClr val="656AB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1743939" y="4891790"/>
              <a:ext cx="110936" cy="250665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2227304" y="4891790"/>
              <a:ext cx="110936" cy="250665"/>
            </a:xfrm>
            <a:prstGeom prst="rect">
              <a:avLst/>
            </a:prstGeom>
            <a:solidFill>
              <a:srgbClr val="383A5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2472949" y="4891790"/>
              <a:ext cx="110936" cy="250665"/>
            </a:xfrm>
            <a:prstGeom prst="rect">
              <a:avLst/>
            </a:prstGeom>
            <a:solidFill>
              <a:srgbClr val="6E73C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2350127" y="4891790"/>
              <a:ext cx="110936" cy="250665"/>
            </a:xfrm>
            <a:prstGeom prst="rect">
              <a:avLst/>
            </a:prstGeom>
            <a:solidFill>
              <a:srgbClr val="36395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1621116" y="4891790"/>
              <a:ext cx="110936" cy="250665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2825568" y="4891790"/>
              <a:ext cx="110936" cy="250665"/>
            </a:xfrm>
            <a:prstGeom prst="rect">
              <a:avLst/>
            </a:prstGeom>
            <a:solidFill>
              <a:srgbClr val="35375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2583886" y="4891790"/>
              <a:ext cx="110936" cy="250665"/>
            </a:xfrm>
            <a:prstGeom prst="rect">
              <a:avLst/>
            </a:prstGeom>
            <a:solidFill>
              <a:srgbClr val="282A4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2108444" y="4891790"/>
              <a:ext cx="110936" cy="250665"/>
            </a:xfrm>
            <a:prstGeom prst="rect">
              <a:avLst/>
            </a:prstGeom>
            <a:solidFill>
              <a:srgbClr val="3D406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1985621" y="4891790"/>
              <a:ext cx="110936" cy="250665"/>
            </a:xfrm>
            <a:prstGeom prst="rect">
              <a:avLst/>
            </a:prstGeom>
            <a:solidFill>
              <a:srgbClr val="2A2C4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1866761" y="4891790"/>
              <a:ext cx="110936" cy="250665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2706708" y="4641124"/>
              <a:ext cx="110936" cy="250665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2706708" y="4390459"/>
              <a:ext cx="110936" cy="250665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2227304" y="4139794"/>
              <a:ext cx="110936" cy="250665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2227304" y="3889128"/>
              <a:ext cx="110936" cy="250665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2472949" y="3638463"/>
              <a:ext cx="110936" cy="250665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2350127" y="3387797"/>
              <a:ext cx="110936" cy="250665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2350127" y="3137132"/>
              <a:ext cx="110936" cy="250665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2108444" y="2886467"/>
              <a:ext cx="110936" cy="2506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2108444" y="2635801"/>
              <a:ext cx="110936" cy="25066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1985621" y="2385136"/>
              <a:ext cx="110936" cy="250665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1985621" y="2134470"/>
              <a:ext cx="110936" cy="250665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3997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41187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42416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43624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44833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46041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47249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48478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49646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50815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52024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53212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53806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3936148" y="5176081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3936148" y="4772571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3936148" y="4369061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3936148" y="3965551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3936148" y="3562040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3936148" y="3158530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3936148" y="2755020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3936148" y="2351510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39385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40573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41802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43030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44218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4544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46635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47863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49092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50201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51429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52618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5087509" y="4974326"/>
              <a:ext cx="110936" cy="403510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4124740" y="4974326"/>
              <a:ext cx="110936" cy="403510"/>
            </a:xfrm>
            <a:prstGeom prst="rect">
              <a:avLst/>
            </a:prstGeom>
            <a:solidFill>
              <a:srgbClr val="C3C9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4608105" y="4974326"/>
              <a:ext cx="110936" cy="403510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4853750" y="4974326"/>
              <a:ext cx="110936" cy="403510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4730928" y="4974326"/>
              <a:ext cx="110936" cy="403510"/>
            </a:xfrm>
            <a:prstGeom prst="rect">
              <a:avLst/>
            </a:prstGeom>
            <a:solidFill>
              <a:srgbClr val="E7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4964687" y="4974326"/>
              <a:ext cx="110936" cy="403510"/>
            </a:xfrm>
            <a:prstGeom prst="rect">
              <a:avLst/>
            </a:prstGeom>
            <a:solidFill>
              <a:srgbClr val="ED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4489245" y="4974326"/>
              <a:ext cx="110936" cy="403510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4366423" y="4974326"/>
              <a:ext cx="110936" cy="403510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4247562" y="4974326"/>
              <a:ext cx="110936" cy="403510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5087509" y="4570816"/>
              <a:ext cx="110936" cy="403510"/>
            </a:xfrm>
            <a:prstGeom prst="rect">
              <a:avLst/>
            </a:prstGeom>
            <a:solidFill>
              <a:srgbClr val="33365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4124740" y="4570816"/>
              <a:ext cx="110936" cy="403510"/>
            </a:xfrm>
            <a:prstGeom prst="rect">
              <a:avLst/>
            </a:prstGeom>
            <a:solidFill>
              <a:srgbClr val="4F528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4608105" y="4570816"/>
              <a:ext cx="110936" cy="403510"/>
            </a:xfrm>
            <a:prstGeom prst="rect">
              <a:avLst/>
            </a:prstGeom>
            <a:solidFill>
              <a:srgbClr val="22243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4853750" y="4570816"/>
              <a:ext cx="110936" cy="403510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4730928" y="4570816"/>
              <a:ext cx="110936" cy="403510"/>
            </a:xfrm>
            <a:prstGeom prst="rect">
              <a:avLst/>
            </a:prstGeom>
            <a:solidFill>
              <a:srgbClr val="32355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5206369" y="4570816"/>
              <a:ext cx="110936" cy="403510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4964687" y="4570816"/>
              <a:ext cx="110936" cy="403510"/>
            </a:xfrm>
            <a:prstGeom prst="rect">
              <a:avLst/>
            </a:prstGeom>
            <a:solidFill>
              <a:srgbClr val="2D2F4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4489245" y="4570816"/>
              <a:ext cx="110936" cy="403510"/>
            </a:xfrm>
            <a:prstGeom prst="rect">
              <a:avLst/>
            </a:prstGeom>
            <a:solidFill>
              <a:srgbClr val="26284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4366423" y="4570816"/>
              <a:ext cx="110936" cy="403510"/>
            </a:xfrm>
            <a:prstGeom prst="rect">
              <a:avLst/>
            </a:prstGeom>
            <a:solidFill>
              <a:srgbClr val="2E304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4247562" y="4570816"/>
              <a:ext cx="110936" cy="403510"/>
            </a:xfrm>
            <a:prstGeom prst="rect">
              <a:avLst/>
            </a:prstGeom>
            <a:solidFill>
              <a:srgbClr val="1A1C3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5087509" y="4167306"/>
              <a:ext cx="110936" cy="403510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4608105" y="3763796"/>
              <a:ext cx="110936" cy="403510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4730928" y="3360285"/>
              <a:ext cx="110936" cy="403510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4964687" y="2956775"/>
              <a:ext cx="110936" cy="403510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4489245" y="2553265"/>
              <a:ext cx="110936" cy="403510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4366423" y="2149755"/>
              <a:ext cx="110936" cy="403510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6378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64995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66224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67432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68641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l137"/>
            <p:cNvSpPr/>
            <p:nvPr/>
          </p:nvSpPr>
          <p:spPr>
            <a:xfrm>
              <a:off x="69849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71057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72286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l140"/>
            <p:cNvSpPr/>
            <p:nvPr/>
          </p:nvSpPr>
          <p:spPr>
            <a:xfrm>
              <a:off x="73454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l141"/>
            <p:cNvSpPr/>
            <p:nvPr/>
          </p:nvSpPr>
          <p:spPr>
            <a:xfrm>
              <a:off x="74623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75832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l143"/>
            <p:cNvSpPr/>
            <p:nvPr/>
          </p:nvSpPr>
          <p:spPr>
            <a:xfrm>
              <a:off x="77020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77614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l145"/>
            <p:cNvSpPr/>
            <p:nvPr/>
          </p:nvSpPr>
          <p:spPr>
            <a:xfrm>
              <a:off x="6316949" y="4515792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l146"/>
            <p:cNvSpPr/>
            <p:nvPr/>
          </p:nvSpPr>
          <p:spPr>
            <a:xfrm>
              <a:off x="6316949" y="3011799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l147"/>
            <p:cNvSpPr/>
            <p:nvPr/>
          </p:nvSpPr>
          <p:spPr>
            <a:xfrm>
              <a:off x="63193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l148"/>
            <p:cNvSpPr/>
            <p:nvPr/>
          </p:nvSpPr>
          <p:spPr>
            <a:xfrm>
              <a:off x="64381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l149"/>
            <p:cNvSpPr/>
            <p:nvPr/>
          </p:nvSpPr>
          <p:spPr>
            <a:xfrm>
              <a:off x="65610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l150"/>
            <p:cNvSpPr/>
            <p:nvPr/>
          </p:nvSpPr>
          <p:spPr>
            <a:xfrm>
              <a:off x="66838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1"/>
            <p:cNvSpPr/>
            <p:nvPr/>
          </p:nvSpPr>
          <p:spPr>
            <a:xfrm>
              <a:off x="68026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2"/>
            <p:cNvSpPr/>
            <p:nvPr/>
          </p:nvSpPr>
          <p:spPr>
            <a:xfrm>
              <a:off x="6925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l153"/>
            <p:cNvSpPr/>
            <p:nvPr/>
          </p:nvSpPr>
          <p:spPr>
            <a:xfrm>
              <a:off x="70443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l154"/>
            <p:cNvSpPr/>
            <p:nvPr/>
          </p:nvSpPr>
          <p:spPr>
            <a:xfrm>
              <a:off x="71671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l155"/>
            <p:cNvSpPr/>
            <p:nvPr/>
          </p:nvSpPr>
          <p:spPr>
            <a:xfrm>
              <a:off x="72900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l156"/>
            <p:cNvSpPr/>
            <p:nvPr/>
          </p:nvSpPr>
          <p:spPr>
            <a:xfrm>
              <a:off x="74009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75237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l158"/>
            <p:cNvSpPr/>
            <p:nvPr/>
          </p:nvSpPr>
          <p:spPr>
            <a:xfrm>
              <a:off x="76426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rc159"/>
            <p:cNvSpPr/>
            <p:nvPr/>
          </p:nvSpPr>
          <p:spPr>
            <a:xfrm>
              <a:off x="7468310" y="3763796"/>
              <a:ext cx="110936" cy="1503992"/>
            </a:xfrm>
            <a:prstGeom prst="rect">
              <a:avLst/>
            </a:prstGeom>
            <a:solidFill>
              <a:srgbClr val="DCE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0" name="rc160"/>
            <p:cNvSpPr/>
            <p:nvPr/>
          </p:nvSpPr>
          <p:spPr>
            <a:xfrm>
              <a:off x="6988906" y="3763796"/>
              <a:ext cx="110936" cy="1503992"/>
            </a:xfrm>
            <a:prstGeom prst="rect">
              <a:avLst/>
            </a:prstGeom>
            <a:solidFill>
              <a:srgbClr val="B2BA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1" name="rc161"/>
            <p:cNvSpPr/>
            <p:nvPr/>
          </p:nvSpPr>
          <p:spPr>
            <a:xfrm>
              <a:off x="7111729" y="3763796"/>
              <a:ext cx="110936" cy="1503992"/>
            </a:xfrm>
            <a:prstGeom prst="rect">
              <a:avLst/>
            </a:prstGeom>
            <a:solidFill>
              <a:srgbClr val="D9D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2" name="rc162"/>
            <p:cNvSpPr/>
            <p:nvPr/>
          </p:nvSpPr>
          <p:spPr>
            <a:xfrm>
              <a:off x="7587171" y="3763796"/>
              <a:ext cx="110936" cy="1503992"/>
            </a:xfrm>
            <a:prstGeom prst="rect">
              <a:avLst/>
            </a:prstGeom>
            <a:solidFill>
              <a:srgbClr val="9DA5F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3" name="rc163"/>
            <p:cNvSpPr/>
            <p:nvPr/>
          </p:nvSpPr>
          <p:spPr>
            <a:xfrm>
              <a:off x="7468310" y="2259803"/>
              <a:ext cx="110936" cy="1503992"/>
            </a:xfrm>
            <a:prstGeom prst="rect">
              <a:avLst/>
            </a:prstGeom>
            <a:solidFill>
              <a:srgbClr val="3D406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4" name="rc164"/>
            <p:cNvSpPr/>
            <p:nvPr/>
          </p:nvSpPr>
          <p:spPr>
            <a:xfrm>
              <a:off x="6505541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5" name="rc165"/>
            <p:cNvSpPr/>
            <p:nvPr/>
          </p:nvSpPr>
          <p:spPr>
            <a:xfrm>
              <a:off x="6988906" y="2259803"/>
              <a:ext cx="110936" cy="1503992"/>
            </a:xfrm>
            <a:prstGeom prst="rect">
              <a:avLst/>
            </a:prstGeom>
            <a:solidFill>
              <a:srgbClr val="5A5E9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6" name="rc166"/>
            <p:cNvSpPr/>
            <p:nvPr/>
          </p:nvSpPr>
          <p:spPr>
            <a:xfrm>
              <a:off x="7234551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7" name="rc167"/>
            <p:cNvSpPr/>
            <p:nvPr/>
          </p:nvSpPr>
          <p:spPr>
            <a:xfrm>
              <a:off x="7111729" y="2259803"/>
              <a:ext cx="110936" cy="1503992"/>
            </a:xfrm>
            <a:prstGeom prst="rect">
              <a:avLst/>
            </a:prstGeom>
            <a:solidFill>
              <a:srgbClr val="40436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8" name="rc168"/>
            <p:cNvSpPr/>
            <p:nvPr/>
          </p:nvSpPr>
          <p:spPr>
            <a:xfrm>
              <a:off x="7587171" y="2259803"/>
              <a:ext cx="110936" cy="1503992"/>
            </a:xfrm>
            <a:prstGeom prst="rect">
              <a:avLst/>
            </a:prstGeom>
            <a:solidFill>
              <a:srgbClr val="686DB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9" name="rc169"/>
            <p:cNvSpPr/>
            <p:nvPr/>
          </p:nvSpPr>
          <p:spPr>
            <a:xfrm>
              <a:off x="7345488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0" name="tx170"/>
            <p:cNvSpPr/>
            <p:nvPr/>
          </p:nvSpPr>
          <p:spPr>
            <a:xfrm>
              <a:off x="2083175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71" name="tx171"/>
            <p:cNvSpPr/>
            <p:nvPr/>
          </p:nvSpPr>
          <p:spPr>
            <a:xfrm>
              <a:off x="4463976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72" name="tx172"/>
            <p:cNvSpPr/>
            <p:nvPr/>
          </p:nvSpPr>
          <p:spPr>
            <a:xfrm>
              <a:off x="6802303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121465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1365437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1424416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76" name="tx176"/>
            <p:cNvSpPr/>
            <p:nvPr/>
          </p:nvSpPr>
          <p:spPr>
            <a:xfrm rot="-2700000">
              <a:off x="155262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77" name="tx177"/>
            <p:cNvSpPr/>
            <p:nvPr/>
          </p:nvSpPr>
          <p:spPr>
            <a:xfrm rot="-2700000">
              <a:off x="169802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78" name="tx178"/>
            <p:cNvSpPr/>
            <p:nvPr/>
          </p:nvSpPr>
          <p:spPr>
            <a:xfrm rot="-2700000">
              <a:off x="17943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9" name="tx179"/>
            <p:cNvSpPr/>
            <p:nvPr/>
          </p:nvSpPr>
          <p:spPr>
            <a:xfrm rot="-2700000">
              <a:off x="191316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80" name="tx180"/>
            <p:cNvSpPr/>
            <p:nvPr/>
          </p:nvSpPr>
          <p:spPr>
            <a:xfrm rot="-2700000">
              <a:off x="20625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81" name="tx181"/>
            <p:cNvSpPr/>
            <p:nvPr/>
          </p:nvSpPr>
          <p:spPr>
            <a:xfrm rot="-2700000">
              <a:off x="217996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82" name="tx182"/>
            <p:cNvSpPr/>
            <p:nvPr/>
          </p:nvSpPr>
          <p:spPr>
            <a:xfrm rot="-2700000">
              <a:off x="225929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83" name="tx183"/>
            <p:cNvSpPr/>
            <p:nvPr/>
          </p:nvSpPr>
          <p:spPr>
            <a:xfrm rot="-2700000">
              <a:off x="240849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84" name="tx184"/>
            <p:cNvSpPr/>
            <p:nvPr/>
          </p:nvSpPr>
          <p:spPr>
            <a:xfrm rot="-2700000">
              <a:off x="251158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85" name="tx185"/>
            <p:cNvSpPr/>
            <p:nvPr/>
          </p:nvSpPr>
          <p:spPr>
            <a:xfrm rot="-2700000">
              <a:off x="359545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86" name="tx186"/>
            <p:cNvSpPr/>
            <p:nvPr/>
          </p:nvSpPr>
          <p:spPr>
            <a:xfrm rot="-2700000">
              <a:off x="374623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87" name="tx187"/>
            <p:cNvSpPr/>
            <p:nvPr/>
          </p:nvSpPr>
          <p:spPr>
            <a:xfrm rot="-2700000">
              <a:off x="380521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88" name="tx188"/>
            <p:cNvSpPr/>
            <p:nvPr/>
          </p:nvSpPr>
          <p:spPr>
            <a:xfrm rot="-2700000">
              <a:off x="393342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89" name="tx189"/>
            <p:cNvSpPr/>
            <p:nvPr/>
          </p:nvSpPr>
          <p:spPr>
            <a:xfrm rot="-2700000">
              <a:off x="407882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90" name="tx190"/>
            <p:cNvSpPr/>
            <p:nvPr/>
          </p:nvSpPr>
          <p:spPr>
            <a:xfrm rot="-2700000">
              <a:off x="41751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91" name="tx191"/>
            <p:cNvSpPr/>
            <p:nvPr/>
          </p:nvSpPr>
          <p:spPr>
            <a:xfrm rot="-2700000">
              <a:off x="429396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92" name="tx192"/>
            <p:cNvSpPr/>
            <p:nvPr/>
          </p:nvSpPr>
          <p:spPr>
            <a:xfrm rot="-2700000">
              <a:off x="44433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93" name="tx193"/>
            <p:cNvSpPr/>
            <p:nvPr/>
          </p:nvSpPr>
          <p:spPr>
            <a:xfrm rot="-2700000">
              <a:off x="456076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94" name="tx194"/>
            <p:cNvSpPr/>
            <p:nvPr/>
          </p:nvSpPr>
          <p:spPr>
            <a:xfrm rot="-2700000">
              <a:off x="464009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95" name="tx195"/>
            <p:cNvSpPr/>
            <p:nvPr/>
          </p:nvSpPr>
          <p:spPr>
            <a:xfrm rot="-2700000">
              <a:off x="478929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96" name="tx196"/>
            <p:cNvSpPr/>
            <p:nvPr/>
          </p:nvSpPr>
          <p:spPr>
            <a:xfrm rot="-2700000">
              <a:off x="489238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97" name="tx197"/>
            <p:cNvSpPr/>
            <p:nvPr/>
          </p:nvSpPr>
          <p:spPr>
            <a:xfrm rot="-2700000">
              <a:off x="597625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98" name="tx198"/>
            <p:cNvSpPr/>
            <p:nvPr/>
          </p:nvSpPr>
          <p:spPr>
            <a:xfrm rot="-2700000">
              <a:off x="6127040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99" name="tx199"/>
            <p:cNvSpPr/>
            <p:nvPr/>
          </p:nvSpPr>
          <p:spPr>
            <a:xfrm rot="-2700000">
              <a:off x="618601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200" name="tx200"/>
            <p:cNvSpPr/>
            <p:nvPr/>
          </p:nvSpPr>
          <p:spPr>
            <a:xfrm rot="-2700000">
              <a:off x="631422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201" name="tx201"/>
            <p:cNvSpPr/>
            <p:nvPr/>
          </p:nvSpPr>
          <p:spPr>
            <a:xfrm rot="-2700000">
              <a:off x="645962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202" name="tx202"/>
            <p:cNvSpPr/>
            <p:nvPr/>
          </p:nvSpPr>
          <p:spPr>
            <a:xfrm rot="-2700000">
              <a:off x="65559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203" name="tx203"/>
            <p:cNvSpPr/>
            <p:nvPr/>
          </p:nvSpPr>
          <p:spPr>
            <a:xfrm rot="-2700000">
              <a:off x="667476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204" name="tx204"/>
            <p:cNvSpPr/>
            <p:nvPr/>
          </p:nvSpPr>
          <p:spPr>
            <a:xfrm rot="-2700000">
              <a:off x="682412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205" name="tx205"/>
            <p:cNvSpPr/>
            <p:nvPr/>
          </p:nvSpPr>
          <p:spPr>
            <a:xfrm rot="-2700000">
              <a:off x="694156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206" name="tx206"/>
            <p:cNvSpPr/>
            <p:nvPr/>
          </p:nvSpPr>
          <p:spPr>
            <a:xfrm rot="-2700000">
              <a:off x="702089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207" name="tx207"/>
            <p:cNvSpPr/>
            <p:nvPr/>
          </p:nvSpPr>
          <p:spPr>
            <a:xfrm rot="-2700000">
              <a:off x="7170095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208" name="tx208"/>
            <p:cNvSpPr/>
            <p:nvPr/>
          </p:nvSpPr>
          <p:spPr>
            <a:xfrm rot="-2700000">
              <a:off x="727318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209" name="tx209"/>
            <p:cNvSpPr/>
            <p:nvPr/>
          </p:nvSpPr>
          <p:spPr>
            <a:xfrm>
              <a:off x="6099145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210" name="tx210"/>
            <p:cNvSpPr/>
            <p:nvPr/>
          </p:nvSpPr>
          <p:spPr>
            <a:xfrm>
              <a:off x="5452664" y="2971794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211" name="tx211"/>
            <p:cNvSpPr/>
            <p:nvPr/>
          </p:nvSpPr>
          <p:spPr>
            <a:xfrm>
              <a:off x="3718344" y="5136076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212" name="tx212"/>
            <p:cNvSpPr/>
            <p:nvPr/>
          </p:nvSpPr>
          <p:spPr>
            <a:xfrm>
              <a:off x="3071863" y="4732566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213" name="tx213"/>
            <p:cNvSpPr/>
            <p:nvPr/>
          </p:nvSpPr>
          <p:spPr>
            <a:xfrm>
              <a:off x="3283090" y="4329056"/>
              <a:ext cx="5904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PB2:32-760</a:t>
              </a:r>
            </a:p>
          </p:txBody>
        </p:sp>
        <p:sp>
          <p:nvSpPr>
            <p:cNvPr id="214" name="tx214"/>
            <p:cNvSpPr/>
            <p:nvPr/>
          </p:nvSpPr>
          <p:spPr>
            <a:xfrm>
              <a:off x="3220910" y="3925546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PB2:654-760</a:t>
              </a:r>
            </a:p>
          </p:txBody>
        </p:sp>
        <p:sp>
          <p:nvSpPr>
            <p:cNvPr id="215" name="tx215"/>
            <p:cNvSpPr/>
            <p:nvPr/>
          </p:nvSpPr>
          <p:spPr>
            <a:xfrm>
              <a:off x="3220910" y="3522035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PB2:698-760</a:t>
              </a:r>
            </a:p>
          </p:txBody>
        </p:sp>
        <p:sp>
          <p:nvSpPr>
            <p:cNvPr id="216" name="tx216"/>
            <p:cNvSpPr/>
            <p:nvPr/>
          </p:nvSpPr>
          <p:spPr>
            <a:xfrm>
              <a:off x="3220910" y="3118525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PB2:669-760</a:t>
              </a:r>
            </a:p>
          </p:txBody>
        </p:sp>
        <p:sp>
          <p:nvSpPr>
            <p:cNvPr id="217" name="tx217"/>
            <p:cNvSpPr/>
            <p:nvPr/>
          </p:nvSpPr>
          <p:spPr>
            <a:xfrm>
              <a:off x="3283090" y="2715015"/>
              <a:ext cx="5904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PB2:59-760</a:t>
              </a:r>
            </a:p>
          </p:txBody>
        </p:sp>
        <p:sp>
          <p:nvSpPr>
            <p:cNvPr id="218" name="tx218"/>
            <p:cNvSpPr/>
            <p:nvPr/>
          </p:nvSpPr>
          <p:spPr>
            <a:xfrm>
              <a:off x="3220910" y="2311505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PB2:678-760</a:t>
              </a:r>
            </a:p>
          </p:txBody>
        </p:sp>
        <p:sp>
          <p:nvSpPr>
            <p:cNvPr id="219" name="tx219"/>
            <p:cNvSpPr/>
            <p:nvPr/>
          </p:nvSpPr>
          <p:spPr>
            <a:xfrm>
              <a:off x="1337543" y="5227783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220" name="tx220"/>
            <p:cNvSpPr/>
            <p:nvPr/>
          </p:nvSpPr>
          <p:spPr>
            <a:xfrm>
              <a:off x="691062" y="4977118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221" name="tx221"/>
            <p:cNvSpPr/>
            <p:nvPr/>
          </p:nvSpPr>
          <p:spPr>
            <a:xfrm>
              <a:off x="902289" y="4726452"/>
              <a:ext cx="5904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PB2:65-760</a:t>
              </a:r>
            </a:p>
          </p:txBody>
        </p:sp>
        <p:sp>
          <p:nvSpPr>
            <p:cNvPr id="222" name="tx222"/>
            <p:cNvSpPr/>
            <p:nvPr/>
          </p:nvSpPr>
          <p:spPr>
            <a:xfrm>
              <a:off x="902289" y="4475787"/>
              <a:ext cx="5904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PB2:68-760</a:t>
              </a:r>
            </a:p>
          </p:txBody>
        </p:sp>
        <p:sp>
          <p:nvSpPr>
            <p:cNvPr id="223" name="tx223"/>
            <p:cNvSpPr/>
            <p:nvPr/>
          </p:nvSpPr>
          <p:spPr>
            <a:xfrm>
              <a:off x="840109" y="4225121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PB2:661-664</a:t>
              </a:r>
            </a:p>
          </p:txBody>
        </p:sp>
        <p:sp>
          <p:nvSpPr>
            <p:cNvPr id="224" name="tx224"/>
            <p:cNvSpPr/>
            <p:nvPr/>
          </p:nvSpPr>
          <p:spPr>
            <a:xfrm>
              <a:off x="840109" y="3974456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PB2:709-760</a:t>
              </a:r>
            </a:p>
          </p:txBody>
        </p:sp>
        <p:sp>
          <p:nvSpPr>
            <p:cNvPr id="225" name="tx225"/>
            <p:cNvSpPr/>
            <p:nvPr/>
          </p:nvSpPr>
          <p:spPr>
            <a:xfrm>
              <a:off x="840109" y="3723791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PB2:644-760</a:t>
              </a:r>
            </a:p>
          </p:txBody>
        </p:sp>
        <p:sp>
          <p:nvSpPr>
            <p:cNvPr id="226" name="tx226"/>
            <p:cNvSpPr/>
            <p:nvPr/>
          </p:nvSpPr>
          <p:spPr>
            <a:xfrm>
              <a:off x="840109" y="3473125"/>
              <a:ext cx="6526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PB2:729-760</a:t>
              </a:r>
            </a:p>
          </p:txBody>
        </p:sp>
        <p:sp>
          <p:nvSpPr>
            <p:cNvPr id="227" name="tx227"/>
            <p:cNvSpPr/>
            <p:nvPr/>
          </p:nvSpPr>
          <p:spPr>
            <a:xfrm>
              <a:off x="902289" y="3222460"/>
              <a:ext cx="5904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PB2:74-760</a:t>
              </a:r>
            </a:p>
          </p:txBody>
        </p:sp>
        <p:sp>
          <p:nvSpPr>
            <p:cNvPr id="228" name="tx228"/>
            <p:cNvSpPr/>
            <p:nvPr/>
          </p:nvSpPr>
          <p:spPr>
            <a:xfrm>
              <a:off x="902289" y="2971794"/>
              <a:ext cx="5904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PB2:34-760</a:t>
              </a:r>
            </a:p>
          </p:txBody>
        </p:sp>
        <p:sp>
          <p:nvSpPr>
            <p:cNvPr id="229" name="tx229"/>
            <p:cNvSpPr/>
            <p:nvPr/>
          </p:nvSpPr>
          <p:spPr>
            <a:xfrm>
              <a:off x="902289" y="2721129"/>
              <a:ext cx="5904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PB2:64-760</a:t>
              </a:r>
            </a:p>
          </p:txBody>
        </p:sp>
        <p:sp>
          <p:nvSpPr>
            <p:cNvPr id="230" name="tx230"/>
            <p:cNvSpPr/>
            <p:nvPr/>
          </p:nvSpPr>
          <p:spPr>
            <a:xfrm>
              <a:off x="964468" y="2470463"/>
              <a:ext cx="5282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PB2:78-80</a:t>
              </a:r>
            </a:p>
          </p:txBody>
        </p:sp>
        <p:sp>
          <p:nvSpPr>
            <p:cNvPr id="231" name="tx231"/>
            <p:cNvSpPr/>
            <p:nvPr/>
          </p:nvSpPr>
          <p:spPr>
            <a:xfrm>
              <a:off x="902289" y="2219798"/>
              <a:ext cx="5904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PB2:85-760</a:t>
              </a:r>
            </a:p>
          </p:txBody>
        </p:sp>
        <p:sp>
          <p:nvSpPr>
            <p:cNvPr id="232" name="tx232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233" name="tx233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234" name="pic2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235" name="pl235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l236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l237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l238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l239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l240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l241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l242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tx243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244" name="tx244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245" name="tx245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246" name="tx246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47" name="tx247"/>
            <p:cNvSpPr/>
            <p:nvPr/>
          </p:nvSpPr>
          <p:spPr>
            <a:xfrm>
              <a:off x="1555347" y="1669789"/>
              <a:ext cx="3790188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PB2: andel frameshift over tid per influensasubtype</a:t>
              </a:r>
            </a:p>
          </p:txBody>
        </p:sp>
      </p:grpSp>
      <p:sp>
        <p:nvSpPr>
          <p:cNvPr id="24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PB2: andel frameshift over tid per influensasubtype</a:t>
            </a: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641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2372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3115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3847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4578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5309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6040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6783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491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198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929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648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0008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126755" y="4515792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126755" y="3011799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1281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2001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2744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3487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4206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4949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566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6412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7155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7826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8569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9289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823430" y="3763796"/>
              <a:ext cx="67126" cy="1503992"/>
            </a:xfrm>
            <a:prstGeom prst="rect">
              <a:avLst/>
            </a:prstGeom>
            <a:solidFill>
              <a:srgbClr val="B6BDF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533349" y="3763796"/>
              <a:ext cx="67126" cy="1503992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681986" y="3763796"/>
              <a:ext cx="67126" cy="1503992"/>
            </a:xfrm>
            <a:prstGeom prst="rect">
              <a:avLst/>
            </a:prstGeom>
            <a:solidFill>
              <a:srgbClr val="C3C9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607667" y="3763796"/>
              <a:ext cx="67126" cy="1503992"/>
            </a:xfrm>
            <a:prstGeom prst="rect">
              <a:avLst/>
            </a:prstGeom>
            <a:solidFill>
              <a:srgbClr val="E9E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895352" y="3763796"/>
              <a:ext cx="67126" cy="1503992"/>
            </a:xfrm>
            <a:prstGeom prst="rect">
              <a:avLst/>
            </a:prstGeom>
            <a:solidFill>
              <a:srgbClr val="E3E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749112" y="3763796"/>
              <a:ext cx="67126" cy="1503992"/>
            </a:xfrm>
            <a:prstGeom prst="rect">
              <a:avLst/>
            </a:prstGeom>
            <a:solidFill>
              <a:srgbClr val="EDE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461428" y="3763796"/>
              <a:ext cx="67126" cy="1503992"/>
            </a:xfrm>
            <a:prstGeom prst="rect">
              <a:avLst/>
            </a:prstGeom>
            <a:solidFill>
              <a:srgbClr val="E0E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387109" y="3763796"/>
              <a:ext cx="67126" cy="1503992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315188" y="3763796"/>
              <a:ext cx="67126" cy="1503992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823430" y="2259803"/>
              <a:ext cx="67126" cy="1503992"/>
            </a:xfrm>
            <a:prstGeom prst="rect">
              <a:avLst/>
            </a:prstGeom>
            <a:solidFill>
              <a:srgbClr val="575B9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2240870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533349" y="2259803"/>
              <a:ext cx="67126" cy="1503992"/>
            </a:xfrm>
            <a:prstGeom prst="rect">
              <a:avLst/>
            </a:prstGeom>
            <a:solidFill>
              <a:srgbClr val="2527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2681986" y="2259803"/>
              <a:ext cx="67126" cy="1503992"/>
            </a:xfrm>
            <a:prstGeom prst="rect">
              <a:avLst/>
            </a:prstGeom>
            <a:solidFill>
              <a:srgbClr val="4F528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607667" y="2259803"/>
              <a:ext cx="67126" cy="1503992"/>
            </a:xfrm>
            <a:prstGeom prst="rect">
              <a:avLst/>
            </a:prstGeom>
            <a:solidFill>
              <a:srgbClr val="2D2F4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2166552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2895352" y="2259803"/>
              <a:ext cx="67126" cy="1503992"/>
            </a:xfrm>
            <a:prstGeom prst="rect">
              <a:avLst/>
            </a:prstGeom>
            <a:solidFill>
              <a:srgbClr val="35375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2749112" y="2259803"/>
              <a:ext cx="67126" cy="1503992"/>
            </a:xfrm>
            <a:prstGeom prst="rect">
              <a:avLst/>
            </a:prstGeom>
            <a:solidFill>
              <a:srgbClr val="282A4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2461428" y="2259803"/>
              <a:ext cx="67126" cy="1503992"/>
            </a:xfrm>
            <a:prstGeom prst="rect">
              <a:avLst/>
            </a:prstGeom>
            <a:solidFill>
              <a:srgbClr val="373A5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2387109" y="2259803"/>
              <a:ext cx="67126" cy="1503992"/>
            </a:xfrm>
            <a:prstGeom prst="rect">
              <a:avLst/>
            </a:prstGeom>
            <a:solidFill>
              <a:srgbClr val="25274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2315188" y="2259803"/>
              <a:ext cx="67126" cy="1503992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4544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46180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46923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7655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8386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9117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9848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0591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51299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2006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52737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3456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3816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507556" y="4945504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507556" y="4157698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507556" y="3369893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4507556" y="2582087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5089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45809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46552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47295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48014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48757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4947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50220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50963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51634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52377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53097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5204232" y="4551601"/>
              <a:ext cx="67126" cy="787805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4621671" y="4551601"/>
              <a:ext cx="67126" cy="787805"/>
            </a:xfrm>
            <a:prstGeom prst="rect">
              <a:avLst/>
            </a:prstGeom>
            <a:solidFill>
              <a:srgbClr val="C3C9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4914150" y="4551601"/>
              <a:ext cx="67126" cy="787805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5062787" y="4551601"/>
              <a:ext cx="67126" cy="787805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4988468" y="4551601"/>
              <a:ext cx="67126" cy="787805"/>
            </a:xfrm>
            <a:prstGeom prst="rect">
              <a:avLst/>
            </a:prstGeom>
            <a:solidFill>
              <a:srgbClr val="E7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5129913" y="4551601"/>
              <a:ext cx="67126" cy="787805"/>
            </a:xfrm>
            <a:prstGeom prst="rect">
              <a:avLst/>
            </a:prstGeom>
            <a:solidFill>
              <a:srgbClr val="ED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4842229" y="4551601"/>
              <a:ext cx="67126" cy="787805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4767911" y="4551601"/>
              <a:ext cx="67126" cy="787805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4695990" y="4551601"/>
              <a:ext cx="67126" cy="787805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5204232" y="3763796"/>
              <a:ext cx="67126" cy="787805"/>
            </a:xfrm>
            <a:prstGeom prst="rect">
              <a:avLst/>
            </a:prstGeom>
            <a:solidFill>
              <a:srgbClr val="2B2D4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4621671" y="3763796"/>
              <a:ext cx="67126" cy="787805"/>
            </a:xfrm>
            <a:prstGeom prst="rect">
              <a:avLst/>
            </a:prstGeom>
            <a:solidFill>
              <a:srgbClr val="4F528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4914150" y="3763796"/>
              <a:ext cx="67126" cy="787805"/>
            </a:xfrm>
            <a:prstGeom prst="rect">
              <a:avLst/>
            </a:prstGeom>
            <a:solidFill>
              <a:srgbClr val="22243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5062787" y="3763796"/>
              <a:ext cx="67126" cy="787805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4988468" y="3763796"/>
              <a:ext cx="67126" cy="787805"/>
            </a:xfrm>
            <a:prstGeom prst="rect">
              <a:avLst/>
            </a:prstGeom>
            <a:solidFill>
              <a:srgbClr val="2F315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5276153" y="3763796"/>
              <a:ext cx="67126" cy="787805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5129913" y="3763796"/>
              <a:ext cx="67126" cy="787805"/>
            </a:xfrm>
            <a:prstGeom prst="rect">
              <a:avLst/>
            </a:prstGeom>
            <a:solidFill>
              <a:srgbClr val="282A4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4842229" y="3763796"/>
              <a:ext cx="67126" cy="787805"/>
            </a:xfrm>
            <a:prstGeom prst="rect">
              <a:avLst/>
            </a:prstGeom>
            <a:solidFill>
              <a:srgbClr val="26284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4767911" y="3763796"/>
              <a:ext cx="67126" cy="787805"/>
            </a:xfrm>
            <a:prstGeom prst="rect">
              <a:avLst/>
            </a:prstGeom>
            <a:solidFill>
              <a:srgbClr val="2A2C4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4695990" y="3763796"/>
              <a:ext cx="67126" cy="787805"/>
            </a:xfrm>
            <a:prstGeom prst="rect">
              <a:avLst/>
            </a:prstGeom>
            <a:solidFill>
              <a:srgbClr val="1A1C3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4914150" y="2975990"/>
              <a:ext cx="67126" cy="787805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4842229" y="2188184"/>
              <a:ext cx="67126" cy="787805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6925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69988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0731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1463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2194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2925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73656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74399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75107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75814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76545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l113"/>
            <p:cNvSpPr/>
            <p:nvPr/>
          </p:nvSpPr>
          <p:spPr>
            <a:xfrm>
              <a:off x="77264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l114"/>
            <p:cNvSpPr/>
            <p:nvPr/>
          </p:nvSpPr>
          <p:spPr>
            <a:xfrm>
              <a:off x="7762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l115"/>
            <p:cNvSpPr/>
            <p:nvPr/>
          </p:nvSpPr>
          <p:spPr>
            <a:xfrm>
              <a:off x="6888357" y="4515792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l116"/>
            <p:cNvSpPr/>
            <p:nvPr/>
          </p:nvSpPr>
          <p:spPr>
            <a:xfrm>
              <a:off x="6888357" y="3011799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l117"/>
            <p:cNvSpPr/>
            <p:nvPr/>
          </p:nvSpPr>
          <p:spPr>
            <a:xfrm>
              <a:off x="68897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69617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l119"/>
            <p:cNvSpPr/>
            <p:nvPr/>
          </p:nvSpPr>
          <p:spPr>
            <a:xfrm>
              <a:off x="70360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71103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l121"/>
            <p:cNvSpPr/>
            <p:nvPr/>
          </p:nvSpPr>
          <p:spPr>
            <a:xfrm>
              <a:off x="71822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l122"/>
            <p:cNvSpPr/>
            <p:nvPr/>
          </p:nvSpPr>
          <p:spPr>
            <a:xfrm>
              <a:off x="72565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7328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74028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74771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75442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76185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76905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7585033" y="3763796"/>
              <a:ext cx="67126" cy="1503992"/>
            </a:xfrm>
            <a:prstGeom prst="rect">
              <a:avLst/>
            </a:prstGeom>
            <a:solidFill>
              <a:srgbClr val="DCE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7294951" y="3763796"/>
              <a:ext cx="67126" cy="1503992"/>
            </a:xfrm>
            <a:prstGeom prst="rect">
              <a:avLst/>
            </a:prstGeom>
            <a:solidFill>
              <a:srgbClr val="B2BA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7369270" y="3763796"/>
              <a:ext cx="67126" cy="1503992"/>
            </a:xfrm>
            <a:prstGeom prst="rect">
              <a:avLst/>
            </a:prstGeom>
            <a:solidFill>
              <a:srgbClr val="D9D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7656954" y="3763796"/>
              <a:ext cx="67126" cy="1503992"/>
            </a:xfrm>
            <a:prstGeom prst="rect">
              <a:avLst/>
            </a:prstGeom>
            <a:solidFill>
              <a:srgbClr val="9DA5F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7585033" y="2259803"/>
              <a:ext cx="67126" cy="1503992"/>
            </a:xfrm>
            <a:prstGeom prst="rect">
              <a:avLst/>
            </a:prstGeom>
            <a:solidFill>
              <a:srgbClr val="3D406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7002472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7294951" y="2259803"/>
              <a:ext cx="67126" cy="1503992"/>
            </a:xfrm>
            <a:prstGeom prst="rect">
              <a:avLst/>
            </a:prstGeom>
            <a:solidFill>
              <a:srgbClr val="5A5E9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7443588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7369270" y="2259803"/>
              <a:ext cx="67126" cy="1503992"/>
            </a:xfrm>
            <a:prstGeom prst="rect">
              <a:avLst/>
            </a:prstGeom>
            <a:solidFill>
              <a:srgbClr val="40436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rc138"/>
            <p:cNvSpPr/>
            <p:nvPr/>
          </p:nvSpPr>
          <p:spPr>
            <a:xfrm>
              <a:off x="7656954" y="2259803"/>
              <a:ext cx="67126" cy="1503992"/>
            </a:xfrm>
            <a:prstGeom prst="rect">
              <a:avLst/>
            </a:prstGeom>
            <a:solidFill>
              <a:srgbClr val="686DB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7510714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tx140"/>
            <p:cNvSpPr/>
            <p:nvPr/>
          </p:nvSpPr>
          <p:spPr>
            <a:xfrm>
              <a:off x="236887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41" name="tx141"/>
            <p:cNvSpPr/>
            <p:nvPr/>
          </p:nvSpPr>
          <p:spPr>
            <a:xfrm>
              <a:off x="4749680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42" name="tx142"/>
            <p:cNvSpPr/>
            <p:nvPr/>
          </p:nvSpPr>
          <p:spPr>
            <a:xfrm>
              <a:off x="7088007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178512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188896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1899442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19791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207760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212538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21973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229816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236709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240261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2503310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255946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41659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426976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428024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58" name="tx158"/>
            <p:cNvSpPr/>
            <p:nvPr/>
          </p:nvSpPr>
          <p:spPr>
            <a:xfrm rot="-2700000">
              <a:off x="435994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9" name="tx159"/>
            <p:cNvSpPr/>
            <p:nvPr/>
          </p:nvSpPr>
          <p:spPr>
            <a:xfrm rot="-2700000">
              <a:off x="445840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450618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45781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467896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474789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2700000">
              <a:off x="478341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65" name="tx165"/>
            <p:cNvSpPr/>
            <p:nvPr/>
          </p:nvSpPr>
          <p:spPr>
            <a:xfrm rot="-2700000">
              <a:off x="488411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2700000">
              <a:off x="494026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67" name="tx167"/>
            <p:cNvSpPr/>
            <p:nvPr/>
          </p:nvSpPr>
          <p:spPr>
            <a:xfrm rot="-2700000">
              <a:off x="65467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68" name="tx168"/>
            <p:cNvSpPr/>
            <p:nvPr/>
          </p:nvSpPr>
          <p:spPr>
            <a:xfrm rot="-2700000">
              <a:off x="6650570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69" name="tx169"/>
            <p:cNvSpPr/>
            <p:nvPr/>
          </p:nvSpPr>
          <p:spPr>
            <a:xfrm rot="-2700000">
              <a:off x="666104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2700000">
              <a:off x="674074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2700000">
              <a:off x="683920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72" name="tx172"/>
            <p:cNvSpPr/>
            <p:nvPr/>
          </p:nvSpPr>
          <p:spPr>
            <a:xfrm rot="-2700000">
              <a:off x="688698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69589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705976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712869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76" name="tx176"/>
            <p:cNvSpPr/>
            <p:nvPr/>
          </p:nvSpPr>
          <p:spPr>
            <a:xfrm rot="-2700000">
              <a:off x="7164213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77" name="tx177"/>
            <p:cNvSpPr/>
            <p:nvPr/>
          </p:nvSpPr>
          <p:spPr>
            <a:xfrm rot="-2700000">
              <a:off x="726491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78" name="tx178"/>
            <p:cNvSpPr/>
            <p:nvPr/>
          </p:nvSpPr>
          <p:spPr>
            <a:xfrm rot="-2700000">
              <a:off x="732106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79" name="tx179"/>
            <p:cNvSpPr/>
            <p:nvPr/>
          </p:nvSpPr>
          <p:spPr>
            <a:xfrm>
              <a:off x="6670554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80" name="tx180"/>
            <p:cNvSpPr/>
            <p:nvPr/>
          </p:nvSpPr>
          <p:spPr>
            <a:xfrm>
              <a:off x="5452664" y="2971794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81" name="tx181"/>
            <p:cNvSpPr/>
            <p:nvPr/>
          </p:nvSpPr>
          <p:spPr>
            <a:xfrm>
              <a:off x="4289753" y="4905499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82" name="tx182"/>
            <p:cNvSpPr/>
            <p:nvPr/>
          </p:nvSpPr>
          <p:spPr>
            <a:xfrm>
              <a:off x="3071863" y="4117693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83" name="tx183"/>
            <p:cNvSpPr/>
            <p:nvPr/>
          </p:nvSpPr>
          <p:spPr>
            <a:xfrm>
              <a:off x="3910459" y="3329888"/>
              <a:ext cx="53446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PB2:652:X</a:t>
              </a:r>
            </a:p>
          </p:txBody>
        </p:sp>
        <p:sp>
          <p:nvSpPr>
            <p:cNvPr id="184" name="tx184"/>
            <p:cNvSpPr/>
            <p:nvPr/>
          </p:nvSpPr>
          <p:spPr>
            <a:xfrm>
              <a:off x="3860808" y="2542082"/>
              <a:ext cx="58411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PB2:674:*D</a:t>
              </a:r>
            </a:p>
          </p:txBody>
        </p:sp>
        <p:sp>
          <p:nvSpPr>
            <p:cNvPr id="185" name="tx185"/>
            <p:cNvSpPr/>
            <p:nvPr/>
          </p:nvSpPr>
          <p:spPr>
            <a:xfrm>
              <a:off x="1908951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86" name="tx186"/>
            <p:cNvSpPr/>
            <p:nvPr/>
          </p:nvSpPr>
          <p:spPr>
            <a:xfrm>
              <a:off x="691062" y="2971794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87" name="tx187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88" name="tx188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89" name="pic18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90" name="pl190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l191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l192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l193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l194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l195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l196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l197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tx198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99" name="tx199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200" name="tx200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201" name="tx201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02" name="tx202"/>
            <p:cNvSpPr/>
            <p:nvPr/>
          </p:nvSpPr>
          <p:spPr>
            <a:xfrm>
              <a:off x="2126755" y="1669789"/>
              <a:ext cx="3874129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PB2: andel insersjoner over tid per influensasubtype</a:t>
              </a:r>
            </a:p>
          </p:txBody>
        </p:sp>
      </p:grpSp>
      <p:sp>
        <p:nvSpPr>
          <p:cNvPr id="20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PB2: andel insersjoner over tid per influensasubtype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345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2102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2872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362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4386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5143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5900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6669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401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133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890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635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0007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095849" y="538465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095849" y="532876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095849" y="527286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095849" y="521697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095849" y="516108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095849" y="510519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095849" y="504930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095849" y="499341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095849" y="493751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095849" y="488162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095849" y="482573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095849" y="476984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095849" y="471395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095849" y="465806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2095849" y="460217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2095849" y="454627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095849" y="449038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095849" y="443449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2095849" y="437860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095849" y="432271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2095849" y="426682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2095849" y="421092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2095849" y="415503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2095849" y="409914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2095849" y="404325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2095849" y="398736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2095849" y="393147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2095849" y="387557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2095849" y="381968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2095849" y="376379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2095849" y="370790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2095849" y="365201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2095849" y="359612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2095849" y="354022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2095849" y="348433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2095849" y="342844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2095849" y="337255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2095849" y="331666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2095849" y="326077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2095849" y="320487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2095849" y="314898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2095849" y="309309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2095849" y="303720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2095849" y="298131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2095849" y="292542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2095849" y="286953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2095849" y="281363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2095849" y="275774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2095849" y="270185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2095849" y="264596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2095849" y="259007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2095849" y="253418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2095849" y="247828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2095849" y="242239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2095849" y="236650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2095849" y="231061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2095849" y="225472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2095849" y="219883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2095849" y="214293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20973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21717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22487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232568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24001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24770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25515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26284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27054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27749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2851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29263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2817117" y="5356706"/>
              <a:ext cx="69495" cy="55891"/>
            </a:xfrm>
            <a:prstGeom prst="rect">
              <a:avLst/>
            </a:prstGeom>
            <a:solidFill>
              <a:srgbClr val="B6BDF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2516795" y="5356706"/>
              <a:ext cx="69495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2670679" y="5356706"/>
              <a:ext cx="69495" cy="55891"/>
            </a:xfrm>
            <a:prstGeom prst="rect">
              <a:avLst/>
            </a:prstGeom>
            <a:solidFill>
              <a:srgbClr val="C3C9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2593737" y="5356706"/>
              <a:ext cx="69495" cy="55891"/>
            </a:xfrm>
            <a:prstGeom prst="rect">
              <a:avLst/>
            </a:prstGeom>
            <a:solidFill>
              <a:srgbClr val="E9E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2891577" y="5356706"/>
              <a:ext cx="69495" cy="55891"/>
            </a:xfrm>
            <a:prstGeom prst="rect">
              <a:avLst/>
            </a:prstGeom>
            <a:solidFill>
              <a:srgbClr val="E3E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2740175" y="5356706"/>
              <a:ext cx="69495" cy="55891"/>
            </a:xfrm>
            <a:prstGeom prst="rect">
              <a:avLst/>
            </a:prstGeom>
            <a:solidFill>
              <a:srgbClr val="EDE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2442335" y="5356706"/>
              <a:ext cx="69495" cy="55891"/>
            </a:xfrm>
            <a:prstGeom prst="rect">
              <a:avLst/>
            </a:prstGeom>
            <a:solidFill>
              <a:srgbClr val="E0E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2365394" y="5356706"/>
              <a:ext cx="69495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2290934" y="5356706"/>
              <a:ext cx="69495" cy="55891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2817117" y="5300815"/>
              <a:ext cx="69495" cy="55891"/>
            </a:xfrm>
            <a:prstGeom prst="rect">
              <a:avLst/>
            </a:prstGeom>
            <a:solidFill>
              <a:srgbClr val="656AB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2213992" y="5300815"/>
              <a:ext cx="69495" cy="55891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2516795" y="5300815"/>
              <a:ext cx="69495" cy="55891"/>
            </a:xfrm>
            <a:prstGeom prst="rect">
              <a:avLst/>
            </a:prstGeom>
            <a:solidFill>
              <a:srgbClr val="383A5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2670679" y="5300815"/>
              <a:ext cx="69495" cy="55891"/>
            </a:xfrm>
            <a:prstGeom prst="rect">
              <a:avLst/>
            </a:prstGeom>
            <a:solidFill>
              <a:srgbClr val="6E73C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2593737" y="5300815"/>
              <a:ext cx="69495" cy="55891"/>
            </a:xfrm>
            <a:prstGeom prst="rect">
              <a:avLst/>
            </a:prstGeom>
            <a:solidFill>
              <a:srgbClr val="3B3D6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2137050" y="5300815"/>
              <a:ext cx="69495" cy="55891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2891577" y="5300815"/>
              <a:ext cx="69495" cy="55891"/>
            </a:xfrm>
            <a:prstGeom prst="rect">
              <a:avLst/>
            </a:prstGeom>
            <a:solidFill>
              <a:srgbClr val="35375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2740175" y="5300815"/>
              <a:ext cx="69495" cy="55891"/>
            </a:xfrm>
            <a:prstGeom prst="rect">
              <a:avLst/>
            </a:prstGeom>
            <a:solidFill>
              <a:srgbClr val="282A45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2442335" y="5300815"/>
              <a:ext cx="69495" cy="55891"/>
            </a:xfrm>
            <a:prstGeom prst="rect">
              <a:avLst/>
            </a:prstGeom>
            <a:solidFill>
              <a:srgbClr val="3D406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2365394" y="5300815"/>
              <a:ext cx="69495" cy="55891"/>
            </a:xfrm>
            <a:prstGeom prst="rect">
              <a:avLst/>
            </a:prstGeom>
            <a:solidFill>
              <a:srgbClr val="2A2C4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2290934" y="5300815"/>
              <a:ext cx="69495" cy="55891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2817117" y="5244923"/>
              <a:ext cx="69495" cy="5589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2817117" y="5189032"/>
              <a:ext cx="69495" cy="5589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2817117" y="5133140"/>
              <a:ext cx="69495" cy="55891"/>
            </a:xfrm>
            <a:prstGeom prst="rect">
              <a:avLst/>
            </a:prstGeom>
            <a:solidFill>
              <a:srgbClr val="F7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2516795" y="4853682"/>
              <a:ext cx="69495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2516795" y="4797790"/>
              <a:ext cx="69495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2516795" y="4741899"/>
              <a:ext cx="69495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2516795" y="4686007"/>
              <a:ext cx="69495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2516795" y="4630116"/>
              <a:ext cx="69495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2516795" y="4574224"/>
              <a:ext cx="69495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2516795" y="4518332"/>
              <a:ext cx="69495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2516795" y="4462441"/>
              <a:ext cx="69495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2516795" y="4406549"/>
              <a:ext cx="69495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2516795" y="4350657"/>
              <a:ext cx="69495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2516795" y="4294766"/>
              <a:ext cx="69495" cy="55891"/>
            </a:xfrm>
            <a:prstGeom prst="rect">
              <a:avLst/>
            </a:prstGeom>
            <a:solidFill>
              <a:srgbClr val="EFF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2670679" y="4238874"/>
              <a:ext cx="69495" cy="55891"/>
            </a:xfrm>
            <a:prstGeom prst="rect">
              <a:avLst/>
            </a:prstGeom>
            <a:solidFill>
              <a:srgbClr val="E7E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2593737" y="4182983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2593737" y="4127091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2593737" y="4071199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2593737" y="4015308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2593737" y="3959416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2593737" y="3903525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2593737" y="3847633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2593737" y="5244923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2593737" y="5189032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2593737" y="3791741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2593737" y="3735850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2593737" y="3679958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2593737" y="3624066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2593737" y="3568175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rc138"/>
            <p:cNvSpPr/>
            <p:nvPr/>
          </p:nvSpPr>
          <p:spPr>
            <a:xfrm>
              <a:off x="2593737" y="3512283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2593737" y="3456392"/>
              <a:ext cx="69495" cy="55891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rc140"/>
            <p:cNvSpPr/>
            <p:nvPr/>
          </p:nvSpPr>
          <p:spPr>
            <a:xfrm>
              <a:off x="2593737" y="3400500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1" name="rc141"/>
            <p:cNvSpPr/>
            <p:nvPr/>
          </p:nvSpPr>
          <p:spPr>
            <a:xfrm>
              <a:off x="2593737" y="3344608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2" name="rc142"/>
            <p:cNvSpPr/>
            <p:nvPr/>
          </p:nvSpPr>
          <p:spPr>
            <a:xfrm>
              <a:off x="2593737" y="3288717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3" name="rc143"/>
            <p:cNvSpPr/>
            <p:nvPr/>
          </p:nvSpPr>
          <p:spPr>
            <a:xfrm>
              <a:off x="2593737" y="3232825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4" name="rc144"/>
            <p:cNvSpPr/>
            <p:nvPr/>
          </p:nvSpPr>
          <p:spPr>
            <a:xfrm>
              <a:off x="2593737" y="5133140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5" name="rc145"/>
            <p:cNvSpPr/>
            <p:nvPr/>
          </p:nvSpPr>
          <p:spPr>
            <a:xfrm>
              <a:off x="2593737" y="3176934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6" name="rc146"/>
            <p:cNvSpPr/>
            <p:nvPr/>
          </p:nvSpPr>
          <p:spPr>
            <a:xfrm>
              <a:off x="2593737" y="3121042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2593737" y="3065150"/>
              <a:ext cx="69495" cy="55891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rc148"/>
            <p:cNvSpPr/>
            <p:nvPr/>
          </p:nvSpPr>
          <p:spPr>
            <a:xfrm>
              <a:off x="2593737" y="3009259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9" name="rc149"/>
            <p:cNvSpPr/>
            <p:nvPr/>
          </p:nvSpPr>
          <p:spPr>
            <a:xfrm>
              <a:off x="2593737" y="2953367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0" name="rc150"/>
            <p:cNvSpPr/>
            <p:nvPr/>
          </p:nvSpPr>
          <p:spPr>
            <a:xfrm>
              <a:off x="2593737" y="2897476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1" name="rc151"/>
            <p:cNvSpPr/>
            <p:nvPr/>
          </p:nvSpPr>
          <p:spPr>
            <a:xfrm>
              <a:off x="2593737" y="2841584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2" name="rc152"/>
            <p:cNvSpPr/>
            <p:nvPr/>
          </p:nvSpPr>
          <p:spPr>
            <a:xfrm>
              <a:off x="2593737" y="2785692"/>
              <a:ext cx="69495" cy="55891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3" name="rc153"/>
            <p:cNvSpPr/>
            <p:nvPr/>
          </p:nvSpPr>
          <p:spPr>
            <a:xfrm>
              <a:off x="2593737" y="2729801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4" name="rc154"/>
            <p:cNvSpPr/>
            <p:nvPr/>
          </p:nvSpPr>
          <p:spPr>
            <a:xfrm>
              <a:off x="2442335" y="2673909"/>
              <a:ext cx="69495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5" name="rc155"/>
            <p:cNvSpPr/>
            <p:nvPr/>
          </p:nvSpPr>
          <p:spPr>
            <a:xfrm>
              <a:off x="2442335" y="2618017"/>
              <a:ext cx="69495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6" name="rc156"/>
            <p:cNvSpPr/>
            <p:nvPr/>
          </p:nvSpPr>
          <p:spPr>
            <a:xfrm>
              <a:off x="2442335" y="4965465"/>
              <a:ext cx="69495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7" name="rc157"/>
            <p:cNvSpPr/>
            <p:nvPr/>
          </p:nvSpPr>
          <p:spPr>
            <a:xfrm>
              <a:off x="2442335" y="2562126"/>
              <a:ext cx="69495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8" name="rc158"/>
            <p:cNvSpPr/>
            <p:nvPr/>
          </p:nvSpPr>
          <p:spPr>
            <a:xfrm>
              <a:off x="2442335" y="5244923"/>
              <a:ext cx="69495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9" name="rc159"/>
            <p:cNvSpPr/>
            <p:nvPr/>
          </p:nvSpPr>
          <p:spPr>
            <a:xfrm>
              <a:off x="2442335" y="2506234"/>
              <a:ext cx="69495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0" name="rc160"/>
            <p:cNvSpPr/>
            <p:nvPr/>
          </p:nvSpPr>
          <p:spPr>
            <a:xfrm>
              <a:off x="2442335" y="2450343"/>
              <a:ext cx="69495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1" name="rc161"/>
            <p:cNvSpPr/>
            <p:nvPr/>
          </p:nvSpPr>
          <p:spPr>
            <a:xfrm>
              <a:off x="2442335" y="3624066"/>
              <a:ext cx="69495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2" name="rc162"/>
            <p:cNvSpPr/>
            <p:nvPr/>
          </p:nvSpPr>
          <p:spPr>
            <a:xfrm>
              <a:off x="2442335" y="2897476"/>
              <a:ext cx="69495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3" name="rc163"/>
            <p:cNvSpPr/>
            <p:nvPr/>
          </p:nvSpPr>
          <p:spPr>
            <a:xfrm>
              <a:off x="2442335" y="2394451"/>
              <a:ext cx="69495" cy="55891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4" name="rc164"/>
            <p:cNvSpPr/>
            <p:nvPr/>
          </p:nvSpPr>
          <p:spPr>
            <a:xfrm>
              <a:off x="2365394" y="5077248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5" name="rc165"/>
            <p:cNvSpPr/>
            <p:nvPr/>
          </p:nvSpPr>
          <p:spPr>
            <a:xfrm>
              <a:off x="2365394" y="4071199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6" name="rc166"/>
            <p:cNvSpPr/>
            <p:nvPr/>
          </p:nvSpPr>
          <p:spPr>
            <a:xfrm>
              <a:off x="2365394" y="4015308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7" name="rc167"/>
            <p:cNvSpPr/>
            <p:nvPr/>
          </p:nvSpPr>
          <p:spPr>
            <a:xfrm>
              <a:off x="2365394" y="3959416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8" name="rc168"/>
            <p:cNvSpPr/>
            <p:nvPr/>
          </p:nvSpPr>
          <p:spPr>
            <a:xfrm>
              <a:off x="2365394" y="2338559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9" name="rc169"/>
            <p:cNvSpPr/>
            <p:nvPr/>
          </p:nvSpPr>
          <p:spPr>
            <a:xfrm>
              <a:off x="2365394" y="5021357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0" name="rc170"/>
            <p:cNvSpPr/>
            <p:nvPr/>
          </p:nvSpPr>
          <p:spPr>
            <a:xfrm>
              <a:off x="2365394" y="5189032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1" name="rc171"/>
            <p:cNvSpPr/>
            <p:nvPr/>
          </p:nvSpPr>
          <p:spPr>
            <a:xfrm>
              <a:off x="2365394" y="2282668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2" name="rc172"/>
            <p:cNvSpPr/>
            <p:nvPr/>
          </p:nvSpPr>
          <p:spPr>
            <a:xfrm>
              <a:off x="2365394" y="3176934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3" name="rc173"/>
            <p:cNvSpPr/>
            <p:nvPr/>
          </p:nvSpPr>
          <p:spPr>
            <a:xfrm>
              <a:off x="2365394" y="3121042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4" name="rc174"/>
            <p:cNvSpPr/>
            <p:nvPr/>
          </p:nvSpPr>
          <p:spPr>
            <a:xfrm>
              <a:off x="2365394" y="3009259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5" name="rc175"/>
            <p:cNvSpPr/>
            <p:nvPr/>
          </p:nvSpPr>
          <p:spPr>
            <a:xfrm>
              <a:off x="2365394" y="2953367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6" name="rc176"/>
            <p:cNvSpPr/>
            <p:nvPr/>
          </p:nvSpPr>
          <p:spPr>
            <a:xfrm>
              <a:off x="2365394" y="2226776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7" name="rc177"/>
            <p:cNvSpPr/>
            <p:nvPr/>
          </p:nvSpPr>
          <p:spPr>
            <a:xfrm>
              <a:off x="2365394" y="2841584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8" name="rc178"/>
            <p:cNvSpPr/>
            <p:nvPr/>
          </p:nvSpPr>
          <p:spPr>
            <a:xfrm>
              <a:off x="2365394" y="2170885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9" name="rc179"/>
            <p:cNvSpPr/>
            <p:nvPr/>
          </p:nvSpPr>
          <p:spPr>
            <a:xfrm>
              <a:off x="2365394" y="2114993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0" name="rc180"/>
            <p:cNvSpPr/>
            <p:nvPr/>
          </p:nvSpPr>
          <p:spPr>
            <a:xfrm>
              <a:off x="2365394" y="4909574"/>
              <a:ext cx="69495" cy="55891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1" name="pl181"/>
            <p:cNvSpPr/>
            <p:nvPr/>
          </p:nvSpPr>
          <p:spPr>
            <a:xfrm>
              <a:off x="45153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l182"/>
            <p:cNvSpPr/>
            <p:nvPr/>
          </p:nvSpPr>
          <p:spPr>
            <a:xfrm>
              <a:off x="45910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l183"/>
            <p:cNvSpPr/>
            <p:nvPr/>
          </p:nvSpPr>
          <p:spPr>
            <a:xfrm>
              <a:off x="46680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l184"/>
            <p:cNvSpPr/>
            <p:nvPr/>
          </p:nvSpPr>
          <p:spPr>
            <a:xfrm>
              <a:off x="4743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l185"/>
            <p:cNvSpPr/>
            <p:nvPr/>
          </p:nvSpPr>
          <p:spPr>
            <a:xfrm>
              <a:off x="48194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l186"/>
            <p:cNvSpPr/>
            <p:nvPr/>
          </p:nvSpPr>
          <p:spPr>
            <a:xfrm>
              <a:off x="48951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l187"/>
            <p:cNvSpPr/>
            <p:nvPr/>
          </p:nvSpPr>
          <p:spPr>
            <a:xfrm>
              <a:off x="49708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l188"/>
            <p:cNvSpPr/>
            <p:nvPr/>
          </p:nvSpPr>
          <p:spPr>
            <a:xfrm>
              <a:off x="50477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l189"/>
            <p:cNvSpPr/>
            <p:nvPr/>
          </p:nvSpPr>
          <p:spPr>
            <a:xfrm>
              <a:off x="51209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l190"/>
            <p:cNvSpPr/>
            <p:nvPr/>
          </p:nvSpPr>
          <p:spPr>
            <a:xfrm>
              <a:off x="51941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l191"/>
            <p:cNvSpPr/>
            <p:nvPr/>
          </p:nvSpPr>
          <p:spPr>
            <a:xfrm>
              <a:off x="52698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l192"/>
            <p:cNvSpPr/>
            <p:nvPr/>
          </p:nvSpPr>
          <p:spPr>
            <a:xfrm>
              <a:off x="53443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l193"/>
            <p:cNvSpPr/>
            <p:nvPr/>
          </p:nvSpPr>
          <p:spPr>
            <a:xfrm>
              <a:off x="53815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l194"/>
            <p:cNvSpPr/>
            <p:nvPr/>
          </p:nvSpPr>
          <p:spPr>
            <a:xfrm>
              <a:off x="4476650" y="535245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l195"/>
            <p:cNvSpPr/>
            <p:nvPr/>
          </p:nvSpPr>
          <p:spPr>
            <a:xfrm>
              <a:off x="4476650" y="524288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l196"/>
            <p:cNvSpPr/>
            <p:nvPr/>
          </p:nvSpPr>
          <p:spPr>
            <a:xfrm>
              <a:off x="4476650" y="513332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l197"/>
            <p:cNvSpPr/>
            <p:nvPr/>
          </p:nvSpPr>
          <p:spPr>
            <a:xfrm>
              <a:off x="4476650" y="502376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l198"/>
            <p:cNvSpPr/>
            <p:nvPr/>
          </p:nvSpPr>
          <p:spPr>
            <a:xfrm>
              <a:off x="4476650" y="491420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l199"/>
            <p:cNvSpPr/>
            <p:nvPr/>
          </p:nvSpPr>
          <p:spPr>
            <a:xfrm>
              <a:off x="4476650" y="480463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l200"/>
            <p:cNvSpPr/>
            <p:nvPr/>
          </p:nvSpPr>
          <p:spPr>
            <a:xfrm>
              <a:off x="4476650" y="469507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l201"/>
            <p:cNvSpPr/>
            <p:nvPr/>
          </p:nvSpPr>
          <p:spPr>
            <a:xfrm>
              <a:off x="4476650" y="458551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l202"/>
            <p:cNvSpPr/>
            <p:nvPr/>
          </p:nvSpPr>
          <p:spPr>
            <a:xfrm>
              <a:off x="4476650" y="447595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l203"/>
            <p:cNvSpPr/>
            <p:nvPr/>
          </p:nvSpPr>
          <p:spPr>
            <a:xfrm>
              <a:off x="4476650" y="436638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l204"/>
            <p:cNvSpPr/>
            <p:nvPr/>
          </p:nvSpPr>
          <p:spPr>
            <a:xfrm>
              <a:off x="4476650" y="425682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l205"/>
            <p:cNvSpPr/>
            <p:nvPr/>
          </p:nvSpPr>
          <p:spPr>
            <a:xfrm>
              <a:off x="4476650" y="414726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l206"/>
            <p:cNvSpPr/>
            <p:nvPr/>
          </p:nvSpPr>
          <p:spPr>
            <a:xfrm>
              <a:off x="4476650" y="403770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l207"/>
            <p:cNvSpPr/>
            <p:nvPr/>
          </p:nvSpPr>
          <p:spPr>
            <a:xfrm>
              <a:off x="4476650" y="392813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l208"/>
            <p:cNvSpPr/>
            <p:nvPr/>
          </p:nvSpPr>
          <p:spPr>
            <a:xfrm>
              <a:off x="4476650" y="381857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l209"/>
            <p:cNvSpPr/>
            <p:nvPr/>
          </p:nvSpPr>
          <p:spPr>
            <a:xfrm>
              <a:off x="4476650" y="370901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l210"/>
            <p:cNvSpPr/>
            <p:nvPr/>
          </p:nvSpPr>
          <p:spPr>
            <a:xfrm>
              <a:off x="4476650" y="359945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l211"/>
            <p:cNvSpPr/>
            <p:nvPr/>
          </p:nvSpPr>
          <p:spPr>
            <a:xfrm>
              <a:off x="4476650" y="348989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l212"/>
            <p:cNvSpPr/>
            <p:nvPr/>
          </p:nvSpPr>
          <p:spPr>
            <a:xfrm>
              <a:off x="4476650" y="3380327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l213"/>
            <p:cNvSpPr/>
            <p:nvPr/>
          </p:nvSpPr>
          <p:spPr>
            <a:xfrm>
              <a:off x="4476650" y="327076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l214"/>
            <p:cNvSpPr/>
            <p:nvPr/>
          </p:nvSpPr>
          <p:spPr>
            <a:xfrm>
              <a:off x="4476650" y="316120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l215"/>
            <p:cNvSpPr/>
            <p:nvPr/>
          </p:nvSpPr>
          <p:spPr>
            <a:xfrm>
              <a:off x="4476650" y="3051640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l216"/>
            <p:cNvSpPr/>
            <p:nvPr/>
          </p:nvSpPr>
          <p:spPr>
            <a:xfrm>
              <a:off x="4476650" y="294207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l217"/>
            <p:cNvSpPr/>
            <p:nvPr/>
          </p:nvSpPr>
          <p:spPr>
            <a:xfrm>
              <a:off x="4476650" y="2832515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l218"/>
            <p:cNvSpPr/>
            <p:nvPr/>
          </p:nvSpPr>
          <p:spPr>
            <a:xfrm>
              <a:off x="4476650" y="2722953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l219"/>
            <p:cNvSpPr/>
            <p:nvPr/>
          </p:nvSpPr>
          <p:spPr>
            <a:xfrm>
              <a:off x="4476650" y="261339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l220"/>
            <p:cNvSpPr/>
            <p:nvPr/>
          </p:nvSpPr>
          <p:spPr>
            <a:xfrm>
              <a:off x="4476650" y="2503828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l221"/>
            <p:cNvSpPr/>
            <p:nvPr/>
          </p:nvSpPr>
          <p:spPr>
            <a:xfrm>
              <a:off x="4476650" y="239426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l222"/>
            <p:cNvSpPr/>
            <p:nvPr/>
          </p:nvSpPr>
          <p:spPr>
            <a:xfrm>
              <a:off x="4476650" y="2284704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l223"/>
            <p:cNvSpPr/>
            <p:nvPr/>
          </p:nvSpPr>
          <p:spPr>
            <a:xfrm>
              <a:off x="4476650" y="2175141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l224"/>
            <p:cNvSpPr/>
            <p:nvPr/>
          </p:nvSpPr>
          <p:spPr>
            <a:xfrm>
              <a:off x="44781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l225"/>
            <p:cNvSpPr/>
            <p:nvPr/>
          </p:nvSpPr>
          <p:spPr>
            <a:xfrm>
              <a:off x="45525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l226"/>
            <p:cNvSpPr/>
            <p:nvPr/>
          </p:nvSpPr>
          <p:spPr>
            <a:xfrm>
              <a:off x="46295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l227"/>
            <p:cNvSpPr/>
            <p:nvPr/>
          </p:nvSpPr>
          <p:spPr>
            <a:xfrm>
              <a:off x="47064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l228"/>
            <p:cNvSpPr/>
            <p:nvPr/>
          </p:nvSpPr>
          <p:spPr>
            <a:xfrm>
              <a:off x="47809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l229"/>
            <p:cNvSpPr/>
            <p:nvPr/>
          </p:nvSpPr>
          <p:spPr>
            <a:xfrm>
              <a:off x="48578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l230"/>
            <p:cNvSpPr/>
            <p:nvPr/>
          </p:nvSpPr>
          <p:spPr>
            <a:xfrm>
              <a:off x="49323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l231"/>
            <p:cNvSpPr/>
            <p:nvPr/>
          </p:nvSpPr>
          <p:spPr>
            <a:xfrm>
              <a:off x="50092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l232"/>
            <p:cNvSpPr/>
            <p:nvPr/>
          </p:nvSpPr>
          <p:spPr>
            <a:xfrm>
              <a:off x="50862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l233"/>
            <p:cNvSpPr/>
            <p:nvPr/>
          </p:nvSpPr>
          <p:spPr>
            <a:xfrm>
              <a:off x="51557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l234"/>
            <p:cNvSpPr/>
            <p:nvPr/>
          </p:nvSpPr>
          <p:spPr>
            <a:xfrm>
              <a:off x="5232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l235"/>
            <p:cNvSpPr/>
            <p:nvPr/>
          </p:nvSpPr>
          <p:spPr>
            <a:xfrm>
              <a:off x="53071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rc236"/>
            <p:cNvSpPr/>
            <p:nvPr/>
          </p:nvSpPr>
          <p:spPr>
            <a:xfrm>
              <a:off x="5197918" y="5297669"/>
              <a:ext cx="69495" cy="109562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7" name="rc237"/>
            <p:cNvSpPr/>
            <p:nvPr/>
          </p:nvSpPr>
          <p:spPr>
            <a:xfrm>
              <a:off x="4594793" y="5297669"/>
              <a:ext cx="69495" cy="109562"/>
            </a:xfrm>
            <a:prstGeom prst="rect">
              <a:avLst/>
            </a:prstGeom>
            <a:solidFill>
              <a:srgbClr val="C3C9F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8" name="rc238"/>
            <p:cNvSpPr/>
            <p:nvPr/>
          </p:nvSpPr>
          <p:spPr>
            <a:xfrm>
              <a:off x="4897596" y="5297669"/>
              <a:ext cx="69495" cy="109562"/>
            </a:xfrm>
            <a:prstGeom prst="rect">
              <a:avLst/>
            </a:prstGeom>
            <a:solidFill>
              <a:srgbClr val="F3F4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9" name="rc239"/>
            <p:cNvSpPr/>
            <p:nvPr/>
          </p:nvSpPr>
          <p:spPr>
            <a:xfrm>
              <a:off x="5051480" y="5297669"/>
              <a:ext cx="69495" cy="109562"/>
            </a:xfrm>
            <a:prstGeom prst="rect">
              <a:avLst/>
            </a:prstGeom>
            <a:solidFill>
              <a:srgbClr val="F1F2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0" name="rc240"/>
            <p:cNvSpPr/>
            <p:nvPr/>
          </p:nvSpPr>
          <p:spPr>
            <a:xfrm>
              <a:off x="4974538" y="5297669"/>
              <a:ext cx="69495" cy="109562"/>
            </a:xfrm>
            <a:prstGeom prst="rect">
              <a:avLst/>
            </a:prstGeom>
            <a:solidFill>
              <a:srgbClr val="E7E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1" name="rc241"/>
            <p:cNvSpPr/>
            <p:nvPr/>
          </p:nvSpPr>
          <p:spPr>
            <a:xfrm>
              <a:off x="5120976" y="5297669"/>
              <a:ext cx="69495" cy="109562"/>
            </a:xfrm>
            <a:prstGeom prst="rect">
              <a:avLst/>
            </a:prstGeom>
            <a:solidFill>
              <a:srgbClr val="ED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2" name="rc242"/>
            <p:cNvSpPr/>
            <p:nvPr/>
          </p:nvSpPr>
          <p:spPr>
            <a:xfrm>
              <a:off x="4823137" y="5297669"/>
              <a:ext cx="69495" cy="109562"/>
            </a:xfrm>
            <a:prstGeom prst="rect">
              <a:avLst/>
            </a:prstGeom>
            <a:solidFill>
              <a:srgbClr val="EFF1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3" name="rc243"/>
            <p:cNvSpPr/>
            <p:nvPr/>
          </p:nvSpPr>
          <p:spPr>
            <a:xfrm>
              <a:off x="4746195" y="5297669"/>
              <a:ext cx="69495" cy="109562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4" name="rc244"/>
            <p:cNvSpPr/>
            <p:nvPr/>
          </p:nvSpPr>
          <p:spPr>
            <a:xfrm>
              <a:off x="4671735" y="5297669"/>
              <a:ext cx="69495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5" name="rc245"/>
            <p:cNvSpPr/>
            <p:nvPr/>
          </p:nvSpPr>
          <p:spPr>
            <a:xfrm>
              <a:off x="5197918" y="5188106"/>
              <a:ext cx="69495" cy="109562"/>
            </a:xfrm>
            <a:prstGeom prst="rect">
              <a:avLst/>
            </a:prstGeom>
            <a:solidFill>
              <a:srgbClr val="33365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6" name="rc246"/>
            <p:cNvSpPr/>
            <p:nvPr/>
          </p:nvSpPr>
          <p:spPr>
            <a:xfrm>
              <a:off x="4594793" y="5188106"/>
              <a:ext cx="69495" cy="109562"/>
            </a:xfrm>
            <a:prstGeom prst="rect">
              <a:avLst/>
            </a:prstGeom>
            <a:solidFill>
              <a:srgbClr val="4F528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7" name="rc247"/>
            <p:cNvSpPr/>
            <p:nvPr/>
          </p:nvSpPr>
          <p:spPr>
            <a:xfrm>
              <a:off x="4897596" y="5188106"/>
              <a:ext cx="69495" cy="109562"/>
            </a:xfrm>
            <a:prstGeom prst="rect">
              <a:avLst/>
            </a:prstGeom>
            <a:solidFill>
              <a:srgbClr val="1F213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8" name="rc248"/>
            <p:cNvSpPr/>
            <p:nvPr/>
          </p:nvSpPr>
          <p:spPr>
            <a:xfrm>
              <a:off x="5051480" y="5188106"/>
              <a:ext cx="69495" cy="109562"/>
            </a:xfrm>
            <a:prstGeom prst="rect">
              <a:avLst/>
            </a:prstGeom>
            <a:solidFill>
              <a:srgbClr val="22243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9" name="rc249"/>
            <p:cNvSpPr/>
            <p:nvPr/>
          </p:nvSpPr>
          <p:spPr>
            <a:xfrm>
              <a:off x="4974538" y="5188106"/>
              <a:ext cx="69495" cy="109562"/>
            </a:xfrm>
            <a:prstGeom prst="rect">
              <a:avLst/>
            </a:prstGeom>
            <a:solidFill>
              <a:srgbClr val="32355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0" name="rc250"/>
            <p:cNvSpPr/>
            <p:nvPr/>
          </p:nvSpPr>
          <p:spPr>
            <a:xfrm>
              <a:off x="5272378" y="5188106"/>
              <a:ext cx="69495" cy="10956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1" name="rc251"/>
            <p:cNvSpPr/>
            <p:nvPr/>
          </p:nvSpPr>
          <p:spPr>
            <a:xfrm>
              <a:off x="5120976" y="5188106"/>
              <a:ext cx="69495" cy="109562"/>
            </a:xfrm>
            <a:prstGeom prst="rect">
              <a:avLst/>
            </a:prstGeom>
            <a:solidFill>
              <a:srgbClr val="2D2F4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2" name="rc252"/>
            <p:cNvSpPr/>
            <p:nvPr/>
          </p:nvSpPr>
          <p:spPr>
            <a:xfrm>
              <a:off x="4823137" y="5188106"/>
              <a:ext cx="69495" cy="109562"/>
            </a:xfrm>
            <a:prstGeom prst="rect">
              <a:avLst/>
            </a:prstGeom>
            <a:solidFill>
              <a:srgbClr val="26284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3" name="rc253"/>
            <p:cNvSpPr/>
            <p:nvPr/>
          </p:nvSpPr>
          <p:spPr>
            <a:xfrm>
              <a:off x="4746195" y="5188106"/>
              <a:ext cx="69495" cy="109562"/>
            </a:xfrm>
            <a:prstGeom prst="rect">
              <a:avLst/>
            </a:prstGeom>
            <a:solidFill>
              <a:srgbClr val="36385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4" name="rc254"/>
            <p:cNvSpPr/>
            <p:nvPr/>
          </p:nvSpPr>
          <p:spPr>
            <a:xfrm>
              <a:off x="4671735" y="5188106"/>
              <a:ext cx="69495" cy="109562"/>
            </a:xfrm>
            <a:prstGeom prst="rect">
              <a:avLst/>
            </a:prstGeom>
            <a:solidFill>
              <a:srgbClr val="1A1C3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5" name="rc255"/>
            <p:cNvSpPr/>
            <p:nvPr/>
          </p:nvSpPr>
          <p:spPr>
            <a:xfrm>
              <a:off x="5197918" y="5078544"/>
              <a:ext cx="69495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6" name="rc256"/>
            <p:cNvSpPr/>
            <p:nvPr/>
          </p:nvSpPr>
          <p:spPr>
            <a:xfrm>
              <a:off x="5197918" y="4968982"/>
              <a:ext cx="69495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7" name="rc257"/>
            <p:cNvSpPr/>
            <p:nvPr/>
          </p:nvSpPr>
          <p:spPr>
            <a:xfrm>
              <a:off x="5197918" y="4859419"/>
              <a:ext cx="69495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8" name="rc258"/>
            <p:cNvSpPr/>
            <p:nvPr/>
          </p:nvSpPr>
          <p:spPr>
            <a:xfrm>
              <a:off x="5197918" y="4749857"/>
              <a:ext cx="69495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9" name="rc259"/>
            <p:cNvSpPr/>
            <p:nvPr/>
          </p:nvSpPr>
          <p:spPr>
            <a:xfrm>
              <a:off x="5197918" y="4640294"/>
              <a:ext cx="69495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0" name="rc260"/>
            <p:cNvSpPr/>
            <p:nvPr/>
          </p:nvSpPr>
          <p:spPr>
            <a:xfrm>
              <a:off x="5197918" y="4530732"/>
              <a:ext cx="69495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1" name="rc261"/>
            <p:cNvSpPr/>
            <p:nvPr/>
          </p:nvSpPr>
          <p:spPr>
            <a:xfrm>
              <a:off x="5197918" y="4421170"/>
              <a:ext cx="69495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2" name="rc262"/>
            <p:cNvSpPr/>
            <p:nvPr/>
          </p:nvSpPr>
          <p:spPr>
            <a:xfrm>
              <a:off x="5197918" y="4311607"/>
              <a:ext cx="69495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3" name="rc263"/>
            <p:cNvSpPr/>
            <p:nvPr/>
          </p:nvSpPr>
          <p:spPr>
            <a:xfrm>
              <a:off x="5197918" y="4202045"/>
              <a:ext cx="69495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4" name="rc264"/>
            <p:cNvSpPr/>
            <p:nvPr/>
          </p:nvSpPr>
          <p:spPr>
            <a:xfrm>
              <a:off x="5197918" y="4092483"/>
              <a:ext cx="69495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5" name="rc265"/>
            <p:cNvSpPr/>
            <p:nvPr/>
          </p:nvSpPr>
          <p:spPr>
            <a:xfrm>
              <a:off x="5197918" y="3982920"/>
              <a:ext cx="69495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6" name="rc266"/>
            <p:cNvSpPr/>
            <p:nvPr/>
          </p:nvSpPr>
          <p:spPr>
            <a:xfrm>
              <a:off x="5197918" y="3873358"/>
              <a:ext cx="69495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7" name="rc267"/>
            <p:cNvSpPr/>
            <p:nvPr/>
          </p:nvSpPr>
          <p:spPr>
            <a:xfrm>
              <a:off x="5197918" y="3763796"/>
              <a:ext cx="69495" cy="109562"/>
            </a:xfrm>
            <a:prstGeom prst="rect">
              <a:avLst/>
            </a:prstGeom>
            <a:solidFill>
              <a:srgbClr val="F6F7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8" name="rc268"/>
            <p:cNvSpPr/>
            <p:nvPr/>
          </p:nvSpPr>
          <p:spPr>
            <a:xfrm>
              <a:off x="4974538" y="3654233"/>
              <a:ext cx="69495" cy="109562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9" name="rc269"/>
            <p:cNvSpPr/>
            <p:nvPr/>
          </p:nvSpPr>
          <p:spPr>
            <a:xfrm>
              <a:off x="4974538" y="3544671"/>
              <a:ext cx="69495" cy="109562"/>
            </a:xfrm>
            <a:prstGeom prst="rect">
              <a:avLst/>
            </a:prstGeom>
            <a:solidFill>
              <a:srgbClr val="F9FA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0" name="rc270"/>
            <p:cNvSpPr/>
            <p:nvPr/>
          </p:nvSpPr>
          <p:spPr>
            <a:xfrm>
              <a:off x="5120976" y="3435108"/>
              <a:ext cx="69495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1" name="rc271"/>
            <p:cNvSpPr/>
            <p:nvPr/>
          </p:nvSpPr>
          <p:spPr>
            <a:xfrm>
              <a:off x="5120976" y="3325546"/>
              <a:ext cx="69495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2" name="rc272"/>
            <p:cNvSpPr/>
            <p:nvPr/>
          </p:nvSpPr>
          <p:spPr>
            <a:xfrm>
              <a:off x="4823137" y="3215984"/>
              <a:ext cx="69495" cy="10956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3" name="rc273"/>
            <p:cNvSpPr/>
            <p:nvPr/>
          </p:nvSpPr>
          <p:spPr>
            <a:xfrm>
              <a:off x="4823137" y="2996859"/>
              <a:ext cx="69495" cy="10956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4" name="rc274"/>
            <p:cNvSpPr/>
            <p:nvPr/>
          </p:nvSpPr>
          <p:spPr>
            <a:xfrm>
              <a:off x="4823137" y="3106421"/>
              <a:ext cx="69495" cy="10956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5" name="rc275"/>
            <p:cNvSpPr/>
            <p:nvPr/>
          </p:nvSpPr>
          <p:spPr>
            <a:xfrm>
              <a:off x="4746195" y="2887297"/>
              <a:ext cx="69495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6" name="rc276"/>
            <p:cNvSpPr/>
            <p:nvPr/>
          </p:nvSpPr>
          <p:spPr>
            <a:xfrm>
              <a:off x="4746195" y="2777734"/>
              <a:ext cx="69495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7" name="rc277"/>
            <p:cNvSpPr/>
            <p:nvPr/>
          </p:nvSpPr>
          <p:spPr>
            <a:xfrm>
              <a:off x="4746195" y="2668172"/>
              <a:ext cx="69495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8" name="rc278"/>
            <p:cNvSpPr/>
            <p:nvPr/>
          </p:nvSpPr>
          <p:spPr>
            <a:xfrm>
              <a:off x="4746195" y="2558610"/>
              <a:ext cx="69495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9" name="rc279"/>
            <p:cNvSpPr/>
            <p:nvPr/>
          </p:nvSpPr>
          <p:spPr>
            <a:xfrm>
              <a:off x="4746195" y="2449047"/>
              <a:ext cx="69495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0" name="rc280"/>
            <p:cNvSpPr/>
            <p:nvPr/>
          </p:nvSpPr>
          <p:spPr>
            <a:xfrm>
              <a:off x="4746195" y="3544671"/>
              <a:ext cx="69495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1" name="rc281"/>
            <p:cNvSpPr/>
            <p:nvPr/>
          </p:nvSpPr>
          <p:spPr>
            <a:xfrm>
              <a:off x="4746195" y="2339485"/>
              <a:ext cx="69495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2" name="rc282"/>
            <p:cNvSpPr/>
            <p:nvPr/>
          </p:nvSpPr>
          <p:spPr>
            <a:xfrm>
              <a:off x="4746195" y="2229922"/>
              <a:ext cx="69495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3" name="rc283"/>
            <p:cNvSpPr/>
            <p:nvPr/>
          </p:nvSpPr>
          <p:spPr>
            <a:xfrm>
              <a:off x="4746195" y="2120360"/>
              <a:ext cx="69495" cy="109562"/>
            </a:xfrm>
            <a:prstGeom prst="rect">
              <a:avLst/>
            </a:prstGeom>
            <a:solidFill>
              <a:srgbClr val="F8F9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4" name="pl284"/>
            <p:cNvSpPr/>
            <p:nvPr/>
          </p:nvSpPr>
          <p:spPr>
            <a:xfrm>
              <a:off x="68961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l285"/>
            <p:cNvSpPr/>
            <p:nvPr/>
          </p:nvSpPr>
          <p:spPr>
            <a:xfrm>
              <a:off x="69718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l286"/>
            <p:cNvSpPr/>
            <p:nvPr/>
          </p:nvSpPr>
          <p:spPr>
            <a:xfrm>
              <a:off x="70488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l287"/>
            <p:cNvSpPr/>
            <p:nvPr/>
          </p:nvSpPr>
          <p:spPr>
            <a:xfrm>
              <a:off x="7124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l288"/>
            <p:cNvSpPr/>
            <p:nvPr/>
          </p:nvSpPr>
          <p:spPr>
            <a:xfrm>
              <a:off x="72002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l289"/>
            <p:cNvSpPr/>
            <p:nvPr/>
          </p:nvSpPr>
          <p:spPr>
            <a:xfrm>
              <a:off x="72759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l290"/>
            <p:cNvSpPr/>
            <p:nvPr/>
          </p:nvSpPr>
          <p:spPr>
            <a:xfrm>
              <a:off x="73516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l291"/>
            <p:cNvSpPr/>
            <p:nvPr/>
          </p:nvSpPr>
          <p:spPr>
            <a:xfrm>
              <a:off x="742855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l292"/>
            <p:cNvSpPr/>
            <p:nvPr/>
          </p:nvSpPr>
          <p:spPr>
            <a:xfrm>
              <a:off x="75017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l293"/>
            <p:cNvSpPr/>
            <p:nvPr/>
          </p:nvSpPr>
          <p:spPr>
            <a:xfrm>
              <a:off x="75749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l294"/>
            <p:cNvSpPr/>
            <p:nvPr/>
          </p:nvSpPr>
          <p:spPr>
            <a:xfrm>
              <a:off x="76506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l295"/>
            <p:cNvSpPr/>
            <p:nvPr/>
          </p:nvSpPr>
          <p:spPr>
            <a:xfrm>
              <a:off x="77251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l296"/>
            <p:cNvSpPr/>
            <p:nvPr/>
          </p:nvSpPr>
          <p:spPr>
            <a:xfrm>
              <a:off x="77623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l297"/>
            <p:cNvSpPr/>
            <p:nvPr/>
          </p:nvSpPr>
          <p:spPr>
            <a:xfrm>
              <a:off x="6857451" y="451579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l298"/>
            <p:cNvSpPr/>
            <p:nvPr/>
          </p:nvSpPr>
          <p:spPr>
            <a:xfrm>
              <a:off x="6857451" y="301179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l299"/>
            <p:cNvSpPr/>
            <p:nvPr/>
          </p:nvSpPr>
          <p:spPr>
            <a:xfrm>
              <a:off x="68589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l300"/>
            <p:cNvSpPr/>
            <p:nvPr/>
          </p:nvSpPr>
          <p:spPr>
            <a:xfrm>
              <a:off x="69334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l301"/>
            <p:cNvSpPr/>
            <p:nvPr/>
          </p:nvSpPr>
          <p:spPr>
            <a:xfrm>
              <a:off x="70103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l302"/>
            <p:cNvSpPr/>
            <p:nvPr/>
          </p:nvSpPr>
          <p:spPr>
            <a:xfrm>
              <a:off x="70872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l303"/>
            <p:cNvSpPr/>
            <p:nvPr/>
          </p:nvSpPr>
          <p:spPr>
            <a:xfrm>
              <a:off x="71617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l304"/>
            <p:cNvSpPr/>
            <p:nvPr/>
          </p:nvSpPr>
          <p:spPr>
            <a:xfrm>
              <a:off x="72386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l305"/>
            <p:cNvSpPr/>
            <p:nvPr/>
          </p:nvSpPr>
          <p:spPr>
            <a:xfrm>
              <a:off x="73131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l306"/>
            <p:cNvSpPr/>
            <p:nvPr/>
          </p:nvSpPr>
          <p:spPr>
            <a:xfrm>
              <a:off x="73900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l307"/>
            <p:cNvSpPr/>
            <p:nvPr/>
          </p:nvSpPr>
          <p:spPr>
            <a:xfrm>
              <a:off x="74670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l308"/>
            <p:cNvSpPr/>
            <p:nvPr/>
          </p:nvSpPr>
          <p:spPr>
            <a:xfrm>
              <a:off x="75365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l309"/>
            <p:cNvSpPr/>
            <p:nvPr/>
          </p:nvSpPr>
          <p:spPr>
            <a:xfrm>
              <a:off x="7613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l310"/>
            <p:cNvSpPr/>
            <p:nvPr/>
          </p:nvSpPr>
          <p:spPr>
            <a:xfrm>
              <a:off x="76879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rc311"/>
            <p:cNvSpPr/>
            <p:nvPr/>
          </p:nvSpPr>
          <p:spPr>
            <a:xfrm>
              <a:off x="7578719" y="3763796"/>
              <a:ext cx="69495" cy="1503992"/>
            </a:xfrm>
            <a:prstGeom prst="rect">
              <a:avLst/>
            </a:prstGeom>
            <a:solidFill>
              <a:srgbClr val="DCE0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2" name="rc312"/>
            <p:cNvSpPr/>
            <p:nvPr/>
          </p:nvSpPr>
          <p:spPr>
            <a:xfrm>
              <a:off x="7278398" y="3763796"/>
              <a:ext cx="69495" cy="1503992"/>
            </a:xfrm>
            <a:prstGeom prst="rect">
              <a:avLst/>
            </a:prstGeom>
            <a:solidFill>
              <a:srgbClr val="B2BAF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3" name="rc313"/>
            <p:cNvSpPr/>
            <p:nvPr/>
          </p:nvSpPr>
          <p:spPr>
            <a:xfrm>
              <a:off x="7355340" y="3763796"/>
              <a:ext cx="69495" cy="1503992"/>
            </a:xfrm>
            <a:prstGeom prst="rect">
              <a:avLst/>
            </a:prstGeom>
            <a:solidFill>
              <a:srgbClr val="D9D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4" name="rc314"/>
            <p:cNvSpPr/>
            <p:nvPr/>
          </p:nvSpPr>
          <p:spPr>
            <a:xfrm>
              <a:off x="7653179" y="3763796"/>
              <a:ext cx="69495" cy="1503992"/>
            </a:xfrm>
            <a:prstGeom prst="rect">
              <a:avLst/>
            </a:prstGeom>
            <a:solidFill>
              <a:srgbClr val="9DA5F6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5" name="rc315"/>
            <p:cNvSpPr/>
            <p:nvPr/>
          </p:nvSpPr>
          <p:spPr>
            <a:xfrm>
              <a:off x="7578719" y="2259803"/>
              <a:ext cx="69495" cy="1503992"/>
            </a:xfrm>
            <a:prstGeom prst="rect">
              <a:avLst/>
            </a:prstGeom>
            <a:solidFill>
              <a:srgbClr val="3D406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6" name="rc316"/>
            <p:cNvSpPr/>
            <p:nvPr/>
          </p:nvSpPr>
          <p:spPr>
            <a:xfrm>
              <a:off x="6975594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7" name="rc317"/>
            <p:cNvSpPr/>
            <p:nvPr/>
          </p:nvSpPr>
          <p:spPr>
            <a:xfrm>
              <a:off x="7278398" y="2259803"/>
              <a:ext cx="69495" cy="1503992"/>
            </a:xfrm>
            <a:prstGeom prst="rect">
              <a:avLst/>
            </a:prstGeom>
            <a:solidFill>
              <a:srgbClr val="5A5E9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8" name="rc318"/>
            <p:cNvSpPr/>
            <p:nvPr/>
          </p:nvSpPr>
          <p:spPr>
            <a:xfrm>
              <a:off x="7432281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9" name="rc319"/>
            <p:cNvSpPr/>
            <p:nvPr/>
          </p:nvSpPr>
          <p:spPr>
            <a:xfrm>
              <a:off x="7355340" y="2259803"/>
              <a:ext cx="69495" cy="1503992"/>
            </a:xfrm>
            <a:prstGeom prst="rect">
              <a:avLst/>
            </a:prstGeom>
            <a:solidFill>
              <a:srgbClr val="40436E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0" name="rc320"/>
            <p:cNvSpPr/>
            <p:nvPr/>
          </p:nvSpPr>
          <p:spPr>
            <a:xfrm>
              <a:off x="7653179" y="2259803"/>
              <a:ext cx="69495" cy="1503992"/>
            </a:xfrm>
            <a:prstGeom prst="rect">
              <a:avLst/>
            </a:prstGeom>
            <a:solidFill>
              <a:srgbClr val="686DB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" name="rc321"/>
            <p:cNvSpPr/>
            <p:nvPr/>
          </p:nvSpPr>
          <p:spPr>
            <a:xfrm>
              <a:off x="7501777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" name="tx322"/>
            <p:cNvSpPr/>
            <p:nvPr/>
          </p:nvSpPr>
          <p:spPr>
            <a:xfrm>
              <a:off x="2353425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323" name="tx323"/>
            <p:cNvSpPr/>
            <p:nvPr/>
          </p:nvSpPr>
          <p:spPr>
            <a:xfrm>
              <a:off x="4734227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324" name="tx324"/>
            <p:cNvSpPr/>
            <p:nvPr/>
          </p:nvSpPr>
          <p:spPr>
            <a:xfrm>
              <a:off x="7072554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325" name="tx325"/>
            <p:cNvSpPr/>
            <p:nvPr/>
          </p:nvSpPr>
          <p:spPr>
            <a:xfrm rot="-2700000">
              <a:off x="175426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326" name="tx326"/>
            <p:cNvSpPr/>
            <p:nvPr/>
          </p:nvSpPr>
          <p:spPr>
            <a:xfrm rot="-2700000">
              <a:off x="1860651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327" name="tx327"/>
            <p:cNvSpPr/>
            <p:nvPr/>
          </p:nvSpPr>
          <p:spPr>
            <a:xfrm rot="-2700000">
              <a:off x="187374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28" name="tx328"/>
            <p:cNvSpPr/>
            <p:nvPr/>
          </p:nvSpPr>
          <p:spPr>
            <a:xfrm rot="-2700000">
              <a:off x="195607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29" name="tx329"/>
            <p:cNvSpPr/>
            <p:nvPr/>
          </p:nvSpPr>
          <p:spPr>
            <a:xfrm rot="-2700000">
              <a:off x="205707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30" name="tx330"/>
            <p:cNvSpPr/>
            <p:nvPr/>
          </p:nvSpPr>
          <p:spPr>
            <a:xfrm rot="-2700000">
              <a:off x="210747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31" name="tx331"/>
            <p:cNvSpPr/>
            <p:nvPr/>
          </p:nvSpPr>
          <p:spPr>
            <a:xfrm rot="-2700000">
              <a:off x="218193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32" name="tx332"/>
            <p:cNvSpPr/>
            <p:nvPr/>
          </p:nvSpPr>
          <p:spPr>
            <a:xfrm rot="-2700000">
              <a:off x="228541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33" name="tx333"/>
            <p:cNvSpPr/>
            <p:nvPr/>
          </p:nvSpPr>
          <p:spPr>
            <a:xfrm rot="-2700000">
              <a:off x="235697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34" name="tx334"/>
            <p:cNvSpPr/>
            <p:nvPr/>
          </p:nvSpPr>
          <p:spPr>
            <a:xfrm rot="-2700000">
              <a:off x="2394859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35" name="tx335"/>
            <p:cNvSpPr/>
            <p:nvPr/>
          </p:nvSpPr>
          <p:spPr>
            <a:xfrm rot="-2700000">
              <a:off x="249818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36" name="tx336"/>
            <p:cNvSpPr/>
            <p:nvPr/>
          </p:nvSpPr>
          <p:spPr>
            <a:xfrm rot="-2700000">
              <a:off x="255687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37" name="tx337"/>
            <p:cNvSpPr/>
            <p:nvPr/>
          </p:nvSpPr>
          <p:spPr>
            <a:xfrm rot="-2700000">
              <a:off x="413507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338" name="tx338"/>
            <p:cNvSpPr/>
            <p:nvPr/>
          </p:nvSpPr>
          <p:spPr>
            <a:xfrm rot="-2700000">
              <a:off x="4241452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339" name="tx339"/>
            <p:cNvSpPr/>
            <p:nvPr/>
          </p:nvSpPr>
          <p:spPr>
            <a:xfrm rot="-2700000">
              <a:off x="425455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40" name="tx340"/>
            <p:cNvSpPr/>
            <p:nvPr/>
          </p:nvSpPr>
          <p:spPr>
            <a:xfrm rot="-2700000">
              <a:off x="433687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41" name="tx341"/>
            <p:cNvSpPr/>
            <p:nvPr/>
          </p:nvSpPr>
          <p:spPr>
            <a:xfrm rot="-2700000">
              <a:off x="443787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42" name="tx342"/>
            <p:cNvSpPr/>
            <p:nvPr/>
          </p:nvSpPr>
          <p:spPr>
            <a:xfrm rot="-2700000">
              <a:off x="448827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43" name="tx343"/>
            <p:cNvSpPr/>
            <p:nvPr/>
          </p:nvSpPr>
          <p:spPr>
            <a:xfrm rot="-2700000">
              <a:off x="456273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44" name="tx344"/>
            <p:cNvSpPr/>
            <p:nvPr/>
          </p:nvSpPr>
          <p:spPr>
            <a:xfrm rot="-2700000">
              <a:off x="466621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45" name="tx345"/>
            <p:cNvSpPr/>
            <p:nvPr/>
          </p:nvSpPr>
          <p:spPr>
            <a:xfrm rot="-2700000">
              <a:off x="473777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46" name="tx346"/>
            <p:cNvSpPr/>
            <p:nvPr/>
          </p:nvSpPr>
          <p:spPr>
            <a:xfrm rot="-2700000">
              <a:off x="477566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47" name="tx347"/>
            <p:cNvSpPr/>
            <p:nvPr/>
          </p:nvSpPr>
          <p:spPr>
            <a:xfrm rot="-2700000">
              <a:off x="487898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48" name="tx348"/>
            <p:cNvSpPr/>
            <p:nvPr/>
          </p:nvSpPr>
          <p:spPr>
            <a:xfrm rot="-2700000">
              <a:off x="493767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49" name="tx349"/>
            <p:cNvSpPr/>
            <p:nvPr/>
          </p:nvSpPr>
          <p:spPr>
            <a:xfrm rot="-2700000">
              <a:off x="651587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350" name="tx350"/>
            <p:cNvSpPr/>
            <p:nvPr/>
          </p:nvSpPr>
          <p:spPr>
            <a:xfrm rot="-2700000">
              <a:off x="662225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351" name="tx351"/>
            <p:cNvSpPr/>
            <p:nvPr/>
          </p:nvSpPr>
          <p:spPr>
            <a:xfrm rot="-2700000">
              <a:off x="6635351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352" name="tx352"/>
            <p:cNvSpPr/>
            <p:nvPr/>
          </p:nvSpPr>
          <p:spPr>
            <a:xfrm rot="-2700000">
              <a:off x="671767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353" name="tx353"/>
            <p:cNvSpPr/>
            <p:nvPr/>
          </p:nvSpPr>
          <p:spPr>
            <a:xfrm rot="-2700000">
              <a:off x="681867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354" name="tx354"/>
            <p:cNvSpPr/>
            <p:nvPr/>
          </p:nvSpPr>
          <p:spPr>
            <a:xfrm rot="-2700000">
              <a:off x="686908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355" name="tx355"/>
            <p:cNvSpPr/>
            <p:nvPr/>
          </p:nvSpPr>
          <p:spPr>
            <a:xfrm rot="-2700000">
              <a:off x="694354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356" name="tx356"/>
            <p:cNvSpPr/>
            <p:nvPr/>
          </p:nvSpPr>
          <p:spPr>
            <a:xfrm rot="-2700000">
              <a:off x="704701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357" name="tx357"/>
            <p:cNvSpPr/>
            <p:nvPr/>
          </p:nvSpPr>
          <p:spPr>
            <a:xfrm rot="-2700000">
              <a:off x="711857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358" name="tx358"/>
            <p:cNvSpPr/>
            <p:nvPr/>
          </p:nvSpPr>
          <p:spPr>
            <a:xfrm rot="-2700000">
              <a:off x="715646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359" name="tx359"/>
            <p:cNvSpPr/>
            <p:nvPr/>
          </p:nvSpPr>
          <p:spPr>
            <a:xfrm rot="-2700000">
              <a:off x="725978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360" name="tx360"/>
            <p:cNvSpPr/>
            <p:nvPr/>
          </p:nvSpPr>
          <p:spPr>
            <a:xfrm rot="-2700000">
              <a:off x="731847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361" name="tx361"/>
            <p:cNvSpPr/>
            <p:nvPr/>
          </p:nvSpPr>
          <p:spPr>
            <a:xfrm>
              <a:off x="6639647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362" name="tx362"/>
            <p:cNvSpPr/>
            <p:nvPr/>
          </p:nvSpPr>
          <p:spPr>
            <a:xfrm>
              <a:off x="5452664" y="2971794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363" name="tx363"/>
            <p:cNvSpPr/>
            <p:nvPr/>
          </p:nvSpPr>
          <p:spPr>
            <a:xfrm>
              <a:off x="4258846" y="5312445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364" name="tx364"/>
            <p:cNvSpPr/>
            <p:nvPr/>
          </p:nvSpPr>
          <p:spPr>
            <a:xfrm>
              <a:off x="3071863" y="5202882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365" name="tx365"/>
            <p:cNvSpPr/>
            <p:nvPr/>
          </p:nvSpPr>
          <p:spPr>
            <a:xfrm>
              <a:off x="3935605" y="5093320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PB2:A29-</a:t>
              </a:r>
            </a:p>
          </p:txBody>
        </p:sp>
        <p:sp>
          <p:nvSpPr>
            <p:cNvPr id="366" name="tx366"/>
            <p:cNvSpPr/>
            <p:nvPr/>
          </p:nvSpPr>
          <p:spPr>
            <a:xfrm>
              <a:off x="3929479" y="4983758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PB2:D26-</a:t>
              </a:r>
            </a:p>
          </p:txBody>
        </p:sp>
        <p:sp>
          <p:nvSpPr>
            <p:cNvPr id="367" name="tx367"/>
            <p:cNvSpPr/>
            <p:nvPr/>
          </p:nvSpPr>
          <p:spPr>
            <a:xfrm>
              <a:off x="3929479" y="4874195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PB2:H27-</a:t>
              </a:r>
            </a:p>
          </p:txBody>
        </p:sp>
        <p:sp>
          <p:nvSpPr>
            <p:cNvPr id="368" name="tx368"/>
            <p:cNvSpPr/>
            <p:nvPr/>
          </p:nvSpPr>
          <p:spPr>
            <a:xfrm>
              <a:off x="3979039" y="4764633"/>
              <a:ext cx="4349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PB2:I19-</a:t>
              </a:r>
            </a:p>
          </p:txBody>
        </p:sp>
        <p:sp>
          <p:nvSpPr>
            <p:cNvPr id="369" name="tx369"/>
            <p:cNvSpPr/>
            <p:nvPr/>
          </p:nvSpPr>
          <p:spPr>
            <a:xfrm>
              <a:off x="3979039" y="4655071"/>
              <a:ext cx="4349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PB2:I30-</a:t>
              </a:r>
            </a:p>
          </p:txBody>
        </p:sp>
        <p:sp>
          <p:nvSpPr>
            <p:cNvPr id="370" name="tx370"/>
            <p:cNvSpPr/>
            <p:nvPr/>
          </p:nvSpPr>
          <p:spPr>
            <a:xfrm>
              <a:off x="3979039" y="4545508"/>
              <a:ext cx="4349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PB2:I31-</a:t>
              </a:r>
            </a:p>
          </p:txBody>
        </p:sp>
        <p:sp>
          <p:nvSpPr>
            <p:cNvPr id="371" name="tx371"/>
            <p:cNvSpPr/>
            <p:nvPr/>
          </p:nvSpPr>
          <p:spPr>
            <a:xfrm>
              <a:off x="3935605" y="4435946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PB2:K22-</a:t>
              </a:r>
            </a:p>
          </p:txBody>
        </p:sp>
        <p:sp>
          <p:nvSpPr>
            <p:cNvPr id="372" name="tx372"/>
            <p:cNvSpPr/>
            <p:nvPr/>
          </p:nvSpPr>
          <p:spPr>
            <a:xfrm>
              <a:off x="3947950" y="4326384"/>
              <a:ext cx="46606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PB2:L20-</a:t>
              </a:r>
            </a:p>
          </p:txBody>
        </p:sp>
        <p:sp>
          <p:nvSpPr>
            <p:cNvPr id="373" name="tx373"/>
            <p:cNvSpPr/>
            <p:nvPr/>
          </p:nvSpPr>
          <p:spPr>
            <a:xfrm>
              <a:off x="3917043" y="4216821"/>
              <a:ext cx="4969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PB2:M28-</a:t>
              </a:r>
            </a:p>
          </p:txBody>
        </p:sp>
        <p:sp>
          <p:nvSpPr>
            <p:cNvPr id="374" name="tx374"/>
            <p:cNvSpPr/>
            <p:nvPr/>
          </p:nvSpPr>
          <p:spPr>
            <a:xfrm>
              <a:off x="3941915" y="4107259"/>
              <a:ext cx="4721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PB2:T21-</a:t>
              </a:r>
            </a:p>
          </p:txBody>
        </p:sp>
        <p:sp>
          <p:nvSpPr>
            <p:cNvPr id="375" name="tx375"/>
            <p:cNvSpPr/>
            <p:nvPr/>
          </p:nvSpPr>
          <p:spPr>
            <a:xfrm>
              <a:off x="3941915" y="3997696"/>
              <a:ext cx="4721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PB2:T23-</a:t>
              </a:r>
            </a:p>
          </p:txBody>
        </p:sp>
        <p:sp>
          <p:nvSpPr>
            <p:cNvPr id="376" name="tx376"/>
            <p:cNvSpPr/>
            <p:nvPr/>
          </p:nvSpPr>
          <p:spPr>
            <a:xfrm>
              <a:off x="3941915" y="3888134"/>
              <a:ext cx="4721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PB2:T24-</a:t>
              </a:r>
            </a:p>
          </p:txBody>
        </p:sp>
        <p:sp>
          <p:nvSpPr>
            <p:cNvPr id="377" name="tx377"/>
            <p:cNvSpPr/>
            <p:nvPr/>
          </p:nvSpPr>
          <p:spPr>
            <a:xfrm>
              <a:off x="3935605" y="3778572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PB2:V25-</a:t>
              </a:r>
            </a:p>
          </p:txBody>
        </p:sp>
        <p:sp>
          <p:nvSpPr>
            <p:cNvPr id="378" name="tx378"/>
            <p:cNvSpPr/>
            <p:nvPr/>
          </p:nvSpPr>
          <p:spPr>
            <a:xfrm>
              <a:off x="3916860" y="3669009"/>
              <a:ext cx="49715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PB2:I696-</a:t>
              </a:r>
            </a:p>
          </p:txBody>
        </p:sp>
        <p:sp>
          <p:nvSpPr>
            <p:cNvPr id="379" name="tx379"/>
            <p:cNvSpPr/>
            <p:nvPr/>
          </p:nvSpPr>
          <p:spPr>
            <a:xfrm>
              <a:off x="3916860" y="3559447"/>
              <a:ext cx="49715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PB2:I697-</a:t>
              </a:r>
            </a:p>
          </p:txBody>
        </p:sp>
        <p:sp>
          <p:nvSpPr>
            <p:cNvPr id="380" name="tx380"/>
            <p:cNvSpPr/>
            <p:nvPr/>
          </p:nvSpPr>
          <p:spPr>
            <a:xfrm>
              <a:off x="3916860" y="3449885"/>
              <a:ext cx="49715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PB2:I667-</a:t>
              </a:r>
            </a:p>
          </p:txBody>
        </p:sp>
        <p:sp>
          <p:nvSpPr>
            <p:cNvPr id="381" name="tx381"/>
            <p:cNvSpPr/>
            <p:nvPr/>
          </p:nvSpPr>
          <p:spPr>
            <a:xfrm>
              <a:off x="3885771" y="3340322"/>
              <a:ext cx="5282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PB2:L668-</a:t>
              </a:r>
            </a:p>
          </p:txBody>
        </p:sp>
        <p:sp>
          <p:nvSpPr>
            <p:cNvPr id="382" name="tx382"/>
            <p:cNvSpPr/>
            <p:nvPr/>
          </p:nvSpPr>
          <p:spPr>
            <a:xfrm>
              <a:off x="3979039" y="3230760"/>
              <a:ext cx="4349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PB2:I57-</a:t>
              </a:r>
            </a:p>
          </p:txBody>
        </p:sp>
        <p:sp>
          <p:nvSpPr>
            <p:cNvPr id="383" name="tx383"/>
            <p:cNvSpPr/>
            <p:nvPr/>
          </p:nvSpPr>
          <p:spPr>
            <a:xfrm>
              <a:off x="3941915" y="3121198"/>
              <a:ext cx="4721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PB2:T58-</a:t>
              </a:r>
            </a:p>
          </p:txBody>
        </p:sp>
        <p:sp>
          <p:nvSpPr>
            <p:cNvPr id="384" name="tx384"/>
            <p:cNvSpPr/>
            <p:nvPr/>
          </p:nvSpPr>
          <p:spPr>
            <a:xfrm>
              <a:off x="3935605" y="301163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PB2:P56-</a:t>
              </a:r>
            </a:p>
          </p:txBody>
        </p:sp>
        <p:sp>
          <p:nvSpPr>
            <p:cNvPr id="385" name="tx385"/>
            <p:cNvSpPr/>
            <p:nvPr/>
          </p:nvSpPr>
          <p:spPr>
            <a:xfrm>
              <a:off x="3867300" y="2902073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PB2:D701-</a:t>
              </a:r>
            </a:p>
          </p:txBody>
        </p:sp>
        <p:sp>
          <p:nvSpPr>
            <p:cNvPr id="386" name="tx386"/>
            <p:cNvSpPr/>
            <p:nvPr/>
          </p:nvSpPr>
          <p:spPr>
            <a:xfrm>
              <a:off x="3873426" y="2792510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PB2:E677-</a:t>
              </a:r>
            </a:p>
          </p:txBody>
        </p:sp>
        <p:sp>
          <p:nvSpPr>
            <p:cNvPr id="387" name="tx387"/>
            <p:cNvSpPr/>
            <p:nvPr/>
          </p:nvSpPr>
          <p:spPr>
            <a:xfrm>
              <a:off x="3873426" y="2682948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PB2:E700-</a:t>
              </a:r>
            </a:p>
          </p:txBody>
        </p:sp>
        <p:sp>
          <p:nvSpPr>
            <p:cNvPr id="388" name="tx388"/>
            <p:cNvSpPr/>
            <p:nvPr/>
          </p:nvSpPr>
          <p:spPr>
            <a:xfrm>
              <a:off x="3860990" y="2573386"/>
              <a:ext cx="55302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PB2:G698-</a:t>
              </a:r>
            </a:p>
          </p:txBody>
        </p:sp>
        <p:sp>
          <p:nvSpPr>
            <p:cNvPr id="389" name="tx389"/>
            <p:cNvSpPr/>
            <p:nvPr/>
          </p:nvSpPr>
          <p:spPr>
            <a:xfrm>
              <a:off x="3916860" y="2463823"/>
              <a:ext cx="49715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PB2:I676-</a:t>
              </a:r>
            </a:p>
          </p:txBody>
        </p:sp>
        <p:sp>
          <p:nvSpPr>
            <p:cNvPr id="390" name="tx390"/>
            <p:cNvSpPr/>
            <p:nvPr/>
          </p:nvSpPr>
          <p:spPr>
            <a:xfrm>
              <a:off x="3873426" y="2354261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PB2:K699-</a:t>
              </a:r>
            </a:p>
          </p:txBody>
        </p:sp>
        <p:sp>
          <p:nvSpPr>
            <p:cNvPr id="391" name="tx391"/>
            <p:cNvSpPr/>
            <p:nvPr/>
          </p:nvSpPr>
          <p:spPr>
            <a:xfrm>
              <a:off x="3885771" y="2244699"/>
              <a:ext cx="5282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PB2:L675-</a:t>
              </a:r>
            </a:p>
          </p:txBody>
        </p:sp>
        <p:sp>
          <p:nvSpPr>
            <p:cNvPr id="392" name="tx392"/>
            <p:cNvSpPr/>
            <p:nvPr/>
          </p:nvSpPr>
          <p:spPr>
            <a:xfrm>
              <a:off x="3854864" y="2135136"/>
              <a:ext cx="559155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PB2:M735-</a:t>
              </a:r>
            </a:p>
          </p:txBody>
        </p:sp>
        <p:sp>
          <p:nvSpPr>
            <p:cNvPr id="393" name="tx393"/>
            <p:cNvSpPr/>
            <p:nvPr/>
          </p:nvSpPr>
          <p:spPr>
            <a:xfrm>
              <a:off x="1878045" y="534464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394" name="tx394"/>
            <p:cNvSpPr/>
            <p:nvPr/>
          </p:nvSpPr>
          <p:spPr>
            <a:xfrm>
              <a:off x="691062" y="5288756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395" name="tx395"/>
            <p:cNvSpPr/>
            <p:nvPr/>
          </p:nvSpPr>
          <p:spPr>
            <a:xfrm>
              <a:off x="1598238" y="5232864"/>
              <a:ext cx="4349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PB2:I63-</a:t>
              </a:r>
            </a:p>
          </p:txBody>
        </p:sp>
        <p:sp>
          <p:nvSpPr>
            <p:cNvPr id="396" name="tx396"/>
            <p:cNvSpPr/>
            <p:nvPr/>
          </p:nvSpPr>
          <p:spPr>
            <a:xfrm>
              <a:off x="1598238" y="5176972"/>
              <a:ext cx="4349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PB2:I67-</a:t>
              </a:r>
            </a:p>
          </p:txBody>
        </p:sp>
        <p:sp>
          <p:nvSpPr>
            <p:cNvPr id="397" name="tx397"/>
            <p:cNvSpPr/>
            <p:nvPr/>
          </p:nvSpPr>
          <p:spPr>
            <a:xfrm>
              <a:off x="1536242" y="5121081"/>
              <a:ext cx="4969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PB2:M64-</a:t>
              </a:r>
            </a:p>
          </p:txBody>
        </p:sp>
        <p:sp>
          <p:nvSpPr>
            <p:cNvPr id="398" name="tx398"/>
            <p:cNvSpPr/>
            <p:nvPr/>
          </p:nvSpPr>
          <p:spPr>
            <a:xfrm>
              <a:off x="1548678" y="5065189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PB2:D26-</a:t>
              </a:r>
            </a:p>
          </p:txBody>
        </p:sp>
        <p:sp>
          <p:nvSpPr>
            <p:cNvPr id="399" name="tx399"/>
            <p:cNvSpPr/>
            <p:nvPr/>
          </p:nvSpPr>
          <p:spPr>
            <a:xfrm>
              <a:off x="1548678" y="5009298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PB2:H27-</a:t>
              </a:r>
            </a:p>
          </p:txBody>
        </p:sp>
        <p:sp>
          <p:nvSpPr>
            <p:cNvPr id="400" name="tx400"/>
            <p:cNvSpPr/>
            <p:nvPr/>
          </p:nvSpPr>
          <p:spPr>
            <a:xfrm>
              <a:off x="1598238" y="4953406"/>
              <a:ext cx="4349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PB2:I31-</a:t>
              </a:r>
            </a:p>
          </p:txBody>
        </p:sp>
        <p:sp>
          <p:nvSpPr>
            <p:cNvPr id="401" name="tx401"/>
            <p:cNvSpPr/>
            <p:nvPr/>
          </p:nvSpPr>
          <p:spPr>
            <a:xfrm>
              <a:off x="1554804" y="4897514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PB2:V25-</a:t>
              </a:r>
            </a:p>
          </p:txBody>
        </p:sp>
        <p:sp>
          <p:nvSpPr>
            <p:cNvPr id="402" name="tx402"/>
            <p:cNvSpPr/>
            <p:nvPr/>
          </p:nvSpPr>
          <p:spPr>
            <a:xfrm>
              <a:off x="1492625" y="4841623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PB2:A707-</a:t>
              </a:r>
            </a:p>
          </p:txBody>
        </p:sp>
        <p:sp>
          <p:nvSpPr>
            <p:cNvPr id="403" name="tx403"/>
            <p:cNvSpPr/>
            <p:nvPr/>
          </p:nvSpPr>
          <p:spPr>
            <a:xfrm>
              <a:off x="1480189" y="4785731"/>
              <a:ext cx="55302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PB2:G705-</a:t>
              </a:r>
            </a:p>
          </p:txBody>
        </p:sp>
        <p:sp>
          <p:nvSpPr>
            <p:cNvPr id="404" name="tx404"/>
            <p:cNvSpPr/>
            <p:nvPr/>
          </p:nvSpPr>
          <p:spPr>
            <a:xfrm>
              <a:off x="1492625" y="4729840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PB2:K660-</a:t>
              </a:r>
            </a:p>
          </p:txBody>
        </p:sp>
        <p:sp>
          <p:nvSpPr>
            <p:cNvPr id="405" name="tx405"/>
            <p:cNvSpPr/>
            <p:nvPr/>
          </p:nvSpPr>
          <p:spPr>
            <a:xfrm>
              <a:off x="1504970" y="4673948"/>
              <a:ext cx="5282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PB2:L665-</a:t>
              </a:r>
            </a:p>
          </p:txBody>
        </p:sp>
        <p:sp>
          <p:nvSpPr>
            <p:cNvPr id="406" name="tx406"/>
            <p:cNvSpPr/>
            <p:nvPr/>
          </p:nvSpPr>
          <p:spPr>
            <a:xfrm>
              <a:off x="1504970" y="4618056"/>
              <a:ext cx="5282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PB2:L708-</a:t>
              </a:r>
            </a:p>
          </p:txBody>
        </p:sp>
        <p:sp>
          <p:nvSpPr>
            <p:cNvPr id="407" name="tx407"/>
            <p:cNvSpPr/>
            <p:nvPr/>
          </p:nvSpPr>
          <p:spPr>
            <a:xfrm>
              <a:off x="1486499" y="4562165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PB2:N659-</a:t>
              </a:r>
            </a:p>
          </p:txBody>
        </p:sp>
        <p:sp>
          <p:nvSpPr>
            <p:cNvPr id="408" name="tx408"/>
            <p:cNvSpPr/>
            <p:nvPr/>
          </p:nvSpPr>
          <p:spPr>
            <a:xfrm>
              <a:off x="1492625" y="4506273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PB2:P654-</a:t>
              </a:r>
            </a:p>
          </p:txBody>
        </p:sp>
        <p:sp>
          <p:nvSpPr>
            <p:cNvPr id="409" name="tx409"/>
            <p:cNvSpPr/>
            <p:nvPr/>
          </p:nvSpPr>
          <p:spPr>
            <a:xfrm>
              <a:off x="1492625" y="4450381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PB2:P706-</a:t>
              </a:r>
            </a:p>
          </p:txBody>
        </p:sp>
        <p:sp>
          <p:nvSpPr>
            <p:cNvPr id="410" name="tx410"/>
            <p:cNvSpPr/>
            <p:nvPr/>
          </p:nvSpPr>
          <p:spPr>
            <a:xfrm>
              <a:off x="1492625" y="4394490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PB2:S653-</a:t>
              </a:r>
            </a:p>
          </p:txBody>
        </p:sp>
        <p:sp>
          <p:nvSpPr>
            <p:cNvPr id="411" name="tx411"/>
            <p:cNvSpPr/>
            <p:nvPr/>
          </p:nvSpPr>
          <p:spPr>
            <a:xfrm>
              <a:off x="1492625" y="4338598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PB2:V655-</a:t>
              </a:r>
            </a:p>
          </p:txBody>
        </p:sp>
        <p:sp>
          <p:nvSpPr>
            <p:cNvPr id="412" name="tx412"/>
            <p:cNvSpPr/>
            <p:nvPr/>
          </p:nvSpPr>
          <p:spPr>
            <a:xfrm>
              <a:off x="1492625" y="4282707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PB2:Y704-</a:t>
              </a:r>
            </a:p>
          </p:txBody>
        </p:sp>
        <p:sp>
          <p:nvSpPr>
            <p:cNvPr id="413" name="tx413"/>
            <p:cNvSpPr/>
            <p:nvPr/>
          </p:nvSpPr>
          <p:spPr>
            <a:xfrm>
              <a:off x="1480189" y="4226815"/>
              <a:ext cx="55302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PB2:G642-</a:t>
              </a:r>
            </a:p>
          </p:txBody>
        </p:sp>
        <p:sp>
          <p:nvSpPr>
            <p:cNvPr id="414" name="tx414"/>
            <p:cNvSpPr/>
            <p:nvPr/>
          </p:nvSpPr>
          <p:spPr>
            <a:xfrm>
              <a:off x="1554804" y="4170923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PB2:A52-</a:t>
              </a:r>
            </a:p>
          </p:txBody>
        </p:sp>
        <p:sp>
          <p:nvSpPr>
            <p:cNvPr id="415" name="tx415"/>
            <p:cNvSpPr/>
            <p:nvPr/>
          </p:nvSpPr>
          <p:spPr>
            <a:xfrm>
              <a:off x="1492625" y="4115032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PB2:A722-</a:t>
              </a:r>
            </a:p>
          </p:txBody>
        </p:sp>
        <p:sp>
          <p:nvSpPr>
            <p:cNvPr id="416" name="tx416"/>
            <p:cNvSpPr/>
            <p:nvPr/>
          </p:nvSpPr>
          <p:spPr>
            <a:xfrm>
              <a:off x="1548678" y="4059140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PB2:D65-</a:t>
              </a:r>
            </a:p>
          </p:txBody>
        </p:sp>
        <p:sp>
          <p:nvSpPr>
            <p:cNvPr id="417" name="tx417"/>
            <p:cNvSpPr/>
            <p:nvPr/>
          </p:nvSpPr>
          <p:spPr>
            <a:xfrm>
              <a:off x="1554804" y="4003249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PB2:E69-</a:t>
              </a:r>
            </a:p>
          </p:txBody>
        </p:sp>
        <p:sp>
          <p:nvSpPr>
            <p:cNvPr id="418" name="tx418"/>
            <p:cNvSpPr/>
            <p:nvPr/>
          </p:nvSpPr>
          <p:spPr>
            <a:xfrm>
              <a:off x="1554804" y="3947357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PB2:E72-</a:t>
              </a:r>
            </a:p>
          </p:txBody>
        </p:sp>
        <p:sp>
          <p:nvSpPr>
            <p:cNvPr id="419" name="tx419"/>
            <p:cNvSpPr/>
            <p:nvPr/>
          </p:nvSpPr>
          <p:spPr>
            <a:xfrm>
              <a:off x="1492625" y="3891465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PB2:E720-</a:t>
              </a:r>
            </a:p>
          </p:txBody>
        </p:sp>
        <p:sp>
          <p:nvSpPr>
            <p:cNvPr id="420" name="tx420"/>
            <p:cNvSpPr/>
            <p:nvPr/>
          </p:nvSpPr>
          <p:spPr>
            <a:xfrm>
              <a:off x="1480189" y="3835574"/>
              <a:ext cx="55302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PB2:G719-</a:t>
              </a:r>
            </a:p>
          </p:txBody>
        </p:sp>
        <p:sp>
          <p:nvSpPr>
            <p:cNvPr id="421" name="tx421"/>
            <p:cNvSpPr/>
            <p:nvPr/>
          </p:nvSpPr>
          <p:spPr>
            <a:xfrm>
              <a:off x="1635454" y="3779682"/>
              <a:ext cx="39776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PB2:I72</a:t>
              </a:r>
            </a:p>
          </p:txBody>
        </p:sp>
        <p:sp>
          <p:nvSpPr>
            <p:cNvPr id="422" name="tx422"/>
            <p:cNvSpPr/>
            <p:nvPr/>
          </p:nvSpPr>
          <p:spPr>
            <a:xfrm>
              <a:off x="1536059" y="3723791"/>
              <a:ext cx="49715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PB2:I726-</a:t>
              </a:r>
            </a:p>
          </p:txBody>
        </p:sp>
        <p:sp>
          <p:nvSpPr>
            <p:cNvPr id="423" name="tx423"/>
            <p:cNvSpPr/>
            <p:nvPr/>
          </p:nvSpPr>
          <p:spPr>
            <a:xfrm>
              <a:off x="1554804" y="3667899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PB2:K48-</a:t>
              </a:r>
            </a:p>
          </p:txBody>
        </p:sp>
        <p:sp>
          <p:nvSpPr>
            <p:cNvPr id="424" name="tx424"/>
            <p:cNvSpPr/>
            <p:nvPr/>
          </p:nvSpPr>
          <p:spPr>
            <a:xfrm>
              <a:off x="1554804" y="3612007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PB2:K61-</a:t>
              </a:r>
            </a:p>
          </p:txBody>
        </p:sp>
        <p:sp>
          <p:nvSpPr>
            <p:cNvPr id="425" name="tx425"/>
            <p:cNvSpPr/>
            <p:nvPr/>
          </p:nvSpPr>
          <p:spPr>
            <a:xfrm>
              <a:off x="1492625" y="3556116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PB2:K718-</a:t>
              </a:r>
            </a:p>
          </p:txBody>
        </p:sp>
        <p:sp>
          <p:nvSpPr>
            <p:cNvPr id="426" name="tx426"/>
            <p:cNvSpPr/>
            <p:nvPr/>
          </p:nvSpPr>
          <p:spPr>
            <a:xfrm>
              <a:off x="1492625" y="3500224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PB2:K721-</a:t>
              </a:r>
            </a:p>
          </p:txBody>
        </p:sp>
        <p:sp>
          <p:nvSpPr>
            <p:cNvPr id="427" name="tx427"/>
            <p:cNvSpPr/>
            <p:nvPr/>
          </p:nvSpPr>
          <p:spPr>
            <a:xfrm>
              <a:off x="1504970" y="3444332"/>
              <a:ext cx="5282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PB2:L725-</a:t>
              </a:r>
            </a:p>
          </p:txBody>
        </p:sp>
        <p:sp>
          <p:nvSpPr>
            <p:cNvPr id="428" name="tx428"/>
            <p:cNvSpPr/>
            <p:nvPr/>
          </p:nvSpPr>
          <p:spPr>
            <a:xfrm>
              <a:off x="1536242" y="3388441"/>
              <a:ext cx="4969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PB2:M47-</a:t>
              </a:r>
            </a:p>
          </p:txBody>
        </p:sp>
        <p:sp>
          <p:nvSpPr>
            <p:cNvPr id="429" name="tx429"/>
            <p:cNvSpPr/>
            <p:nvPr/>
          </p:nvSpPr>
          <p:spPr>
            <a:xfrm>
              <a:off x="1536242" y="3332549"/>
              <a:ext cx="4969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PB2:M50-</a:t>
              </a:r>
            </a:p>
          </p:txBody>
        </p:sp>
        <p:sp>
          <p:nvSpPr>
            <p:cNvPr id="430" name="tx430"/>
            <p:cNvSpPr/>
            <p:nvPr/>
          </p:nvSpPr>
          <p:spPr>
            <a:xfrm>
              <a:off x="1536242" y="3276658"/>
              <a:ext cx="4969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PB2:M51-</a:t>
              </a:r>
            </a:p>
          </p:txBody>
        </p:sp>
        <p:sp>
          <p:nvSpPr>
            <p:cNvPr id="431" name="tx431"/>
            <p:cNvSpPr/>
            <p:nvPr/>
          </p:nvSpPr>
          <p:spPr>
            <a:xfrm>
              <a:off x="1536242" y="3220766"/>
              <a:ext cx="4969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PB2:M53-</a:t>
              </a:r>
            </a:p>
          </p:txBody>
        </p:sp>
        <p:sp>
          <p:nvSpPr>
            <p:cNvPr id="432" name="tx432"/>
            <p:cNvSpPr/>
            <p:nvPr/>
          </p:nvSpPr>
          <p:spPr>
            <a:xfrm>
              <a:off x="1536242" y="3164874"/>
              <a:ext cx="49697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PB2:M66-</a:t>
              </a:r>
            </a:p>
          </p:txBody>
        </p:sp>
        <p:sp>
          <p:nvSpPr>
            <p:cNvPr id="433" name="tx433"/>
            <p:cNvSpPr/>
            <p:nvPr/>
          </p:nvSpPr>
          <p:spPr>
            <a:xfrm>
              <a:off x="1548678" y="3108983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PB2:N71-</a:t>
              </a:r>
            </a:p>
          </p:txBody>
        </p:sp>
        <p:sp>
          <p:nvSpPr>
            <p:cNvPr id="434" name="tx434"/>
            <p:cNvSpPr/>
            <p:nvPr/>
          </p:nvSpPr>
          <p:spPr>
            <a:xfrm>
              <a:off x="1486499" y="3053091"/>
              <a:ext cx="5467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PB2:N723-</a:t>
              </a:r>
            </a:p>
          </p:txBody>
        </p:sp>
        <p:sp>
          <p:nvSpPr>
            <p:cNvPr id="435" name="tx435"/>
            <p:cNvSpPr/>
            <p:nvPr/>
          </p:nvSpPr>
          <p:spPr>
            <a:xfrm>
              <a:off x="1554804" y="2997200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PB2:P68-</a:t>
              </a:r>
            </a:p>
          </p:txBody>
        </p:sp>
        <p:sp>
          <p:nvSpPr>
            <p:cNvPr id="436" name="tx436"/>
            <p:cNvSpPr/>
            <p:nvPr/>
          </p:nvSpPr>
          <p:spPr>
            <a:xfrm>
              <a:off x="1542369" y="2941308"/>
              <a:ext cx="49084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PB2:Q73-</a:t>
              </a:r>
            </a:p>
          </p:txBody>
        </p:sp>
        <p:sp>
          <p:nvSpPr>
            <p:cNvPr id="437" name="tx437"/>
            <p:cNvSpPr/>
            <p:nvPr/>
          </p:nvSpPr>
          <p:spPr>
            <a:xfrm>
              <a:off x="1548678" y="2885416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PB2:R62-</a:t>
              </a:r>
            </a:p>
          </p:txBody>
        </p:sp>
        <p:sp>
          <p:nvSpPr>
            <p:cNvPr id="438" name="tx438"/>
            <p:cNvSpPr/>
            <p:nvPr/>
          </p:nvSpPr>
          <p:spPr>
            <a:xfrm>
              <a:off x="1548678" y="2829525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PB2:R70-</a:t>
              </a:r>
            </a:p>
          </p:txBody>
        </p:sp>
        <p:sp>
          <p:nvSpPr>
            <p:cNvPr id="439" name="tx439"/>
            <p:cNvSpPr/>
            <p:nvPr/>
          </p:nvSpPr>
          <p:spPr>
            <a:xfrm>
              <a:off x="1492625" y="2773633"/>
              <a:ext cx="54059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PB2:V724-</a:t>
              </a:r>
            </a:p>
          </p:txBody>
        </p:sp>
        <p:sp>
          <p:nvSpPr>
            <p:cNvPr id="440" name="tx440"/>
            <p:cNvSpPr/>
            <p:nvPr/>
          </p:nvSpPr>
          <p:spPr>
            <a:xfrm>
              <a:off x="1523898" y="2717742"/>
              <a:ext cx="50932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PB2:W49-</a:t>
              </a:r>
            </a:p>
          </p:txBody>
        </p:sp>
        <p:sp>
          <p:nvSpPr>
            <p:cNvPr id="441" name="tx441"/>
            <p:cNvSpPr/>
            <p:nvPr/>
          </p:nvSpPr>
          <p:spPr>
            <a:xfrm>
              <a:off x="1554804" y="2661850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PB2:A59-</a:t>
              </a:r>
            </a:p>
          </p:txBody>
        </p:sp>
        <p:sp>
          <p:nvSpPr>
            <p:cNvPr id="442" name="tx442"/>
            <p:cNvSpPr/>
            <p:nvPr/>
          </p:nvSpPr>
          <p:spPr>
            <a:xfrm>
              <a:off x="1548678" y="2605958"/>
              <a:ext cx="48454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PB2:D60-</a:t>
              </a:r>
            </a:p>
          </p:txBody>
        </p:sp>
        <p:sp>
          <p:nvSpPr>
            <p:cNvPr id="443" name="tx443"/>
            <p:cNvSpPr/>
            <p:nvPr/>
          </p:nvSpPr>
          <p:spPr>
            <a:xfrm>
              <a:off x="1598238" y="2550067"/>
              <a:ext cx="4349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PB2:I57-</a:t>
              </a:r>
            </a:p>
          </p:txBody>
        </p:sp>
        <p:sp>
          <p:nvSpPr>
            <p:cNvPr id="444" name="tx444"/>
            <p:cNvSpPr/>
            <p:nvPr/>
          </p:nvSpPr>
          <p:spPr>
            <a:xfrm>
              <a:off x="1554804" y="249417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PB2:K32-</a:t>
              </a:r>
            </a:p>
          </p:txBody>
        </p:sp>
        <p:sp>
          <p:nvSpPr>
            <p:cNvPr id="445" name="tx445"/>
            <p:cNvSpPr/>
            <p:nvPr/>
          </p:nvSpPr>
          <p:spPr>
            <a:xfrm>
              <a:off x="1554804" y="2438283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PB2:K33-</a:t>
              </a:r>
            </a:p>
          </p:txBody>
        </p:sp>
        <p:sp>
          <p:nvSpPr>
            <p:cNvPr id="446" name="tx446"/>
            <p:cNvSpPr/>
            <p:nvPr/>
          </p:nvSpPr>
          <p:spPr>
            <a:xfrm>
              <a:off x="1561114" y="2382392"/>
              <a:ext cx="4721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PB2:T58-</a:t>
              </a:r>
            </a:p>
          </p:txBody>
        </p:sp>
        <p:sp>
          <p:nvSpPr>
            <p:cNvPr id="447" name="tx447"/>
            <p:cNvSpPr/>
            <p:nvPr/>
          </p:nvSpPr>
          <p:spPr>
            <a:xfrm>
              <a:off x="1542369" y="2326500"/>
              <a:ext cx="49084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PB2:G74-</a:t>
              </a:r>
            </a:p>
          </p:txBody>
        </p:sp>
        <p:sp>
          <p:nvSpPr>
            <p:cNvPr id="448" name="tx448"/>
            <p:cNvSpPr/>
            <p:nvPr/>
          </p:nvSpPr>
          <p:spPr>
            <a:xfrm>
              <a:off x="1567149" y="2270609"/>
              <a:ext cx="46606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PB2:L77-</a:t>
              </a:r>
            </a:p>
          </p:txBody>
        </p:sp>
        <p:sp>
          <p:nvSpPr>
            <p:cNvPr id="449" name="tx449"/>
            <p:cNvSpPr/>
            <p:nvPr/>
          </p:nvSpPr>
          <p:spPr>
            <a:xfrm>
              <a:off x="1542369" y="2214717"/>
              <a:ext cx="49084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PB2:Q75-</a:t>
              </a:r>
            </a:p>
          </p:txBody>
        </p:sp>
        <p:sp>
          <p:nvSpPr>
            <p:cNvPr id="450" name="tx450"/>
            <p:cNvSpPr/>
            <p:nvPr/>
          </p:nvSpPr>
          <p:spPr>
            <a:xfrm>
              <a:off x="1561114" y="2158825"/>
              <a:ext cx="47210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PB2:T76-</a:t>
              </a:r>
            </a:p>
          </p:txBody>
        </p:sp>
        <p:sp>
          <p:nvSpPr>
            <p:cNvPr id="451" name="tx451"/>
            <p:cNvSpPr/>
            <p:nvPr/>
          </p:nvSpPr>
          <p:spPr>
            <a:xfrm>
              <a:off x="1660509" y="2102934"/>
              <a:ext cx="37270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PB2:T8</a:t>
              </a:r>
            </a:p>
          </p:txBody>
        </p:sp>
        <p:sp>
          <p:nvSpPr>
            <p:cNvPr id="452" name="tx452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453" name="tx453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454" name="pic45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455" name="pl455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l456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l457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l458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l459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l460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l461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l462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tx463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464" name="tx464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465" name="tx465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466" name="tx466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467" name="tx467"/>
            <p:cNvSpPr/>
            <p:nvPr/>
          </p:nvSpPr>
          <p:spPr>
            <a:xfrm>
              <a:off x="2095849" y="1669789"/>
              <a:ext cx="3827769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PB2: andel delesjoner over tid per influensasubtype</a:t>
              </a:r>
            </a:p>
          </p:txBody>
        </p:sp>
      </p:grpSp>
      <p:sp>
        <p:nvSpPr>
          <p:cNvPr id="46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PB2: andel delesjoner over tid per influensasubtype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6171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379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608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816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1025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233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441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670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838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7007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216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40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8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55347" y="4515792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55347" y="3011799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5577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6765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7994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9222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0410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163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2827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4055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5284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6393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7621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8810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866761" y="3763796"/>
              <a:ext cx="110936" cy="1503992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706708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1743939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227304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472949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350127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1621116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825568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583886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108444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1985621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1866761" y="2259803"/>
              <a:ext cx="110936" cy="1503992"/>
            </a:xfrm>
            <a:prstGeom prst="rect">
              <a:avLst/>
            </a:prstGeom>
            <a:solidFill>
              <a:srgbClr val="1C1D3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3997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1187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2416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3624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4833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46041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7249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8478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49646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0815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2024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3212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53806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3936148" y="4515792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3936148" y="3011799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39385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0573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1802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3030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4218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544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6635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7863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9092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50201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51429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52618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4489245" y="3763796"/>
              <a:ext cx="110936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087509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4124740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608105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853750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730928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206369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4964687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489245" y="2259803"/>
              <a:ext cx="110936" cy="1503992"/>
            </a:xfrm>
            <a:prstGeom prst="rect">
              <a:avLst/>
            </a:prstGeom>
            <a:solidFill>
              <a:srgbClr val="14162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4366423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4247562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378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4995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66224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67432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68641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69849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1057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2286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3454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74623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75832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77020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77614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316949" y="4515792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316949" y="3011799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3193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4381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65610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66838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68026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6925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0443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1671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2900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4009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5237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76426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468310" y="3763796"/>
              <a:ext cx="110936" cy="1503992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234551" y="3763796"/>
              <a:ext cx="110936" cy="1503992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111729" y="3763796"/>
              <a:ext cx="110936" cy="1503992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468310" y="2259803"/>
              <a:ext cx="110936" cy="1503992"/>
            </a:xfrm>
            <a:prstGeom prst="rect">
              <a:avLst/>
            </a:prstGeom>
            <a:solidFill>
              <a:srgbClr val="20223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6505541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6988906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7234551" y="2259803"/>
              <a:ext cx="110936" cy="1503992"/>
            </a:xfrm>
            <a:prstGeom prst="rect">
              <a:avLst/>
            </a:prstGeom>
            <a:solidFill>
              <a:srgbClr val="20223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7111729" y="2259803"/>
              <a:ext cx="110936" cy="1503992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7587171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7345488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tx119"/>
            <p:cNvSpPr/>
            <p:nvPr/>
          </p:nvSpPr>
          <p:spPr>
            <a:xfrm>
              <a:off x="2083175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20" name="tx120"/>
            <p:cNvSpPr/>
            <p:nvPr/>
          </p:nvSpPr>
          <p:spPr>
            <a:xfrm>
              <a:off x="4463976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21" name="tx121"/>
            <p:cNvSpPr/>
            <p:nvPr/>
          </p:nvSpPr>
          <p:spPr>
            <a:xfrm>
              <a:off x="6802303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121465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1365437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1424416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155262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169802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17943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191316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20625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217996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225929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240849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251158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359545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374623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380521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393342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07882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1751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29396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44433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456076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464009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478929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489238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597625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127040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18601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31422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645962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65559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667476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682412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694156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702089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7170095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727318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6099145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5452664" y="2971794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160" name="tx160"/>
            <p:cNvSpPr/>
            <p:nvPr/>
          </p:nvSpPr>
          <p:spPr>
            <a:xfrm>
              <a:off x="3718344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61" name="tx161"/>
            <p:cNvSpPr/>
            <p:nvPr/>
          </p:nvSpPr>
          <p:spPr>
            <a:xfrm>
              <a:off x="3071863" y="2971794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162" name="tx162"/>
            <p:cNvSpPr/>
            <p:nvPr/>
          </p:nvSpPr>
          <p:spPr>
            <a:xfrm>
              <a:off x="1337543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63" name="tx163"/>
            <p:cNvSpPr/>
            <p:nvPr/>
          </p:nvSpPr>
          <p:spPr>
            <a:xfrm>
              <a:off x="691062" y="2971794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65" name="tx165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66" name="pic16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67" name="pl167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l168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l169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l170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l171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l172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l173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l174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tx175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76" name="tx176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7" name="tx177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78" name="tx178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9" name="tx179"/>
            <p:cNvSpPr/>
            <p:nvPr/>
          </p:nvSpPr>
          <p:spPr>
            <a:xfrm>
              <a:off x="1555347" y="1669789"/>
              <a:ext cx="3706246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NP: andel frameshift over tid per influensasubtype</a:t>
              </a:r>
            </a:p>
          </p:txBody>
        </p:sp>
      </p:grpSp>
      <p:sp>
        <p:nvSpPr>
          <p:cNvPr id="18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NP: andel frameshift over tid per influensasubtype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641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2372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3115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3847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4578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5309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6040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6783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491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198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929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648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0008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126755" y="4515792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126755" y="3011799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1281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2001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2744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3487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4206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4949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566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6412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7155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7826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8569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9289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315188" y="3763796"/>
              <a:ext cx="67126" cy="1503992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823430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240870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533349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681986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607667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166552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895352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749112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461428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2387109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315188" y="2259803"/>
              <a:ext cx="67126" cy="1503992"/>
            </a:xfrm>
            <a:prstGeom prst="rect">
              <a:avLst/>
            </a:prstGeom>
            <a:solidFill>
              <a:srgbClr val="1C1D3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544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6180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6923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7655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8386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49117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9848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0591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1299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2006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2737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3456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53816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507556" y="4515792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507556" y="3011799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5089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5809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6552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7295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8014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8757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947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0220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0963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51634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52377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53097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4842229" y="3763796"/>
              <a:ext cx="67126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204232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4621671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914150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5062787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988468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276153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5129913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842229" y="2259803"/>
              <a:ext cx="67126" cy="1503992"/>
            </a:xfrm>
            <a:prstGeom prst="rect">
              <a:avLst/>
            </a:prstGeom>
            <a:solidFill>
              <a:srgbClr val="14162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4767911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4695990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925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9988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0731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1463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2194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2925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3656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4399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5107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75814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76545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77264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7762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888357" y="4515792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888357" y="3011799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8897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9617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0360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1103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1822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2565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328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4028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4771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5442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6185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76905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585033" y="3763796"/>
              <a:ext cx="67126" cy="1503992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443588" y="3763796"/>
              <a:ext cx="67126" cy="1503992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369270" y="3763796"/>
              <a:ext cx="67126" cy="1503992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585033" y="2259803"/>
              <a:ext cx="67126" cy="1503992"/>
            </a:xfrm>
            <a:prstGeom prst="rect">
              <a:avLst/>
            </a:prstGeom>
            <a:solidFill>
              <a:srgbClr val="20223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7002472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7294951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7443588" y="2259803"/>
              <a:ext cx="67126" cy="1503992"/>
            </a:xfrm>
            <a:prstGeom prst="rect">
              <a:avLst/>
            </a:prstGeom>
            <a:solidFill>
              <a:srgbClr val="20223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7369270" y="2259803"/>
              <a:ext cx="67126" cy="1503992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7656954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7510714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tx119"/>
            <p:cNvSpPr/>
            <p:nvPr/>
          </p:nvSpPr>
          <p:spPr>
            <a:xfrm>
              <a:off x="236887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20" name="tx120"/>
            <p:cNvSpPr/>
            <p:nvPr/>
          </p:nvSpPr>
          <p:spPr>
            <a:xfrm>
              <a:off x="4749680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21" name="tx121"/>
            <p:cNvSpPr/>
            <p:nvPr/>
          </p:nvSpPr>
          <p:spPr>
            <a:xfrm>
              <a:off x="7088007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178512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188896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1899442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19791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207760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212538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21973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229816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236709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240261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2503310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255946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1659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426976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428024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435994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45840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50618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5781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467896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474789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478341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488411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494026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5467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650570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66104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74074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683920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688698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69589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705976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712869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7164213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726491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732106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6670554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5452664" y="2971794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60" name="tx160"/>
            <p:cNvSpPr/>
            <p:nvPr/>
          </p:nvSpPr>
          <p:spPr>
            <a:xfrm>
              <a:off x="4289753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61" name="tx161"/>
            <p:cNvSpPr/>
            <p:nvPr/>
          </p:nvSpPr>
          <p:spPr>
            <a:xfrm>
              <a:off x="3071863" y="2971794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62" name="tx162"/>
            <p:cNvSpPr/>
            <p:nvPr/>
          </p:nvSpPr>
          <p:spPr>
            <a:xfrm>
              <a:off x="1908951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63" name="tx163"/>
            <p:cNvSpPr/>
            <p:nvPr/>
          </p:nvSpPr>
          <p:spPr>
            <a:xfrm>
              <a:off x="691062" y="2971794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65" name="tx165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66" name="pic16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67" name="pl167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l168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l169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l170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l171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l172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l173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l174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tx175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76" name="tx176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7" name="tx177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78" name="tx178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9" name="tx179"/>
            <p:cNvSpPr/>
            <p:nvPr/>
          </p:nvSpPr>
          <p:spPr>
            <a:xfrm>
              <a:off x="2126755" y="1669789"/>
              <a:ext cx="3790188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NP: andel insersjoner over tid per influensasubtype</a:t>
              </a:r>
            </a:p>
          </p:txBody>
        </p:sp>
      </p:grpSp>
      <p:sp>
        <p:nvSpPr>
          <p:cNvPr id="18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NP: andel insersjoner over tid per influensasubtype</a:t>
            </a: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345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2102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2872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362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4386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5143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5900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6669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401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133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890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635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0007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095849" y="451579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095849" y="301179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0973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1717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2487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32568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4001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4770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5515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6284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7054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7749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851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29263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290934" y="3763796"/>
              <a:ext cx="69495" cy="1503992"/>
            </a:xfrm>
            <a:prstGeom prst="rect">
              <a:avLst/>
            </a:prstGeom>
            <a:solidFill>
              <a:srgbClr val="F5F6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817117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213992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516795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670679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593737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137050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891577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740175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442335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2365394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290934" y="2259803"/>
              <a:ext cx="69495" cy="1503992"/>
            </a:xfrm>
            <a:prstGeom prst="rect">
              <a:avLst/>
            </a:prstGeom>
            <a:solidFill>
              <a:srgbClr val="1C1D34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5153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5910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6680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743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8194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48951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9708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0477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1209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1941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2698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3443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53815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476650" y="451579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476650" y="301179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4781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5525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6295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7064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7809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8578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9323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0092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0862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51557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5232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53071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4823137" y="3763796"/>
              <a:ext cx="69495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197918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4594793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897596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5051480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4974538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272378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5120976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823137" y="2259803"/>
              <a:ext cx="69495" cy="1503992"/>
            </a:xfrm>
            <a:prstGeom prst="rect">
              <a:avLst/>
            </a:prstGeom>
            <a:solidFill>
              <a:srgbClr val="14162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4746195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4671735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8961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9718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0488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124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2002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2759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3516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42855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5017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75749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76506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77251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77623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857451" y="451579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857451" y="301179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8589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9334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0103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0872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1617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2386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3131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3900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4670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5365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613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76879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578719" y="3763796"/>
              <a:ext cx="69495" cy="1503992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432281" y="3763796"/>
              <a:ext cx="69495" cy="1503992"/>
            </a:xfrm>
            <a:prstGeom prst="rect">
              <a:avLst/>
            </a:prstGeom>
            <a:solidFill>
              <a:srgbClr val="F2F3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355340" y="3763796"/>
              <a:ext cx="69495" cy="1503992"/>
            </a:xfrm>
            <a:prstGeom prst="rect">
              <a:avLst/>
            </a:prstGeom>
            <a:solidFill>
              <a:srgbClr val="ECEE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578719" y="2259803"/>
              <a:ext cx="69495" cy="1503992"/>
            </a:xfrm>
            <a:prstGeom prst="rect">
              <a:avLst/>
            </a:prstGeom>
            <a:solidFill>
              <a:srgbClr val="20223B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6975594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7278398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7432281" y="2259803"/>
              <a:ext cx="69495" cy="1503992"/>
            </a:xfrm>
            <a:prstGeom prst="rect">
              <a:avLst/>
            </a:prstGeom>
            <a:solidFill>
              <a:srgbClr val="20223A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7355340" y="2259803"/>
              <a:ext cx="69495" cy="1503992"/>
            </a:xfrm>
            <a:prstGeom prst="rect">
              <a:avLst/>
            </a:prstGeom>
            <a:solidFill>
              <a:srgbClr val="292B4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7653179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7501777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tx119"/>
            <p:cNvSpPr/>
            <p:nvPr/>
          </p:nvSpPr>
          <p:spPr>
            <a:xfrm>
              <a:off x="2353425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20" name="tx120"/>
            <p:cNvSpPr/>
            <p:nvPr/>
          </p:nvSpPr>
          <p:spPr>
            <a:xfrm>
              <a:off x="4734227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21" name="tx121"/>
            <p:cNvSpPr/>
            <p:nvPr/>
          </p:nvSpPr>
          <p:spPr>
            <a:xfrm>
              <a:off x="7072554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175426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1860651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187374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195607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205707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210747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218193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228541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235697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2394859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249818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255687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13507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4241452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425455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433687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43787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48827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56273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466621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473777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477566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487898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493767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51587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62225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635351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71767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681867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686908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694354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704701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711857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715646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725978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731847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6639647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5452664" y="2971794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160" name="tx160"/>
            <p:cNvSpPr/>
            <p:nvPr/>
          </p:nvSpPr>
          <p:spPr>
            <a:xfrm>
              <a:off x="4258846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61" name="tx161"/>
            <p:cNvSpPr/>
            <p:nvPr/>
          </p:nvSpPr>
          <p:spPr>
            <a:xfrm>
              <a:off x="3071863" y="2971794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162" name="tx162"/>
            <p:cNvSpPr/>
            <p:nvPr/>
          </p:nvSpPr>
          <p:spPr>
            <a:xfrm>
              <a:off x="1878045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63" name="tx163"/>
            <p:cNvSpPr/>
            <p:nvPr/>
          </p:nvSpPr>
          <p:spPr>
            <a:xfrm>
              <a:off x="691062" y="2971794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65" name="tx165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66" name="pic16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67" name="pl167"/>
            <p:cNvSpPr/>
            <p:nvPr/>
          </p:nvSpPr>
          <p:spPr>
            <a:xfrm>
              <a:off x="8148208" y="4142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l168"/>
            <p:cNvSpPr/>
            <p:nvPr/>
          </p:nvSpPr>
          <p:spPr>
            <a:xfrm>
              <a:off x="8148208" y="38674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l169"/>
            <p:cNvSpPr/>
            <p:nvPr/>
          </p:nvSpPr>
          <p:spPr>
            <a:xfrm>
              <a:off x="8148208" y="359198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l170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l171"/>
            <p:cNvSpPr/>
            <p:nvPr/>
          </p:nvSpPr>
          <p:spPr>
            <a:xfrm>
              <a:off x="7972643" y="4142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l172"/>
            <p:cNvSpPr/>
            <p:nvPr/>
          </p:nvSpPr>
          <p:spPr>
            <a:xfrm>
              <a:off x="7972643" y="38674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l173"/>
            <p:cNvSpPr/>
            <p:nvPr/>
          </p:nvSpPr>
          <p:spPr>
            <a:xfrm>
              <a:off x="7972643" y="359198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l174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tx175"/>
            <p:cNvSpPr/>
            <p:nvPr/>
          </p:nvSpPr>
          <p:spPr>
            <a:xfrm>
              <a:off x="8261689" y="410289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76" name="tx176"/>
            <p:cNvSpPr/>
            <p:nvPr/>
          </p:nvSpPr>
          <p:spPr>
            <a:xfrm>
              <a:off x="8261689" y="3827436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7" name="tx177"/>
            <p:cNvSpPr/>
            <p:nvPr/>
          </p:nvSpPr>
          <p:spPr>
            <a:xfrm>
              <a:off x="8261689" y="355197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78" name="tx178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9" name="tx179"/>
            <p:cNvSpPr/>
            <p:nvPr/>
          </p:nvSpPr>
          <p:spPr>
            <a:xfrm>
              <a:off x="2095849" y="1669789"/>
              <a:ext cx="374382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NP: andel delesjoner over tid per influensasubtype</a:t>
              </a:r>
            </a:p>
          </p:txBody>
        </p:sp>
      </p:grpSp>
      <p:sp>
        <p:nvSpPr>
          <p:cNvPr id="18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NP: andel delesjoner over tid per influensasubtype</a:t>
            </a: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6171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7379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8608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98165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10250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2233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3441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670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5838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7007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2160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40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9998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555347" y="3763796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5577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6765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7994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9222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0410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163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2827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4055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5284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6393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7621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8810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706708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743939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227304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472949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350127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621116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825568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583886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108444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985621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866761" y="2385136"/>
              <a:ext cx="11093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997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1187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24161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36246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48330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6041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7249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48478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49646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0815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20240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3212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3806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3936148" y="4515792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3936148" y="3011799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39385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0573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1802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30303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4218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544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6635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7863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90921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0201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1429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52618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730928" y="3763796"/>
              <a:ext cx="110936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489245" y="3763796"/>
              <a:ext cx="110936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087509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4124740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4608105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853750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730928" y="2259803"/>
              <a:ext cx="110936" cy="1503992"/>
            </a:xfrm>
            <a:prstGeom prst="rect">
              <a:avLst/>
            </a:prstGeom>
            <a:solidFill>
              <a:srgbClr val="181A3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206369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4964687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4489245" y="2259803"/>
              <a:ext cx="110936" cy="1503992"/>
            </a:xfrm>
            <a:prstGeom prst="rect">
              <a:avLst/>
            </a:prstGeom>
            <a:solidFill>
              <a:srgbClr val="191A3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366423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4247562" y="2259803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378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4995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66224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674326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686410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69849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1057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22860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3454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4623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75832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77020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77614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316949" y="4515792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316949" y="3011799"/>
              <a:ext cx="1446927" cy="0"/>
            </a:xfrm>
            <a:custGeom>
              <a:avLst/>
              <a:pathLst>
                <a:path w="1446927" h="0">
                  <a:moveTo>
                    <a:pt x="0" y="0"/>
                  </a:moveTo>
                  <a:lnTo>
                    <a:pt x="1446927" y="0"/>
                  </a:lnTo>
                  <a:lnTo>
                    <a:pt x="1446927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3193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4381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656100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66838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68026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6925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0443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1671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29002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4009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52377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6426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468310" y="3763796"/>
              <a:ext cx="110936" cy="1503992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6505541" y="3763796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6988906" y="3763796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234551" y="3763796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111729" y="3763796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7587171" y="3763796"/>
              <a:ext cx="110936" cy="1503992"/>
            </a:xfrm>
            <a:prstGeom prst="rect">
              <a:avLst/>
            </a:prstGeom>
            <a:solidFill>
              <a:srgbClr val="838AE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7345488" y="3763796"/>
              <a:ext cx="11093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7468310" y="2259803"/>
              <a:ext cx="110936" cy="1503992"/>
            </a:xfrm>
            <a:prstGeom prst="rect">
              <a:avLst/>
            </a:prstGeom>
            <a:solidFill>
              <a:srgbClr val="2F315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7587171" y="2259803"/>
              <a:ext cx="110936" cy="1503992"/>
            </a:xfrm>
            <a:prstGeom prst="rect">
              <a:avLst/>
            </a:prstGeom>
            <a:solidFill>
              <a:srgbClr val="838AE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tx117"/>
            <p:cNvSpPr/>
            <p:nvPr/>
          </p:nvSpPr>
          <p:spPr>
            <a:xfrm>
              <a:off x="2083175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8" name="tx118"/>
            <p:cNvSpPr/>
            <p:nvPr/>
          </p:nvSpPr>
          <p:spPr>
            <a:xfrm>
              <a:off x="4463976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9" name="tx119"/>
            <p:cNvSpPr/>
            <p:nvPr/>
          </p:nvSpPr>
          <p:spPr>
            <a:xfrm>
              <a:off x="6802303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21465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1365437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1424416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1552624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169802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17943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191316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20625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217996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225929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240849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251158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359545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374623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3805217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393342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407882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41751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29396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4433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56076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464009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478929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489238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597625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127040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186018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31422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45962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5559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667476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6824128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694156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702089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7170095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7273189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6099145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7" name="tx157"/>
            <p:cNvSpPr/>
            <p:nvPr/>
          </p:nvSpPr>
          <p:spPr>
            <a:xfrm>
              <a:off x="5452664" y="2971794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3718344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3071863" y="2971794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160" name="tx160"/>
            <p:cNvSpPr/>
            <p:nvPr/>
          </p:nvSpPr>
          <p:spPr>
            <a:xfrm>
              <a:off x="691062" y="3723791"/>
              <a:ext cx="80165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frameshift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62" name="tx162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63" name="pic16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64" name="pl164"/>
            <p:cNvSpPr/>
            <p:nvPr/>
          </p:nvSpPr>
          <p:spPr>
            <a:xfrm>
              <a:off x="8148208" y="416051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5"/>
            <p:cNvSpPr/>
            <p:nvPr/>
          </p:nvSpPr>
          <p:spPr>
            <a:xfrm>
              <a:off x="8148208" y="387917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6"/>
            <p:cNvSpPr/>
            <p:nvPr/>
          </p:nvSpPr>
          <p:spPr>
            <a:xfrm>
              <a:off x="8148208" y="359784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l167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l168"/>
            <p:cNvSpPr/>
            <p:nvPr/>
          </p:nvSpPr>
          <p:spPr>
            <a:xfrm>
              <a:off x="7972643" y="416051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l169"/>
            <p:cNvSpPr/>
            <p:nvPr/>
          </p:nvSpPr>
          <p:spPr>
            <a:xfrm>
              <a:off x="7972643" y="387917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l170"/>
            <p:cNvSpPr/>
            <p:nvPr/>
          </p:nvSpPr>
          <p:spPr>
            <a:xfrm>
              <a:off x="7972643" y="359784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l171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tx172"/>
            <p:cNvSpPr/>
            <p:nvPr/>
          </p:nvSpPr>
          <p:spPr>
            <a:xfrm>
              <a:off x="8261689" y="412050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73" name="tx173"/>
            <p:cNvSpPr/>
            <p:nvPr/>
          </p:nvSpPr>
          <p:spPr>
            <a:xfrm>
              <a:off x="8261689" y="383917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4" name="tx174"/>
            <p:cNvSpPr/>
            <p:nvPr/>
          </p:nvSpPr>
          <p:spPr>
            <a:xfrm>
              <a:off x="8261689" y="355784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75" name="tx175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6" name="tx176"/>
            <p:cNvSpPr/>
            <p:nvPr/>
          </p:nvSpPr>
          <p:spPr>
            <a:xfrm>
              <a:off x="1555347" y="1669789"/>
              <a:ext cx="3706246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NS: andel frameshift over tid per influensasubtype</a:t>
              </a:r>
            </a:p>
          </p:txBody>
        </p:sp>
      </p:grpSp>
      <p:sp>
        <p:nvSpPr>
          <p:cNvPr id="17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NS: andel frameshift over tid per influensasubtype</a:t>
            </a: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641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2372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3115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3847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4578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5309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6040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67839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491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198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929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648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0008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126755" y="3763796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1281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2001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2744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34875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42067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4949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566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64123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71554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7826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8569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9289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823430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240870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533349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681986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607667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166552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895352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749112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461428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387109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315188" y="2385136"/>
              <a:ext cx="67126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5449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6180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6923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7655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8386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9117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98487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05919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1299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20063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2737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3456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3816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507556" y="4515792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507556" y="3011799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5089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5809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6552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72955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8014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8757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947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02203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09635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1634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2377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53097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988468" y="3763796"/>
              <a:ext cx="67126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842229" y="3763796"/>
              <a:ext cx="67126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204232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4621671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4914150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062787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988468" y="2259803"/>
              <a:ext cx="67126" cy="1503992"/>
            </a:xfrm>
            <a:prstGeom prst="rect">
              <a:avLst/>
            </a:prstGeom>
            <a:solidFill>
              <a:srgbClr val="181A3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276153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129913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4842229" y="2259803"/>
              <a:ext cx="67126" cy="1503992"/>
            </a:xfrm>
            <a:prstGeom prst="rect">
              <a:avLst/>
            </a:prstGeom>
            <a:solidFill>
              <a:srgbClr val="191A3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767911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4695990" y="2259803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9257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9988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70731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1463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21943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2925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36567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43999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5107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58143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76545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77264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77624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888357" y="4515792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888357" y="3011799"/>
              <a:ext cx="875518" cy="0"/>
            </a:xfrm>
            <a:custGeom>
              <a:avLst/>
              <a:pathLst>
                <a:path w="875518" h="0">
                  <a:moveTo>
                    <a:pt x="0" y="0"/>
                  </a:moveTo>
                  <a:lnTo>
                    <a:pt x="875518" y="0"/>
                  </a:lnTo>
                  <a:lnTo>
                    <a:pt x="875518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8897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9617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03603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11035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1822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25659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328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40283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47715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5442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6185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6905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585033" y="3763796"/>
              <a:ext cx="67126" cy="1503992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7002472" y="3763796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294951" y="3763796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443588" y="3763796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369270" y="3763796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7656954" y="3763796"/>
              <a:ext cx="67126" cy="1503992"/>
            </a:xfrm>
            <a:prstGeom prst="rect">
              <a:avLst/>
            </a:prstGeom>
            <a:solidFill>
              <a:srgbClr val="838AE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7510714" y="3763796"/>
              <a:ext cx="67126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7585033" y="2259803"/>
              <a:ext cx="67126" cy="1503992"/>
            </a:xfrm>
            <a:prstGeom prst="rect">
              <a:avLst/>
            </a:prstGeom>
            <a:solidFill>
              <a:srgbClr val="2F315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7656954" y="2259803"/>
              <a:ext cx="67126" cy="1503992"/>
            </a:xfrm>
            <a:prstGeom prst="rect">
              <a:avLst/>
            </a:prstGeom>
            <a:solidFill>
              <a:srgbClr val="838AE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tx117"/>
            <p:cNvSpPr/>
            <p:nvPr/>
          </p:nvSpPr>
          <p:spPr>
            <a:xfrm>
              <a:off x="2368879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8" name="tx118"/>
            <p:cNvSpPr/>
            <p:nvPr/>
          </p:nvSpPr>
          <p:spPr>
            <a:xfrm>
              <a:off x="4749680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9" name="tx119"/>
            <p:cNvSpPr/>
            <p:nvPr/>
          </p:nvSpPr>
          <p:spPr>
            <a:xfrm>
              <a:off x="7088007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78512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1888968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1899442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197914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07760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125385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219730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2298162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236709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240261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2503310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2559465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416592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269769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280243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435994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445840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450618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57810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67896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747896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4783412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488411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494026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54672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650570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661044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74074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83920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88698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695890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705976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7128697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7164213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7264912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732106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6670554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7" name="tx157"/>
            <p:cNvSpPr/>
            <p:nvPr/>
          </p:nvSpPr>
          <p:spPr>
            <a:xfrm>
              <a:off x="5452664" y="2971794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4289753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3071863" y="2971794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60" name="tx160"/>
            <p:cNvSpPr/>
            <p:nvPr/>
          </p:nvSpPr>
          <p:spPr>
            <a:xfrm>
              <a:off x="691062" y="3723791"/>
              <a:ext cx="137306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aminosyreinsersjoner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62" name="tx162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63" name="pic16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64" name="pl164"/>
            <p:cNvSpPr/>
            <p:nvPr/>
          </p:nvSpPr>
          <p:spPr>
            <a:xfrm>
              <a:off x="8148208" y="416051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5"/>
            <p:cNvSpPr/>
            <p:nvPr/>
          </p:nvSpPr>
          <p:spPr>
            <a:xfrm>
              <a:off x="8148208" y="387917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6"/>
            <p:cNvSpPr/>
            <p:nvPr/>
          </p:nvSpPr>
          <p:spPr>
            <a:xfrm>
              <a:off x="8148208" y="359784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l167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l168"/>
            <p:cNvSpPr/>
            <p:nvPr/>
          </p:nvSpPr>
          <p:spPr>
            <a:xfrm>
              <a:off x="7972643" y="416051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l169"/>
            <p:cNvSpPr/>
            <p:nvPr/>
          </p:nvSpPr>
          <p:spPr>
            <a:xfrm>
              <a:off x="7972643" y="387917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l170"/>
            <p:cNvSpPr/>
            <p:nvPr/>
          </p:nvSpPr>
          <p:spPr>
            <a:xfrm>
              <a:off x="7972643" y="359784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l171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tx172"/>
            <p:cNvSpPr/>
            <p:nvPr/>
          </p:nvSpPr>
          <p:spPr>
            <a:xfrm>
              <a:off x="8261689" y="412050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73" name="tx173"/>
            <p:cNvSpPr/>
            <p:nvPr/>
          </p:nvSpPr>
          <p:spPr>
            <a:xfrm>
              <a:off x="8261689" y="383917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4" name="tx174"/>
            <p:cNvSpPr/>
            <p:nvPr/>
          </p:nvSpPr>
          <p:spPr>
            <a:xfrm>
              <a:off x="8261689" y="355784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75" name="tx175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6" name="tx176"/>
            <p:cNvSpPr/>
            <p:nvPr/>
          </p:nvSpPr>
          <p:spPr>
            <a:xfrm>
              <a:off x="2126755" y="1669789"/>
              <a:ext cx="3790188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NS: andel insersjoner over tid per influensasubtype</a:t>
              </a:r>
            </a:p>
          </p:txBody>
        </p:sp>
      </p:grpSp>
      <p:sp>
        <p:nvSpPr>
          <p:cNvPr id="17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NS: andel insersjoner over tid per influensasubtype</a:t>
            </a: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213456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2102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28721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3629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4386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25143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25900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6669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74017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81339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8890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96355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0007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095849" y="3763796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09733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17179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2487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32568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4001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24770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5515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26284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27054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277492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285186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29263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817117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2213992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516795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670679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593737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137050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2891577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2740175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2442335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365394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290934" y="2385136"/>
              <a:ext cx="69495" cy="2757319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51536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5910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66801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7437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8194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8951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9708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0477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12097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19419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2698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34435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3815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476650" y="451579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4476650" y="301179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47813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55259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62954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70648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78094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85788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9323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0092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08622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15572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23266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530712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4974538" y="3763796"/>
              <a:ext cx="69495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4823137" y="3763796"/>
              <a:ext cx="69495" cy="1503992"/>
            </a:xfrm>
            <a:prstGeom prst="rect">
              <a:avLst/>
            </a:prstGeom>
            <a:solidFill>
              <a:srgbClr val="FAFB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197918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4594793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4897596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051480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4974538" y="2259803"/>
              <a:ext cx="69495" cy="1503992"/>
            </a:xfrm>
            <a:prstGeom prst="rect">
              <a:avLst/>
            </a:prstGeom>
            <a:solidFill>
              <a:srgbClr val="181A3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272378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120976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4823137" y="2259803"/>
              <a:ext cx="69495" cy="1503992"/>
            </a:xfrm>
            <a:prstGeom prst="rect">
              <a:avLst/>
            </a:prstGeom>
            <a:solidFill>
              <a:srgbClr val="191A30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746195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4671735" y="2259803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689617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6971871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7048813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712451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720021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727591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735161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742855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750177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757499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765069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772515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776238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857451" y="4515792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857451" y="3011799"/>
              <a:ext cx="906425" cy="0"/>
            </a:xfrm>
            <a:custGeom>
              <a:avLst/>
              <a:pathLst>
                <a:path w="906425" h="0">
                  <a:moveTo>
                    <a:pt x="0" y="0"/>
                  </a:moveTo>
                  <a:lnTo>
                    <a:pt x="906425" y="0"/>
                  </a:lnTo>
                  <a:lnTo>
                    <a:pt x="906425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85894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6933400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010342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08728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161744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23868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7313146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7390088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467029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536525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61346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687927" y="2109404"/>
              <a:ext cx="0" cy="3308783"/>
            </a:xfrm>
            <a:custGeom>
              <a:avLst/>
              <a:pathLst>
                <a:path w="0" h="3308783">
                  <a:moveTo>
                    <a:pt x="0" y="330878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7578719" y="3763796"/>
              <a:ext cx="69495" cy="1503992"/>
            </a:xfrm>
            <a:prstGeom prst="rect">
              <a:avLst/>
            </a:prstGeom>
            <a:solidFill>
              <a:srgbClr val="EBED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6975594" y="3763796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7278398" y="3763796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432281" y="3763796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355340" y="3763796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7653179" y="3763796"/>
              <a:ext cx="69495" cy="1503992"/>
            </a:xfrm>
            <a:prstGeom prst="rect">
              <a:avLst/>
            </a:prstGeom>
            <a:solidFill>
              <a:srgbClr val="838AE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7501777" y="3763796"/>
              <a:ext cx="69495" cy="1503992"/>
            </a:xfrm>
            <a:prstGeom prst="rect">
              <a:avLst/>
            </a:prstGeom>
            <a:solidFill>
              <a:srgbClr val="13142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7578719" y="2259803"/>
              <a:ext cx="69495" cy="1503992"/>
            </a:xfrm>
            <a:prstGeom prst="rect">
              <a:avLst/>
            </a:prstGeom>
            <a:solidFill>
              <a:srgbClr val="2F3151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7653179" y="2259803"/>
              <a:ext cx="69495" cy="1503992"/>
            </a:xfrm>
            <a:prstGeom prst="rect">
              <a:avLst/>
            </a:prstGeom>
            <a:solidFill>
              <a:srgbClr val="838AE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tx117"/>
            <p:cNvSpPr/>
            <p:nvPr/>
          </p:nvSpPr>
          <p:spPr>
            <a:xfrm>
              <a:off x="2353425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A/H1N1</a:t>
              </a:r>
            </a:p>
          </p:txBody>
        </p:sp>
        <p:sp>
          <p:nvSpPr>
            <p:cNvPr id="118" name="tx118"/>
            <p:cNvSpPr/>
            <p:nvPr/>
          </p:nvSpPr>
          <p:spPr>
            <a:xfrm>
              <a:off x="4734227" y="1961973"/>
              <a:ext cx="3912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A/H3N2</a:t>
              </a:r>
            </a:p>
          </p:txBody>
        </p:sp>
        <p:sp>
          <p:nvSpPr>
            <p:cNvPr id="119" name="tx119"/>
            <p:cNvSpPr/>
            <p:nvPr/>
          </p:nvSpPr>
          <p:spPr>
            <a:xfrm>
              <a:off x="7072554" y="1961973"/>
              <a:ext cx="47621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B/Victoria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175426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1860651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1873749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1956076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2057073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210747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26" name="tx126"/>
            <p:cNvSpPr/>
            <p:nvPr/>
          </p:nvSpPr>
          <p:spPr>
            <a:xfrm rot="-2700000">
              <a:off x="218193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7" name="tx127"/>
            <p:cNvSpPr/>
            <p:nvPr/>
          </p:nvSpPr>
          <p:spPr>
            <a:xfrm rot="-2700000">
              <a:off x="2285416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8" name="tx128"/>
            <p:cNvSpPr/>
            <p:nvPr/>
          </p:nvSpPr>
          <p:spPr>
            <a:xfrm rot="-2700000">
              <a:off x="2356973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9" name="tx129"/>
            <p:cNvSpPr/>
            <p:nvPr/>
          </p:nvSpPr>
          <p:spPr>
            <a:xfrm rot="-2700000">
              <a:off x="2394859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30" name="tx130"/>
            <p:cNvSpPr/>
            <p:nvPr/>
          </p:nvSpPr>
          <p:spPr>
            <a:xfrm rot="-2700000">
              <a:off x="2498181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31" name="tx131"/>
            <p:cNvSpPr/>
            <p:nvPr/>
          </p:nvSpPr>
          <p:spPr>
            <a:xfrm rot="-2700000">
              <a:off x="2556876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32" name="tx132"/>
            <p:cNvSpPr/>
            <p:nvPr/>
          </p:nvSpPr>
          <p:spPr>
            <a:xfrm rot="-2700000">
              <a:off x="4135070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33" name="tx133"/>
            <p:cNvSpPr/>
            <p:nvPr/>
          </p:nvSpPr>
          <p:spPr>
            <a:xfrm rot="-2700000">
              <a:off x="4241452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34" name="tx134"/>
            <p:cNvSpPr/>
            <p:nvPr/>
          </p:nvSpPr>
          <p:spPr>
            <a:xfrm rot="-2700000">
              <a:off x="4254550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35" name="tx135"/>
            <p:cNvSpPr/>
            <p:nvPr/>
          </p:nvSpPr>
          <p:spPr>
            <a:xfrm rot="-2700000">
              <a:off x="4336877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36" name="tx136"/>
            <p:cNvSpPr/>
            <p:nvPr/>
          </p:nvSpPr>
          <p:spPr>
            <a:xfrm rot="-2700000">
              <a:off x="4437874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37" name="tx137"/>
            <p:cNvSpPr/>
            <p:nvPr/>
          </p:nvSpPr>
          <p:spPr>
            <a:xfrm rot="-2700000">
              <a:off x="448827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562739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666217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737774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4775660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4878983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4937677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6515871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jun-2025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622253" y="5609699"/>
              <a:ext cx="3976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jul-2025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635351" y="5636144"/>
              <a:ext cx="47247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717678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818675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86908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6943540" y="5633913"/>
              <a:ext cx="46616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7047019" y="5622921"/>
              <a:ext cx="43507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7118575" y="5625152"/>
              <a:ext cx="44138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7156461" y="5638245"/>
              <a:ext cx="47841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7259784" y="5627318"/>
              <a:ext cx="44750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7318478" y="5633848"/>
              <a:ext cx="46597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6639647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7" name="tx157"/>
            <p:cNvSpPr/>
            <p:nvPr/>
          </p:nvSpPr>
          <p:spPr>
            <a:xfrm>
              <a:off x="5452664" y="2971794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4258846" y="4475787"/>
              <a:ext cx="15517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NA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3071863" y="2971794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160" name="tx160"/>
            <p:cNvSpPr/>
            <p:nvPr/>
          </p:nvSpPr>
          <p:spPr>
            <a:xfrm>
              <a:off x="691062" y="3723791"/>
              <a:ext cx="134215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Ingen aminosyredelesjoner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5400000">
              <a:off x="64148" y="3713778"/>
              <a:ext cx="1025316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Mutasjonssteder</a:t>
              </a:r>
            </a:p>
          </p:txBody>
        </p:sp>
        <p:sp>
          <p:nvSpPr>
            <p:cNvPr id="162" name="tx162"/>
            <p:cNvSpPr/>
            <p:nvPr/>
          </p:nvSpPr>
          <p:spPr>
            <a:xfrm>
              <a:off x="7972643" y="3130343"/>
              <a:ext cx="481614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Prosent</a:t>
              </a:r>
            </a:p>
          </p:txBody>
        </p:sp>
        <p:pic>
          <p:nvPicPr>
            <p:cNvPr id="163" name="pic16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72643" y="3314690"/>
              <a:ext cx="219455" cy="1097280"/>
            </a:xfrm>
            <a:prstGeom prst="rect">
              <a:avLst/>
            </a:prstGeom>
          </p:spPr>
        </p:pic>
        <p:sp>
          <p:nvSpPr>
            <p:cNvPr id="164" name="pl164"/>
            <p:cNvSpPr/>
            <p:nvPr/>
          </p:nvSpPr>
          <p:spPr>
            <a:xfrm>
              <a:off x="8148208" y="416051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5"/>
            <p:cNvSpPr/>
            <p:nvPr/>
          </p:nvSpPr>
          <p:spPr>
            <a:xfrm>
              <a:off x="8148208" y="387917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6"/>
            <p:cNvSpPr/>
            <p:nvPr/>
          </p:nvSpPr>
          <p:spPr>
            <a:xfrm>
              <a:off x="8148208" y="359784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l167"/>
            <p:cNvSpPr/>
            <p:nvPr/>
          </p:nvSpPr>
          <p:spPr>
            <a:xfrm>
              <a:off x="8148208" y="331651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l168"/>
            <p:cNvSpPr/>
            <p:nvPr/>
          </p:nvSpPr>
          <p:spPr>
            <a:xfrm>
              <a:off x="7972643" y="416051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l169"/>
            <p:cNvSpPr/>
            <p:nvPr/>
          </p:nvSpPr>
          <p:spPr>
            <a:xfrm>
              <a:off x="7972643" y="387917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l170"/>
            <p:cNvSpPr/>
            <p:nvPr/>
          </p:nvSpPr>
          <p:spPr>
            <a:xfrm>
              <a:off x="7972643" y="359784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l171"/>
            <p:cNvSpPr/>
            <p:nvPr/>
          </p:nvSpPr>
          <p:spPr>
            <a:xfrm>
              <a:off x="7972643" y="331651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tx172"/>
            <p:cNvSpPr/>
            <p:nvPr/>
          </p:nvSpPr>
          <p:spPr>
            <a:xfrm>
              <a:off x="8261689" y="4120505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73" name="tx173"/>
            <p:cNvSpPr/>
            <p:nvPr/>
          </p:nvSpPr>
          <p:spPr>
            <a:xfrm>
              <a:off x="8261689" y="383917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4" name="tx174"/>
            <p:cNvSpPr/>
            <p:nvPr/>
          </p:nvSpPr>
          <p:spPr>
            <a:xfrm>
              <a:off x="8261689" y="3557844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75" name="tx175"/>
            <p:cNvSpPr/>
            <p:nvPr/>
          </p:nvSpPr>
          <p:spPr>
            <a:xfrm>
              <a:off x="8261689" y="3276513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76" name="tx176"/>
            <p:cNvSpPr/>
            <p:nvPr/>
          </p:nvSpPr>
          <p:spPr>
            <a:xfrm>
              <a:off x="2095849" y="1669789"/>
              <a:ext cx="3743827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NS: andel delesjoner over tid per influensasubtype</a:t>
              </a:r>
            </a:p>
          </p:txBody>
        </p:sp>
      </p:grpSp>
      <p:sp>
        <p:nvSpPr>
          <p:cNvPr id="17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NS: andel delesjoner over tid per influensasubtype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Seksjon: Pasientpopulasjon under overvåking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721173" y="1600200"/>
              <a:ext cx="770165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790762" y="1669789"/>
              <a:ext cx="3781237" cy="4386784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572000" y="1669789"/>
              <a:ext cx="3781237" cy="4386784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7" name="pg7"/>
            <p:cNvSpPr/>
            <p:nvPr/>
          </p:nvSpPr>
          <p:spPr>
            <a:xfrm>
              <a:off x="2396202" y="2529960"/>
              <a:ext cx="660029" cy="629858"/>
            </a:xfrm>
            <a:custGeom>
              <a:avLst/>
              <a:pathLst>
                <a:path w="660029" h="629858">
                  <a:moveTo>
                    <a:pt x="192356" y="566788"/>
                  </a:moveTo>
                  <a:lnTo>
                    <a:pt x="192538" y="566779"/>
                  </a:lnTo>
                  <a:lnTo>
                    <a:pt x="192679" y="566772"/>
                  </a:lnTo>
                  <a:lnTo>
                    <a:pt x="193026" y="566755"/>
                  </a:lnTo>
                  <a:lnTo>
                    <a:pt x="193347" y="566738"/>
                  </a:lnTo>
                  <a:lnTo>
                    <a:pt x="193497" y="566731"/>
                  </a:lnTo>
                  <a:lnTo>
                    <a:pt x="194003" y="566705"/>
                  </a:lnTo>
                  <a:lnTo>
                    <a:pt x="194486" y="566681"/>
                  </a:lnTo>
                  <a:lnTo>
                    <a:pt x="195848" y="566611"/>
                  </a:lnTo>
                  <a:lnTo>
                    <a:pt x="196397" y="566582"/>
                  </a:lnTo>
                  <a:lnTo>
                    <a:pt x="200728" y="566374"/>
                  </a:lnTo>
                  <a:lnTo>
                    <a:pt x="205430" y="566148"/>
                  </a:lnTo>
                  <a:lnTo>
                    <a:pt x="205660" y="566112"/>
                  </a:lnTo>
                  <a:lnTo>
                    <a:pt x="205871" y="566082"/>
                  </a:lnTo>
                  <a:lnTo>
                    <a:pt x="206017" y="566058"/>
                  </a:lnTo>
                  <a:lnTo>
                    <a:pt x="206608" y="565965"/>
                  </a:lnTo>
                  <a:lnTo>
                    <a:pt x="207067" y="565883"/>
                  </a:lnTo>
                  <a:lnTo>
                    <a:pt x="207454" y="565817"/>
                  </a:lnTo>
                  <a:lnTo>
                    <a:pt x="208228" y="565688"/>
                  </a:lnTo>
                  <a:lnTo>
                    <a:pt x="208715" y="565599"/>
                  </a:lnTo>
                  <a:lnTo>
                    <a:pt x="209283" y="565498"/>
                  </a:lnTo>
                  <a:lnTo>
                    <a:pt x="209852" y="565400"/>
                  </a:lnTo>
                  <a:lnTo>
                    <a:pt x="210354" y="565311"/>
                  </a:lnTo>
                  <a:lnTo>
                    <a:pt x="210757" y="565247"/>
                  </a:lnTo>
                  <a:lnTo>
                    <a:pt x="211317" y="565156"/>
                  </a:lnTo>
                  <a:lnTo>
                    <a:pt x="211693" y="565095"/>
                  </a:lnTo>
                  <a:lnTo>
                    <a:pt x="212501" y="564952"/>
                  </a:lnTo>
                  <a:lnTo>
                    <a:pt x="213434" y="564746"/>
                  </a:lnTo>
                  <a:lnTo>
                    <a:pt x="214067" y="564661"/>
                  </a:lnTo>
                  <a:lnTo>
                    <a:pt x="214506" y="564579"/>
                  </a:lnTo>
                  <a:lnTo>
                    <a:pt x="214869" y="564532"/>
                  </a:lnTo>
                  <a:lnTo>
                    <a:pt x="215584" y="564413"/>
                  </a:lnTo>
                  <a:lnTo>
                    <a:pt x="216213" y="564305"/>
                  </a:lnTo>
                  <a:lnTo>
                    <a:pt x="216649" y="564232"/>
                  </a:lnTo>
                  <a:lnTo>
                    <a:pt x="217188" y="564138"/>
                  </a:lnTo>
                  <a:lnTo>
                    <a:pt x="217727" y="564047"/>
                  </a:lnTo>
                  <a:lnTo>
                    <a:pt x="217889" y="564026"/>
                  </a:lnTo>
                  <a:lnTo>
                    <a:pt x="218473" y="563920"/>
                  </a:lnTo>
                  <a:lnTo>
                    <a:pt x="218794" y="563862"/>
                  </a:lnTo>
                  <a:lnTo>
                    <a:pt x="218970" y="563841"/>
                  </a:lnTo>
                  <a:lnTo>
                    <a:pt x="219434" y="563756"/>
                  </a:lnTo>
                  <a:lnTo>
                    <a:pt x="219875" y="563674"/>
                  </a:lnTo>
                  <a:lnTo>
                    <a:pt x="220311" y="563616"/>
                  </a:lnTo>
                  <a:lnTo>
                    <a:pt x="220932" y="563505"/>
                  </a:lnTo>
                  <a:lnTo>
                    <a:pt x="221340" y="563437"/>
                  </a:lnTo>
                  <a:lnTo>
                    <a:pt x="221476" y="563416"/>
                  </a:lnTo>
                  <a:lnTo>
                    <a:pt x="222022" y="563325"/>
                  </a:lnTo>
                  <a:lnTo>
                    <a:pt x="222603" y="563224"/>
                  </a:lnTo>
                  <a:lnTo>
                    <a:pt x="223100" y="563137"/>
                  </a:lnTo>
                  <a:lnTo>
                    <a:pt x="223236" y="563116"/>
                  </a:lnTo>
                  <a:lnTo>
                    <a:pt x="223825" y="563004"/>
                  </a:lnTo>
                  <a:lnTo>
                    <a:pt x="224233" y="562931"/>
                  </a:lnTo>
                  <a:lnTo>
                    <a:pt x="224505" y="562865"/>
                  </a:lnTo>
                  <a:lnTo>
                    <a:pt x="224859" y="562800"/>
                  </a:lnTo>
                  <a:lnTo>
                    <a:pt x="225262" y="562739"/>
                  </a:lnTo>
                  <a:lnTo>
                    <a:pt x="225396" y="562687"/>
                  </a:lnTo>
                  <a:lnTo>
                    <a:pt x="225682" y="562624"/>
                  </a:lnTo>
                  <a:lnTo>
                    <a:pt x="225958" y="562633"/>
                  </a:lnTo>
                  <a:lnTo>
                    <a:pt x="226087" y="562657"/>
                  </a:lnTo>
                  <a:lnTo>
                    <a:pt x="226303" y="562631"/>
                  </a:lnTo>
                  <a:lnTo>
                    <a:pt x="226758" y="562622"/>
                  </a:lnTo>
                  <a:lnTo>
                    <a:pt x="227395" y="562572"/>
                  </a:lnTo>
                  <a:lnTo>
                    <a:pt x="228054" y="562556"/>
                  </a:lnTo>
                  <a:lnTo>
                    <a:pt x="228476" y="562507"/>
                  </a:lnTo>
                  <a:lnTo>
                    <a:pt x="228746" y="562511"/>
                  </a:lnTo>
                  <a:lnTo>
                    <a:pt x="229015" y="562486"/>
                  </a:lnTo>
                  <a:lnTo>
                    <a:pt x="229184" y="562479"/>
                  </a:lnTo>
                  <a:lnTo>
                    <a:pt x="229426" y="562469"/>
                  </a:lnTo>
                  <a:lnTo>
                    <a:pt x="229960" y="562436"/>
                  </a:lnTo>
                  <a:lnTo>
                    <a:pt x="230422" y="562411"/>
                  </a:lnTo>
                  <a:lnTo>
                    <a:pt x="230973" y="562366"/>
                  </a:lnTo>
                  <a:lnTo>
                    <a:pt x="231768" y="562040"/>
                  </a:lnTo>
                  <a:lnTo>
                    <a:pt x="232675" y="563648"/>
                  </a:lnTo>
                  <a:lnTo>
                    <a:pt x="233111" y="564378"/>
                  </a:lnTo>
                  <a:lnTo>
                    <a:pt x="233432" y="564891"/>
                  </a:lnTo>
                  <a:lnTo>
                    <a:pt x="233716" y="565437"/>
                  </a:lnTo>
                  <a:lnTo>
                    <a:pt x="234044" y="566002"/>
                  </a:lnTo>
                  <a:lnTo>
                    <a:pt x="234272" y="566424"/>
                  </a:lnTo>
                  <a:lnTo>
                    <a:pt x="234670" y="567135"/>
                  </a:lnTo>
                  <a:lnTo>
                    <a:pt x="235064" y="567819"/>
                  </a:lnTo>
                  <a:lnTo>
                    <a:pt x="235446" y="568377"/>
                  </a:lnTo>
                  <a:lnTo>
                    <a:pt x="235887" y="569069"/>
                  </a:lnTo>
                  <a:lnTo>
                    <a:pt x="236302" y="569767"/>
                  </a:lnTo>
                  <a:lnTo>
                    <a:pt x="236675" y="570461"/>
                  </a:lnTo>
                  <a:lnTo>
                    <a:pt x="237183" y="571322"/>
                  </a:lnTo>
                  <a:lnTo>
                    <a:pt x="237542" y="571955"/>
                  </a:lnTo>
                  <a:lnTo>
                    <a:pt x="237875" y="572590"/>
                  </a:lnTo>
                  <a:lnTo>
                    <a:pt x="238224" y="573176"/>
                  </a:lnTo>
                  <a:lnTo>
                    <a:pt x="238637" y="573851"/>
                  </a:lnTo>
                  <a:lnTo>
                    <a:pt x="239110" y="574573"/>
                  </a:lnTo>
                  <a:lnTo>
                    <a:pt x="239450" y="575185"/>
                  </a:lnTo>
                  <a:lnTo>
                    <a:pt x="239804" y="575753"/>
                  </a:lnTo>
                  <a:lnTo>
                    <a:pt x="240196" y="576463"/>
                  </a:lnTo>
                  <a:lnTo>
                    <a:pt x="240669" y="577324"/>
                  </a:lnTo>
                  <a:lnTo>
                    <a:pt x="240920" y="577778"/>
                  </a:lnTo>
                  <a:lnTo>
                    <a:pt x="241218" y="578301"/>
                  </a:lnTo>
                  <a:lnTo>
                    <a:pt x="241525" y="578817"/>
                  </a:lnTo>
                  <a:lnTo>
                    <a:pt x="242025" y="579581"/>
                  </a:lnTo>
                  <a:lnTo>
                    <a:pt x="242507" y="580336"/>
                  </a:lnTo>
                  <a:lnTo>
                    <a:pt x="251889" y="575606"/>
                  </a:lnTo>
                  <a:lnTo>
                    <a:pt x="258753" y="572149"/>
                  </a:lnTo>
                  <a:lnTo>
                    <a:pt x="261730" y="570615"/>
                  </a:lnTo>
                  <a:lnTo>
                    <a:pt x="268603" y="567072"/>
                  </a:lnTo>
                  <a:lnTo>
                    <a:pt x="271916" y="569643"/>
                  </a:lnTo>
                  <a:lnTo>
                    <a:pt x="276597" y="573274"/>
                  </a:lnTo>
                  <a:lnTo>
                    <a:pt x="283360" y="579094"/>
                  </a:lnTo>
                  <a:lnTo>
                    <a:pt x="290319" y="585453"/>
                  </a:lnTo>
                  <a:lnTo>
                    <a:pt x="296395" y="584686"/>
                  </a:lnTo>
                  <a:lnTo>
                    <a:pt x="301128" y="583943"/>
                  </a:lnTo>
                  <a:lnTo>
                    <a:pt x="301662" y="583859"/>
                  </a:lnTo>
                  <a:lnTo>
                    <a:pt x="310170" y="582699"/>
                  </a:lnTo>
                  <a:lnTo>
                    <a:pt x="317058" y="581761"/>
                  </a:lnTo>
                  <a:lnTo>
                    <a:pt x="324850" y="580696"/>
                  </a:lnTo>
                  <a:lnTo>
                    <a:pt x="329596" y="582509"/>
                  </a:lnTo>
                  <a:lnTo>
                    <a:pt x="335429" y="584729"/>
                  </a:lnTo>
                  <a:lnTo>
                    <a:pt x="340249" y="586567"/>
                  </a:lnTo>
                  <a:lnTo>
                    <a:pt x="349294" y="590019"/>
                  </a:lnTo>
                  <a:lnTo>
                    <a:pt x="352967" y="591403"/>
                  </a:lnTo>
                  <a:lnTo>
                    <a:pt x="361244" y="594551"/>
                  </a:lnTo>
                  <a:lnTo>
                    <a:pt x="370856" y="598172"/>
                  </a:lnTo>
                  <a:lnTo>
                    <a:pt x="375966" y="600126"/>
                  </a:lnTo>
                  <a:lnTo>
                    <a:pt x="381251" y="602120"/>
                  </a:lnTo>
                  <a:lnTo>
                    <a:pt x="391096" y="605840"/>
                  </a:lnTo>
                  <a:lnTo>
                    <a:pt x="396514" y="607887"/>
                  </a:lnTo>
                  <a:lnTo>
                    <a:pt x="403826" y="610723"/>
                  </a:lnTo>
                  <a:lnTo>
                    <a:pt x="408212" y="612423"/>
                  </a:lnTo>
                  <a:lnTo>
                    <a:pt x="417850" y="616159"/>
                  </a:lnTo>
                  <a:lnTo>
                    <a:pt x="420643" y="610992"/>
                  </a:lnTo>
                  <a:lnTo>
                    <a:pt x="422614" y="607342"/>
                  </a:lnTo>
                  <a:lnTo>
                    <a:pt x="425514" y="603432"/>
                  </a:lnTo>
                  <a:lnTo>
                    <a:pt x="430659" y="596496"/>
                  </a:lnTo>
                  <a:lnTo>
                    <a:pt x="434151" y="591788"/>
                  </a:lnTo>
                  <a:lnTo>
                    <a:pt x="437947" y="586821"/>
                  </a:lnTo>
                  <a:lnTo>
                    <a:pt x="444224" y="578606"/>
                  </a:lnTo>
                  <a:lnTo>
                    <a:pt x="435627" y="574816"/>
                  </a:lnTo>
                  <a:lnTo>
                    <a:pt x="428244" y="571570"/>
                  </a:lnTo>
                  <a:lnTo>
                    <a:pt x="424178" y="569782"/>
                  </a:lnTo>
                  <a:lnTo>
                    <a:pt x="421713" y="568032"/>
                  </a:lnTo>
                  <a:lnTo>
                    <a:pt x="415170" y="563394"/>
                  </a:lnTo>
                  <a:lnTo>
                    <a:pt x="419998" y="558899"/>
                  </a:lnTo>
                  <a:lnTo>
                    <a:pt x="425403" y="553869"/>
                  </a:lnTo>
                  <a:lnTo>
                    <a:pt x="428056" y="549538"/>
                  </a:lnTo>
                  <a:lnTo>
                    <a:pt x="434607" y="538847"/>
                  </a:lnTo>
                  <a:lnTo>
                    <a:pt x="438088" y="533163"/>
                  </a:lnTo>
                  <a:lnTo>
                    <a:pt x="439054" y="529380"/>
                  </a:lnTo>
                  <a:lnTo>
                    <a:pt x="441225" y="520839"/>
                  </a:lnTo>
                  <a:lnTo>
                    <a:pt x="443161" y="513214"/>
                  </a:lnTo>
                  <a:lnTo>
                    <a:pt x="445112" y="505877"/>
                  </a:lnTo>
                  <a:lnTo>
                    <a:pt x="445480" y="504509"/>
                  </a:lnTo>
                  <a:lnTo>
                    <a:pt x="446213" y="501792"/>
                  </a:lnTo>
                  <a:lnTo>
                    <a:pt x="447619" y="496539"/>
                  </a:lnTo>
                  <a:lnTo>
                    <a:pt x="446424" y="490040"/>
                  </a:lnTo>
                  <a:lnTo>
                    <a:pt x="445091" y="482768"/>
                  </a:lnTo>
                  <a:lnTo>
                    <a:pt x="443478" y="473056"/>
                  </a:lnTo>
                  <a:lnTo>
                    <a:pt x="442620" y="467879"/>
                  </a:lnTo>
                  <a:lnTo>
                    <a:pt x="442061" y="464501"/>
                  </a:lnTo>
                  <a:lnTo>
                    <a:pt x="437548" y="460013"/>
                  </a:lnTo>
                  <a:lnTo>
                    <a:pt x="434950" y="457266"/>
                  </a:lnTo>
                  <a:lnTo>
                    <a:pt x="429748" y="451075"/>
                  </a:lnTo>
                  <a:lnTo>
                    <a:pt x="423728" y="443911"/>
                  </a:lnTo>
                  <a:lnTo>
                    <a:pt x="421387" y="441128"/>
                  </a:lnTo>
                  <a:lnTo>
                    <a:pt x="416361" y="435291"/>
                  </a:lnTo>
                  <a:lnTo>
                    <a:pt x="424067" y="434018"/>
                  </a:lnTo>
                  <a:lnTo>
                    <a:pt x="428795" y="433237"/>
                  </a:lnTo>
                  <a:lnTo>
                    <a:pt x="438876" y="431573"/>
                  </a:lnTo>
                  <a:lnTo>
                    <a:pt x="451565" y="429374"/>
                  </a:lnTo>
                  <a:lnTo>
                    <a:pt x="454221" y="428915"/>
                  </a:lnTo>
                  <a:lnTo>
                    <a:pt x="461597" y="427636"/>
                  </a:lnTo>
                  <a:lnTo>
                    <a:pt x="461937" y="427578"/>
                  </a:lnTo>
                  <a:lnTo>
                    <a:pt x="465431" y="423316"/>
                  </a:lnTo>
                  <a:lnTo>
                    <a:pt x="467569" y="420709"/>
                  </a:lnTo>
                  <a:lnTo>
                    <a:pt x="468661" y="419375"/>
                  </a:lnTo>
                  <a:lnTo>
                    <a:pt x="469472" y="418386"/>
                  </a:lnTo>
                  <a:lnTo>
                    <a:pt x="470485" y="417151"/>
                  </a:lnTo>
                  <a:lnTo>
                    <a:pt x="471659" y="415719"/>
                  </a:lnTo>
                  <a:lnTo>
                    <a:pt x="472142" y="415131"/>
                  </a:lnTo>
                  <a:lnTo>
                    <a:pt x="474334" y="412462"/>
                  </a:lnTo>
                  <a:lnTo>
                    <a:pt x="474918" y="411750"/>
                  </a:lnTo>
                  <a:lnTo>
                    <a:pt x="475855" y="410609"/>
                  </a:lnTo>
                  <a:lnTo>
                    <a:pt x="478401" y="412046"/>
                  </a:lnTo>
                  <a:lnTo>
                    <a:pt x="479073" y="412434"/>
                  </a:lnTo>
                  <a:lnTo>
                    <a:pt x="480274" y="413114"/>
                  </a:lnTo>
                  <a:lnTo>
                    <a:pt x="487474" y="417195"/>
                  </a:lnTo>
                  <a:lnTo>
                    <a:pt x="492105" y="419822"/>
                  </a:lnTo>
                  <a:lnTo>
                    <a:pt x="492825" y="420212"/>
                  </a:lnTo>
                  <a:lnTo>
                    <a:pt x="502756" y="425590"/>
                  </a:lnTo>
                  <a:lnTo>
                    <a:pt x="509612" y="429302"/>
                  </a:lnTo>
                  <a:lnTo>
                    <a:pt x="510943" y="421271"/>
                  </a:lnTo>
                  <a:lnTo>
                    <a:pt x="512618" y="411221"/>
                  </a:lnTo>
                  <a:lnTo>
                    <a:pt x="507220" y="406985"/>
                  </a:lnTo>
                  <a:lnTo>
                    <a:pt x="505945" y="402528"/>
                  </a:lnTo>
                  <a:lnTo>
                    <a:pt x="504219" y="399214"/>
                  </a:lnTo>
                  <a:lnTo>
                    <a:pt x="501614" y="394215"/>
                  </a:lnTo>
                  <a:lnTo>
                    <a:pt x="499118" y="389424"/>
                  </a:lnTo>
                  <a:lnTo>
                    <a:pt x="499467" y="385280"/>
                  </a:lnTo>
                  <a:lnTo>
                    <a:pt x="499741" y="382019"/>
                  </a:lnTo>
                  <a:lnTo>
                    <a:pt x="499797" y="381364"/>
                  </a:lnTo>
                  <a:lnTo>
                    <a:pt x="501676" y="378659"/>
                  </a:lnTo>
                  <a:lnTo>
                    <a:pt x="502145" y="377985"/>
                  </a:lnTo>
                  <a:lnTo>
                    <a:pt x="507376" y="370472"/>
                  </a:lnTo>
                  <a:lnTo>
                    <a:pt x="516869" y="361311"/>
                  </a:lnTo>
                  <a:lnTo>
                    <a:pt x="521692" y="356633"/>
                  </a:lnTo>
                  <a:lnTo>
                    <a:pt x="522860" y="355498"/>
                  </a:lnTo>
                  <a:lnTo>
                    <a:pt x="531101" y="357079"/>
                  </a:lnTo>
                  <a:lnTo>
                    <a:pt x="538318" y="358444"/>
                  </a:lnTo>
                  <a:lnTo>
                    <a:pt x="544845" y="359499"/>
                  </a:lnTo>
                  <a:lnTo>
                    <a:pt x="549086" y="360187"/>
                  </a:lnTo>
                  <a:lnTo>
                    <a:pt x="552003" y="360661"/>
                  </a:lnTo>
                  <a:lnTo>
                    <a:pt x="555896" y="361289"/>
                  </a:lnTo>
                  <a:lnTo>
                    <a:pt x="559436" y="366343"/>
                  </a:lnTo>
                  <a:lnTo>
                    <a:pt x="561940" y="369919"/>
                  </a:lnTo>
                  <a:lnTo>
                    <a:pt x="563319" y="371880"/>
                  </a:lnTo>
                  <a:lnTo>
                    <a:pt x="566543" y="376469"/>
                  </a:lnTo>
                  <a:lnTo>
                    <a:pt x="571543" y="382814"/>
                  </a:lnTo>
                  <a:lnTo>
                    <a:pt x="573752" y="385616"/>
                  </a:lnTo>
                  <a:lnTo>
                    <a:pt x="575688" y="388072"/>
                  </a:lnTo>
                  <a:lnTo>
                    <a:pt x="579961" y="393492"/>
                  </a:lnTo>
                  <a:lnTo>
                    <a:pt x="585954" y="400395"/>
                  </a:lnTo>
                  <a:lnTo>
                    <a:pt x="589853" y="404887"/>
                  </a:lnTo>
                  <a:lnTo>
                    <a:pt x="594039" y="409710"/>
                  </a:lnTo>
                  <a:lnTo>
                    <a:pt x="594794" y="410580"/>
                  </a:lnTo>
                  <a:lnTo>
                    <a:pt x="596202" y="410388"/>
                  </a:lnTo>
                  <a:lnTo>
                    <a:pt x="597203" y="410200"/>
                  </a:lnTo>
                  <a:lnTo>
                    <a:pt x="598331" y="409989"/>
                  </a:lnTo>
                  <a:lnTo>
                    <a:pt x="600073" y="409661"/>
                  </a:lnTo>
                  <a:lnTo>
                    <a:pt x="601294" y="409432"/>
                  </a:lnTo>
                  <a:lnTo>
                    <a:pt x="602832" y="409143"/>
                  </a:lnTo>
                  <a:lnTo>
                    <a:pt x="604075" y="408911"/>
                  </a:lnTo>
                  <a:lnTo>
                    <a:pt x="605184" y="408702"/>
                  </a:lnTo>
                  <a:lnTo>
                    <a:pt x="605353" y="408670"/>
                  </a:lnTo>
                  <a:lnTo>
                    <a:pt x="606405" y="408475"/>
                  </a:lnTo>
                  <a:lnTo>
                    <a:pt x="607568" y="408250"/>
                  </a:lnTo>
                  <a:lnTo>
                    <a:pt x="608611" y="408048"/>
                  </a:lnTo>
                  <a:lnTo>
                    <a:pt x="609704" y="407837"/>
                  </a:lnTo>
                  <a:lnTo>
                    <a:pt x="609858" y="407807"/>
                  </a:lnTo>
                  <a:lnTo>
                    <a:pt x="616240" y="406574"/>
                  </a:lnTo>
                  <a:lnTo>
                    <a:pt x="624849" y="405315"/>
                  </a:lnTo>
                  <a:lnTo>
                    <a:pt x="625531" y="405214"/>
                  </a:lnTo>
                  <a:lnTo>
                    <a:pt x="625733" y="405186"/>
                  </a:lnTo>
                  <a:lnTo>
                    <a:pt x="626005" y="404914"/>
                  </a:lnTo>
                  <a:lnTo>
                    <a:pt x="626384" y="404480"/>
                  </a:lnTo>
                  <a:lnTo>
                    <a:pt x="626898" y="403892"/>
                  </a:lnTo>
                  <a:lnTo>
                    <a:pt x="627090" y="403674"/>
                  </a:lnTo>
                  <a:lnTo>
                    <a:pt x="627653" y="403034"/>
                  </a:lnTo>
                  <a:lnTo>
                    <a:pt x="628032" y="402600"/>
                  </a:lnTo>
                  <a:lnTo>
                    <a:pt x="628276" y="402321"/>
                  </a:lnTo>
                  <a:lnTo>
                    <a:pt x="628497" y="402100"/>
                  </a:lnTo>
                  <a:lnTo>
                    <a:pt x="628750" y="401918"/>
                  </a:lnTo>
                  <a:lnTo>
                    <a:pt x="629134" y="401641"/>
                  </a:lnTo>
                  <a:lnTo>
                    <a:pt x="629439" y="401421"/>
                  </a:lnTo>
                  <a:lnTo>
                    <a:pt x="629903" y="401088"/>
                  </a:lnTo>
                  <a:lnTo>
                    <a:pt x="630159" y="400905"/>
                  </a:lnTo>
                  <a:lnTo>
                    <a:pt x="630595" y="400591"/>
                  </a:lnTo>
                  <a:lnTo>
                    <a:pt x="630968" y="400321"/>
                  </a:lnTo>
                  <a:lnTo>
                    <a:pt x="631333" y="400056"/>
                  </a:lnTo>
                  <a:lnTo>
                    <a:pt x="631671" y="399815"/>
                  </a:lnTo>
                  <a:lnTo>
                    <a:pt x="631924" y="399632"/>
                  </a:lnTo>
                  <a:lnTo>
                    <a:pt x="632412" y="399282"/>
                  </a:lnTo>
                  <a:lnTo>
                    <a:pt x="632829" y="398982"/>
                  </a:lnTo>
                  <a:lnTo>
                    <a:pt x="633275" y="398661"/>
                  </a:lnTo>
                  <a:lnTo>
                    <a:pt x="633760" y="398253"/>
                  </a:lnTo>
                  <a:lnTo>
                    <a:pt x="634187" y="398023"/>
                  </a:lnTo>
                  <a:lnTo>
                    <a:pt x="634712" y="397780"/>
                  </a:lnTo>
                  <a:lnTo>
                    <a:pt x="635211" y="397548"/>
                  </a:lnTo>
                  <a:lnTo>
                    <a:pt x="635659" y="397341"/>
                  </a:lnTo>
                  <a:lnTo>
                    <a:pt x="636123" y="397126"/>
                  </a:lnTo>
                  <a:lnTo>
                    <a:pt x="636629" y="396889"/>
                  </a:lnTo>
                  <a:lnTo>
                    <a:pt x="637234" y="396607"/>
                  </a:lnTo>
                  <a:lnTo>
                    <a:pt x="637645" y="396418"/>
                  </a:lnTo>
                  <a:lnTo>
                    <a:pt x="638165" y="396176"/>
                  </a:lnTo>
                  <a:lnTo>
                    <a:pt x="638653" y="395949"/>
                  </a:lnTo>
                  <a:lnTo>
                    <a:pt x="639070" y="395756"/>
                  </a:lnTo>
                  <a:lnTo>
                    <a:pt x="639600" y="395510"/>
                  </a:lnTo>
                  <a:lnTo>
                    <a:pt x="640382" y="393254"/>
                  </a:lnTo>
                  <a:lnTo>
                    <a:pt x="641014" y="391431"/>
                  </a:lnTo>
                  <a:lnTo>
                    <a:pt x="641133" y="391084"/>
                  </a:lnTo>
                  <a:lnTo>
                    <a:pt x="640936" y="390313"/>
                  </a:lnTo>
                  <a:lnTo>
                    <a:pt x="640753" y="389602"/>
                  </a:lnTo>
                  <a:lnTo>
                    <a:pt x="640514" y="388679"/>
                  </a:lnTo>
                  <a:lnTo>
                    <a:pt x="640411" y="388271"/>
                  </a:lnTo>
                  <a:lnTo>
                    <a:pt x="640270" y="387724"/>
                  </a:lnTo>
                  <a:lnTo>
                    <a:pt x="640123" y="387148"/>
                  </a:lnTo>
                  <a:lnTo>
                    <a:pt x="640052" y="386632"/>
                  </a:lnTo>
                  <a:lnTo>
                    <a:pt x="640310" y="386121"/>
                  </a:lnTo>
                  <a:lnTo>
                    <a:pt x="640758" y="385237"/>
                  </a:lnTo>
                  <a:lnTo>
                    <a:pt x="640988" y="384782"/>
                  </a:lnTo>
                  <a:lnTo>
                    <a:pt x="641393" y="383978"/>
                  </a:lnTo>
                  <a:lnTo>
                    <a:pt x="641820" y="383132"/>
                  </a:lnTo>
                  <a:lnTo>
                    <a:pt x="642230" y="382318"/>
                  </a:lnTo>
                  <a:lnTo>
                    <a:pt x="642488" y="381804"/>
                  </a:lnTo>
                  <a:lnTo>
                    <a:pt x="642608" y="381542"/>
                  </a:lnTo>
                  <a:lnTo>
                    <a:pt x="642486" y="380801"/>
                  </a:lnTo>
                  <a:lnTo>
                    <a:pt x="642448" y="380578"/>
                  </a:lnTo>
                  <a:lnTo>
                    <a:pt x="642411" y="380353"/>
                  </a:lnTo>
                  <a:lnTo>
                    <a:pt x="642235" y="380013"/>
                  </a:lnTo>
                  <a:lnTo>
                    <a:pt x="642047" y="379652"/>
                  </a:lnTo>
                  <a:lnTo>
                    <a:pt x="641707" y="378998"/>
                  </a:lnTo>
                  <a:lnTo>
                    <a:pt x="641370" y="378349"/>
                  </a:lnTo>
                  <a:lnTo>
                    <a:pt x="641131" y="377889"/>
                  </a:lnTo>
                  <a:lnTo>
                    <a:pt x="641007" y="377650"/>
                  </a:lnTo>
                  <a:lnTo>
                    <a:pt x="640920" y="377484"/>
                  </a:lnTo>
                  <a:lnTo>
                    <a:pt x="641021" y="376581"/>
                  </a:lnTo>
                  <a:lnTo>
                    <a:pt x="641112" y="375760"/>
                  </a:lnTo>
                  <a:lnTo>
                    <a:pt x="641618" y="371219"/>
                  </a:lnTo>
                  <a:lnTo>
                    <a:pt x="641663" y="370800"/>
                  </a:lnTo>
                  <a:lnTo>
                    <a:pt x="641485" y="370159"/>
                  </a:lnTo>
                  <a:lnTo>
                    <a:pt x="640099" y="365178"/>
                  </a:lnTo>
                  <a:lnTo>
                    <a:pt x="640090" y="364533"/>
                  </a:lnTo>
                  <a:lnTo>
                    <a:pt x="640071" y="363365"/>
                  </a:lnTo>
                  <a:lnTo>
                    <a:pt x="640064" y="363002"/>
                  </a:lnTo>
                  <a:lnTo>
                    <a:pt x="640066" y="362733"/>
                  </a:lnTo>
                  <a:lnTo>
                    <a:pt x="640201" y="361742"/>
                  </a:lnTo>
                  <a:lnTo>
                    <a:pt x="640223" y="361580"/>
                  </a:lnTo>
                  <a:lnTo>
                    <a:pt x="639949" y="360986"/>
                  </a:lnTo>
                  <a:lnTo>
                    <a:pt x="639741" y="360536"/>
                  </a:lnTo>
                  <a:lnTo>
                    <a:pt x="639396" y="359788"/>
                  </a:lnTo>
                  <a:lnTo>
                    <a:pt x="639283" y="359544"/>
                  </a:lnTo>
                  <a:lnTo>
                    <a:pt x="639225" y="359415"/>
                  </a:lnTo>
                  <a:lnTo>
                    <a:pt x="639138" y="359263"/>
                  </a:lnTo>
                  <a:lnTo>
                    <a:pt x="639054" y="359080"/>
                  </a:lnTo>
                  <a:lnTo>
                    <a:pt x="638946" y="358850"/>
                  </a:lnTo>
                  <a:lnTo>
                    <a:pt x="638850" y="358641"/>
                  </a:lnTo>
                  <a:lnTo>
                    <a:pt x="638585" y="358074"/>
                  </a:lnTo>
                  <a:lnTo>
                    <a:pt x="637673" y="356121"/>
                  </a:lnTo>
                  <a:lnTo>
                    <a:pt x="637553" y="355866"/>
                  </a:lnTo>
                  <a:lnTo>
                    <a:pt x="637427" y="355706"/>
                  </a:lnTo>
                  <a:lnTo>
                    <a:pt x="637239" y="355516"/>
                  </a:lnTo>
                  <a:lnTo>
                    <a:pt x="636517" y="355045"/>
                  </a:lnTo>
                  <a:lnTo>
                    <a:pt x="636268" y="354949"/>
                  </a:lnTo>
                  <a:lnTo>
                    <a:pt x="636121" y="354893"/>
                  </a:lnTo>
                  <a:lnTo>
                    <a:pt x="635985" y="354813"/>
                  </a:lnTo>
                  <a:lnTo>
                    <a:pt x="635762" y="354743"/>
                  </a:lnTo>
                  <a:lnTo>
                    <a:pt x="635514" y="354671"/>
                  </a:lnTo>
                  <a:lnTo>
                    <a:pt x="635317" y="354698"/>
                  </a:lnTo>
                  <a:lnTo>
                    <a:pt x="635113" y="354722"/>
                  </a:lnTo>
                  <a:lnTo>
                    <a:pt x="634965" y="354738"/>
                  </a:lnTo>
                  <a:lnTo>
                    <a:pt x="634365" y="353803"/>
                  </a:lnTo>
                  <a:lnTo>
                    <a:pt x="634238" y="353603"/>
                  </a:lnTo>
                  <a:lnTo>
                    <a:pt x="634112" y="353406"/>
                  </a:lnTo>
                  <a:lnTo>
                    <a:pt x="633748" y="352839"/>
                  </a:lnTo>
                  <a:lnTo>
                    <a:pt x="633481" y="352424"/>
                  </a:lnTo>
                  <a:lnTo>
                    <a:pt x="633279" y="352199"/>
                  </a:lnTo>
                  <a:lnTo>
                    <a:pt x="632956" y="351693"/>
                  </a:lnTo>
                  <a:lnTo>
                    <a:pt x="632764" y="351303"/>
                  </a:lnTo>
                  <a:lnTo>
                    <a:pt x="632309" y="350593"/>
                  </a:lnTo>
                  <a:lnTo>
                    <a:pt x="632091" y="350253"/>
                  </a:lnTo>
                  <a:lnTo>
                    <a:pt x="631898" y="349953"/>
                  </a:lnTo>
                  <a:lnTo>
                    <a:pt x="631664" y="349587"/>
                  </a:lnTo>
                  <a:lnTo>
                    <a:pt x="631551" y="349381"/>
                  </a:lnTo>
                  <a:lnTo>
                    <a:pt x="631336" y="348982"/>
                  </a:lnTo>
                  <a:lnTo>
                    <a:pt x="631186" y="348703"/>
                  </a:lnTo>
                  <a:lnTo>
                    <a:pt x="631083" y="348504"/>
                  </a:lnTo>
                  <a:lnTo>
                    <a:pt x="630865" y="348073"/>
                  </a:lnTo>
                  <a:lnTo>
                    <a:pt x="630693" y="347730"/>
                  </a:lnTo>
                  <a:lnTo>
                    <a:pt x="630511" y="347369"/>
                  </a:lnTo>
                  <a:lnTo>
                    <a:pt x="630288" y="346926"/>
                  </a:lnTo>
                  <a:lnTo>
                    <a:pt x="630079" y="346509"/>
                  </a:lnTo>
                  <a:lnTo>
                    <a:pt x="629908" y="346171"/>
                  </a:lnTo>
                  <a:lnTo>
                    <a:pt x="629413" y="345182"/>
                  </a:lnTo>
                  <a:lnTo>
                    <a:pt x="629294" y="344945"/>
                  </a:lnTo>
                  <a:lnTo>
                    <a:pt x="629172" y="344706"/>
                  </a:lnTo>
                  <a:lnTo>
                    <a:pt x="626077" y="340646"/>
                  </a:lnTo>
                  <a:lnTo>
                    <a:pt x="625364" y="339710"/>
                  </a:lnTo>
                  <a:lnTo>
                    <a:pt x="624687" y="338313"/>
                  </a:lnTo>
                  <a:lnTo>
                    <a:pt x="624281" y="337476"/>
                  </a:lnTo>
                  <a:lnTo>
                    <a:pt x="624059" y="337150"/>
                  </a:lnTo>
                  <a:lnTo>
                    <a:pt x="623845" y="336576"/>
                  </a:lnTo>
                  <a:lnTo>
                    <a:pt x="623749" y="336381"/>
                  </a:lnTo>
                  <a:lnTo>
                    <a:pt x="623526" y="335921"/>
                  </a:lnTo>
                  <a:lnTo>
                    <a:pt x="623273" y="335401"/>
                  </a:lnTo>
                  <a:lnTo>
                    <a:pt x="623034" y="334909"/>
                  </a:lnTo>
                  <a:lnTo>
                    <a:pt x="622814" y="334456"/>
                  </a:lnTo>
                  <a:lnTo>
                    <a:pt x="621180" y="331087"/>
                  </a:lnTo>
                  <a:lnTo>
                    <a:pt x="620685" y="330961"/>
                  </a:lnTo>
                  <a:lnTo>
                    <a:pt x="620319" y="330869"/>
                  </a:lnTo>
                  <a:lnTo>
                    <a:pt x="619942" y="330773"/>
                  </a:lnTo>
                  <a:lnTo>
                    <a:pt x="619513" y="330663"/>
                  </a:lnTo>
                  <a:lnTo>
                    <a:pt x="619128" y="330567"/>
                  </a:lnTo>
                  <a:lnTo>
                    <a:pt x="618765" y="330475"/>
                  </a:lnTo>
                  <a:lnTo>
                    <a:pt x="618331" y="330365"/>
                  </a:lnTo>
                  <a:lnTo>
                    <a:pt x="617996" y="330281"/>
                  </a:lnTo>
                  <a:lnTo>
                    <a:pt x="617687" y="330201"/>
                  </a:lnTo>
                  <a:lnTo>
                    <a:pt x="617551" y="330168"/>
                  </a:lnTo>
                  <a:lnTo>
                    <a:pt x="617497" y="329819"/>
                  </a:lnTo>
                  <a:lnTo>
                    <a:pt x="617396" y="329141"/>
                  </a:lnTo>
                  <a:lnTo>
                    <a:pt x="617342" y="328787"/>
                  </a:lnTo>
                  <a:lnTo>
                    <a:pt x="617262" y="328262"/>
                  </a:lnTo>
                  <a:lnTo>
                    <a:pt x="617190" y="327777"/>
                  </a:lnTo>
                  <a:lnTo>
                    <a:pt x="617138" y="327439"/>
                  </a:lnTo>
                  <a:lnTo>
                    <a:pt x="617037" y="326771"/>
                  </a:lnTo>
                  <a:lnTo>
                    <a:pt x="616953" y="326223"/>
                  </a:lnTo>
                  <a:lnTo>
                    <a:pt x="616843" y="325491"/>
                  </a:lnTo>
                  <a:lnTo>
                    <a:pt x="616751" y="324882"/>
                  </a:lnTo>
                  <a:lnTo>
                    <a:pt x="616662" y="324298"/>
                  </a:lnTo>
                  <a:lnTo>
                    <a:pt x="616529" y="323416"/>
                  </a:lnTo>
                  <a:lnTo>
                    <a:pt x="616468" y="323013"/>
                  </a:lnTo>
                  <a:lnTo>
                    <a:pt x="616447" y="322872"/>
                  </a:lnTo>
                  <a:lnTo>
                    <a:pt x="616299" y="322605"/>
                  </a:lnTo>
                  <a:lnTo>
                    <a:pt x="615814" y="321726"/>
                  </a:lnTo>
                  <a:lnTo>
                    <a:pt x="615375" y="320938"/>
                  </a:lnTo>
                  <a:lnTo>
                    <a:pt x="615028" y="320310"/>
                  </a:lnTo>
                  <a:lnTo>
                    <a:pt x="614735" y="319780"/>
                  </a:lnTo>
                  <a:lnTo>
                    <a:pt x="614395" y="319168"/>
                  </a:lnTo>
                  <a:lnTo>
                    <a:pt x="613966" y="318390"/>
                  </a:lnTo>
                  <a:lnTo>
                    <a:pt x="613392" y="317356"/>
                  </a:lnTo>
                  <a:lnTo>
                    <a:pt x="613066" y="316765"/>
                  </a:lnTo>
                  <a:lnTo>
                    <a:pt x="612663" y="316036"/>
                  </a:lnTo>
                  <a:lnTo>
                    <a:pt x="612140" y="315093"/>
                  </a:lnTo>
                  <a:lnTo>
                    <a:pt x="611926" y="314709"/>
                  </a:lnTo>
                  <a:lnTo>
                    <a:pt x="612001" y="313933"/>
                  </a:lnTo>
                  <a:lnTo>
                    <a:pt x="612116" y="312737"/>
                  </a:lnTo>
                  <a:lnTo>
                    <a:pt x="612247" y="311370"/>
                  </a:lnTo>
                  <a:lnTo>
                    <a:pt x="612313" y="310705"/>
                  </a:lnTo>
                  <a:lnTo>
                    <a:pt x="612383" y="309968"/>
                  </a:lnTo>
                  <a:lnTo>
                    <a:pt x="612510" y="308660"/>
                  </a:lnTo>
                  <a:lnTo>
                    <a:pt x="612531" y="308428"/>
                  </a:lnTo>
                  <a:lnTo>
                    <a:pt x="612269" y="308065"/>
                  </a:lnTo>
                  <a:lnTo>
                    <a:pt x="611680" y="307251"/>
                  </a:lnTo>
                  <a:lnTo>
                    <a:pt x="611181" y="306562"/>
                  </a:lnTo>
                  <a:lnTo>
                    <a:pt x="610538" y="305676"/>
                  </a:lnTo>
                  <a:lnTo>
                    <a:pt x="610030" y="304972"/>
                  </a:lnTo>
                  <a:lnTo>
                    <a:pt x="609368" y="304140"/>
                  </a:lnTo>
                  <a:lnTo>
                    <a:pt x="609408" y="303735"/>
                  </a:lnTo>
                  <a:lnTo>
                    <a:pt x="609474" y="301873"/>
                  </a:lnTo>
                  <a:lnTo>
                    <a:pt x="609549" y="301238"/>
                  </a:lnTo>
                  <a:lnTo>
                    <a:pt x="609556" y="300989"/>
                  </a:lnTo>
                  <a:lnTo>
                    <a:pt x="610403" y="300783"/>
                  </a:lnTo>
                  <a:lnTo>
                    <a:pt x="611104" y="300612"/>
                  </a:lnTo>
                  <a:lnTo>
                    <a:pt x="612144" y="300357"/>
                  </a:lnTo>
                  <a:lnTo>
                    <a:pt x="613293" y="300078"/>
                  </a:lnTo>
                  <a:lnTo>
                    <a:pt x="614592" y="299761"/>
                  </a:lnTo>
                  <a:lnTo>
                    <a:pt x="615746" y="299480"/>
                  </a:lnTo>
                  <a:lnTo>
                    <a:pt x="618650" y="298772"/>
                  </a:lnTo>
                  <a:lnTo>
                    <a:pt x="619140" y="298390"/>
                  </a:lnTo>
                  <a:lnTo>
                    <a:pt x="620144" y="297609"/>
                  </a:lnTo>
                  <a:lnTo>
                    <a:pt x="621039" y="296915"/>
                  </a:lnTo>
                  <a:lnTo>
                    <a:pt x="622305" y="295928"/>
                  </a:lnTo>
                  <a:lnTo>
                    <a:pt x="623086" y="295323"/>
                  </a:lnTo>
                  <a:lnTo>
                    <a:pt x="624071" y="294557"/>
                  </a:lnTo>
                  <a:lnTo>
                    <a:pt x="625930" y="293150"/>
                  </a:lnTo>
                  <a:lnTo>
                    <a:pt x="627078" y="292282"/>
                  </a:lnTo>
                  <a:lnTo>
                    <a:pt x="628192" y="291441"/>
                  </a:lnTo>
                  <a:lnTo>
                    <a:pt x="629453" y="290487"/>
                  </a:lnTo>
                  <a:lnTo>
                    <a:pt x="629643" y="290344"/>
                  </a:lnTo>
                  <a:lnTo>
                    <a:pt x="629989" y="290253"/>
                  </a:lnTo>
                  <a:lnTo>
                    <a:pt x="632088" y="289706"/>
                  </a:lnTo>
                  <a:lnTo>
                    <a:pt x="634187" y="289160"/>
                  </a:lnTo>
                  <a:lnTo>
                    <a:pt x="635422" y="288839"/>
                  </a:lnTo>
                  <a:lnTo>
                    <a:pt x="636820" y="288473"/>
                  </a:lnTo>
                  <a:lnTo>
                    <a:pt x="638409" y="288060"/>
                  </a:lnTo>
                  <a:lnTo>
                    <a:pt x="640212" y="287589"/>
                  </a:lnTo>
                  <a:lnTo>
                    <a:pt x="640456" y="287526"/>
                  </a:lnTo>
                  <a:lnTo>
                    <a:pt x="640657" y="287493"/>
                  </a:lnTo>
                  <a:lnTo>
                    <a:pt x="640859" y="287493"/>
                  </a:lnTo>
                  <a:lnTo>
                    <a:pt x="641185" y="287523"/>
                  </a:lnTo>
                  <a:lnTo>
                    <a:pt x="642516" y="287648"/>
                  </a:lnTo>
                  <a:lnTo>
                    <a:pt x="644509" y="287833"/>
                  </a:lnTo>
                  <a:lnTo>
                    <a:pt x="645405" y="288112"/>
                  </a:lnTo>
                  <a:lnTo>
                    <a:pt x="646837" y="288557"/>
                  </a:lnTo>
                  <a:lnTo>
                    <a:pt x="648384" y="289040"/>
                  </a:lnTo>
                  <a:lnTo>
                    <a:pt x="649029" y="289218"/>
                  </a:lnTo>
                  <a:lnTo>
                    <a:pt x="648889" y="288799"/>
                  </a:lnTo>
                  <a:lnTo>
                    <a:pt x="648567" y="287821"/>
                  </a:lnTo>
                  <a:lnTo>
                    <a:pt x="648312" y="287047"/>
                  </a:lnTo>
                  <a:lnTo>
                    <a:pt x="648077" y="286337"/>
                  </a:lnTo>
                  <a:lnTo>
                    <a:pt x="646720" y="282218"/>
                  </a:lnTo>
                  <a:lnTo>
                    <a:pt x="646460" y="281428"/>
                  </a:lnTo>
                  <a:lnTo>
                    <a:pt x="646286" y="280907"/>
                  </a:lnTo>
                  <a:lnTo>
                    <a:pt x="646214" y="280685"/>
                  </a:lnTo>
                  <a:lnTo>
                    <a:pt x="646699" y="280331"/>
                  </a:lnTo>
                  <a:lnTo>
                    <a:pt x="647405" y="279815"/>
                  </a:lnTo>
                  <a:lnTo>
                    <a:pt x="648199" y="279236"/>
                  </a:lnTo>
                  <a:lnTo>
                    <a:pt x="648640" y="278915"/>
                  </a:lnTo>
                  <a:lnTo>
                    <a:pt x="649217" y="278493"/>
                  </a:lnTo>
                  <a:lnTo>
                    <a:pt x="649597" y="278216"/>
                  </a:lnTo>
                  <a:lnTo>
                    <a:pt x="649517" y="277431"/>
                  </a:lnTo>
                  <a:lnTo>
                    <a:pt x="649433" y="276587"/>
                  </a:lnTo>
                  <a:lnTo>
                    <a:pt x="649381" y="276094"/>
                  </a:lnTo>
                  <a:lnTo>
                    <a:pt x="649322" y="275496"/>
                  </a:lnTo>
                  <a:lnTo>
                    <a:pt x="649418" y="275058"/>
                  </a:lnTo>
                  <a:lnTo>
                    <a:pt x="649641" y="274397"/>
                  </a:lnTo>
                  <a:lnTo>
                    <a:pt x="649958" y="273450"/>
                  </a:lnTo>
                  <a:lnTo>
                    <a:pt x="650321" y="272364"/>
                  </a:lnTo>
                  <a:lnTo>
                    <a:pt x="651015" y="270296"/>
                  </a:lnTo>
                  <a:lnTo>
                    <a:pt x="651097" y="270050"/>
                  </a:lnTo>
                  <a:lnTo>
                    <a:pt x="651076" y="269567"/>
                  </a:lnTo>
                  <a:lnTo>
                    <a:pt x="651066" y="269337"/>
                  </a:lnTo>
                  <a:lnTo>
                    <a:pt x="651038" y="268700"/>
                  </a:lnTo>
                  <a:lnTo>
                    <a:pt x="650994" y="267703"/>
                  </a:lnTo>
                  <a:lnTo>
                    <a:pt x="650928" y="266198"/>
                  </a:lnTo>
                  <a:lnTo>
                    <a:pt x="650879" y="265101"/>
                  </a:lnTo>
                  <a:lnTo>
                    <a:pt x="650832" y="263985"/>
                  </a:lnTo>
                  <a:lnTo>
                    <a:pt x="650802" y="263289"/>
                  </a:lnTo>
                  <a:lnTo>
                    <a:pt x="650790" y="263064"/>
                  </a:lnTo>
                  <a:lnTo>
                    <a:pt x="651228" y="262703"/>
                  </a:lnTo>
                  <a:lnTo>
                    <a:pt x="651899" y="262192"/>
                  </a:lnTo>
                  <a:lnTo>
                    <a:pt x="653266" y="261148"/>
                  </a:lnTo>
                  <a:lnTo>
                    <a:pt x="654211" y="260429"/>
                  </a:lnTo>
                  <a:lnTo>
                    <a:pt x="655235" y="259571"/>
                  </a:lnTo>
                  <a:lnTo>
                    <a:pt x="655983" y="258945"/>
                  </a:lnTo>
                  <a:lnTo>
                    <a:pt x="656592" y="258436"/>
                  </a:lnTo>
                  <a:lnTo>
                    <a:pt x="656745" y="258103"/>
                  </a:lnTo>
                  <a:lnTo>
                    <a:pt x="657181" y="257182"/>
                  </a:lnTo>
                  <a:lnTo>
                    <a:pt x="659539" y="252186"/>
                  </a:lnTo>
                  <a:lnTo>
                    <a:pt x="659945" y="251323"/>
                  </a:lnTo>
                  <a:lnTo>
                    <a:pt x="660029" y="251147"/>
                  </a:lnTo>
                  <a:lnTo>
                    <a:pt x="659666" y="250833"/>
                  </a:lnTo>
                  <a:lnTo>
                    <a:pt x="657460" y="248927"/>
                  </a:lnTo>
                  <a:lnTo>
                    <a:pt x="653977" y="246695"/>
                  </a:lnTo>
                  <a:lnTo>
                    <a:pt x="651458" y="249522"/>
                  </a:lnTo>
                  <a:lnTo>
                    <a:pt x="647501" y="253274"/>
                  </a:lnTo>
                  <a:lnTo>
                    <a:pt x="646223" y="252498"/>
                  </a:lnTo>
                  <a:lnTo>
                    <a:pt x="643016" y="250545"/>
                  </a:lnTo>
                  <a:lnTo>
                    <a:pt x="639903" y="248653"/>
                  </a:lnTo>
                  <a:lnTo>
                    <a:pt x="637267" y="247049"/>
                  </a:lnTo>
                  <a:lnTo>
                    <a:pt x="634895" y="245607"/>
                  </a:lnTo>
                  <a:lnTo>
                    <a:pt x="632867" y="244372"/>
                  </a:lnTo>
                  <a:lnTo>
                    <a:pt x="632079" y="243893"/>
                  </a:lnTo>
                  <a:lnTo>
                    <a:pt x="629667" y="242409"/>
                  </a:lnTo>
                  <a:lnTo>
                    <a:pt x="629301" y="242174"/>
                  </a:lnTo>
                  <a:lnTo>
                    <a:pt x="628121" y="239979"/>
                  </a:lnTo>
                  <a:lnTo>
                    <a:pt x="625338" y="234769"/>
                  </a:lnTo>
                  <a:lnTo>
                    <a:pt x="626117" y="228955"/>
                  </a:lnTo>
                  <a:lnTo>
                    <a:pt x="625885" y="228430"/>
                  </a:lnTo>
                  <a:lnTo>
                    <a:pt x="623717" y="223532"/>
                  </a:lnTo>
                  <a:lnTo>
                    <a:pt x="620345" y="221344"/>
                  </a:lnTo>
                  <a:lnTo>
                    <a:pt x="615424" y="218979"/>
                  </a:lnTo>
                  <a:lnTo>
                    <a:pt x="617809" y="211174"/>
                  </a:lnTo>
                  <a:lnTo>
                    <a:pt x="619584" y="207925"/>
                  </a:lnTo>
                  <a:lnTo>
                    <a:pt x="620599" y="205489"/>
                  </a:lnTo>
                  <a:lnTo>
                    <a:pt x="620667" y="205326"/>
                  </a:lnTo>
                  <a:lnTo>
                    <a:pt x="621098" y="204291"/>
                  </a:lnTo>
                  <a:lnTo>
                    <a:pt x="622184" y="203555"/>
                  </a:lnTo>
                  <a:lnTo>
                    <a:pt x="620376" y="199886"/>
                  </a:lnTo>
                  <a:lnTo>
                    <a:pt x="617739" y="199553"/>
                  </a:lnTo>
                  <a:lnTo>
                    <a:pt x="615446" y="199890"/>
                  </a:lnTo>
                  <a:lnTo>
                    <a:pt x="612529" y="197541"/>
                  </a:lnTo>
                  <a:lnTo>
                    <a:pt x="615447" y="193689"/>
                  </a:lnTo>
                  <a:lnTo>
                    <a:pt x="618630" y="189488"/>
                  </a:lnTo>
                  <a:lnTo>
                    <a:pt x="616836" y="187096"/>
                  </a:lnTo>
                  <a:lnTo>
                    <a:pt x="615420" y="185207"/>
                  </a:lnTo>
                  <a:lnTo>
                    <a:pt x="613725" y="184630"/>
                  </a:lnTo>
                  <a:lnTo>
                    <a:pt x="609939" y="183810"/>
                  </a:lnTo>
                  <a:lnTo>
                    <a:pt x="608112" y="184371"/>
                  </a:lnTo>
                  <a:lnTo>
                    <a:pt x="606809" y="184771"/>
                  </a:lnTo>
                  <a:lnTo>
                    <a:pt x="600723" y="182422"/>
                  </a:lnTo>
                  <a:lnTo>
                    <a:pt x="599316" y="182028"/>
                  </a:lnTo>
                  <a:lnTo>
                    <a:pt x="595382" y="180572"/>
                  </a:lnTo>
                  <a:lnTo>
                    <a:pt x="594257" y="179309"/>
                  </a:lnTo>
                  <a:lnTo>
                    <a:pt x="592038" y="177504"/>
                  </a:lnTo>
                  <a:lnTo>
                    <a:pt x="591444" y="177020"/>
                  </a:lnTo>
                  <a:lnTo>
                    <a:pt x="591362" y="173023"/>
                  </a:lnTo>
                  <a:lnTo>
                    <a:pt x="589896" y="171694"/>
                  </a:lnTo>
                  <a:lnTo>
                    <a:pt x="588902" y="169349"/>
                  </a:lnTo>
                  <a:lnTo>
                    <a:pt x="586607" y="166102"/>
                  </a:lnTo>
                  <a:lnTo>
                    <a:pt x="586487" y="165969"/>
                  </a:lnTo>
                  <a:lnTo>
                    <a:pt x="586394" y="165781"/>
                  </a:lnTo>
                  <a:lnTo>
                    <a:pt x="585969" y="165582"/>
                  </a:lnTo>
                  <a:lnTo>
                    <a:pt x="585050" y="164914"/>
                  </a:lnTo>
                  <a:lnTo>
                    <a:pt x="584909" y="164822"/>
                  </a:lnTo>
                  <a:lnTo>
                    <a:pt x="586242" y="157621"/>
                  </a:lnTo>
                  <a:lnTo>
                    <a:pt x="586685" y="157082"/>
                  </a:lnTo>
                  <a:lnTo>
                    <a:pt x="586560" y="156325"/>
                  </a:lnTo>
                  <a:lnTo>
                    <a:pt x="585952" y="153409"/>
                  </a:lnTo>
                  <a:lnTo>
                    <a:pt x="585686" y="151935"/>
                  </a:lnTo>
                  <a:lnTo>
                    <a:pt x="584973" y="151105"/>
                  </a:lnTo>
                  <a:lnTo>
                    <a:pt x="584912" y="150929"/>
                  </a:lnTo>
                  <a:lnTo>
                    <a:pt x="584895" y="150716"/>
                  </a:lnTo>
                  <a:lnTo>
                    <a:pt x="584316" y="150376"/>
                  </a:lnTo>
                  <a:lnTo>
                    <a:pt x="584012" y="150425"/>
                  </a:lnTo>
                  <a:lnTo>
                    <a:pt x="583665" y="150460"/>
                  </a:lnTo>
                  <a:lnTo>
                    <a:pt x="583468" y="150486"/>
                  </a:lnTo>
                  <a:lnTo>
                    <a:pt x="583226" y="150519"/>
                  </a:lnTo>
                  <a:lnTo>
                    <a:pt x="582917" y="150603"/>
                  </a:lnTo>
                  <a:lnTo>
                    <a:pt x="582666" y="150648"/>
                  </a:lnTo>
                  <a:lnTo>
                    <a:pt x="582272" y="150746"/>
                  </a:lnTo>
                  <a:lnTo>
                    <a:pt x="582075" y="150798"/>
                  </a:lnTo>
                  <a:lnTo>
                    <a:pt x="581752" y="150880"/>
                  </a:lnTo>
                  <a:lnTo>
                    <a:pt x="581526" y="150378"/>
                  </a:lnTo>
                  <a:lnTo>
                    <a:pt x="581442" y="150193"/>
                  </a:lnTo>
                  <a:lnTo>
                    <a:pt x="580959" y="149122"/>
                  </a:lnTo>
                  <a:lnTo>
                    <a:pt x="580570" y="148257"/>
                  </a:lnTo>
                  <a:lnTo>
                    <a:pt x="580263" y="147574"/>
                  </a:lnTo>
                  <a:lnTo>
                    <a:pt x="580061" y="147129"/>
                  </a:lnTo>
                  <a:lnTo>
                    <a:pt x="579827" y="146611"/>
                  </a:lnTo>
                  <a:lnTo>
                    <a:pt x="579616" y="146137"/>
                  </a:lnTo>
                  <a:lnTo>
                    <a:pt x="579393" y="145645"/>
                  </a:lnTo>
                  <a:lnTo>
                    <a:pt x="579309" y="145460"/>
                  </a:lnTo>
                  <a:lnTo>
                    <a:pt x="579069" y="144927"/>
                  </a:lnTo>
                  <a:lnTo>
                    <a:pt x="578805" y="144339"/>
                  </a:lnTo>
                  <a:lnTo>
                    <a:pt x="578572" y="143823"/>
                  </a:lnTo>
                  <a:lnTo>
                    <a:pt x="578298" y="143216"/>
                  </a:lnTo>
                  <a:lnTo>
                    <a:pt x="578085" y="142745"/>
                  </a:lnTo>
                  <a:lnTo>
                    <a:pt x="577848" y="142217"/>
                  </a:lnTo>
                  <a:lnTo>
                    <a:pt x="577691" y="141868"/>
                  </a:lnTo>
                  <a:lnTo>
                    <a:pt x="577480" y="141404"/>
                  </a:lnTo>
                  <a:lnTo>
                    <a:pt x="577020" y="140384"/>
                  </a:lnTo>
                  <a:lnTo>
                    <a:pt x="576779" y="139847"/>
                  </a:lnTo>
                  <a:lnTo>
                    <a:pt x="576495" y="139216"/>
                  </a:lnTo>
                  <a:lnTo>
                    <a:pt x="576191" y="138539"/>
                  </a:lnTo>
                  <a:lnTo>
                    <a:pt x="576019" y="138161"/>
                  </a:lnTo>
                  <a:lnTo>
                    <a:pt x="575787" y="137643"/>
                  </a:lnTo>
                  <a:lnTo>
                    <a:pt x="575450" y="136966"/>
                  </a:lnTo>
                  <a:lnTo>
                    <a:pt x="575316" y="136895"/>
                  </a:lnTo>
                  <a:lnTo>
                    <a:pt x="575004" y="136694"/>
                  </a:lnTo>
                  <a:lnTo>
                    <a:pt x="574779" y="136466"/>
                  </a:lnTo>
                  <a:lnTo>
                    <a:pt x="574685" y="136333"/>
                  </a:lnTo>
                  <a:lnTo>
                    <a:pt x="574554" y="136169"/>
                  </a:lnTo>
                  <a:lnTo>
                    <a:pt x="574202" y="135662"/>
                  </a:lnTo>
                  <a:lnTo>
                    <a:pt x="574149" y="135526"/>
                  </a:lnTo>
                  <a:lnTo>
                    <a:pt x="574292" y="135079"/>
                  </a:lnTo>
                  <a:lnTo>
                    <a:pt x="574800" y="134509"/>
                  </a:lnTo>
                  <a:lnTo>
                    <a:pt x="574957" y="134335"/>
                  </a:lnTo>
                  <a:lnTo>
                    <a:pt x="575206" y="134174"/>
                  </a:lnTo>
                  <a:lnTo>
                    <a:pt x="575391" y="134019"/>
                  </a:lnTo>
                  <a:lnTo>
                    <a:pt x="575611" y="133836"/>
                  </a:lnTo>
                  <a:lnTo>
                    <a:pt x="575644" y="133538"/>
                  </a:lnTo>
                  <a:lnTo>
                    <a:pt x="575694" y="133086"/>
                  </a:lnTo>
                  <a:lnTo>
                    <a:pt x="575815" y="131986"/>
                  </a:lnTo>
                  <a:lnTo>
                    <a:pt x="575752" y="131700"/>
                  </a:lnTo>
                  <a:lnTo>
                    <a:pt x="575586" y="130959"/>
                  </a:lnTo>
                  <a:lnTo>
                    <a:pt x="575337" y="129843"/>
                  </a:lnTo>
                  <a:lnTo>
                    <a:pt x="575211" y="129281"/>
                  </a:lnTo>
                  <a:lnTo>
                    <a:pt x="575089" y="128739"/>
                  </a:lnTo>
                  <a:lnTo>
                    <a:pt x="574953" y="128125"/>
                  </a:lnTo>
                  <a:lnTo>
                    <a:pt x="574821" y="127536"/>
                  </a:lnTo>
                  <a:lnTo>
                    <a:pt x="574704" y="127018"/>
                  </a:lnTo>
                  <a:lnTo>
                    <a:pt x="574568" y="126409"/>
                  </a:lnTo>
                  <a:lnTo>
                    <a:pt x="574446" y="125860"/>
                  </a:lnTo>
                  <a:lnTo>
                    <a:pt x="574268" y="125070"/>
                  </a:lnTo>
                  <a:lnTo>
                    <a:pt x="574153" y="124554"/>
                  </a:lnTo>
                  <a:lnTo>
                    <a:pt x="574048" y="124078"/>
                  </a:lnTo>
                  <a:lnTo>
                    <a:pt x="573998" y="123858"/>
                  </a:lnTo>
                  <a:lnTo>
                    <a:pt x="572936" y="123860"/>
                  </a:lnTo>
                  <a:lnTo>
                    <a:pt x="572608" y="123863"/>
                  </a:lnTo>
                  <a:lnTo>
                    <a:pt x="572364" y="123863"/>
                  </a:lnTo>
                  <a:lnTo>
                    <a:pt x="572160" y="123872"/>
                  </a:lnTo>
                  <a:lnTo>
                    <a:pt x="571816" y="123860"/>
                  </a:lnTo>
                  <a:lnTo>
                    <a:pt x="571593" y="123870"/>
                  </a:lnTo>
                  <a:lnTo>
                    <a:pt x="571345" y="123881"/>
                  </a:lnTo>
                  <a:lnTo>
                    <a:pt x="570637" y="123959"/>
                  </a:lnTo>
                  <a:lnTo>
                    <a:pt x="569148" y="125021"/>
                  </a:lnTo>
                  <a:lnTo>
                    <a:pt x="568623" y="125349"/>
                  </a:lnTo>
                  <a:lnTo>
                    <a:pt x="568367" y="125499"/>
                  </a:lnTo>
                  <a:lnTo>
                    <a:pt x="568109" y="125633"/>
                  </a:lnTo>
                  <a:lnTo>
                    <a:pt x="567870" y="125738"/>
                  </a:lnTo>
                  <a:lnTo>
                    <a:pt x="567645" y="125863"/>
                  </a:lnTo>
                  <a:lnTo>
                    <a:pt x="567488" y="125933"/>
                  </a:lnTo>
                  <a:lnTo>
                    <a:pt x="567078" y="126043"/>
                  </a:lnTo>
                  <a:lnTo>
                    <a:pt x="565664" y="126418"/>
                  </a:lnTo>
                  <a:lnTo>
                    <a:pt x="564881" y="126671"/>
                  </a:lnTo>
                  <a:lnTo>
                    <a:pt x="564581" y="126800"/>
                  </a:lnTo>
                  <a:lnTo>
                    <a:pt x="564253" y="126957"/>
                  </a:lnTo>
                  <a:lnTo>
                    <a:pt x="563803" y="127400"/>
                  </a:lnTo>
                  <a:lnTo>
                    <a:pt x="563667" y="127635"/>
                  </a:lnTo>
                  <a:lnTo>
                    <a:pt x="563538" y="127888"/>
                  </a:lnTo>
                  <a:lnTo>
                    <a:pt x="563364" y="128392"/>
                  </a:lnTo>
                  <a:lnTo>
                    <a:pt x="563275" y="128615"/>
                  </a:lnTo>
                  <a:lnTo>
                    <a:pt x="563228" y="128749"/>
                  </a:lnTo>
                  <a:lnTo>
                    <a:pt x="562197" y="129895"/>
                  </a:lnTo>
                  <a:lnTo>
                    <a:pt x="561960" y="129986"/>
                  </a:lnTo>
                  <a:lnTo>
                    <a:pt x="561003" y="130948"/>
                  </a:lnTo>
                  <a:lnTo>
                    <a:pt x="560678" y="130823"/>
                  </a:lnTo>
                  <a:lnTo>
                    <a:pt x="560183" y="130633"/>
                  </a:lnTo>
                  <a:lnTo>
                    <a:pt x="559576" y="130404"/>
                  </a:lnTo>
                  <a:lnTo>
                    <a:pt x="559262" y="130284"/>
                  </a:lnTo>
                  <a:lnTo>
                    <a:pt x="558971" y="130174"/>
                  </a:lnTo>
                  <a:lnTo>
                    <a:pt x="558661" y="130054"/>
                  </a:lnTo>
                  <a:lnTo>
                    <a:pt x="558422" y="129963"/>
                  </a:lnTo>
                  <a:lnTo>
                    <a:pt x="557973" y="129793"/>
                  </a:lnTo>
                  <a:lnTo>
                    <a:pt x="557735" y="129703"/>
                  </a:lnTo>
                  <a:lnTo>
                    <a:pt x="557269" y="129525"/>
                  </a:lnTo>
                  <a:lnTo>
                    <a:pt x="556854" y="129367"/>
                  </a:lnTo>
                  <a:lnTo>
                    <a:pt x="556467" y="129220"/>
                  </a:lnTo>
                  <a:lnTo>
                    <a:pt x="556202" y="129119"/>
                  </a:lnTo>
                  <a:lnTo>
                    <a:pt x="556240" y="129473"/>
                  </a:lnTo>
                  <a:lnTo>
                    <a:pt x="556286" y="129944"/>
                  </a:lnTo>
                  <a:lnTo>
                    <a:pt x="556329" y="130350"/>
                  </a:lnTo>
                  <a:lnTo>
                    <a:pt x="556392" y="130955"/>
                  </a:lnTo>
                  <a:lnTo>
                    <a:pt x="556460" y="131623"/>
                  </a:lnTo>
                  <a:lnTo>
                    <a:pt x="556511" y="132103"/>
                  </a:lnTo>
                  <a:lnTo>
                    <a:pt x="556540" y="132387"/>
                  </a:lnTo>
                  <a:lnTo>
                    <a:pt x="556586" y="132847"/>
                  </a:lnTo>
                  <a:lnTo>
                    <a:pt x="556638" y="133339"/>
                  </a:lnTo>
                  <a:lnTo>
                    <a:pt x="556359" y="133623"/>
                  </a:lnTo>
                  <a:lnTo>
                    <a:pt x="556097" y="133892"/>
                  </a:lnTo>
                  <a:lnTo>
                    <a:pt x="555771" y="134225"/>
                  </a:lnTo>
                  <a:lnTo>
                    <a:pt x="555391" y="134612"/>
                  </a:lnTo>
                  <a:lnTo>
                    <a:pt x="555118" y="134892"/>
                  </a:lnTo>
                  <a:lnTo>
                    <a:pt x="554582" y="135442"/>
                  </a:lnTo>
                  <a:lnTo>
                    <a:pt x="554212" y="135819"/>
                  </a:lnTo>
                  <a:lnTo>
                    <a:pt x="553853" y="136187"/>
                  </a:lnTo>
                  <a:lnTo>
                    <a:pt x="553600" y="136445"/>
                  </a:lnTo>
                  <a:lnTo>
                    <a:pt x="553161" y="136931"/>
                  </a:lnTo>
                  <a:lnTo>
                    <a:pt x="553213" y="137151"/>
                  </a:lnTo>
                  <a:lnTo>
                    <a:pt x="553325" y="137474"/>
                  </a:lnTo>
                  <a:lnTo>
                    <a:pt x="553440" y="138035"/>
                  </a:lnTo>
                  <a:lnTo>
                    <a:pt x="553522" y="138424"/>
                  </a:lnTo>
                  <a:lnTo>
                    <a:pt x="553574" y="138635"/>
                  </a:lnTo>
                  <a:lnTo>
                    <a:pt x="553635" y="138886"/>
                  </a:lnTo>
                  <a:lnTo>
                    <a:pt x="553740" y="139322"/>
                  </a:lnTo>
                  <a:lnTo>
                    <a:pt x="553858" y="139810"/>
                  </a:lnTo>
                  <a:lnTo>
                    <a:pt x="553991" y="140375"/>
                  </a:lnTo>
                  <a:lnTo>
                    <a:pt x="554024" y="140508"/>
                  </a:lnTo>
                  <a:lnTo>
                    <a:pt x="554120" y="140921"/>
                  </a:lnTo>
                  <a:lnTo>
                    <a:pt x="554174" y="141139"/>
                  </a:lnTo>
                  <a:lnTo>
                    <a:pt x="554317" y="141699"/>
                  </a:lnTo>
                  <a:lnTo>
                    <a:pt x="554113" y="141856"/>
                  </a:lnTo>
                  <a:lnTo>
                    <a:pt x="553487" y="142405"/>
                  </a:lnTo>
                  <a:lnTo>
                    <a:pt x="553075" y="142747"/>
                  </a:lnTo>
                  <a:lnTo>
                    <a:pt x="552641" y="143103"/>
                  </a:lnTo>
                  <a:lnTo>
                    <a:pt x="552235" y="143439"/>
                  </a:lnTo>
                  <a:lnTo>
                    <a:pt x="551825" y="143776"/>
                  </a:lnTo>
                  <a:lnTo>
                    <a:pt x="551410" y="144121"/>
                  </a:lnTo>
                  <a:lnTo>
                    <a:pt x="550613" y="144777"/>
                  </a:lnTo>
                  <a:lnTo>
                    <a:pt x="549879" y="144353"/>
                  </a:lnTo>
                  <a:lnTo>
                    <a:pt x="549757" y="144135"/>
                  </a:lnTo>
                  <a:lnTo>
                    <a:pt x="549525" y="143971"/>
                  </a:lnTo>
                  <a:lnTo>
                    <a:pt x="549000" y="143584"/>
                  </a:lnTo>
                  <a:lnTo>
                    <a:pt x="548941" y="143436"/>
                  </a:lnTo>
                  <a:lnTo>
                    <a:pt x="548845" y="143239"/>
                  </a:lnTo>
                  <a:lnTo>
                    <a:pt x="548758" y="142693"/>
                  </a:lnTo>
                  <a:lnTo>
                    <a:pt x="548400" y="142440"/>
                  </a:lnTo>
                  <a:lnTo>
                    <a:pt x="548184" y="142288"/>
                  </a:lnTo>
                  <a:lnTo>
                    <a:pt x="547657" y="141837"/>
                  </a:lnTo>
                  <a:lnTo>
                    <a:pt x="547518" y="141727"/>
                  </a:lnTo>
                  <a:lnTo>
                    <a:pt x="547251" y="141526"/>
                  </a:lnTo>
                  <a:lnTo>
                    <a:pt x="547148" y="141397"/>
                  </a:lnTo>
                  <a:lnTo>
                    <a:pt x="545858" y="140841"/>
                  </a:lnTo>
                  <a:lnTo>
                    <a:pt x="545033" y="140651"/>
                  </a:lnTo>
                  <a:lnTo>
                    <a:pt x="544742" y="140600"/>
                  </a:lnTo>
                  <a:lnTo>
                    <a:pt x="544548" y="140536"/>
                  </a:lnTo>
                  <a:lnTo>
                    <a:pt x="544114" y="140482"/>
                  </a:lnTo>
                  <a:lnTo>
                    <a:pt x="543816" y="140503"/>
                  </a:lnTo>
                  <a:lnTo>
                    <a:pt x="543582" y="140501"/>
                  </a:lnTo>
                  <a:lnTo>
                    <a:pt x="543408" y="140534"/>
                  </a:lnTo>
                  <a:lnTo>
                    <a:pt x="543036" y="140550"/>
                  </a:lnTo>
                  <a:lnTo>
                    <a:pt x="542710" y="140461"/>
                  </a:lnTo>
                  <a:lnTo>
                    <a:pt x="542260" y="140375"/>
                  </a:lnTo>
                  <a:lnTo>
                    <a:pt x="542098" y="140389"/>
                  </a:lnTo>
                  <a:lnTo>
                    <a:pt x="541964" y="140419"/>
                  </a:lnTo>
                  <a:lnTo>
                    <a:pt x="541788" y="140419"/>
                  </a:lnTo>
                  <a:lnTo>
                    <a:pt x="541493" y="140457"/>
                  </a:lnTo>
                  <a:lnTo>
                    <a:pt x="541226" y="140440"/>
                  </a:lnTo>
                  <a:lnTo>
                    <a:pt x="541066" y="140457"/>
                  </a:lnTo>
                  <a:lnTo>
                    <a:pt x="540738" y="140424"/>
                  </a:lnTo>
                  <a:lnTo>
                    <a:pt x="540068" y="139964"/>
                  </a:lnTo>
                  <a:lnTo>
                    <a:pt x="539950" y="139821"/>
                  </a:lnTo>
                  <a:lnTo>
                    <a:pt x="539704" y="139523"/>
                  </a:lnTo>
                  <a:lnTo>
                    <a:pt x="539580" y="139355"/>
                  </a:lnTo>
                  <a:lnTo>
                    <a:pt x="539467" y="139198"/>
                  </a:lnTo>
                  <a:lnTo>
                    <a:pt x="539376" y="139069"/>
                  </a:lnTo>
                  <a:lnTo>
                    <a:pt x="539315" y="138879"/>
                  </a:lnTo>
                  <a:lnTo>
                    <a:pt x="539235" y="138518"/>
                  </a:lnTo>
                  <a:lnTo>
                    <a:pt x="539233" y="137739"/>
                  </a:lnTo>
                  <a:lnTo>
                    <a:pt x="539292" y="137374"/>
                  </a:lnTo>
                  <a:lnTo>
                    <a:pt x="539357" y="136970"/>
                  </a:lnTo>
                  <a:lnTo>
                    <a:pt x="539421" y="136696"/>
                  </a:lnTo>
                  <a:lnTo>
                    <a:pt x="539491" y="136424"/>
                  </a:lnTo>
                  <a:lnTo>
                    <a:pt x="539545" y="136178"/>
                  </a:lnTo>
                  <a:lnTo>
                    <a:pt x="539639" y="135859"/>
                  </a:lnTo>
                  <a:lnTo>
                    <a:pt x="539709" y="135618"/>
                  </a:lnTo>
                  <a:lnTo>
                    <a:pt x="539545" y="135615"/>
                  </a:lnTo>
                  <a:lnTo>
                    <a:pt x="539406" y="135613"/>
                  </a:lnTo>
                  <a:lnTo>
                    <a:pt x="539174" y="135608"/>
                  </a:lnTo>
                  <a:lnTo>
                    <a:pt x="538984" y="135604"/>
                  </a:lnTo>
                  <a:lnTo>
                    <a:pt x="538438" y="135552"/>
                  </a:lnTo>
                  <a:lnTo>
                    <a:pt x="537634" y="135285"/>
                  </a:lnTo>
                  <a:lnTo>
                    <a:pt x="537451" y="135191"/>
                  </a:lnTo>
                  <a:lnTo>
                    <a:pt x="537297" y="135088"/>
                  </a:lnTo>
                  <a:lnTo>
                    <a:pt x="537027" y="134933"/>
                  </a:lnTo>
                  <a:lnTo>
                    <a:pt x="536750" y="134729"/>
                  </a:lnTo>
                  <a:lnTo>
                    <a:pt x="536502" y="134563"/>
                  </a:lnTo>
                  <a:lnTo>
                    <a:pt x="536345" y="134399"/>
                  </a:lnTo>
                  <a:lnTo>
                    <a:pt x="536192" y="134284"/>
                  </a:lnTo>
                  <a:lnTo>
                    <a:pt x="536047" y="134155"/>
                  </a:lnTo>
                  <a:lnTo>
                    <a:pt x="536272" y="133147"/>
                  </a:lnTo>
                  <a:lnTo>
                    <a:pt x="535946" y="133177"/>
                  </a:lnTo>
                  <a:lnTo>
                    <a:pt x="535229" y="133201"/>
                  </a:lnTo>
                  <a:lnTo>
                    <a:pt x="534720" y="133177"/>
                  </a:lnTo>
                  <a:lnTo>
                    <a:pt x="534565" y="133140"/>
                  </a:lnTo>
                  <a:lnTo>
                    <a:pt x="534375" y="133097"/>
                  </a:lnTo>
                  <a:lnTo>
                    <a:pt x="534211" y="132966"/>
                  </a:lnTo>
                  <a:lnTo>
                    <a:pt x="534073" y="132753"/>
                  </a:lnTo>
                  <a:lnTo>
                    <a:pt x="533949" y="132303"/>
                  </a:lnTo>
                  <a:lnTo>
                    <a:pt x="533698" y="131810"/>
                  </a:lnTo>
                  <a:lnTo>
                    <a:pt x="533672" y="131529"/>
                  </a:lnTo>
                  <a:lnTo>
                    <a:pt x="533663" y="131391"/>
                  </a:lnTo>
                  <a:lnTo>
                    <a:pt x="533381" y="130850"/>
                  </a:lnTo>
                  <a:lnTo>
                    <a:pt x="532512" y="130357"/>
                  </a:lnTo>
                  <a:lnTo>
                    <a:pt x="532186" y="130195"/>
                  </a:lnTo>
                  <a:lnTo>
                    <a:pt x="531921" y="130019"/>
                  </a:lnTo>
                  <a:lnTo>
                    <a:pt x="531443" y="129677"/>
                  </a:lnTo>
                  <a:lnTo>
                    <a:pt x="531307" y="129665"/>
                  </a:lnTo>
                  <a:lnTo>
                    <a:pt x="531086" y="129771"/>
                  </a:lnTo>
                  <a:lnTo>
                    <a:pt x="530430" y="129555"/>
                  </a:lnTo>
                  <a:lnTo>
                    <a:pt x="530280" y="129351"/>
                  </a:lnTo>
                  <a:lnTo>
                    <a:pt x="530081" y="128920"/>
                  </a:lnTo>
                  <a:lnTo>
                    <a:pt x="529966" y="128671"/>
                  </a:lnTo>
                  <a:lnTo>
                    <a:pt x="529940" y="128291"/>
                  </a:lnTo>
                  <a:lnTo>
                    <a:pt x="529763" y="127872"/>
                  </a:lnTo>
                  <a:lnTo>
                    <a:pt x="529357" y="127662"/>
                  </a:lnTo>
                  <a:lnTo>
                    <a:pt x="529181" y="127469"/>
                  </a:lnTo>
                  <a:lnTo>
                    <a:pt x="528701" y="126946"/>
                  </a:lnTo>
                  <a:lnTo>
                    <a:pt x="529719" y="125689"/>
                  </a:lnTo>
                  <a:lnTo>
                    <a:pt x="529780" y="125548"/>
                  </a:lnTo>
                  <a:lnTo>
                    <a:pt x="529940" y="125260"/>
                  </a:lnTo>
                  <a:lnTo>
                    <a:pt x="530001" y="125098"/>
                  </a:lnTo>
                  <a:lnTo>
                    <a:pt x="530076" y="124871"/>
                  </a:lnTo>
                  <a:lnTo>
                    <a:pt x="530139" y="124634"/>
                  </a:lnTo>
                  <a:lnTo>
                    <a:pt x="530191" y="124282"/>
                  </a:lnTo>
                  <a:lnTo>
                    <a:pt x="530134" y="124116"/>
                  </a:lnTo>
                  <a:lnTo>
                    <a:pt x="530148" y="123828"/>
                  </a:lnTo>
                  <a:lnTo>
                    <a:pt x="529173" y="123633"/>
                  </a:lnTo>
                  <a:lnTo>
                    <a:pt x="528908" y="123556"/>
                  </a:lnTo>
                  <a:lnTo>
                    <a:pt x="528607" y="123508"/>
                  </a:lnTo>
                  <a:lnTo>
                    <a:pt x="526632" y="123195"/>
                  </a:lnTo>
                  <a:lnTo>
                    <a:pt x="526182" y="123098"/>
                  </a:lnTo>
                  <a:lnTo>
                    <a:pt x="525274" y="122955"/>
                  </a:lnTo>
                  <a:lnTo>
                    <a:pt x="524920" y="122887"/>
                  </a:lnTo>
                  <a:lnTo>
                    <a:pt x="524719" y="122894"/>
                  </a:lnTo>
                  <a:lnTo>
                    <a:pt x="524295" y="123070"/>
                  </a:lnTo>
                  <a:lnTo>
                    <a:pt x="523805" y="123288"/>
                  </a:lnTo>
                  <a:lnTo>
                    <a:pt x="523197" y="123530"/>
                  </a:lnTo>
                  <a:lnTo>
                    <a:pt x="522832" y="123666"/>
                  </a:lnTo>
                  <a:lnTo>
                    <a:pt x="522468" y="123818"/>
                  </a:lnTo>
                  <a:lnTo>
                    <a:pt x="522236" y="123881"/>
                  </a:lnTo>
                  <a:lnTo>
                    <a:pt x="522093" y="124561"/>
                  </a:lnTo>
                  <a:lnTo>
                    <a:pt x="522009" y="124904"/>
                  </a:lnTo>
                  <a:lnTo>
                    <a:pt x="521809" y="125619"/>
                  </a:lnTo>
                  <a:lnTo>
                    <a:pt x="521623" y="126001"/>
                  </a:lnTo>
                  <a:lnTo>
                    <a:pt x="521342" y="126488"/>
                  </a:lnTo>
                  <a:lnTo>
                    <a:pt x="520949" y="126631"/>
                  </a:lnTo>
                  <a:lnTo>
                    <a:pt x="520616" y="126715"/>
                  </a:lnTo>
                  <a:lnTo>
                    <a:pt x="520309" y="126753"/>
                  </a:lnTo>
                  <a:lnTo>
                    <a:pt x="519840" y="126640"/>
                  </a:lnTo>
                  <a:lnTo>
                    <a:pt x="519505" y="126953"/>
                  </a:lnTo>
                  <a:lnTo>
                    <a:pt x="519198" y="126890"/>
                  </a:lnTo>
                  <a:lnTo>
                    <a:pt x="518810" y="126820"/>
                  </a:lnTo>
                  <a:lnTo>
                    <a:pt x="518553" y="126392"/>
                  </a:lnTo>
                  <a:lnTo>
                    <a:pt x="518245" y="126393"/>
                  </a:lnTo>
                  <a:lnTo>
                    <a:pt x="518126" y="126057"/>
                  </a:lnTo>
                  <a:lnTo>
                    <a:pt x="517899" y="125602"/>
                  </a:lnTo>
                  <a:lnTo>
                    <a:pt x="517789" y="125403"/>
                  </a:lnTo>
                  <a:lnTo>
                    <a:pt x="517271" y="124739"/>
                  </a:lnTo>
                  <a:lnTo>
                    <a:pt x="517076" y="124634"/>
                  </a:lnTo>
                  <a:lnTo>
                    <a:pt x="516537" y="125098"/>
                  </a:lnTo>
                  <a:lnTo>
                    <a:pt x="516520" y="125236"/>
                  </a:lnTo>
                  <a:lnTo>
                    <a:pt x="515189" y="125478"/>
                  </a:lnTo>
                  <a:lnTo>
                    <a:pt x="515111" y="125628"/>
                  </a:lnTo>
                  <a:lnTo>
                    <a:pt x="514711" y="126184"/>
                  </a:lnTo>
                  <a:lnTo>
                    <a:pt x="514582" y="126336"/>
                  </a:lnTo>
                  <a:lnTo>
                    <a:pt x="514272" y="126840"/>
                  </a:lnTo>
                  <a:lnTo>
                    <a:pt x="513517" y="127510"/>
                  </a:lnTo>
                  <a:lnTo>
                    <a:pt x="513076" y="127529"/>
                  </a:lnTo>
                  <a:lnTo>
                    <a:pt x="512884" y="127541"/>
                  </a:lnTo>
                  <a:lnTo>
                    <a:pt x="512753" y="127548"/>
                  </a:lnTo>
                  <a:lnTo>
                    <a:pt x="512621" y="127527"/>
                  </a:lnTo>
                  <a:lnTo>
                    <a:pt x="512368" y="127494"/>
                  </a:lnTo>
                  <a:lnTo>
                    <a:pt x="511447" y="126268"/>
                  </a:lnTo>
                  <a:lnTo>
                    <a:pt x="511646" y="125813"/>
                  </a:lnTo>
                  <a:lnTo>
                    <a:pt x="511763" y="125365"/>
                  </a:lnTo>
                  <a:lnTo>
                    <a:pt x="511665" y="125117"/>
                  </a:lnTo>
                  <a:lnTo>
                    <a:pt x="511667" y="124864"/>
                  </a:lnTo>
                  <a:lnTo>
                    <a:pt x="511499" y="124873"/>
                  </a:lnTo>
                  <a:lnTo>
                    <a:pt x="511316" y="124882"/>
                  </a:lnTo>
                  <a:lnTo>
                    <a:pt x="510971" y="124908"/>
                  </a:lnTo>
                  <a:lnTo>
                    <a:pt x="510596" y="124934"/>
                  </a:lnTo>
                  <a:lnTo>
                    <a:pt x="510411" y="124948"/>
                  </a:lnTo>
                  <a:lnTo>
                    <a:pt x="509890" y="124929"/>
                  </a:lnTo>
                  <a:lnTo>
                    <a:pt x="509536" y="124875"/>
                  </a:lnTo>
                  <a:lnTo>
                    <a:pt x="509281" y="124864"/>
                  </a:lnTo>
                  <a:lnTo>
                    <a:pt x="508924" y="124751"/>
                  </a:lnTo>
                  <a:lnTo>
                    <a:pt x="508240" y="124613"/>
                  </a:lnTo>
                  <a:lnTo>
                    <a:pt x="507379" y="124442"/>
                  </a:lnTo>
                  <a:lnTo>
                    <a:pt x="507021" y="124371"/>
                  </a:lnTo>
                  <a:lnTo>
                    <a:pt x="506617" y="124261"/>
                  </a:lnTo>
                  <a:lnTo>
                    <a:pt x="506481" y="124219"/>
                  </a:lnTo>
                  <a:lnTo>
                    <a:pt x="506353" y="124181"/>
                  </a:lnTo>
                  <a:lnTo>
                    <a:pt x="506109" y="124064"/>
                  </a:lnTo>
                  <a:lnTo>
                    <a:pt x="505577" y="123635"/>
                  </a:lnTo>
                  <a:lnTo>
                    <a:pt x="505157" y="123232"/>
                  </a:lnTo>
                  <a:lnTo>
                    <a:pt x="505014" y="123258"/>
                  </a:lnTo>
                  <a:lnTo>
                    <a:pt x="503863" y="123253"/>
                  </a:lnTo>
                  <a:lnTo>
                    <a:pt x="503588" y="123230"/>
                  </a:lnTo>
                  <a:lnTo>
                    <a:pt x="503460" y="123169"/>
                  </a:lnTo>
                  <a:lnTo>
                    <a:pt x="503324" y="123201"/>
                  </a:lnTo>
                  <a:lnTo>
                    <a:pt x="502944" y="123401"/>
                  </a:lnTo>
                  <a:lnTo>
                    <a:pt x="502491" y="122801"/>
                  </a:lnTo>
                  <a:lnTo>
                    <a:pt x="502332" y="122688"/>
                  </a:lnTo>
                  <a:lnTo>
                    <a:pt x="502086" y="122512"/>
                  </a:lnTo>
                  <a:lnTo>
                    <a:pt x="501622" y="122179"/>
                  </a:lnTo>
                  <a:lnTo>
                    <a:pt x="501091" y="122055"/>
                  </a:lnTo>
                  <a:lnTo>
                    <a:pt x="499983" y="121073"/>
                  </a:lnTo>
                  <a:lnTo>
                    <a:pt x="498553" y="120357"/>
                  </a:lnTo>
                  <a:lnTo>
                    <a:pt x="496567" y="119669"/>
                  </a:lnTo>
                  <a:lnTo>
                    <a:pt x="495191" y="119530"/>
                  </a:lnTo>
                  <a:lnTo>
                    <a:pt x="494356" y="119448"/>
                  </a:lnTo>
                  <a:lnTo>
                    <a:pt x="494037" y="119422"/>
                  </a:lnTo>
                  <a:lnTo>
                    <a:pt x="493858" y="119404"/>
                  </a:lnTo>
                  <a:lnTo>
                    <a:pt x="493113" y="119326"/>
                  </a:lnTo>
                  <a:lnTo>
                    <a:pt x="492850" y="119298"/>
                  </a:lnTo>
                  <a:lnTo>
                    <a:pt x="492507" y="119269"/>
                  </a:lnTo>
                  <a:lnTo>
                    <a:pt x="492241" y="119240"/>
                  </a:lnTo>
                  <a:lnTo>
                    <a:pt x="491750" y="119450"/>
                  </a:lnTo>
                  <a:lnTo>
                    <a:pt x="491483" y="119557"/>
                  </a:lnTo>
                  <a:lnTo>
                    <a:pt x="491100" y="119729"/>
                  </a:lnTo>
                  <a:lnTo>
                    <a:pt x="490683" y="119642"/>
                  </a:lnTo>
                  <a:lnTo>
                    <a:pt x="489480" y="119401"/>
                  </a:lnTo>
                  <a:lnTo>
                    <a:pt x="489191" y="119345"/>
                  </a:lnTo>
                  <a:lnTo>
                    <a:pt x="474016" y="117041"/>
                  </a:lnTo>
                  <a:lnTo>
                    <a:pt x="473022" y="115011"/>
                  </a:lnTo>
                  <a:lnTo>
                    <a:pt x="471087" y="111062"/>
                  </a:lnTo>
                  <a:lnTo>
                    <a:pt x="461595" y="91690"/>
                  </a:lnTo>
                  <a:lnTo>
                    <a:pt x="452035" y="72177"/>
                  </a:lnTo>
                  <a:lnTo>
                    <a:pt x="439588" y="46773"/>
                  </a:lnTo>
                  <a:lnTo>
                    <a:pt x="431910" y="31148"/>
                  </a:lnTo>
                  <a:lnTo>
                    <a:pt x="416603" y="0"/>
                  </a:lnTo>
                  <a:lnTo>
                    <a:pt x="366489" y="24566"/>
                  </a:lnTo>
                  <a:lnTo>
                    <a:pt x="360942" y="27286"/>
                  </a:lnTo>
                  <a:lnTo>
                    <a:pt x="350723" y="32295"/>
                  </a:lnTo>
                  <a:lnTo>
                    <a:pt x="324996" y="44929"/>
                  </a:lnTo>
                  <a:lnTo>
                    <a:pt x="315169" y="49754"/>
                  </a:lnTo>
                  <a:lnTo>
                    <a:pt x="305875" y="54318"/>
                  </a:lnTo>
                  <a:lnTo>
                    <a:pt x="279906" y="67070"/>
                  </a:lnTo>
                  <a:lnTo>
                    <a:pt x="279394" y="67325"/>
                  </a:lnTo>
                  <a:lnTo>
                    <a:pt x="277326" y="68428"/>
                  </a:lnTo>
                  <a:lnTo>
                    <a:pt x="275309" y="69623"/>
                  </a:lnTo>
                  <a:lnTo>
                    <a:pt x="238107" y="92811"/>
                  </a:lnTo>
                  <a:lnTo>
                    <a:pt x="236244" y="94028"/>
                  </a:lnTo>
                  <a:lnTo>
                    <a:pt x="234340" y="95395"/>
                  </a:lnTo>
                  <a:lnTo>
                    <a:pt x="232499" y="96846"/>
                  </a:lnTo>
                  <a:lnTo>
                    <a:pt x="230726" y="98378"/>
                  </a:lnTo>
                  <a:lnTo>
                    <a:pt x="229023" y="99989"/>
                  </a:lnTo>
                  <a:lnTo>
                    <a:pt x="227394" y="101674"/>
                  </a:lnTo>
                  <a:lnTo>
                    <a:pt x="225843" y="103431"/>
                  </a:lnTo>
                  <a:lnTo>
                    <a:pt x="224373" y="105256"/>
                  </a:lnTo>
                  <a:lnTo>
                    <a:pt x="222986" y="107145"/>
                  </a:lnTo>
                  <a:lnTo>
                    <a:pt x="221685" y="109095"/>
                  </a:lnTo>
                  <a:lnTo>
                    <a:pt x="208681" y="129572"/>
                  </a:lnTo>
                  <a:lnTo>
                    <a:pt x="200471" y="142500"/>
                  </a:lnTo>
                  <a:lnTo>
                    <a:pt x="200274" y="142813"/>
                  </a:lnTo>
                  <a:lnTo>
                    <a:pt x="192294" y="155577"/>
                  </a:lnTo>
                  <a:lnTo>
                    <a:pt x="176442" y="180931"/>
                  </a:lnTo>
                  <a:lnTo>
                    <a:pt x="175151" y="182997"/>
                  </a:lnTo>
                  <a:lnTo>
                    <a:pt x="162948" y="202515"/>
                  </a:lnTo>
                  <a:lnTo>
                    <a:pt x="162802" y="202749"/>
                  </a:lnTo>
                  <a:lnTo>
                    <a:pt x="161616" y="204770"/>
                  </a:lnTo>
                  <a:lnTo>
                    <a:pt x="160521" y="206842"/>
                  </a:lnTo>
                  <a:lnTo>
                    <a:pt x="145108" y="237678"/>
                  </a:lnTo>
                  <a:lnTo>
                    <a:pt x="138368" y="251163"/>
                  </a:lnTo>
                  <a:lnTo>
                    <a:pt x="129519" y="268866"/>
                  </a:lnTo>
                  <a:lnTo>
                    <a:pt x="123553" y="272660"/>
                  </a:lnTo>
                  <a:lnTo>
                    <a:pt x="118751" y="275714"/>
                  </a:lnTo>
                  <a:lnTo>
                    <a:pt x="115896" y="277530"/>
                  </a:lnTo>
                  <a:lnTo>
                    <a:pt x="112385" y="279763"/>
                  </a:lnTo>
                  <a:lnTo>
                    <a:pt x="107811" y="282671"/>
                  </a:lnTo>
                  <a:lnTo>
                    <a:pt x="105890" y="283893"/>
                  </a:lnTo>
                  <a:lnTo>
                    <a:pt x="95806" y="290306"/>
                  </a:lnTo>
                  <a:lnTo>
                    <a:pt x="86235" y="295163"/>
                  </a:lnTo>
                  <a:lnTo>
                    <a:pt x="57767" y="309607"/>
                  </a:lnTo>
                  <a:lnTo>
                    <a:pt x="71264" y="334692"/>
                  </a:lnTo>
                  <a:lnTo>
                    <a:pt x="82954" y="356419"/>
                  </a:lnTo>
                  <a:lnTo>
                    <a:pt x="80554" y="365447"/>
                  </a:lnTo>
                  <a:lnTo>
                    <a:pt x="78156" y="374466"/>
                  </a:lnTo>
                  <a:lnTo>
                    <a:pt x="77343" y="377525"/>
                  </a:lnTo>
                  <a:lnTo>
                    <a:pt x="75753" y="383506"/>
                  </a:lnTo>
                  <a:lnTo>
                    <a:pt x="69813" y="405851"/>
                  </a:lnTo>
                  <a:lnTo>
                    <a:pt x="65496" y="422091"/>
                  </a:lnTo>
                  <a:lnTo>
                    <a:pt x="63622" y="425405"/>
                  </a:lnTo>
                  <a:lnTo>
                    <a:pt x="55273" y="440168"/>
                  </a:lnTo>
                  <a:lnTo>
                    <a:pt x="54062" y="442310"/>
                  </a:lnTo>
                  <a:lnTo>
                    <a:pt x="48450" y="452234"/>
                  </a:lnTo>
                  <a:lnTo>
                    <a:pt x="48137" y="452788"/>
                  </a:lnTo>
                  <a:lnTo>
                    <a:pt x="45258" y="457879"/>
                  </a:lnTo>
                  <a:lnTo>
                    <a:pt x="43289" y="461360"/>
                  </a:lnTo>
                  <a:lnTo>
                    <a:pt x="41982" y="463672"/>
                  </a:lnTo>
                  <a:lnTo>
                    <a:pt x="44387" y="471708"/>
                  </a:lnTo>
                  <a:lnTo>
                    <a:pt x="47964" y="483659"/>
                  </a:lnTo>
                  <a:lnTo>
                    <a:pt x="39993" y="489684"/>
                  </a:lnTo>
                  <a:lnTo>
                    <a:pt x="37766" y="496623"/>
                  </a:lnTo>
                  <a:lnTo>
                    <a:pt x="32772" y="504970"/>
                  </a:lnTo>
                  <a:lnTo>
                    <a:pt x="31319" y="511792"/>
                  </a:lnTo>
                  <a:lnTo>
                    <a:pt x="32116" y="515379"/>
                  </a:lnTo>
                  <a:lnTo>
                    <a:pt x="39011" y="514778"/>
                  </a:lnTo>
                  <a:lnTo>
                    <a:pt x="40181" y="514676"/>
                  </a:lnTo>
                  <a:lnTo>
                    <a:pt x="42478" y="529235"/>
                  </a:lnTo>
                  <a:lnTo>
                    <a:pt x="41500" y="529403"/>
                  </a:lnTo>
                  <a:lnTo>
                    <a:pt x="38486" y="530068"/>
                  </a:lnTo>
                  <a:lnTo>
                    <a:pt x="38228" y="530111"/>
                  </a:lnTo>
                  <a:lnTo>
                    <a:pt x="37612" y="530430"/>
                  </a:lnTo>
                  <a:lnTo>
                    <a:pt x="37466" y="530517"/>
                  </a:lnTo>
                  <a:lnTo>
                    <a:pt x="36083" y="531204"/>
                  </a:lnTo>
                  <a:lnTo>
                    <a:pt x="35761" y="531331"/>
                  </a:lnTo>
                  <a:lnTo>
                    <a:pt x="35927" y="531694"/>
                  </a:lnTo>
                  <a:lnTo>
                    <a:pt x="35775" y="532006"/>
                  </a:lnTo>
                  <a:lnTo>
                    <a:pt x="35746" y="532145"/>
                  </a:lnTo>
                  <a:lnTo>
                    <a:pt x="35430" y="532696"/>
                  </a:lnTo>
                  <a:lnTo>
                    <a:pt x="35452" y="532989"/>
                  </a:lnTo>
                  <a:lnTo>
                    <a:pt x="35527" y="533254"/>
                  </a:lnTo>
                  <a:lnTo>
                    <a:pt x="35480" y="533391"/>
                  </a:lnTo>
                  <a:lnTo>
                    <a:pt x="35333" y="534181"/>
                  </a:lnTo>
                  <a:lnTo>
                    <a:pt x="35172" y="534273"/>
                  </a:lnTo>
                  <a:lnTo>
                    <a:pt x="34929" y="534534"/>
                  </a:lnTo>
                  <a:lnTo>
                    <a:pt x="34634" y="534618"/>
                  </a:lnTo>
                  <a:lnTo>
                    <a:pt x="34322" y="534247"/>
                  </a:lnTo>
                  <a:lnTo>
                    <a:pt x="34318" y="534109"/>
                  </a:lnTo>
                  <a:lnTo>
                    <a:pt x="34277" y="533903"/>
                  </a:lnTo>
                  <a:lnTo>
                    <a:pt x="32642" y="535994"/>
                  </a:lnTo>
                  <a:lnTo>
                    <a:pt x="32497" y="536179"/>
                  </a:lnTo>
                  <a:lnTo>
                    <a:pt x="32276" y="536462"/>
                  </a:lnTo>
                  <a:lnTo>
                    <a:pt x="31966" y="536522"/>
                  </a:lnTo>
                  <a:lnTo>
                    <a:pt x="31630" y="536588"/>
                  </a:lnTo>
                  <a:lnTo>
                    <a:pt x="31221" y="536401"/>
                  </a:lnTo>
                  <a:lnTo>
                    <a:pt x="30862" y="536503"/>
                  </a:lnTo>
                  <a:lnTo>
                    <a:pt x="30522" y="536280"/>
                  </a:lnTo>
                  <a:lnTo>
                    <a:pt x="30217" y="536186"/>
                  </a:lnTo>
                  <a:lnTo>
                    <a:pt x="29959" y="536280"/>
                  </a:lnTo>
                  <a:lnTo>
                    <a:pt x="28834" y="536749"/>
                  </a:lnTo>
                  <a:lnTo>
                    <a:pt x="28517" y="537053"/>
                  </a:lnTo>
                  <a:lnTo>
                    <a:pt x="28294" y="537100"/>
                  </a:lnTo>
                  <a:lnTo>
                    <a:pt x="27861" y="537370"/>
                  </a:lnTo>
                  <a:lnTo>
                    <a:pt x="27872" y="537651"/>
                  </a:lnTo>
                  <a:lnTo>
                    <a:pt x="27943" y="537792"/>
                  </a:lnTo>
                  <a:lnTo>
                    <a:pt x="27732" y="538050"/>
                  </a:lnTo>
                  <a:lnTo>
                    <a:pt x="27755" y="539011"/>
                  </a:lnTo>
                  <a:lnTo>
                    <a:pt x="28025" y="539644"/>
                  </a:lnTo>
                  <a:lnTo>
                    <a:pt x="28154" y="539714"/>
                  </a:lnTo>
                  <a:lnTo>
                    <a:pt x="28042" y="540116"/>
                  </a:lnTo>
                  <a:lnTo>
                    <a:pt x="27574" y="541707"/>
                  </a:lnTo>
                  <a:lnTo>
                    <a:pt x="27286" y="542035"/>
                  </a:lnTo>
                  <a:lnTo>
                    <a:pt x="26970" y="542223"/>
                  </a:lnTo>
                  <a:lnTo>
                    <a:pt x="25915" y="542364"/>
                  </a:lnTo>
                  <a:lnTo>
                    <a:pt x="25903" y="542106"/>
                  </a:lnTo>
                  <a:lnTo>
                    <a:pt x="24590" y="542106"/>
                  </a:lnTo>
                  <a:lnTo>
                    <a:pt x="24508" y="542270"/>
                  </a:lnTo>
                  <a:lnTo>
                    <a:pt x="24177" y="542179"/>
                  </a:lnTo>
                  <a:lnTo>
                    <a:pt x="23852" y="542317"/>
                  </a:lnTo>
                  <a:lnTo>
                    <a:pt x="23558" y="542340"/>
                  </a:lnTo>
                  <a:lnTo>
                    <a:pt x="22900" y="541697"/>
                  </a:lnTo>
                  <a:lnTo>
                    <a:pt x="22480" y="542141"/>
                  </a:lnTo>
                  <a:lnTo>
                    <a:pt x="20898" y="541982"/>
                  </a:lnTo>
                  <a:lnTo>
                    <a:pt x="20586" y="541926"/>
                  </a:lnTo>
                  <a:lnTo>
                    <a:pt x="19655" y="541819"/>
                  </a:lnTo>
                  <a:lnTo>
                    <a:pt x="19124" y="542398"/>
                  </a:lnTo>
                  <a:lnTo>
                    <a:pt x="18902" y="542494"/>
                  </a:lnTo>
                  <a:lnTo>
                    <a:pt x="18744" y="542409"/>
                  </a:lnTo>
                  <a:lnTo>
                    <a:pt x="18554" y="542387"/>
                  </a:lnTo>
                  <a:lnTo>
                    <a:pt x="18185" y="542445"/>
                  </a:lnTo>
                  <a:lnTo>
                    <a:pt x="18005" y="542306"/>
                  </a:lnTo>
                  <a:lnTo>
                    <a:pt x="18303" y="545353"/>
                  </a:lnTo>
                  <a:lnTo>
                    <a:pt x="17883" y="546447"/>
                  </a:lnTo>
                  <a:lnTo>
                    <a:pt x="17312" y="547936"/>
                  </a:lnTo>
                  <a:lnTo>
                    <a:pt x="17287" y="548158"/>
                  </a:lnTo>
                  <a:lnTo>
                    <a:pt x="17324" y="548306"/>
                  </a:lnTo>
                  <a:lnTo>
                    <a:pt x="19227" y="551977"/>
                  </a:lnTo>
                  <a:lnTo>
                    <a:pt x="18554" y="553130"/>
                  </a:lnTo>
                  <a:lnTo>
                    <a:pt x="18435" y="553453"/>
                  </a:lnTo>
                  <a:lnTo>
                    <a:pt x="17969" y="554725"/>
                  </a:lnTo>
                  <a:lnTo>
                    <a:pt x="17800" y="555191"/>
                  </a:lnTo>
                  <a:lnTo>
                    <a:pt x="17708" y="555444"/>
                  </a:lnTo>
                  <a:lnTo>
                    <a:pt x="17556" y="555864"/>
                  </a:lnTo>
                  <a:lnTo>
                    <a:pt x="17683" y="556488"/>
                  </a:lnTo>
                  <a:lnTo>
                    <a:pt x="17550" y="556692"/>
                  </a:lnTo>
                  <a:lnTo>
                    <a:pt x="17454" y="556990"/>
                  </a:lnTo>
                  <a:lnTo>
                    <a:pt x="17416" y="557168"/>
                  </a:lnTo>
                  <a:lnTo>
                    <a:pt x="17306" y="557419"/>
                  </a:lnTo>
                  <a:lnTo>
                    <a:pt x="17163" y="557503"/>
                  </a:lnTo>
                  <a:lnTo>
                    <a:pt x="16980" y="557597"/>
                  </a:lnTo>
                  <a:lnTo>
                    <a:pt x="16757" y="557667"/>
                  </a:lnTo>
                  <a:lnTo>
                    <a:pt x="16507" y="557855"/>
                  </a:lnTo>
                  <a:lnTo>
                    <a:pt x="16389" y="557989"/>
                  </a:lnTo>
                  <a:lnTo>
                    <a:pt x="14828" y="559939"/>
                  </a:lnTo>
                  <a:lnTo>
                    <a:pt x="14399" y="560096"/>
                  </a:lnTo>
                  <a:lnTo>
                    <a:pt x="14209" y="560143"/>
                  </a:lnTo>
                  <a:lnTo>
                    <a:pt x="13883" y="560216"/>
                  </a:lnTo>
                  <a:lnTo>
                    <a:pt x="13513" y="560230"/>
                  </a:lnTo>
                  <a:lnTo>
                    <a:pt x="13302" y="560124"/>
                  </a:lnTo>
                  <a:lnTo>
                    <a:pt x="13025" y="559993"/>
                  </a:lnTo>
                  <a:lnTo>
                    <a:pt x="12828" y="559867"/>
                  </a:lnTo>
                  <a:lnTo>
                    <a:pt x="12704" y="559648"/>
                  </a:lnTo>
                  <a:lnTo>
                    <a:pt x="12610" y="559400"/>
                  </a:lnTo>
                  <a:lnTo>
                    <a:pt x="12469" y="559215"/>
                  </a:lnTo>
                  <a:lnTo>
                    <a:pt x="12209" y="559107"/>
                  </a:lnTo>
                  <a:lnTo>
                    <a:pt x="11940" y="559053"/>
                  </a:lnTo>
                  <a:lnTo>
                    <a:pt x="11670" y="559184"/>
                  </a:lnTo>
                  <a:lnTo>
                    <a:pt x="11468" y="559187"/>
                  </a:lnTo>
                  <a:lnTo>
                    <a:pt x="11241" y="558919"/>
                  </a:lnTo>
                  <a:lnTo>
                    <a:pt x="10880" y="558617"/>
                  </a:lnTo>
                  <a:lnTo>
                    <a:pt x="10561" y="558359"/>
                  </a:lnTo>
                  <a:lnTo>
                    <a:pt x="10369" y="558256"/>
                  </a:lnTo>
                  <a:lnTo>
                    <a:pt x="10134" y="558307"/>
                  </a:lnTo>
                  <a:lnTo>
                    <a:pt x="9956" y="558493"/>
                  </a:lnTo>
                  <a:lnTo>
                    <a:pt x="9818" y="558657"/>
                  </a:lnTo>
                  <a:lnTo>
                    <a:pt x="9532" y="558898"/>
                  </a:lnTo>
                  <a:lnTo>
                    <a:pt x="9246" y="559135"/>
                  </a:lnTo>
                  <a:lnTo>
                    <a:pt x="8979" y="559445"/>
                  </a:lnTo>
                  <a:lnTo>
                    <a:pt x="8674" y="559602"/>
                  </a:lnTo>
                  <a:lnTo>
                    <a:pt x="8435" y="559841"/>
                  </a:lnTo>
                  <a:lnTo>
                    <a:pt x="8217" y="559998"/>
                  </a:lnTo>
                  <a:lnTo>
                    <a:pt x="8114" y="560192"/>
                  </a:lnTo>
                  <a:lnTo>
                    <a:pt x="8048" y="560382"/>
                  </a:lnTo>
                  <a:lnTo>
                    <a:pt x="7952" y="560626"/>
                  </a:lnTo>
                  <a:lnTo>
                    <a:pt x="7910" y="560802"/>
                  </a:lnTo>
                  <a:lnTo>
                    <a:pt x="7924" y="561065"/>
                  </a:lnTo>
                  <a:lnTo>
                    <a:pt x="7961" y="561311"/>
                  </a:lnTo>
                  <a:lnTo>
                    <a:pt x="7799" y="561454"/>
                  </a:lnTo>
                  <a:lnTo>
                    <a:pt x="7553" y="561644"/>
                  </a:lnTo>
                  <a:lnTo>
                    <a:pt x="7314" y="561909"/>
                  </a:lnTo>
                  <a:lnTo>
                    <a:pt x="7033" y="562131"/>
                  </a:lnTo>
                  <a:lnTo>
                    <a:pt x="6758" y="562361"/>
                  </a:lnTo>
                  <a:lnTo>
                    <a:pt x="4890" y="562533"/>
                  </a:lnTo>
                  <a:lnTo>
                    <a:pt x="4990" y="563067"/>
                  </a:lnTo>
                  <a:lnTo>
                    <a:pt x="5324" y="564836"/>
                  </a:lnTo>
                  <a:lnTo>
                    <a:pt x="5350" y="564978"/>
                  </a:lnTo>
                  <a:lnTo>
                    <a:pt x="5716" y="565673"/>
                  </a:lnTo>
                  <a:lnTo>
                    <a:pt x="6050" y="566308"/>
                  </a:lnTo>
                  <a:lnTo>
                    <a:pt x="6334" y="566846"/>
                  </a:lnTo>
                  <a:lnTo>
                    <a:pt x="6422" y="567014"/>
                  </a:lnTo>
                  <a:lnTo>
                    <a:pt x="6570" y="567296"/>
                  </a:lnTo>
                  <a:lnTo>
                    <a:pt x="6679" y="567909"/>
                  </a:lnTo>
                  <a:lnTo>
                    <a:pt x="6807" y="568633"/>
                  </a:lnTo>
                  <a:lnTo>
                    <a:pt x="6672" y="568879"/>
                  </a:lnTo>
                  <a:lnTo>
                    <a:pt x="6325" y="569512"/>
                  </a:lnTo>
                  <a:lnTo>
                    <a:pt x="6550" y="569922"/>
                  </a:lnTo>
                  <a:lnTo>
                    <a:pt x="6689" y="569915"/>
                  </a:lnTo>
                  <a:lnTo>
                    <a:pt x="7288" y="570532"/>
                  </a:lnTo>
                  <a:lnTo>
                    <a:pt x="7375" y="570761"/>
                  </a:lnTo>
                  <a:lnTo>
                    <a:pt x="7764" y="571780"/>
                  </a:lnTo>
                  <a:lnTo>
                    <a:pt x="7602" y="572498"/>
                  </a:lnTo>
                  <a:lnTo>
                    <a:pt x="7360" y="572942"/>
                  </a:lnTo>
                  <a:lnTo>
                    <a:pt x="7119" y="573753"/>
                  </a:lnTo>
                  <a:lnTo>
                    <a:pt x="6100" y="575254"/>
                  </a:lnTo>
                  <a:lnTo>
                    <a:pt x="5369" y="575811"/>
                  </a:lnTo>
                  <a:lnTo>
                    <a:pt x="3833" y="577414"/>
                  </a:lnTo>
                  <a:lnTo>
                    <a:pt x="3671" y="577408"/>
                  </a:lnTo>
                  <a:lnTo>
                    <a:pt x="3329" y="577363"/>
                  </a:lnTo>
                  <a:lnTo>
                    <a:pt x="2822" y="577326"/>
                  </a:lnTo>
                  <a:lnTo>
                    <a:pt x="2234" y="577225"/>
                  </a:lnTo>
                  <a:lnTo>
                    <a:pt x="2093" y="577248"/>
                  </a:lnTo>
                  <a:lnTo>
                    <a:pt x="1678" y="577581"/>
                  </a:lnTo>
                  <a:lnTo>
                    <a:pt x="1624" y="577712"/>
                  </a:lnTo>
                  <a:lnTo>
                    <a:pt x="1472" y="577952"/>
                  </a:lnTo>
                  <a:lnTo>
                    <a:pt x="1230" y="578156"/>
                  </a:lnTo>
                  <a:lnTo>
                    <a:pt x="1029" y="578392"/>
                  </a:lnTo>
                  <a:lnTo>
                    <a:pt x="797" y="578549"/>
                  </a:lnTo>
                  <a:lnTo>
                    <a:pt x="14" y="578941"/>
                  </a:lnTo>
                  <a:lnTo>
                    <a:pt x="0" y="579122"/>
                  </a:lnTo>
                  <a:lnTo>
                    <a:pt x="1033" y="580003"/>
                  </a:lnTo>
                  <a:lnTo>
                    <a:pt x="1265" y="580209"/>
                  </a:lnTo>
                  <a:lnTo>
                    <a:pt x="1376" y="580380"/>
                  </a:lnTo>
                  <a:lnTo>
                    <a:pt x="1547" y="580756"/>
                  </a:lnTo>
                  <a:lnTo>
                    <a:pt x="1462" y="581290"/>
                  </a:lnTo>
                  <a:lnTo>
                    <a:pt x="1460" y="581811"/>
                  </a:lnTo>
                  <a:lnTo>
                    <a:pt x="1411" y="581977"/>
                  </a:lnTo>
                  <a:lnTo>
                    <a:pt x="1718" y="582641"/>
                  </a:lnTo>
                  <a:lnTo>
                    <a:pt x="1826" y="582920"/>
                  </a:lnTo>
                  <a:lnTo>
                    <a:pt x="1938" y="583133"/>
                  </a:lnTo>
                  <a:lnTo>
                    <a:pt x="1955" y="583271"/>
                  </a:lnTo>
                  <a:lnTo>
                    <a:pt x="1870" y="583658"/>
                  </a:lnTo>
                  <a:lnTo>
                    <a:pt x="1877" y="583806"/>
                  </a:lnTo>
                  <a:lnTo>
                    <a:pt x="1910" y="583982"/>
                  </a:lnTo>
                  <a:lnTo>
                    <a:pt x="1922" y="584195"/>
                  </a:lnTo>
                  <a:lnTo>
                    <a:pt x="2215" y="584727"/>
                  </a:lnTo>
                  <a:lnTo>
                    <a:pt x="2471" y="584840"/>
                  </a:lnTo>
                  <a:lnTo>
                    <a:pt x="2646" y="584948"/>
                  </a:lnTo>
                  <a:lnTo>
                    <a:pt x="2336" y="585905"/>
                  </a:lnTo>
                  <a:lnTo>
                    <a:pt x="2560" y="586068"/>
                  </a:lnTo>
                  <a:lnTo>
                    <a:pt x="2916" y="586295"/>
                  </a:lnTo>
                  <a:lnTo>
                    <a:pt x="3085" y="586469"/>
                  </a:lnTo>
                  <a:lnTo>
                    <a:pt x="3167" y="586605"/>
                  </a:lnTo>
                  <a:lnTo>
                    <a:pt x="3244" y="586816"/>
                  </a:lnTo>
                  <a:lnTo>
                    <a:pt x="3280" y="587041"/>
                  </a:lnTo>
                  <a:lnTo>
                    <a:pt x="3284" y="587292"/>
                  </a:lnTo>
                  <a:lnTo>
                    <a:pt x="3413" y="587413"/>
                  </a:lnTo>
                  <a:lnTo>
                    <a:pt x="3641" y="587542"/>
                  </a:lnTo>
                  <a:lnTo>
                    <a:pt x="3659" y="587739"/>
                  </a:lnTo>
                  <a:lnTo>
                    <a:pt x="3573" y="588049"/>
                  </a:lnTo>
                  <a:lnTo>
                    <a:pt x="3530" y="588332"/>
                  </a:lnTo>
                  <a:lnTo>
                    <a:pt x="3526" y="588597"/>
                  </a:lnTo>
                  <a:lnTo>
                    <a:pt x="3444" y="588862"/>
                  </a:lnTo>
                  <a:lnTo>
                    <a:pt x="3439" y="589130"/>
                  </a:lnTo>
                  <a:lnTo>
                    <a:pt x="3535" y="589369"/>
                  </a:lnTo>
                  <a:lnTo>
                    <a:pt x="3685" y="589594"/>
                  </a:lnTo>
                  <a:lnTo>
                    <a:pt x="3842" y="589761"/>
                  </a:lnTo>
                  <a:lnTo>
                    <a:pt x="5635" y="590254"/>
                  </a:lnTo>
                  <a:lnTo>
                    <a:pt x="5924" y="590494"/>
                  </a:lnTo>
                  <a:lnTo>
                    <a:pt x="5922" y="590738"/>
                  </a:lnTo>
                  <a:lnTo>
                    <a:pt x="5887" y="591155"/>
                  </a:lnTo>
                  <a:lnTo>
                    <a:pt x="5865" y="591516"/>
                  </a:lnTo>
                  <a:lnTo>
                    <a:pt x="5884" y="591739"/>
                  </a:lnTo>
                  <a:lnTo>
                    <a:pt x="5971" y="592046"/>
                  </a:lnTo>
                  <a:lnTo>
                    <a:pt x="6032" y="592306"/>
                  </a:lnTo>
                  <a:lnTo>
                    <a:pt x="6114" y="592742"/>
                  </a:lnTo>
                  <a:lnTo>
                    <a:pt x="6154" y="593031"/>
                  </a:lnTo>
                  <a:lnTo>
                    <a:pt x="6182" y="593188"/>
                  </a:lnTo>
                  <a:lnTo>
                    <a:pt x="6304" y="593335"/>
                  </a:lnTo>
                  <a:lnTo>
                    <a:pt x="6360" y="593471"/>
                  </a:lnTo>
                  <a:lnTo>
                    <a:pt x="6538" y="593617"/>
                  </a:lnTo>
                  <a:lnTo>
                    <a:pt x="6829" y="593786"/>
                  </a:lnTo>
                  <a:lnTo>
                    <a:pt x="7106" y="593980"/>
                  </a:lnTo>
                  <a:lnTo>
                    <a:pt x="7237" y="594269"/>
                  </a:lnTo>
                  <a:lnTo>
                    <a:pt x="7134" y="594526"/>
                  </a:lnTo>
                  <a:lnTo>
                    <a:pt x="7074" y="594757"/>
                  </a:lnTo>
                  <a:lnTo>
                    <a:pt x="7038" y="595063"/>
                  </a:lnTo>
                  <a:lnTo>
                    <a:pt x="7035" y="595382"/>
                  </a:lnTo>
                  <a:lnTo>
                    <a:pt x="7099" y="595567"/>
                  </a:lnTo>
                  <a:lnTo>
                    <a:pt x="7129" y="595792"/>
                  </a:lnTo>
                  <a:lnTo>
                    <a:pt x="6897" y="597644"/>
                  </a:lnTo>
                  <a:lnTo>
                    <a:pt x="7873" y="600283"/>
                  </a:lnTo>
                  <a:lnTo>
                    <a:pt x="7992" y="600514"/>
                  </a:lnTo>
                  <a:lnTo>
                    <a:pt x="7853" y="601694"/>
                  </a:lnTo>
                  <a:lnTo>
                    <a:pt x="7671" y="601993"/>
                  </a:lnTo>
                  <a:lnTo>
                    <a:pt x="7347" y="602436"/>
                  </a:lnTo>
                  <a:lnTo>
                    <a:pt x="7174" y="602671"/>
                  </a:lnTo>
                  <a:lnTo>
                    <a:pt x="6932" y="602762"/>
                  </a:lnTo>
                  <a:lnTo>
                    <a:pt x="6791" y="602826"/>
                  </a:lnTo>
                  <a:lnTo>
                    <a:pt x="6573" y="603161"/>
                  </a:lnTo>
                  <a:lnTo>
                    <a:pt x="6534" y="603308"/>
                  </a:lnTo>
                  <a:lnTo>
                    <a:pt x="6480" y="603459"/>
                  </a:lnTo>
                  <a:lnTo>
                    <a:pt x="6400" y="603602"/>
                  </a:lnTo>
                  <a:lnTo>
                    <a:pt x="6266" y="603782"/>
                  </a:lnTo>
                  <a:lnTo>
                    <a:pt x="6032" y="604045"/>
                  </a:lnTo>
                  <a:lnTo>
                    <a:pt x="5894" y="604106"/>
                  </a:lnTo>
                  <a:lnTo>
                    <a:pt x="5394" y="604124"/>
                  </a:lnTo>
                  <a:lnTo>
                    <a:pt x="5232" y="604155"/>
                  </a:lnTo>
                  <a:lnTo>
                    <a:pt x="5042" y="604164"/>
                  </a:lnTo>
                  <a:lnTo>
                    <a:pt x="4853" y="604249"/>
                  </a:lnTo>
                  <a:lnTo>
                    <a:pt x="4665" y="604343"/>
                  </a:lnTo>
                  <a:lnTo>
                    <a:pt x="4419" y="604497"/>
                  </a:lnTo>
                  <a:lnTo>
                    <a:pt x="4011" y="604946"/>
                  </a:lnTo>
                  <a:lnTo>
                    <a:pt x="4009" y="605192"/>
                  </a:lnTo>
                  <a:lnTo>
                    <a:pt x="4067" y="605384"/>
                  </a:lnTo>
                  <a:lnTo>
                    <a:pt x="4142" y="605586"/>
                  </a:lnTo>
                  <a:lnTo>
                    <a:pt x="4184" y="605843"/>
                  </a:lnTo>
                  <a:lnTo>
                    <a:pt x="4128" y="606177"/>
                  </a:lnTo>
                  <a:lnTo>
                    <a:pt x="3926" y="606280"/>
                  </a:lnTo>
                  <a:lnTo>
                    <a:pt x="3652" y="606420"/>
                  </a:lnTo>
                  <a:lnTo>
                    <a:pt x="3453" y="606538"/>
                  </a:lnTo>
                  <a:lnTo>
                    <a:pt x="3050" y="606835"/>
                  </a:lnTo>
                  <a:lnTo>
                    <a:pt x="2993" y="607060"/>
                  </a:lnTo>
                  <a:lnTo>
                    <a:pt x="2975" y="607213"/>
                  </a:lnTo>
                  <a:lnTo>
                    <a:pt x="2440" y="607855"/>
                  </a:lnTo>
                  <a:lnTo>
                    <a:pt x="2597" y="608220"/>
                  </a:lnTo>
                  <a:lnTo>
                    <a:pt x="2609" y="608352"/>
                  </a:lnTo>
                  <a:lnTo>
                    <a:pt x="2532" y="608619"/>
                  </a:lnTo>
                  <a:lnTo>
                    <a:pt x="2607" y="609006"/>
                  </a:lnTo>
                  <a:lnTo>
                    <a:pt x="2705" y="609160"/>
                  </a:lnTo>
                  <a:lnTo>
                    <a:pt x="2750" y="609456"/>
                  </a:lnTo>
                  <a:lnTo>
                    <a:pt x="2881" y="609601"/>
                  </a:lnTo>
                  <a:lnTo>
                    <a:pt x="3026" y="609735"/>
                  </a:lnTo>
                  <a:lnTo>
                    <a:pt x="3195" y="609918"/>
                  </a:lnTo>
                  <a:lnTo>
                    <a:pt x="3413" y="610103"/>
                  </a:lnTo>
                  <a:lnTo>
                    <a:pt x="3575" y="610243"/>
                  </a:lnTo>
                  <a:lnTo>
                    <a:pt x="3791" y="610440"/>
                  </a:lnTo>
                  <a:lnTo>
                    <a:pt x="3929" y="610605"/>
                  </a:lnTo>
                  <a:lnTo>
                    <a:pt x="4210" y="610773"/>
                  </a:lnTo>
                  <a:lnTo>
                    <a:pt x="4510" y="610951"/>
                  </a:lnTo>
                  <a:lnTo>
                    <a:pt x="4733" y="611109"/>
                  </a:lnTo>
                  <a:lnTo>
                    <a:pt x="4993" y="611322"/>
                  </a:lnTo>
                  <a:lnTo>
                    <a:pt x="5718" y="611960"/>
                  </a:lnTo>
                  <a:lnTo>
                    <a:pt x="5729" y="611711"/>
                  </a:lnTo>
                  <a:lnTo>
                    <a:pt x="5781" y="611287"/>
                  </a:lnTo>
                  <a:lnTo>
                    <a:pt x="5779" y="611062"/>
                  </a:lnTo>
                  <a:lnTo>
                    <a:pt x="5729" y="610912"/>
                  </a:lnTo>
                  <a:lnTo>
                    <a:pt x="5755" y="610605"/>
                  </a:lnTo>
                  <a:lnTo>
                    <a:pt x="5816" y="610349"/>
                  </a:lnTo>
                  <a:lnTo>
                    <a:pt x="5865" y="610192"/>
                  </a:lnTo>
                  <a:lnTo>
                    <a:pt x="5971" y="610007"/>
                  </a:lnTo>
                  <a:lnTo>
                    <a:pt x="6062" y="609803"/>
                  </a:lnTo>
                  <a:lnTo>
                    <a:pt x="6175" y="609594"/>
                  </a:lnTo>
                  <a:lnTo>
                    <a:pt x="6449" y="609172"/>
                  </a:lnTo>
                  <a:lnTo>
                    <a:pt x="6599" y="608935"/>
                  </a:lnTo>
                  <a:lnTo>
                    <a:pt x="6735" y="608771"/>
                  </a:lnTo>
                  <a:lnTo>
                    <a:pt x="6883" y="608727"/>
                  </a:lnTo>
                  <a:lnTo>
                    <a:pt x="7108" y="608614"/>
                  </a:lnTo>
                  <a:lnTo>
                    <a:pt x="7368" y="608516"/>
                  </a:lnTo>
                  <a:lnTo>
                    <a:pt x="7649" y="608401"/>
                  </a:lnTo>
                  <a:lnTo>
                    <a:pt x="7832" y="608335"/>
                  </a:lnTo>
                  <a:lnTo>
                    <a:pt x="8006" y="608251"/>
                  </a:lnTo>
                  <a:lnTo>
                    <a:pt x="8193" y="608201"/>
                  </a:lnTo>
                  <a:lnTo>
                    <a:pt x="8313" y="607876"/>
                  </a:lnTo>
                  <a:lnTo>
                    <a:pt x="8515" y="607775"/>
                  </a:lnTo>
                  <a:lnTo>
                    <a:pt x="8662" y="607690"/>
                  </a:lnTo>
                  <a:lnTo>
                    <a:pt x="8897" y="607543"/>
                  </a:lnTo>
                  <a:lnTo>
                    <a:pt x="9056" y="607372"/>
                  </a:lnTo>
                  <a:lnTo>
                    <a:pt x="9279" y="607083"/>
                  </a:lnTo>
                  <a:lnTo>
                    <a:pt x="9759" y="606502"/>
                  </a:lnTo>
                  <a:lnTo>
                    <a:pt x="9710" y="606190"/>
                  </a:lnTo>
                  <a:lnTo>
                    <a:pt x="9654" y="605984"/>
                  </a:lnTo>
                  <a:lnTo>
                    <a:pt x="9574" y="605620"/>
                  </a:lnTo>
                  <a:lnTo>
                    <a:pt x="9408" y="605008"/>
                  </a:lnTo>
                  <a:lnTo>
                    <a:pt x="9258" y="604469"/>
                  </a:lnTo>
                  <a:lnTo>
                    <a:pt x="9281" y="604286"/>
                  </a:lnTo>
                  <a:lnTo>
                    <a:pt x="9377" y="604115"/>
                  </a:lnTo>
                  <a:lnTo>
                    <a:pt x="9605" y="603841"/>
                  </a:lnTo>
                  <a:lnTo>
                    <a:pt x="9790" y="603698"/>
                  </a:lnTo>
                  <a:lnTo>
                    <a:pt x="9987" y="603541"/>
                  </a:lnTo>
                  <a:lnTo>
                    <a:pt x="10078" y="603349"/>
                  </a:lnTo>
                  <a:lnTo>
                    <a:pt x="10289" y="602849"/>
                  </a:lnTo>
                  <a:lnTo>
                    <a:pt x="10460" y="602594"/>
                  </a:lnTo>
                  <a:lnTo>
                    <a:pt x="10601" y="602352"/>
                  </a:lnTo>
                  <a:lnTo>
                    <a:pt x="10732" y="602129"/>
                  </a:lnTo>
                  <a:lnTo>
                    <a:pt x="10910" y="601860"/>
                  </a:lnTo>
                  <a:lnTo>
                    <a:pt x="17098" y="595598"/>
                  </a:lnTo>
                  <a:lnTo>
                    <a:pt x="17339" y="595621"/>
                  </a:lnTo>
                  <a:lnTo>
                    <a:pt x="17784" y="595649"/>
                  </a:lnTo>
                  <a:lnTo>
                    <a:pt x="18021" y="595654"/>
                  </a:lnTo>
                  <a:lnTo>
                    <a:pt x="18192" y="595530"/>
                  </a:lnTo>
                  <a:lnTo>
                    <a:pt x="18281" y="595370"/>
                  </a:lnTo>
                  <a:lnTo>
                    <a:pt x="18342" y="595171"/>
                  </a:lnTo>
                  <a:lnTo>
                    <a:pt x="18328" y="594923"/>
                  </a:lnTo>
                  <a:lnTo>
                    <a:pt x="18300" y="594634"/>
                  </a:lnTo>
                  <a:lnTo>
                    <a:pt x="18296" y="594365"/>
                  </a:lnTo>
                  <a:lnTo>
                    <a:pt x="18300" y="594226"/>
                  </a:lnTo>
                  <a:lnTo>
                    <a:pt x="18563" y="593912"/>
                  </a:lnTo>
                  <a:lnTo>
                    <a:pt x="18912" y="593706"/>
                  </a:lnTo>
                  <a:lnTo>
                    <a:pt x="19048" y="593558"/>
                  </a:lnTo>
                  <a:lnTo>
                    <a:pt x="19477" y="593251"/>
                  </a:lnTo>
                  <a:lnTo>
                    <a:pt x="19784" y="593040"/>
                  </a:lnTo>
                  <a:lnTo>
                    <a:pt x="20077" y="592885"/>
                  </a:lnTo>
                  <a:lnTo>
                    <a:pt x="20284" y="592763"/>
                  </a:lnTo>
                  <a:lnTo>
                    <a:pt x="20462" y="592583"/>
                  </a:lnTo>
                  <a:lnTo>
                    <a:pt x="20525" y="592416"/>
                  </a:lnTo>
                  <a:lnTo>
                    <a:pt x="20577" y="592189"/>
                  </a:lnTo>
                  <a:lnTo>
                    <a:pt x="20701" y="591877"/>
                  </a:lnTo>
                  <a:lnTo>
                    <a:pt x="20788" y="591695"/>
                  </a:lnTo>
                  <a:lnTo>
                    <a:pt x="21515" y="590699"/>
                  </a:lnTo>
                  <a:lnTo>
                    <a:pt x="21880" y="589891"/>
                  </a:lnTo>
                  <a:lnTo>
                    <a:pt x="22010" y="589591"/>
                  </a:lnTo>
                  <a:lnTo>
                    <a:pt x="22737" y="587928"/>
                  </a:lnTo>
                  <a:lnTo>
                    <a:pt x="23264" y="587984"/>
                  </a:lnTo>
                  <a:lnTo>
                    <a:pt x="24102" y="588073"/>
                  </a:lnTo>
                  <a:lnTo>
                    <a:pt x="25176" y="588185"/>
                  </a:lnTo>
                  <a:lnTo>
                    <a:pt x="25712" y="588243"/>
                  </a:lnTo>
                  <a:lnTo>
                    <a:pt x="26172" y="588289"/>
                  </a:lnTo>
                  <a:lnTo>
                    <a:pt x="26877" y="588367"/>
                  </a:lnTo>
                  <a:lnTo>
                    <a:pt x="27602" y="588205"/>
                  </a:lnTo>
                  <a:lnTo>
                    <a:pt x="28472" y="588010"/>
                  </a:lnTo>
                  <a:lnTo>
                    <a:pt x="28672" y="587880"/>
                  </a:lnTo>
                  <a:lnTo>
                    <a:pt x="28679" y="587707"/>
                  </a:lnTo>
                  <a:lnTo>
                    <a:pt x="28687" y="587382"/>
                  </a:lnTo>
                  <a:lnTo>
                    <a:pt x="28706" y="586786"/>
                  </a:lnTo>
                  <a:lnTo>
                    <a:pt x="28740" y="586275"/>
                  </a:lnTo>
                  <a:lnTo>
                    <a:pt x="28890" y="585883"/>
                  </a:lnTo>
                  <a:lnTo>
                    <a:pt x="29002" y="585522"/>
                  </a:lnTo>
                  <a:lnTo>
                    <a:pt x="29026" y="585067"/>
                  </a:lnTo>
                  <a:lnTo>
                    <a:pt x="29031" y="584739"/>
                  </a:lnTo>
                  <a:lnTo>
                    <a:pt x="29031" y="584326"/>
                  </a:lnTo>
                  <a:lnTo>
                    <a:pt x="29281" y="584040"/>
                  </a:lnTo>
                  <a:lnTo>
                    <a:pt x="29009" y="583698"/>
                  </a:lnTo>
                  <a:lnTo>
                    <a:pt x="28773" y="583330"/>
                  </a:lnTo>
                  <a:lnTo>
                    <a:pt x="28730" y="583145"/>
                  </a:lnTo>
                  <a:lnTo>
                    <a:pt x="28749" y="582971"/>
                  </a:lnTo>
                  <a:lnTo>
                    <a:pt x="28632" y="582662"/>
                  </a:lnTo>
                  <a:lnTo>
                    <a:pt x="28473" y="582251"/>
                  </a:lnTo>
                  <a:lnTo>
                    <a:pt x="28367" y="581970"/>
                  </a:lnTo>
                  <a:lnTo>
                    <a:pt x="28322" y="581733"/>
                  </a:lnTo>
                  <a:lnTo>
                    <a:pt x="28365" y="581600"/>
                  </a:lnTo>
                  <a:lnTo>
                    <a:pt x="28423" y="581440"/>
                  </a:lnTo>
                  <a:lnTo>
                    <a:pt x="28632" y="581264"/>
                  </a:lnTo>
                  <a:lnTo>
                    <a:pt x="28827" y="581117"/>
                  </a:lnTo>
                  <a:lnTo>
                    <a:pt x="29141" y="580887"/>
                  </a:lnTo>
                  <a:lnTo>
                    <a:pt x="29373" y="580767"/>
                  </a:lnTo>
                  <a:lnTo>
                    <a:pt x="29635" y="580653"/>
                  </a:lnTo>
                  <a:lnTo>
                    <a:pt x="29984" y="580468"/>
                  </a:lnTo>
                  <a:lnTo>
                    <a:pt x="30048" y="579987"/>
                  </a:lnTo>
                  <a:lnTo>
                    <a:pt x="30025" y="579602"/>
                  </a:lnTo>
                  <a:lnTo>
                    <a:pt x="30046" y="579314"/>
                  </a:lnTo>
                  <a:lnTo>
                    <a:pt x="30322" y="578852"/>
                  </a:lnTo>
                  <a:lnTo>
                    <a:pt x="30268" y="578514"/>
                  </a:lnTo>
                  <a:lnTo>
                    <a:pt x="30312" y="578167"/>
                  </a:lnTo>
                  <a:lnTo>
                    <a:pt x="30350" y="577935"/>
                  </a:lnTo>
                  <a:lnTo>
                    <a:pt x="30493" y="577684"/>
                  </a:lnTo>
                  <a:lnTo>
                    <a:pt x="30629" y="577424"/>
                  </a:lnTo>
                  <a:lnTo>
                    <a:pt x="30791" y="577211"/>
                  </a:lnTo>
                  <a:lnTo>
                    <a:pt x="30920" y="576997"/>
                  </a:lnTo>
                  <a:lnTo>
                    <a:pt x="31035" y="576711"/>
                  </a:lnTo>
                  <a:lnTo>
                    <a:pt x="31056" y="576571"/>
                  </a:lnTo>
                  <a:lnTo>
                    <a:pt x="31220" y="576271"/>
                  </a:lnTo>
                  <a:lnTo>
                    <a:pt x="31361" y="576001"/>
                  </a:lnTo>
                  <a:lnTo>
                    <a:pt x="31534" y="575809"/>
                  </a:lnTo>
                  <a:lnTo>
                    <a:pt x="31762" y="575492"/>
                  </a:lnTo>
                  <a:lnTo>
                    <a:pt x="31919" y="575298"/>
                  </a:lnTo>
                  <a:lnTo>
                    <a:pt x="32097" y="575047"/>
                  </a:lnTo>
                  <a:lnTo>
                    <a:pt x="32111" y="574723"/>
                  </a:lnTo>
                  <a:lnTo>
                    <a:pt x="32076" y="574461"/>
                  </a:lnTo>
                  <a:lnTo>
                    <a:pt x="31998" y="574175"/>
                  </a:lnTo>
                  <a:lnTo>
                    <a:pt x="32097" y="573933"/>
                  </a:lnTo>
                  <a:lnTo>
                    <a:pt x="32066" y="573565"/>
                  </a:lnTo>
                  <a:lnTo>
                    <a:pt x="31991" y="573246"/>
                  </a:lnTo>
                  <a:lnTo>
                    <a:pt x="31944" y="572932"/>
                  </a:lnTo>
                  <a:lnTo>
                    <a:pt x="32057" y="572203"/>
                  </a:lnTo>
                  <a:lnTo>
                    <a:pt x="32050" y="572023"/>
                  </a:lnTo>
                  <a:lnTo>
                    <a:pt x="32170" y="571842"/>
                  </a:lnTo>
                  <a:lnTo>
                    <a:pt x="32313" y="571551"/>
                  </a:lnTo>
                  <a:lnTo>
                    <a:pt x="32329" y="571291"/>
                  </a:lnTo>
                  <a:lnTo>
                    <a:pt x="32294" y="570913"/>
                  </a:lnTo>
                  <a:lnTo>
                    <a:pt x="32445" y="570398"/>
                  </a:lnTo>
                  <a:lnTo>
                    <a:pt x="33012" y="570245"/>
                  </a:lnTo>
                  <a:lnTo>
                    <a:pt x="33482" y="569782"/>
                  </a:lnTo>
                  <a:lnTo>
                    <a:pt x="33351" y="568798"/>
                  </a:lnTo>
                  <a:lnTo>
                    <a:pt x="33528" y="568376"/>
                  </a:lnTo>
                  <a:lnTo>
                    <a:pt x="33649" y="568157"/>
                  </a:lnTo>
                  <a:lnTo>
                    <a:pt x="34544" y="568053"/>
                  </a:lnTo>
                  <a:lnTo>
                    <a:pt x="34854" y="567781"/>
                  </a:lnTo>
                  <a:lnTo>
                    <a:pt x="35083" y="567196"/>
                  </a:lnTo>
                  <a:lnTo>
                    <a:pt x="35165" y="566987"/>
                  </a:lnTo>
                  <a:lnTo>
                    <a:pt x="35510" y="567385"/>
                  </a:lnTo>
                  <a:lnTo>
                    <a:pt x="35834" y="567796"/>
                  </a:lnTo>
                  <a:lnTo>
                    <a:pt x="36150" y="568197"/>
                  </a:lnTo>
                  <a:lnTo>
                    <a:pt x="36584" y="568715"/>
                  </a:lnTo>
                  <a:lnTo>
                    <a:pt x="36746" y="569195"/>
                  </a:lnTo>
                  <a:lnTo>
                    <a:pt x="36931" y="569739"/>
                  </a:lnTo>
                  <a:lnTo>
                    <a:pt x="37194" y="570077"/>
                  </a:lnTo>
                  <a:lnTo>
                    <a:pt x="37623" y="570555"/>
                  </a:lnTo>
                  <a:lnTo>
                    <a:pt x="38131" y="570864"/>
                  </a:lnTo>
                  <a:lnTo>
                    <a:pt x="38366" y="571068"/>
                  </a:lnTo>
                  <a:lnTo>
                    <a:pt x="38748" y="571315"/>
                  </a:lnTo>
                  <a:lnTo>
                    <a:pt x="39093" y="571570"/>
                  </a:lnTo>
                  <a:lnTo>
                    <a:pt x="39238" y="571917"/>
                  </a:lnTo>
                  <a:lnTo>
                    <a:pt x="39369" y="572306"/>
                  </a:lnTo>
                  <a:lnTo>
                    <a:pt x="39454" y="572857"/>
                  </a:lnTo>
                  <a:lnTo>
                    <a:pt x="39548" y="573319"/>
                  </a:lnTo>
                  <a:lnTo>
                    <a:pt x="39590" y="573495"/>
                  </a:lnTo>
                  <a:lnTo>
                    <a:pt x="39618" y="573668"/>
                  </a:lnTo>
                  <a:lnTo>
                    <a:pt x="39379" y="573713"/>
                  </a:lnTo>
                  <a:lnTo>
                    <a:pt x="39189" y="573788"/>
                  </a:lnTo>
                  <a:lnTo>
                    <a:pt x="38999" y="573912"/>
                  </a:lnTo>
                  <a:lnTo>
                    <a:pt x="38591" y="574182"/>
                  </a:lnTo>
                  <a:lnTo>
                    <a:pt x="38706" y="574597"/>
                  </a:lnTo>
                  <a:lnTo>
                    <a:pt x="39104" y="574956"/>
                  </a:lnTo>
                  <a:lnTo>
                    <a:pt x="39470" y="575331"/>
                  </a:lnTo>
                  <a:lnTo>
                    <a:pt x="39878" y="575591"/>
                  </a:lnTo>
                  <a:lnTo>
                    <a:pt x="40174" y="575816"/>
                  </a:lnTo>
                  <a:lnTo>
                    <a:pt x="40771" y="575868"/>
                  </a:lnTo>
                  <a:lnTo>
                    <a:pt x="40924" y="576163"/>
                  </a:lnTo>
                  <a:lnTo>
                    <a:pt x="41236" y="576516"/>
                  </a:lnTo>
                  <a:lnTo>
                    <a:pt x="41468" y="576894"/>
                  </a:lnTo>
                  <a:lnTo>
                    <a:pt x="41531" y="577051"/>
                  </a:lnTo>
                  <a:lnTo>
                    <a:pt x="41587" y="577335"/>
                  </a:lnTo>
                  <a:lnTo>
                    <a:pt x="41557" y="577808"/>
                  </a:lnTo>
                  <a:lnTo>
                    <a:pt x="41496" y="578415"/>
                  </a:lnTo>
                  <a:lnTo>
                    <a:pt x="41826" y="578896"/>
                  </a:lnTo>
                  <a:lnTo>
                    <a:pt x="41740" y="579053"/>
                  </a:lnTo>
                  <a:lnTo>
                    <a:pt x="41395" y="579463"/>
                  </a:lnTo>
                  <a:lnTo>
                    <a:pt x="41008" y="579953"/>
                  </a:lnTo>
                  <a:lnTo>
                    <a:pt x="40776" y="580209"/>
                  </a:lnTo>
                  <a:lnTo>
                    <a:pt x="40207" y="580847"/>
                  </a:lnTo>
                  <a:lnTo>
                    <a:pt x="39906" y="581107"/>
                  </a:lnTo>
                  <a:lnTo>
                    <a:pt x="39702" y="581320"/>
                  </a:lnTo>
                  <a:lnTo>
                    <a:pt x="39229" y="581660"/>
                  </a:lnTo>
                  <a:lnTo>
                    <a:pt x="38734" y="581993"/>
                  </a:lnTo>
                  <a:lnTo>
                    <a:pt x="38687" y="582143"/>
                  </a:lnTo>
                  <a:lnTo>
                    <a:pt x="38697" y="582471"/>
                  </a:lnTo>
                  <a:lnTo>
                    <a:pt x="38744" y="582938"/>
                  </a:lnTo>
                  <a:lnTo>
                    <a:pt x="38755" y="583257"/>
                  </a:lnTo>
                  <a:lnTo>
                    <a:pt x="38854" y="583404"/>
                  </a:lnTo>
                  <a:lnTo>
                    <a:pt x="39231" y="583862"/>
                  </a:lnTo>
                  <a:lnTo>
                    <a:pt x="39452" y="584115"/>
                  </a:lnTo>
                  <a:lnTo>
                    <a:pt x="39646" y="584391"/>
                  </a:lnTo>
                  <a:lnTo>
                    <a:pt x="39742" y="584743"/>
                  </a:lnTo>
                  <a:lnTo>
                    <a:pt x="39738" y="584914"/>
                  </a:lnTo>
                  <a:lnTo>
                    <a:pt x="39569" y="585388"/>
                  </a:lnTo>
                  <a:lnTo>
                    <a:pt x="39602" y="585550"/>
                  </a:lnTo>
                  <a:lnTo>
                    <a:pt x="39691" y="585718"/>
                  </a:lnTo>
                  <a:lnTo>
                    <a:pt x="39824" y="585861"/>
                  </a:lnTo>
                  <a:lnTo>
                    <a:pt x="40287" y="586178"/>
                  </a:lnTo>
                  <a:lnTo>
                    <a:pt x="40591" y="586382"/>
                  </a:lnTo>
                  <a:lnTo>
                    <a:pt x="40992" y="586666"/>
                  </a:lnTo>
                  <a:lnTo>
                    <a:pt x="41390" y="586928"/>
                  </a:lnTo>
                  <a:lnTo>
                    <a:pt x="41953" y="587284"/>
                  </a:lnTo>
                  <a:lnTo>
                    <a:pt x="42345" y="587582"/>
                  </a:lnTo>
                  <a:lnTo>
                    <a:pt x="42649" y="587744"/>
                  </a:lnTo>
                  <a:lnTo>
                    <a:pt x="43414" y="588281"/>
                  </a:lnTo>
                  <a:lnTo>
                    <a:pt x="43962" y="588649"/>
                  </a:lnTo>
                  <a:lnTo>
                    <a:pt x="44218" y="588609"/>
                  </a:lnTo>
                  <a:lnTo>
                    <a:pt x="44541" y="588330"/>
                  </a:lnTo>
                  <a:lnTo>
                    <a:pt x="44741" y="588281"/>
                  </a:lnTo>
                  <a:lnTo>
                    <a:pt x="45233" y="588210"/>
                  </a:lnTo>
                  <a:lnTo>
                    <a:pt x="45378" y="588143"/>
                  </a:lnTo>
                  <a:lnTo>
                    <a:pt x="45564" y="587957"/>
                  </a:lnTo>
                  <a:lnTo>
                    <a:pt x="45789" y="587671"/>
                  </a:lnTo>
                  <a:lnTo>
                    <a:pt x="45899" y="587526"/>
                  </a:lnTo>
                  <a:lnTo>
                    <a:pt x="46194" y="587289"/>
                  </a:lnTo>
                  <a:lnTo>
                    <a:pt x="46490" y="587113"/>
                  </a:lnTo>
                  <a:lnTo>
                    <a:pt x="46869" y="586975"/>
                  </a:lnTo>
                  <a:lnTo>
                    <a:pt x="47301" y="586888"/>
                  </a:lnTo>
                  <a:lnTo>
                    <a:pt x="47523" y="586846"/>
                  </a:lnTo>
                  <a:lnTo>
                    <a:pt x="48269" y="586743"/>
                  </a:lnTo>
                  <a:lnTo>
                    <a:pt x="48580" y="586623"/>
                  </a:lnTo>
                  <a:lnTo>
                    <a:pt x="49247" y="586366"/>
                  </a:lnTo>
                  <a:lnTo>
                    <a:pt x="50005" y="586340"/>
                  </a:lnTo>
                  <a:lnTo>
                    <a:pt x="51046" y="586312"/>
                  </a:lnTo>
                  <a:lnTo>
                    <a:pt x="51200" y="589862"/>
                  </a:lnTo>
                  <a:lnTo>
                    <a:pt x="54552" y="590659"/>
                  </a:lnTo>
                  <a:lnTo>
                    <a:pt x="54175" y="591553"/>
                  </a:lnTo>
                  <a:lnTo>
                    <a:pt x="52674" y="595107"/>
                  </a:lnTo>
                  <a:lnTo>
                    <a:pt x="44247" y="615061"/>
                  </a:lnTo>
                  <a:lnTo>
                    <a:pt x="43463" y="616917"/>
                  </a:lnTo>
                  <a:lnTo>
                    <a:pt x="42642" y="628850"/>
                  </a:lnTo>
                  <a:lnTo>
                    <a:pt x="55420" y="629858"/>
                  </a:lnTo>
                  <a:lnTo>
                    <a:pt x="58646" y="627994"/>
                  </a:lnTo>
                  <a:lnTo>
                    <a:pt x="60778" y="626763"/>
                  </a:lnTo>
                  <a:lnTo>
                    <a:pt x="67353" y="622965"/>
                  </a:lnTo>
                  <a:lnTo>
                    <a:pt x="79239" y="620386"/>
                  </a:lnTo>
                  <a:lnTo>
                    <a:pt x="81895" y="618530"/>
                  </a:lnTo>
                  <a:lnTo>
                    <a:pt x="87491" y="614619"/>
                  </a:lnTo>
                  <a:lnTo>
                    <a:pt x="94103" y="612743"/>
                  </a:lnTo>
                  <a:lnTo>
                    <a:pt x="93066" y="609335"/>
                  </a:lnTo>
                  <a:lnTo>
                    <a:pt x="93303" y="608930"/>
                  </a:lnTo>
                  <a:lnTo>
                    <a:pt x="93462" y="608536"/>
                  </a:lnTo>
                  <a:lnTo>
                    <a:pt x="93546" y="608295"/>
                  </a:lnTo>
                  <a:lnTo>
                    <a:pt x="93638" y="608066"/>
                  </a:lnTo>
                  <a:lnTo>
                    <a:pt x="93884" y="607657"/>
                  </a:lnTo>
                  <a:lnTo>
                    <a:pt x="93792" y="607278"/>
                  </a:lnTo>
                  <a:lnTo>
                    <a:pt x="93561" y="607068"/>
                  </a:lnTo>
                  <a:lnTo>
                    <a:pt x="93406" y="606925"/>
                  </a:lnTo>
                  <a:lnTo>
                    <a:pt x="93251" y="606787"/>
                  </a:lnTo>
                  <a:lnTo>
                    <a:pt x="92973" y="606536"/>
                  </a:lnTo>
                  <a:lnTo>
                    <a:pt x="92790" y="606370"/>
                  </a:lnTo>
                  <a:lnTo>
                    <a:pt x="92531" y="606133"/>
                  </a:lnTo>
                  <a:lnTo>
                    <a:pt x="92578" y="605905"/>
                  </a:lnTo>
                  <a:lnTo>
                    <a:pt x="92638" y="605634"/>
                  </a:lnTo>
                  <a:lnTo>
                    <a:pt x="92733" y="605188"/>
                  </a:lnTo>
                  <a:lnTo>
                    <a:pt x="92816" y="604998"/>
                  </a:lnTo>
                  <a:lnTo>
                    <a:pt x="92909" y="604783"/>
                  </a:lnTo>
                  <a:lnTo>
                    <a:pt x="93059" y="604573"/>
                  </a:lnTo>
                  <a:lnTo>
                    <a:pt x="93167" y="604420"/>
                  </a:lnTo>
                  <a:lnTo>
                    <a:pt x="93202" y="604175"/>
                  </a:lnTo>
                  <a:lnTo>
                    <a:pt x="93226" y="603987"/>
                  </a:lnTo>
                  <a:lnTo>
                    <a:pt x="93169" y="603858"/>
                  </a:lnTo>
                  <a:lnTo>
                    <a:pt x="93076" y="603663"/>
                  </a:lnTo>
                  <a:lnTo>
                    <a:pt x="93034" y="603494"/>
                  </a:lnTo>
                  <a:lnTo>
                    <a:pt x="92978" y="603246"/>
                  </a:lnTo>
                  <a:lnTo>
                    <a:pt x="92938" y="603063"/>
                  </a:lnTo>
                  <a:lnTo>
                    <a:pt x="92760" y="602689"/>
                  </a:lnTo>
                  <a:lnTo>
                    <a:pt x="92621" y="602404"/>
                  </a:lnTo>
                  <a:lnTo>
                    <a:pt x="92379" y="601905"/>
                  </a:lnTo>
                  <a:lnTo>
                    <a:pt x="92372" y="601636"/>
                  </a:lnTo>
                  <a:lnTo>
                    <a:pt x="92363" y="601047"/>
                  </a:lnTo>
                  <a:lnTo>
                    <a:pt x="92356" y="600684"/>
                  </a:lnTo>
                  <a:lnTo>
                    <a:pt x="92344" y="600287"/>
                  </a:lnTo>
                  <a:lnTo>
                    <a:pt x="92337" y="599971"/>
                  </a:lnTo>
                  <a:lnTo>
                    <a:pt x="92329" y="599589"/>
                  </a:lnTo>
                  <a:lnTo>
                    <a:pt x="92334" y="599404"/>
                  </a:lnTo>
                  <a:lnTo>
                    <a:pt x="92340" y="599263"/>
                  </a:lnTo>
                  <a:lnTo>
                    <a:pt x="92349" y="598997"/>
                  </a:lnTo>
                  <a:lnTo>
                    <a:pt x="92377" y="598470"/>
                  </a:lnTo>
                  <a:lnTo>
                    <a:pt x="92392" y="598123"/>
                  </a:lnTo>
                  <a:lnTo>
                    <a:pt x="92485" y="597907"/>
                  </a:lnTo>
                  <a:lnTo>
                    <a:pt x="92626" y="597527"/>
                  </a:lnTo>
                  <a:lnTo>
                    <a:pt x="92792" y="597121"/>
                  </a:lnTo>
                  <a:lnTo>
                    <a:pt x="92980" y="596667"/>
                  </a:lnTo>
                  <a:lnTo>
                    <a:pt x="93040" y="596517"/>
                  </a:lnTo>
                  <a:lnTo>
                    <a:pt x="93102" y="596361"/>
                  </a:lnTo>
                  <a:lnTo>
                    <a:pt x="93195" y="596130"/>
                  </a:lnTo>
                  <a:lnTo>
                    <a:pt x="93247" y="595999"/>
                  </a:lnTo>
                  <a:lnTo>
                    <a:pt x="93303" y="595863"/>
                  </a:lnTo>
                  <a:lnTo>
                    <a:pt x="93359" y="595727"/>
                  </a:lnTo>
                  <a:lnTo>
                    <a:pt x="93596" y="595272"/>
                  </a:lnTo>
                  <a:lnTo>
                    <a:pt x="93664" y="595139"/>
                  </a:lnTo>
                  <a:lnTo>
                    <a:pt x="93969" y="594998"/>
                  </a:lnTo>
                  <a:lnTo>
                    <a:pt x="94169" y="594901"/>
                  </a:lnTo>
                  <a:lnTo>
                    <a:pt x="94531" y="594725"/>
                  </a:lnTo>
                  <a:lnTo>
                    <a:pt x="94623" y="595031"/>
                  </a:lnTo>
                  <a:lnTo>
                    <a:pt x="96193" y="595264"/>
                  </a:lnTo>
                  <a:lnTo>
                    <a:pt x="97498" y="595457"/>
                  </a:lnTo>
                  <a:lnTo>
                    <a:pt x="97671" y="595486"/>
                  </a:lnTo>
                  <a:lnTo>
                    <a:pt x="97880" y="595520"/>
                  </a:lnTo>
                  <a:lnTo>
                    <a:pt x="98177" y="595569"/>
                  </a:lnTo>
                  <a:lnTo>
                    <a:pt x="98986" y="595701"/>
                  </a:lnTo>
                  <a:lnTo>
                    <a:pt x="99220" y="595683"/>
                  </a:lnTo>
                  <a:lnTo>
                    <a:pt x="99599" y="595658"/>
                  </a:lnTo>
                  <a:lnTo>
                    <a:pt x="99771" y="595589"/>
                  </a:lnTo>
                  <a:lnTo>
                    <a:pt x="100199" y="595447"/>
                  </a:lnTo>
                  <a:lnTo>
                    <a:pt x="100556" y="595308"/>
                  </a:lnTo>
                  <a:lnTo>
                    <a:pt x="101292" y="595045"/>
                  </a:lnTo>
                  <a:lnTo>
                    <a:pt x="101699" y="594905"/>
                  </a:lnTo>
                  <a:lnTo>
                    <a:pt x="102497" y="594633"/>
                  </a:lnTo>
                  <a:lnTo>
                    <a:pt x="102898" y="594512"/>
                  </a:lnTo>
                  <a:lnTo>
                    <a:pt x="103332" y="594377"/>
                  </a:lnTo>
                  <a:lnTo>
                    <a:pt x="103587" y="594252"/>
                  </a:lnTo>
                  <a:lnTo>
                    <a:pt x="103941" y="594089"/>
                  </a:lnTo>
                  <a:lnTo>
                    <a:pt x="104457" y="593851"/>
                  </a:lnTo>
                  <a:lnTo>
                    <a:pt x="105322" y="593454"/>
                  </a:lnTo>
                  <a:lnTo>
                    <a:pt x="105653" y="593300"/>
                  </a:lnTo>
                  <a:lnTo>
                    <a:pt x="106004" y="593136"/>
                  </a:lnTo>
                  <a:lnTo>
                    <a:pt x="106160" y="593064"/>
                  </a:lnTo>
                  <a:lnTo>
                    <a:pt x="106357" y="592973"/>
                  </a:lnTo>
                  <a:lnTo>
                    <a:pt x="106567" y="592874"/>
                  </a:lnTo>
                  <a:lnTo>
                    <a:pt x="106752" y="592788"/>
                  </a:lnTo>
                  <a:lnTo>
                    <a:pt x="107001" y="592672"/>
                  </a:lnTo>
                  <a:lnTo>
                    <a:pt x="107247" y="592557"/>
                  </a:lnTo>
                  <a:lnTo>
                    <a:pt x="107692" y="592315"/>
                  </a:lnTo>
                  <a:lnTo>
                    <a:pt x="107993" y="591989"/>
                  </a:lnTo>
                  <a:lnTo>
                    <a:pt x="108225" y="591738"/>
                  </a:lnTo>
                  <a:lnTo>
                    <a:pt x="108657" y="591267"/>
                  </a:lnTo>
                  <a:lnTo>
                    <a:pt x="108823" y="591080"/>
                  </a:lnTo>
                  <a:lnTo>
                    <a:pt x="114791" y="584007"/>
                  </a:lnTo>
                  <a:lnTo>
                    <a:pt x="115310" y="583088"/>
                  </a:lnTo>
                  <a:lnTo>
                    <a:pt x="115933" y="583177"/>
                  </a:lnTo>
                  <a:lnTo>
                    <a:pt x="116417" y="582585"/>
                  </a:lnTo>
                  <a:lnTo>
                    <a:pt x="117295" y="581448"/>
                  </a:lnTo>
                  <a:lnTo>
                    <a:pt x="117522" y="581154"/>
                  </a:lnTo>
                  <a:lnTo>
                    <a:pt x="117728" y="580892"/>
                  </a:lnTo>
                  <a:lnTo>
                    <a:pt x="119502" y="578636"/>
                  </a:lnTo>
                  <a:lnTo>
                    <a:pt x="119752" y="578317"/>
                  </a:lnTo>
                  <a:lnTo>
                    <a:pt x="121772" y="575751"/>
                  </a:lnTo>
                  <a:lnTo>
                    <a:pt x="123213" y="575887"/>
                  </a:lnTo>
                  <a:lnTo>
                    <a:pt x="124916" y="576062"/>
                  </a:lnTo>
                  <a:lnTo>
                    <a:pt x="126786" y="576231"/>
                  </a:lnTo>
                  <a:lnTo>
                    <a:pt x="127578" y="576288"/>
                  </a:lnTo>
                  <a:lnTo>
                    <a:pt x="128397" y="576348"/>
                  </a:lnTo>
                  <a:lnTo>
                    <a:pt x="129023" y="576470"/>
                  </a:lnTo>
                  <a:lnTo>
                    <a:pt x="132158" y="576655"/>
                  </a:lnTo>
                  <a:lnTo>
                    <a:pt x="134786" y="576852"/>
                  </a:lnTo>
                  <a:lnTo>
                    <a:pt x="135864" y="576939"/>
                  </a:lnTo>
                  <a:lnTo>
                    <a:pt x="137118" y="577042"/>
                  </a:lnTo>
                  <a:lnTo>
                    <a:pt x="138281" y="577162"/>
                  </a:lnTo>
                  <a:lnTo>
                    <a:pt x="139353" y="577244"/>
                  </a:lnTo>
                  <a:lnTo>
                    <a:pt x="140297" y="577321"/>
                  </a:lnTo>
                  <a:lnTo>
                    <a:pt x="141181" y="577380"/>
                  </a:lnTo>
                  <a:lnTo>
                    <a:pt x="142351" y="577473"/>
                  </a:lnTo>
                  <a:lnTo>
                    <a:pt x="144625" y="577694"/>
                  </a:lnTo>
                  <a:lnTo>
                    <a:pt x="146147" y="577780"/>
                  </a:lnTo>
                  <a:lnTo>
                    <a:pt x="147298" y="577874"/>
                  </a:lnTo>
                  <a:lnTo>
                    <a:pt x="147814" y="577926"/>
                  </a:lnTo>
                  <a:lnTo>
                    <a:pt x="148965" y="578081"/>
                  </a:lnTo>
                  <a:lnTo>
                    <a:pt x="150207" y="578235"/>
                  </a:lnTo>
                  <a:lnTo>
                    <a:pt x="151260" y="578327"/>
                  </a:lnTo>
                  <a:lnTo>
                    <a:pt x="152445" y="578434"/>
                  </a:lnTo>
                  <a:lnTo>
                    <a:pt x="152827" y="578555"/>
                  </a:lnTo>
                  <a:lnTo>
                    <a:pt x="152957" y="578596"/>
                  </a:lnTo>
                  <a:lnTo>
                    <a:pt x="153312" y="578708"/>
                  </a:lnTo>
                  <a:lnTo>
                    <a:pt x="154476" y="578548"/>
                  </a:lnTo>
                  <a:lnTo>
                    <a:pt x="155181" y="578476"/>
                  </a:lnTo>
                  <a:lnTo>
                    <a:pt x="156015" y="578382"/>
                  </a:lnTo>
                  <a:lnTo>
                    <a:pt x="156246" y="578357"/>
                  </a:lnTo>
                  <a:lnTo>
                    <a:pt x="156735" y="578302"/>
                  </a:lnTo>
                  <a:lnTo>
                    <a:pt x="156910" y="578282"/>
                  </a:lnTo>
                  <a:lnTo>
                    <a:pt x="157192" y="578251"/>
                  </a:lnTo>
                  <a:lnTo>
                    <a:pt x="160787" y="577768"/>
                  </a:lnTo>
                  <a:lnTo>
                    <a:pt x="161073" y="577727"/>
                  </a:lnTo>
                  <a:lnTo>
                    <a:pt x="161490" y="577668"/>
                  </a:lnTo>
                  <a:lnTo>
                    <a:pt x="162209" y="577566"/>
                  </a:lnTo>
                  <a:lnTo>
                    <a:pt x="162572" y="577515"/>
                  </a:lnTo>
                  <a:lnTo>
                    <a:pt x="162895" y="577467"/>
                  </a:lnTo>
                  <a:lnTo>
                    <a:pt x="163094" y="577441"/>
                  </a:lnTo>
                  <a:lnTo>
                    <a:pt x="163348" y="577405"/>
                  </a:lnTo>
                  <a:lnTo>
                    <a:pt x="163526" y="577380"/>
                  </a:lnTo>
                  <a:lnTo>
                    <a:pt x="163972" y="577316"/>
                  </a:lnTo>
                  <a:lnTo>
                    <a:pt x="164458" y="577247"/>
                  </a:lnTo>
                  <a:lnTo>
                    <a:pt x="164858" y="577191"/>
                  </a:lnTo>
                  <a:lnTo>
                    <a:pt x="165244" y="577136"/>
                  </a:lnTo>
                  <a:lnTo>
                    <a:pt x="165921" y="577040"/>
                  </a:lnTo>
                  <a:lnTo>
                    <a:pt x="166062" y="577020"/>
                  </a:lnTo>
                  <a:lnTo>
                    <a:pt x="166258" y="576992"/>
                  </a:lnTo>
                  <a:lnTo>
                    <a:pt x="166853" y="576907"/>
                  </a:lnTo>
                  <a:lnTo>
                    <a:pt x="167072" y="576798"/>
                  </a:lnTo>
                  <a:lnTo>
                    <a:pt x="167498" y="576585"/>
                  </a:lnTo>
                  <a:lnTo>
                    <a:pt x="167904" y="576383"/>
                  </a:lnTo>
                  <a:lnTo>
                    <a:pt x="168242" y="576214"/>
                  </a:lnTo>
                  <a:lnTo>
                    <a:pt x="168483" y="576094"/>
                  </a:lnTo>
                  <a:lnTo>
                    <a:pt x="168774" y="575949"/>
                  </a:lnTo>
                  <a:lnTo>
                    <a:pt x="169048" y="575812"/>
                  </a:lnTo>
                  <a:lnTo>
                    <a:pt x="169284" y="575694"/>
                  </a:lnTo>
                  <a:lnTo>
                    <a:pt x="169440" y="575615"/>
                  </a:lnTo>
                  <a:lnTo>
                    <a:pt x="169631" y="575520"/>
                  </a:lnTo>
                  <a:lnTo>
                    <a:pt x="172421" y="574126"/>
                  </a:lnTo>
                  <a:lnTo>
                    <a:pt x="174226" y="573226"/>
                  </a:lnTo>
                  <a:lnTo>
                    <a:pt x="175632" y="572524"/>
                  </a:lnTo>
                  <a:lnTo>
                    <a:pt x="177915" y="571387"/>
                  </a:lnTo>
                  <a:lnTo>
                    <a:pt x="178541" y="571076"/>
                  </a:lnTo>
                  <a:lnTo>
                    <a:pt x="186536" y="567085"/>
                  </a:lnTo>
                  <a:lnTo>
                    <a:pt x="187153" y="567053"/>
                  </a:lnTo>
                  <a:lnTo>
                    <a:pt x="189280" y="566944"/>
                  </a:lnTo>
                  <a:lnTo>
                    <a:pt x="190537" y="566878"/>
                  </a:lnTo>
                  <a:lnTo>
                    <a:pt x="190858" y="566861"/>
                  </a:lnTo>
                  <a:lnTo>
                    <a:pt x="191033" y="566852"/>
                  </a:lnTo>
                  <a:lnTo>
                    <a:pt x="191168" y="566846"/>
                  </a:lnTo>
                  <a:lnTo>
                    <a:pt x="191579" y="566825"/>
                  </a:lnTo>
                  <a:lnTo>
                    <a:pt x="191750" y="566817"/>
                  </a:lnTo>
                  <a:lnTo>
                    <a:pt x="192174" y="566796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g8"/>
            <p:cNvSpPr/>
            <p:nvPr/>
          </p:nvSpPr>
          <p:spPr>
            <a:xfrm>
              <a:off x="2812805" y="2273754"/>
              <a:ext cx="984853" cy="768419"/>
            </a:xfrm>
            <a:custGeom>
              <a:avLst/>
              <a:pathLst>
                <a:path w="984853" h="768419">
                  <a:moveTo>
                    <a:pt x="769678" y="386341"/>
                  </a:moveTo>
                  <a:lnTo>
                    <a:pt x="776591" y="388103"/>
                  </a:lnTo>
                  <a:lnTo>
                    <a:pt x="778835" y="388680"/>
                  </a:lnTo>
                  <a:lnTo>
                    <a:pt x="785984" y="390119"/>
                  </a:lnTo>
                  <a:lnTo>
                    <a:pt x="790217" y="390973"/>
                  </a:lnTo>
                  <a:lnTo>
                    <a:pt x="797655" y="392482"/>
                  </a:lnTo>
                  <a:lnTo>
                    <a:pt x="800122" y="392968"/>
                  </a:lnTo>
                  <a:lnTo>
                    <a:pt x="802359" y="397544"/>
                  </a:lnTo>
                  <a:lnTo>
                    <a:pt x="804528" y="401981"/>
                  </a:lnTo>
                  <a:lnTo>
                    <a:pt x="806773" y="406575"/>
                  </a:lnTo>
                  <a:lnTo>
                    <a:pt x="808198" y="408745"/>
                  </a:lnTo>
                  <a:lnTo>
                    <a:pt x="810172" y="411760"/>
                  </a:lnTo>
                  <a:lnTo>
                    <a:pt x="811607" y="413954"/>
                  </a:lnTo>
                  <a:lnTo>
                    <a:pt x="814057" y="417707"/>
                  </a:lnTo>
                  <a:lnTo>
                    <a:pt x="816024" y="420713"/>
                  </a:lnTo>
                  <a:lnTo>
                    <a:pt x="819233" y="425614"/>
                  </a:lnTo>
                  <a:lnTo>
                    <a:pt x="821640" y="429267"/>
                  </a:lnTo>
                  <a:lnTo>
                    <a:pt x="823960" y="432792"/>
                  </a:lnTo>
                  <a:lnTo>
                    <a:pt x="824332" y="433358"/>
                  </a:lnTo>
                  <a:lnTo>
                    <a:pt x="828279" y="439392"/>
                  </a:lnTo>
                  <a:lnTo>
                    <a:pt x="831347" y="444077"/>
                  </a:lnTo>
                  <a:lnTo>
                    <a:pt x="829370" y="452232"/>
                  </a:lnTo>
                  <a:lnTo>
                    <a:pt x="828828" y="454469"/>
                  </a:lnTo>
                  <a:lnTo>
                    <a:pt x="828000" y="457876"/>
                  </a:lnTo>
                  <a:lnTo>
                    <a:pt x="825743" y="467178"/>
                  </a:lnTo>
                  <a:lnTo>
                    <a:pt x="821886" y="475450"/>
                  </a:lnTo>
                  <a:lnTo>
                    <a:pt x="818704" y="482299"/>
                  </a:lnTo>
                  <a:lnTo>
                    <a:pt x="815544" y="489081"/>
                  </a:lnTo>
                  <a:lnTo>
                    <a:pt x="811421" y="497879"/>
                  </a:lnTo>
                  <a:lnTo>
                    <a:pt x="807460" y="506320"/>
                  </a:lnTo>
                  <a:lnTo>
                    <a:pt x="804895" y="511650"/>
                  </a:lnTo>
                  <a:lnTo>
                    <a:pt x="801053" y="519638"/>
                  </a:lnTo>
                  <a:lnTo>
                    <a:pt x="803017" y="528508"/>
                  </a:lnTo>
                  <a:lnTo>
                    <a:pt x="804029" y="533077"/>
                  </a:lnTo>
                  <a:lnTo>
                    <a:pt x="804282" y="536198"/>
                  </a:lnTo>
                  <a:lnTo>
                    <a:pt x="805081" y="546042"/>
                  </a:lnTo>
                  <a:lnTo>
                    <a:pt x="805331" y="549131"/>
                  </a:lnTo>
                  <a:lnTo>
                    <a:pt x="809300" y="553876"/>
                  </a:lnTo>
                  <a:lnTo>
                    <a:pt x="811849" y="556925"/>
                  </a:lnTo>
                  <a:lnTo>
                    <a:pt x="814401" y="558384"/>
                  </a:lnTo>
                  <a:lnTo>
                    <a:pt x="820141" y="561668"/>
                  </a:lnTo>
                  <a:lnTo>
                    <a:pt x="821838" y="562511"/>
                  </a:lnTo>
                  <a:lnTo>
                    <a:pt x="823480" y="563326"/>
                  </a:lnTo>
                  <a:lnTo>
                    <a:pt x="825017" y="564091"/>
                  </a:lnTo>
                  <a:lnTo>
                    <a:pt x="826702" y="564927"/>
                  </a:lnTo>
                  <a:lnTo>
                    <a:pt x="827532" y="565339"/>
                  </a:lnTo>
                  <a:lnTo>
                    <a:pt x="827932" y="565538"/>
                  </a:lnTo>
                  <a:lnTo>
                    <a:pt x="829862" y="566497"/>
                  </a:lnTo>
                  <a:lnTo>
                    <a:pt x="830016" y="566574"/>
                  </a:lnTo>
                  <a:lnTo>
                    <a:pt x="830945" y="567625"/>
                  </a:lnTo>
                  <a:lnTo>
                    <a:pt x="831279" y="568005"/>
                  </a:lnTo>
                  <a:lnTo>
                    <a:pt x="832848" y="569781"/>
                  </a:lnTo>
                  <a:lnTo>
                    <a:pt x="833980" y="568332"/>
                  </a:lnTo>
                  <a:lnTo>
                    <a:pt x="835982" y="561316"/>
                  </a:lnTo>
                  <a:lnTo>
                    <a:pt x="838952" y="554266"/>
                  </a:lnTo>
                  <a:lnTo>
                    <a:pt x="840297" y="552877"/>
                  </a:lnTo>
                  <a:lnTo>
                    <a:pt x="845042" y="539363"/>
                  </a:lnTo>
                  <a:lnTo>
                    <a:pt x="844462" y="538468"/>
                  </a:lnTo>
                  <a:lnTo>
                    <a:pt x="844087" y="536189"/>
                  </a:lnTo>
                  <a:lnTo>
                    <a:pt x="844130" y="536052"/>
                  </a:lnTo>
                  <a:lnTo>
                    <a:pt x="844079" y="534665"/>
                  </a:lnTo>
                  <a:lnTo>
                    <a:pt x="843945" y="534389"/>
                  </a:lnTo>
                  <a:lnTo>
                    <a:pt x="843700" y="533959"/>
                  </a:lnTo>
                  <a:lnTo>
                    <a:pt x="843268" y="532782"/>
                  </a:lnTo>
                  <a:lnTo>
                    <a:pt x="843278" y="532644"/>
                  </a:lnTo>
                  <a:lnTo>
                    <a:pt x="843349" y="531922"/>
                  </a:lnTo>
                  <a:lnTo>
                    <a:pt x="843416" y="531365"/>
                  </a:lnTo>
                  <a:lnTo>
                    <a:pt x="843425" y="531220"/>
                  </a:lnTo>
                  <a:lnTo>
                    <a:pt x="843464" y="530372"/>
                  </a:lnTo>
                  <a:lnTo>
                    <a:pt x="843573" y="529968"/>
                  </a:lnTo>
                  <a:lnTo>
                    <a:pt x="843647" y="529592"/>
                  </a:lnTo>
                  <a:lnTo>
                    <a:pt x="843665" y="529461"/>
                  </a:lnTo>
                  <a:lnTo>
                    <a:pt x="843214" y="526409"/>
                  </a:lnTo>
                  <a:lnTo>
                    <a:pt x="844031" y="525956"/>
                  </a:lnTo>
                  <a:lnTo>
                    <a:pt x="845153" y="523229"/>
                  </a:lnTo>
                  <a:lnTo>
                    <a:pt x="845421" y="521353"/>
                  </a:lnTo>
                  <a:lnTo>
                    <a:pt x="845362" y="520625"/>
                  </a:lnTo>
                  <a:lnTo>
                    <a:pt x="845374" y="520261"/>
                  </a:lnTo>
                  <a:lnTo>
                    <a:pt x="845383" y="520020"/>
                  </a:lnTo>
                  <a:lnTo>
                    <a:pt x="845380" y="519763"/>
                  </a:lnTo>
                  <a:lnTo>
                    <a:pt x="845188" y="518937"/>
                  </a:lnTo>
                  <a:lnTo>
                    <a:pt x="845112" y="518761"/>
                  </a:lnTo>
                  <a:lnTo>
                    <a:pt x="844783" y="517926"/>
                  </a:lnTo>
                  <a:lnTo>
                    <a:pt x="844713" y="517254"/>
                  </a:lnTo>
                  <a:lnTo>
                    <a:pt x="844794" y="516415"/>
                  </a:lnTo>
                  <a:lnTo>
                    <a:pt x="844527" y="515884"/>
                  </a:lnTo>
                  <a:lnTo>
                    <a:pt x="844380" y="515586"/>
                  </a:lnTo>
                  <a:lnTo>
                    <a:pt x="844210" y="515251"/>
                  </a:lnTo>
                  <a:lnTo>
                    <a:pt x="844408" y="512521"/>
                  </a:lnTo>
                  <a:lnTo>
                    <a:pt x="844289" y="512265"/>
                  </a:lnTo>
                  <a:lnTo>
                    <a:pt x="844084" y="511691"/>
                  </a:lnTo>
                  <a:lnTo>
                    <a:pt x="844026" y="511405"/>
                  </a:lnTo>
                  <a:lnTo>
                    <a:pt x="844001" y="511250"/>
                  </a:lnTo>
                  <a:lnTo>
                    <a:pt x="843983" y="511113"/>
                  </a:lnTo>
                  <a:lnTo>
                    <a:pt x="843951" y="510663"/>
                  </a:lnTo>
                  <a:lnTo>
                    <a:pt x="843950" y="510339"/>
                  </a:lnTo>
                  <a:lnTo>
                    <a:pt x="843946" y="509985"/>
                  </a:lnTo>
                  <a:lnTo>
                    <a:pt x="843944" y="509835"/>
                  </a:lnTo>
                  <a:lnTo>
                    <a:pt x="843950" y="509693"/>
                  </a:lnTo>
                  <a:lnTo>
                    <a:pt x="843963" y="509553"/>
                  </a:lnTo>
                  <a:lnTo>
                    <a:pt x="843974" y="509413"/>
                  </a:lnTo>
                  <a:lnTo>
                    <a:pt x="844389" y="507619"/>
                  </a:lnTo>
                  <a:lnTo>
                    <a:pt x="844348" y="507418"/>
                  </a:lnTo>
                  <a:lnTo>
                    <a:pt x="844304" y="507210"/>
                  </a:lnTo>
                  <a:lnTo>
                    <a:pt x="844248" y="506954"/>
                  </a:lnTo>
                  <a:lnTo>
                    <a:pt x="844219" y="506826"/>
                  </a:lnTo>
                  <a:lnTo>
                    <a:pt x="844152" y="506589"/>
                  </a:lnTo>
                  <a:lnTo>
                    <a:pt x="844074" y="506405"/>
                  </a:lnTo>
                  <a:lnTo>
                    <a:pt x="843968" y="506184"/>
                  </a:lnTo>
                  <a:lnTo>
                    <a:pt x="843867" y="506014"/>
                  </a:lnTo>
                  <a:lnTo>
                    <a:pt x="843173" y="505286"/>
                  </a:lnTo>
                  <a:lnTo>
                    <a:pt x="843045" y="505181"/>
                  </a:lnTo>
                  <a:lnTo>
                    <a:pt x="842889" y="505065"/>
                  </a:lnTo>
                  <a:lnTo>
                    <a:pt x="842760" y="504988"/>
                  </a:lnTo>
                  <a:lnTo>
                    <a:pt x="842598" y="504900"/>
                  </a:lnTo>
                  <a:lnTo>
                    <a:pt x="842447" y="504831"/>
                  </a:lnTo>
                  <a:lnTo>
                    <a:pt x="842207" y="504728"/>
                  </a:lnTo>
                  <a:lnTo>
                    <a:pt x="841989" y="504648"/>
                  </a:lnTo>
                  <a:lnTo>
                    <a:pt x="841787" y="504581"/>
                  </a:lnTo>
                  <a:lnTo>
                    <a:pt x="839782" y="503231"/>
                  </a:lnTo>
                  <a:lnTo>
                    <a:pt x="839746" y="503091"/>
                  </a:lnTo>
                  <a:lnTo>
                    <a:pt x="839673" y="502795"/>
                  </a:lnTo>
                  <a:lnTo>
                    <a:pt x="839575" y="502358"/>
                  </a:lnTo>
                  <a:lnTo>
                    <a:pt x="839366" y="501454"/>
                  </a:lnTo>
                  <a:lnTo>
                    <a:pt x="839340" y="501326"/>
                  </a:lnTo>
                  <a:lnTo>
                    <a:pt x="839308" y="501142"/>
                  </a:lnTo>
                  <a:lnTo>
                    <a:pt x="839275" y="500953"/>
                  </a:lnTo>
                  <a:lnTo>
                    <a:pt x="839208" y="500562"/>
                  </a:lnTo>
                  <a:lnTo>
                    <a:pt x="839121" y="500209"/>
                  </a:lnTo>
                  <a:lnTo>
                    <a:pt x="839068" y="500040"/>
                  </a:lnTo>
                  <a:lnTo>
                    <a:pt x="839018" y="499885"/>
                  </a:lnTo>
                  <a:lnTo>
                    <a:pt x="838827" y="499350"/>
                  </a:lnTo>
                  <a:lnTo>
                    <a:pt x="838667" y="498866"/>
                  </a:lnTo>
                  <a:lnTo>
                    <a:pt x="838534" y="498422"/>
                  </a:lnTo>
                  <a:lnTo>
                    <a:pt x="838484" y="498224"/>
                  </a:lnTo>
                  <a:lnTo>
                    <a:pt x="838435" y="497996"/>
                  </a:lnTo>
                  <a:lnTo>
                    <a:pt x="838378" y="497638"/>
                  </a:lnTo>
                  <a:lnTo>
                    <a:pt x="838340" y="497262"/>
                  </a:lnTo>
                  <a:lnTo>
                    <a:pt x="838311" y="497013"/>
                  </a:lnTo>
                  <a:lnTo>
                    <a:pt x="838301" y="496807"/>
                  </a:lnTo>
                  <a:lnTo>
                    <a:pt x="838306" y="496654"/>
                  </a:lnTo>
                  <a:lnTo>
                    <a:pt x="838321" y="496514"/>
                  </a:lnTo>
                  <a:lnTo>
                    <a:pt x="838411" y="496096"/>
                  </a:lnTo>
                  <a:lnTo>
                    <a:pt x="838504" y="495665"/>
                  </a:lnTo>
                  <a:lnTo>
                    <a:pt x="838453" y="495294"/>
                  </a:lnTo>
                  <a:lnTo>
                    <a:pt x="838334" y="494298"/>
                  </a:lnTo>
                  <a:lnTo>
                    <a:pt x="838201" y="493462"/>
                  </a:lnTo>
                  <a:lnTo>
                    <a:pt x="838112" y="493075"/>
                  </a:lnTo>
                  <a:lnTo>
                    <a:pt x="838075" y="492883"/>
                  </a:lnTo>
                  <a:lnTo>
                    <a:pt x="838050" y="492695"/>
                  </a:lnTo>
                  <a:lnTo>
                    <a:pt x="838039" y="492524"/>
                  </a:lnTo>
                  <a:lnTo>
                    <a:pt x="838035" y="492359"/>
                  </a:lnTo>
                  <a:lnTo>
                    <a:pt x="838044" y="492186"/>
                  </a:lnTo>
                  <a:lnTo>
                    <a:pt x="838055" y="492017"/>
                  </a:lnTo>
                  <a:lnTo>
                    <a:pt x="838081" y="491850"/>
                  </a:lnTo>
                  <a:lnTo>
                    <a:pt x="838118" y="491652"/>
                  </a:lnTo>
                  <a:lnTo>
                    <a:pt x="838149" y="491518"/>
                  </a:lnTo>
                  <a:lnTo>
                    <a:pt x="838669" y="490734"/>
                  </a:lnTo>
                  <a:lnTo>
                    <a:pt x="838836" y="490589"/>
                  </a:lnTo>
                  <a:lnTo>
                    <a:pt x="838977" y="490469"/>
                  </a:lnTo>
                  <a:lnTo>
                    <a:pt x="839114" y="490365"/>
                  </a:lnTo>
                  <a:lnTo>
                    <a:pt x="839421" y="490171"/>
                  </a:lnTo>
                  <a:lnTo>
                    <a:pt x="839640" y="490057"/>
                  </a:lnTo>
                  <a:lnTo>
                    <a:pt x="840010" y="489869"/>
                  </a:lnTo>
                  <a:lnTo>
                    <a:pt x="840235" y="489752"/>
                  </a:lnTo>
                  <a:lnTo>
                    <a:pt x="840415" y="489647"/>
                  </a:lnTo>
                  <a:lnTo>
                    <a:pt x="840617" y="489479"/>
                  </a:lnTo>
                  <a:lnTo>
                    <a:pt x="840791" y="489233"/>
                  </a:lnTo>
                  <a:lnTo>
                    <a:pt x="840858" y="489099"/>
                  </a:lnTo>
                  <a:lnTo>
                    <a:pt x="840942" y="488906"/>
                  </a:lnTo>
                  <a:lnTo>
                    <a:pt x="841197" y="488339"/>
                  </a:lnTo>
                  <a:lnTo>
                    <a:pt x="841529" y="487946"/>
                  </a:lnTo>
                  <a:lnTo>
                    <a:pt x="841792" y="487533"/>
                  </a:lnTo>
                  <a:lnTo>
                    <a:pt x="842274" y="487366"/>
                  </a:lnTo>
                  <a:lnTo>
                    <a:pt x="842411" y="487244"/>
                  </a:lnTo>
                  <a:lnTo>
                    <a:pt x="842804" y="486780"/>
                  </a:lnTo>
                  <a:lnTo>
                    <a:pt x="842914" y="486616"/>
                  </a:lnTo>
                  <a:lnTo>
                    <a:pt x="844678" y="484365"/>
                  </a:lnTo>
                  <a:lnTo>
                    <a:pt x="845267" y="483647"/>
                  </a:lnTo>
                  <a:lnTo>
                    <a:pt x="845309" y="483447"/>
                  </a:lnTo>
                  <a:lnTo>
                    <a:pt x="846818" y="482707"/>
                  </a:lnTo>
                  <a:lnTo>
                    <a:pt x="847779" y="483183"/>
                  </a:lnTo>
                  <a:lnTo>
                    <a:pt x="848888" y="482642"/>
                  </a:lnTo>
                  <a:lnTo>
                    <a:pt x="849251" y="482361"/>
                  </a:lnTo>
                  <a:lnTo>
                    <a:pt x="849425" y="482250"/>
                  </a:lnTo>
                  <a:lnTo>
                    <a:pt x="849563" y="482174"/>
                  </a:lnTo>
                  <a:lnTo>
                    <a:pt x="849697" y="482106"/>
                  </a:lnTo>
                  <a:lnTo>
                    <a:pt x="849833" y="482038"/>
                  </a:lnTo>
                  <a:lnTo>
                    <a:pt x="850146" y="481919"/>
                  </a:lnTo>
                  <a:lnTo>
                    <a:pt x="850294" y="481873"/>
                  </a:lnTo>
                  <a:lnTo>
                    <a:pt x="850529" y="481809"/>
                  </a:lnTo>
                  <a:lnTo>
                    <a:pt x="851425" y="481729"/>
                  </a:lnTo>
                  <a:lnTo>
                    <a:pt x="851562" y="481716"/>
                  </a:lnTo>
                  <a:lnTo>
                    <a:pt x="851700" y="481692"/>
                  </a:lnTo>
                  <a:lnTo>
                    <a:pt x="852241" y="481425"/>
                  </a:lnTo>
                  <a:lnTo>
                    <a:pt x="854568" y="480528"/>
                  </a:lnTo>
                  <a:lnTo>
                    <a:pt x="855386" y="479456"/>
                  </a:lnTo>
                  <a:lnTo>
                    <a:pt x="855482" y="479043"/>
                  </a:lnTo>
                  <a:lnTo>
                    <a:pt x="856021" y="478589"/>
                  </a:lnTo>
                  <a:lnTo>
                    <a:pt x="856792" y="478633"/>
                  </a:lnTo>
                  <a:lnTo>
                    <a:pt x="857733" y="478446"/>
                  </a:lnTo>
                  <a:lnTo>
                    <a:pt x="857841" y="478791"/>
                  </a:lnTo>
                  <a:lnTo>
                    <a:pt x="859148" y="480738"/>
                  </a:lnTo>
                  <a:lnTo>
                    <a:pt x="859411" y="480846"/>
                  </a:lnTo>
                  <a:lnTo>
                    <a:pt x="859549" y="480878"/>
                  </a:lnTo>
                  <a:lnTo>
                    <a:pt x="859690" y="480902"/>
                  </a:lnTo>
                  <a:lnTo>
                    <a:pt x="859825" y="480912"/>
                  </a:lnTo>
                  <a:lnTo>
                    <a:pt x="859953" y="480908"/>
                  </a:lnTo>
                  <a:lnTo>
                    <a:pt x="860109" y="480891"/>
                  </a:lnTo>
                  <a:lnTo>
                    <a:pt x="860273" y="480860"/>
                  </a:lnTo>
                  <a:lnTo>
                    <a:pt x="860447" y="480815"/>
                  </a:lnTo>
                  <a:lnTo>
                    <a:pt x="860674" y="480744"/>
                  </a:lnTo>
                  <a:lnTo>
                    <a:pt x="861017" y="480631"/>
                  </a:lnTo>
                  <a:lnTo>
                    <a:pt x="861261" y="480541"/>
                  </a:lnTo>
                  <a:lnTo>
                    <a:pt x="861481" y="480454"/>
                  </a:lnTo>
                  <a:lnTo>
                    <a:pt x="861741" y="480324"/>
                  </a:lnTo>
                  <a:lnTo>
                    <a:pt x="862611" y="479454"/>
                  </a:lnTo>
                  <a:lnTo>
                    <a:pt x="862711" y="479289"/>
                  </a:lnTo>
                  <a:lnTo>
                    <a:pt x="862846" y="479051"/>
                  </a:lnTo>
                  <a:lnTo>
                    <a:pt x="863133" y="478496"/>
                  </a:lnTo>
                  <a:lnTo>
                    <a:pt x="863586" y="477629"/>
                  </a:lnTo>
                  <a:lnTo>
                    <a:pt x="863652" y="477498"/>
                  </a:lnTo>
                  <a:lnTo>
                    <a:pt x="863730" y="477334"/>
                  </a:lnTo>
                  <a:lnTo>
                    <a:pt x="863845" y="477069"/>
                  </a:lnTo>
                  <a:lnTo>
                    <a:pt x="863922" y="476892"/>
                  </a:lnTo>
                  <a:lnTo>
                    <a:pt x="864012" y="476691"/>
                  </a:lnTo>
                  <a:lnTo>
                    <a:pt x="864295" y="476154"/>
                  </a:lnTo>
                  <a:lnTo>
                    <a:pt x="864529" y="475801"/>
                  </a:lnTo>
                  <a:lnTo>
                    <a:pt x="864731" y="475510"/>
                  </a:lnTo>
                  <a:lnTo>
                    <a:pt x="864932" y="475243"/>
                  </a:lnTo>
                  <a:lnTo>
                    <a:pt x="865099" y="475024"/>
                  </a:lnTo>
                  <a:lnTo>
                    <a:pt x="865211" y="474886"/>
                  </a:lnTo>
                  <a:lnTo>
                    <a:pt x="865317" y="474752"/>
                  </a:lnTo>
                  <a:lnTo>
                    <a:pt x="865425" y="474603"/>
                  </a:lnTo>
                  <a:lnTo>
                    <a:pt x="865562" y="474394"/>
                  </a:lnTo>
                  <a:lnTo>
                    <a:pt x="865675" y="474209"/>
                  </a:lnTo>
                  <a:lnTo>
                    <a:pt x="865803" y="473979"/>
                  </a:lnTo>
                  <a:lnTo>
                    <a:pt x="865937" y="473740"/>
                  </a:lnTo>
                  <a:lnTo>
                    <a:pt x="866052" y="473492"/>
                  </a:lnTo>
                  <a:lnTo>
                    <a:pt x="866201" y="473102"/>
                  </a:lnTo>
                  <a:lnTo>
                    <a:pt x="866236" y="472963"/>
                  </a:lnTo>
                  <a:lnTo>
                    <a:pt x="866265" y="472796"/>
                  </a:lnTo>
                  <a:lnTo>
                    <a:pt x="866307" y="472429"/>
                  </a:lnTo>
                  <a:lnTo>
                    <a:pt x="866351" y="472184"/>
                  </a:lnTo>
                  <a:lnTo>
                    <a:pt x="866425" y="471925"/>
                  </a:lnTo>
                  <a:lnTo>
                    <a:pt x="866532" y="471665"/>
                  </a:lnTo>
                  <a:lnTo>
                    <a:pt x="866604" y="471519"/>
                  </a:lnTo>
                  <a:lnTo>
                    <a:pt x="866722" y="471299"/>
                  </a:lnTo>
                  <a:lnTo>
                    <a:pt x="867353" y="470412"/>
                  </a:lnTo>
                  <a:lnTo>
                    <a:pt x="867487" y="470288"/>
                  </a:lnTo>
                  <a:lnTo>
                    <a:pt x="867813" y="469960"/>
                  </a:lnTo>
                  <a:lnTo>
                    <a:pt x="867934" y="469825"/>
                  </a:lnTo>
                  <a:lnTo>
                    <a:pt x="868108" y="469618"/>
                  </a:lnTo>
                  <a:lnTo>
                    <a:pt x="868285" y="469394"/>
                  </a:lnTo>
                  <a:lnTo>
                    <a:pt x="868389" y="469258"/>
                  </a:lnTo>
                  <a:lnTo>
                    <a:pt x="868525" y="469075"/>
                  </a:lnTo>
                  <a:lnTo>
                    <a:pt x="868628" y="468909"/>
                  </a:lnTo>
                  <a:lnTo>
                    <a:pt x="869053" y="468219"/>
                  </a:lnTo>
                  <a:lnTo>
                    <a:pt x="869506" y="467545"/>
                  </a:lnTo>
                  <a:lnTo>
                    <a:pt x="869870" y="466965"/>
                  </a:lnTo>
                  <a:lnTo>
                    <a:pt x="870058" y="466620"/>
                  </a:lnTo>
                  <a:lnTo>
                    <a:pt x="870314" y="466155"/>
                  </a:lnTo>
                  <a:lnTo>
                    <a:pt x="870484" y="465846"/>
                  </a:lnTo>
                  <a:lnTo>
                    <a:pt x="870684" y="464854"/>
                  </a:lnTo>
                  <a:lnTo>
                    <a:pt x="870381" y="463813"/>
                  </a:lnTo>
                  <a:lnTo>
                    <a:pt x="870371" y="463520"/>
                  </a:lnTo>
                  <a:lnTo>
                    <a:pt x="870368" y="463360"/>
                  </a:lnTo>
                  <a:lnTo>
                    <a:pt x="870500" y="462816"/>
                  </a:lnTo>
                  <a:lnTo>
                    <a:pt x="870613" y="462362"/>
                  </a:lnTo>
                  <a:lnTo>
                    <a:pt x="870994" y="461881"/>
                  </a:lnTo>
                  <a:lnTo>
                    <a:pt x="871301" y="459275"/>
                  </a:lnTo>
                  <a:lnTo>
                    <a:pt x="872731" y="457598"/>
                  </a:lnTo>
                  <a:lnTo>
                    <a:pt x="873871" y="456948"/>
                  </a:lnTo>
                  <a:lnTo>
                    <a:pt x="874806" y="456297"/>
                  </a:lnTo>
                  <a:lnTo>
                    <a:pt x="875852" y="455420"/>
                  </a:lnTo>
                  <a:lnTo>
                    <a:pt x="876131" y="454840"/>
                  </a:lnTo>
                  <a:lnTo>
                    <a:pt x="876806" y="454808"/>
                  </a:lnTo>
                  <a:lnTo>
                    <a:pt x="876885" y="454626"/>
                  </a:lnTo>
                  <a:lnTo>
                    <a:pt x="877077" y="453840"/>
                  </a:lnTo>
                  <a:lnTo>
                    <a:pt x="877390" y="452005"/>
                  </a:lnTo>
                  <a:lnTo>
                    <a:pt x="878014" y="451234"/>
                  </a:lnTo>
                  <a:lnTo>
                    <a:pt x="878535" y="450381"/>
                  </a:lnTo>
                  <a:lnTo>
                    <a:pt x="879587" y="449228"/>
                  </a:lnTo>
                  <a:lnTo>
                    <a:pt x="879851" y="448870"/>
                  </a:lnTo>
                  <a:lnTo>
                    <a:pt x="879994" y="448627"/>
                  </a:lnTo>
                  <a:lnTo>
                    <a:pt x="880889" y="446968"/>
                  </a:lnTo>
                  <a:lnTo>
                    <a:pt x="881017" y="446870"/>
                  </a:lnTo>
                  <a:lnTo>
                    <a:pt x="881182" y="446749"/>
                  </a:lnTo>
                  <a:lnTo>
                    <a:pt x="881311" y="446658"/>
                  </a:lnTo>
                  <a:lnTo>
                    <a:pt x="883525" y="446371"/>
                  </a:lnTo>
                  <a:lnTo>
                    <a:pt x="885350" y="447011"/>
                  </a:lnTo>
                  <a:lnTo>
                    <a:pt x="886125" y="446993"/>
                  </a:lnTo>
                  <a:lnTo>
                    <a:pt x="887763" y="447087"/>
                  </a:lnTo>
                  <a:lnTo>
                    <a:pt x="889970" y="449355"/>
                  </a:lnTo>
                  <a:lnTo>
                    <a:pt x="892812" y="448141"/>
                  </a:lnTo>
                  <a:lnTo>
                    <a:pt x="893212" y="447555"/>
                  </a:lnTo>
                  <a:lnTo>
                    <a:pt x="893346" y="447438"/>
                  </a:lnTo>
                  <a:lnTo>
                    <a:pt x="893598" y="447210"/>
                  </a:lnTo>
                  <a:lnTo>
                    <a:pt x="894392" y="446422"/>
                  </a:lnTo>
                  <a:lnTo>
                    <a:pt x="894576" y="446227"/>
                  </a:lnTo>
                  <a:lnTo>
                    <a:pt x="894744" y="446044"/>
                  </a:lnTo>
                  <a:lnTo>
                    <a:pt x="895083" y="445664"/>
                  </a:lnTo>
                  <a:lnTo>
                    <a:pt x="896034" y="444473"/>
                  </a:lnTo>
                  <a:lnTo>
                    <a:pt x="896139" y="444317"/>
                  </a:lnTo>
                  <a:lnTo>
                    <a:pt x="896295" y="444079"/>
                  </a:lnTo>
                  <a:lnTo>
                    <a:pt x="896422" y="443870"/>
                  </a:lnTo>
                  <a:lnTo>
                    <a:pt x="896523" y="443700"/>
                  </a:lnTo>
                  <a:lnTo>
                    <a:pt x="896626" y="443526"/>
                  </a:lnTo>
                  <a:lnTo>
                    <a:pt x="896730" y="443342"/>
                  </a:lnTo>
                  <a:lnTo>
                    <a:pt x="896834" y="443155"/>
                  </a:lnTo>
                  <a:lnTo>
                    <a:pt x="896932" y="442972"/>
                  </a:lnTo>
                  <a:lnTo>
                    <a:pt x="897007" y="442828"/>
                  </a:lnTo>
                  <a:lnTo>
                    <a:pt x="897076" y="442691"/>
                  </a:lnTo>
                  <a:lnTo>
                    <a:pt x="897143" y="442554"/>
                  </a:lnTo>
                  <a:lnTo>
                    <a:pt x="897247" y="442324"/>
                  </a:lnTo>
                  <a:lnTo>
                    <a:pt x="897715" y="441165"/>
                  </a:lnTo>
                  <a:lnTo>
                    <a:pt x="897783" y="440913"/>
                  </a:lnTo>
                  <a:lnTo>
                    <a:pt x="897829" y="440728"/>
                  </a:lnTo>
                  <a:lnTo>
                    <a:pt x="897874" y="440511"/>
                  </a:lnTo>
                  <a:lnTo>
                    <a:pt x="897911" y="440314"/>
                  </a:lnTo>
                  <a:lnTo>
                    <a:pt x="897996" y="439854"/>
                  </a:lnTo>
                  <a:lnTo>
                    <a:pt x="898049" y="439543"/>
                  </a:lnTo>
                  <a:lnTo>
                    <a:pt x="898129" y="439030"/>
                  </a:lnTo>
                  <a:lnTo>
                    <a:pt x="898154" y="438849"/>
                  </a:lnTo>
                  <a:lnTo>
                    <a:pt x="898254" y="438146"/>
                  </a:lnTo>
                  <a:lnTo>
                    <a:pt x="898291" y="437897"/>
                  </a:lnTo>
                  <a:lnTo>
                    <a:pt x="898317" y="437742"/>
                  </a:lnTo>
                  <a:lnTo>
                    <a:pt x="898344" y="437596"/>
                  </a:lnTo>
                  <a:lnTo>
                    <a:pt x="898376" y="437438"/>
                  </a:lnTo>
                  <a:lnTo>
                    <a:pt x="898414" y="437242"/>
                  </a:lnTo>
                  <a:lnTo>
                    <a:pt x="898474" y="436986"/>
                  </a:lnTo>
                  <a:lnTo>
                    <a:pt x="898557" y="436592"/>
                  </a:lnTo>
                  <a:lnTo>
                    <a:pt x="898600" y="436421"/>
                  </a:lnTo>
                  <a:lnTo>
                    <a:pt x="898679" y="436161"/>
                  </a:lnTo>
                  <a:lnTo>
                    <a:pt x="898787" y="435844"/>
                  </a:lnTo>
                  <a:lnTo>
                    <a:pt x="898846" y="435662"/>
                  </a:lnTo>
                  <a:lnTo>
                    <a:pt x="898915" y="435424"/>
                  </a:lnTo>
                  <a:lnTo>
                    <a:pt x="898930" y="435293"/>
                  </a:lnTo>
                  <a:lnTo>
                    <a:pt x="899072" y="434386"/>
                  </a:lnTo>
                  <a:lnTo>
                    <a:pt x="899110" y="434256"/>
                  </a:lnTo>
                  <a:lnTo>
                    <a:pt x="899159" y="434105"/>
                  </a:lnTo>
                  <a:lnTo>
                    <a:pt x="899233" y="433908"/>
                  </a:lnTo>
                  <a:lnTo>
                    <a:pt x="899370" y="433557"/>
                  </a:lnTo>
                  <a:lnTo>
                    <a:pt x="899541" y="433150"/>
                  </a:lnTo>
                  <a:lnTo>
                    <a:pt x="899652" y="432902"/>
                  </a:lnTo>
                  <a:lnTo>
                    <a:pt x="899779" y="432640"/>
                  </a:lnTo>
                  <a:lnTo>
                    <a:pt x="899865" y="432481"/>
                  </a:lnTo>
                  <a:lnTo>
                    <a:pt x="899955" y="432320"/>
                  </a:lnTo>
                  <a:lnTo>
                    <a:pt x="900077" y="432136"/>
                  </a:lnTo>
                  <a:lnTo>
                    <a:pt x="900204" y="431953"/>
                  </a:lnTo>
                  <a:lnTo>
                    <a:pt x="900386" y="431701"/>
                  </a:lnTo>
                  <a:lnTo>
                    <a:pt x="900783" y="431128"/>
                  </a:lnTo>
                  <a:lnTo>
                    <a:pt x="901185" y="430514"/>
                  </a:lnTo>
                  <a:lnTo>
                    <a:pt x="901364" y="430194"/>
                  </a:lnTo>
                  <a:lnTo>
                    <a:pt x="901688" y="429339"/>
                  </a:lnTo>
                  <a:lnTo>
                    <a:pt x="901453" y="428338"/>
                  </a:lnTo>
                  <a:lnTo>
                    <a:pt x="901348" y="428184"/>
                  </a:lnTo>
                  <a:lnTo>
                    <a:pt x="900874" y="427436"/>
                  </a:lnTo>
                  <a:lnTo>
                    <a:pt x="900814" y="427307"/>
                  </a:lnTo>
                  <a:lnTo>
                    <a:pt x="900687" y="426059"/>
                  </a:lnTo>
                  <a:lnTo>
                    <a:pt x="900618" y="425327"/>
                  </a:lnTo>
                  <a:lnTo>
                    <a:pt x="900692" y="424702"/>
                  </a:lnTo>
                  <a:lnTo>
                    <a:pt x="900676" y="424553"/>
                  </a:lnTo>
                  <a:lnTo>
                    <a:pt x="900613" y="424281"/>
                  </a:lnTo>
                  <a:lnTo>
                    <a:pt x="900538" y="424076"/>
                  </a:lnTo>
                  <a:lnTo>
                    <a:pt x="900341" y="423577"/>
                  </a:lnTo>
                  <a:lnTo>
                    <a:pt x="900298" y="423447"/>
                  </a:lnTo>
                  <a:lnTo>
                    <a:pt x="900247" y="423269"/>
                  </a:lnTo>
                  <a:lnTo>
                    <a:pt x="900184" y="423015"/>
                  </a:lnTo>
                  <a:lnTo>
                    <a:pt x="900130" y="422796"/>
                  </a:lnTo>
                  <a:lnTo>
                    <a:pt x="900084" y="422601"/>
                  </a:lnTo>
                  <a:lnTo>
                    <a:pt x="900019" y="422369"/>
                  </a:lnTo>
                  <a:lnTo>
                    <a:pt x="899947" y="422136"/>
                  </a:lnTo>
                  <a:lnTo>
                    <a:pt x="899900" y="421982"/>
                  </a:lnTo>
                  <a:lnTo>
                    <a:pt x="899809" y="421724"/>
                  </a:lnTo>
                  <a:lnTo>
                    <a:pt x="899690" y="421014"/>
                  </a:lnTo>
                  <a:lnTo>
                    <a:pt x="899618" y="420680"/>
                  </a:lnTo>
                  <a:lnTo>
                    <a:pt x="899470" y="420003"/>
                  </a:lnTo>
                  <a:lnTo>
                    <a:pt x="899406" y="419686"/>
                  </a:lnTo>
                  <a:lnTo>
                    <a:pt x="899339" y="419330"/>
                  </a:lnTo>
                  <a:lnTo>
                    <a:pt x="899268" y="418895"/>
                  </a:lnTo>
                  <a:lnTo>
                    <a:pt x="899236" y="418661"/>
                  </a:lnTo>
                  <a:lnTo>
                    <a:pt x="899210" y="418452"/>
                  </a:lnTo>
                  <a:lnTo>
                    <a:pt x="899187" y="418260"/>
                  </a:lnTo>
                  <a:lnTo>
                    <a:pt x="899170" y="418102"/>
                  </a:lnTo>
                  <a:lnTo>
                    <a:pt x="899159" y="417953"/>
                  </a:lnTo>
                  <a:lnTo>
                    <a:pt x="899143" y="417595"/>
                  </a:lnTo>
                  <a:lnTo>
                    <a:pt x="899141" y="417433"/>
                  </a:lnTo>
                  <a:lnTo>
                    <a:pt x="899146" y="417145"/>
                  </a:lnTo>
                  <a:lnTo>
                    <a:pt x="899150" y="417014"/>
                  </a:lnTo>
                  <a:lnTo>
                    <a:pt x="899161" y="416794"/>
                  </a:lnTo>
                  <a:lnTo>
                    <a:pt x="899170" y="416661"/>
                  </a:lnTo>
                  <a:lnTo>
                    <a:pt x="899183" y="416491"/>
                  </a:lnTo>
                  <a:lnTo>
                    <a:pt x="899201" y="416296"/>
                  </a:lnTo>
                  <a:lnTo>
                    <a:pt x="899223" y="416102"/>
                  </a:lnTo>
                  <a:lnTo>
                    <a:pt x="899279" y="415749"/>
                  </a:lnTo>
                  <a:lnTo>
                    <a:pt x="899312" y="415591"/>
                  </a:lnTo>
                  <a:lnTo>
                    <a:pt x="900385" y="414068"/>
                  </a:lnTo>
                  <a:lnTo>
                    <a:pt x="900518" y="413445"/>
                  </a:lnTo>
                  <a:lnTo>
                    <a:pt x="900581" y="413152"/>
                  </a:lnTo>
                  <a:lnTo>
                    <a:pt x="900804" y="412561"/>
                  </a:lnTo>
                  <a:lnTo>
                    <a:pt x="901862" y="411770"/>
                  </a:lnTo>
                  <a:lnTo>
                    <a:pt x="902519" y="411339"/>
                  </a:lnTo>
                  <a:lnTo>
                    <a:pt x="902578" y="411027"/>
                  </a:lnTo>
                  <a:lnTo>
                    <a:pt x="902609" y="410812"/>
                  </a:lnTo>
                  <a:lnTo>
                    <a:pt x="902631" y="410566"/>
                  </a:lnTo>
                  <a:lnTo>
                    <a:pt x="902645" y="410321"/>
                  </a:lnTo>
                  <a:lnTo>
                    <a:pt x="902652" y="410137"/>
                  </a:lnTo>
                  <a:lnTo>
                    <a:pt x="902653" y="409984"/>
                  </a:lnTo>
                  <a:lnTo>
                    <a:pt x="902604" y="409466"/>
                  </a:lnTo>
                  <a:lnTo>
                    <a:pt x="902574" y="409332"/>
                  </a:lnTo>
                  <a:lnTo>
                    <a:pt x="902518" y="409091"/>
                  </a:lnTo>
                  <a:lnTo>
                    <a:pt x="902474" y="408897"/>
                  </a:lnTo>
                  <a:lnTo>
                    <a:pt x="902433" y="408084"/>
                  </a:lnTo>
                  <a:lnTo>
                    <a:pt x="902552" y="407614"/>
                  </a:lnTo>
                  <a:lnTo>
                    <a:pt x="902316" y="406278"/>
                  </a:lnTo>
                  <a:lnTo>
                    <a:pt x="901689" y="404443"/>
                  </a:lnTo>
                  <a:lnTo>
                    <a:pt x="901891" y="403719"/>
                  </a:lnTo>
                  <a:lnTo>
                    <a:pt x="901877" y="403440"/>
                  </a:lnTo>
                  <a:lnTo>
                    <a:pt x="901853" y="403200"/>
                  </a:lnTo>
                  <a:lnTo>
                    <a:pt x="901828" y="403022"/>
                  </a:lnTo>
                  <a:lnTo>
                    <a:pt x="901802" y="402885"/>
                  </a:lnTo>
                  <a:lnTo>
                    <a:pt x="901714" y="402500"/>
                  </a:lnTo>
                  <a:lnTo>
                    <a:pt x="901398" y="401739"/>
                  </a:lnTo>
                  <a:lnTo>
                    <a:pt x="901306" y="401579"/>
                  </a:lnTo>
                  <a:lnTo>
                    <a:pt x="901134" y="401306"/>
                  </a:lnTo>
                  <a:lnTo>
                    <a:pt x="900712" y="400695"/>
                  </a:lnTo>
                  <a:lnTo>
                    <a:pt x="900529" y="400435"/>
                  </a:lnTo>
                  <a:lnTo>
                    <a:pt x="899334" y="397654"/>
                  </a:lnTo>
                  <a:lnTo>
                    <a:pt x="898328" y="396891"/>
                  </a:lnTo>
                  <a:lnTo>
                    <a:pt x="898209" y="396712"/>
                  </a:lnTo>
                  <a:lnTo>
                    <a:pt x="898057" y="396482"/>
                  </a:lnTo>
                  <a:lnTo>
                    <a:pt x="897788" y="396058"/>
                  </a:lnTo>
                  <a:lnTo>
                    <a:pt x="897524" y="395638"/>
                  </a:lnTo>
                  <a:lnTo>
                    <a:pt x="897407" y="395436"/>
                  </a:lnTo>
                  <a:lnTo>
                    <a:pt x="897020" y="394589"/>
                  </a:lnTo>
                  <a:lnTo>
                    <a:pt x="896960" y="394388"/>
                  </a:lnTo>
                  <a:lnTo>
                    <a:pt x="896772" y="393774"/>
                  </a:lnTo>
                  <a:lnTo>
                    <a:pt x="896433" y="393175"/>
                  </a:lnTo>
                  <a:lnTo>
                    <a:pt x="895797" y="392351"/>
                  </a:lnTo>
                  <a:lnTo>
                    <a:pt x="895651" y="391520"/>
                  </a:lnTo>
                  <a:lnTo>
                    <a:pt x="895276" y="390817"/>
                  </a:lnTo>
                  <a:lnTo>
                    <a:pt x="895127" y="390173"/>
                  </a:lnTo>
                  <a:lnTo>
                    <a:pt x="895084" y="390045"/>
                  </a:lnTo>
                  <a:lnTo>
                    <a:pt x="895031" y="389899"/>
                  </a:lnTo>
                  <a:lnTo>
                    <a:pt x="894971" y="389740"/>
                  </a:lnTo>
                  <a:lnTo>
                    <a:pt x="894916" y="389611"/>
                  </a:lnTo>
                  <a:lnTo>
                    <a:pt x="894846" y="389456"/>
                  </a:lnTo>
                  <a:lnTo>
                    <a:pt x="894706" y="389169"/>
                  </a:lnTo>
                  <a:lnTo>
                    <a:pt x="894522" y="388717"/>
                  </a:lnTo>
                  <a:lnTo>
                    <a:pt x="894457" y="388435"/>
                  </a:lnTo>
                  <a:lnTo>
                    <a:pt x="894142" y="387740"/>
                  </a:lnTo>
                  <a:lnTo>
                    <a:pt x="893760" y="387034"/>
                  </a:lnTo>
                  <a:lnTo>
                    <a:pt x="893664" y="386857"/>
                  </a:lnTo>
                  <a:lnTo>
                    <a:pt x="893541" y="386642"/>
                  </a:lnTo>
                  <a:lnTo>
                    <a:pt x="893433" y="386463"/>
                  </a:lnTo>
                  <a:lnTo>
                    <a:pt x="893270" y="386202"/>
                  </a:lnTo>
                  <a:lnTo>
                    <a:pt x="893006" y="385793"/>
                  </a:lnTo>
                  <a:lnTo>
                    <a:pt x="892927" y="385664"/>
                  </a:lnTo>
                  <a:lnTo>
                    <a:pt x="892802" y="385438"/>
                  </a:lnTo>
                  <a:lnTo>
                    <a:pt x="892692" y="385223"/>
                  </a:lnTo>
                  <a:lnTo>
                    <a:pt x="892627" y="385092"/>
                  </a:lnTo>
                  <a:lnTo>
                    <a:pt x="892411" y="384585"/>
                  </a:lnTo>
                  <a:lnTo>
                    <a:pt x="892343" y="384386"/>
                  </a:lnTo>
                  <a:lnTo>
                    <a:pt x="891782" y="384554"/>
                  </a:lnTo>
                  <a:lnTo>
                    <a:pt x="891546" y="384625"/>
                  </a:lnTo>
                  <a:lnTo>
                    <a:pt x="891044" y="384774"/>
                  </a:lnTo>
                  <a:lnTo>
                    <a:pt x="889768" y="385155"/>
                  </a:lnTo>
                  <a:lnTo>
                    <a:pt x="889506" y="385233"/>
                  </a:lnTo>
                  <a:lnTo>
                    <a:pt x="889014" y="385380"/>
                  </a:lnTo>
                  <a:lnTo>
                    <a:pt x="888263" y="385604"/>
                  </a:lnTo>
                  <a:lnTo>
                    <a:pt x="887522" y="383765"/>
                  </a:lnTo>
                  <a:lnTo>
                    <a:pt x="886909" y="382247"/>
                  </a:lnTo>
                  <a:lnTo>
                    <a:pt x="886753" y="381852"/>
                  </a:lnTo>
                  <a:lnTo>
                    <a:pt x="887770" y="380817"/>
                  </a:lnTo>
                  <a:lnTo>
                    <a:pt x="888748" y="379821"/>
                  </a:lnTo>
                  <a:lnTo>
                    <a:pt x="889095" y="379565"/>
                  </a:lnTo>
                  <a:lnTo>
                    <a:pt x="889375" y="379358"/>
                  </a:lnTo>
                  <a:lnTo>
                    <a:pt x="889874" y="378990"/>
                  </a:lnTo>
                  <a:lnTo>
                    <a:pt x="890197" y="378753"/>
                  </a:lnTo>
                  <a:lnTo>
                    <a:pt x="890632" y="378431"/>
                  </a:lnTo>
                  <a:lnTo>
                    <a:pt x="890780" y="378322"/>
                  </a:lnTo>
                  <a:lnTo>
                    <a:pt x="891299" y="377938"/>
                  </a:lnTo>
                  <a:lnTo>
                    <a:pt x="891899" y="377496"/>
                  </a:lnTo>
                  <a:lnTo>
                    <a:pt x="892053" y="377547"/>
                  </a:lnTo>
                  <a:lnTo>
                    <a:pt x="892526" y="377707"/>
                  </a:lnTo>
                  <a:lnTo>
                    <a:pt x="893214" y="377938"/>
                  </a:lnTo>
                  <a:lnTo>
                    <a:pt x="893872" y="378160"/>
                  </a:lnTo>
                  <a:lnTo>
                    <a:pt x="894511" y="378375"/>
                  </a:lnTo>
                  <a:lnTo>
                    <a:pt x="895032" y="378549"/>
                  </a:lnTo>
                  <a:lnTo>
                    <a:pt x="895308" y="378642"/>
                  </a:lnTo>
                  <a:lnTo>
                    <a:pt x="897287" y="379307"/>
                  </a:lnTo>
                  <a:lnTo>
                    <a:pt x="897867" y="379502"/>
                  </a:lnTo>
                  <a:lnTo>
                    <a:pt x="898398" y="379680"/>
                  </a:lnTo>
                  <a:lnTo>
                    <a:pt x="899355" y="380002"/>
                  </a:lnTo>
                  <a:lnTo>
                    <a:pt x="899883" y="380268"/>
                  </a:lnTo>
                  <a:lnTo>
                    <a:pt x="900668" y="380664"/>
                  </a:lnTo>
                  <a:lnTo>
                    <a:pt x="901875" y="381273"/>
                  </a:lnTo>
                  <a:lnTo>
                    <a:pt x="902541" y="381609"/>
                  </a:lnTo>
                  <a:lnTo>
                    <a:pt x="903957" y="382323"/>
                  </a:lnTo>
                  <a:lnTo>
                    <a:pt x="904492" y="382592"/>
                  </a:lnTo>
                  <a:lnTo>
                    <a:pt x="904889" y="382793"/>
                  </a:lnTo>
                  <a:lnTo>
                    <a:pt x="906302" y="383505"/>
                  </a:lnTo>
                  <a:lnTo>
                    <a:pt x="906570" y="383640"/>
                  </a:lnTo>
                  <a:lnTo>
                    <a:pt x="906967" y="383841"/>
                  </a:lnTo>
                  <a:lnTo>
                    <a:pt x="907415" y="384066"/>
                  </a:lnTo>
                  <a:lnTo>
                    <a:pt x="907855" y="384288"/>
                  </a:lnTo>
                  <a:lnTo>
                    <a:pt x="908001" y="384362"/>
                  </a:lnTo>
                  <a:lnTo>
                    <a:pt x="908579" y="384695"/>
                  </a:lnTo>
                  <a:lnTo>
                    <a:pt x="909426" y="385184"/>
                  </a:lnTo>
                  <a:lnTo>
                    <a:pt x="910050" y="385544"/>
                  </a:lnTo>
                  <a:lnTo>
                    <a:pt x="911800" y="386553"/>
                  </a:lnTo>
                  <a:lnTo>
                    <a:pt x="913270" y="387401"/>
                  </a:lnTo>
                  <a:lnTo>
                    <a:pt x="914164" y="387917"/>
                  </a:lnTo>
                  <a:lnTo>
                    <a:pt x="915063" y="388435"/>
                  </a:lnTo>
                  <a:lnTo>
                    <a:pt x="915270" y="388555"/>
                  </a:lnTo>
                  <a:lnTo>
                    <a:pt x="916000" y="388977"/>
                  </a:lnTo>
                  <a:lnTo>
                    <a:pt x="916230" y="389110"/>
                  </a:lnTo>
                  <a:lnTo>
                    <a:pt x="916670" y="389365"/>
                  </a:lnTo>
                  <a:lnTo>
                    <a:pt x="917249" y="389700"/>
                  </a:lnTo>
                  <a:lnTo>
                    <a:pt x="918074" y="390176"/>
                  </a:lnTo>
                  <a:lnTo>
                    <a:pt x="918681" y="390528"/>
                  </a:lnTo>
                  <a:lnTo>
                    <a:pt x="918966" y="390693"/>
                  </a:lnTo>
                  <a:lnTo>
                    <a:pt x="919941" y="391257"/>
                  </a:lnTo>
                  <a:lnTo>
                    <a:pt x="920264" y="391444"/>
                  </a:lnTo>
                  <a:lnTo>
                    <a:pt x="920648" y="391667"/>
                  </a:lnTo>
                  <a:lnTo>
                    <a:pt x="921063" y="391998"/>
                  </a:lnTo>
                  <a:lnTo>
                    <a:pt x="921618" y="392442"/>
                  </a:lnTo>
                  <a:lnTo>
                    <a:pt x="922011" y="392754"/>
                  </a:lnTo>
                  <a:lnTo>
                    <a:pt x="922722" y="393321"/>
                  </a:lnTo>
                  <a:lnTo>
                    <a:pt x="922932" y="393488"/>
                  </a:lnTo>
                  <a:lnTo>
                    <a:pt x="924241" y="394534"/>
                  </a:lnTo>
                  <a:lnTo>
                    <a:pt x="924789" y="394972"/>
                  </a:lnTo>
                  <a:lnTo>
                    <a:pt x="925064" y="395191"/>
                  </a:lnTo>
                  <a:lnTo>
                    <a:pt x="926393" y="396252"/>
                  </a:lnTo>
                  <a:lnTo>
                    <a:pt x="927422" y="397073"/>
                  </a:lnTo>
                  <a:lnTo>
                    <a:pt x="928300" y="397848"/>
                  </a:lnTo>
                  <a:lnTo>
                    <a:pt x="930242" y="399364"/>
                  </a:lnTo>
                  <a:lnTo>
                    <a:pt x="931391" y="400263"/>
                  </a:lnTo>
                  <a:lnTo>
                    <a:pt x="932637" y="401983"/>
                  </a:lnTo>
                  <a:lnTo>
                    <a:pt x="933231" y="401767"/>
                  </a:lnTo>
                  <a:lnTo>
                    <a:pt x="933730" y="401585"/>
                  </a:lnTo>
                  <a:lnTo>
                    <a:pt x="934330" y="401367"/>
                  </a:lnTo>
                  <a:lnTo>
                    <a:pt x="935399" y="400977"/>
                  </a:lnTo>
                  <a:lnTo>
                    <a:pt x="936159" y="400700"/>
                  </a:lnTo>
                  <a:lnTo>
                    <a:pt x="936989" y="400396"/>
                  </a:lnTo>
                  <a:lnTo>
                    <a:pt x="937817" y="400213"/>
                  </a:lnTo>
                  <a:lnTo>
                    <a:pt x="938562" y="400047"/>
                  </a:lnTo>
                  <a:lnTo>
                    <a:pt x="939016" y="399947"/>
                  </a:lnTo>
                  <a:lnTo>
                    <a:pt x="940047" y="399718"/>
                  </a:lnTo>
                  <a:lnTo>
                    <a:pt x="940326" y="399657"/>
                  </a:lnTo>
                  <a:lnTo>
                    <a:pt x="942353" y="399218"/>
                  </a:lnTo>
                  <a:lnTo>
                    <a:pt x="944223" y="398812"/>
                  </a:lnTo>
                  <a:lnTo>
                    <a:pt x="945874" y="398471"/>
                  </a:lnTo>
                  <a:lnTo>
                    <a:pt x="946206" y="398470"/>
                  </a:lnTo>
                  <a:lnTo>
                    <a:pt x="947460" y="398469"/>
                  </a:lnTo>
                  <a:lnTo>
                    <a:pt x="948071" y="398469"/>
                  </a:lnTo>
                  <a:lnTo>
                    <a:pt x="948539" y="398468"/>
                  </a:lnTo>
                  <a:lnTo>
                    <a:pt x="950037" y="398467"/>
                  </a:lnTo>
                  <a:lnTo>
                    <a:pt x="951115" y="398501"/>
                  </a:lnTo>
                  <a:lnTo>
                    <a:pt x="952534" y="398547"/>
                  </a:lnTo>
                  <a:lnTo>
                    <a:pt x="963621" y="394156"/>
                  </a:lnTo>
                  <a:lnTo>
                    <a:pt x="968685" y="386266"/>
                  </a:lnTo>
                  <a:lnTo>
                    <a:pt x="968329" y="385286"/>
                  </a:lnTo>
                  <a:lnTo>
                    <a:pt x="966478" y="378053"/>
                  </a:lnTo>
                  <a:lnTo>
                    <a:pt x="966491" y="373536"/>
                  </a:lnTo>
                  <a:lnTo>
                    <a:pt x="965737" y="371499"/>
                  </a:lnTo>
                  <a:lnTo>
                    <a:pt x="965688" y="371122"/>
                  </a:lnTo>
                  <a:lnTo>
                    <a:pt x="963600" y="366065"/>
                  </a:lnTo>
                  <a:lnTo>
                    <a:pt x="961943" y="363214"/>
                  </a:lnTo>
                  <a:lnTo>
                    <a:pt x="953165" y="349587"/>
                  </a:lnTo>
                  <a:lnTo>
                    <a:pt x="948878" y="338889"/>
                  </a:lnTo>
                  <a:lnTo>
                    <a:pt x="945690" y="335358"/>
                  </a:lnTo>
                  <a:lnTo>
                    <a:pt x="945373" y="333832"/>
                  </a:lnTo>
                  <a:lnTo>
                    <a:pt x="944970" y="333572"/>
                  </a:lnTo>
                  <a:lnTo>
                    <a:pt x="944248" y="333289"/>
                  </a:lnTo>
                  <a:lnTo>
                    <a:pt x="943809" y="332730"/>
                  </a:lnTo>
                  <a:lnTo>
                    <a:pt x="943004" y="331682"/>
                  </a:lnTo>
                  <a:lnTo>
                    <a:pt x="942867" y="331176"/>
                  </a:lnTo>
                  <a:lnTo>
                    <a:pt x="942285" y="330364"/>
                  </a:lnTo>
                  <a:lnTo>
                    <a:pt x="945413" y="316947"/>
                  </a:lnTo>
                  <a:lnTo>
                    <a:pt x="954744" y="276859"/>
                  </a:lnTo>
                  <a:lnTo>
                    <a:pt x="960593" y="266164"/>
                  </a:lnTo>
                  <a:lnTo>
                    <a:pt x="965586" y="257035"/>
                  </a:lnTo>
                  <a:lnTo>
                    <a:pt x="969914" y="249120"/>
                  </a:lnTo>
                  <a:lnTo>
                    <a:pt x="975840" y="238285"/>
                  </a:lnTo>
                  <a:lnTo>
                    <a:pt x="979569" y="231465"/>
                  </a:lnTo>
                  <a:lnTo>
                    <a:pt x="984853" y="223753"/>
                  </a:lnTo>
                  <a:lnTo>
                    <a:pt x="983209" y="206280"/>
                  </a:lnTo>
                  <a:lnTo>
                    <a:pt x="982513" y="198880"/>
                  </a:lnTo>
                  <a:lnTo>
                    <a:pt x="983290" y="189108"/>
                  </a:lnTo>
                  <a:lnTo>
                    <a:pt x="983751" y="183319"/>
                  </a:lnTo>
                  <a:lnTo>
                    <a:pt x="984043" y="179644"/>
                  </a:lnTo>
                  <a:lnTo>
                    <a:pt x="984315" y="176229"/>
                  </a:lnTo>
                  <a:lnTo>
                    <a:pt x="984445" y="173988"/>
                  </a:lnTo>
                  <a:lnTo>
                    <a:pt x="984478" y="171634"/>
                  </a:lnTo>
                  <a:lnTo>
                    <a:pt x="984404" y="169281"/>
                  </a:lnTo>
                  <a:lnTo>
                    <a:pt x="984251" y="167271"/>
                  </a:lnTo>
                  <a:lnTo>
                    <a:pt x="984225" y="166933"/>
                  </a:lnTo>
                  <a:lnTo>
                    <a:pt x="983934" y="164557"/>
                  </a:lnTo>
                  <a:lnTo>
                    <a:pt x="983552" y="162274"/>
                  </a:lnTo>
                  <a:lnTo>
                    <a:pt x="983058" y="159972"/>
                  </a:lnTo>
                  <a:lnTo>
                    <a:pt x="982462" y="157695"/>
                  </a:lnTo>
                  <a:lnTo>
                    <a:pt x="981763" y="155446"/>
                  </a:lnTo>
                  <a:lnTo>
                    <a:pt x="981700" y="155258"/>
                  </a:lnTo>
                  <a:lnTo>
                    <a:pt x="981322" y="154170"/>
                  </a:lnTo>
                  <a:lnTo>
                    <a:pt x="980475" y="151974"/>
                  </a:lnTo>
                  <a:lnTo>
                    <a:pt x="979529" y="149818"/>
                  </a:lnTo>
                  <a:lnTo>
                    <a:pt x="978488" y="147706"/>
                  </a:lnTo>
                  <a:lnTo>
                    <a:pt x="977352" y="145644"/>
                  </a:lnTo>
                  <a:lnTo>
                    <a:pt x="976125" y="143635"/>
                  </a:lnTo>
                  <a:lnTo>
                    <a:pt x="974809" y="141683"/>
                  </a:lnTo>
                  <a:lnTo>
                    <a:pt x="973407" y="139792"/>
                  </a:lnTo>
                  <a:lnTo>
                    <a:pt x="971920" y="137966"/>
                  </a:lnTo>
                  <a:lnTo>
                    <a:pt x="970353" y="136209"/>
                  </a:lnTo>
                  <a:lnTo>
                    <a:pt x="969735" y="135547"/>
                  </a:lnTo>
                  <a:lnTo>
                    <a:pt x="969298" y="135084"/>
                  </a:lnTo>
                  <a:lnTo>
                    <a:pt x="967633" y="133419"/>
                  </a:lnTo>
                  <a:lnTo>
                    <a:pt x="965895" y="131831"/>
                  </a:lnTo>
                  <a:lnTo>
                    <a:pt x="964088" y="130323"/>
                  </a:lnTo>
                  <a:lnTo>
                    <a:pt x="962178" y="128801"/>
                  </a:lnTo>
                  <a:lnTo>
                    <a:pt x="961236" y="128068"/>
                  </a:lnTo>
                  <a:lnTo>
                    <a:pt x="959331" y="126686"/>
                  </a:lnTo>
                  <a:lnTo>
                    <a:pt x="957365" y="125391"/>
                  </a:lnTo>
                  <a:lnTo>
                    <a:pt x="955343" y="124186"/>
                  </a:lnTo>
                  <a:lnTo>
                    <a:pt x="953269" y="123073"/>
                  </a:lnTo>
                  <a:lnTo>
                    <a:pt x="949272" y="121044"/>
                  </a:lnTo>
                  <a:lnTo>
                    <a:pt x="942029" y="117366"/>
                  </a:lnTo>
                  <a:lnTo>
                    <a:pt x="926683" y="109574"/>
                  </a:lnTo>
                  <a:lnTo>
                    <a:pt x="918863" y="105603"/>
                  </a:lnTo>
                  <a:lnTo>
                    <a:pt x="910428" y="101320"/>
                  </a:lnTo>
                  <a:lnTo>
                    <a:pt x="906268" y="99207"/>
                  </a:lnTo>
                  <a:lnTo>
                    <a:pt x="882343" y="87059"/>
                  </a:lnTo>
                  <a:lnTo>
                    <a:pt x="855533" y="73445"/>
                  </a:lnTo>
                  <a:lnTo>
                    <a:pt x="855109" y="73233"/>
                  </a:lnTo>
                  <a:lnTo>
                    <a:pt x="852979" y="72235"/>
                  </a:lnTo>
                  <a:lnTo>
                    <a:pt x="841042" y="66966"/>
                  </a:lnTo>
                  <a:lnTo>
                    <a:pt x="839078" y="66147"/>
                  </a:lnTo>
                  <a:lnTo>
                    <a:pt x="836870" y="65335"/>
                  </a:lnTo>
                  <a:lnTo>
                    <a:pt x="834628" y="64623"/>
                  </a:lnTo>
                  <a:lnTo>
                    <a:pt x="832357" y="64013"/>
                  </a:lnTo>
                  <a:lnTo>
                    <a:pt x="829585" y="63335"/>
                  </a:lnTo>
                  <a:lnTo>
                    <a:pt x="814600" y="59670"/>
                  </a:lnTo>
                  <a:lnTo>
                    <a:pt x="801225" y="56400"/>
                  </a:lnTo>
                  <a:lnTo>
                    <a:pt x="798713" y="55785"/>
                  </a:lnTo>
                  <a:lnTo>
                    <a:pt x="786714" y="52850"/>
                  </a:lnTo>
                  <a:lnTo>
                    <a:pt x="777887" y="50692"/>
                  </a:lnTo>
                  <a:lnTo>
                    <a:pt x="755578" y="45235"/>
                  </a:lnTo>
                  <a:lnTo>
                    <a:pt x="753488" y="44357"/>
                  </a:lnTo>
                  <a:lnTo>
                    <a:pt x="752018" y="43739"/>
                  </a:lnTo>
                  <a:lnTo>
                    <a:pt x="749772" y="42794"/>
                  </a:lnTo>
                  <a:lnTo>
                    <a:pt x="735864" y="36946"/>
                  </a:lnTo>
                  <a:lnTo>
                    <a:pt x="716032" y="28608"/>
                  </a:lnTo>
                  <a:lnTo>
                    <a:pt x="681113" y="13924"/>
                  </a:lnTo>
                  <a:lnTo>
                    <a:pt x="676033" y="11789"/>
                  </a:lnTo>
                  <a:lnTo>
                    <a:pt x="657723" y="4090"/>
                  </a:lnTo>
                  <a:lnTo>
                    <a:pt x="656204" y="3479"/>
                  </a:lnTo>
                  <a:lnTo>
                    <a:pt x="653992" y="2686"/>
                  </a:lnTo>
                  <a:lnTo>
                    <a:pt x="651747" y="1994"/>
                  </a:lnTo>
                  <a:lnTo>
                    <a:pt x="649472" y="1403"/>
                  </a:lnTo>
                  <a:lnTo>
                    <a:pt x="647173" y="915"/>
                  </a:lnTo>
                  <a:lnTo>
                    <a:pt x="644855" y="531"/>
                  </a:lnTo>
                  <a:lnTo>
                    <a:pt x="642522" y="252"/>
                  </a:lnTo>
                  <a:lnTo>
                    <a:pt x="640179" y="78"/>
                  </a:lnTo>
                  <a:lnTo>
                    <a:pt x="637830" y="10"/>
                  </a:lnTo>
                  <a:lnTo>
                    <a:pt x="636270" y="0"/>
                  </a:lnTo>
                  <a:lnTo>
                    <a:pt x="634699" y="13"/>
                  </a:lnTo>
                  <a:lnTo>
                    <a:pt x="627615" y="179"/>
                  </a:lnTo>
                  <a:lnTo>
                    <a:pt x="617582" y="414"/>
                  </a:lnTo>
                  <a:lnTo>
                    <a:pt x="612843" y="526"/>
                  </a:lnTo>
                  <a:lnTo>
                    <a:pt x="608104" y="637"/>
                  </a:lnTo>
                  <a:lnTo>
                    <a:pt x="607641" y="648"/>
                  </a:lnTo>
                  <a:lnTo>
                    <a:pt x="606943" y="664"/>
                  </a:lnTo>
                  <a:lnTo>
                    <a:pt x="589724" y="1068"/>
                  </a:lnTo>
                  <a:lnTo>
                    <a:pt x="589592" y="1071"/>
                  </a:lnTo>
                  <a:lnTo>
                    <a:pt x="587278" y="1177"/>
                  </a:lnTo>
                  <a:lnTo>
                    <a:pt x="584939" y="1389"/>
                  </a:lnTo>
                  <a:lnTo>
                    <a:pt x="529919" y="7618"/>
                  </a:lnTo>
                  <a:lnTo>
                    <a:pt x="506790" y="10237"/>
                  </a:lnTo>
                  <a:lnTo>
                    <a:pt x="498188" y="11211"/>
                  </a:lnTo>
                  <a:lnTo>
                    <a:pt x="476123" y="13709"/>
                  </a:lnTo>
                  <a:lnTo>
                    <a:pt x="438318" y="17990"/>
                  </a:lnTo>
                  <a:lnTo>
                    <a:pt x="426436" y="19335"/>
                  </a:lnTo>
                  <a:lnTo>
                    <a:pt x="417604" y="20335"/>
                  </a:lnTo>
                  <a:lnTo>
                    <a:pt x="417236" y="20378"/>
                  </a:lnTo>
                  <a:lnTo>
                    <a:pt x="414912" y="20711"/>
                  </a:lnTo>
                  <a:lnTo>
                    <a:pt x="412606" y="21148"/>
                  </a:lnTo>
                  <a:lnTo>
                    <a:pt x="410321" y="21688"/>
                  </a:lnTo>
                  <a:lnTo>
                    <a:pt x="408064" y="22331"/>
                  </a:lnTo>
                  <a:lnTo>
                    <a:pt x="405837" y="23074"/>
                  </a:lnTo>
                  <a:lnTo>
                    <a:pt x="403646" y="23917"/>
                  </a:lnTo>
                  <a:lnTo>
                    <a:pt x="383635" y="32135"/>
                  </a:lnTo>
                  <a:lnTo>
                    <a:pt x="354118" y="44257"/>
                  </a:lnTo>
                  <a:lnTo>
                    <a:pt x="330968" y="53764"/>
                  </a:lnTo>
                  <a:lnTo>
                    <a:pt x="309586" y="58583"/>
                  </a:lnTo>
                  <a:lnTo>
                    <a:pt x="307399" y="59076"/>
                  </a:lnTo>
                  <a:lnTo>
                    <a:pt x="280643" y="65106"/>
                  </a:lnTo>
                  <a:lnTo>
                    <a:pt x="278388" y="65668"/>
                  </a:lnTo>
                  <a:lnTo>
                    <a:pt x="276139" y="66336"/>
                  </a:lnTo>
                  <a:lnTo>
                    <a:pt x="269216" y="68563"/>
                  </a:lnTo>
                  <a:lnTo>
                    <a:pt x="267595" y="69114"/>
                  </a:lnTo>
                  <a:lnTo>
                    <a:pt x="265404" y="69955"/>
                  </a:lnTo>
                  <a:lnTo>
                    <a:pt x="263254" y="70893"/>
                  </a:lnTo>
                  <a:lnTo>
                    <a:pt x="261148" y="71927"/>
                  </a:lnTo>
                  <a:lnTo>
                    <a:pt x="259091" y="73055"/>
                  </a:lnTo>
                  <a:lnTo>
                    <a:pt x="257087" y="74275"/>
                  </a:lnTo>
                  <a:lnTo>
                    <a:pt x="255139" y="75583"/>
                  </a:lnTo>
                  <a:lnTo>
                    <a:pt x="254493" y="76038"/>
                  </a:lnTo>
                  <a:lnTo>
                    <a:pt x="252885" y="77218"/>
                  </a:lnTo>
                  <a:lnTo>
                    <a:pt x="251053" y="78684"/>
                  </a:lnTo>
                  <a:lnTo>
                    <a:pt x="236842" y="90583"/>
                  </a:lnTo>
                  <a:lnTo>
                    <a:pt x="228823" y="97298"/>
                  </a:lnTo>
                  <a:lnTo>
                    <a:pt x="220805" y="104013"/>
                  </a:lnTo>
                  <a:lnTo>
                    <a:pt x="190635" y="129276"/>
                  </a:lnTo>
                  <a:lnTo>
                    <a:pt x="190051" y="129766"/>
                  </a:lnTo>
                  <a:lnTo>
                    <a:pt x="161357" y="153793"/>
                  </a:lnTo>
                  <a:lnTo>
                    <a:pt x="160473" y="154550"/>
                  </a:lnTo>
                  <a:lnTo>
                    <a:pt x="147549" y="165868"/>
                  </a:lnTo>
                  <a:lnTo>
                    <a:pt x="143048" y="169809"/>
                  </a:lnTo>
                  <a:lnTo>
                    <a:pt x="137819" y="174389"/>
                  </a:lnTo>
                  <a:lnTo>
                    <a:pt x="117395" y="192274"/>
                  </a:lnTo>
                  <a:lnTo>
                    <a:pt x="103908" y="204085"/>
                  </a:lnTo>
                  <a:lnTo>
                    <a:pt x="100837" y="206774"/>
                  </a:lnTo>
                  <a:lnTo>
                    <a:pt x="57656" y="227942"/>
                  </a:lnTo>
                  <a:lnTo>
                    <a:pt x="0" y="256206"/>
                  </a:lnTo>
                  <a:lnTo>
                    <a:pt x="15306" y="287355"/>
                  </a:lnTo>
                  <a:lnTo>
                    <a:pt x="22985" y="302980"/>
                  </a:lnTo>
                  <a:lnTo>
                    <a:pt x="35431" y="328383"/>
                  </a:lnTo>
                  <a:lnTo>
                    <a:pt x="44992" y="347897"/>
                  </a:lnTo>
                  <a:lnTo>
                    <a:pt x="54483" y="367268"/>
                  </a:lnTo>
                  <a:lnTo>
                    <a:pt x="56418" y="371218"/>
                  </a:lnTo>
                  <a:lnTo>
                    <a:pt x="57412" y="373247"/>
                  </a:lnTo>
                  <a:lnTo>
                    <a:pt x="72640" y="375561"/>
                  </a:lnTo>
                  <a:lnTo>
                    <a:pt x="72915" y="375616"/>
                  </a:lnTo>
                  <a:lnTo>
                    <a:pt x="74148" y="375864"/>
                  </a:lnTo>
                  <a:lnTo>
                    <a:pt x="74496" y="375936"/>
                  </a:lnTo>
                  <a:lnTo>
                    <a:pt x="74879" y="375764"/>
                  </a:lnTo>
                  <a:lnTo>
                    <a:pt x="75147" y="375657"/>
                  </a:lnTo>
                  <a:lnTo>
                    <a:pt x="75637" y="375447"/>
                  </a:lnTo>
                  <a:lnTo>
                    <a:pt x="75904" y="375476"/>
                  </a:lnTo>
                  <a:lnTo>
                    <a:pt x="76275" y="375508"/>
                  </a:lnTo>
                  <a:lnTo>
                    <a:pt x="76509" y="375532"/>
                  </a:lnTo>
                  <a:lnTo>
                    <a:pt x="77254" y="375610"/>
                  </a:lnTo>
                  <a:lnTo>
                    <a:pt x="77434" y="375629"/>
                  </a:lnTo>
                  <a:lnTo>
                    <a:pt x="77939" y="375671"/>
                  </a:lnTo>
                  <a:lnTo>
                    <a:pt x="78588" y="375736"/>
                  </a:lnTo>
                  <a:lnTo>
                    <a:pt x="79964" y="375876"/>
                  </a:lnTo>
                  <a:lnTo>
                    <a:pt x="81949" y="376564"/>
                  </a:lnTo>
                  <a:lnTo>
                    <a:pt x="83380" y="377280"/>
                  </a:lnTo>
                  <a:lnTo>
                    <a:pt x="84488" y="378262"/>
                  </a:lnTo>
                  <a:lnTo>
                    <a:pt x="85018" y="378386"/>
                  </a:lnTo>
                  <a:lnTo>
                    <a:pt x="85482" y="378719"/>
                  </a:lnTo>
                  <a:lnTo>
                    <a:pt x="85728" y="378895"/>
                  </a:lnTo>
                  <a:lnTo>
                    <a:pt x="86211" y="379612"/>
                  </a:lnTo>
                  <a:lnTo>
                    <a:pt x="86572" y="379490"/>
                  </a:lnTo>
                  <a:lnTo>
                    <a:pt x="86720" y="379408"/>
                  </a:lnTo>
                  <a:lnTo>
                    <a:pt x="86856" y="379375"/>
                  </a:lnTo>
                  <a:lnTo>
                    <a:pt x="87093" y="379479"/>
                  </a:lnTo>
                  <a:lnTo>
                    <a:pt x="88260" y="379501"/>
                  </a:lnTo>
                  <a:lnTo>
                    <a:pt x="88410" y="379464"/>
                  </a:lnTo>
                  <a:lnTo>
                    <a:pt x="88825" y="379711"/>
                  </a:lnTo>
                  <a:lnTo>
                    <a:pt x="89336" y="380163"/>
                  </a:lnTo>
                  <a:lnTo>
                    <a:pt x="89618" y="380369"/>
                  </a:lnTo>
                  <a:lnTo>
                    <a:pt x="89749" y="380388"/>
                  </a:lnTo>
                  <a:lnTo>
                    <a:pt x="89878" y="380426"/>
                  </a:lnTo>
                  <a:lnTo>
                    <a:pt x="90239" y="380536"/>
                  </a:lnTo>
                  <a:lnTo>
                    <a:pt x="90417" y="380578"/>
                  </a:lnTo>
                  <a:lnTo>
                    <a:pt x="90776" y="380648"/>
                  </a:lnTo>
                  <a:lnTo>
                    <a:pt x="91636" y="380820"/>
                  </a:lnTo>
                  <a:lnTo>
                    <a:pt x="92368" y="380993"/>
                  </a:lnTo>
                  <a:lnTo>
                    <a:pt x="92677" y="381070"/>
                  </a:lnTo>
                  <a:lnTo>
                    <a:pt x="93116" y="381131"/>
                  </a:lnTo>
                  <a:lnTo>
                    <a:pt x="93460" y="381181"/>
                  </a:lnTo>
                  <a:lnTo>
                    <a:pt x="93807" y="381155"/>
                  </a:lnTo>
                  <a:lnTo>
                    <a:pt x="93992" y="381141"/>
                  </a:lnTo>
                  <a:lnTo>
                    <a:pt x="94368" y="381115"/>
                  </a:lnTo>
                  <a:lnTo>
                    <a:pt x="94712" y="381089"/>
                  </a:lnTo>
                  <a:lnTo>
                    <a:pt x="94895" y="381080"/>
                  </a:lnTo>
                  <a:lnTo>
                    <a:pt x="95029" y="381190"/>
                  </a:lnTo>
                  <a:lnTo>
                    <a:pt x="95083" y="381408"/>
                  </a:lnTo>
                  <a:lnTo>
                    <a:pt x="95132" y="381884"/>
                  </a:lnTo>
                  <a:lnTo>
                    <a:pt x="94890" y="382236"/>
                  </a:lnTo>
                  <a:lnTo>
                    <a:pt x="95598" y="383640"/>
                  </a:lnTo>
                  <a:lnTo>
                    <a:pt x="95849" y="383708"/>
                  </a:lnTo>
                  <a:lnTo>
                    <a:pt x="96018" y="383734"/>
                  </a:lnTo>
                  <a:lnTo>
                    <a:pt x="96149" y="383755"/>
                  </a:lnTo>
                  <a:lnTo>
                    <a:pt x="96281" y="383748"/>
                  </a:lnTo>
                  <a:lnTo>
                    <a:pt x="96759" y="383745"/>
                  </a:lnTo>
                  <a:lnTo>
                    <a:pt x="97521" y="383164"/>
                  </a:lnTo>
                  <a:lnTo>
                    <a:pt x="97826" y="382765"/>
                  </a:lnTo>
                  <a:lnTo>
                    <a:pt x="97978" y="382543"/>
                  </a:lnTo>
                  <a:lnTo>
                    <a:pt x="98442" y="381964"/>
                  </a:lnTo>
                  <a:lnTo>
                    <a:pt x="98508" y="381835"/>
                  </a:lnTo>
                  <a:lnTo>
                    <a:pt x="99755" y="381443"/>
                  </a:lnTo>
                  <a:lnTo>
                    <a:pt x="99917" y="381443"/>
                  </a:lnTo>
                  <a:lnTo>
                    <a:pt x="100287" y="380770"/>
                  </a:lnTo>
                  <a:lnTo>
                    <a:pt x="100473" y="380841"/>
                  </a:lnTo>
                  <a:lnTo>
                    <a:pt x="101115" y="381481"/>
                  </a:lnTo>
                  <a:lnTo>
                    <a:pt x="101185" y="381610"/>
                  </a:lnTo>
                  <a:lnTo>
                    <a:pt x="101422" y="382079"/>
                  </a:lnTo>
                  <a:lnTo>
                    <a:pt x="101542" y="382466"/>
                  </a:lnTo>
                  <a:lnTo>
                    <a:pt x="101708" y="382601"/>
                  </a:lnTo>
                  <a:lnTo>
                    <a:pt x="101949" y="382599"/>
                  </a:lnTo>
                  <a:lnTo>
                    <a:pt x="102207" y="383027"/>
                  </a:lnTo>
                  <a:lnTo>
                    <a:pt x="102595" y="383096"/>
                  </a:lnTo>
                  <a:lnTo>
                    <a:pt x="103104" y="383127"/>
                  </a:lnTo>
                  <a:lnTo>
                    <a:pt x="103237" y="382847"/>
                  </a:lnTo>
                  <a:lnTo>
                    <a:pt x="103706" y="382959"/>
                  </a:lnTo>
                  <a:lnTo>
                    <a:pt x="104012" y="382921"/>
                  </a:lnTo>
                  <a:lnTo>
                    <a:pt x="104345" y="382838"/>
                  </a:lnTo>
                  <a:lnTo>
                    <a:pt x="104738" y="382694"/>
                  </a:lnTo>
                  <a:lnTo>
                    <a:pt x="105033" y="382185"/>
                  </a:lnTo>
                  <a:lnTo>
                    <a:pt x="105347" y="381464"/>
                  </a:lnTo>
                  <a:lnTo>
                    <a:pt x="105405" y="381110"/>
                  </a:lnTo>
                  <a:lnTo>
                    <a:pt x="105490" y="380768"/>
                  </a:lnTo>
                  <a:lnTo>
                    <a:pt x="105708" y="380067"/>
                  </a:lnTo>
                  <a:lnTo>
                    <a:pt x="105865" y="380025"/>
                  </a:lnTo>
                  <a:lnTo>
                    <a:pt x="106228" y="379872"/>
                  </a:lnTo>
                  <a:lnTo>
                    <a:pt x="106594" y="379736"/>
                  </a:lnTo>
                  <a:lnTo>
                    <a:pt x="107201" y="379495"/>
                  </a:lnTo>
                  <a:lnTo>
                    <a:pt x="107773" y="379239"/>
                  </a:lnTo>
                  <a:lnTo>
                    <a:pt x="108167" y="379099"/>
                  </a:lnTo>
                  <a:lnTo>
                    <a:pt x="108446" y="379127"/>
                  </a:lnTo>
                  <a:lnTo>
                    <a:pt x="108671" y="379162"/>
                  </a:lnTo>
                  <a:lnTo>
                    <a:pt x="109578" y="379305"/>
                  </a:lnTo>
                  <a:lnTo>
                    <a:pt x="110153" y="379420"/>
                  </a:lnTo>
                  <a:lnTo>
                    <a:pt x="112004" y="379714"/>
                  </a:lnTo>
                  <a:lnTo>
                    <a:pt x="112305" y="379762"/>
                  </a:lnTo>
                  <a:lnTo>
                    <a:pt x="112570" y="379840"/>
                  </a:lnTo>
                  <a:lnTo>
                    <a:pt x="113545" y="380034"/>
                  </a:lnTo>
                  <a:lnTo>
                    <a:pt x="113531" y="380323"/>
                  </a:lnTo>
                  <a:lnTo>
                    <a:pt x="113601" y="380630"/>
                  </a:lnTo>
                  <a:lnTo>
                    <a:pt x="113536" y="380841"/>
                  </a:lnTo>
                  <a:lnTo>
                    <a:pt x="113440" y="381141"/>
                  </a:lnTo>
                  <a:lnTo>
                    <a:pt x="113397" y="381305"/>
                  </a:lnTo>
                  <a:lnTo>
                    <a:pt x="113301" y="381530"/>
                  </a:lnTo>
                  <a:lnTo>
                    <a:pt x="113177" y="381755"/>
                  </a:lnTo>
                  <a:lnTo>
                    <a:pt x="112080" y="383026"/>
                  </a:lnTo>
                  <a:lnTo>
                    <a:pt x="112097" y="383153"/>
                  </a:lnTo>
                  <a:lnTo>
                    <a:pt x="112577" y="383676"/>
                  </a:lnTo>
                  <a:lnTo>
                    <a:pt x="113026" y="384021"/>
                  </a:lnTo>
                  <a:lnTo>
                    <a:pt x="113355" y="384371"/>
                  </a:lnTo>
                  <a:lnTo>
                    <a:pt x="113355" y="384728"/>
                  </a:lnTo>
                  <a:lnTo>
                    <a:pt x="113416" y="384996"/>
                  </a:lnTo>
                  <a:lnTo>
                    <a:pt x="113627" y="385412"/>
                  </a:lnTo>
                  <a:lnTo>
                    <a:pt x="113716" y="385600"/>
                  </a:lnTo>
                  <a:lnTo>
                    <a:pt x="114272" y="386073"/>
                  </a:lnTo>
                  <a:lnTo>
                    <a:pt x="114553" y="385945"/>
                  </a:lnTo>
                  <a:lnTo>
                    <a:pt x="114703" y="385872"/>
                  </a:lnTo>
                  <a:lnTo>
                    <a:pt x="115174" y="386095"/>
                  </a:lnTo>
                  <a:lnTo>
                    <a:pt x="115376" y="386261"/>
                  </a:lnTo>
                  <a:lnTo>
                    <a:pt x="115692" y="386456"/>
                  </a:lnTo>
                  <a:lnTo>
                    <a:pt x="116562" y="386835"/>
                  </a:lnTo>
                  <a:lnTo>
                    <a:pt x="117045" y="387342"/>
                  </a:lnTo>
                  <a:lnTo>
                    <a:pt x="117059" y="387597"/>
                  </a:lnTo>
                  <a:lnTo>
                    <a:pt x="117069" y="387736"/>
                  </a:lnTo>
                  <a:lnTo>
                    <a:pt x="117341" y="388348"/>
                  </a:lnTo>
                  <a:lnTo>
                    <a:pt x="117425" y="388727"/>
                  </a:lnTo>
                  <a:lnTo>
                    <a:pt x="117470" y="388959"/>
                  </a:lnTo>
                  <a:lnTo>
                    <a:pt x="117608" y="389173"/>
                  </a:lnTo>
                  <a:lnTo>
                    <a:pt x="117772" y="389304"/>
                  </a:lnTo>
                  <a:lnTo>
                    <a:pt x="117962" y="389346"/>
                  </a:lnTo>
                  <a:lnTo>
                    <a:pt x="118494" y="389414"/>
                  </a:lnTo>
                  <a:lnTo>
                    <a:pt x="119118" y="389384"/>
                  </a:lnTo>
                  <a:lnTo>
                    <a:pt x="119535" y="389372"/>
                  </a:lnTo>
                  <a:lnTo>
                    <a:pt x="119296" y="390247"/>
                  </a:lnTo>
                  <a:lnTo>
                    <a:pt x="119443" y="390361"/>
                  </a:lnTo>
                  <a:lnTo>
                    <a:pt x="119589" y="390490"/>
                  </a:lnTo>
                  <a:lnTo>
                    <a:pt x="119741" y="390605"/>
                  </a:lnTo>
                  <a:lnTo>
                    <a:pt x="119959" y="390809"/>
                  </a:lnTo>
                  <a:lnTo>
                    <a:pt x="120290" y="391039"/>
                  </a:lnTo>
                  <a:lnTo>
                    <a:pt x="120548" y="391196"/>
                  </a:lnTo>
                  <a:lnTo>
                    <a:pt x="120693" y="391295"/>
                  </a:lnTo>
                  <a:lnTo>
                    <a:pt x="120848" y="391398"/>
                  </a:lnTo>
                  <a:lnTo>
                    <a:pt x="121689" y="391747"/>
                  </a:lnTo>
                  <a:lnTo>
                    <a:pt x="122250" y="391806"/>
                  </a:lnTo>
                  <a:lnTo>
                    <a:pt x="122381" y="391810"/>
                  </a:lnTo>
                  <a:lnTo>
                    <a:pt x="122653" y="391815"/>
                  </a:lnTo>
                  <a:lnTo>
                    <a:pt x="122803" y="391820"/>
                  </a:lnTo>
                  <a:lnTo>
                    <a:pt x="122941" y="391822"/>
                  </a:lnTo>
                  <a:lnTo>
                    <a:pt x="123105" y="391824"/>
                  </a:lnTo>
                  <a:lnTo>
                    <a:pt x="123035" y="392066"/>
                  </a:lnTo>
                  <a:lnTo>
                    <a:pt x="122941" y="392385"/>
                  </a:lnTo>
                  <a:lnTo>
                    <a:pt x="122887" y="392631"/>
                  </a:lnTo>
                  <a:lnTo>
                    <a:pt x="122805" y="392957"/>
                  </a:lnTo>
                  <a:lnTo>
                    <a:pt x="122737" y="393276"/>
                  </a:lnTo>
                  <a:lnTo>
                    <a:pt x="122688" y="393580"/>
                  </a:lnTo>
                  <a:lnTo>
                    <a:pt x="122608" y="394509"/>
                  </a:lnTo>
                  <a:lnTo>
                    <a:pt x="122651" y="394898"/>
                  </a:lnTo>
                  <a:lnTo>
                    <a:pt x="122712" y="395085"/>
                  </a:lnTo>
                  <a:lnTo>
                    <a:pt x="122773" y="395275"/>
                  </a:lnTo>
                  <a:lnTo>
                    <a:pt x="122864" y="395404"/>
                  </a:lnTo>
                  <a:lnTo>
                    <a:pt x="122977" y="395561"/>
                  </a:lnTo>
                  <a:lnTo>
                    <a:pt x="123227" y="395883"/>
                  </a:lnTo>
                  <a:lnTo>
                    <a:pt x="123347" y="396028"/>
                  </a:lnTo>
                  <a:lnTo>
                    <a:pt x="124003" y="396612"/>
                  </a:lnTo>
                  <a:lnTo>
                    <a:pt x="124261" y="396649"/>
                  </a:lnTo>
                  <a:lnTo>
                    <a:pt x="124463" y="396663"/>
                  </a:lnTo>
                  <a:lnTo>
                    <a:pt x="124622" y="396647"/>
                  </a:lnTo>
                  <a:lnTo>
                    <a:pt x="125035" y="396652"/>
                  </a:lnTo>
                  <a:lnTo>
                    <a:pt x="125185" y="396626"/>
                  </a:lnTo>
                  <a:lnTo>
                    <a:pt x="125361" y="396626"/>
                  </a:lnTo>
                  <a:lnTo>
                    <a:pt x="125494" y="396595"/>
                  </a:lnTo>
                  <a:lnTo>
                    <a:pt x="125881" y="396593"/>
                  </a:lnTo>
                  <a:lnTo>
                    <a:pt x="126226" y="396696"/>
                  </a:lnTo>
                  <a:lnTo>
                    <a:pt x="126585" y="396783"/>
                  </a:lnTo>
                  <a:lnTo>
                    <a:pt x="126805" y="396741"/>
                  </a:lnTo>
                  <a:lnTo>
                    <a:pt x="126978" y="396708"/>
                  </a:lnTo>
                  <a:lnTo>
                    <a:pt x="127264" y="396706"/>
                  </a:lnTo>
                  <a:lnTo>
                    <a:pt x="127790" y="396687"/>
                  </a:lnTo>
                  <a:lnTo>
                    <a:pt x="128010" y="396769"/>
                  </a:lnTo>
                  <a:lnTo>
                    <a:pt x="128244" y="396839"/>
                  </a:lnTo>
                  <a:lnTo>
                    <a:pt x="129124" y="396989"/>
                  </a:lnTo>
                  <a:lnTo>
                    <a:pt x="130411" y="397503"/>
                  </a:lnTo>
                  <a:lnTo>
                    <a:pt x="130544" y="397603"/>
                  </a:lnTo>
                  <a:lnTo>
                    <a:pt x="130751" y="397777"/>
                  </a:lnTo>
                  <a:lnTo>
                    <a:pt x="130915" y="397934"/>
                  </a:lnTo>
                  <a:lnTo>
                    <a:pt x="131166" y="398136"/>
                  </a:lnTo>
                  <a:lnTo>
                    <a:pt x="131581" y="398494"/>
                  </a:lnTo>
                  <a:lnTo>
                    <a:pt x="131796" y="398647"/>
                  </a:lnTo>
                  <a:lnTo>
                    <a:pt x="132237" y="399273"/>
                  </a:lnTo>
                  <a:lnTo>
                    <a:pt x="132242" y="399446"/>
                  </a:lnTo>
                  <a:lnTo>
                    <a:pt x="132338" y="399643"/>
                  </a:lnTo>
                  <a:lnTo>
                    <a:pt x="132741" y="400152"/>
                  </a:lnTo>
                  <a:lnTo>
                    <a:pt x="133079" y="400166"/>
                  </a:lnTo>
                  <a:lnTo>
                    <a:pt x="133154" y="400342"/>
                  </a:lnTo>
                  <a:lnTo>
                    <a:pt x="133838" y="401127"/>
                  </a:lnTo>
                  <a:lnTo>
                    <a:pt x="134110" y="400902"/>
                  </a:lnTo>
                  <a:lnTo>
                    <a:pt x="134927" y="400227"/>
                  </a:lnTo>
                  <a:lnTo>
                    <a:pt x="135221" y="399983"/>
                  </a:lnTo>
                  <a:lnTo>
                    <a:pt x="135632" y="399645"/>
                  </a:lnTo>
                  <a:lnTo>
                    <a:pt x="136037" y="399310"/>
                  </a:lnTo>
                  <a:lnTo>
                    <a:pt x="136471" y="398954"/>
                  </a:lnTo>
                  <a:lnTo>
                    <a:pt x="136884" y="398612"/>
                  </a:lnTo>
                  <a:lnTo>
                    <a:pt x="137578" y="398002"/>
                  </a:lnTo>
                  <a:lnTo>
                    <a:pt x="137714" y="397906"/>
                  </a:lnTo>
                  <a:lnTo>
                    <a:pt x="137557" y="397292"/>
                  </a:lnTo>
                  <a:lnTo>
                    <a:pt x="137517" y="397128"/>
                  </a:lnTo>
                  <a:lnTo>
                    <a:pt x="137421" y="396715"/>
                  </a:lnTo>
                  <a:lnTo>
                    <a:pt x="137388" y="396581"/>
                  </a:lnTo>
                  <a:lnTo>
                    <a:pt x="137254" y="396016"/>
                  </a:lnTo>
                  <a:lnTo>
                    <a:pt x="137137" y="395529"/>
                  </a:lnTo>
                  <a:lnTo>
                    <a:pt x="137031" y="395093"/>
                  </a:lnTo>
                  <a:lnTo>
                    <a:pt x="136970" y="394842"/>
                  </a:lnTo>
                  <a:lnTo>
                    <a:pt x="136919" y="394631"/>
                  </a:lnTo>
                  <a:lnTo>
                    <a:pt x="136811" y="394148"/>
                  </a:lnTo>
                  <a:lnTo>
                    <a:pt x="136710" y="393611"/>
                  </a:lnTo>
                  <a:lnTo>
                    <a:pt x="136609" y="393358"/>
                  </a:lnTo>
                  <a:lnTo>
                    <a:pt x="136710" y="392994"/>
                  </a:lnTo>
                  <a:lnTo>
                    <a:pt x="136996" y="392652"/>
                  </a:lnTo>
                  <a:lnTo>
                    <a:pt x="137249" y="392394"/>
                  </a:lnTo>
                  <a:lnTo>
                    <a:pt x="137608" y="392026"/>
                  </a:lnTo>
                  <a:lnTo>
                    <a:pt x="137979" y="391649"/>
                  </a:lnTo>
                  <a:lnTo>
                    <a:pt x="138514" y="391099"/>
                  </a:lnTo>
                  <a:lnTo>
                    <a:pt x="138787" y="390819"/>
                  </a:lnTo>
                  <a:lnTo>
                    <a:pt x="139237" y="390361"/>
                  </a:lnTo>
                  <a:lnTo>
                    <a:pt x="139493" y="390099"/>
                  </a:lnTo>
                  <a:lnTo>
                    <a:pt x="139756" y="389829"/>
                  </a:lnTo>
                  <a:lnTo>
                    <a:pt x="140035" y="389546"/>
                  </a:lnTo>
                  <a:lnTo>
                    <a:pt x="139983" y="389053"/>
                  </a:lnTo>
                  <a:lnTo>
                    <a:pt x="139936" y="388594"/>
                  </a:lnTo>
                  <a:lnTo>
                    <a:pt x="139908" y="388310"/>
                  </a:lnTo>
                  <a:lnTo>
                    <a:pt x="139856" y="387829"/>
                  </a:lnTo>
                  <a:lnTo>
                    <a:pt x="139788" y="387161"/>
                  </a:lnTo>
                  <a:lnTo>
                    <a:pt x="139725" y="386556"/>
                  </a:lnTo>
                  <a:lnTo>
                    <a:pt x="139683" y="386151"/>
                  </a:lnTo>
                  <a:lnTo>
                    <a:pt x="139636" y="385680"/>
                  </a:lnTo>
                  <a:lnTo>
                    <a:pt x="139599" y="385326"/>
                  </a:lnTo>
                  <a:lnTo>
                    <a:pt x="139863" y="385426"/>
                  </a:lnTo>
                  <a:lnTo>
                    <a:pt x="140250" y="385574"/>
                  </a:lnTo>
                  <a:lnTo>
                    <a:pt x="140665" y="385731"/>
                  </a:lnTo>
                  <a:lnTo>
                    <a:pt x="141132" y="385909"/>
                  </a:lnTo>
                  <a:lnTo>
                    <a:pt x="141439" y="386027"/>
                  </a:lnTo>
                  <a:lnTo>
                    <a:pt x="141819" y="386170"/>
                  </a:lnTo>
                  <a:lnTo>
                    <a:pt x="142058" y="386261"/>
                  </a:lnTo>
                  <a:lnTo>
                    <a:pt x="142367" y="386381"/>
                  </a:lnTo>
                  <a:lnTo>
                    <a:pt x="142658" y="386491"/>
                  </a:lnTo>
                  <a:lnTo>
                    <a:pt x="142972" y="386610"/>
                  </a:lnTo>
                  <a:lnTo>
                    <a:pt x="143579" y="386840"/>
                  </a:lnTo>
                  <a:lnTo>
                    <a:pt x="144074" y="387030"/>
                  </a:lnTo>
                  <a:lnTo>
                    <a:pt x="145216" y="386240"/>
                  </a:lnTo>
                  <a:lnTo>
                    <a:pt x="145424" y="386170"/>
                  </a:lnTo>
                  <a:lnTo>
                    <a:pt x="146569" y="385122"/>
                  </a:lnTo>
                  <a:lnTo>
                    <a:pt x="146625" y="384955"/>
                  </a:lnTo>
                  <a:lnTo>
                    <a:pt x="146697" y="384779"/>
                  </a:lnTo>
                  <a:lnTo>
                    <a:pt x="146878" y="384259"/>
                  </a:lnTo>
                  <a:lnTo>
                    <a:pt x="146934" y="384095"/>
                  </a:lnTo>
                  <a:lnTo>
                    <a:pt x="147063" y="383842"/>
                  </a:lnTo>
                  <a:lnTo>
                    <a:pt x="147502" y="383281"/>
                  </a:lnTo>
                  <a:lnTo>
                    <a:pt x="147759" y="383138"/>
                  </a:lnTo>
                  <a:lnTo>
                    <a:pt x="147978" y="383007"/>
                  </a:lnTo>
                  <a:lnTo>
                    <a:pt x="148622" y="382742"/>
                  </a:lnTo>
                  <a:lnTo>
                    <a:pt x="149061" y="382625"/>
                  </a:lnTo>
                  <a:lnTo>
                    <a:pt x="150474" y="382250"/>
                  </a:lnTo>
                  <a:lnTo>
                    <a:pt x="150885" y="382140"/>
                  </a:lnTo>
                  <a:lnTo>
                    <a:pt x="151126" y="382029"/>
                  </a:lnTo>
                  <a:lnTo>
                    <a:pt x="151267" y="381945"/>
                  </a:lnTo>
                  <a:lnTo>
                    <a:pt x="151506" y="381839"/>
                  </a:lnTo>
                  <a:lnTo>
                    <a:pt x="151813" y="381680"/>
                  </a:lnTo>
                  <a:lnTo>
                    <a:pt x="152350" y="381359"/>
                  </a:lnTo>
                  <a:lnTo>
                    <a:pt x="153843" y="380229"/>
                  </a:lnTo>
                  <a:lnTo>
                    <a:pt x="154462" y="380088"/>
                  </a:lnTo>
                  <a:lnTo>
                    <a:pt x="154844" y="380083"/>
                  </a:lnTo>
                  <a:lnTo>
                    <a:pt x="154990" y="380076"/>
                  </a:lnTo>
                  <a:lnTo>
                    <a:pt x="155212" y="380067"/>
                  </a:lnTo>
                  <a:lnTo>
                    <a:pt x="155557" y="380079"/>
                  </a:lnTo>
                  <a:lnTo>
                    <a:pt x="155761" y="380069"/>
                  </a:lnTo>
                  <a:lnTo>
                    <a:pt x="156005" y="380069"/>
                  </a:lnTo>
                  <a:lnTo>
                    <a:pt x="156333" y="380067"/>
                  </a:lnTo>
                  <a:lnTo>
                    <a:pt x="157395" y="380065"/>
                  </a:lnTo>
                  <a:lnTo>
                    <a:pt x="157444" y="380285"/>
                  </a:lnTo>
                  <a:lnTo>
                    <a:pt x="157550" y="380761"/>
                  </a:lnTo>
                  <a:lnTo>
                    <a:pt x="157665" y="381277"/>
                  </a:lnTo>
                  <a:lnTo>
                    <a:pt x="157843" y="382067"/>
                  </a:lnTo>
                  <a:lnTo>
                    <a:pt x="157965" y="382615"/>
                  </a:lnTo>
                  <a:lnTo>
                    <a:pt x="158101" y="383225"/>
                  </a:lnTo>
                  <a:lnTo>
                    <a:pt x="158218" y="383743"/>
                  </a:lnTo>
                  <a:lnTo>
                    <a:pt x="158349" y="384332"/>
                  </a:lnTo>
                  <a:lnTo>
                    <a:pt x="158485" y="384946"/>
                  </a:lnTo>
                  <a:lnTo>
                    <a:pt x="158607" y="385487"/>
                  </a:lnTo>
                  <a:lnTo>
                    <a:pt x="158734" y="386050"/>
                  </a:lnTo>
                  <a:lnTo>
                    <a:pt x="158982" y="387166"/>
                  </a:lnTo>
                  <a:lnTo>
                    <a:pt x="159149" y="387907"/>
                  </a:lnTo>
                  <a:lnTo>
                    <a:pt x="159212" y="388193"/>
                  </a:lnTo>
                  <a:lnTo>
                    <a:pt x="159090" y="389292"/>
                  </a:lnTo>
                  <a:lnTo>
                    <a:pt x="159041" y="389745"/>
                  </a:lnTo>
                  <a:lnTo>
                    <a:pt x="158919" y="390115"/>
                  </a:lnTo>
                  <a:lnTo>
                    <a:pt x="158788" y="390226"/>
                  </a:lnTo>
                  <a:lnTo>
                    <a:pt x="158492" y="390451"/>
                  </a:lnTo>
                  <a:lnTo>
                    <a:pt x="158354" y="390542"/>
                  </a:lnTo>
                  <a:lnTo>
                    <a:pt x="157787" y="391126"/>
                  </a:lnTo>
                  <a:lnTo>
                    <a:pt x="157522" y="391588"/>
                  </a:lnTo>
                  <a:lnTo>
                    <a:pt x="157545" y="391733"/>
                  </a:lnTo>
                  <a:lnTo>
                    <a:pt x="157791" y="392174"/>
                  </a:lnTo>
                  <a:lnTo>
                    <a:pt x="157951" y="392375"/>
                  </a:lnTo>
                  <a:lnTo>
                    <a:pt x="158082" y="392540"/>
                  </a:lnTo>
                  <a:lnTo>
                    <a:pt x="158260" y="392760"/>
                  </a:lnTo>
                  <a:lnTo>
                    <a:pt x="158577" y="393034"/>
                  </a:lnTo>
                  <a:lnTo>
                    <a:pt x="158713" y="393102"/>
                  </a:lnTo>
                  <a:lnTo>
                    <a:pt x="158952" y="393339"/>
                  </a:lnTo>
                  <a:lnTo>
                    <a:pt x="159184" y="393850"/>
                  </a:lnTo>
                  <a:lnTo>
                    <a:pt x="159416" y="394368"/>
                  </a:lnTo>
                  <a:lnTo>
                    <a:pt x="159587" y="394746"/>
                  </a:lnTo>
                  <a:lnTo>
                    <a:pt x="159892" y="395423"/>
                  </a:lnTo>
                  <a:lnTo>
                    <a:pt x="160176" y="396054"/>
                  </a:lnTo>
                  <a:lnTo>
                    <a:pt x="160417" y="396591"/>
                  </a:lnTo>
                  <a:lnTo>
                    <a:pt x="160877" y="397611"/>
                  </a:lnTo>
                  <a:lnTo>
                    <a:pt x="161088" y="398075"/>
                  </a:lnTo>
                  <a:lnTo>
                    <a:pt x="161245" y="398424"/>
                  </a:lnTo>
                  <a:lnTo>
                    <a:pt x="161481" y="398951"/>
                  </a:lnTo>
                  <a:lnTo>
                    <a:pt x="161700" y="399434"/>
                  </a:lnTo>
                  <a:lnTo>
                    <a:pt x="161969" y="400030"/>
                  </a:lnTo>
                  <a:lnTo>
                    <a:pt x="162201" y="400546"/>
                  </a:lnTo>
                  <a:lnTo>
                    <a:pt x="162466" y="401134"/>
                  </a:lnTo>
                  <a:lnTo>
                    <a:pt x="162705" y="401666"/>
                  </a:lnTo>
                  <a:lnTo>
                    <a:pt x="162790" y="401852"/>
                  </a:lnTo>
                  <a:lnTo>
                    <a:pt x="163012" y="402344"/>
                  </a:lnTo>
                  <a:lnTo>
                    <a:pt x="163223" y="402817"/>
                  </a:lnTo>
                  <a:lnTo>
                    <a:pt x="163458" y="403338"/>
                  </a:lnTo>
                  <a:lnTo>
                    <a:pt x="163659" y="403781"/>
                  </a:lnTo>
                  <a:lnTo>
                    <a:pt x="163966" y="404463"/>
                  </a:lnTo>
                  <a:lnTo>
                    <a:pt x="164356" y="405328"/>
                  </a:lnTo>
                  <a:lnTo>
                    <a:pt x="164839" y="406400"/>
                  </a:lnTo>
                  <a:lnTo>
                    <a:pt x="164923" y="406585"/>
                  </a:lnTo>
                  <a:lnTo>
                    <a:pt x="165148" y="407087"/>
                  </a:lnTo>
                  <a:lnTo>
                    <a:pt x="165472" y="407005"/>
                  </a:lnTo>
                  <a:lnTo>
                    <a:pt x="165669" y="406953"/>
                  </a:lnTo>
                  <a:lnTo>
                    <a:pt x="166062" y="406855"/>
                  </a:lnTo>
                  <a:lnTo>
                    <a:pt x="166409" y="406773"/>
                  </a:lnTo>
                  <a:lnTo>
                    <a:pt x="166733" y="406716"/>
                  </a:lnTo>
                  <a:lnTo>
                    <a:pt x="166864" y="406693"/>
                  </a:lnTo>
                  <a:lnTo>
                    <a:pt x="167249" y="406665"/>
                  </a:lnTo>
                  <a:lnTo>
                    <a:pt x="167579" y="406604"/>
                  </a:lnTo>
                  <a:lnTo>
                    <a:pt x="168313" y="406758"/>
                  </a:lnTo>
                  <a:lnTo>
                    <a:pt x="168292" y="406923"/>
                  </a:lnTo>
                  <a:lnTo>
                    <a:pt x="168308" y="407136"/>
                  </a:lnTo>
                  <a:lnTo>
                    <a:pt x="168883" y="407985"/>
                  </a:lnTo>
                  <a:lnTo>
                    <a:pt x="169082" y="408142"/>
                  </a:lnTo>
                  <a:lnTo>
                    <a:pt x="169348" y="409615"/>
                  </a:lnTo>
                  <a:lnTo>
                    <a:pt x="169956" y="412532"/>
                  </a:lnTo>
                  <a:lnTo>
                    <a:pt x="170082" y="413289"/>
                  </a:lnTo>
                  <a:lnTo>
                    <a:pt x="168190" y="420787"/>
                  </a:lnTo>
                  <a:lnTo>
                    <a:pt x="168305" y="421028"/>
                  </a:lnTo>
                  <a:lnTo>
                    <a:pt x="169220" y="421711"/>
                  </a:lnTo>
                  <a:lnTo>
                    <a:pt x="169708" y="421817"/>
                  </a:lnTo>
                  <a:lnTo>
                    <a:pt x="169790" y="421988"/>
                  </a:lnTo>
                  <a:lnTo>
                    <a:pt x="169884" y="422175"/>
                  </a:lnTo>
                  <a:lnTo>
                    <a:pt x="170060" y="422621"/>
                  </a:lnTo>
                  <a:lnTo>
                    <a:pt x="172299" y="425556"/>
                  </a:lnTo>
                  <a:lnTo>
                    <a:pt x="173293" y="427901"/>
                  </a:lnTo>
                  <a:lnTo>
                    <a:pt x="174758" y="429230"/>
                  </a:lnTo>
                  <a:lnTo>
                    <a:pt x="174840" y="433227"/>
                  </a:lnTo>
                  <a:lnTo>
                    <a:pt x="175434" y="433711"/>
                  </a:lnTo>
                  <a:lnTo>
                    <a:pt x="177653" y="435515"/>
                  </a:lnTo>
                  <a:lnTo>
                    <a:pt x="178779" y="436779"/>
                  </a:lnTo>
                  <a:lnTo>
                    <a:pt x="182713" y="438235"/>
                  </a:lnTo>
                  <a:lnTo>
                    <a:pt x="184246" y="438664"/>
                  </a:lnTo>
                  <a:lnTo>
                    <a:pt x="190206" y="440978"/>
                  </a:lnTo>
                  <a:lnTo>
                    <a:pt x="191509" y="440578"/>
                  </a:lnTo>
                  <a:lnTo>
                    <a:pt x="193335" y="440017"/>
                  </a:lnTo>
                  <a:lnTo>
                    <a:pt x="197122" y="440837"/>
                  </a:lnTo>
                  <a:lnTo>
                    <a:pt x="198817" y="441414"/>
                  </a:lnTo>
                  <a:lnTo>
                    <a:pt x="200233" y="443303"/>
                  </a:lnTo>
                  <a:lnTo>
                    <a:pt x="202026" y="445695"/>
                  </a:lnTo>
                  <a:lnTo>
                    <a:pt x="198844" y="449896"/>
                  </a:lnTo>
                  <a:lnTo>
                    <a:pt x="195926" y="453748"/>
                  </a:lnTo>
                  <a:lnTo>
                    <a:pt x="198842" y="456097"/>
                  </a:lnTo>
                  <a:lnTo>
                    <a:pt x="201135" y="455760"/>
                  </a:lnTo>
                  <a:lnTo>
                    <a:pt x="203773" y="456093"/>
                  </a:lnTo>
                  <a:lnTo>
                    <a:pt x="205581" y="459762"/>
                  </a:lnTo>
                  <a:lnTo>
                    <a:pt x="204495" y="460498"/>
                  </a:lnTo>
                  <a:lnTo>
                    <a:pt x="204063" y="461533"/>
                  </a:lnTo>
                  <a:lnTo>
                    <a:pt x="203996" y="461695"/>
                  </a:lnTo>
                  <a:lnTo>
                    <a:pt x="202980" y="464132"/>
                  </a:lnTo>
                  <a:lnTo>
                    <a:pt x="201205" y="467381"/>
                  </a:lnTo>
                  <a:lnTo>
                    <a:pt x="198821" y="475186"/>
                  </a:lnTo>
                  <a:lnTo>
                    <a:pt x="203742" y="477551"/>
                  </a:lnTo>
                  <a:lnTo>
                    <a:pt x="207113" y="479739"/>
                  </a:lnTo>
                  <a:lnTo>
                    <a:pt x="209282" y="484637"/>
                  </a:lnTo>
                  <a:lnTo>
                    <a:pt x="209523" y="485220"/>
                  </a:lnTo>
                  <a:lnTo>
                    <a:pt x="208734" y="490976"/>
                  </a:lnTo>
                  <a:lnTo>
                    <a:pt x="211517" y="496185"/>
                  </a:lnTo>
                  <a:lnTo>
                    <a:pt x="212698" y="498381"/>
                  </a:lnTo>
                  <a:lnTo>
                    <a:pt x="213063" y="498616"/>
                  </a:lnTo>
                  <a:lnTo>
                    <a:pt x="215476" y="500100"/>
                  </a:lnTo>
                  <a:lnTo>
                    <a:pt x="216264" y="500578"/>
                  </a:lnTo>
                  <a:lnTo>
                    <a:pt x="218292" y="501814"/>
                  </a:lnTo>
                  <a:lnTo>
                    <a:pt x="220664" y="503256"/>
                  </a:lnTo>
                  <a:lnTo>
                    <a:pt x="223299" y="504859"/>
                  </a:lnTo>
                  <a:lnTo>
                    <a:pt x="226413" y="506751"/>
                  </a:lnTo>
                  <a:lnTo>
                    <a:pt x="229620" y="508704"/>
                  </a:lnTo>
                  <a:lnTo>
                    <a:pt x="230897" y="509480"/>
                  </a:lnTo>
                  <a:lnTo>
                    <a:pt x="234855" y="505729"/>
                  </a:lnTo>
                  <a:lnTo>
                    <a:pt x="237373" y="502902"/>
                  </a:lnTo>
                  <a:lnTo>
                    <a:pt x="240857" y="505134"/>
                  </a:lnTo>
                  <a:lnTo>
                    <a:pt x="243063" y="507040"/>
                  </a:lnTo>
                  <a:lnTo>
                    <a:pt x="243426" y="507354"/>
                  </a:lnTo>
                  <a:lnTo>
                    <a:pt x="243342" y="507530"/>
                  </a:lnTo>
                  <a:lnTo>
                    <a:pt x="242936" y="508392"/>
                  </a:lnTo>
                  <a:lnTo>
                    <a:pt x="240577" y="513388"/>
                  </a:lnTo>
                  <a:lnTo>
                    <a:pt x="240141" y="514310"/>
                  </a:lnTo>
                  <a:lnTo>
                    <a:pt x="239989" y="514643"/>
                  </a:lnTo>
                  <a:lnTo>
                    <a:pt x="239379" y="515151"/>
                  </a:lnTo>
                  <a:lnTo>
                    <a:pt x="238632" y="515777"/>
                  </a:lnTo>
                  <a:lnTo>
                    <a:pt x="237497" y="516720"/>
                  </a:lnTo>
                  <a:lnTo>
                    <a:pt x="236662" y="517355"/>
                  </a:lnTo>
                  <a:lnTo>
                    <a:pt x="235295" y="518398"/>
                  </a:lnTo>
                  <a:lnTo>
                    <a:pt x="234625" y="518910"/>
                  </a:lnTo>
                  <a:lnTo>
                    <a:pt x="234187" y="519271"/>
                  </a:lnTo>
                  <a:lnTo>
                    <a:pt x="234198" y="519496"/>
                  </a:lnTo>
                  <a:lnTo>
                    <a:pt x="234229" y="520192"/>
                  </a:lnTo>
                  <a:lnTo>
                    <a:pt x="234276" y="521308"/>
                  </a:lnTo>
                  <a:lnTo>
                    <a:pt x="234325" y="522405"/>
                  </a:lnTo>
                  <a:lnTo>
                    <a:pt x="234390" y="523910"/>
                  </a:lnTo>
                  <a:lnTo>
                    <a:pt x="234435" y="524907"/>
                  </a:lnTo>
                  <a:lnTo>
                    <a:pt x="234463" y="525543"/>
                  </a:lnTo>
                  <a:lnTo>
                    <a:pt x="234472" y="525774"/>
                  </a:lnTo>
                  <a:lnTo>
                    <a:pt x="234494" y="526257"/>
                  </a:lnTo>
                  <a:lnTo>
                    <a:pt x="234412" y="526503"/>
                  </a:lnTo>
                  <a:lnTo>
                    <a:pt x="233718" y="528571"/>
                  </a:lnTo>
                  <a:lnTo>
                    <a:pt x="233354" y="529656"/>
                  </a:lnTo>
                  <a:lnTo>
                    <a:pt x="233038" y="530604"/>
                  </a:lnTo>
                  <a:lnTo>
                    <a:pt x="232815" y="531265"/>
                  </a:lnTo>
                  <a:lnTo>
                    <a:pt x="232719" y="531703"/>
                  </a:lnTo>
                  <a:lnTo>
                    <a:pt x="232777" y="532301"/>
                  </a:lnTo>
                  <a:lnTo>
                    <a:pt x="232829" y="532793"/>
                  </a:lnTo>
                  <a:lnTo>
                    <a:pt x="232913" y="533637"/>
                  </a:lnTo>
                  <a:lnTo>
                    <a:pt x="232993" y="534423"/>
                  </a:lnTo>
                  <a:lnTo>
                    <a:pt x="232613" y="534699"/>
                  </a:lnTo>
                  <a:lnTo>
                    <a:pt x="232037" y="535121"/>
                  </a:lnTo>
                  <a:lnTo>
                    <a:pt x="231596" y="535442"/>
                  </a:lnTo>
                  <a:lnTo>
                    <a:pt x="230801" y="536022"/>
                  </a:lnTo>
                  <a:lnTo>
                    <a:pt x="230095" y="536537"/>
                  </a:lnTo>
                  <a:lnTo>
                    <a:pt x="229610" y="536891"/>
                  </a:lnTo>
                  <a:lnTo>
                    <a:pt x="229683" y="537114"/>
                  </a:lnTo>
                  <a:lnTo>
                    <a:pt x="229856" y="537635"/>
                  </a:lnTo>
                  <a:lnTo>
                    <a:pt x="230117" y="538425"/>
                  </a:lnTo>
                  <a:lnTo>
                    <a:pt x="231507" y="542643"/>
                  </a:lnTo>
                  <a:lnTo>
                    <a:pt x="231708" y="543254"/>
                  </a:lnTo>
                  <a:lnTo>
                    <a:pt x="231964" y="544028"/>
                  </a:lnTo>
                  <a:lnTo>
                    <a:pt x="232285" y="545005"/>
                  </a:lnTo>
                  <a:lnTo>
                    <a:pt x="232426" y="545425"/>
                  </a:lnTo>
                  <a:lnTo>
                    <a:pt x="231781" y="545247"/>
                  </a:lnTo>
                  <a:lnTo>
                    <a:pt x="230234" y="544764"/>
                  </a:lnTo>
                  <a:lnTo>
                    <a:pt x="228801" y="544319"/>
                  </a:lnTo>
                  <a:lnTo>
                    <a:pt x="227906" y="544039"/>
                  </a:lnTo>
                  <a:lnTo>
                    <a:pt x="225913" y="543854"/>
                  </a:lnTo>
                  <a:lnTo>
                    <a:pt x="224581" y="543730"/>
                  </a:lnTo>
                  <a:lnTo>
                    <a:pt x="224255" y="543700"/>
                  </a:lnTo>
                  <a:lnTo>
                    <a:pt x="224054" y="543700"/>
                  </a:lnTo>
                  <a:lnTo>
                    <a:pt x="223852" y="543732"/>
                  </a:lnTo>
                  <a:lnTo>
                    <a:pt x="223608" y="543796"/>
                  </a:lnTo>
                  <a:lnTo>
                    <a:pt x="221806" y="544267"/>
                  </a:lnTo>
                  <a:lnTo>
                    <a:pt x="220216" y="544679"/>
                  </a:lnTo>
                  <a:lnTo>
                    <a:pt x="218819" y="545045"/>
                  </a:lnTo>
                  <a:lnTo>
                    <a:pt x="217583" y="545366"/>
                  </a:lnTo>
                  <a:lnTo>
                    <a:pt x="215485" y="545913"/>
                  </a:lnTo>
                  <a:lnTo>
                    <a:pt x="213386" y="546460"/>
                  </a:lnTo>
                  <a:lnTo>
                    <a:pt x="213040" y="546550"/>
                  </a:lnTo>
                  <a:lnTo>
                    <a:pt x="212850" y="546693"/>
                  </a:lnTo>
                  <a:lnTo>
                    <a:pt x="211589" y="547648"/>
                  </a:lnTo>
                  <a:lnTo>
                    <a:pt x="210475" y="548489"/>
                  </a:lnTo>
                  <a:lnTo>
                    <a:pt x="209326" y="549357"/>
                  </a:lnTo>
                  <a:lnTo>
                    <a:pt x="207366" y="550841"/>
                  </a:lnTo>
                  <a:lnTo>
                    <a:pt x="206482" y="551530"/>
                  </a:lnTo>
                  <a:lnTo>
                    <a:pt x="205702" y="552135"/>
                  </a:lnTo>
                  <a:lnTo>
                    <a:pt x="204436" y="553122"/>
                  </a:lnTo>
                  <a:lnTo>
                    <a:pt x="203540" y="553816"/>
                  </a:lnTo>
                  <a:lnTo>
                    <a:pt x="202537" y="554596"/>
                  </a:lnTo>
                  <a:lnTo>
                    <a:pt x="202047" y="554978"/>
                  </a:lnTo>
                  <a:lnTo>
                    <a:pt x="199142" y="555686"/>
                  </a:lnTo>
                  <a:lnTo>
                    <a:pt x="197989" y="555968"/>
                  </a:lnTo>
                  <a:lnTo>
                    <a:pt x="196690" y="556284"/>
                  </a:lnTo>
                  <a:lnTo>
                    <a:pt x="195541" y="556563"/>
                  </a:lnTo>
                  <a:lnTo>
                    <a:pt x="194500" y="556819"/>
                  </a:lnTo>
                  <a:lnTo>
                    <a:pt x="193799" y="556990"/>
                  </a:lnTo>
                  <a:lnTo>
                    <a:pt x="192953" y="557196"/>
                  </a:lnTo>
                  <a:lnTo>
                    <a:pt x="192945" y="557445"/>
                  </a:lnTo>
                  <a:lnTo>
                    <a:pt x="192870" y="558080"/>
                  </a:lnTo>
                  <a:lnTo>
                    <a:pt x="192805" y="559941"/>
                  </a:lnTo>
                  <a:lnTo>
                    <a:pt x="192840" y="560455"/>
                  </a:lnTo>
                  <a:lnTo>
                    <a:pt x="193426" y="561179"/>
                  </a:lnTo>
                  <a:lnTo>
                    <a:pt x="193935" y="561883"/>
                  </a:lnTo>
                  <a:lnTo>
                    <a:pt x="194577" y="562769"/>
                  </a:lnTo>
                  <a:lnTo>
                    <a:pt x="195077" y="563458"/>
                  </a:lnTo>
                  <a:lnTo>
                    <a:pt x="195665" y="564272"/>
                  </a:lnTo>
                  <a:lnTo>
                    <a:pt x="195928" y="564635"/>
                  </a:lnTo>
                  <a:lnTo>
                    <a:pt x="195907" y="564867"/>
                  </a:lnTo>
                  <a:lnTo>
                    <a:pt x="195780" y="566175"/>
                  </a:lnTo>
                  <a:lnTo>
                    <a:pt x="195710" y="566911"/>
                  </a:lnTo>
                  <a:lnTo>
                    <a:pt x="195644" y="567577"/>
                  </a:lnTo>
                  <a:lnTo>
                    <a:pt x="195513" y="568944"/>
                  </a:lnTo>
                  <a:lnTo>
                    <a:pt x="195398" y="570140"/>
                  </a:lnTo>
                  <a:lnTo>
                    <a:pt x="195323" y="570916"/>
                  </a:lnTo>
                  <a:lnTo>
                    <a:pt x="195536" y="571300"/>
                  </a:lnTo>
                  <a:lnTo>
                    <a:pt x="196059" y="572243"/>
                  </a:lnTo>
                  <a:lnTo>
                    <a:pt x="196462" y="572972"/>
                  </a:lnTo>
                  <a:lnTo>
                    <a:pt x="196788" y="573563"/>
                  </a:lnTo>
                  <a:lnTo>
                    <a:pt x="197363" y="574597"/>
                  </a:lnTo>
                  <a:lnTo>
                    <a:pt x="197792" y="575375"/>
                  </a:lnTo>
                  <a:lnTo>
                    <a:pt x="198132" y="575987"/>
                  </a:lnTo>
                  <a:lnTo>
                    <a:pt x="198425" y="576517"/>
                  </a:lnTo>
                  <a:lnTo>
                    <a:pt x="198772" y="577145"/>
                  </a:lnTo>
                  <a:lnTo>
                    <a:pt x="199210" y="577933"/>
                  </a:lnTo>
                  <a:lnTo>
                    <a:pt x="199695" y="578812"/>
                  </a:lnTo>
                  <a:lnTo>
                    <a:pt x="199843" y="579079"/>
                  </a:lnTo>
                  <a:lnTo>
                    <a:pt x="199864" y="579220"/>
                  </a:lnTo>
                  <a:lnTo>
                    <a:pt x="199925" y="579623"/>
                  </a:lnTo>
                  <a:lnTo>
                    <a:pt x="200059" y="580505"/>
                  </a:lnTo>
                  <a:lnTo>
                    <a:pt x="200148" y="581088"/>
                  </a:lnTo>
                  <a:lnTo>
                    <a:pt x="200239" y="581698"/>
                  </a:lnTo>
                  <a:lnTo>
                    <a:pt x="200349" y="582429"/>
                  </a:lnTo>
                  <a:lnTo>
                    <a:pt x="200434" y="582978"/>
                  </a:lnTo>
                  <a:lnTo>
                    <a:pt x="200535" y="583646"/>
                  </a:lnTo>
                  <a:lnTo>
                    <a:pt x="200586" y="583984"/>
                  </a:lnTo>
                  <a:lnTo>
                    <a:pt x="200659" y="584469"/>
                  </a:lnTo>
                  <a:lnTo>
                    <a:pt x="200739" y="584994"/>
                  </a:lnTo>
                  <a:lnTo>
                    <a:pt x="200792" y="585348"/>
                  </a:lnTo>
                  <a:lnTo>
                    <a:pt x="200893" y="586026"/>
                  </a:lnTo>
                  <a:lnTo>
                    <a:pt x="200947" y="586375"/>
                  </a:lnTo>
                  <a:lnTo>
                    <a:pt x="201083" y="586408"/>
                  </a:lnTo>
                  <a:lnTo>
                    <a:pt x="201393" y="586488"/>
                  </a:lnTo>
                  <a:lnTo>
                    <a:pt x="201728" y="586572"/>
                  </a:lnTo>
                  <a:lnTo>
                    <a:pt x="202162" y="586682"/>
                  </a:lnTo>
                  <a:lnTo>
                    <a:pt x="202525" y="586774"/>
                  </a:lnTo>
                  <a:lnTo>
                    <a:pt x="202909" y="586870"/>
                  </a:lnTo>
                  <a:lnTo>
                    <a:pt x="203338" y="586980"/>
                  </a:lnTo>
                  <a:lnTo>
                    <a:pt x="203716" y="587076"/>
                  </a:lnTo>
                  <a:lnTo>
                    <a:pt x="204082" y="587167"/>
                  </a:lnTo>
                  <a:lnTo>
                    <a:pt x="204576" y="587294"/>
                  </a:lnTo>
                  <a:lnTo>
                    <a:pt x="206210" y="590663"/>
                  </a:lnTo>
                  <a:lnTo>
                    <a:pt x="206431" y="591115"/>
                  </a:lnTo>
                  <a:lnTo>
                    <a:pt x="206670" y="591608"/>
                  </a:lnTo>
                  <a:lnTo>
                    <a:pt x="206923" y="592128"/>
                  </a:lnTo>
                  <a:lnTo>
                    <a:pt x="207146" y="592588"/>
                  </a:lnTo>
                  <a:lnTo>
                    <a:pt x="207242" y="592782"/>
                  </a:lnTo>
                  <a:lnTo>
                    <a:pt x="207455" y="593357"/>
                  </a:lnTo>
                  <a:lnTo>
                    <a:pt x="207678" y="593683"/>
                  </a:lnTo>
                  <a:lnTo>
                    <a:pt x="208084" y="594519"/>
                  </a:lnTo>
                  <a:lnTo>
                    <a:pt x="208761" y="595917"/>
                  </a:lnTo>
                  <a:lnTo>
                    <a:pt x="209474" y="596852"/>
                  </a:lnTo>
                  <a:lnTo>
                    <a:pt x="212568" y="600913"/>
                  </a:lnTo>
                  <a:lnTo>
                    <a:pt x="212690" y="601152"/>
                  </a:lnTo>
                  <a:lnTo>
                    <a:pt x="212810" y="601389"/>
                  </a:lnTo>
                  <a:lnTo>
                    <a:pt x="213305" y="602378"/>
                  </a:lnTo>
                  <a:lnTo>
                    <a:pt x="213476" y="602716"/>
                  </a:lnTo>
                  <a:lnTo>
                    <a:pt x="213684" y="603133"/>
                  </a:lnTo>
                  <a:lnTo>
                    <a:pt x="213907" y="603576"/>
                  </a:lnTo>
                  <a:lnTo>
                    <a:pt x="214090" y="603937"/>
                  </a:lnTo>
                  <a:lnTo>
                    <a:pt x="214261" y="604279"/>
                  </a:lnTo>
                  <a:lnTo>
                    <a:pt x="214479" y="604711"/>
                  </a:lnTo>
                  <a:lnTo>
                    <a:pt x="214582" y="604910"/>
                  </a:lnTo>
                  <a:lnTo>
                    <a:pt x="214779" y="605274"/>
                  </a:lnTo>
                  <a:lnTo>
                    <a:pt x="214948" y="605588"/>
                  </a:lnTo>
                  <a:lnTo>
                    <a:pt x="215133" y="605904"/>
                  </a:lnTo>
                  <a:lnTo>
                    <a:pt x="215295" y="606160"/>
                  </a:lnTo>
                  <a:lnTo>
                    <a:pt x="215487" y="606460"/>
                  </a:lnTo>
                  <a:lnTo>
                    <a:pt x="215705" y="606800"/>
                  </a:lnTo>
                  <a:lnTo>
                    <a:pt x="216160" y="607510"/>
                  </a:lnTo>
                  <a:lnTo>
                    <a:pt x="216352" y="607899"/>
                  </a:lnTo>
                  <a:lnTo>
                    <a:pt x="216676" y="608406"/>
                  </a:lnTo>
                  <a:lnTo>
                    <a:pt x="216877" y="608631"/>
                  </a:lnTo>
                  <a:lnTo>
                    <a:pt x="217145" y="609046"/>
                  </a:lnTo>
                  <a:lnTo>
                    <a:pt x="217508" y="609613"/>
                  </a:lnTo>
                  <a:lnTo>
                    <a:pt x="217635" y="609810"/>
                  </a:lnTo>
                  <a:lnTo>
                    <a:pt x="217761" y="610009"/>
                  </a:lnTo>
                  <a:lnTo>
                    <a:pt x="218362" y="610945"/>
                  </a:lnTo>
                  <a:lnTo>
                    <a:pt x="218509" y="610928"/>
                  </a:lnTo>
                  <a:lnTo>
                    <a:pt x="218713" y="610905"/>
                  </a:lnTo>
                  <a:lnTo>
                    <a:pt x="218939" y="610883"/>
                  </a:lnTo>
                  <a:lnTo>
                    <a:pt x="219206" y="610959"/>
                  </a:lnTo>
                  <a:lnTo>
                    <a:pt x="219381" y="611020"/>
                  </a:lnTo>
                  <a:lnTo>
                    <a:pt x="219517" y="611099"/>
                  </a:lnTo>
                  <a:lnTo>
                    <a:pt x="219665" y="611156"/>
                  </a:lnTo>
                  <a:lnTo>
                    <a:pt x="219960" y="611282"/>
                  </a:lnTo>
                  <a:lnTo>
                    <a:pt x="220636" y="611723"/>
                  </a:lnTo>
                  <a:lnTo>
                    <a:pt x="220823" y="611913"/>
                  </a:lnTo>
                  <a:lnTo>
                    <a:pt x="220950" y="612072"/>
                  </a:lnTo>
                  <a:lnTo>
                    <a:pt x="221069" y="612328"/>
                  </a:lnTo>
                  <a:lnTo>
                    <a:pt x="221981" y="614281"/>
                  </a:lnTo>
                  <a:lnTo>
                    <a:pt x="222246" y="614848"/>
                  </a:lnTo>
                  <a:lnTo>
                    <a:pt x="222342" y="615057"/>
                  </a:lnTo>
                  <a:lnTo>
                    <a:pt x="222450" y="615286"/>
                  </a:lnTo>
                  <a:lnTo>
                    <a:pt x="222535" y="615469"/>
                  </a:lnTo>
                  <a:lnTo>
                    <a:pt x="222621" y="615622"/>
                  </a:lnTo>
                  <a:lnTo>
                    <a:pt x="222680" y="615751"/>
                  </a:lnTo>
                  <a:lnTo>
                    <a:pt x="222792" y="615994"/>
                  </a:lnTo>
                  <a:lnTo>
                    <a:pt x="223157" y="616786"/>
                  </a:lnTo>
                  <a:lnTo>
                    <a:pt x="223346" y="617193"/>
                  </a:lnTo>
                  <a:lnTo>
                    <a:pt x="223620" y="617788"/>
                  </a:lnTo>
                  <a:lnTo>
                    <a:pt x="223598" y="617949"/>
                  </a:lnTo>
                  <a:lnTo>
                    <a:pt x="223444" y="619070"/>
                  </a:lnTo>
                  <a:lnTo>
                    <a:pt x="223461" y="619209"/>
                  </a:lnTo>
                  <a:lnTo>
                    <a:pt x="223468" y="619572"/>
                  </a:lnTo>
                  <a:lnTo>
                    <a:pt x="223486" y="620740"/>
                  </a:lnTo>
                  <a:lnTo>
                    <a:pt x="223496" y="621384"/>
                  </a:lnTo>
                  <a:lnTo>
                    <a:pt x="224881" y="626366"/>
                  </a:lnTo>
                  <a:lnTo>
                    <a:pt x="225052" y="627074"/>
                  </a:lnTo>
                  <a:lnTo>
                    <a:pt x="225015" y="627426"/>
                  </a:lnTo>
                  <a:lnTo>
                    <a:pt x="224509" y="631967"/>
                  </a:lnTo>
                  <a:lnTo>
                    <a:pt x="224417" y="632788"/>
                  </a:lnTo>
                  <a:lnTo>
                    <a:pt x="224316" y="633690"/>
                  </a:lnTo>
                  <a:lnTo>
                    <a:pt x="224403" y="633857"/>
                  </a:lnTo>
                  <a:lnTo>
                    <a:pt x="224527" y="634096"/>
                  </a:lnTo>
                  <a:lnTo>
                    <a:pt x="224766" y="634556"/>
                  </a:lnTo>
                  <a:lnTo>
                    <a:pt x="225104" y="635205"/>
                  </a:lnTo>
                  <a:lnTo>
                    <a:pt x="225444" y="635859"/>
                  </a:lnTo>
                  <a:lnTo>
                    <a:pt x="225632" y="636220"/>
                  </a:lnTo>
                  <a:lnTo>
                    <a:pt x="225807" y="636560"/>
                  </a:lnTo>
                  <a:lnTo>
                    <a:pt x="225845" y="636785"/>
                  </a:lnTo>
                  <a:lnTo>
                    <a:pt x="225882" y="637008"/>
                  </a:lnTo>
                  <a:lnTo>
                    <a:pt x="226004" y="637749"/>
                  </a:lnTo>
                  <a:lnTo>
                    <a:pt x="225885" y="638011"/>
                  </a:lnTo>
                  <a:lnTo>
                    <a:pt x="225627" y="638525"/>
                  </a:lnTo>
                  <a:lnTo>
                    <a:pt x="225217" y="639338"/>
                  </a:lnTo>
                  <a:lnTo>
                    <a:pt x="224790" y="640185"/>
                  </a:lnTo>
                  <a:lnTo>
                    <a:pt x="224384" y="640989"/>
                  </a:lnTo>
                  <a:lnTo>
                    <a:pt x="224155" y="641444"/>
                  </a:lnTo>
                  <a:lnTo>
                    <a:pt x="223707" y="642327"/>
                  </a:lnTo>
                  <a:lnTo>
                    <a:pt x="223407" y="642923"/>
                  </a:lnTo>
                  <a:lnTo>
                    <a:pt x="223519" y="643354"/>
                  </a:lnTo>
                  <a:lnTo>
                    <a:pt x="223667" y="643931"/>
                  </a:lnTo>
                  <a:lnTo>
                    <a:pt x="223808" y="644477"/>
                  </a:lnTo>
                  <a:lnTo>
                    <a:pt x="223911" y="644885"/>
                  </a:lnTo>
                  <a:lnTo>
                    <a:pt x="224150" y="645809"/>
                  </a:lnTo>
                  <a:lnTo>
                    <a:pt x="224333" y="646519"/>
                  </a:lnTo>
                  <a:lnTo>
                    <a:pt x="224530" y="647291"/>
                  </a:lnTo>
                  <a:lnTo>
                    <a:pt x="224410" y="647638"/>
                  </a:lnTo>
                  <a:lnTo>
                    <a:pt x="223778" y="649461"/>
                  </a:lnTo>
                  <a:lnTo>
                    <a:pt x="222996" y="651717"/>
                  </a:lnTo>
                  <a:lnTo>
                    <a:pt x="222467" y="651963"/>
                  </a:lnTo>
                  <a:lnTo>
                    <a:pt x="222049" y="652155"/>
                  </a:lnTo>
                  <a:lnTo>
                    <a:pt x="221562" y="652383"/>
                  </a:lnTo>
                  <a:lnTo>
                    <a:pt x="221041" y="652624"/>
                  </a:lnTo>
                  <a:lnTo>
                    <a:pt x="220631" y="652814"/>
                  </a:lnTo>
                  <a:lnTo>
                    <a:pt x="220026" y="653095"/>
                  </a:lnTo>
                  <a:lnTo>
                    <a:pt x="219520" y="653332"/>
                  </a:lnTo>
                  <a:lnTo>
                    <a:pt x="219055" y="653548"/>
                  </a:lnTo>
                  <a:lnTo>
                    <a:pt x="218608" y="653754"/>
                  </a:lnTo>
                  <a:lnTo>
                    <a:pt x="218108" y="653986"/>
                  </a:lnTo>
                  <a:lnTo>
                    <a:pt x="217475" y="654286"/>
                  </a:lnTo>
                  <a:lnTo>
                    <a:pt x="217156" y="654460"/>
                  </a:lnTo>
                  <a:lnTo>
                    <a:pt x="216671" y="654868"/>
                  </a:lnTo>
                  <a:lnTo>
                    <a:pt x="216226" y="655189"/>
                  </a:lnTo>
                  <a:lnTo>
                    <a:pt x="215808" y="655489"/>
                  </a:lnTo>
                  <a:lnTo>
                    <a:pt x="215321" y="655838"/>
                  </a:lnTo>
                  <a:lnTo>
                    <a:pt x="215068" y="656021"/>
                  </a:lnTo>
                  <a:lnTo>
                    <a:pt x="214730" y="656263"/>
                  </a:lnTo>
                  <a:lnTo>
                    <a:pt x="214364" y="656528"/>
                  </a:lnTo>
                  <a:lnTo>
                    <a:pt x="213991" y="656797"/>
                  </a:lnTo>
                  <a:lnTo>
                    <a:pt x="213555" y="657112"/>
                  </a:lnTo>
                  <a:lnTo>
                    <a:pt x="213300" y="657294"/>
                  </a:lnTo>
                  <a:lnTo>
                    <a:pt x="212836" y="657627"/>
                  </a:lnTo>
                  <a:lnTo>
                    <a:pt x="212531" y="657848"/>
                  </a:lnTo>
                  <a:lnTo>
                    <a:pt x="212146" y="658124"/>
                  </a:lnTo>
                  <a:lnTo>
                    <a:pt x="211790" y="658394"/>
                  </a:lnTo>
                  <a:lnTo>
                    <a:pt x="211673" y="658528"/>
                  </a:lnTo>
                  <a:lnTo>
                    <a:pt x="211429" y="658807"/>
                  </a:lnTo>
                  <a:lnTo>
                    <a:pt x="211049" y="659240"/>
                  </a:lnTo>
                  <a:lnTo>
                    <a:pt x="210487" y="659880"/>
                  </a:lnTo>
                  <a:lnTo>
                    <a:pt x="210294" y="660098"/>
                  </a:lnTo>
                  <a:lnTo>
                    <a:pt x="209781" y="660687"/>
                  </a:lnTo>
                  <a:lnTo>
                    <a:pt x="209401" y="661121"/>
                  </a:lnTo>
                  <a:lnTo>
                    <a:pt x="209129" y="661392"/>
                  </a:lnTo>
                  <a:lnTo>
                    <a:pt x="208928" y="661421"/>
                  </a:lnTo>
                  <a:lnTo>
                    <a:pt x="208245" y="661521"/>
                  </a:lnTo>
                  <a:lnTo>
                    <a:pt x="199637" y="662780"/>
                  </a:lnTo>
                  <a:lnTo>
                    <a:pt x="193255" y="664014"/>
                  </a:lnTo>
                  <a:lnTo>
                    <a:pt x="193100" y="664044"/>
                  </a:lnTo>
                  <a:lnTo>
                    <a:pt x="192008" y="664255"/>
                  </a:lnTo>
                  <a:lnTo>
                    <a:pt x="190965" y="664457"/>
                  </a:lnTo>
                  <a:lnTo>
                    <a:pt x="189802" y="664682"/>
                  </a:lnTo>
                  <a:lnTo>
                    <a:pt x="188749" y="664876"/>
                  </a:lnTo>
                  <a:lnTo>
                    <a:pt x="188580" y="664909"/>
                  </a:lnTo>
                  <a:lnTo>
                    <a:pt x="187471" y="665118"/>
                  </a:lnTo>
                  <a:lnTo>
                    <a:pt x="186229" y="665350"/>
                  </a:lnTo>
                  <a:lnTo>
                    <a:pt x="184691" y="665638"/>
                  </a:lnTo>
                  <a:lnTo>
                    <a:pt x="183469" y="665868"/>
                  </a:lnTo>
                  <a:lnTo>
                    <a:pt x="181727" y="666196"/>
                  </a:lnTo>
                  <a:lnTo>
                    <a:pt x="180600" y="666407"/>
                  </a:lnTo>
                  <a:lnTo>
                    <a:pt x="179599" y="666595"/>
                  </a:lnTo>
                  <a:lnTo>
                    <a:pt x="178190" y="666787"/>
                  </a:lnTo>
                  <a:lnTo>
                    <a:pt x="180829" y="670269"/>
                  </a:lnTo>
                  <a:lnTo>
                    <a:pt x="182735" y="672783"/>
                  </a:lnTo>
                  <a:lnTo>
                    <a:pt x="185902" y="676963"/>
                  </a:lnTo>
                  <a:lnTo>
                    <a:pt x="190099" y="682506"/>
                  </a:lnTo>
                  <a:lnTo>
                    <a:pt x="198044" y="692949"/>
                  </a:lnTo>
                  <a:lnTo>
                    <a:pt x="199605" y="695009"/>
                  </a:lnTo>
                  <a:lnTo>
                    <a:pt x="201519" y="701916"/>
                  </a:lnTo>
                  <a:lnTo>
                    <a:pt x="202259" y="704591"/>
                  </a:lnTo>
                  <a:lnTo>
                    <a:pt x="205244" y="708527"/>
                  </a:lnTo>
                  <a:lnTo>
                    <a:pt x="209805" y="714542"/>
                  </a:lnTo>
                  <a:lnTo>
                    <a:pt x="210487" y="715440"/>
                  </a:lnTo>
                  <a:lnTo>
                    <a:pt x="219047" y="726719"/>
                  </a:lnTo>
                  <a:lnTo>
                    <a:pt x="220413" y="732430"/>
                  </a:lnTo>
                  <a:lnTo>
                    <a:pt x="221519" y="737017"/>
                  </a:lnTo>
                  <a:lnTo>
                    <a:pt x="223613" y="746102"/>
                  </a:lnTo>
                  <a:lnTo>
                    <a:pt x="225682" y="755062"/>
                  </a:lnTo>
                  <a:lnTo>
                    <a:pt x="228369" y="753354"/>
                  </a:lnTo>
                  <a:lnTo>
                    <a:pt x="230999" y="751682"/>
                  </a:lnTo>
                  <a:lnTo>
                    <a:pt x="239972" y="745978"/>
                  </a:lnTo>
                  <a:lnTo>
                    <a:pt x="245917" y="749231"/>
                  </a:lnTo>
                  <a:lnTo>
                    <a:pt x="247199" y="749933"/>
                  </a:lnTo>
                  <a:lnTo>
                    <a:pt x="250189" y="751106"/>
                  </a:lnTo>
                  <a:lnTo>
                    <a:pt x="252429" y="751976"/>
                  </a:lnTo>
                  <a:lnTo>
                    <a:pt x="254474" y="752774"/>
                  </a:lnTo>
                  <a:lnTo>
                    <a:pt x="255278" y="753088"/>
                  </a:lnTo>
                  <a:lnTo>
                    <a:pt x="256672" y="753633"/>
                  </a:lnTo>
                  <a:lnTo>
                    <a:pt x="258220" y="754240"/>
                  </a:lnTo>
                  <a:lnTo>
                    <a:pt x="261263" y="755430"/>
                  </a:lnTo>
                  <a:lnTo>
                    <a:pt x="266870" y="757629"/>
                  </a:lnTo>
                  <a:lnTo>
                    <a:pt x="273830" y="756583"/>
                  </a:lnTo>
                  <a:lnTo>
                    <a:pt x="281397" y="755446"/>
                  </a:lnTo>
                  <a:lnTo>
                    <a:pt x="286628" y="754660"/>
                  </a:lnTo>
                  <a:lnTo>
                    <a:pt x="289955" y="754162"/>
                  </a:lnTo>
                  <a:lnTo>
                    <a:pt x="290902" y="755162"/>
                  </a:lnTo>
                  <a:lnTo>
                    <a:pt x="292337" y="756676"/>
                  </a:lnTo>
                  <a:lnTo>
                    <a:pt x="296203" y="760751"/>
                  </a:lnTo>
                  <a:lnTo>
                    <a:pt x="303544" y="768419"/>
                  </a:lnTo>
                  <a:lnTo>
                    <a:pt x="308139" y="764466"/>
                  </a:lnTo>
                  <a:lnTo>
                    <a:pt x="309374" y="763404"/>
                  </a:lnTo>
                  <a:lnTo>
                    <a:pt x="316060" y="757604"/>
                  </a:lnTo>
                  <a:lnTo>
                    <a:pt x="316500" y="757223"/>
                  </a:lnTo>
                  <a:lnTo>
                    <a:pt x="318394" y="755577"/>
                  </a:lnTo>
                  <a:lnTo>
                    <a:pt x="320446" y="753795"/>
                  </a:lnTo>
                  <a:lnTo>
                    <a:pt x="322694" y="751967"/>
                  </a:lnTo>
                  <a:lnTo>
                    <a:pt x="327096" y="748404"/>
                  </a:lnTo>
                  <a:lnTo>
                    <a:pt x="336795" y="745447"/>
                  </a:lnTo>
                  <a:lnTo>
                    <a:pt x="340821" y="744221"/>
                  </a:lnTo>
                  <a:lnTo>
                    <a:pt x="348563" y="741864"/>
                  </a:lnTo>
                  <a:lnTo>
                    <a:pt x="352306" y="729368"/>
                  </a:lnTo>
                  <a:lnTo>
                    <a:pt x="352761" y="724286"/>
                  </a:lnTo>
                  <a:lnTo>
                    <a:pt x="353145" y="719989"/>
                  </a:lnTo>
                  <a:lnTo>
                    <a:pt x="353934" y="711123"/>
                  </a:lnTo>
                  <a:lnTo>
                    <a:pt x="357272" y="708764"/>
                  </a:lnTo>
                  <a:lnTo>
                    <a:pt x="362270" y="705243"/>
                  </a:lnTo>
                  <a:lnTo>
                    <a:pt x="369810" y="705865"/>
                  </a:lnTo>
                  <a:lnTo>
                    <a:pt x="373100" y="706137"/>
                  </a:lnTo>
                  <a:lnTo>
                    <a:pt x="376655" y="709859"/>
                  </a:lnTo>
                  <a:lnTo>
                    <a:pt x="383558" y="717075"/>
                  </a:lnTo>
                  <a:lnTo>
                    <a:pt x="390961" y="713388"/>
                  </a:lnTo>
                  <a:lnTo>
                    <a:pt x="391842" y="722819"/>
                  </a:lnTo>
                  <a:lnTo>
                    <a:pt x="393698" y="723279"/>
                  </a:lnTo>
                  <a:lnTo>
                    <a:pt x="394245" y="723416"/>
                  </a:lnTo>
                  <a:lnTo>
                    <a:pt x="397339" y="724184"/>
                  </a:lnTo>
                  <a:lnTo>
                    <a:pt x="398898" y="725531"/>
                  </a:lnTo>
                  <a:lnTo>
                    <a:pt x="402085" y="728279"/>
                  </a:lnTo>
                  <a:lnTo>
                    <a:pt x="404807" y="729216"/>
                  </a:lnTo>
                  <a:lnTo>
                    <a:pt x="407293" y="730077"/>
                  </a:lnTo>
                  <a:lnTo>
                    <a:pt x="409715" y="730409"/>
                  </a:lnTo>
                  <a:lnTo>
                    <a:pt x="417009" y="731411"/>
                  </a:lnTo>
                  <a:lnTo>
                    <a:pt x="420091" y="731835"/>
                  </a:lnTo>
                  <a:lnTo>
                    <a:pt x="423557" y="732285"/>
                  </a:lnTo>
                  <a:lnTo>
                    <a:pt x="426028" y="732726"/>
                  </a:lnTo>
                  <a:lnTo>
                    <a:pt x="427674" y="733022"/>
                  </a:lnTo>
                  <a:lnTo>
                    <a:pt x="434310" y="734206"/>
                  </a:lnTo>
                  <a:lnTo>
                    <a:pt x="437519" y="734782"/>
                  </a:lnTo>
                  <a:lnTo>
                    <a:pt x="444141" y="738096"/>
                  </a:lnTo>
                  <a:lnTo>
                    <a:pt x="448847" y="740446"/>
                  </a:lnTo>
                  <a:lnTo>
                    <a:pt x="455889" y="743969"/>
                  </a:lnTo>
                  <a:lnTo>
                    <a:pt x="457204" y="746298"/>
                  </a:lnTo>
                  <a:lnTo>
                    <a:pt x="457939" y="747600"/>
                  </a:lnTo>
                  <a:lnTo>
                    <a:pt x="458287" y="748218"/>
                  </a:lnTo>
                  <a:lnTo>
                    <a:pt x="459859" y="751011"/>
                  </a:lnTo>
                  <a:lnTo>
                    <a:pt x="462019" y="754915"/>
                  </a:lnTo>
                  <a:lnTo>
                    <a:pt x="465937" y="761987"/>
                  </a:lnTo>
                  <a:lnTo>
                    <a:pt x="470608" y="763252"/>
                  </a:lnTo>
                  <a:lnTo>
                    <a:pt x="470141" y="759234"/>
                  </a:lnTo>
                  <a:lnTo>
                    <a:pt x="469926" y="757389"/>
                  </a:lnTo>
                  <a:lnTo>
                    <a:pt x="469782" y="756138"/>
                  </a:lnTo>
                  <a:lnTo>
                    <a:pt x="486249" y="733456"/>
                  </a:lnTo>
                  <a:lnTo>
                    <a:pt x="484595" y="726503"/>
                  </a:lnTo>
                  <a:lnTo>
                    <a:pt x="484606" y="726230"/>
                  </a:lnTo>
                  <a:lnTo>
                    <a:pt x="484601" y="725958"/>
                  </a:lnTo>
                  <a:lnTo>
                    <a:pt x="484624" y="725731"/>
                  </a:lnTo>
                  <a:lnTo>
                    <a:pt x="484631" y="725509"/>
                  </a:lnTo>
                  <a:lnTo>
                    <a:pt x="484642" y="725195"/>
                  </a:lnTo>
                  <a:lnTo>
                    <a:pt x="484648" y="724745"/>
                  </a:lnTo>
                  <a:lnTo>
                    <a:pt x="484651" y="724609"/>
                  </a:lnTo>
                  <a:lnTo>
                    <a:pt x="484645" y="724248"/>
                  </a:lnTo>
                  <a:lnTo>
                    <a:pt x="484607" y="724057"/>
                  </a:lnTo>
                  <a:lnTo>
                    <a:pt x="484559" y="723825"/>
                  </a:lnTo>
                  <a:lnTo>
                    <a:pt x="484506" y="723647"/>
                  </a:lnTo>
                  <a:lnTo>
                    <a:pt x="484426" y="723415"/>
                  </a:lnTo>
                  <a:lnTo>
                    <a:pt x="484368" y="723192"/>
                  </a:lnTo>
                  <a:lnTo>
                    <a:pt x="484328" y="723036"/>
                  </a:lnTo>
                  <a:lnTo>
                    <a:pt x="484450" y="720121"/>
                  </a:lnTo>
                  <a:lnTo>
                    <a:pt x="484461" y="719898"/>
                  </a:lnTo>
                  <a:lnTo>
                    <a:pt x="484487" y="719252"/>
                  </a:lnTo>
                  <a:lnTo>
                    <a:pt x="484501" y="719056"/>
                  </a:lnTo>
                  <a:lnTo>
                    <a:pt x="484968" y="718594"/>
                  </a:lnTo>
                  <a:lnTo>
                    <a:pt x="484168" y="716382"/>
                  </a:lnTo>
                  <a:lnTo>
                    <a:pt x="484054" y="716129"/>
                  </a:lnTo>
                  <a:lnTo>
                    <a:pt x="484030" y="715688"/>
                  </a:lnTo>
                  <a:lnTo>
                    <a:pt x="483997" y="715543"/>
                  </a:lnTo>
                  <a:lnTo>
                    <a:pt x="483949" y="715293"/>
                  </a:lnTo>
                  <a:lnTo>
                    <a:pt x="483789" y="713692"/>
                  </a:lnTo>
                  <a:lnTo>
                    <a:pt x="483799" y="713523"/>
                  </a:lnTo>
                  <a:lnTo>
                    <a:pt x="483795" y="713391"/>
                  </a:lnTo>
                  <a:lnTo>
                    <a:pt x="483643" y="711628"/>
                  </a:lnTo>
                  <a:lnTo>
                    <a:pt x="483640" y="711482"/>
                  </a:lnTo>
                  <a:lnTo>
                    <a:pt x="483136" y="710795"/>
                  </a:lnTo>
                  <a:lnTo>
                    <a:pt x="483063" y="709427"/>
                  </a:lnTo>
                  <a:lnTo>
                    <a:pt x="483357" y="706518"/>
                  </a:lnTo>
                  <a:lnTo>
                    <a:pt x="483576" y="705572"/>
                  </a:lnTo>
                  <a:lnTo>
                    <a:pt x="483539" y="705438"/>
                  </a:lnTo>
                  <a:lnTo>
                    <a:pt x="483514" y="705283"/>
                  </a:lnTo>
                  <a:lnTo>
                    <a:pt x="483482" y="704969"/>
                  </a:lnTo>
                  <a:lnTo>
                    <a:pt x="483458" y="702633"/>
                  </a:lnTo>
                  <a:lnTo>
                    <a:pt x="483367" y="702248"/>
                  </a:lnTo>
                  <a:lnTo>
                    <a:pt x="485265" y="694629"/>
                  </a:lnTo>
                  <a:lnTo>
                    <a:pt x="486122" y="693421"/>
                  </a:lnTo>
                  <a:lnTo>
                    <a:pt x="490299" y="683839"/>
                  </a:lnTo>
                  <a:lnTo>
                    <a:pt x="491175" y="682783"/>
                  </a:lnTo>
                  <a:lnTo>
                    <a:pt x="491260" y="682654"/>
                  </a:lnTo>
                  <a:lnTo>
                    <a:pt x="491397" y="682404"/>
                  </a:lnTo>
                  <a:lnTo>
                    <a:pt x="492325" y="680805"/>
                  </a:lnTo>
                  <a:lnTo>
                    <a:pt x="492493" y="680657"/>
                  </a:lnTo>
                  <a:lnTo>
                    <a:pt x="492820" y="680377"/>
                  </a:lnTo>
                  <a:lnTo>
                    <a:pt x="492969" y="680258"/>
                  </a:lnTo>
                  <a:lnTo>
                    <a:pt x="493584" y="679872"/>
                  </a:lnTo>
                  <a:lnTo>
                    <a:pt x="493725" y="678863"/>
                  </a:lnTo>
                  <a:lnTo>
                    <a:pt x="493829" y="678735"/>
                  </a:lnTo>
                  <a:lnTo>
                    <a:pt x="494275" y="678115"/>
                  </a:lnTo>
                  <a:lnTo>
                    <a:pt x="494364" y="677959"/>
                  </a:lnTo>
                  <a:lnTo>
                    <a:pt x="494579" y="677808"/>
                  </a:lnTo>
                  <a:lnTo>
                    <a:pt x="494923" y="677547"/>
                  </a:lnTo>
                  <a:lnTo>
                    <a:pt x="497478" y="675448"/>
                  </a:lnTo>
                  <a:lnTo>
                    <a:pt x="497563" y="675304"/>
                  </a:lnTo>
                  <a:lnTo>
                    <a:pt x="497714" y="675151"/>
                  </a:lnTo>
                  <a:lnTo>
                    <a:pt x="498786" y="674243"/>
                  </a:lnTo>
                  <a:lnTo>
                    <a:pt x="498935" y="674131"/>
                  </a:lnTo>
                  <a:lnTo>
                    <a:pt x="499100" y="673983"/>
                  </a:lnTo>
                  <a:lnTo>
                    <a:pt x="499336" y="673614"/>
                  </a:lnTo>
                  <a:lnTo>
                    <a:pt x="499940" y="673038"/>
                  </a:lnTo>
                  <a:lnTo>
                    <a:pt x="500060" y="672893"/>
                  </a:lnTo>
                  <a:lnTo>
                    <a:pt x="500259" y="672709"/>
                  </a:lnTo>
                  <a:lnTo>
                    <a:pt x="500737" y="672271"/>
                  </a:lnTo>
                  <a:lnTo>
                    <a:pt x="500913" y="671695"/>
                  </a:lnTo>
                  <a:lnTo>
                    <a:pt x="501062" y="671428"/>
                  </a:lnTo>
                  <a:lnTo>
                    <a:pt x="501287" y="671182"/>
                  </a:lnTo>
                  <a:lnTo>
                    <a:pt x="501684" y="670865"/>
                  </a:lnTo>
                  <a:lnTo>
                    <a:pt x="501883" y="670734"/>
                  </a:lnTo>
                  <a:lnTo>
                    <a:pt x="502051" y="670626"/>
                  </a:lnTo>
                  <a:lnTo>
                    <a:pt x="502208" y="670497"/>
                  </a:lnTo>
                  <a:lnTo>
                    <a:pt x="502421" y="670325"/>
                  </a:lnTo>
                  <a:lnTo>
                    <a:pt x="502766" y="669983"/>
                  </a:lnTo>
                  <a:lnTo>
                    <a:pt x="502881" y="669840"/>
                  </a:lnTo>
                  <a:lnTo>
                    <a:pt x="502720" y="668514"/>
                  </a:lnTo>
                  <a:lnTo>
                    <a:pt x="503233" y="668130"/>
                  </a:lnTo>
                  <a:lnTo>
                    <a:pt x="503374" y="668046"/>
                  </a:lnTo>
                  <a:lnTo>
                    <a:pt x="503546" y="667975"/>
                  </a:lnTo>
                  <a:lnTo>
                    <a:pt x="503686" y="667936"/>
                  </a:lnTo>
                  <a:lnTo>
                    <a:pt x="503821" y="667952"/>
                  </a:lnTo>
                  <a:lnTo>
                    <a:pt x="506332" y="666614"/>
                  </a:lnTo>
                  <a:lnTo>
                    <a:pt x="506449" y="666473"/>
                  </a:lnTo>
                  <a:lnTo>
                    <a:pt x="506862" y="666123"/>
                  </a:lnTo>
                  <a:lnTo>
                    <a:pt x="507028" y="666031"/>
                  </a:lnTo>
                  <a:lnTo>
                    <a:pt x="507229" y="665941"/>
                  </a:lnTo>
                  <a:lnTo>
                    <a:pt x="507380" y="665856"/>
                  </a:lnTo>
                  <a:lnTo>
                    <a:pt x="507973" y="665059"/>
                  </a:lnTo>
                  <a:lnTo>
                    <a:pt x="508236" y="664837"/>
                  </a:lnTo>
                  <a:lnTo>
                    <a:pt x="508385" y="664672"/>
                  </a:lnTo>
                  <a:lnTo>
                    <a:pt x="508611" y="664497"/>
                  </a:lnTo>
                  <a:lnTo>
                    <a:pt x="509014" y="664109"/>
                  </a:lnTo>
                  <a:lnTo>
                    <a:pt x="509233" y="663840"/>
                  </a:lnTo>
                  <a:lnTo>
                    <a:pt x="509374" y="663779"/>
                  </a:lnTo>
                  <a:lnTo>
                    <a:pt x="511564" y="665102"/>
                  </a:lnTo>
                  <a:lnTo>
                    <a:pt x="511760" y="665182"/>
                  </a:lnTo>
                  <a:lnTo>
                    <a:pt x="519159" y="667277"/>
                  </a:lnTo>
                  <a:lnTo>
                    <a:pt x="520343" y="667552"/>
                  </a:lnTo>
                  <a:lnTo>
                    <a:pt x="525563" y="660253"/>
                  </a:lnTo>
                  <a:lnTo>
                    <a:pt x="525636" y="659246"/>
                  </a:lnTo>
                  <a:lnTo>
                    <a:pt x="525536" y="658082"/>
                  </a:lnTo>
                  <a:lnTo>
                    <a:pt x="525500" y="657654"/>
                  </a:lnTo>
                  <a:lnTo>
                    <a:pt x="525724" y="656976"/>
                  </a:lnTo>
                  <a:lnTo>
                    <a:pt x="525728" y="656720"/>
                  </a:lnTo>
                  <a:lnTo>
                    <a:pt x="525752" y="656578"/>
                  </a:lnTo>
                  <a:lnTo>
                    <a:pt x="526118" y="655030"/>
                  </a:lnTo>
                  <a:lnTo>
                    <a:pt x="526172" y="654862"/>
                  </a:lnTo>
                  <a:lnTo>
                    <a:pt x="526221" y="654695"/>
                  </a:lnTo>
                  <a:lnTo>
                    <a:pt x="526270" y="654472"/>
                  </a:lnTo>
                  <a:lnTo>
                    <a:pt x="526301" y="654267"/>
                  </a:lnTo>
                  <a:lnTo>
                    <a:pt x="526243" y="653765"/>
                  </a:lnTo>
                  <a:lnTo>
                    <a:pt x="526258" y="653623"/>
                  </a:lnTo>
                  <a:lnTo>
                    <a:pt x="526321" y="653458"/>
                  </a:lnTo>
                  <a:lnTo>
                    <a:pt x="526395" y="653235"/>
                  </a:lnTo>
                  <a:lnTo>
                    <a:pt x="526480" y="652962"/>
                  </a:lnTo>
                  <a:lnTo>
                    <a:pt x="526544" y="652772"/>
                  </a:lnTo>
                  <a:lnTo>
                    <a:pt x="526618" y="652613"/>
                  </a:lnTo>
                  <a:lnTo>
                    <a:pt x="526688" y="652465"/>
                  </a:lnTo>
                  <a:lnTo>
                    <a:pt x="526735" y="652319"/>
                  </a:lnTo>
                  <a:lnTo>
                    <a:pt x="526753" y="652166"/>
                  </a:lnTo>
                  <a:lnTo>
                    <a:pt x="526774" y="652035"/>
                  </a:lnTo>
                  <a:lnTo>
                    <a:pt x="526792" y="651860"/>
                  </a:lnTo>
                  <a:lnTo>
                    <a:pt x="526924" y="651387"/>
                  </a:lnTo>
                  <a:lnTo>
                    <a:pt x="526993" y="651160"/>
                  </a:lnTo>
                  <a:lnTo>
                    <a:pt x="527115" y="650822"/>
                  </a:lnTo>
                  <a:lnTo>
                    <a:pt x="527187" y="650615"/>
                  </a:lnTo>
                  <a:lnTo>
                    <a:pt x="527257" y="650448"/>
                  </a:lnTo>
                  <a:lnTo>
                    <a:pt x="527265" y="650245"/>
                  </a:lnTo>
                  <a:lnTo>
                    <a:pt x="527369" y="650004"/>
                  </a:lnTo>
                  <a:lnTo>
                    <a:pt x="527374" y="649876"/>
                  </a:lnTo>
                  <a:lnTo>
                    <a:pt x="527345" y="649743"/>
                  </a:lnTo>
                  <a:lnTo>
                    <a:pt x="527413" y="649501"/>
                  </a:lnTo>
                  <a:lnTo>
                    <a:pt x="527158" y="648564"/>
                  </a:lnTo>
                  <a:lnTo>
                    <a:pt x="527155" y="648415"/>
                  </a:lnTo>
                  <a:lnTo>
                    <a:pt x="527185" y="648124"/>
                  </a:lnTo>
                  <a:lnTo>
                    <a:pt x="527225" y="647982"/>
                  </a:lnTo>
                  <a:lnTo>
                    <a:pt x="527816" y="646717"/>
                  </a:lnTo>
                  <a:lnTo>
                    <a:pt x="527904" y="646403"/>
                  </a:lnTo>
                  <a:lnTo>
                    <a:pt x="527976" y="645988"/>
                  </a:lnTo>
                  <a:lnTo>
                    <a:pt x="528216" y="645019"/>
                  </a:lnTo>
                  <a:lnTo>
                    <a:pt x="528280" y="644379"/>
                  </a:lnTo>
                  <a:lnTo>
                    <a:pt x="528211" y="643201"/>
                  </a:lnTo>
                  <a:lnTo>
                    <a:pt x="528219" y="643067"/>
                  </a:lnTo>
                  <a:lnTo>
                    <a:pt x="528252" y="642802"/>
                  </a:lnTo>
                  <a:lnTo>
                    <a:pt x="527709" y="640507"/>
                  </a:lnTo>
                  <a:lnTo>
                    <a:pt x="527712" y="640377"/>
                  </a:lnTo>
                  <a:lnTo>
                    <a:pt x="528066" y="639628"/>
                  </a:lnTo>
                  <a:lnTo>
                    <a:pt x="528173" y="638782"/>
                  </a:lnTo>
                  <a:lnTo>
                    <a:pt x="530140" y="634517"/>
                  </a:lnTo>
                  <a:lnTo>
                    <a:pt x="530316" y="634256"/>
                  </a:lnTo>
                  <a:lnTo>
                    <a:pt x="530384" y="634068"/>
                  </a:lnTo>
                  <a:lnTo>
                    <a:pt x="530459" y="633892"/>
                  </a:lnTo>
                  <a:lnTo>
                    <a:pt x="531313" y="633235"/>
                  </a:lnTo>
                  <a:lnTo>
                    <a:pt x="531376" y="633039"/>
                  </a:lnTo>
                  <a:lnTo>
                    <a:pt x="531439" y="632853"/>
                  </a:lnTo>
                  <a:lnTo>
                    <a:pt x="531629" y="632075"/>
                  </a:lnTo>
                  <a:lnTo>
                    <a:pt x="531683" y="631942"/>
                  </a:lnTo>
                  <a:lnTo>
                    <a:pt x="531739" y="631627"/>
                  </a:lnTo>
                  <a:lnTo>
                    <a:pt x="531775" y="631494"/>
                  </a:lnTo>
                  <a:lnTo>
                    <a:pt x="531943" y="630355"/>
                  </a:lnTo>
                  <a:lnTo>
                    <a:pt x="531931" y="630124"/>
                  </a:lnTo>
                  <a:lnTo>
                    <a:pt x="531957" y="629984"/>
                  </a:lnTo>
                  <a:lnTo>
                    <a:pt x="531989" y="629839"/>
                  </a:lnTo>
                  <a:lnTo>
                    <a:pt x="531990" y="629511"/>
                  </a:lnTo>
                  <a:lnTo>
                    <a:pt x="531951" y="629336"/>
                  </a:lnTo>
                  <a:lnTo>
                    <a:pt x="531722" y="628711"/>
                  </a:lnTo>
                  <a:lnTo>
                    <a:pt x="531305" y="627956"/>
                  </a:lnTo>
                  <a:lnTo>
                    <a:pt x="529467" y="626826"/>
                  </a:lnTo>
                  <a:lnTo>
                    <a:pt x="529285" y="626656"/>
                  </a:lnTo>
                  <a:lnTo>
                    <a:pt x="529106" y="626523"/>
                  </a:lnTo>
                  <a:lnTo>
                    <a:pt x="528850" y="626371"/>
                  </a:lnTo>
                  <a:lnTo>
                    <a:pt x="528789" y="626229"/>
                  </a:lnTo>
                  <a:lnTo>
                    <a:pt x="528746" y="626026"/>
                  </a:lnTo>
                  <a:lnTo>
                    <a:pt x="528748" y="625847"/>
                  </a:lnTo>
                  <a:lnTo>
                    <a:pt x="528762" y="625638"/>
                  </a:lnTo>
                  <a:lnTo>
                    <a:pt x="528708" y="625380"/>
                  </a:lnTo>
                  <a:lnTo>
                    <a:pt x="528541" y="625134"/>
                  </a:lnTo>
                  <a:lnTo>
                    <a:pt x="528275" y="624961"/>
                  </a:lnTo>
                  <a:lnTo>
                    <a:pt x="528052" y="624578"/>
                  </a:lnTo>
                  <a:lnTo>
                    <a:pt x="527979" y="624264"/>
                  </a:lnTo>
                  <a:lnTo>
                    <a:pt x="528020" y="624006"/>
                  </a:lnTo>
                  <a:lnTo>
                    <a:pt x="527990" y="623787"/>
                  </a:lnTo>
                  <a:lnTo>
                    <a:pt x="528091" y="622277"/>
                  </a:lnTo>
                  <a:lnTo>
                    <a:pt x="528017" y="622082"/>
                  </a:lnTo>
                  <a:lnTo>
                    <a:pt x="527973" y="621904"/>
                  </a:lnTo>
                  <a:lnTo>
                    <a:pt x="527948" y="621598"/>
                  </a:lnTo>
                  <a:lnTo>
                    <a:pt x="528036" y="621423"/>
                  </a:lnTo>
                  <a:lnTo>
                    <a:pt x="527022" y="618844"/>
                  </a:lnTo>
                  <a:lnTo>
                    <a:pt x="526941" y="618688"/>
                  </a:lnTo>
                  <a:lnTo>
                    <a:pt x="526679" y="618349"/>
                  </a:lnTo>
                  <a:lnTo>
                    <a:pt x="526432" y="618058"/>
                  </a:lnTo>
                  <a:lnTo>
                    <a:pt x="526277" y="617814"/>
                  </a:lnTo>
                  <a:lnTo>
                    <a:pt x="526106" y="617598"/>
                  </a:lnTo>
                  <a:lnTo>
                    <a:pt x="525987" y="617380"/>
                  </a:lnTo>
                  <a:lnTo>
                    <a:pt x="525746" y="617015"/>
                  </a:lnTo>
                  <a:lnTo>
                    <a:pt x="525522" y="616696"/>
                  </a:lnTo>
                  <a:lnTo>
                    <a:pt x="525001" y="615917"/>
                  </a:lnTo>
                  <a:lnTo>
                    <a:pt x="524925" y="615730"/>
                  </a:lnTo>
                  <a:lnTo>
                    <a:pt x="524790" y="615543"/>
                  </a:lnTo>
                  <a:lnTo>
                    <a:pt x="524569" y="615103"/>
                  </a:lnTo>
                  <a:lnTo>
                    <a:pt x="524397" y="614821"/>
                  </a:lnTo>
                  <a:lnTo>
                    <a:pt x="524297" y="614647"/>
                  </a:lnTo>
                  <a:lnTo>
                    <a:pt x="524298" y="614322"/>
                  </a:lnTo>
                  <a:lnTo>
                    <a:pt x="524440" y="614215"/>
                  </a:lnTo>
                  <a:lnTo>
                    <a:pt x="524591" y="614090"/>
                  </a:lnTo>
                  <a:lnTo>
                    <a:pt x="524758" y="613622"/>
                  </a:lnTo>
                  <a:lnTo>
                    <a:pt x="524592" y="613282"/>
                  </a:lnTo>
                  <a:lnTo>
                    <a:pt x="524500" y="613150"/>
                  </a:lnTo>
                  <a:lnTo>
                    <a:pt x="524466" y="612899"/>
                  </a:lnTo>
                  <a:lnTo>
                    <a:pt x="524435" y="612734"/>
                  </a:lnTo>
                  <a:lnTo>
                    <a:pt x="524337" y="612461"/>
                  </a:lnTo>
                  <a:lnTo>
                    <a:pt x="523844" y="611374"/>
                  </a:lnTo>
                  <a:lnTo>
                    <a:pt x="523787" y="611205"/>
                  </a:lnTo>
                  <a:lnTo>
                    <a:pt x="523744" y="611040"/>
                  </a:lnTo>
                  <a:lnTo>
                    <a:pt x="523716" y="610860"/>
                  </a:lnTo>
                  <a:lnTo>
                    <a:pt x="523699" y="610708"/>
                  </a:lnTo>
                  <a:lnTo>
                    <a:pt x="523687" y="610487"/>
                  </a:lnTo>
                  <a:lnTo>
                    <a:pt x="523702" y="610284"/>
                  </a:lnTo>
                  <a:lnTo>
                    <a:pt x="523750" y="609613"/>
                  </a:lnTo>
                  <a:lnTo>
                    <a:pt x="523734" y="609477"/>
                  </a:lnTo>
                  <a:lnTo>
                    <a:pt x="523804" y="609100"/>
                  </a:lnTo>
                  <a:lnTo>
                    <a:pt x="523875" y="608969"/>
                  </a:lnTo>
                  <a:lnTo>
                    <a:pt x="523776" y="608094"/>
                  </a:lnTo>
                  <a:lnTo>
                    <a:pt x="522561" y="607104"/>
                  </a:lnTo>
                  <a:lnTo>
                    <a:pt x="522539" y="606942"/>
                  </a:lnTo>
                  <a:lnTo>
                    <a:pt x="522509" y="605930"/>
                  </a:lnTo>
                  <a:lnTo>
                    <a:pt x="522520" y="605801"/>
                  </a:lnTo>
                  <a:lnTo>
                    <a:pt x="522495" y="605648"/>
                  </a:lnTo>
                  <a:lnTo>
                    <a:pt x="522883" y="604166"/>
                  </a:lnTo>
                  <a:lnTo>
                    <a:pt x="522912" y="604017"/>
                  </a:lnTo>
                  <a:lnTo>
                    <a:pt x="522930" y="603858"/>
                  </a:lnTo>
                  <a:lnTo>
                    <a:pt x="522959" y="603711"/>
                  </a:lnTo>
                  <a:lnTo>
                    <a:pt x="522989" y="603508"/>
                  </a:lnTo>
                  <a:lnTo>
                    <a:pt x="523005" y="603325"/>
                  </a:lnTo>
                  <a:lnTo>
                    <a:pt x="522991" y="603150"/>
                  </a:lnTo>
                  <a:lnTo>
                    <a:pt x="522935" y="602821"/>
                  </a:lnTo>
                  <a:lnTo>
                    <a:pt x="522896" y="602679"/>
                  </a:lnTo>
                  <a:lnTo>
                    <a:pt x="522829" y="602407"/>
                  </a:lnTo>
                  <a:lnTo>
                    <a:pt x="522809" y="602240"/>
                  </a:lnTo>
                  <a:lnTo>
                    <a:pt x="522808" y="602085"/>
                  </a:lnTo>
                  <a:lnTo>
                    <a:pt x="522827" y="601930"/>
                  </a:lnTo>
                  <a:lnTo>
                    <a:pt x="522850" y="601783"/>
                  </a:lnTo>
                  <a:lnTo>
                    <a:pt x="522894" y="601636"/>
                  </a:lnTo>
                  <a:lnTo>
                    <a:pt x="522964" y="601221"/>
                  </a:lnTo>
                  <a:lnTo>
                    <a:pt x="523385" y="599615"/>
                  </a:lnTo>
                  <a:lnTo>
                    <a:pt x="523083" y="597942"/>
                  </a:lnTo>
                  <a:lnTo>
                    <a:pt x="522745" y="597301"/>
                  </a:lnTo>
                  <a:lnTo>
                    <a:pt x="522624" y="597159"/>
                  </a:lnTo>
                  <a:lnTo>
                    <a:pt x="522399" y="596707"/>
                  </a:lnTo>
                  <a:lnTo>
                    <a:pt x="522014" y="596418"/>
                  </a:lnTo>
                  <a:lnTo>
                    <a:pt x="521555" y="595414"/>
                  </a:lnTo>
                  <a:lnTo>
                    <a:pt x="521542" y="595273"/>
                  </a:lnTo>
                  <a:lnTo>
                    <a:pt x="521403" y="594819"/>
                  </a:lnTo>
                  <a:lnTo>
                    <a:pt x="521360" y="594514"/>
                  </a:lnTo>
                  <a:lnTo>
                    <a:pt x="520409" y="592432"/>
                  </a:lnTo>
                  <a:lnTo>
                    <a:pt x="520193" y="592006"/>
                  </a:lnTo>
                  <a:lnTo>
                    <a:pt x="519703" y="591303"/>
                  </a:lnTo>
                  <a:lnTo>
                    <a:pt x="519662" y="591033"/>
                  </a:lnTo>
                  <a:lnTo>
                    <a:pt x="519612" y="590873"/>
                  </a:lnTo>
                  <a:lnTo>
                    <a:pt x="519537" y="590681"/>
                  </a:lnTo>
                  <a:lnTo>
                    <a:pt x="519443" y="590514"/>
                  </a:lnTo>
                  <a:lnTo>
                    <a:pt x="519382" y="590367"/>
                  </a:lnTo>
                  <a:lnTo>
                    <a:pt x="519280" y="590216"/>
                  </a:lnTo>
                  <a:lnTo>
                    <a:pt x="519129" y="589855"/>
                  </a:lnTo>
                  <a:lnTo>
                    <a:pt x="519024" y="589721"/>
                  </a:lnTo>
                  <a:lnTo>
                    <a:pt x="518977" y="589514"/>
                  </a:lnTo>
                  <a:lnTo>
                    <a:pt x="518620" y="588849"/>
                  </a:lnTo>
                  <a:lnTo>
                    <a:pt x="518577" y="588715"/>
                  </a:lnTo>
                  <a:lnTo>
                    <a:pt x="518490" y="588551"/>
                  </a:lnTo>
                  <a:lnTo>
                    <a:pt x="518435" y="588417"/>
                  </a:lnTo>
                  <a:lnTo>
                    <a:pt x="518346" y="588154"/>
                  </a:lnTo>
                  <a:lnTo>
                    <a:pt x="517507" y="586807"/>
                  </a:lnTo>
                  <a:lnTo>
                    <a:pt x="517048" y="586225"/>
                  </a:lnTo>
                  <a:lnTo>
                    <a:pt x="516450" y="585592"/>
                  </a:lnTo>
                  <a:lnTo>
                    <a:pt x="516337" y="585417"/>
                  </a:lnTo>
                  <a:lnTo>
                    <a:pt x="516230" y="585254"/>
                  </a:lnTo>
                  <a:lnTo>
                    <a:pt x="516147" y="585103"/>
                  </a:lnTo>
                  <a:lnTo>
                    <a:pt x="516122" y="584256"/>
                  </a:lnTo>
                  <a:lnTo>
                    <a:pt x="516157" y="584111"/>
                  </a:lnTo>
                  <a:lnTo>
                    <a:pt x="516162" y="583972"/>
                  </a:lnTo>
                  <a:lnTo>
                    <a:pt x="516133" y="583725"/>
                  </a:lnTo>
                  <a:lnTo>
                    <a:pt x="515829" y="583045"/>
                  </a:lnTo>
                  <a:lnTo>
                    <a:pt x="516687" y="581997"/>
                  </a:lnTo>
                  <a:lnTo>
                    <a:pt x="516741" y="581841"/>
                  </a:lnTo>
                  <a:lnTo>
                    <a:pt x="516788" y="581711"/>
                  </a:lnTo>
                  <a:lnTo>
                    <a:pt x="516865" y="581533"/>
                  </a:lnTo>
                  <a:lnTo>
                    <a:pt x="516964" y="581403"/>
                  </a:lnTo>
                  <a:lnTo>
                    <a:pt x="517275" y="580910"/>
                  </a:lnTo>
                  <a:lnTo>
                    <a:pt x="517127" y="580562"/>
                  </a:lnTo>
                  <a:lnTo>
                    <a:pt x="516977" y="580406"/>
                  </a:lnTo>
                  <a:lnTo>
                    <a:pt x="516854" y="580276"/>
                  </a:lnTo>
                  <a:lnTo>
                    <a:pt x="516713" y="580100"/>
                  </a:lnTo>
                  <a:lnTo>
                    <a:pt x="516633" y="579962"/>
                  </a:lnTo>
                  <a:lnTo>
                    <a:pt x="516542" y="579778"/>
                  </a:lnTo>
                  <a:lnTo>
                    <a:pt x="516477" y="579605"/>
                  </a:lnTo>
                  <a:lnTo>
                    <a:pt x="516435" y="579407"/>
                  </a:lnTo>
                  <a:lnTo>
                    <a:pt x="516265" y="579004"/>
                  </a:lnTo>
                  <a:lnTo>
                    <a:pt x="516199" y="578846"/>
                  </a:lnTo>
                  <a:lnTo>
                    <a:pt x="516187" y="578584"/>
                  </a:lnTo>
                  <a:lnTo>
                    <a:pt x="516207" y="578440"/>
                  </a:lnTo>
                  <a:lnTo>
                    <a:pt x="516311" y="578142"/>
                  </a:lnTo>
                  <a:lnTo>
                    <a:pt x="516501" y="577921"/>
                  </a:lnTo>
                  <a:lnTo>
                    <a:pt x="516570" y="577792"/>
                  </a:lnTo>
                  <a:lnTo>
                    <a:pt x="516606" y="577618"/>
                  </a:lnTo>
                  <a:lnTo>
                    <a:pt x="516650" y="577445"/>
                  </a:lnTo>
                  <a:lnTo>
                    <a:pt x="516671" y="577317"/>
                  </a:lnTo>
                  <a:lnTo>
                    <a:pt x="516680" y="577177"/>
                  </a:lnTo>
                  <a:lnTo>
                    <a:pt x="516469" y="576847"/>
                  </a:lnTo>
                  <a:lnTo>
                    <a:pt x="516319" y="576787"/>
                  </a:lnTo>
                  <a:lnTo>
                    <a:pt x="516060" y="576659"/>
                  </a:lnTo>
                  <a:lnTo>
                    <a:pt x="515931" y="576578"/>
                  </a:lnTo>
                  <a:lnTo>
                    <a:pt x="515782" y="576474"/>
                  </a:lnTo>
                  <a:lnTo>
                    <a:pt x="515201" y="575684"/>
                  </a:lnTo>
                  <a:lnTo>
                    <a:pt x="515263" y="575516"/>
                  </a:lnTo>
                  <a:lnTo>
                    <a:pt x="515302" y="575341"/>
                  </a:lnTo>
                  <a:lnTo>
                    <a:pt x="515337" y="575197"/>
                  </a:lnTo>
                  <a:lnTo>
                    <a:pt x="515354" y="575066"/>
                  </a:lnTo>
                  <a:lnTo>
                    <a:pt x="515347" y="574879"/>
                  </a:lnTo>
                  <a:lnTo>
                    <a:pt x="515337" y="574692"/>
                  </a:lnTo>
                  <a:lnTo>
                    <a:pt x="515293" y="574529"/>
                  </a:lnTo>
                  <a:lnTo>
                    <a:pt x="515148" y="574278"/>
                  </a:lnTo>
                  <a:lnTo>
                    <a:pt x="515076" y="574145"/>
                  </a:lnTo>
                  <a:lnTo>
                    <a:pt x="515030" y="574002"/>
                  </a:lnTo>
                  <a:lnTo>
                    <a:pt x="515001" y="573840"/>
                  </a:lnTo>
                  <a:lnTo>
                    <a:pt x="515279" y="572715"/>
                  </a:lnTo>
                  <a:lnTo>
                    <a:pt x="515149" y="572169"/>
                  </a:lnTo>
                  <a:lnTo>
                    <a:pt x="515061" y="572031"/>
                  </a:lnTo>
                  <a:lnTo>
                    <a:pt x="514411" y="571056"/>
                  </a:lnTo>
                  <a:lnTo>
                    <a:pt x="514409" y="570877"/>
                  </a:lnTo>
                  <a:lnTo>
                    <a:pt x="514436" y="570692"/>
                  </a:lnTo>
                  <a:lnTo>
                    <a:pt x="514436" y="570529"/>
                  </a:lnTo>
                  <a:lnTo>
                    <a:pt x="514427" y="570383"/>
                  </a:lnTo>
                  <a:lnTo>
                    <a:pt x="514364" y="570248"/>
                  </a:lnTo>
                  <a:lnTo>
                    <a:pt x="514314" y="570102"/>
                  </a:lnTo>
                  <a:lnTo>
                    <a:pt x="514310" y="569940"/>
                  </a:lnTo>
                  <a:lnTo>
                    <a:pt x="514335" y="569790"/>
                  </a:lnTo>
                  <a:lnTo>
                    <a:pt x="514571" y="569458"/>
                  </a:lnTo>
                  <a:lnTo>
                    <a:pt x="514716" y="569359"/>
                  </a:lnTo>
                  <a:lnTo>
                    <a:pt x="514867" y="569250"/>
                  </a:lnTo>
                  <a:lnTo>
                    <a:pt x="515015" y="569169"/>
                  </a:lnTo>
                  <a:lnTo>
                    <a:pt x="515303" y="569141"/>
                  </a:lnTo>
                  <a:lnTo>
                    <a:pt x="515778" y="568543"/>
                  </a:lnTo>
                  <a:lnTo>
                    <a:pt x="515806" y="568401"/>
                  </a:lnTo>
                  <a:lnTo>
                    <a:pt x="515876" y="568239"/>
                  </a:lnTo>
                  <a:lnTo>
                    <a:pt x="516004" y="567952"/>
                  </a:lnTo>
                  <a:lnTo>
                    <a:pt x="516181" y="567694"/>
                  </a:lnTo>
                  <a:lnTo>
                    <a:pt x="516419" y="567294"/>
                  </a:lnTo>
                  <a:lnTo>
                    <a:pt x="516434" y="567108"/>
                  </a:lnTo>
                  <a:lnTo>
                    <a:pt x="516483" y="566918"/>
                  </a:lnTo>
                  <a:lnTo>
                    <a:pt x="516565" y="566729"/>
                  </a:lnTo>
                  <a:lnTo>
                    <a:pt x="516557" y="566551"/>
                  </a:lnTo>
                  <a:lnTo>
                    <a:pt x="516510" y="566403"/>
                  </a:lnTo>
                  <a:lnTo>
                    <a:pt x="516441" y="566273"/>
                  </a:lnTo>
                  <a:lnTo>
                    <a:pt x="516370" y="566129"/>
                  </a:lnTo>
                  <a:lnTo>
                    <a:pt x="516280" y="565968"/>
                  </a:lnTo>
                  <a:lnTo>
                    <a:pt x="516156" y="565755"/>
                  </a:lnTo>
                  <a:lnTo>
                    <a:pt x="516017" y="565485"/>
                  </a:lnTo>
                  <a:lnTo>
                    <a:pt x="515939" y="565245"/>
                  </a:lnTo>
                  <a:lnTo>
                    <a:pt x="515926" y="565072"/>
                  </a:lnTo>
                  <a:lnTo>
                    <a:pt x="515952" y="564896"/>
                  </a:lnTo>
                  <a:lnTo>
                    <a:pt x="515998" y="564686"/>
                  </a:lnTo>
                  <a:lnTo>
                    <a:pt x="516076" y="564492"/>
                  </a:lnTo>
                  <a:lnTo>
                    <a:pt x="516265" y="564233"/>
                  </a:lnTo>
                  <a:lnTo>
                    <a:pt x="516982" y="563270"/>
                  </a:lnTo>
                  <a:lnTo>
                    <a:pt x="516912" y="563132"/>
                  </a:lnTo>
                  <a:lnTo>
                    <a:pt x="516815" y="562996"/>
                  </a:lnTo>
                  <a:lnTo>
                    <a:pt x="516359" y="562306"/>
                  </a:lnTo>
                  <a:lnTo>
                    <a:pt x="516330" y="562162"/>
                  </a:lnTo>
                  <a:lnTo>
                    <a:pt x="516333" y="561993"/>
                  </a:lnTo>
                  <a:lnTo>
                    <a:pt x="516376" y="561828"/>
                  </a:lnTo>
                  <a:lnTo>
                    <a:pt x="517003" y="560970"/>
                  </a:lnTo>
                  <a:lnTo>
                    <a:pt x="516958" y="560821"/>
                  </a:lnTo>
                  <a:lnTo>
                    <a:pt x="516902" y="560662"/>
                  </a:lnTo>
                  <a:lnTo>
                    <a:pt x="516807" y="560398"/>
                  </a:lnTo>
                  <a:lnTo>
                    <a:pt x="516621" y="559975"/>
                  </a:lnTo>
                  <a:lnTo>
                    <a:pt x="516561" y="559800"/>
                  </a:lnTo>
                  <a:lnTo>
                    <a:pt x="516505" y="559601"/>
                  </a:lnTo>
                  <a:lnTo>
                    <a:pt x="516331" y="559236"/>
                  </a:lnTo>
                  <a:lnTo>
                    <a:pt x="515462" y="558743"/>
                  </a:lnTo>
                  <a:lnTo>
                    <a:pt x="515424" y="558597"/>
                  </a:lnTo>
                  <a:lnTo>
                    <a:pt x="515406" y="558357"/>
                  </a:lnTo>
                  <a:lnTo>
                    <a:pt x="515379" y="558145"/>
                  </a:lnTo>
                  <a:lnTo>
                    <a:pt x="515554" y="557861"/>
                  </a:lnTo>
                  <a:lnTo>
                    <a:pt x="516265" y="556770"/>
                  </a:lnTo>
                  <a:lnTo>
                    <a:pt x="516246" y="556624"/>
                  </a:lnTo>
                  <a:lnTo>
                    <a:pt x="516233" y="556490"/>
                  </a:lnTo>
                  <a:lnTo>
                    <a:pt x="515913" y="555941"/>
                  </a:lnTo>
                  <a:lnTo>
                    <a:pt x="515649" y="555841"/>
                  </a:lnTo>
                  <a:lnTo>
                    <a:pt x="515426" y="555716"/>
                  </a:lnTo>
                  <a:lnTo>
                    <a:pt x="515356" y="555582"/>
                  </a:lnTo>
                  <a:lnTo>
                    <a:pt x="515179" y="555330"/>
                  </a:lnTo>
                  <a:lnTo>
                    <a:pt x="515097" y="555132"/>
                  </a:lnTo>
                  <a:lnTo>
                    <a:pt x="515018" y="554988"/>
                  </a:lnTo>
                  <a:lnTo>
                    <a:pt x="514977" y="554842"/>
                  </a:lnTo>
                  <a:lnTo>
                    <a:pt x="515002" y="554509"/>
                  </a:lnTo>
                  <a:lnTo>
                    <a:pt x="514984" y="554369"/>
                  </a:lnTo>
                  <a:lnTo>
                    <a:pt x="514972" y="554148"/>
                  </a:lnTo>
                  <a:lnTo>
                    <a:pt x="514967" y="553906"/>
                  </a:lnTo>
                  <a:lnTo>
                    <a:pt x="514954" y="553684"/>
                  </a:lnTo>
                  <a:lnTo>
                    <a:pt x="514932" y="553495"/>
                  </a:lnTo>
                  <a:lnTo>
                    <a:pt x="514922" y="553298"/>
                  </a:lnTo>
                  <a:lnTo>
                    <a:pt x="514932" y="553142"/>
                  </a:lnTo>
                  <a:lnTo>
                    <a:pt x="514921" y="552966"/>
                  </a:lnTo>
                  <a:lnTo>
                    <a:pt x="514916" y="552769"/>
                  </a:lnTo>
                  <a:lnTo>
                    <a:pt x="514959" y="552587"/>
                  </a:lnTo>
                  <a:lnTo>
                    <a:pt x="515053" y="552406"/>
                  </a:lnTo>
                  <a:lnTo>
                    <a:pt x="515131" y="552250"/>
                  </a:lnTo>
                  <a:lnTo>
                    <a:pt x="515237" y="552067"/>
                  </a:lnTo>
                  <a:lnTo>
                    <a:pt x="515367" y="551909"/>
                  </a:lnTo>
                  <a:lnTo>
                    <a:pt x="515461" y="551757"/>
                  </a:lnTo>
                  <a:lnTo>
                    <a:pt x="515543" y="551598"/>
                  </a:lnTo>
                  <a:lnTo>
                    <a:pt x="515606" y="551471"/>
                  </a:lnTo>
                  <a:lnTo>
                    <a:pt x="515979" y="550758"/>
                  </a:lnTo>
                  <a:lnTo>
                    <a:pt x="515982" y="550509"/>
                  </a:lnTo>
                  <a:lnTo>
                    <a:pt x="516142" y="550184"/>
                  </a:lnTo>
                  <a:lnTo>
                    <a:pt x="516122" y="550032"/>
                  </a:lnTo>
                  <a:lnTo>
                    <a:pt x="516087" y="549879"/>
                  </a:lnTo>
                  <a:lnTo>
                    <a:pt x="516045" y="549696"/>
                  </a:lnTo>
                  <a:lnTo>
                    <a:pt x="515997" y="549560"/>
                  </a:lnTo>
                  <a:lnTo>
                    <a:pt x="515954" y="549149"/>
                  </a:lnTo>
                  <a:lnTo>
                    <a:pt x="516000" y="548871"/>
                  </a:lnTo>
                  <a:lnTo>
                    <a:pt x="516199" y="548339"/>
                  </a:lnTo>
                  <a:lnTo>
                    <a:pt x="515877" y="547787"/>
                  </a:lnTo>
                  <a:lnTo>
                    <a:pt x="515814" y="547642"/>
                  </a:lnTo>
                  <a:lnTo>
                    <a:pt x="515760" y="547492"/>
                  </a:lnTo>
                  <a:lnTo>
                    <a:pt x="515695" y="547299"/>
                  </a:lnTo>
                  <a:lnTo>
                    <a:pt x="515650" y="547132"/>
                  </a:lnTo>
                  <a:lnTo>
                    <a:pt x="515602" y="546954"/>
                  </a:lnTo>
                  <a:lnTo>
                    <a:pt x="515581" y="546804"/>
                  </a:lnTo>
                  <a:lnTo>
                    <a:pt x="516047" y="546345"/>
                  </a:lnTo>
                  <a:lnTo>
                    <a:pt x="516342" y="546091"/>
                  </a:lnTo>
                  <a:lnTo>
                    <a:pt x="516461" y="545898"/>
                  </a:lnTo>
                  <a:lnTo>
                    <a:pt x="516600" y="545795"/>
                  </a:lnTo>
                  <a:lnTo>
                    <a:pt x="516784" y="545732"/>
                  </a:lnTo>
                  <a:lnTo>
                    <a:pt x="517125" y="545288"/>
                  </a:lnTo>
                  <a:lnTo>
                    <a:pt x="517174" y="544930"/>
                  </a:lnTo>
                  <a:lnTo>
                    <a:pt x="516905" y="543964"/>
                  </a:lnTo>
                  <a:lnTo>
                    <a:pt x="516871" y="543815"/>
                  </a:lnTo>
                  <a:lnTo>
                    <a:pt x="516932" y="543442"/>
                  </a:lnTo>
                  <a:lnTo>
                    <a:pt x="517081" y="543020"/>
                  </a:lnTo>
                  <a:lnTo>
                    <a:pt x="517065" y="542802"/>
                  </a:lnTo>
                  <a:lnTo>
                    <a:pt x="517536" y="542172"/>
                  </a:lnTo>
                  <a:lnTo>
                    <a:pt x="517689" y="542120"/>
                  </a:lnTo>
                  <a:lnTo>
                    <a:pt x="518143" y="541940"/>
                  </a:lnTo>
                  <a:lnTo>
                    <a:pt x="518276" y="541935"/>
                  </a:lnTo>
                  <a:lnTo>
                    <a:pt x="518418" y="541890"/>
                  </a:lnTo>
                  <a:lnTo>
                    <a:pt x="519277" y="541337"/>
                  </a:lnTo>
                  <a:lnTo>
                    <a:pt x="519926" y="540894"/>
                  </a:lnTo>
                  <a:lnTo>
                    <a:pt x="519996" y="540740"/>
                  </a:lnTo>
                  <a:lnTo>
                    <a:pt x="520029" y="540595"/>
                  </a:lnTo>
                  <a:lnTo>
                    <a:pt x="520010" y="540451"/>
                  </a:lnTo>
                  <a:lnTo>
                    <a:pt x="519806" y="539843"/>
                  </a:lnTo>
                  <a:lnTo>
                    <a:pt x="519674" y="539606"/>
                  </a:lnTo>
                  <a:lnTo>
                    <a:pt x="519616" y="539460"/>
                  </a:lnTo>
                  <a:lnTo>
                    <a:pt x="519560" y="539296"/>
                  </a:lnTo>
                  <a:lnTo>
                    <a:pt x="519532" y="539136"/>
                  </a:lnTo>
                  <a:lnTo>
                    <a:pt x="519515" y="538999"/>
                  </a:lnTo>
                  <a:lnTo>
                    <a:pt x="519505" y="538866"/>
                  </a:lnTo>
                  <a:lnTo>
                    <a:pt x="519506" y="538682"/>
                  </a:lnTo>
                  <a:lnTo>
                    <a:pt x="519520" y="538513"/>
                  </a:lnTo>
                  <a:lnTo>
                    <a:pt x="519517" y="538352"/>
                  </a:lnTo>
                  <a:lnTo>
                    <a:pt x="519499" y="538204"/>
                  </a:lnTo>
                  <a:lnTo>
                    <a:pt x="519491" y="538075"/>
                  </a:lnTo>
                  <a:lnTo>
                    <a:pt x="519193" y="537371"/>
                  </a:lnTo>
                  <a:lnTo>
                    <a:pt x="518862" y="537256"/>
                  </a:lnTo>
                  <a:lnTo>
                    <a:pt x="518801" y="537126"/>
                  </a:lnTo>
                  <a:lnTo>
                    <a:pt x="518780" y="536969"/>
                  </a:lnTo>
                  <a:lnTo>
                    <a:pt x="518790" y="536776"/>
                  </a:lnTo>
                  <a:lnTo>
                    <a:pt x="518857" y="536601"/>
                  </a:lnTo>
                  <a:lnTo>
                    <a:pt x="519226" y="535999"/>
                  </a:lnTo>
                  <a:lnTo>
                    <a:pt x="519719" y="535385"/>
                  </a:lnTo>
                  <a:lnTo>
                    <a:pt x="519841" y="535253"/>
                  </a:lnTo>
                  <a:lnTo>
                    <a:pt x="519945" y="535109"/>
                  </a:lnTo>
                  <a:lnTo>
                    <a:pt x="519989" y="534945"/>
                  </a:lnTo>
                  <a:lnTo>
                    <a:pt x="520045" y="534742"/>
                  </a:lnTo>
                  <a:lnTo>
                    <a:pt x="520058" y="534519"/>
                  </a:lnTo>
                  <a:lnTo>
                    <a:pt x="520051" y="534358"/>
                  </a:lnTo>
                  <a:lnTo>
                    <a:pt x="520011" y="534190"/>
                  </a:lnTo>
                  <a:lnTo>
                    <a:pt x="519987" y="534033"/>
                  </a:lnTo>
                  <a:lnTo>
                    <a:pt x="520016" y="532931"/>
                  </a:lnTo>
                  <a:lnTo>
                    <a:pt x="520077" y="532755"/>
                  </a:lnTo>
                  <a:lnTo>
                    <a:pt x="520523" y="532039"/>
                  </a:lnTo>
                  <a:lnTo>
                    <a:pt x="521018" y="531428"/>
                  </a:lnTo>
                  <a:lnTo>
                    <a:pt x="520923" y="531295"/>
                  </a:lnTo>
                  <a:lnTo>
                    <a:pt x="520849" y="531167"/>
                  </a:lnTo>
                  <a:lnTo>
                    <a:pt x="520778" y="531031"/>
                  </a:lnTo>
                  <a:lnTo>
                    <a:pt x="520715" y="530881"/>
                  </a:lnTo>
                  <a:lnTo>
                    <a:pt x="519113" y="528491"/>
                  </a:lnTo>
                  <a:lnTo>
                    <a:pt x="518951" y="528407"/>
                  </a:lnTo>
                  <a:lnTo>
                    <a:pt x="518809" y="528398"/>
                  </a:lnTo>
                  <a:lnTo>
                    <a:pt x="518681" y="528411"/>
                  </a:lnTo>
                  <a:lnTo>
                    <a:pt x="518551" y="528475"/>
                  </a:lnTo>
                  <a:lnTo>
                    <a:pt x="518422" y="528560"/>
                  </a:lnTo>
                  <a:lnTo>
                    <a:pt x="518198" y="528754"/>
                  </a:lnTo>
                  <a:lnTo>
                    <a:pt x="518034" y="528918"/>
                  </a:lnTo>
                  <a:lnTo>
                    <a:pt x="517832" y="529066"/>
                  </a:lnTo>
                  <a:lnTo>
                    <a:pt x="517130" y="528387"/>
                  </a:lnTo>
                  <a:lnTo>
                    <a:pt x="517150" y="527573"/>
                  </a:lnTo>
                  <a:lnTo>
                    <a:pt x="517294" y="527503"/>
                  </a:lnTo>
                  <a:lnTo>
                    <a:pt x="517467" y="527430"/>
                  </a:lnTo>
                  <a:lnTo>
                    <a:pt x="517659" y="527362"/>
                  </a:lnTo>
                  <a:lnTo>
                    <a:pt x="517963" y="526670"/>
                  </a:lnTo>
                  <a:lnTo>
                    <a:pt x="517905" y="526493"/>
                  </a:lnTo>
                  <a:lnTo>
                    <a:pt x="517346" y="525962"/>
                  </a:lnTo>
                  <a:lnTo>
                    <a:pt x="517196" y="525909"/>
                  </a:lnTo>
                  <a:lnTo>
                    <a:pt x="516927" y="525846"/>
                  </a:lnTo>
                  <a:lnTo>
                    <a:pt x="516720" y="525749"/>
                  </a:lnTo>
                  <a:lnTo>
                    <a:pt x="516458" y="525649"/>
                  </a:lnTo>
                  <a:lnTo>
                    <a:pt x="516225" y="525660"/>
                  </a:lnTo>
                  <a:lnTo>
                    <a:pt x="515950" y="525712"/>
                  </a:lnTo>
                  <a:lnTo>
                    <a:pt x="515670" y="525796"/>
                  </a:lnTo>
                  <a:lnTo>
                    <a:pt x="515347" y="525866"/>
                  </a:lnTo>
                  <a:lnTo>
                    <a:pt x="515202" y="525781"/>
                  </a:lnTo>
                  <a:lnTo>
                    <a:pt x="515052" y="525643"/>
                  </a:lnTo>
                  <a:lnTo>
                    <a:pt x="514928" y="525365"/>
                  </a:lnTo>
                  <a:lnTo>
                    <a:pt x="514991" y="525090"/>
                  </a:lnTo>
                  <a:lnTo>
                    <a:pt x="515003" y="524879"/>
                  </a:lnTo>
                  <a:lnTo>
                    <a:pt x="515081" y="524718"/>
                  </a:lnTo>
                  <a:lnTo>
                    <a:pt x="515170" y="524530"/>
                  </a:lnTo>
                  <a:lnTo>
                    <a:pt x="515334" y="524337"/>
                  </a:lnTo>
                  <a:lnTo>
                    <a:pt x="515470" y="524262"/>
                  </a:lnTo>
                  <a:lnTo>
                    <a:pt x="515617" y="524224"/>
                  </a:lnTo>
                  <a:lnTo>
                    <a:pt x="515885" y="524167"/>
                  </a:lnTo>
                  <a:lnTo>
                    <a:pt x="516014" y="524081"/>
                  </a:lnTo>
                  <a:lnTo>
                    <a:pt x="516113" y="523941"/>
                  </a:lnTo>
                  <a:lnTo>
                    <a:pt x="516168" y="523809"/>
                  </a:lnTo>
                  <a:lnTo>
                    <a:pt x="516193" y="523533"/>
                  </a:lnTo>
                  <a:lnTo>
                    <a:pt x="516199" y="523218"/>
                  </a:lnTo>
                  <a:lnTo>
                    <a:pt x="516160" y="522940"/>
                  </a:lnTo>
                  <a:lnTo>
                    <a:pt x="516070" y="522670"/>
                  </a:lnTo>
                  <a:lnTo>
                    <a:pt x="515765" y="522357"/>
                  </a:lnTo>
                  <a:lnTo>
                    <a:pt x="515547" y="521993"/>
                  </a:lnTo>
                  <a:lnTo>
                    <a:pt x="515537" y="521844"/>
                  </a:lnTo>
                  <a:lnTo>
                    <a:pt x="515524" y="521704"/>
                  </a:lnTo>
                  <a:lnTo>
                    <a:pt x="515530" y="521563"/>
                  </a:lnTo>
                  <a:lnTo>
                    <a:pt x="515591" y="521428"/>
                  </a:lnTo>
                  <a:lnTo>
                    <a:pt x="515806" y="521151"/>
                  </a:lnTo>
                  <a:lnTo>
                    <a:pt x="515923" y="520992"/>
                  </a:lnTo>
                  <a:lnTo>
                    <a:pt x="516001" y="520828"/>
                  </a:lnTo>
                  <a:lnTo>
                    <a:pt x="516093" y="520628"/>
                  </a:lnTo>
                  <a:lnTo>
                    <a:pt x="516176" y="520407"/>
                  </a:lnTo>
                  <a:lnTo>
                    <a:pt x="516248" y="520168"/>
                  </a:lnTo>
                  <a:lnTo>
                    <a:pt x="516246" y="519985"/>
                  </a:lnTo>
                  <a:lnTo>
                    <a:pt x="516233" y="519794"/>
                  </a:lnTo>
                  <a:lnTo>
                    <a:pt x="516226" y="519627"/>
                  </a:lnTo>
                  <a:lnTo>
                    <a:pt x="516206" y="519396"/>
                  </a:lnTo>
                  <a:lnTo>
                    <a:pt x="516175" y="519169"/>
                  </a:lnTo>
                  <a:lnTo>
                    <a:pt x="516176" y="518930"/>
                  </a:lnTo>
                  <a:lnTo>
                    <a:pt x="516236" y="518689"/>
                  </a:lnTo>
                  <a:lnTo>
                    <a:pt x="516334" y="518454"/>
                  </a:lnTo>
                  <a:lnTo>
                    <a:pt x="516459" y="518269"/>
                  </a:lnTo>
                  <a:lnTo>
                    <a:pt x="516557" y="518099"/>
                  </a:lnTo>
                  <a:lnTo>
                    <a:pt x="516609" y="517937"/>
                  </a:lnTo>
                  <a:lnTo>
                    <a:pt x="516646" y="517777"/>
                  </a:lnTo>
                  <a:lnTo>
                    <a:pt x="516606" y="517621"/>
                  </a:lnTo>
                  <a:lnTo>
                    <a:pt x="516560" y="517375"/>
                  </a:lnTo>
                  <a:lnTo>
                    <a:pt x="516575" y="517196"/>
                  </a:lnTo>
                  <a:lnTo>
                    <a:pt x="516664" y="516976"/>
                  </a:lnTo>
                  <a:lnTo>
                    <a:pt x="516719" y="516761"/>
                  </a:lnTo>
                  <a:lnTo>
                    <a:pt x="516753" y="516624"/>
                  </a:lnTo>
                  <a:lnTo>
                    <a:pt x="516751" y="516442"/>
                  </a:lnTo>
                  <a:lnTo>
                    <a:pt x="516726" y="516304"/>
                  </a:lnTo>
                  <a:lnTo>
                    <a:pt x="516644" y="515970"/>
                  </a:lnTo>
                  <a:lnTo>
                    <a:pt x="516623" y="515732"/>
                  </a:lnTo>
                  <a:lnTo>
                    <a:pt x="516628" y="515477"/>
                  </a:lnTo>
                  <a:lnTo>
                    <a:pt x="516598" y="515187"/>
                  </a:lnTo>
                  <a:lnTo>
                    <a:pt x="516484" y="514199"/>
                  </a:lnTo>
                  <a:lnTo>
                    <a:pt x="516502" y="513759"/>
                  </a:lnTo>
                  <a:lnTo>
                    <a:pt x="516485" y="513531"/>
                  </a:lnTo>
                  <a:lnTo>
                    <a:pt x="516471" y="513132"/>
                  </a:lnTo>
                  <a:lnTo>
                    <a:pt x="516487" y="512852"/>
                  </a:lnTo>
                  <a:lnTo>
                    <a:pt x="516554" y="512614"/>
                  </a:lnTo>
                  <a:lnTo>
                    <a:pt x="516637" y="512425"/>
                  </a:lnTo>
                  <a:lnTo>
                    <a:pt x="516733" y="512246"/>
                  </a:lnTo>
                  <a:lnTo>
                    <a:pt x="516951" y="511979"/>
                  </a:lnTo>
                  <a:lnTo>
                    <a:pt x="517144" y="511826"/>
                  </a:lnTo>
                  <a:lnTo>
                    <a:pt x="517350" y="511673"/>
                  </a:lnTo>
                  <a:lnTo>
                    <a:pt x="517622" y="511469"/>
                  </a:lnTo>
                  <a:lnTo>
                    <a:pt x="517914" y="511264"/>
                  </a:lnTo>
                  <a:lnTo>
                    <a:pt x="518206" y="511008"/>
                  </a:lnTo>
                  <a:lnTo>
                    <a:pt x="518479" y="510793"/>
                  </a:lnTo>
                  <a:lnTo>
                    <a:pt x="518710" y="510592"/>
                  </a:lnTo>
                  <a:lnTo>
                    <a:pt x="518851" y="510439"/>
                  </a:lnTo>
                  <a:lnTo>
                    <a:pt x="518896" y="510296"/>
                  </a:lnTo>
                  <a:lnTo>
                    <a:pt x="518765" y="509992"/>
                  </a:lnTo>
                  <a:lnTo>
                    <a:pt x="518715" y="509864"/>
                  </a:lnTo>
                  <a:lnTo>
                    <a:pt x="518620" y="509302"/>
                  </a:lnTo>
                  <a:lnTo>
                    <a:pt x="518093" y="507820"/>
                  </a:lnTo>
                  <a:lnTo>
                    <a:pt x="517941" y="507714"/>
                  </a:lnTo>
                  <a:lnTo>
                    <a:pt x="517782" y="507646"/>
                  </a:lnTo>
                  <a:lnTo>
                    <a:pt x="517487" y="507489"/>
                  </a:lnTo>
                  <a:lnTo>
                    <a:pt x="516661" y="506718"/>
                  </a:lnTo>
                  <a:lnTo>
                    <a:pt x="516635" y="506422"/>
                  </a:lnTo>
                  <a:lnTo>
                    <a:pt x="516464" y="506149"/>
                  </a:lnTo>
                  <a:lnTo>
                    <a:pt x="516468" y="505896"/>
                  </a:lnTo>
                  <a:lnTo>
                    <a:pt x="516494" y="505714"/>
                  </a:lnTo>
                  <a:lnTo>
                    <a:pt x="516518" y="505529"/>
                  </a:lnTo>
                  <a:lnTo>
                    <a:pt x="516534" y="505354"/>
                  </a:lnTo>
                  <a:lnTo>
                    <a:pt x="516544" y="505166"/>
                  </a:lnTo>
                  <a:lnTo>
                    <a:pt x="516578" y="504966"/>
                  </a:lnTo>
                  <a:lnTo>
                    <a:pt x="516626" y="504757"/>
                  </a:lnTo>
                  <a:lnTo>
                    <a:pt x="516693" y="504558"/>
                  </a:lnTo>
                  <a:lnTo>
                    <a:pt x="516749" y="504411"/>
                  </a:lnTo>
                  <a:lnTo>
                    <a:pt x="516815" y="504222"/>
                  </a:lnTo>
                  <a:lnTo>
                    <a:pt x="516867" y="504032"/>
                  </a:lnTo>
                  <a:lnTo>
                    <a:pt x="516913" y="503855"/>
                  </a:lnTo>
                  <a:lnTo>
                    <a:pt x="516966" y="503690"/>
                  </a:lnTo>
                  <a:lnTo>
                    <a:pt x="516976" y="503527"/>
                  </a:lnTo>
                  <a:lnTo>
                    <a:pt x="516991" y="503266"/>
                  </a:lnTo>
                  <a:lnTo>
                    <a:pt x="517023" y="503130"/>
                  </a:lnTo>
                  <a:lnTo>
                    <a:pt x="516817" y="501505"/>
                  </a:lnTo>
                  <a:lnTo>
                    <a:pt x="516849" y="501239"/>
                  </a:lnTo>
                  <a:lnTo>
                    <a:pt x="516795" y="500980"/>
                  </a:lnTo>
                  <a:lnTo>
                    <a:pt x="516749" y="500840"/>
                  </a:lnTo>
                  <a:lnTo>
                    <a:pt x="516766" y="500390"/>
                  </a:lnTo>
                  <a:lnTo>
                    <a:pt x="516890" y="500199"/>
                  </a:lnTo>
                  <a:lnTo>
                    <a:pt x="516977" y="500032"/>
                  </a:lnTo>
                  <a:lnTo>
                    <a:pt x="517044" y="499876"/>
                  </a:lnTo>
                  <a:lnTo>
                    <a:pt x="517147" y="499678"/>
                  </a:lnTo>
                  <a:lnTo>
                    <a:pt x="517256" y="499471"/>
                  </a:lnTo>
                  <a:lnTo>
                    <a:pt x="517381" y="499250"/>
                  </a:lnTo>
                  <a:lnTo>
                    <a:pt x="517507" y="499044"/>
                  </a:lnTo>
                  <a:lnTo>
                    <a:pt x="517574" y="498886"/>
                  </a:lnTo>
                  <a:lnTo>
                    <a:pt x="517637" y="498699"/>
                  </a:lnTo>
                  <a:lnTo>
                    <a:pt x="517692" y="498441"/>
                  </a:lnTo>
                  <a:lnTo>
                    <a:pt x="517709" y="497611"/>
                  </a:lnTo>
                  <a:lnTo>
                    <a:pt x="517715" y="497417"/>
                  </a:lnTo>
                  <a:lnTo>
                    <a:pt x="517673" y="497206"/>
                  </a:lnTo>
                  <a:lnTo>
                    <a:pt x="517594" y="496982"/>
                  </a:lnTo>
                  <a:lnTo>
                    <a:pt x="517508" y="496748"/>
                  </a:lnTo>
                  <a:lnTo>
                    <a:pt x="517464" y="496536"/>
                  </a:lnTo>
                  <a:lnTo>
                    <a:pt x="517268" y="496048"/>
                  </a:lnTo>
                  <a:lnTo>
                    <a:pt x="517177" y="495904"/>
                  </a:lnTo>
                  <a:lnTo>
                    <a:pt x="516891" y="495552"/>
                  </a:lnTo>
                  <a:lnTo>
                    <a:pt x="516700" y="495361"/>
                  </a:lnTo>
                  <a:lnTo>
                    <a:pt x="516577" y="495224"/>
                  </a:lnTo>
                  <a:lnTo>
                    <a:pt x="516389" y="495089"/>
                  </a:lnTo>
                  <a:lnTo>
                    <a:pt x="515950" y="494705"/>
                  </a:lnTo>
                  <a:lnTo>
                    <a:pt x="515776" y="494553"/>
                  </a:lnTo>
                  <a:lnTo>
                    <a:pt x="515648" y="494462"/>
                  </a:lnTo>
                  <a:lnTo>
                    <a:pt x="515473" y="494359"/>
                  </a:lnTo>
                  <a:lnTo>
                    <a:pt x="515254" y="494276"/>
                  </a:lnTo>
                  <a:lnTo>
                    <a:pt x="515044" y="494173"/>
                  </a:lnTo>
                  <a:lnTo>
                    <a:pt x="514821" y="494053"/>
                  </a:lnTo>
                  <a:lnTo>
                    <a:pt x="514606" y="493962"/>
                  </a:lnTo>
                  <a:lnTo>
                    <a:pt x="514441" y="493845"/>
                  </a:lnTo>
                  <a:lnTo>
                    <a:pt x="514284" y="493715"/>
                  </a:lnTo>
                  <a:lnTo>
                    <a:pt x="514124" y="493626"/>
                  </a:lnTo>
                  <a:lnTo>
                    <a:pt x="513926" y="493578"/>
                  </a:lnTo>
                  <a:lnTo>
                    <a:pt x="513714" y="493456"/>
                  </a:lnTo>
                  <a:lnTo>
                    <a:pt x="513551" y="493246"/>
                  </a:lnTo>
                  <a:lnTo>
                    <a:pt x="513461" y="493092"/>
                  </a:lnTo>
                  <a:lnTo>
                    <a:pt x="513431" y="492861"/>
                  </a:lnTo>
                  <a:lnTo>
                    <a:pt x="513453" y="492654"/>
                  </a:lnTo>
                  <a:lnTo>
                    <a:pt x="513503" y="492426"/>
                  </a:lnTo>
                  <a:lnTo>
                    <a:pt x="513548" y="492280"/>
                  </a:lnTo>
                  <a:lnTo>
                    <a:pt x="513538" y="492151"/>
                  </a:lnTo>
                  <a:lnTo>
                    <a:pt x="513505" y="492013"/>
                  </a:lnTo>
                  <a:lnTo>
                    <a:pt x="513490" y="491881"/>
                  </a:lnTo>
                  <a:lnTo>
                    <a:pt x="513450" y="491662"/>
                  </a:lnTo>
                  <a:lnTo>
                    <a:pt x="513396" y="491478"/>
                  </a:lnTo>
                  <a:lnTo>
                    <a:pt x="513328" y="491326"/>
                  </a:lnTo>
                  <a:lnTo>
                    <a:pt x="513317" y="491150"/>
                  </a:lnTo>
                  <a:lnTo>
                    <a:pt x="513388" y="490958"/>
                  </a:lnTo>
                  <a:lnTo>
                    <a:pt x="513503" y="490780"/>
                  </a:lnTo>
                  <a:lnTo>
                    <a:pt x="513720" y="490624"/>
                  </a:lnTo>
                  <a:lnTo>
                    <a:pt x="513917" y="490558"/>
                  </a:lnTo>
                  <a:lnTo>
                    <a:pt x="514134" y="490468"/>
                  </a:lnTo>
                  <a:lnTo>
                    <a:pt x="514349" y="490365"/>
                  </a:lnTo>
                  <a:lnTo>
                    <a:pt x="514578" y="490298"/>
                  </a:lnTo>
                  <a:lnTo>
                    <a:pt x="514766" y="490266"/>
                  </a:lnTo>
                  <a:lnTo>
                    <a:pt x="514953" y="490251"/>
                  </a:lnTo>
                  <a:lnTo>
                    <a:pt x="515103" y="490245"/>
                  </a:lnTo>
                  <a:lnTo>
                    <a:pt x="515284" y="490237"/>
                  </a:lnTo>
                  <a:lnTo>
                    <a:pt x="515490" y="490231"/>
                  </a:lnTo>
                  <a:lnTo>
                    <a:pt x="515631" y="490211"/>
                  </a:lnTo>
                  <a:lnTo>
                    <a:pt x="515799" y="490150"/>
                  </a:lnTo>
                  <a:lnTo>
                    <a:pt x="515972" y="490072"/>
                  </a:lnTo>
                  <a:lnTo>
                    <a:pt x="516535" y="489567"/>
                  </a:lnTo>
                  <a:lnTo>
                    <a:pt x="516651" y="489407"/>
                  </a:lnTo>
                  <a:lnTo>
                    <a:pt x="516719" y="489271"/>
                  </a:lnTo>
                  <a:lnTo>
                    <a:pt x="516805" y="489139"/>
                  </a:lnTo>
                  <a:lnTo>
                    <a:pt x="517064" y="488976"/>
                  </a:lnTo>
                  <a:lnTo>
                    <a:pt x="517272" y="488770"/>
                  </a:lnTo>
                  <a:lnTo>
                    <a:pt x="517342" y="488643"/>
                  </a:lnTo>
                  <a:lnTo>
                    <a:pt x="517449" y="488509"/>
                  </a:lnTo>
                  <a:lnTo>
                    <a:pt x="517710" y="488337"/>
                  </a:lnTo>
                  <a:lnTo>
                    <a:pt x="517988" y="488156"/>
                  </a:lnTo>
                  <a:lnTo>
                    <a:pt x="518064" y="487945"/>
                  </a:lnTo>
                  <a:lnTo>
                    <a:pt x="518289" y="487678"/>
                  </a:lnTo>
                  <a:lnTo>
                    <a:pt x="518642" y="487207"/>
                  </a:lnTo>
                  <a:lnTo>
                    <a:pt x="518804" y="486919"/>
                  </a:lnTo>
                  <a:lnTo>
                    <a:pt x="518975" y="486576"/>
                  </a:lnTo>
                  <a:lnTo>
                    <a:pt x="519130" y="486151"/>
                  </a:lnTo>
                  <a:lnTo>
                    <a:pt x="519247" y="485962"/>
                  </a:lnTo>
                  <a:lnTo>
                    <a:pt x="519350" y="485793"/>
                  </a:lnTo>
                  <a:lnTo>
                    <a:pt x="519458" y="485653"/>
                  </a:lnTo>
                  <a:lnTo>
                    <a:pt x="519661" y="485465"/>
                  </a:lnTo>
                  <a:lnTo>
                    <a:pt x="520048" y="484885"/>
                  </a:lnTo>
                  <a:lnTo>
                    <a:pt x="520218" y="484805"/>
                  </a:lnTo>
                  <a:lnTo>
                    <a:pt x="520481" y="484575"/>
                  </a:lnTo>
                  <a:lnTo>
                    <a:pt x="520618" y="484434"/>
                  </a:lnTo>
                  <a:lnTo>
                    <a:pt x="520746" y="484305"/>
                  </a:lnTo>
                  <a:lnTo>
                    <a:pt x="520970" y="484041"/>
                  </a:lnTo>
                  <a:lnTo>
                    <a:pt x="520984" y="483873"/>
                  </a:lnTo>
                  <a:lnTo>
                    <a:pt x="521023" y="483720"/>
                  </a:lnTo>
                  <a:lnTo>
                    <a:pt x="521042" y="483556"/>
                  </a:lnTo>
                  <a:lnTo>
                    <a:pt x="521044" y="483375"/>
                  </a:lnTo>
                  <a:lnTo>
                    <a:pt x="521139" y="483169"/>
                  </a:lnTo>
                  <a:lnTo>
                    <a:pt x="521184" y="482961"/>
                  </a:lnTo>
                  <a:lnTo>
                    <a:pt x="521151" y="482823"/>
                  </a:lnTo>
                  <a:lnTo>
                    <a:pt x="521332" y="482447"/>
                  </a:lnTo>
                  <a:lnTo>
                    <a:pt x="521390" y="482307"/>
                  </a:lnTo>
                  <a:lnTo>
                    <a:pt x="521417" y="482152"/>
                  </a:lnTo>
                  <a:lnTo>
                    <a:pt x="521426" y="481993"/>
                  </a:lnTo>
                  <a:lnTo>
                    <a:pt x="521417" y="481816"/>
                  </a:lnTo>
                  <a:lnTo>
                    <a:pt x="521401" y="481626"/>
                  </a:lnTo>
                  <a:lnTo>
                    <a:pt x="521443" y="481425"/>
                  </a:lnTo>
                  <a:lnTo>
                    <a:pt x="521292" y="480839"/>
                  </a:lnTo>
                  <a:lnTo>
                    <a:pt x="521124" y="480571"/>
                  </a:lnTo>
                  <a:lnTo>
                    <a:pt x="521066" y="480430"/>
                  </a:lnTo>
                  <a:lnTo>
                    <a:pt x="521057" y="480281"/>
                  </a:lnTo>
                  <a:lnTo>
                    <a:pt x="521269" y="479786"/>
                  </a:lnTo>
                  <a:lnTo>
                    <a:pt x="521309" y="479649"/>
                  </a:lnTo>
                  <a:lnTo>
                    <a:pt x="521339" y="479486"/>
                  </a:lnTo>
                  <a:lnTo>
                    <a:pt x="521357" y="479284"/>
                  </a:lnTo>
                  <a:lnTo>
                    <a:pt x="521370" y="479133"/>
                  </a:lnTo>
                  <a:lnTo>
                    <a:pt x="521382" y="478945"/>
                  </a:lnTo>
                  <a:lnTo>
                    <a:pt x="521280" y="478140"/>
                  </a:lnTo>
                  <a:lnTo>
                    <a:pt x="521327" y="478007"/>
                  </a:lnTo>
                  <a:lnTo>
                    <a:pt x="521414" y="477839"/>
                  </a:lnTo>
                  <a:lnTo>
                    <a:pt x="521538" y="477697"/>
                  </a:lnTo>
                  <a:lnTo>
                    <a:pt x="521683" y="477562"/>
                  </a:lnTo>
                  <a:lnTo>
                    <a:pt x="521880" y="477399"/>
                  </a:lnTo>
                  <a:lnTo>
                    <a:pt x="522373" y="476793"/>
                  </a:lnTo>
                  <a:lnTo>
                    <a:pt x="522377" y="476536"/>
                  </a:lnTo>
                  <a:lnTo>
                    <a:pt x="522362" y="476265"/>
                  </a:lnTo>
                  <a:lnTo>
                    <a:pt x="522389" y="476069"/>
                  </a:lnTo>
                  <a:lnTo>
                    <a:pt x="522411" y="475809"/>
                  </a:lnTo>
                  <a:lnTo>
                    <a:pt x="522425" y="475565"/>
                  </a:lnTo>
                  <a:lnTo>
                    <a:pt x="522506" y="475347"/>
                  </a:lnTo>
                  <a:lnTo>
                    <a:pt x="522582" y="475184"/>
                  </a:lnTo>
                  <a:lnTo>
                    <a:pt x="522557" y="474902"/>
                  </a:lnTo>
                  <a:lnTo>
                    <a:pt x="522521" y="474706"/>
                  </a:lnTo>
                  <a:lnTo>
                    <a:pt x="522518" y="474360"/>
                  </a:lnTo>
                  <a:lnTo>
                    <a:pt x="522583" y="474188"/>
                  </a:lnTo>
                  <a:lnTo>
                    <a:pt x="522633" y="474027"/>
                  </a:lnTo>
                  <a:lnTo>
                    <a:pt x="522698" y="473854"/>
                  </a:lnTo>
                  <a:lnTo>
                    <a:pt x="522684" y="473476"/>
                  </a:lnTo>
                  <a:lnTo>
                    <a:pt x="522500" y="473236"/>
                  </a:lnTo>
                  <a:lnTo>
                    <a:pt x="522431" y="473088"/>
                  </a:lnTo>
                  <a:lnTo>
                    <a:pt x="522212" y="472708"/>
                  </a:lnTo>
                  <a:lnTo>
                    <a:pt x="521928" y="472402"/>
                  </a:lnTo>
                  <a:lnTo>
                    <a:pt x="521797" y="472319"/>
                  </a:lnTo>
                  <a:lnTo>
                    <a:pt x="521627" y="472230"/>
                  </a:lnTo>
                  <a:lnTo>
                    <a:pt x="521399" y="472094"/>
                  </a:lnTo>
                  <a:lnTo>
                    <a:pt x="521262" y="471954"/>
                  </a:lnTo>
                  <a:lnTo>
                    <a:pt x="521152" y="471805"/>
                  </a:lnTo>
                  <a:lnTo>
                    <a:pt x="520803" y="469821"/>
                  </a:lnTo>
                  <a:lnTo>
                    <a:pt x="520617" y="469557"/>
                  </a:lnTo>
                  <a:lnTo>
                    <a:pt x="520422" y="468940"/>
                  </a:lnTo>
                  <a:lnTo>
                    <a:pt x="520434" y="468784"/>
                  </a:lnTo>
                  <a:lnTo>
                    <a:pt x="520448" y="468635"/>
                  </a:lnTo>
                  <a:lnTo>
                    <a:pt x="520466" y="468486"/>
                  </a:lnTo>
                  <a:lnTo>
                    <a:pt x="520490" y="468327"/>
                  </a:lnTo>
                  <a:lnTo>
                    <a:pt x="520492" y="468173"/>
                  </a:lnTo>
                  <a:lnTo>
                    <a:pt x="520467" y="467980"/>
                  </a:lnTo>
                  <a:lnTo>
                    <a:pt x="520433" y="467848"/>
                  </a:lnTo>
                  <a:lnTo>
                    <a:pt x="520266" y="467473"/>
                  </a:lnTo>
                  <a:lnTo>
                    <a:pt x="520213" y="467331"/>
                  </a:lnTo>
                  <a:lnTo>
                    <a:pt x="520157" y="467185"/>
                  </a:lnTo>
                  <a:lnTo>
                    <a:pt x="520092" y="467044"/>
                  </a:lnTo>
                  <a:lnTo>
                    <a:pt x="519993" y="466877"/>
                  </a:lnTo>
                  <a:lnTo>
                    <a:pt x="519841" y="466632"/>
                  </a:lnTo>
                  <a:lnTo>
                    <a:pt x="519777" y="466484"/>
                  </a:lnTo>
                  <a:lnTo>
                    <a:pt x="519684" y="466334"/>
                  </a:lnTo>
                  <a:lnTo>
                    <a:pt x="519573" y="466178"/>
                  </a:lnTo>
                  <a:lnTo>
                    <a:pt x="519444" y="465998"/>
                  </a:lnTo>
                  <a:lnTo>
                    <a:pt x="519377" y="465840"/>
                  </a:lnTo>
                  <a:lnTo>
                    <a:pt x="519296" y="465688"/>
                  </a:lnTo>
                  <a:lnTo>
                    <a:pt x="519265" y="465493"/>
                  </a:lnTo>
                  <a:lnTo>
                    <a:pt x="519279" y="465288"/>
                  </a:lnTo>
                  <a:lnTo>
                    <a:pt x="519239" y="465059"/>
                  </a:lnTo>
                  <a:lnTo>
                    <a:pt x="519176" y="464861"/>
                  </a:lnTo>
                  <a:lnTo>
                    <a:pt x="519112" y="464675"/>
                  </a:lnTo>
                  <a:lnTo>
                    <a:pt x="518962" y="464491"/>
                  </a:lnTo>
                  <a:lnTo>
                    <a:pt x="518753" y="464272"/>
                  </a:lnTo>
                  <a:lnTo>
                    <a:pt x="518569" y="464063"/>
                  </a:lnTo>
                  <a:lnTo>
                    <a:pt x="518354" y="463864"/>
                  </a:lnTo>
                  <a:lnTo>
                    <a:pt x="518131" y="463692"/>
                  </a:lnTo>
                  <a:lnTo>
                    <a:pt x="517879" y="463551"/>
                  </a:lnTo>
                  <a:lnTo>
                    <a:pt x="517602" y="463421"/>
                  </a:lnTo>
                  <a:lnTo>
                    <a:pt x="517363" y="463293"/>
                  </a:lnTo>
                  <a:lnTo>
                    <a:pt x="517188" y="463176"/>
                  </a:lnTo>
                  <a:lnTo>
                    <a:pt x="516845" y="462998"/>
                  </a:lnTo>
                  <a:lnTo>
                    <a:pt x="516689" y="462930"/>
                  </a:lnTo>
                  <a:lnTo>
                    <a:pt x="516540" y="462846"/>
                  </a:lnTo>
                  <a:lnTo>
                    <a:pt x="516362" y="462763"/>
                  </a:lnTo>
                  <a:lnTo>
                    <a:pt x="516139" y="462713"/>
                  </a:lnTo>
                  <a:lnTo>
                    <a:pt x="515961" y="462701"/>
                  </a:lnTo>
                  <a:lnTo>
                    <a:pt x="515656" y="462695"/>
                  </a:lnTo>
                  <a:lnTo>
                    <a:pt x="515394" y="462662"/>
                  </a:lnTo>
                  <a:lnTo>
                    <a:pt x="515119" y="462636"/>
                  </a:lnTo>
                  <a:lnTo>
                    <a:pt x="514691" y="462700"/>
                  </a:lnTo>
                  <a:lnTo>
                    <a:pt x="514355" y="462782"/>
                  </a:lnTo>
                  <a:lnTo>
                    <a:pt x="514034" y="462731"/>
                  </a:lnTo>
                  <a:lnTo>
                    <a:pt x="513700" y="462613"/>
                  </a:lnTo>
                  <a:lnTo>
                    <a:pt x="513301" y="462358"/>
                  </a:lnTo>
                  <a:lnTo>
                    <a:pt x="513030" y="462071"/>
                  </a:lnTo>
                  <a:lnTo>
                    <a:pt x="512775" y="461717"/>
                  </a:lnTo>
                  <a:lnTo>
                    <a:pt x="512578" y="461336"/>
                  </a:lnTo>
                  <a:lnTo>
                    <a:pt x="512503" y="460818"/>
                  </a:lnTo>
                  <a:lnTo>
                    <a:pt x="512554" y="460564"/>
                  </a:lnTo>
                  <a:lnTo>
                    <a:pt x="512577" y="460346"/>
                  </a:lnTo>
                  <a:lnTo>
                    <a:pt x="512635" y="460159"/>
                  </a:lnTo>
                  <a:lnTo>
                    <a:pt x="512669" y="459902"/>
                  </a:lnTo>
                  <a:lnTo>
                    <a:pt x="512691" y="459727"/>
                  </a:lnTo>
                  <a:lnTo>
                    <a:pt x="512762" y="459561"/>
                  </a:lnTo>
                  <a:lnTo>
                    <a:pt x="512907" y="459409"/>
                  </a:lnTo>
                  <a:lnTo>
                    <a:pt x="513037" y="459136"/>
                  </a:lnTo>
                  <a:lnTo>
                    <a:pt x="513205" y="458885"/>
                  </a:lnTo>
                  <a:lnTo>
                    <a:pt x="513456" y="458598"/>
                  </a:lnTo>
                  <a:lnTo>
                    <a:pt x="513632" y="458344"/>
                  </a:lnTo>
                  <a:lnTo>
                    <a:pt x="513808" y="458095"/>
                  </a:lnTo>
                  <a:lnTo>
                    <a:pt x="513942" y="457871"/>
                  </a:lnTo>
                  <a:lnTo>
                    <a:pt x="514020" y="457670"/>
                  </a:lnTo>
                  <a:lnTo>
                    <a:pt x="514080" y="457469"/>
                  </a:lnTo>
                  <a:lnTo>
                    <a:pt x="514144" y="457219"/>
                  </a:lnTo>
                  <a:lnTo>
                    <a:pt x="514175" y="457042"/>
                  </a:lnTo>
                  <a:lnTo>
                    <a:pt x="514297" y="456895"/>
                  </a:lnTo>
                  <a:lnTo>
                    <a:pt x="514437" y="456786"/>
                  </a:lnTo>
                  <a:lnTo>
                    <a:pt x="514592" y="456736"/>
                  </a:lnTo>
                  <a:lnTo>
                    <a:pt x="514804" y="456656"/>
                  </a:lnTo>
                  <a:lnTo>
                    <a:pt x="514999" y="456636"/>
                  </a:lnTo>
                  <a:lnTo>
                    <a:pt x="515171" y="456550"/>
                  </a:lnTo>
                  <a:lnTo>
                    <a:pt x="515375" y="456358"/>
                  </a:lnTo>
                  <a:lnTo>
                    <a:pt x="515588" y="456050"/>
                  </a:lnTo>
                  <a:lnTo>
                    <a:pt x="515739" y="455783"/>
                  </a:lnTo>
                  <a:lnTo>
                    <a:pt x="515911" y="455487"/>
                  </a:lnTo>
                  <a:lnTo>
                    <a:pt x="516091" y="455267"/>
                  </a:lnTo>
                  <a:lnTo>
                    <a:pt x="516200" y="455075"/>
                  </a:lnTo>
                  <a:lnTo>
                    <a:pt x="516249" y="454847"/>
                  </a:lnTo>
                  <a:lnTo>
                    <a:pt x="516235" y="454605"/>
                  </a:lnTo>
                  <a:lnTo>
                    <a:pt x="516211" y="454238"/>
                  </a:lnTo>
                  <a:lnTo>
                    <a:pt x="516205" y="453873"/>
                  </a:lnTo>
                  <a:lnTo>
                    <a:pt x="516250" y="453638"/>
                  </a:lnTo>
                  <a:lnTo>
                    <a:pt x="516378" y="453424"/>
                  </a:lnTo>
                  <a:lnTo>
                    <a:pt x="516576" y="453195"/>
                  </a:lnTo>
                  <a:lnTo>
                    <a:pt x="516642" y="452963"/>
                  </a:lnTo>
                  <a:lnTo>
                    <a:pt x="516654" y="452738"/>
                  </a:lnTo>
                  <a:lnTo>
                    <a:pt x="516624" y="452564"/>
                  </a:lnTo>
                  <a:lnTo>
                    <a:pt x="516508" y="452388"/>
                  </a:lnTo>
                  <a:lnTo>
                    <a:pt x="516376" y="452224"/>
                  </a:lnTo>
                  <a:lnTo>
                    <a:pt x="516305" y="452011"/>
                  </a:lnTo>
                  <a:lnTo>
                    <a:pt x="516345" y="451856"/>
                  </a:lnTo>
                  <a:lnTo>
                    <a:pt x="516509" y="451634"/>
                  </a:lnTo>
                  <a:lnTo>
                    <a:pt x="516740" y="451321"/>
                  </a:lnTo>
                  <a:lnTo>
                    <a:pt x="516918" y="451187"/>
                  </a:lnTo>
                  <a:lnTo>
                    <a:pt x="517085" y="451003"/>
                  </a:lnTo>
                  <a:lnTo>
                    <a:pt x="517168" y="450801"/>
                  </a:lnTo>
                  <a:lnTo>
                    <a:pt x="517237" y="450550"/>
                  </a:lnTo>
                  <a:lnTo>
                    <a:pt x="517305" y="450205"/>
                  </a:lnTo>
                  <a:lnTo>
                    <a:pt x="517382" y="449924"/>
                  </a:lnTo>
                  <a:lnTo>
                    <a:pt x="517391" y="449733"/>
                  </a:lnTo>
                  <a:lnTo>
                    <a:pt x="517318" y="449553"/>
                  </a:lnTo>
                  <a:lnTo>
                    <a:pt x="517324" y="449348"/>
                  </a:lnTo>
                  <a:lnTo>
                    <a:pt x="517454" y="449095"/>
                  </a:lnTo>
                  <a:lnTo>
                    <a:pt x="517638" y="448854"/>
                  </a:lnTo>
                  <a:lnTo>
                    <a:pt x="517850" y="448703"/>
                  </a:lnTo>
                  <a:lnTo>
                    <a:pt x="518004" y="448573"/>
                  </a:lnTo>
                  <a:lnTo>
                    <a:pt x="518116" y="448399"/>
                  </a:lnTo>
                  <a:lnTo>
                    <a:pt x="518294" y="448079"/>
                  </a:lnTo>
                  <a:lnTo>
                    <a:pt x="518463" y="447808"/>
                  </a:lnTo>
                  <a:lnTo>
                    <a:pt x="518627" y="447468"/>
                  </a:lnTo>
                  <a:lnTo>
                    <a:pt x="518667" y="447237"/>
                  </a:lnTo>
                  <a:lnTo>
                    <a:pt x="518774" y="446969"/>
                  </a:lnTo>
                  <a:lnTo>
                    <a:pt x="518893" y="446756"/>
                  </a:lnTo>
                  <a:lnTo>
                    <a:pt x="519048" y="446531"/>
                  </a:lnTo>
                  <a:lnTo>
                    <a:pt x="519232" y="446232"/>
                  </a:lnTo>
                  <a:lnTo>
                    <a:pt x="519314" y="446061"/>
                  </a:lnTo>
                  <a:lnTo>
                    <a:pt x="519324" y="445874"/>
                  </a:lnTo>
                  <a:lnTo>
                    <a:pt x="519317" y="445695"/>
                  </a:lnTo>
                  <a:lnTo>
                    <a:pt x="519385" y="445539"/>
                  </a:lnTo>
                  <a:lnTo>
                    <a:pt x="519530" y="445363"/>
                  </a:lnTo>
                  <a:lnTo>
                    <a:pt x="519638" y="445175"/>
                  </a:lnTo>
                  <a:lnTo>
                    <a:pt x="519838" y="444980"/>
                  </a:lnTo>
                  <a:lnTo>
                    <a:pt x="519995" y="444797"/>
                  </a:lnTo>
                  <a:lnTo>
                    <a:pt x="520070" y="444625"/>
                  </a:lnTo>
                  <a:lnTo>
                    <a:pt x="520078" y="444425"/>
                  </a:lnTo>
                  <a:lnTo>
                    <a:pt x="520175" y="444154"/>
                  </a:lnTo>
                  <a:lnTo>
                    <a:pt x="520307" y="444100"/>
                  </a:lnTo>
                  <a:lnTo>
                    <a:pt x="520471" y="444067"/>
                  </a:lnTo>
                  <a:lnTo>
                    <a:pt x="520650" y="443965"/>
                  </a:lnTo>
                  <a:lnTo>
                    <a:pt x="520782" y="443915"/>
                  </a:lnTo>
                  <a:lnTo>
                    <a:pt x="521052" y="444013"/>
                  </a:lnTo>
                  <a:lnTo>
                    <a:pt x="521198" y="444055"/>
                  </a:lnTo>
                  <a:lnTo>
                    <a:pt x="521345" y="444073"/>
                  </a:lnTo>
                  <a:lnTo>
                    <a:pt x="521588" y="444153"/>
                  </a:lnTo>
                  <a:lnTo>
                    <a:pt x="521792" y="444207"/>
                  </a:lnTo>
                  <a:lnTo>
                    <a:pt x="521988" y="444237"/>
                  </a:lnTo>
                  <a:lnTo>
                    <a:pt x="522258" y="444209"/>
                  </a:lnTo>
                  <a:lnTo>
                    <a:pt x="522569" y="444126"/>
                  </a:lnTo>
                  <a:lnTo>
                    <a:pt x="522860" y="444139"/>
                  </a:lnTo>
                  <a:lnTo>
                    <a:pt x="523073" y="444202"/>
                  </a:lnTo>
                  <a:lnTo>
                    <a:pt x="523205" y="444260"/>
                  </a:lnTo>
                  <a:lnTo>
                    <a:pt x="523333" y="444266"/>
                  </a:lnTo>
                  <a:lnTo>
                    <a:pt x="523510" y="444217"/>
                  </a:lnTo>
                  <a:lnTo>
                    <a:pt x="523729" y="444205"/>
                  </a:lnTo>
                  <a:lnTo>
                    <a:pt x="524013" y="444163"/>
                  </a:lnTo>
                  <a:lnTo>
                    <a:pt x="524316" y="444017"/>
                  </a:lnTo>
                  <a:lnTo>
                    <a:pt x="524490" y="443818"/>
                  </a:lnTo>
                  <a:lnTo>
                    <a:pt x="524593" y="443557"/>
                  </a:lnTo>
                  <a:lnTo>
                    <a:pt x="524641" y="443318"/>
                  </a:lnTo>
                  <a:lnTo>
                    <a:pt x="524745" y="443108"/>
                  </a:lnTo>
                  <a:lnTo>
                    <a:pt x="524923" y="442963"/>
                  </a:lnTo>
                  <a:lnTo>
                    <a:pt x="525222" y="442808"/>
                  </a:lnTo>
                  <a:lnTo>
                    <a:pt x="525431" y="442790"/>
                  </a:lnTo>
                  <a:lnTo>
                    <a:pt x="525599" y="442823"/>
                  </a:lnTo>
                  <a:lnTo>
                    <a:pt x="525748" y="442805"/>
                  </a:lnTo>
                  <a:lnTo>
                    <a:pt x="525899" y="442735"/>
                  </a:lnTo>
                  <a:lnTo>
                    <a:pt x="525989" y="442592"/>
                  </a:lnTo>
                  <a:lnTo>
                    <a:pt x="526055" y="442442"/>
                  </a:lnTo>
                  <a:lnTo>
                    <a:pt x="526153" y="442257"/>
                  </a:lnTo>
                  <a:lnTo>
                    <a:pt x="526278" y="442090"/>
                  </a:lnTo>
                  <a:lnTo>
                    <a:pt x="526306" y="441920"/>
                  </a:lnTo>
                  <a:lnTo>
                    <a:pt x="526443" y="441776"/>
                  </a:lnTo>
                  <a:lnTo>
                    <a:pt x="526667" y="441629"/>
                  </a:lnTo>
                  <a:lnTo>
                    <a:pt x="526941" y="441548"/>
                  </a:lnTo>
                  <a:lnTo>
                    <a:pt x="527167" y="441552"/>
                  </a:lnTo>
                  <a:lnTo>
                    <a:pt x="527375" y="441515"/>
                  </a:lnTo>
                  <a:lnTo>
                    <a:pt x="527543" y="441437"/>
                  </a:lnTo>
                  <a:lnTo>
                    <a:pt x="527754" y="441340"/>
                  </a:lnTo>
                  <a:lnTo>
                    <a:pt x="527968" y="441209"/>
                  </a:lnTo>
                  <a:lnTo>
                    <a:pt x="528121" y="441117"/>
                  </a:lnTo>
                  <a:lnTo>
                    <a:pt x="528313" y="441026"/>
                  </a:lnTo>
                  <a:lnTo>
                    <a:pt x="528516" y="440920"/>
                  </a:lnTo>
                  <a:lnTo>
                    <a:pt x="528686" y="440846"/>
                  </a:lnTo>
                  <a:lnTo>
                    <a:pt x="528830" y="440734"/>
                  </a:lnTo>
                  <a:lnTo>
                    <a:pt x="528985" y="440589"/>
                  </a:lnTo>
                  <a:lnTo>
                    <a:pt x="529115" y="440401"/>
                  </a:lnTo>
                  <a:lnTo>
                    <a:pt x="529322" y="440167"/>
                  </a:lnTo>
                  <a:lnTo>
                    <a:pt x="529571" y="439897"/>
                  </a:lnTo>
                  <a:lnTo>
                    <a:pt x="529927" y="439539"/>
                  </a:lnTo>
                  <a:lnTo>
                    <a:pt x="530133" y="439122"/>
                  </a:lnTo>
                  <a:lnTo>
                    <a:pt x="530421" y="438732"/>
                  </a:lnTo>
                  <a:lnTo>
                    <a:pt x="530679" y="438331"/>
                  </a:lnTo>
                  <a:lnTo>
                    <a:pt x="530910" y="437986"/>
                  </a:lnTo>
                  <a:lnTo>
                    <a:pt x="531011" y="437698"/>
                  </a:lnTo>
                  <a:lnTo>
                    <a:pt x="531108" y="437396"/>
                  </a:lnTo>
                  <a:lnTo>
                    <a:pt x="531222" y="437151"/>
                  </a:lnTo>
                  <a:lnTo>
                    <a:pt x="531372" y="436844"/>
                  </a:lnTo>
                  <a:lnTo>
                    <a:pt x="531489" y="436505"/>
                  </a:lnTo>
                  <a:lnTo>
                    <a:pt x="531582" y="436179"/>
                  </a:lnTo>
                  <a:lnTo>
                    <a:pt x="531605" y="435920"/>
                  </a:lnTo>
                  <a:lnTo>
                    <a:pt x="531602" y="435710"/>
                  </a:lnTo>
                  <a:lnTo>
                    <a:pt x="531602" y="435535"/>
                  </a:lnTo>
                  <a:lnTo>
                    <a:pt x="531573" y="435221"/>
                  </a:lnTo>
                  <a:lnTo>
                    <a:pt x="531514" y="434868"/>
                  </a:lnTo>
                  <a:lnTo>
                    <a:pt x="531446" y="434618"/>
                  </a:lnTo>
                  <a:lnTo>
                    <a:pt x="531388" y="434349"/>
                  </a:lnTo>
                  <a:lnTo>
                    <a:pt x="531367" y="434090"/>
                  </a:lnTo>
                  <a:lnTo>
                    <a:pt x="531357" y="433842"/>
                  </a:lnTo>
                  <a:lnTo>
                    <a:pt x="531379" y="433600"/>
                  </a:lnTo>
                  <a:lnTo>
                    <a:pt x="531403" y="433433"/>
                  </a:lnTo>
                  <a:lnTo>
                    <a:pt x="531469" y="433236"/>
                  </a:lnTo>
                  <a:lnTo>
                    <a:pt x="531631" y="432993"/>
                  </a:lnTo>
                  <a:lnTo>
                    <a:pt x="531839" y="432802"/>
                  </a:lnTo>
                  <a:lnTo>
                    <a:pt x="532073" y="432636"/>
                  </a:lnTo>
                  <a:lnTo>
                    <a:pt x="532357" y="432475"/>
                  </a:lnTo>
                  <a:lnTo>
                    <a:pt x="532635" y="432393"/>
                  </a:lnTo>
                  <a:lnTo>
                    <a:pt x="532889" y="432413"/>
                  </a:lnTo>
                  <a:lnTo>
                    <a:pt x="533110" y="432378"/>
                  </a:lnTo>
                  <a:lnTo>
                    <a:pt x="533331" y="432298"/>
                  </a:lnTo>
                  <a:lnTo>
                    <a:pt x="533593" y="432158"/>
                  </a:lnTo>
                  <a:lnTo>
                    <a:pt x="533832" y="431992"/>
                  </a:lnTo>
                  <a:lnTo>
                    <a:pt x="534027" y="431804"/>
                  </a:lnTo>
                  <a:lnTo>
                    <a:pt x="534144" y="431623"/>
                  </a:lnTo>
                  <a:lnTo>
                    <a:pt x="534199" y="431436"/>
                  </a:lnTo>
                  <a:lnTo>
                    <a:pt x="534215" y="431231"/>
                  </a:lnTo>
                  <a:lnTo>
                    <a:pt x="534219" y="430981"/>
                  </a:lnTo>
                  <a:lnTo>
                    <a:pt x="534203" y="430729"/>
                  </a:lnTo>
                  <a:lnTo>
                    <a:pt x="534169" y="430490"/>
                  </a:lnTo>
                  <a:lnTo>
                    <a:pt x="534089" y="430291"/>
                  </a:lnTo>
                  <a:lnTo>
                    <a:pt x="534052" y="430127"/>
                  </a:lnTo>
                  <a:lnTo>
                    <a:pt x="533569" y="429259"/>
                  </a:lnTo>
                  <a:lnTo>
                    <a:pt x="533605" y="429115"/>
                  </a:lnTo>
                  <a:lnTo>
                    <a:pt x="533662" y="428968"/>
                  </a:lnTo>
                  <a:lnTo>
                    <a:pt x="533746" y="428832"/>
                  </a:lnTo>
                  <a:lnTo>
                    <a:pt x="533773" y="428672"/>
                  </a:lnTo>
                  <a:lnTo>
                    <a:pt x="533765" y="428357"/>
                  </a:lnTo>
                  <a:lnTo>
                    <a:pt x="533811" y="428223"/>
                  </a:lnTo>
                  <a:lnTo>
                    <a:pt x="533886" y="428052"/>
                  </a:lnTo>
                  <a:lnTo>
                    <a:pt x="533903" y="427871"/>
                  </a:lnTo>
                  <a:lnTo>
                    <a:pt x="533945" y="427687"/>
                  </a:lnTo>
                  <a:lnTo>
                    <a:pt x="534008" y="427526"/>
                  </a:lnTo>
                  <a:lnTo>
                    <a:pt x="534072" y="427334"/>
                  </a:lnTo>
                  <a:lnTo>
                    <a:pt x="534145" y="427140"/>
                  </a:lnTo>
                  <a:lnTo>
                    <a:pt x="534369" y="426859"/>
                  </a:lnTo>
                  <a:lnTo>
                    <a:pt x="534594" y="426620"/>
                  </a:lnTo>
                  <a:lnTo>
                    <a:pt x="534859" y="426463"/>
                  </a:lnTo>
                  <a:lnTo>
                    <a:pt x="534996" y="426397"/>
                  </a:lnTo>
                  <a:lnTo>
                    <a:pt x="535130" y="426362"/>
                  </a:lnTo>
                  <a:lnTo>
                    <a:pt x="535293" y="426357"/>
                  </a:lnTo>
                  <a:lnTo>
                    <a:pt x="535517" y="426332"/>
                  </a:lnTo>
                  <a:lnTo>
                    <a:pt x="535717" y="426292"/>
                  </a:lnTo>
                  <a:lnTo>
                    <a:pt x="535888" y="426175"/>
                  </a:lnTo>
                  <a:lnTo>
                    <a:pt x="536012" y="426039"/>
                  </a:lnTo>
                  <a:lnTo>
                    <a:pt x="536076" y="425905"/>
                  </a:lnTo>
                  <a:lnTo>
                    <a:pt x="536145" y="425682"/>
                  </a:lnTo>
                  <a:lnTo>
                    <a:pt x="536137" y="425463"/>
                  </a:lnTo>
                  <a:lnTo>
                    <a:pt x="536105" y="425242"/>
                  </a:lnTo>
                  <a:lnTo>
                    <a:pt x="536125" y="425011"/>
                  </a:lnTo>
                  <a:lnTo>
                    <a:pt x="536139" y="424858"/>
                  </a:lnTo>
                  <a:lnTo>
                    <a:pt x="536189" y="424715"/>
                  </a:lnTo>
                  <a:lnTo>
                    <a:pt x="536455" y="424461"/>
                  </a:lnTo>
                  <a:lnTo>
                    <a:pt x="536550" y="424317"/>
                  </a:lnTo>
                  <a:lnTo>
                    <a:pt x="536600" y="424184"/>
                  </a:lnTo>
                  <a:lnTo>
                    <a:pt x="536635" y="423979"/>
                  </a:lnTo>
                  <a:lnTo>
                    <a:pt x="536639" y="423803"/>
                  </a:lnTo>
                  <a:lnTo>
                    <a:pt x="536638" y="423616"/>
                  </a:lnTo>
                  <a:lnTo>
                    <a:pt x="536631" y="423438"/>
                  </a:lnTo>
                  <a:lnTo>
                    <a:pt x="536618" y="423193"/>
                  </a:lnTo>
                  <a:lnTo>
                    <a:pt x="536609" y="422983"/>
                  </a:lnTo>
                  <a:lnTo>
                    <a:pt x="536587" y="422804"/>
                  </a:lnTo>
                  <a:lnTo>
                    <a:pt x="536579" y="422601"/>
                  </a:lnTo>
                  <a:lnTo>
                    <a:pt x="536933" y="422178"/>
                  </a:lnTo>
                  <a:lnTo>
                    <a:pt x="537164" y="422147"/>
                  </a:lnTo>
                  <a:lnTo>
                    <a:pt x="537441" y="422117"/>
                  </a:lnTo>
                  <a:lnTo>
                    <a:pt x="537609" y="422094"/>
                  </a:lnTo>
                  <a:lnTo>
                    <a:pt x="537816" y="422031"/>
                  </a:lnTo>
                  <a:lnTo>
                    <a:pt x="537978" y="421923"/>
                  </a:lnTo>
                  <a:lnTo>
                    <a:pt x="538067" y="421794"/>
                  </a:lnTo>
                  <a:lnTo>
                    <a:pt x="538117" y="421633"/>
                  </a:lnTo>
                  <a:lnTo>
                    <a:pt x="538119" y="421428"/>
                  </a:lnTo>
                  <a:lnTo>
                    <a:pt x="538120" y="421270"/>
                  </a:lnTo>
                  <a:lnTo>
                    <a:pt x="538107" y="421130"/>
                  </a:lnTo>
                  <a:lnTo>
                    <a:pt x="538095" y="420828"/>
                  </a:lnTo>
                  <a:lnTo>
                    <a:pt x="538060" y="420573"/>
                  </a:lnTo>
                  <a:lnTo>
                    <a:pt x="538032" y="420285"/>
                  </a:lnTo>
                  <a:lnTo>
                    <a:pt x="538029" y="420082"/>
                  </a:lnTo>
                  <a:lnTo>
                    <a:pt x="537994" y="419942"/>
                  </a:lnTo>
                  <a:lnTo>
                    <a:pt x="537935" y="419799"/>
                  </a:lnTo>
                  <a:lnTo>
                    <a:pt x="537873" y="419649"/>
                  </a:lnTo>
                  <a:lnTo>
                    <a:pt x="537774" y="419464"/>
                  </a:lnTo>
                  <a:lnTo>
                    <a:pt x="537701" y="419335"/>
                  </a:lnTo>
                  <a:lnTo>
                    <a:pt x="537615" y="419180"/>
                  </a:lnTo>
                  <a:lnTo>
                    <a:pt x="537502" y="419028"/>
                  </a:lnTo>
                  <a:lnTo>
                    <a:pt x="537402" y="418890"/>
                  </a:lnTo>
                  <a:lnTo>
                    <a:pt x="536993" y="418314"/>
                  </a:lnTo>
                  <a:lnTo>
                    <a:pt x="536942" y="418163"/>
                  </a:lnTo>
                  <a:lnTo>
                    <a:pt x="536911" y="418005"/>
                  </a:lnTo>
                  <a:lnTo>
                    <a:pt x="536890" y="417865"/>
                  </a:lnTo>
                  <a:lnTo>
                    <a:pt x="536858" y="417724"/>
                  </a:lnTo>
                  <a:lnTo>
                    <a:pt x="536815" y="417578"/>
                  </a:lnTo>
                  <a:lnTo>
                    <a:pt x="536765" y="417410"/>
                  </a:lnTo>
                  <a:lnTo>
                    <a:pt x="536733" y="417235"/>
                  </a:lnTo>
                  <a:lnTo>
                    <a:pt x="536711" y="417057"/>
                  </a:lnTo>
                  <a:lnTo>
                    <a:pt x="536698" y="416906"/>
                  </a:lnTo>
                  <a:lnTo>
                    <a:pt x="536698" y="416679"/>
                  </a:lnTo>
                  <a:lnTo>
                    <a:pt x="536721" y="416405"/>
                  </a:lnTo>
                  <a:lnTo>
                    <a:pt x="536736" y="416224"/>
                  </a:lnTo>
                  <a:lnTo>
                    <a:pt x="537070" y="415796"/>
                  </a:lnTo>
                  <a:lnTo>
                    <a:pt x="537211" y="415696"/>
                  </a:lnTo>
                  <a:lnTo>
                    <a:pt x="537362" y="415646"/>
                  </a:lnTo>
                  <a:lnTo>
                    <a:pt x="537529" y="415571"/>
                  </a:lnTo>
                  <a:lnTo>
                    <a:pt x="537692" y="415477"/>
                  </a:lnTo>
                  <a:lnTo>
                    <a:pt x="537859" y="415389"/>
                  </a:lnTo>
                  <a:lnTo>
                    <a:pt x="538021" y="415291"/>
                  </a:lnTo>
                  <a:lnTo>
                    <a:pt x="538179" y="415194"/>
                  </a:lnTo>
                  <a:lnTo>
                    <a:pt x="538319" y="415102"/>
                  </a:lnTo>
                  <a:lnTo>
                    <a:pt x="538512" y="414979"/>
                  </a:lnTo>
                  <a:lnTo>
                    <a:pt x="538683" y="414815"/>
                  </a:lnTo>
                  <a:lnTo>
                    <a:pt x="538812" y="414682"/>
                  </a:lnTo>
                  <a:lnTo>
                    <a:pt x="539009" y="414450"/>
                  </a:lnTo>
                  <a:lnTo>
                    <a:pt x="539130" y="414251"/>
                  </a:lnTo>
                  <a:lnTo>
                    <a:pt x="539311" y="414006"/>
                  </a:lnTo>
                  <a:lnTo>
                    <a:pt x="539455" y="413816"/>
                  </a:lnTo>
                  <a:lnTo>
                    <a:pt x="539584" y="413588"/>
                  </a:lnTo>
                  <a:lnTo>
                    <a:pt x="539669" y="413393"/>
                  </a:lnTo>
                  <a:lnTo>
                    <a:pt x="539767" y="413155"/>
                  </a:lnTo>
                  <a:lnTo>
                    <a:pt x="540076" y="412904"/>
                  </a:lnTo>
                  <a:lnTo>
                    <a:pt x="540279" y="412860"/>
                  </a:lnTo>
                  <a:lnTo>
                    <a:pt x="540496" y="412782"/>
                  </a:lnTo>
                  <a:lnTo>
                    <a:pt x="540693" y="412685"/>
                  </a:lnTo>
                  <a:lnTo>
                    <a:pt x="540878" y="412548"/>
                  </a:lnTo>
                  <a:lnTo>
                    <a:pt x="541028" y="412420"/>
                  </a:lnTo>
                  <a:lnTo>
                    <a:pt x="541190" y="412226"/>
                  </a:lnTo>
                  <a:lnTo>
                    <a:pt x="541350" y="412048"/>
                  </a:lnTo>
                  <a:lnTo>
                    <a:pt x="541565" y="411801"/>
                  </a:lnTo>
                  <a:lnTo>
                    <a:pt x="541769" y="411603"/>
                  </a:lnTo>
                  <a:lnTo>
                    <a:pt x="541949" y="411454"/>
                  </a:lnTo>
                  <a:lnTo>
                    <a:pt x="542104" y="411269"/>
                  </a:lnTo>
                  <a:lnTo>
                    <a:pt x="542200" y="411116"/>
                  </a:lnTo>
                  <a:lnTo>
                    <a:pt x="542299" y="410925"/>
                  </a:lnTo>
                  <a:lnTo>
                    <a:pt x="542390" y="410772"/>
                  </a:lnTo>
                  <a:lnTo>
                    <a:pt x="542488" y="410637"/>
                  </a:lnTo>
                  <a:lnTo>
                    <a:pt x="542845" y="410278"/>
                  </a:lnTo>
                  <a:lnTo>
                    <a:pt x="543009" y="410153"/>
                  </a:lnTo>
                  <a:lnTo>
                    <a:pt x="543189" y="410024"/>
                  </a:lnTo>
                  <a:lnTo>
                    <a:pt x="543400" y="409883"/>
                  </a:lnTo>
                  <a:lnTo>
                    <a:pt x="543561" y="409727"/>
                  </a:lnTo>
                  <a:lnTo>
                    <a:pt x="543684" y="409586"/>
                  </a:lnTo>
                  <a:lnTo>
                    <a:pt x="543762" y="409413"/>
                  </a:lnTo>
                  <a:lnTo>
                    <a:pt x="543843" y="409215"/>
                  </a:lnTo>
                  <a:lnTo>
                    <a:pt x="543881" y="409046"/>
                  </a:lnTo>
                  <a:lnTo>
                    <a:pt x="543918" y="408868"/>
                  </a:lnTo>
                  <a:lnTo>
                    <a:pt x="543928" y="408711"/>
                  </a:lnTo>
                  <a:lnTo>
                    <a:pt x="543924" y="408572"/>
                  </a:lnTo>
                  <a:lnTo>
                    <a:pt x="543969" y="408419"/>
                  </a:lnTo>
                  <a:lnTo>
                    <a:pt x="544039" y="408271"/>
                  </a:lnTo>
                  <a:lnTo>
                    <a:pt x="544155" y="408114"/>
                  </a:lnTo>
                  <a:lnTo>
                    <a:pt x="544237" y="407961"/>
                  </a:lnTo>
                  <a:lnTo>
                    <a:pt x="544289" y="407772"/>
                  </a:lnTo>
                  <a:lnTo>
                    <a:pt x="544329" y="407631"/>
                  </a:lnTo>
                  <a:lnTo>
                    <a:pt x="544410" y="407488"/>
                  </a:lnTo>
                  <a:lnTo>
                    <a:pt x="544515" y="407324"/>
                  </a:lnTo>
                  <a:lnTo>
                    <a:pt x="544732" y="407054"/>
                  </a:lnTo>
                  <a:lnTo>
                    <a:pt x="544851" y="406916"/>
                  </a:lnTo>
                  <a:lnTo>
                    <a:pt x="545316" y="406880"/>
                  </a:lnTo>
                  <a:lnTo>
                    <a:pt x="545575" y="406961"/>
                  </a:lnTo>
                  <a:lnTo>
                    <a:pt x="545702" y="406935"/>
                  </a:lnTo>
                  <a:lnTo>
                    <a:pt x="545911" y="406835"/>
                  </a:lnTo>
                  <a:lnTo>
                    <a:pt x="546141" y="406476"/>
                  </a:lnTo>
                  <a:lnTo>
                    <a:pt x="546178" y="406336"/>
                  </a:lnTo>
                  <a:lnTo>
                    <a:pt x="546239" y="406205"/>
                  </a:lnTo>
                  <a:lnTo>
                    <a:pt x="546308" y="406074"/>
                  </a:lnTo>
                  <a:lnTo>
                    <a:pt x="546335" y="405866"/>
                  </a:lnTo>
                  <a:lnTo>
                    <a:pt x="546337" y="405718"/>
                  </a:lnTo>
                  <a:lnTo>
                    <a:pt x="546346" y="405576"/>
                  </a:lnTo>
                  <a:lnTo>
                    <a:pt x="546381" y="405446"/>
                  </a:lnTo>
                  <a:lnTo>
                    <a:pt x="546486" y="405305"/>
                  </a:lnTo>
                  <a:lnTo>
                    <a:pt x="546636" y="405135"/>
                  </a:lnTo>
                  <a:lnTo>
                    <a:pt x="546816" y="404947"/>
                  </a:lnTo>
                  <a:lnTo>
                    <a:pt x="546972" y="404780"/>
                  </a:lnTo>
                  <a:lnTo>
                    <a:pt x="547098" y="404652"/>
                  </a:lnTo>
                  <a:lnTo>
                    <a:pt x="547207" y="404496"/>
                  </a:lnTo>
                  <a:lnTo>
                    <a:pt x="547317" y="404296"/>
                  </a:lnTo>
                  <a:lnTo>
                    <a:pt x="547426" y="404099"/>
                  </a:lnTo>
                  <a:lnTo>
                    <a:pt x="547518" y="403892"/>
                  </a:lnTo>
                  <a:lnTo>
                    <a:pt x="547576" y="403754"/>
                  </a:lnTo>
                  <a:lnTo>
                    <a:pt x="547635" y="403550"/>
                  </a:lnTo>
                  <a:lnTo>
                    <a:pt x="547656" y="403313"/>
                  </a:lnTo>
                  <a:lnTo>
                    <a:pt x="547673" y="403070"/>
                  </a:lnTo>
                  <a:lnTo>
                    <a:pt x="547670" y="402851"/>
                  </a:lnTo>
                  <a:lnTo>
                    <a:pt x="547678" y="402633"/>
                  </a:lnTo>
                  <a:lnTo>
                    <a:pt x="547701" y="402457"/>
                  </a:lnTo>
                  <a:lnTo>
                    <a:pt x="547738" y="402265"/>
                  </a:lnTo>
                  <a:lnTo>
                    <a:pt x="547835" y="401975"/>
                  </a:lnTo>
                  <a:lnTo>
                    <a:pt x="547917" y="401698"/>
                  </a:lnTo>
                  <a:lnTo>
                    <a:pt x="547975" y="401457"/>
                  </a:lnTo>
                  <a:lnTo>
                    <a:pt x="548025" y="401296"/>
                  </a:lnTo>
                  <a:lnTo>
                    <a:pt x="548212" y="401012"/>
                  </a:lnTo>
                  <a:lnTo>
                    <a:pt x="548295" y="400844"/>
                  </a:lnTo>
                  <a:lnTo>
                    <a:pt x="548344" y="400663"/>
                  </a:lnTo>
                  <a:lnTo>
                    <a:pt x="548353" y="400432"/>
                  </a:lnTo>
                  <a:lnTo>
                    <a:pt x="548346" y="400224"/>
                  </a:lnTo>
                  <a:lnTo>
                    <a:pt x="548328" y="399998"/>
                  </a:lnTo>
                  <a:lnTo>
                    <a:pt x="548279" y="399840"/>
                  </a:lnTo>
                  <a:lnTo>
                    <a:pt x="548229" y="399692"/>
                  </a:lnTo>
                  <a:lnTo>
                    <a:pt x="548172" y="399474"/>
                  </a:lnTo>
                  <a:lnTo>
                    <a:pt x="548149" y="399300"/>
                  </a:lnTo>
                  <a:lnTo>
                    <a:pt x="548156" y="399103"/>
                  </a:lnTo>
                  <a:lnTo>
                    <a:pt x="548168" y="398940"/>
                  </a:lnTo>
                  <a:lnTo>
                    <a:pt x="548211" y="398760"/>
                  </a:lnTo>
                  <a:lnTo>
                    <a:pt x="548279" y="398582"/>
                  </a:lnTo>
                  <a:lnTo>
                    <a:pt x="548362" y="398384"/>
                  </a:lnTo>
                  <a:lnTo>
                    <a:pt x="548468" y="398152"/>
                  </a:lnTo>
                  <a:lnTo>
                    <a:pt x="548603" y="397856"/>
                  </a:lnTo>
                  <a:lnTo>
                    <a:pt x="548684" y="397555"/>
                  </a:lnTo>
                  <a:lnTo>
                    <a:pt x="548738" y="397307"/>
                  </a:lnTo>
                  <a:lnTo>
                    <a:pt x="548789" y="396977"/>
                  </a:lnTo>
                  <a:lnTo>
                    <a:pt x="548763" y="396544"/>
                  </a:lnTo>
                  <a:lnTo>
                    <a:pt x="548775" y="396237"/>
                  </a:lnTo>
                  <a:lnTo>
                    <a:pt x="548759" y="396011"/>
                  </a:lnTo>
                  <a:lnTo>
                    <a:pt x="548717" y="395714"/>
                  </a:lnTo>
                  <a:lnTo>
                    <a:pt x="548715" y="395537"/>
                  </a:lnTo>
                  <a:lnTo>
                    <a:pt x="548709" y="395374"/>
                  </a:lnTo>
                  <a:lnTo>
                    <a:pt x="548745" y="395097"/>
                  </a:lnTo>
                  <a:lnTo>
                    <a:pt x="548759" y="394958"/>
                  </a:lnTo>
                  <a:lnTo>
                    <a:pt x="548778" y="394806"/>
                  </a:lnTo>
                  <a:lnTo>
                    <a:pt x="548791" y="394660"/>
                  </a:lnTo>
                  <a:lnTo>
                    <a:pt x="548793" y="394523"/>
                  </a:lnTo>
                  <a:lnTo>
                    <a:pt x="548776" y="394391"/>
                  </a:lnTo>
                  <a:lnTo>
                    <a:pt x="547719" y="393086"/>
                  </a:lnTo>
                  <a:lnTo>
                    <a:pt x="547613" y="392945"/>
                  </a:lnTo>
                  <a:lnTo>
                    <a:pt x="547554" y="392816"/>
                  </a:lnTo>
                  <a:lnTo>
                    <a:pt x="547503" y="392689"/>
                  </a:lnTo>
                  <a:lnTo>
                    <a:pt x="547471" y="392543"/>
                  </a:lnTo>
                  <a:lnTo>
                    <a:pt x="547427" y="392365"/>
                  </a:lnTo>
                  <a:lnTo>
                    <a:pt x="547384" y="392196"/>
                  </a:lnTo>
                  <a:lnTo>
                    <a:pt x="547354" y="392044"/>
                  </a:lnTo>
                  <a:lnTo>
                    <a:pt x="547337" y="391915"/>
                  </a:lnTo>
                  <a:lnTo>
                    <a:pt x="547299" y="391777"/>
                  </a:lnTo>
                  <a:lnTo>
                    <a:pt x="547572" y="391039"/>
                  </a:lnTo>
                  <a:lnTo>
                    <a:pt x="547723" y="390903"/>
                  </a:lnTo>
                  <a:lnTo>
                    <a:pt x="547896" y="390760"/>
                  </a:lnTo>
                  <a:lnTo>
                    <a:pt x="548042" y="390650"/>
                  </a:lnTo>
                  <a:lnTo>
                    <a:pt x="548298" y="390424"/>
                  </a:lnTo>
                  <a:lnTo>
                    <a:pt x="548552" y="390053"/>
                  </a:lnTo>
                  <a:lnTo>
                    <a:pt x="548785" y="389647"/>
                  </a:lnTo>
                  <a:lnTo>
                    <a:pt x="549087" y="389279"/>
                  </a:lnTo>
                  <a:lnTo>
                    <a:pt x="549260" y="389024"/>
                  </a:lnTo>
                  <a:lnTo>
                    <a:pt x="549355" y="388869"/>
                  </a:lnTo>
                  <a:lnTo>
                    <a:pt x="549427" y="388741"/>
                  </a:lnTo>
                  <a:lnTo>
                    <a:pt x="549509" y="388582"/>
                  </a:lnTo>
                  <a:lnTo>
                    <a:pt x="549573" y="388437"/>
                  </a:lnTo>
                  <a:lnTo>
                    <a:pt x="549632" y="388269"/>
                  </a:lnTo>
                  <a:lnTo>
                    <a:pt x="549674" y="388112"/>
                  </a:lnTo>
                  <a:lnTo>
                    <a:pt x="549730" y="387955"/>
                  </a:lnTo>
                  <a:lnTo>
                    <a:pt x="549794" y="387818"/>
                  </a:lnTo>
                  <a:lnTo>
                    <a:pt x="549875" y="387641"/>
                  </a:lnTo>
                  <a:lnTo>
                    <a:pt x="549948" y="387458"/>
                  </a:lnTo>
                  <a:lnTo>
                    <a:pt x="550014" y="387302"/>
                  </a:lnTo>
                  <a:lnTo>
                    <a:pt x="550180" y="387045"/>
                  </a:lnTo>
                  <a:lnTo>
                    <a:pt x="550292" y="386910"/>
                  </a:lnTo>
                  <a:lnTo>
                    <a:pt x="550506" y="386529"/>
                  </a:lnTo>
                  <a:lnTo>
                    <a:pt x="550610" y="386281"/>
                  </a:lnTo>
                  <a:lnTo>
                    <a:pt x="550630" y="386133"/>
                  </a:lnTo>
                  <a:lnTo>
                    <a:pt x="550639" y="385885"/>
                  </a:lnTo>
                  <a:lnTo>
                    <a:pt x="550689" y="385619"/>
                  </a:lnTo>
                  <a:lnTo>
                    <a:pt x="550700" y="385477"/>
                  </a:lnTo>
                  <a:lnTo>
                    <a:pt x="550703" y="385318"/>
                  </a:lnTo>
                  <a:lnTo>
                    <a:pt x="550673" y="385146"/>
                  </a:lnTo>
                  <a:lnTo>
                    <a:pt x="550636" y="384984"/>
                  </a:lnTo>
                  <a:lnTo>
                    <a:pt x="550605" y="384839"/>
                  </a:lnTo>
                  <a:lnTo>
                    <a:pt x="550525" y="384586"/>
                  </a:lnTo>
                  <a:lnTo>
                    <a:pt x="550462" y="384336"/>
                  </a:lnTo>
                  <a:lnTo>
                    <a:pt x="550422" y="384185"/>
                  </a:lnTo>
                  <a:lnTo>
                    <a:pt x="550393" y="384022"/>
                  </a:lnTo>
                  <a:lnTo>
                    <a:pt x="550376" y="383887"/>
                  </a:lnTo>
                  <a:lnTo>
                    <a:pt x="550363" y="383740"/>
                  </a:lnTo>
                  <a:lnTo>
                    <a:pt x="550343" y="383576"/>
                  </a:lnTo>
                  <a:lnTo>
                    <a:pt x="550317" y="383445"/>
                  </a:lnTo>
                  <a:lnTo>
                    <a:pt x="550235" y="383066"/>
                  </a:lnTo>
                  <a:lnTo>
                    <a:pt x="550187" y="382797"/>
                  </a:lnTo>
                  <a:lnTo>
                    <a:pt x="550176" y="382657"/>
                  </a:lnTo>
                  <a:lnTo>
                    <a:pt x="550176" y="382511"/>
                  </a:lnTo>
                  <a:lnTo>
                    <a:pt x="550180" y="382354"/>
                  </a:lnTo>
                  <a:lnTo>
                    <a:pt x="550190" y="382223"/>
                  </a:lnTo>
                  <a:lnTo>
                    <a:pt x="550202" y="382026"/>
                  </a:lnTo>
                  <a:lnTo>
                    <a:pt x="550216" y="381871"/>
                  </a:lnTo>
                  <a:lnTo>
                    <a:pt x="550235" y="381738"/>
                  </a:lnTo>
                  <a:lnTo>
                    <a:pt x="550277" y="381574"/>
                  </a:lnTo>
                  <a:lnTo>
                    <a:pt x="550333" y="381433"/>
                  </a:lnTo>
                  <a:lnTo>
                    <a:pt x="550375" y="381059"/>
                  </a:lnTo>
                  <a:lnTo>
                    <a:pt x="550381" y="380928"/>
                  </a:lnTo>
                  <a:lnTo>
                    <a:pt x="550660" y="380478"/>
                  </a:lnTo>
                  <a:lnTo>
                    <a:pt x="550849" y="380365"/>
                  </a:lnTo>
                  <a:lnTo>
                    <a:pt x="551033" y="380271"/>
                  </a:lnTo>
                  <a:lnTo>
                    <a:pt x="551196" y="380193"/>
                  </a:lnTo>
                  <a:lnTo>
                    <a:pt x="551367" y="380106"/>
                  </a:lnTo>
                  <a:lnTo>
                    <a:pt x="551557" y="380003"/>
                  </a:lnTo>
                  <a:lnTo>
                    <a:pt x="551804" y="379776"/>
                  </a:lnTo>
                  <a:lnTo>
                    <a:pt x="551887" y="379642"/>
                  </a:lnTo>
                  <a:lnTo>
                    <a:pt x="552145" y="379150"/>
                  </a:lnTo>
                  <a:lnTo>
                    <a:pt x="552287" y="379034"/>
                  </a:lnTo>
                  <a:lnTo>
                    <a:pt x="552447" y="378909"/>
                  </a:lnTo>
                  <a:lnTo>
                    <a:pt x="552576" y="378825"/>
                  </a:lnTo>
                  <a:lnTo>
                    <a:pt x="552709" y="378746"/>
                  </a:lnTo>
                  <a:lnTo>
                    <a:pt x="552839" y="378681"/>
                  </a:lnTo>
                  <a:lnTo>
                    <a:pt x="552968" y="378638"/>
                  </a:lnTo>
                  <a:lnTo>
                    <a:pt x="553116" y="378590"/>
                  </a:lnTo>
                  <a:lnTo>
                    <a:pt x="553394" y="378509"/>
                  </a:lnTo>
                  <a:lnTo>
                    <a:pt x="553539" y="378473"/>
                  </a:lnTo>
                  <a:lnTo>
                    <a:pt x="553711" y="378442"/>
                  </a:lnTo>
                  <a:lnTo>
                    <a:pt x="553905" y="378423"/>
                  </a:lnTo>
                  <a:lnTo>
                    <a:pt x="554076" y="378401"/>
                  </a:lnTo>
                  <a:lnTo>
                    <a:pt x="554230" y="378381"/>
                  </a:lnTo>
                  <a:lnTo>
                    <a:pt x="554399" y="378357"/>
                  </a:lnTo>
                  <a:lnTo>
                    <a:pt x="554636" y="378322"/>
                  </a:lnTo>
                  <a:lnTo>
                    <a:pt x="554806" y="378284"/>
                  </a:lnTo>
                  <a:lnTo>
                    <a:pt x="554998" y="378250"/>
                  </a:lnTo>
                  <a:lnTo>
                    <a:pt x="555190" y="378216"/>
                  </a:lnTo>
                  <a:lnTo>
                    <a:pt x="555394" y="378142"/>
                  </a:lnTo>
                  <a:lnTo>
                    <a:pt x="555572" y="378074"/>
                  </a:lnTo>
                  <a:lnTo>
                    <a:pt x="555733" y="378019"/>
                  </a:lnTo>
                  <a:lnTo>
                    <a:pt x="555906" y="377965"/>
                  </a:lnTo>
                  <a:lnTo>
                    <a:pt x="556091" y="377874"/>
                  </a:lnTo>
                  <a:lnTo>
                    <a:pt x="556284" y="377803"/>
                  </a:lnTo>
                  <a:lnTo>
                    <a:pt x="556476" y="377727"/>
                  </a:lnTo>
                  <a:lnTo>
                    <a:pt x="556623" y="377660"/>
                  </a:lnTo>
                  <a:lnTo>
                    <a:pt x="556780" y="377592"/>
                  </a:lnTo>
                  <a:lnTo>
                    <a:pt x="556924" y="377529"/>
                  </a:lnTo>
                  <a:lnTo>
                    <a:pt x="557102" y="377464"/>
                  </a:lnTo>
                  <a:lnTo>
                    <a:pt x="557260" y="377410"/>
                  </a:lnTo>
                  <a:lnTo>
                    <a:pt x="557406" y="377365"/>
                  </a:lnTo>
                  <a:lnTo>
                    <a:pt x="557553" y="377297"/>
                  </a:lnTo>
                  <a:lnTo>
                    <a:pt x="557689" y="377221"/>
                  </a:lnTo>
                  <a:lnTo>
                    <a:pt x="558137" y="376759"/>
                  </a:lnTo>
                  <a:lnTo>
                    <a:pt x="558298" y="376590"/>
                  </a:lnTo>
                  <a:lnTo>
                    <a:pt x="558431" y="376446"/>
                  </a:lnTo>
                  <a:lnTo>
                    <a:pt x="558566" y="376291"/>
                  </a:lnTo>
                  <a:lnTo>
                    <a:pt x="558696" y="376148"/>
                  </a:lnTo>
                  <a:lnTo>
                    <a:pt x="558835" y="376022"/>
                  </a:lnTo>
                  <a:lnTo>
                    <a:pt x="559012" y="375871"/>
                  </a:lnTo>
                  <a:lnTo>
                    <a:pt x="559144" y="375764"/>
                  </a:lnTo>
                  <a:lnTo>
                    <a:pt x="559341" y="375631"/>
                  </a:lnTo>
                  <a:lnTo>
                    <a:pt x="559480" y="375562"/>
                  </a:lnTo>
                  <a:lnTo>
                    <a:pt x="559666" y="375454"/>
                  </a:lnTo>
                  <a:lnTo>
                    <a:pt x="559826" y="375364"/>
                  </a:lnTo>
                  <a:lnTo>
                    <a:pt x="560010" y="375248"/>
                  </a:lnTo>
                  <a:lnTo>
                    <a:pt x="560209" y="375094"/>
                  </a:lnTo>
                  <a:lnTo>
                    <a:pt x="560398" y="374953"/>
                  </a:lnTo>
                  <a:lnTo>
                    <a:pt x="560563" y="374823"/>
                  </a:lnTo>
                  <a:lnTo>
                    <a:pt x="560807" y="374655"/>
                  </a:lnTo>
                  <a:lnTo>
                    <a:pt x="561089" y="374450"/>
                  </a:lnTo>
                  <a:lnTo>
                    <a:pt x="561454" y="374182"/>
                  </a:lnTo>
                  <a:lnTo>
                    <a:pt x="561701" y="374034"/>
                  </a:lnTo>
                  <a:lnTo>
                    <a:pt x="561957" y="373900"/>
                  </a:lnTo>
                  <a:lnTo>
                    <a:pt x="562176" y="373798"/>
                  </a:lnTo>
                  <a:lnTo>
                    <a:pt x="562562" y="373427"/>
                  </a:lnTo>
                  <a:lnTo>
                    <a:pt x="562751" y="373257"/>
                  </a:lnTo>
                  <a:lnTo>
                    <a:pt x="562932" y="373122"/>
                  </a:lnTo>
                  <a:lnTo>
                    <a:pt x="563117" y="373027"/>
                  </a:lnTo>
                  <a:lnTo>
                    <a:pt x="563299" y="372948"/>
                  </a:lnTo>
                  <a:lnTo>
                    <a:pt x="563468" y="372869"/>
                  </a:lnTo>
                  <a:lnTo>
                    <a:pt x="563645" y="372798"/>
                  </a:lnTo>
                  <a:lnTo>
                    <a:pt x="563898" y="372696"/>
                  </a:lnTo>
                  <a:lnTo>
                    <a:pt x="564146" y="372607"/>
                  </a:lnTo>
                  <a:lnTo>
                    <a:pt x="564347" y="372546"/>
                  </a:lnTo>
                  <a:lnTo>
                    <a:pt x="564577" y="372450"/>
                  </a:lnTo>
                  <a:lnTo>
                    <a:pt x="564825" y="372336"/>
                  </a:lnTo>
                  <a:lnTo>
                    <a:pt x="564997" y="372221"/>
                  </a:lnTo>
                  <a:lnTo>
                    <a:pt x="565173" y="372132"/>
                  </a:lnTo>
                  <a:lnTo>
                    <a:pt x="565355" y="372074"/>
                  </a:lnTo>
                  <a:lnTo>
                    <a:pt x="565550" y="372014"/>
                  </a:lnTo>
                  <a:lnTo>
                    <a:pt x="565814" y="371923"/>
                  </a:lnTo>
                  <a:lnTo>
                    <a:pt x="566073" y="371820"/>
                  </a:lnTo>
                  <a:lnTo>
                    <a:pt x="566225" y="371708"/>
                  </a:lnTo>
                  <a:lnTo>
                    <a:pt x="566483" y="371543"/>
                  </a:lnTo>
                  <a:lnTo>
                    <a:pt x="566723" y="371442"/>
                  </a:lnTo>
                  <a:lnTo>
                    <a:pt x="567080" y="371385"/>
                  </a:lnTo>
                  <a:lnTo>
                    <a:pt x="567309" y="371300"/>
                  </a:lnTo>
                  <a:lnTo>
                    <a:pt x="567560" y="371080"/>
                  </a:lnTo>
                  <a:lnTo>
                    <a:pt x="567725" y="370872"/>
                  </a:lnTo>
                  <a:lnTo>
                    <a:pt x="567859" y="370711"/>
                  </a:lnTo>
                  <a:lnTo>
                    <a:pt x="568082" y="370627"/>
                  </a:lnTo>
                  <a:lnTo>
                    <a:pt x="568269" y="370675"/>
                  </a:lnTo>
                  <a:lnTo>
                    <a:pt x="568419" y="370787"/>
                  </a:lnTo>
                  <a:lnTo>
                    <a:pt x="568585" y="370997"/>
                  </a:lnTo>
                  <a:lnTo>
                    <a:pt x="568674" y="371195"/>
                  </a:lnTo>
                  <a:lnTo>
                    <a:pt x="568777" y="371394"/>
                  </a:lnTo>
                  <a:lnTo>
                    <a:pt x="568859" y="371580"/>
                  </a:lnTo>
                  <a:lnTo>
                    <a:pt x="568975" y="371800"/>
                  </a:lnTo>
                  <a:lnTo>
                    <a:pt x="569110" y="371957"/>
                  </a:lnTo>
                  <a:lnTo>
                    <a:pt x="569290" y="372156"/>
                  </a:lnTo>
                  <a:lnTo>
                    <a:pt x="569509" y="372432"/>
                  </a:lnTo>
                  <a:lnTo>
                    <a:pt x="569651" y="372610"/>
                  </a:lnTo>
                  <a:lnTo>
                    <a:pt x="569829" y="372824"/>
                  </a:lnTo>
                  <a:lnTo>
                    <a:pt x="569937" y="373008"/>
                  </a:lnTo>
                  <a:lnTo>
                    <a:pt x="570096" y="373252"/>
                  </a:lnTo>
                  <a:lnTo>
                    <a:pt x="570258" y="373525"/>
                  </a:lnTo>
                  <a:lnTo>
                    <a:pt x="570379" y="373721"/>
                  </a:lnTo>
                  <a:lnTo>
                    <a:pt x="570485" y="373871"/>
                  </a:lnTo>
                  <a:lnTo>
                    <a:pt x="570620" y="374032"/>
                  </a:lnTo>
                  <a:lnTo>
                    <a:pt x="570734" y="374176"/>
                  </a:lnTo>
                  <a:lnTo>
                    <a:pt x="570869" y="374311"/>
                  </a:lnTo>
                  <a:lnTo>
                    <a:pt x="571024" y="374410"/>
                  </a:lnTo>
                  <a:lnTo>
                    <a:pt x="571204" y="374500"/>
                  </a:lnTo>
                  <a:lnTo>
                    <a:pt x="571397" y="374587"/>
                  </a:lnTo>
                  <a:lnTo>
                    <a:pt x="571605" y="374702"/>
                  </a:lnTo>
                  <a:lnTo>
                    <a:pt x="571807" y="374825"/>
                  </a:lnTo>
                  <a:lnTo>
                    <a:pt x="572109" y="374950"/>
                  </a:lnTo>
                  <a:lnTo>
                    <a:pt x="572303" y="375013"/>
                  </a:lnTo>
                  <a:lnTo>
                    <a:pt x="572547" y="375041"/>
                  </a:lnTo>
                  <a:lnTo>
                    <a:pt x="572758" y="374994"/>
                  </a:lnTo>
                  <a:lnTo>
                    <a:pt x="572987" y="374895"/>
                  </a:lnTo>
                  <a:lnTo>
                    <a:pt x="573206" y="374783"/>
                  </a:lnTo>
                  <a:lnTo>
                    <a:pt x="573377" y="374675"/>
                  </a:lnTo>
                  <a:lnTo>
                    <a:pt x="573577" y="374535"/>
                  </a:lnTo>
                  <a:lnTo>
                    <a:pt x="573737" y="374420"/>
                  </a:lnTo>
                  <a:lnTo>
                    <a:pt x="573963" y="374187"/>
                  </a:lnTo>
                  <a:lnTo>
                    <a:pt x="574074" y="374040"/>
                  </a:lnTo>
                  <a:lnTo>
                    <a:pt x="574179" y="373899"/>
                  </a:lnTo>
                  <a:lnTo>
                    <a:pt x="574320" y="373730"/>
                  </a:lnTo>
                  <a:lnTo>
                    <a:pt x="574450" y="373627"/>
                  </a:lnTo>
                  <a:lnTo>
                    <a:pt x="574595" y="373519"/>
                  </a:lnTo>
                  <a:lnTo>
                    <a:pt x="574753" y="373430"/>
                  </a:lnTo>
                  <a:lnTo>
                    <a:pt x="574947" y="373270"/>
                  </a:lnTo>
                  <a:lnTo>
                    <a:pt x="575156" y="373063"/>
                  </a:lnTo>
                  <a:lnTo>
                    <a:pt x="575344" y="372857"/>
                  </a:lnTo>
                  <a:lnTo>
                    <a:pt x="575524" y="372625"/>
                  </a:lnTo>
                  <a:lnTo>
                    <a:pt x="575687" y="372387"/>
                  </a:lnTo>
                  <a:lnTo>
                    <a:pt x="575880" y="372112"/>
                  </a:lnTo>
                  <a:lnTo>
                    <a:pt x="576052" y="371871"/>
                  </a:lnTo>
                  <a:lnTo>
                    <a:pt x="576188" y="371672"/>
                  </a:lnTo>
                  <a:lnTo>
                    <a:pt x="576390" y="371470"/>
                  </a:lnTo>
                  <a:lnTo>
                    <a:pt x="576584" y="371340"/>
                  </a:lnTo>
                  <a:lnTo>
                    <a:pt x="576815" y="371179"/>
                  </a:lnTo>
                  <a:lnTo>
                    <a:pt x="576981" y="371031"/>
                  </a:lnTo>
                  <a:lnTo>
                    <a:pt x="577167" y="370862"/>
                  </a:lnTo>
                  <a:lnTo>
                    <a:pt x="577351" y="370704"/>
                  </a:lnTo>
                  <a:lnTo>
                    <a:pt x="577545" y="370544"/>
                  </a:lnTo>
                  <a:lnTo>
                    <a:pt x="577750" y="370402"/>
                  </a:lnTo>
                  <a:lnTo>
                    <a:pt x="577947" y="370305"/>
                  </a:lnTo>
                  <a:lnTo>
                    <a:pt x="578140" y="370239"/>
                  </a:lnTo>
                  <a:lnTo>
                    <a:pt x="578380" y="370206"/>
                  </a:lnTo>
                  <a:lnTo>
                    <a:pt x="578604" y="370164"/>
                  </a:lnTo>
                  <a:lnTo>
                    <a:pt x="578830" y="370109"/>
                  </a:lnTo>
                  <a:lnTo>
                    <a:pt x="579014" y="370064"/>
                  </a:lnTo>
                  <a:lnTo>
                    <a:pt x="579228" y="369994"/>
                  </a:lnTo>
                  <a:lnTo>
                    <a:pt x="579513" y="369911"/>
                  </a:lnTo>
                  <a:lnTo>
                    <a:pt x="579902" y="369870"/>
                  </a:lnTo>
                  <a:lnTo>
                    <a:pt x="580680" y="369789"/>
                  </a:lnTo>
                  <a:lnTo>
                    <a:pt x="581244" y="369539"/>
                  </a:lnTo>
                  <a:lnTo>
                    <a:pt x="581558" y="369360"/>
                  </a:lnTo>
                  <a:lnTo>
                    <a:pt x="581723" y="369287"/>
                  </a:lnTo>
                  <a:lnTo>
                    <a:pt x="581932" y="369182"/>
                  </a:lnTo>
                  <a:lnTo>
                    <a:pt x="582192" y="369079"/>
                  </a:lnTo>
                  <a:lnTo>
                    <a:pt x="582409" y="369016"/>
                  </a:lnTo>
                  <a:lnTo>
                    <a:pt x="582601" y="368981"/>
                  </a:lnTo>
                  <a:lnTo>
                    <a:pt x="582814" y="368948"/>
                  </a:lnTo>
                  <a:lnTo>
                    <a:pt x="583064" y="368915"/>
                  </a:lnTo>
                  <a:lnTo>
                    <a:pt x="583304" y="368871"/>
                  </a:lnTo>
                  <a:lnTo>
                    <a:pt x="583538" y="368841"/>
                  </a:lnTo>
                  <a:lnTo>
                    <a:pt x="583735" y="368852"/>
                  </a:lnTo>
                  <a:lnTo>
                    <a:pt x="583954" y="368943"/>
                  </a:lnTo>
                  <a:lnTo>
                    <a:pt x="584297" y="369281"/>
                  </a:lnTo>
                  <a:lnTo>
                    <a:pt x="584354" y="369427"/>
                  </a:lnTo>
                  <a:lnTo>
                    <a:pt x="584375" y="369582"/>
                  </a:lnTo>
                  <a:lnTo>
                    <a:pt x="584366" y="369776"/>
                  </a:lnTo>
                  <a:lnTo>
                    <a:pt x="584368" y="369988"/>
                  </a:lnTo>
                  <a:lnTo>
                    <a:pt x="584379" y="370195"/>
                  </a:lnTo>
                  <a:lnTo>
                    <a:pt x="584413" y="370384"/>
                  </a:lnTo>
                  <a:lnTo>
                    <a:pt x="584464" y="370519"/>
                  </a:lnTo>
                  <a:lnTo>
                    <a:pt x="584620" y="370778"/>
                  </a:lnTo>
                  <a:lnTo>
                    <a:pt x="584644" y="370915"/>
                  </a:lnTo>
                  <a:lnTo>
                    <a:pt x="584638" y="371190"/>
                  </a:lnTo>
                  <a:lnTo>
                    <a:pt x="584675" y="371338"/>
                  </a:lnTo>
                  <a:lnTo>
                    <a:pt x="584664" y="371472"/>
                  </a:lnTo>
                  <a:lnTo>
                    <a:pt x="584655" y="371663"/>
                  </a:lnTo>
                  <a:lnTo>
                    <a:pt x="584611" y="371920"/>
                  </a:lnTo>
                  <a:lnTo>
                    <a:pt x="584575" y="372205"/>
                  </a:lnTo>
                  <a:lnTo>
                    <a:pt x="584604" y="372455"/>
                  </a:lnTo>
                  <a:lnTo>
                    <a:pt x="584705" y="372712"/>
                  </a:lnTo>
                  <a:lnTo>
                    <a:pt x="584816" y="372946"/>
                  </a:lnTo>
                  <a:lnTo>
                    <a:pt x="584954" y="373175"/>
                  </a:lnTo>
                  <a:lnTo>
                    <a:pt x="585110" y="373421"/>
                  </a:lnTo>
                  <a:lnTo>
                    <a:pt x="585256" y="373726"/>
                  </a:lnTo>
                  <a:lnTo>
                    <a:pt x="585392" y="373878"/>
                  </a:lnTo>
                  <a:lnTo>
                    <a:pt x="585660" y="374079"/>
                  </a:lnTo>
                  <a:lnTo>
                    <a:pt x="586020" y="374364"/>
                  </a:lnTo>
                  <a:lnTo>
                    <a:pt x="586276" y="374556"/>
                  </a:lnTo>
                  <a:lnTo>
                    <a:pt x="586496" y="374743"/>
                  </a:lnTo>
                  <a:lnTo>
                    <a:pt x="586790" y="374976"/>
                  </a:lnTo>
                  <a:lnTo>
                    <a:pt x="587076" y="375130"/>
                  </a:lnTo>
                  <a:lnTo>
                    <a:pt x="587277" y="375241"/>
                  </a:lnTo>
                  <a:lnTo>
                    <a:pt x="587620" y="375349"/>
                  </a:lnTo>
                  <a:lnTo>
                    <a:pt x="587976" y="375397"/>
                  </a:lnTo>
                  <a:lnTo>
                    <a:pt x="588411" y="375366"/>
                  </a:lnTo>
                  <a:lnTo>
                    <a:pt x="588728" y="375285"/>
                  </a:lnTo>
                  <a:lnTo>
                    <a:pt x="589045" y="375150"/>
                  </a:lnTo>
                  <a:lnTo>
                    <a:pt x="589421" y="374933"/>
                  </a:lnTo>
                  <a:lnTo>
                    <a:pt x="589831" y="374652"/>
                  </a:lnTo>
                  <a:lnTo>
                    <a:pt x="589969" y="374565"/>
                  </a:lnTo>
                  <a:lnTo>
                    <a:pt x="590232" y="374349"/>
                  </a:lnTo>
                  <a:lnTo>
                    <a:pt x="590371" y="374228"/>
                  </a:lnTo>
                  <a:lnTo>
                    <a:pt x="590537" y="374092"/>
                  </a:lnTo>
                  <a:lnTo>
                    <a:pt x="590682" y="373960"/>
                  </a:lnTo>
                  <a:lnTo>
                    <a:pt x="590876" y="373730"/>
                  </a:lnTo>
                  <a:lnTo>
                    <a:pt x="590985" y="373569"/>
                  </a:lnTo>
                  <a:lnTo>
                    <a:pt x="591119" y="373283"/>
                  </a:lnTo>
                  <a:lnTo>
                    <a:pt x="591751" y="372738"/>
                  </a:lnTo>
                  <a:lnTo>
                    <a:pt x="591906" y="372709"/>
                  </a:lnTo>
                  <a:lnTo>
                    <a:pt x="592049" y="372692"/>
                  </a:lnTo>
                  <a:lnTo>
                    <a:pt x="592196" y="372679"/>
                  </a:lnTo>
                  <a:lnTo>
                    <a:pt x="592360" y="372649"/>
                  </a:lnTo>
                  <a:lnTo>
                    <a:pt x="592513" y="372608"/>
                  </a:lnTo>
                  <a:lnTo>
                    <a:pt x="592669" y="372560"/>
                  </a:lnTo>
                  <a:lnTo>
                    <a:pt x="592835" y="372511"/>
                  </a:lnTo>
                  <a:lnTo>
                    <a:pt x="593009" y="372465"/>
                  </a:lnTo>
                  <a:lnTo>
                    <a:pt x="593182" y="372427"/>
                  </a:lnTo>
                  <a:lnTo>
                    <a:pt x="593334" y="372384"/>
                  </a:lnTo>
                  <a:lnTo>
                    <a:pt x="593492" y="372334"/>
                  </a:lnTo>
                  <a:lnTo>
                    <a:pt x="593641" y="372288"/>
                  </a:lnTo>
                  <a:lnTo>
                    <a:pt x="593796" y="372244"/>
                  </a:lnTo>
                  <a:lnTo>
                    <a:pt x="594466" y="372284"/>
                  </a:lnTo>
                  <a:lnTo>
                    <a:pt x="594597" y="372298"/>
                  </a:lnTo>
                  <a:lnTo>
                    <a:pt x="594777" y="372307"/>
                  </a:lnTo>
                  <a:lnTo>
                    <a:pt x="594944" y="372313"/>
                  </a:lnTo>
                  <a:lnTo>
                    <a:pt x="595203" y="372367"/>
                  </a:lnTo>
                  <a:lnTo>
                    <a:pt x="595340" y="372421"/>
                  </a:lnTo>
                  <a:lnTo>
                    <a:pt x="595523" y="372499"/>
                  </a:lnTo>
                  <a:lnTo>
                    <a:pt x="595692" y="372553"/>
                  </a:lnTo>
                  <a:lnTo>
                    <a:pt x="595874" y="372595"/>
                  </a:lnTo>
                  <a:lnTo>
                    <a:pt x="596018" y="372639"/>
                  </a:lnTo>
                  <a:lnTo>
                    <a:pt x="596206" y="372712"/>
                  </a:lnTo>
                  <a:lnTo>
                    <a:pt x="596358" y="372773"/>
                  </a:lnTo>
                  <a:lnTo>
                    <a:pt x="596531" y="372850"/>
                  </a:lnTo>
                  <a:lnTo>
                    <a:pt x="596815" y="373022"/>
                  </a:lnTo>
                  <a:lnTo>
                    <a:pt x="597115" y="373391"/>
                  </a:lnTo>
                  <a:lnTo>
                    <a:pt x="597252" y="373515"/>
                  </a:lnTo>
                  <a:lnTo>
                    <a:pt x="597510" y="373713"/>
                  </a:lnTo>
                  <a:lnTo>
                    <a:pt x="597657" y="373858"/>
                  </a:lnTo>
                  <a:lnTo>
                    <a:pt x="597794" y="374019"/>
                  </a:lnTo>
                  <a:lnTo>
                    <a:pt x="597904" y="374163"/>
                  </a:lnTo>
                  <a:lnTo>
                    <a:pt x="598216" y="374570"/>
                  </a:lnTo>
                  <a:lnTo>
                    <a:pt x="598632" y="374969"/>
                  </a:lnTo>
                  <a:lnTo>
                    <a:pt x="598751" y="375098"/>
                  </a:lnTo>
                  <a:lnTo>
                    <a:pt x="598833" y="375235"/>
                  </a:lnTo>
                  <a:lnTo>
                    <a:pt x="598936" y="375470"/>
                  </a:lnTo>
                  <a:lnTo>
                    <a:pt x="598987" y="375616"/>
                  </a:lnTo>
                  <a:lnTo>
                    <a:pt x="599179" y="375889"/>
                  </a:lnTo>
                  <a:lnTo>
                    <a:pt x="599310" y="376020"/>
                  </a:lnTo>
                  <a:lnTo>
                    <a:pt x="599442" y="376181"/>
                  </a:lnTo>
                  <a:lnTo>
                    <a:pt x="599562" y="376382"/>
                  </a:lnTo>
                  <a:lnTo>
                    <a:pt x="599660" y="376541"/>
                  </a:lnTo>
                  <a:lnTo>
                    <a:pt x="599821" y="376714"/>
                  </a:lnTo>
                  <a:lnTo>
                    <a:pt x="599972" y="376825"/>
                  </a:lnTo>
                  <a:lnTo>
                    <a:pt x="600138" y="376940"/>
                  </a:lnTo>
                  <a:lnTo>
                    <a:pt x="600291" y="377055"/>
                  </a:lnTo>
                  <a:lnTo>
                    <a:pt x="600780" y="377464"/>
                  </a:lnTo>
                  <a:lnTo>
                    <a:pt x="600939" y="377508"/>
                  </a:lnTo>
                  <a:lnTo>
                    <a:pt x="601092" y="377598"/>
                  </a:lnTo>
                  <a:lnTo>
                    <a:pt x="601223" y="377687"/>
                  </a:lnTo>
                  <a:lnTo>
                    <a:pt x="601352" y="377792"/>
                  </a:lnTo>
                  <a:lnTo>
                    <a:pt x="601589" y="378033"/>
                  </a:lnTo>
                  <a:lnTo>
                    <a:pt x="601714" y="378161"/>
                  </a:lnTo>
                  <a:lnTo>
                    <a:pt x="601847" y="378271"/>
                  </a:lnTo>
                  <a:lnTo>
                    <a:pt x="602222" y="378417"/>
                  </a:lnTo>
                  <a:lnTo>
                    <a:pt x="602351" y="378408"/>
                  </a:lnTo>
                  <a:lnTo>
                    <a:pt x="602515" y="378363"/>
                  </a:lnTo>
                  <a:lnTo>
                    <a:pt x="602707" y="378280"/>
                  </a:lnTo>
                  <a:lnTo>
                    <a:pt x="602875" y="378176"/>
                  </a:lnTo>
                  <a:lnTo>
                    <a:pt x="603032" y="378072"/>
                  </a:lnTo>
                  <a:lnTo>
                    <a:pt x="603217" y="377925"/>
                  </a:lnTo>
                  <a:lnTo>
                    <a:pt x="603336" y="377787"/>
                  </a:lnTo>
                  <a:lnTo>
                    <a:pt x="603474" y="377548"/>
                  </a:lnTo>
                  <a:lnTo>
                    <a:pt x="603590" y="377297"/>
                  </a:lnTo>
                  <a:lnTo>
                    <a:pt x="603738" y="377044"/>
                  </a:lnTo>
                  <a:lnTo>
                    <a:pt x="603875" y="376855"/>
                  </a:lnTo>
                  <a:lnTo>
                    <a:pt x="603951" y="376726"/>
                  </a:lnTo>
                  <a:lnTo>
                    <a:pt x="604010" y="376581"/>
                  </a:lnTo>
                  <a:lnTo>
                    <a:pt x="604078" y="376419"/>
                  </a:lnTo>
                  <a:lnTo>
                    <a:pt x="604136" y="376277"/>
                  </a:lnTo>
                  <a:lnTo>
                    <a:pt x="604314" y="376033"/>
                  </a:lnTo>
                  <a:lnTo>
                    <a:pt x="604469" y="375967"/>
                  </a:lnTo>
                  <a:lnTo>
                    <a:pt x="604614" y="375913"/>
                  </a:lnTo>
                  <a:lnTo>
                    <a:pt x="604792" y="375845"/>
                  </a:lnTo>
                  <a:lnTo>
                    <a:pt x="604955" y="375797"/>
                  </a:lnTo>
                  <a:lnTo>
                    <a:pt x="605179" y="375750"/>
                  </a:lnTo>
                  <a:lnTo>
                    <a:pt x="605385" y="375712"/>
                  </a:lnTo>
                  <a:lnTo>
                    <a:pt x="605562" y="375669"/>
                  </a:lnTo>
                  <a:lnTo>
                    <a:pt x="605780" y="375630"/>
                  </a:lnTo>
                  <a:lnTo>
                    <a:pt x="605996" y="375617"/>
                  </a:lnTo>
                  <a:lnTo>
                    <a:pt x="606196" y="375635"/>
                  </a:lnTo>
                  <a:lnTo>
                    <a:pt x="606409" y="375667"/>
                  </a:lnTo>
                  <a:lnTo>
                    <a:pt x="606565" y="375688"/>
                  </a:lnTo>
                  <a:lnTo>
                    <a:pt x="606855" y="375703"/>
                  </a:lnTo>
                  <a:lnTo>
                    <a:pt x="607109" y="375689"/>
                  </a:lnTo>
                  <a:lnTo>
                    <a:pt x="607323" y="375617"/>
                  </a:lnTo>
                  <a:lnTo>
                    <a:pt x="607486" y="375536"/>
                  </a:lnTo>
                  <a:lnTo>
                    <a:pt x="607661" y="375414"/>
                  </a:lnTo>
                  <a:lnTo>
                    <a:pt x="607842" y="375223"/>
                  </a:lnTo>
                  <a:lnTo>
                    <a:pt x="608045" y="374983"/>
                  </a:lnTo>
                  <a:lnTo>
                    <a:pt x="608200" y="374755"/>
                  </a:lnTo>
                  <a:lnTo>
                    <a:pt x="608310" y="374569"/>
                  </a:lnTo>
                  <a:lnTo>
                    <a:pt x="608432" y="374373"/>
                  </a:lnTo>
                  <a:lnTo>
                    <a:pt x="608518" y="374205"/>
                  </a:lnTo>
                  <a:lnTo>
                    <a:pt x="608603" y="374031"/>
                  </a:lnTo>
                  <a:lnTo>
                    <a:pt x="608669" y="373847"/>
                  </a:lnTo>
                  <a:lnTo>
                    <a:pt x="608720" y="373672"/>
                  </a:lnTo>
                  <a:lnTo>
                    <a:pt x="608757" y="373471"/>
                  </a:lnTo>
                  <a:lnTo>
                    <a:pt x="608785" y="373228"/>
                  </a:lnTo>
                  <a:lnTo>
                    <a:pt x="608837" y="372958"/>
                  </a:lnTo>
                  <a:lnTo>
                    <a:pt x="608913" y="372720"/>
                  </a:lnTo>
                  <a:lnTo>
                    <a:pt x="608992" y="372550"/>
                  </a:lnTo>
                  <a:lnTo>
                    <a:pt x="609053" y="372377"/>
                  </a:lnTo>
                  <a:lnTo>
                    <a:pt x="609151" y="372114"/>
                  </a:lnTo>
                  <a:lnTo>
                    <a:pt x="609186" y="371981"/>
                  </a:lnTo>
                  <a:lnTo>
                    <a:pt x="609629" y="371099"/>
                  </a:lnTo>
                  <a:lnTo>
                    <a:pt x="609803" y="370986"/>
                  </a:lnTo>
                  <a:lnTo>
                    <a:pt x="609994" y="370913"/>
                  </a:lnTo>
                  <a:lnTo>
                    <a:pt x="610188" y="370881"/>
                  </a:lnTo>
                  <a:lnTo>
                    <a:pt x="610400" y="370842"/>
                  </a:lnTo>
                  <a:lnTo>
                    <a:pt x="610568" y="370825"/>
                  </a:lnTo>
                  <a:lnTo>
                    <a:pt x="610713" y="370800"/>
                  </a:lnTo>
                  <a:lnTo>
                    <a:pt x="610879" y="370771"/>
                  </a:lnTo>
                  <a:lnTo>
                    <a:pt x="611014" y="370750"/>
                  </a:lnTo>
                  <a:lnTo>
                    <a:pt x="611186" y="370716"/>
                  </a:lnTo>
                  <a:lnTo>
                    <a:pt x="611383" y="370659"/>
                  </a:lnTo>
                  <a:lnTo>
                    <a:pt x="611565" y="370561"/>
                  </a:lnTo>
                  <a:lnTo>
                    <a:pt x="611717" y="370445"/>
                  </a:lnTo>
                  <a:lnTo>
                    <a:pt x="611876" y="370314"/>
                  </a:lnTo>
                  <a:lnTo>
                    <a:pt x="612060" y="370192"/>
                  </a:lnTo>
                  <a:lnTo>
                    <a:pt x="612196" y="370117"/>
                  </a:lnTo>
                  <a:lnTo>
                    <a:pt x="612339" y="370047"/>
                  </a:lnTo>
                  <a:lnTo>
                    <a:pt x="612577" y="369918"/>
                  </a:lnTo>
                  <a:lnTo>
                    <a:pt x="612816" y="369751"/>
                  </a:lnTo>
                  <a:lnTo>
                    <a:pt x="612965" y="369632"/>
                  </a:lnTo>
                  <a:lnTo>
                    <a:pt x="613104" y="369508"/>
                  </a:lnTo>
                  <a:lnTo>
                    <a:pt x="613234" y="369372"/>
                  </a:lnTo>
                  <a:lnTo>
                    <a:pt x="613352" y="369205"/>
                  </a:lnTo>
                  <a:lnTo>
                    <a:pt x="613475" y="369033"/>
                  </a:lnTo>
                  <a:lnTo>
                    <a:pt x="613606" y="368872"/>
                  </a:lnTo>
                  <a:lnTo>
                    <a:pt x="613761" y="368699"/>
                  </a:lnTo>
                  <a:lnTo>
                    <a:pt x="613914" y="368559"/>
                  </a:lnTo>
                  <a:lnTo>
                    <a:pt x="614086" y="368460"/>
                  </a:lnTo>
                  <a:lnTo>
                    <a:pt x="614277" y="368356"/>
                  </a:lnTo>
                  <a:lnTo>
                    <a:pt x="614462" y="368234"/>
                  </a:lnTo>
                  <a:lnTo>
                    <a:pt x="614673" y="368109"/>
                  </a:lnTo>
                  <a:lnTo>
                    <a:pt x="614870" y="367998"/>
                  </a:lnTo>
                  <a:lnTo>
                    <a:pt x="615082" y="367843"/>
                  </a:lnTo>
                  <a:lnTo>
                    <a:pt x="615273" y="367678"/>
                  </a:lnTo>
                  <a:lnTo>
                    <a:pt x="615413" y="367546"/>
                  </a:lnTo>
                  <a:lnTo>
                    <a:pt x="615572" y="367339"/>
                  </a:lnTo>
                  <a:lnTo>
                    <a:pt x="615762" y="367148"/>
                  </a:lnTo>
                  <a:lnTo>
                    <a:pt x="615927" y="367000"/>
                  </a:lnTo>
                  <a:lnTo>
                    <a:pt x="616075" y="366885"/>
                  </a:lnTo>
                  <a:lnTo>
                    <a:pt x="616240" y="366787"/>
                  </a:lnTo>
                  <a:lnTo>
                    <a:pt x="616394" y="366684"/>
                  </a:lnTo>
                  <a:lnTo>
                    <a:pt x="616559" y="366549"/>
                  </a:lnTo>
                  <a:lnTo>
                    <a:pt x="616712" y="366388"/>
                  </a:lnTo>
                  <a:lnTo>
                    <a:pt x="616815" y="366238"/>
                  </a:lnTo>
                  <a:lnTo>
                    <a:pt x="616945" y="366034"/>
                  </a:lnTo>
                  <a:lnTo>
                    <a:pt x="617100" y="365831"/>
                  </a:lnTo>
                  <a:lnTo>
                    <a:pt x="617252" y="365664"/>
                  </a:lnTo>
                  <a:lnTo>
                    <a:pt x="617433" y="365491"/>
                  </a:lnTo>
                  <a:lnTo>
                    <a:pt x="617726" y="365282"/>
                  </a:lnTo>
                  <a:lnTo>
                    <a:pt x="617870" y="365195"/>
                  </a:lnTo>
                  <a:lnTo>
                    <a:pt x="618007" y="365110"/>
                  </a:lnTo>
                  <a:lnTo>
                    <a:pt x="618159" y="365035"/>
                  </a:lnTo>
                  <a:lnTo>
                    <a:pt x="618286" y="364985"/>
                  </a:lnTo>
                  <a:lnTo>
                    <a:pt x="618427" y="364950"/>
                  </a:lnTo>
                  <a:lnTo>
                    <a:pt x="618585" y="364902"/>
                  </a:lnTo>
                  <a:lnTo>
                    <a:pt x="618742" y="364850"/>
                  </a:lnTo>
                  <a:lnTo>
                    <a:pt x="618941" y="364783"/>
                  </a:lnTo>
                  <a:lnTo>
                    <a:pt x="619180" y="364697"/>
                  </a:lnTo>
                  <a:lnTo>
                    <a:pt x="619385" y="364620"/>
                  </a:lnTo>
                  <a:lnTo>
                    <a:pt x="619547" y="364529"/>
                  </a:lnTo>
                  <a:lnTo>
                    <a:pt x="619735" y="364405"/>
                  </a:lnTo>
                  <a:lnTo>
                    <a:pt x="619901" y="364328"/>
                  </a:lnTo>
                  <a:lnTo>
                    <a:pt x="620071" y="364256"/>
                  </a:lnTo>
                  <a:lnTo>
                    <a:pt x="620297" y="364169"/>
                  </a:lnTo>
                  <a:lnTo>
                    <a:pt x="620489" y="364101"/>
                  </a:lnTo>
                  <a:lnTo>
                    <a:pt x="620663" y="364037"/>
                  </a:lnTo>
                  <a:lnTo>
                    <a:pt x="620907" y="363967"/>
                  </a:lnTo>
                  <a:lnTo>
                    <a:pt x="621205" y="363859"/>
                  </a:lnTo>
                  <a:lnTo>
                    <a:pt x="621448" y="363745"/>
                  </a:lnTo>
                  <a:lnTo>
                    <a:pt x="621850" y="363531"/>
                  </a:lnTo>
                  <a:lnTo>
                    <a:pt x="622038" y="363425"/>
                  </a:lnTo>
                  <a:lnTo>
                    <a:pt x="622244" y="363309"/>
                  </a:lnTo>
                  <a:lnTo>
                    <a:pt x="622466" y="363206"/>
                  </a:lnTo>
                  <a:lnTo>
                    <a:pt x="622618" y="363142"/>
                  </a:lnTo>
                  <a:lnTo>
                    <a:pt x="622891" y="362955"/>
                  </a:lnTo>
                  <a:lnTo>
                    <a:pt x="623018" y="362801"/>
                  </a:lnTo>
                  <a:lnTo>
                    <a:pt x="623152" y="362627"/>
                  </a:lnTo>
                  <a:lnTo>
                    <a:pt x="623312" y="362420"/>
                  </a:lnTo>
                  <a:lnTo>
                    <a:pt x="623426" y="362268"/>
                  </a:lnTo>
                  <a:lnTo>
                    <a:pt x="623526" y="362118"/>
                  </a:lnTo>
                  <a:lnTo>
                    <a:pt x="623600" y="361960"/>
                  </a:lnTo>
                  <a:lnTo>
                    <a:pt x="623670" y="361763"/>
                  </a:lnTo>
                  <a:lnTo>
                    <a:pt x="623695" y="361623"/>
                  </a:lnTo>
                  <a:lnTo>
                    <a:pt x="623675" y="361329"/>
                  </a:lnTo>
                  <a:lnTo>
                    <a:pt x="623608" y="361124"/>
                  </a:lnTo>
                  <a:lnTo>
                    <a:pt x="623506" y="360883"/>
                  </a:lnTo>
                  <a:lnTo>
                    <a:pt x="623428" y="360678"/>
                  </a:lnTo>
                  <a:lnTo>
                    <a:pt x="623330" y="360478"/>
                  </a:lnTo>
                  <a:lnTo>
                    <a:pt x="623235" y="360294"/>
                  </a:lnTo>
                  <a:lnTo>
                    <a:pt x="623115" y="360090"/>
                  </a:lnTo>
                  <a:lnTo>
                    <a:pt x="623015" y="359940"/>
                  </a:lnTo>
                  <a:lnTo>
                    <a:pt x="622871" y="359823"/>
                  </a:lnTo>
                  <a:lnTo>
                    <a:pt x="622734" y="359780"/>
                  </a:lnTo>
                  <a:lnTo>
                    <a:pt x="622580" y="359736"/>
                  </a:lnTo>
                  <a:lnTo>
                    <a:pt x="622406" y="359672"/>
                  </a:lnTo>
                  <a:lnTo>
                    <a:pt x="622257" y="359510"/>
                  </a:lnTo>
                  <a:lnTo>
                    <a:pt x="622144" y="359328"/>
                  </a:lnTo>
                  <a:lnTo>
                    <a:pt x="622031" y="359115"/>
                  </a:lnTo>
                  <a:lnTo>
                    <a:pt x="621924" y="358861"/>
                  </a:lnTo>
                  <a:lnTo>
                    <a:pt x="621844" y="358647"/>
                  </a:lnTo>
                  <a:lnTo>
                    <a:pt x="621786" y="358499"/>
                  </a:lnTo>
                  <a:lnTo>
                    <a:pt x="621722" y="358348"/>
                  </a:lnTo>
                  <a:lnTo>
                    <a:pt x="621584" y="358173"/>
                  </a:lnTo>
                  <a:lnTo>
                    <a:pt x="621358" y="358039"/>
                  </a:lnTo>
                  <a:lnTo>
                    <a:pt x="621214" y="358002"/>
                  </a:lnTo>
                  <a:lnTo>
                    <a:pt x="621040" y="357966"/>
                  </a:lnTo>
                  <a:lnTo>
                    <a:pt x="620829" y="357904"/>
                  </a:lnTo>
                  <a:lnTo>
                    <a:pt x="620620" y="357834"/>
                  </a:lnTo>
                  <a:lnTo>
                    <a:pt x="620463" y="357754"/>
                  </a:lnTo>
                  <a:lnTo>
                    <a:pt x="620300" y="357666"/>
                  </a:lnTo>
                  <a:lnTo>
                    <a:pt x="620157" y="357570"/>
                  </a:lnTo>
                  <a:lnTo>
                    <a:pt x="620073" y="357442"/>
                  </a:lnTo>
                  <a:lnTo>
                    <a:pt x="620028" y="357297"/>
                  </a:lnTo>
                  <a:lnTo>
                    <a:pt x="620012" y="357134"/>
                  </a:lnTo>
                  <a:lnTo>
                    <a:pt x="620011" y="356944"/>
                  </a:lnTo>
                  <a:lnTo>
                    <a:pt x="620012" y="356782"/>
                  </a:lnTo>
                  <a:lnTo>
                    <a:pt x="619999" y="356534"/>
                  </a:lnTo>
                  <a:lnTo>
                    <a:pt x="620003" y="356394"/>
                  </a:lnTo>
                  <a:lnTo>
                    <a:pt x="620071" y="356250"/>
                  </a:lnTo>
                  <a:lnTo>
                    <a:pt x="620207" y="356054"/>
                  </a:lnTo>
                  <a:lnTo>
                    <a:pt x="620296" y="355894"/>
                  </a:lnTo>
                  <a:lnTo>
                    <a:pt x="620401" y="355703"/>
                  </a:lnTo>
                  <a:lnTo>
                    <a:pt x="620589" y="355401"/>
                  </a:lnTo>
                  <a:lnTo>
                    <a:pt x="620718" y="355122"/>
                  </a:lnTo>
                  <a:lnTo>
                    <a:pt x="620814" y="354833"/>
                  </a:lnTo>
                  <a:lnTo>
                    <a:pt x="620964" y="354576"/>
                  </a:lnTo>
                  <a:lnTo>
                    <a:pt x="621156" y="354373"/>
                  </a:lnTo>
                  <a:lnTo>
                    <a:pt x="621533" y="354065"/>
                  </a:lnTo>
                  <a:lnTo>
                    <a:pt x="621697" y="353906"/>
                  </a:lnTo>
                  <a:lnTo>
                    <a:pt x="621860" y="353715"/>
                  </a:lnTo>
                  <a:lnTo>
                    <a:pt x="622034" y="353500"/>
                  </a:lnTo>
                  <a:lnTo>
                    <a:pt x="622317" y="353036"/>
                  </a:lnTo>
                  <a:lnTo>
                    <a:pt x="622538" y="352902"/>
                  </a:lnTo>
                  <a:lnTo>
                    <a:pt x="622767" y="352830"/>
                  </a:lnTo>
                  <a:lnTo>
                    <a:pt x="622976" y="352788"/>
                  </a:lnTo>
                  <a:lnTo>
                    <a:pt x="623151" y="352760"/>
                  </a:lnTo>
                  <a:lnTo>
                    <a:pt x="623327" y="352829"/>
                  </a:lnTo>
                  <a:lnTo>
                    <a:pt x="623501" y="352932"/>
                  </a:lnTo>
                  <a:lnTo>
                    <a:pt x="623788" y="353192"/>
                  </a:lnTo>
                  <a:lnTo>
                    <a:pt x="623916" y="353195"/>
                  </a:lnTo>
                  <a:lnTo>
                    <a:pt x="624080" y="353106"/>
                  </a:lnTo>
                  <a:lnTo>
                    <a:pt x="624238" y="353044"/>
                  </a:lnTo>
                  <a:lnTo>
                    <a:pt x="624494" y="353003"/>
                  </a:lnTo>
                  <a:lnTo>
                    <a:pt x="624733" y="352982"/>
                  </a:lnTo>
                  <a:lnTo>
                    <a:pt x="624985" y="352868"/>
                  </a:lnTo>
                  <a:lnTo>
                    <a:pt x="625211" y="352781"/>
                  </a:lnTo>
                  <a:lnTo>
                    <a:pt x="625473" y="352665"/>
                  </a:lnTo>
                  <a:lnTo>
                    <a:pt x="625712" y="352511"/>
                  </a:lnTo>
                  <a:lnTo>
                    <a:pt x="625923" y="352306"/>
                  </a:lnTo>
                  <a:lnTo>
                    <a:pt x="626171" y="352134"/>
                  </a:lnTo>
                  <a:lnTo>
                    <a:pt x="626391" y="351937"/>
                  </a:lnTo>
                  <a:lnTo>
                    <a:pt x="626550" y="351778"/>
                  </a:lnTo>
                  <a:lnTo>
                    <a:pt x="626667" y="351570"/>
                  </a:lnTo>
                  <a:lnTo>
                    <a:pt x="626821" y="351338"/>
                  </a:lnTo>
                  <a:lnTo>
                    <a:pt x="626962" y="351088"/>
                  </a:lnTo>
                  <a:lnTo>
                    <a:pt x="627113" y="350761"/>
                  </a:lnTo>
                  <a:lnTo>
                    <a:pt x="627278" y="350475"/>
                  </a:lnTo>
                  <a:lnTo>
                    <a:pt x="627498" y="350145"/>
                  </a:lnTo>
                  <a:lnTo>
                    <a:pt x="627663" y="349906"/>
                  </a:lnTo>
                  <a:lnTo>
                    <a:pt x="627952" y="349620"/>
                  </a:lnTo>
                  <a:lnTo>
                    <a:pt x="628221" y="349397"/>
                  </a:lnTo>
                  <a:lnTo>
                    <a:pt x="628395" y="349157"/>
                  </a:lnTo>
                  <a:lnTo>
                    <a:pt x="628528" y="348898"/>
                  </a:lnTo>
                  <a:lnTo>
                    <a:pt x="628620" y="348615"/>
                  </a:lnTo>
                  <a:lnTo>
                    <a:pt x="628753" y="348303"/>
                  </a:lnTo>
                  <a:lnTo>
                    <a:pt x="628857" y="348028"/>
                  </a:lnTo>
                  <a:lnTo>
                    <a:pt x="628935" y="347759"/>
                  </a:lnTo>
                  <a:lnTo>
                    <a:pt x="629038" y="347347"/>
                  </a:lnTo>
                  <a:lnTo>
                    <a:pt x="629097" y="347060"/>
                  </a:lnTo>
                  <a:lnTo>
                    <a:pt x="629180" y="346877"/>
                  </a:lnTo>
                  <a:lnTo>
                    <a:pt x="629219" y="346745"/>
                  </a:lnTo>
                  <a:lnTo>
                    <a:pt x="629212" y="346599"/>
                  </a:lnTo>
                  <a:lnTo>
                    <a:pt x="629341" y="346230"/>
                  </a:lnTo>
                  <a:lnTo>
                    <a:pt x="629354" y="345935"/>
                  </a:lnTo>
                  <a:lnTo>
                    <a:pt x="629376" y="345677"/>
                  </a:lnTo>
                  <a:lnTo>
                    <a:pt x="629667" y="345227"/>
                  </a:lnTo>
                  <a:lnTo>
                    <a:pt x="629860" y="345057"/>
                  </a:lnTo>
                  <a:lnTo>
                    <a:pt x="630016" y="344909"/>
                  </a:lnTo>
                  <a:lnTo>
                    <a:pt x="630129" y="344760"/>
                  </a:lnTo>
                  <a:lnTo>
                    <a:pt x="630198" y="344603"/>
                  </a:lnTo>
                  <a:lnTo>
                    <a:pt x="630347" y="344394"/>
                  </a:lnTo>
                  <a:lnTo>
                    <a:pt x="630531" y="344230"/>
                  </a:lnTo>
                  <a:lnTo>
                    <a:pt x="630738" y="344025"/>
                  </a:lnTo>
                  <a:lnTo>
                    <a:pt x="630952" y="343823"/>
                  </a:lnTo>
                  <a:lnTo>
                    <a:pt x="631115" y="343606"/>
                  </a:lnTo>
                  <a:lnTo>
                    <a:pt x="631262" y="343395"/>
                  </a:lnTo>
                  <a:lnTo>
                    <a:pt x="631485" y="343229"/>
                  </a:lnTo>
                  <a:lnTo>
                    <a:pt x="631761" y="343074"/>
                  </a:lnTo>
                  <a:lnTo>
                    <a:pt x="631981" y="342981"/>
                  </a:lnTo>
                  <a:lnTo>
                    <a:pt x="632172" y="342906"/>
                  </a:lnTo>
                  <a:lnTo>
                    <a:pt x="632467" y="342833"/>
                  </a:lnTo>
                  <a:lnTo>
                    <a:pt x="632687" y="342794"/>
                  </a:lnTo>
                  <a:lnTo>
                    <a:pt x="632950" y="342763"/>
                  </a:lnTo>
                  <a:lnTo>
                    <a:pt x="633168" y="342713"/>
                  </a:lnTo>
                  <a:lnTo>
                    <a:pt x="633424" y="342625"/>
                  </a:lnTo>
                  <a:lnTo>
                    <a:pt x="633656" y="342602"/>
                  </a:lnTo>
                  <a:lnTo>
                    <a:pt x="633912" y="342598"/>
                  </a:lnTo>
                  <a:lnTo>
                    <a:pt x="634085" y="342556"/>
                  </a:lnTo>
                  <a:lnTo>
                    <a:pt x="634223" y="342488"/>
                  </a:lnTo>
                  <a:lnTo>
                    <a:pt x="634386" y="342377"/>
                  </a:lnTo>
                  <a:lnTo>
                    <a:pt x="634578" y="342226"/>
                  </a:lnTo>
                  <a:lnTo>
                    <a:pt x="634808" y="342053"/>
                  </a:lnTo>
                  <a:lnTo>
                    <a:pt x="635031" y="341903"/>
                  </a:lnTo>
                  <a:lnTo>
                    <a:pt x="635360" y="341800"/>
                  </a:lnTo>
                  <a:lnTo>
                    <a:pt x="635699" y="341748"/>
                  </a:lnTo>
                  <a:lnTo>
                    <a:pt x="635921" y="341751"/>
                  </a:lnTo>
                  <a:lnTo>
                    <a:pt x="636215" y="341740"/>
                  </a:lnTo>
                  <a:lnTo>
                    <a:pt x="636570" y="341717"/>
                  </a:lnTo>
                  <a:lnTo>
                    <a:pt x="636819" y="341686"/>
                  </a:lnTo>
                  <a:lnTo>
                    <a:pt x="637068" y="341623"/>
                  </a:lnTo>
                  <a:lnTo>
                    <a:pt x="637330" y="341506"/>
                  </a:lnTo>
                  <a:lnTo>
                    <a:pt x="637563" y="341366"/>
                  </a:lnTo>
                  <a:lnTo>
                    <a:pt x="637739" y="341263"/>
                  </a:lnTo>
                  <a:lnTo>
                    <a:pt x="638000" y="341157"/>
                  </a:lnTo>
                  <a:lnTo>
                    <a:pt x="638284" y="341108"/>
                  </a:lnTo>
                  <a:lnTo>
                    <a:pt x="638495" y="341101"/>
                  </a:lnTo>
                  <a:lnTo>
                    <a:pt x="638733" y="341070"/>
                  </a:lnTo>
                  <a:lnTo>
                    <a:pt x="638994" y="340974"/>
                  </a:lnTo>
                  <a:lnTo>
                    <a:pt x="639220" y="340864"/>
                  </a:lnTo>
                  <a:lnTo>
                    <a:pt x="639420" y="340727"/>
                  </a:lnTo>
                  <a:lnTo>
                    <a:pt x="639587" y="340526"/>
                  </a:lnTo>
                  <a:lnTo>
                    <a:pt x="639749" y="340247"/>
                  </a:lnTo>
                  <a:lnTo>
                    <a:pt x="639864" y="339984"/>
                  </a:lnTo>
                  <a:lnTo>
                    <a:pt x="639958" y="339669"/>
                  </a:lnTo>
                  <a:lnTo>
                    <a:pt x="639986" y="339361"/>
                  </a:lnTo>
                  <a:lnTo>
                    <a:pt x="639959" y="339031"/>
                  </a:lnTo>
                  <a:lnTo>
                    <a:pt x="639933" y="338820"/>
                  </a:lnTo>
                  <a:lnTo>
                    <a:pt x="639968" y="338617"/>
                  </a:lnTo>
                  <a:lnTo>
                    <a:pt x="640037" y="338439"/>
                  </a:lnTo>
                  <a:lnTo>
                    <a:pt x="640172" y="338131"/>
                  </a:lnTo>
                  <a:lnTo>
                    <a:pt x="640301" y="337737"/>
                  </a:lnTo>
                  <a:lnTo>
                    <a:pt x="640326" y="337396"/>
                  </a:lnTo>
                  <a:lnTo>
                    <a:pt x="640305" y="337060"/>
                  </a:lnTo>
                  <a:lnTo>
                    <a:pt x="640300" y="336732"/>
                  </a:lnTo>
                  <a:lnTo>
                    <a:pt x="640301" y="336419"/>
                  </a:lnTo>
                  <a:lnTo>
                    <a:pt x="640282" y="336179"/>
                  </a:lnTo>
                  <a:lnTo>
                    <a:pt x="640217" y="336016"/>
                  </a:lnTo>
                  <a:lnTo>
                    <a:pt x="640074" y="335800"/>
                  </a:lnTo>
                  <a:lnTo>
                    <a:pt x="639975" y="335604"/>
                  </a:lnTo>
                  <a:lnTo>
                    <a:pt x="639814" y="335300"/>
                  </a:lnTo>
                  <a:lnTo>
                    <a:pt x="639742" y="335038"/>
                  </a:lnTo>
                  <a:lnTo>
                    <a:pt x="639708" y="334829"/>
                  </a:lnTo>
                  <a:lnTo>
                    <a:pt x="639687" y="334564"/>
                  </a:lnTo>
                  <a:lnTo>
                    <a:pt x="639719" y="334322"/>
                  </a:lnTo>
                  <a:lnTo>
                    <a:pt x="639776" y="334090"/>
                  </a:lnTo>
                  <a:lnTo>
                    <a:pt x="639827" y="333864"/>
                  </a:lnTo>
                  <a:lnTo>
                    <a:pt x="639917" y="333593"/>
                  </a:lnTo>
                  <a:lnTo>
                    <a:pt x="639944" y="333241"/>
                  </a:lnTo>
                  <a:lnTo>
                    <a:pt x="639974" y="332994"/>
                  </a:lnTo>
                  <a:lnTo>
                    <a:pt x="640007" y="332659"/>
                  </a:lnTo>
                  <a:lnTo>
                    <a:pt x="640048" y="332322"/>
                  </a:lnTo>
                  <a:lnTo>
                    <a:pt x="640055" y="331980"/>
                  </a:lnTo>
                  <a:lnTo>
                    <a:pt x="640054" y="331632"/>
                  </a:lnTo>
                  <a:lnTo>
                    <a:pt x="640083" y="331258"/>
                  </a:lnTo>
                  <a:lnTo>
                    <a:pt x="640163" y="330892"/>
                  </a:lnTo>
                  <a:lnTo>
                    <a:pt x="640333" y="330623"/>
                  </a:lnTo>
                  <a:lnTo>
                    <a:pt x="640535" y="330395"/>
                  </a:lnTo>
                  <a:lnTo>
                    <a:pt x="640714" y="330234"/>
                  </a:lnTo>
                  <a:lnTo>
                    <a:pt x="640964" y="330055"/>
                  </a:lnTo>
                  <a:lnTo>
                    <a:pt x="641130" y="329882"/>
                  </a:lnTo>
                  <a:lnTo>
                    <a:pt x="641320" y="329653"/>
                  </a:lnTo>
                  <a:lnTo>
                    <a:pt x="641421" y="329477"/>
                  </a:lnTo>
                  <a:lnTo>
                    <a:pt x="641524" y="329248"/>
                  </a:lnTo>
                  <a:lnTo>
                    <a:pt x="641519" y="329045"/>
                  </a:lnTo>
                  <a:lnTo>
                    <a:pt x="641504" y="328812"/>
                  </a:lnTo>
                  <a:lnTo>
                    <a:pt x="641533" y="328594"/>
                  </a:lnTo>
                  <a:lnTo>
                    <a:pt x="641659" y="328384"/>
                  </a:lnTo>
                  <a:lnTo>
                    <a:pt x="641856" y="328149"/>
                  </a:lnTo>
                  <a:lnTo>
                    <a:pt x="642058" y="328016"/>
                  </a:lnTo>
                  <a:lnTo>
                    <a:pt x="642344" y="327916"/>
                  </a:lnTo>
                  <a:lnTo>
                    <a:pt x="642603" y="327869"/>
                  </a:lnTo>
                  <a:lnTo>
                    <a:pt x="642828" y="327763"/>
                  </a:lnTo>
                  <a:lnTo>
                    <a:pt x="643032" y="327582"/>
                  </a:lnTo>
                  <a:lnTo>
                    <a:pt x="643157" y="327367"/>
                  </a:lnTo>
                  <a:lnTo>
                    <a:pt x="643249" y="327202"/>
                  </a:lnTo>
                  <a:lnTo>
                    <a:pt x="643400" y="326999"/>
                  </a:lnTo>
                  <a:lnTo>
                    <a:pt x="643572" y="326837"/>
                  </a:lnTo>
                  <a:lnTo>
                    <a:pt x="643772" y="326612"/>
                  </a:lnTo>
                  <a:lnTo>
                    <a:pt x="643956" y="326371"/>
                  </a:lnTo>
                  <a:lnTo>
                    <a:pt x="644184" y="326090"/>
                  </a:lnTo>
                  <a:lnTo>
                    <a:pt x="644416" y="325827"/>
                  </a:lnTo>
                  <a:lnTo>
                    <a:pt x="644701" y="325650"/>
                  </a:lnTo>
                  <a:lnTo>
                    <a:pt x="645026" y="325560"/>
                  </a:lnTo>
                  <a:lnTo>
                    <a:pt x="645386" y="325500"/>
                  </a:lnTo>
                  <a:lnTo>
                    <a:pt x="645691" y="325501"/>
                  </a:lnTo>
                  <a:lnTo>
                    <a:pt x="645853" y="325494"/>
                  </a:lnTo>
                  <a:lnTo>
                    <a:pt x="646063" y="325443"/>
                  </a:lnTo>
                  <a:lnTo>
                    <a:pt x="646318" y="325263"/>
                  </a:lnTo>
                  <a:lnTo>
                    <a:pt x="646550" y="325124"/>
                  </a:lnTo>
                  <a:lnTo>
                    <a:pt x="646779" y="325050"/>
                  </a:lnTo>
                  <a:lnTo>
                    <a:pt x="647023" y="325050"/>
                  </a:lnTo>
                  <a:lnTo>
                    <a:pt x="647247" y="325010"/>
                  </a:lnTo>
                  <a:lnTo>
                    <a:pt x="647512" y="324935"/>
                  </a:lnTo>
                  <a:lnTo>
                    <a:pt x="647761" y="324854"/>
                  </a:lnTo>
                  <a:lnTo>
                    <a:pt x="648013" y="324752"/>
                  </a:lnTo>
                  <a:lnTo>
                    <a:pt x="648231" y="324612"/>
                  </a:lnTo>
                  <a:lnTo>
                    <a:pt x="648452" y="324464"/>
                  </a:lnTo>
                  <a:lnTo>
                    <a:pt x="648687" y="324292"/>
                  </a:lnTo>
                  <a:lnTo>
                    <a:pt x="648928" y="324160"/>
                  </a:lnTo>
                  <a:lnTo>
                    <a:pt x="649110" y="324092"/>
                  </a:lnTo>
                  <a:lnTo>
                    <a:pt x="649280" y="324042"/>
                  </a:lnTo>
                  <a:lnTo>
                    <a:pt x="649479" y="323994"/>
                  </a:lnTo>
                  <a:lnTo>
                    <a:pt x="649776" y="323955"/>
                  </a:lnTo>
                  <a:lnTo>
                    <a:pt x="650023" y="323929"/>
                  </a:lnTo>
                  <a:lnTo>
                    <a:pt x="650208" y="323893"/>
                  </a:lnTo>
                  <a:lnTo>
                    <a:pt x="650508" y="323852"/>
                  </a:lnTo>
                  <a:lnTo>
                    <a:pt x="650797" y="323842"/>
                  </a:lnTo>
                  <a:lnTo>
                    <a:pt x="651059" y="323826"/>
                  </a:lnTo>
                  <a:lnTo>
                    <a:pt x="651347" y="323822"/>
                  </a:lnTo>
                  <a:lnTo>
                    <a:pt x="651611" y="323858"/>
                  </a:lnTo>
                  <a:lnTo>
                    <a:pt x="651807" y="323901"/>
                  </a:lnTo>
                  <a:lnTo>
                    <a:pt x="652020" y="323963"/>
                  </a:lnTo>
                  <a:lnTo>
                    <a:pt x="652221" y="324047"/>
                  </a:lnTo>
                  <a:lnTo>
                    <a:pt x="652435" y="324136"/>
                  </a:lnTo>
                  <a:lnTo>
                    <a:pt x="652648" y="324262"/>
                  </a:lnTo>
                  <a:lnTo>
                    <a:pt x="652870" y="324429"/>
                  </a:lnTo>
                  <a:lnTo>
                    <a:pt x="653065" y="324587"/>
                  </a:lnTo>
                  <a:lnTo>
                    <a:pt x="653224" y="324739"/>
                  </a:lnTo>
                  <a:lnTo>
                    <a:pt x="653418" y="324969"/>
                  </a:lnTo>
                  <a:lnTo>
                    <a:pt x="653650" y="325126"/>
                  </a:lnTo>
                  <a:lnTo>
                    <a:pt x="653920" y="325040"/>
                  </a:lnTo>
                  <a:lnTo>
                    <a:pt x="654223" y="325146"/>
                  </a:lnTo>
                  <a:lnTo>
                    <a:pt x="654395" y="325252"/>
                  </a:lnTo>
                  <a:lnTo>
                    <a:pt x="654531" y="325343"/>
                  </a:lnTo>
                  <a:lnTo>
                    <a:pt x="654761" y="325592"/>
                  </a:lnTo>
                  <a:lnTo>
                    <a:pt x="654993" y="325711"/>
                  </a:lnTo>
                  <a:lnTo>
                    <a:pt x="655171" y="325807"/>
                  </a:lnTo>
                  <a:lnTo>
                    <a:pt x="655363" y="325821"/>
                  </a:lnTo>
                  <a:lnTo>
                    <a:pt x="655603" y="325937"/>
                  </a:lnTo>
                  <a:lnTo>
                    <a:pt x="655853" y="326038"/>
                  </a:lnTo>
                  <a:lnTo>
                    <a:pt x="656067" y="326080"/>
                  </a:lnTo>
                  <a:lnTo>
                    <a:pt x="656238" y="326120"/>
                  </a:lnTo>
                  <a:lnTo>
                    <a:pt x="656472" y="326064"/>
                  </a:lnTo>
                  <a:lnTo>
                    <a:pt x="656665" y="325980"/>
                  </a:lnTo>
                  <a:lnTo>
                    <a:pt x="656800" y="325862"/>
                  </a:lnTo>
                  <a:lnTo>
                    <a:pt x="656890" y="325708"/>
                  </a:lnTo>
                  <a:lnTo>
                    <a:pt x="657101" y="325444"/>
                  </a:lnTo>
                  <a:lnTo>
                    <a:pt x="657262" y="325349"/>
                  </a:lnTo>
                  <a:lnTo>
                    <a:pt x="657602" y="325085"/>
                  </a:lnTo>
                  <a:lnTo>
                    <a:pt x="657853" y="324831"/>
                  </a:lnTo>
                  <a:lnTo>
                    <a:pt x="658122" y="324656"/>
                  </a:lnTo>
                  <a:lnTo>
                    <a:pt x="658324" y="324445"/>
                  </a:lnTo>
                  <a:lnTo>
                    <a:pt x="658442" y="324206"/>
                  </a:lnTo>
                  <a:lnTo>
                    <a:pt x="658550" y="323939"/>
                  </a:lnTo>
                  <a:lnTo>
                    <a:pt x="658727" y="323661"/>
                  </a:lnTo>
                  <a:lnTo>
                    <a:pt x="659024" y="323406"/>
                  </a:lnTo>
                  <a:lnTo>
                    <a:pt x="659252" y="323170"/>
                  </a:lnTo>
                  <a:lnTo>
                    <a:pt x="659418" y="322863"/>
                  </a:lnTo>
                  <a:lnTo>
                    <a:pt x="659530" y="322564"/>
                  </a:lnTo>
                  <a:lnTo>
                    <a:pt x="659768" y="322272"/>
                  </a:lnTo>
                  <a:lnTo>
                    <a:pt x="659976" y="322085"/>
                  </a:lnTo>
                  <a:lnTo>
                    <a:pt x="660192" y="321892"/>
                  </a:lnTo>
                  <a:lnTo>
                    <a:pt x="660469" y="321688"/>
                  </a:lnTo>
                  <a:lnTo>
                    <a:pt x="660720" y="321543"/>
                  </a:lnTo>
                  <a:lnTo>
                    <a:pt x="660904" y="321427"/>
                  </a:lnTo>
                  <a:lnTo>
                    <a:pt x="661116" y="321326"/>
                  </a:lnTo>
                  <a:lnTo>
                    <a:pt x="661486" y="321162"/>
                  </a:lnTo>
                  <a:lnTo>
                    <a:pt x="661805" y="321014"/>
                  </a:lnTo>
                  <a:lnTo>
                    <a:pt x="662115" y="320841"/>
                  </a:lnTo>
                  <a:lnTo>
                    <a:pt x="662313" y="320722"/>
                  </a:lnTo>
                  <a:lnTo>
                    <a:pt x="662627" y="320595"/>
                  </a:lnTo>
                  <a:lnTo>
                    <a:pt x="662944" y="320516"/>
                  </a:lnTo>
                  <a:lnTo>
                    <a:pt x="663348" y="320494"/>
                  </a:lnTo>
                  <a:lnTo>
                    <a:pt x="663712" y="320411"/>
                  </a:lnTo>
                  <a:lnTo>
                    <a:pt x="664108" y="320181"/>
                  </a:lnTo>
                  <a:lnTo>
                    <a:pt x="664357" y="319887"/>
                  </a:lnTo>
                  <a:lnTo>
                    <a:pt x="664750" y="319594"/>
                  </a:lnTo>
                  <a:lnTo>
                    <a:pt x="664962" y="319488"/>
                  </a:lnTo>
                  <a:lnTo>
                    <a:pt x="665252" y="319390"/>
                  </a:lnTo>
                  <a:lnTo>
                    <a:pt x="665585" y="319242"/>
                  </a:lnTo>
                  <a:lnTo>
                    <a:pt x="665818" y="319084"/>
                  </a:lnTo>
                  <a:lnTo>
                    <a:pt x="666085" y="318870"/>
                  </a:lnTo>
                  <a:lnTo>
                    <a:pt x="666338" y="318615"/>
                  </a:lnTo>
                  <a:lnTo>
                    <a:pt x="666467" y="318426"/>
                  </a:lnTo>
                  <a:lnTo>
                    <a:pt x="666875" y="318250"/>
                  </a:lnTo>
                  <a:lnTo>
                    <a:pt x="667131" y="318081"/>
                  </a:lnTo>
                  <a:lnTo>
                    <a:pt x="667321" y="318000"/>
                  </a:lnTo>
                  <a:lnTo>
                    <a:pt x="667634" y="317899"/>
                  </a:lnTo>
                  <a:lnTo>
                    <a:pt x="668010" y="317772"/>
                  </a:lnTo>
                  <a:lnTo>
                    <a:pt x="668376" y="317663"/>
                  </a:lnTo>
                  <a:lnTo>
                    <a:pt x="668722" y="317541"/>
                  </a:lnTo>
                  <a:lnTo>
                    <a:pt x="669064" y="317420"/>
                  </a:lnTo>
                  <a:lnTo>
                    <a:pt x="669401" y="317311"/>
                  </a:lnTo>
                  <a:lnTo>
                    <a:pt x="669732" y="317193"/>
                  </a:lnTo>
                  <a:lnTo>
                    <a:pt x="670054" y="317031"/>
                  </a:lnTo>
                  <a:lnTo>
                    <a:pt x="670360" y="316842"/>
                  </a:lnTo>
                  <a:lnTo>
                    <a:pt x="670597" y="316599"/>
                  </a:lnTo>
                  <a:lnTo>
                    <a:pt x="670838" y="316347"/>
                  </a:lnTo>
                  <a:lnTo>
                    <a:pt x="671136" y="316095"/>
                  </a:lnTo>
                  <a:lnTo>
                    <a:pt x="671397" y="315939"/>
                  </a:lnTo>
                  <a:lnTo>
                    <a:pt x="671679" y="315817"/>
                  </a:lnTo>
                  <a:lnTo>
                    <a:pt x="672045" y="315712"/>
                  </a:lnTo>
                  <a:lnTo>
                    <a:pt x="672246" y="315603"/>
                  </a:lnTo>
                  <a:lnTo>
                    <a:pt x="672427" y="315450"/>
                  </a:lnTo>
                  <a:lnTo>
                    <a:pt x="672591" y="315295"/>
                  </a:lnTo>
                  <a:lnTo>
                    <a:pt x="672828" y="315127"/>
                  </a:lnTo>
                  <a:lnTo>
                    <a:pt x="673090" y="315007"/>
                  </a:lnTo>
                  <a:lnTo>
                    <a:pt x="673441" y="314881"/>
                  </a:lnTo>
                  <a:lnTo>
                    <a:pt x="673630" y="314862"/>
                  </a:lnTo>
                  <a:lnTo>
                    <a:pt x="673784" y="314859"/>
                  </a:lnTo>
                  <a:lnTo>
                    <a:pt x="674002" y="315423"/>
                  </a:lnTo>
                  <a:lnTo>
                    <a:pt x="674120" y="315728"/>
                  </a:lnTo>
                  <a:lnTo>
                    <a:pt x="674877" y="317682"/>
                  </a:lnTo>
                  <a:lnTo>
                    <a:pt x="676899" y="322880"/>
                  </a:lnTo>
                  <a:lnTo>
                    <a:pt x="677423" y="324226"/>
                  </a:lnTo>
                  <a:lnTo>
                    <a:pt x="679343" y="330796"/>
                  </a:lnTo>
                  <a:lnTo>
                    <a:pt x="680298" y="334410"/>
                  </a:lnTo>
                  <a:lnTo>
                    <a:pt x="683660" y="337915"/>
                  </a:lnTo>
                  <a:lnTo>
                    <a:pt x="684286" y="338571"/>
                  </a:lnTo>
                  <a:lnTo>
                    <a:pt x="685985" y="340220"/>
                  </a:lnTo>
                  <a:lnTo>
                    <a:pt x="689942" y="344085"/>
                  </a:lnTo>
                  <a:lnTo>
                    <a:pt x="694707" y="348730"/>
                  </a:lnTo>
                  <a:lnTo>
                    <a:pt x="700991" y="354850"/>
                  </a:lnTo>
                  <a:lnTo>
                    <a:pt x="709828" y="358041"/>
                  </a:lnTo>
                  <a:lnTo>
                    <a:pt x="714616" y="359769"/>
                  </a:lnTo>
                  <a:lnTo>
                    <a:pt x="719519" y="361540"/>
                  </a:lnTo>
                  <a:lnTo>
                    <a:pt x="719751" y="365433"/>
                  </a:lnTo>
                  <a:lnTo>
                    <a:pt x="720018" y="369930"/>
                  </a:lnTo>
                  <a:lnTo>
                    <a:pt x="726024" y="374601"/>
                  </a:lnTo>
                  <a:lnTo>
                    <a:pt x="728288" y="376353"/>
                  </a:lnTo>
                  <a:lnTo>
                    <a:pt x="732172" y="377250"/>
                  </a:lnTo>
                  <a:lnTo>
                    <a:pt x="736575" y="378267"/>
                  </a:lnTo>
                  <a:lnTo>
                    <a:pt x="739159" y="378864"/>
                  </a:lnTo>
                  <a:lnTo>
                    <a:pt x="747841" y="380922"/>
                  </a:lnTo>
                  <a:lnTo>
                    <a:pt x="751858" y="381871"/>
                  </a:lnTo>
                  <a:lnTo>
                    <a:pt x="756200" y="382893"/>
                  </a:lnTo>
                  <a:lnTo>
                    <a:pt x="763808" y="384841"/>
                  </a:lnTo>
                  <a:lnTo>
                    <a:pt x="767385" y="385757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9"/>
            <p:cNvSpPr/>
            <p:nvPr/>
          </p:nvSpPr>
          <p:spPr>
            <a:xfrm>
              <a:off x="1361618" y="5019766"/>
              <a:ext cx="405251" cy="454455"/>
            </a:xfrm>
            <a:custGeom>
              <a:avLst/>
              <a:pathLst>
                <a:path w="405251" h="454455">
                  <a:moveTo>
                    <a:pt x="59247" y="51397"/>
                  </a:moveTo>
                  <a:lnTo>
                    <a:pt x="55408" y="57476"/>
                  </a:lnTo>
                  <a:lnTo>
                    <a:pt x="50322" y="65637"/>
                  </a:lnTo>
                  <a:lnTo>
                    <a:pt x="48156" y="69550"/>
                  </a:lnTo>
                  <a:lnTo>
                    <a:pt x="48948" y="69907"/>
                  </a:lnTo>
                  <a:lnTo>
                    <a:pt x="50252" y="70495"/>
                  </a:lnTo>
                  <a:lnTo>
                    <a:pt x="50217" y="71656"/>
                  </a:lnTo>
                  <a:lnTo>
                    <a:pt x="50160" y="73398"/>
                  </a:lnTo>
                  <a:lnTo>
                    <a:pt x="50125" y="74514"/>
                  </a:lnTo>
                  <a:lnTo>
                    <a:pt x="50083" y="75805"/>
                  </a:lnTo>
                  <a:lnTo>
                    <a:pt x="50010" y="78087"/>
                  </a:lnTo>
                  <a:lnTo>
                    <a:pt x="49225" y="79092"/>
                  </a:lnTo>
                  <a:lnTo>
                    <a:pt x="48756" y="79683"/>
                  </a:lnTo>
                  <a:lnTo>
                    <a:pt x="48369" y="80260"/>
                  </a:lnTo>
                  <a:lnTo>
                    <a:pt x="47936" y="80912"/>
                  </a:lnTo>
                  <a:lnTo>
                    <a:pt x="47258" y="82218"/>
                  </a:lnTo>
                  <a:lnTo>
                    <a:pt x="46594" y="83500"/>
                  </a:lnTo>
                  <a:lnTo>
                    <a:pt x="43945" y="85076"/>
                  </a:lnTo>
                  <a:lnTo>
                    <a:pt x="35325" y="80898"/>
                  </a:lnTo>
                  <a:lnTo>
                    <a:pt x="31231" y="84037"/>
                  </a:lnTo>
                  <a:lnTo>
                    <a:pt x="30403" y="84672"/>
                  </a:lnTo>
                  <a:lnTo>
                    <a:pt x="29103" y="85670"/>
                  </a:lnTo>
                  <a:lnTo>
                    <a:pt x="28784" y="85914"/>
                  </a:lnTo>
                  <a:lnTo>
                    <a:pt x="14809" y="96634"/>
                  </a:lnTo>
                  <a:lnTo>
                    <a:pt x="10415" y="100211"/>
                  </a:lnTo>
                  <a:lnTo>
                    <a:pt x="10703" y="100260"/>
                  </a:lnTo>
                  <a:lnTo>
                    <a:pt x="24110" y="102518"/>
                  </a:lnTo>
                  <a:lnTo>
                    <a:pt x="34756" y="110135"/>
                  </a:lnTo>
                  <a:lnTo>
                    <a:pt x="34474" y="111226"/>
                  </a:lnTo>
                  <a:lnTo>
                    <a:pt x="34299" y="111723"/>
                  </a:lnTo>
                  <a:lnTo>
                    <a:pt x="34144" y="112217"/>
                  </a:lnTo>
                  <a:lnTo>
                    <a:pt x="33877" y="113073"/>
                  </a:lnTo>
                  <a:lnTo>
                    <a:pt x="33494" y="114299"/>
                  </a:lnTo>
                  <a:lnTo>
                    <a:pt x="33043" y="115783"/>
                  </a:lnTo>
                  <a:lnTo>
                    <a:pt x="32369" y="117900"/>
                  </a:lnTo>
                  <a:lnTo>
                    <a:pt x="31872" y="119490"/>
                  </a:lnTo>
                  <a:lnTo>
                    <a:pt x="31999" y="120671"/>
                  </a:lnTo>
                  <a:lnTo>
                    <a:pt x="32167" y="122233"/>
                  </a:lnTo>
                  <a:lnTo>
                    <a:pt x="32282" y="123320"/>
                  </a:lnTo>
                  <a:lnTo>
                    <a:pt x="32456" y="124940"/>
                  </a:lnTo>
                  <a:lnTo>
                    <a:pt x="32503" y="126023"/>
                  </a:lnTo>
                  <a:lnTo>
                    <a:pt x="32693" y="127144"/>
                  </a:lnTo>
                  <a:lnTo>
                    <a:pt x="32786" y="127636"/>
                  </a:lnTo>
                  <a:lnTo>
                    <a:pt x="33054" y="129069"/>
                  </a:lnTo>
                  <a:lnTo>
                    <a:pt x="33086" y="129252"/>
                  </a:lnTo>
                  <a:lnTo>
                    <a:pt x="33683" y="130274"/>
                  </a:lnTo>
                  <a:lnTo>
                    <a:pt x="33891" y="130630"/>
                  </a:lnTo>
                  <a:lnTo>
                    <a:pt x="35257" y="132965"/>
                  </a:lnTo>
                  <a:lnTo>
                    <a:pt x="36741" y="135507"/>
                  </a:lnTo>
                  <a:lnTo>
                    <a:pt x="37016" y="135704"/>
                  </a:lnTo>
                  <a:lnTo>
                    <a:pt x="38392" y="136698"/>
                  </a:lnTo>
                  <a:lnTo>
                    <a:pt x="39630" y="137593"/>
                  </a:lnTo>
                  <a:lnTo>
                    <a:pt x="41449" y="138911"/>
                  </a:lnTo>
                  <a:lnTo>
                    <a:pt x="42148" y="139412"/>
                  </a:lnTo>
                  <a:lnTo>
                    <a:pt x="42696" y="139813"/>
                  </a:lnTo>
                  <a:lnTo>
                    <a:pt x="43512" y="140411"/>
                  </a:lnTo>
                  <a:lnTo>
                    <a:pt x="43817" y="140617"/>
                  </a:lnTo>
                  <a:lnTo>
                    <a:pt x="43767" y="140801"/>
                  </a:lnTo>
                  <a:lnTo>
                    <a:pt x="43486" y="141806"/>
                  </a:lnTo>
                  <a:lnTo>
                    <a:pt x="43180" y="142864"/>
                  </a:lnTo>
                  <a:lnTo>
                    <a:pt x="42904" y="143893"/>
                  </a:lnTo>
                  <a:lnTo>
                    <a:pt x="42716" y="144528"/>
                  </a:lnTo>
                  <a:lnTo>
                    <a:pt x="42597" y="144930"/>
                  </a:lnTo>
                  <a:lnTo>
                    <a:pt x="42209" y="146093"/>
                  </a:lnTo>
                  <a:lnTo>
                    <a:pt x="41964" y="146658"/>
                  </a:lnTo>
                  <a:lnTo>
                    <a:pt x="41613" y="147716"/>
                  </a:lnTo>
                  <a:lnTo>
                    <a:pt x="41306" y="148699"/>
                  </a:lnTo>
                  <a:lnTo>
                    <a:pt x="41126" y="149318"/>
                  </a:lnTo>
                  <a:lnTo>
                    <a:pt x="40941" y="149718"/>
                  </a:lnTo>
                  <a:lnTo>
                    <a:pt x="40802" y="150154"/>
                  </a:lnTo>
                  <a:lnTo>
                    <a:pt x="40612" y="150742"/>
                  </a:lnTo>
                  <a:lnTo>
                    <a:pt x="40304" y="151762"/>
                  </a:lnTo>
                  <a:lnTo>
                    <a:pt x="39970" y="152825"/>
                  </a:lnTo>
                  <a:lnTo>
                    <a:pt x="39626" y="153886"/>
                  </a:lnTo>
                  <a:lnTo>
                    <a:pt x="39288" y="154897"/>
                  </a:lnTo>
                  <a:lnTo>
                    <a:pt x="38800" y="156440"/>
                  </a:lnTo>
                  <a:lnTo>
                    <a:pt x="38474" y="157455"/>
                  </a:lnTo>
                  <a:lnTo>
                    <a:pt x="38118" y="158534"/>
                  </a:lnTo>
                  <a:lnTo>
                    <a:pt x="37818" y="159547"/>
                  </a:lnTo>
                  <a:lnTo>
                    <a:pt x="37486" y="160545"/>
                  </a:lnTo>
                  <a:lnTo>
                    <a:pt x="37160" y="161550"/>
                  </a:lnTo>
                  <a:lnTo>
                    <a:pt x="36755" y="162912"/>
                  </a:lnTo>
                  <a:lnTo>
                    <a:pt x="36191" y="164675"/>
                  </a:lnTo>
                  <a:lnTo>
                    <a:pt x="36101" y="165170"/>
                  </a:lnTo>
                  <a:lnTo>
                    <a:pt x="35880" y="166384"/>
                  </a:lnTo>
                  <a:lnTo>
                    <a:pt x="35826" y="166680"/>
                  </a:lnTo>
                  <a:lnTo>
                    <a:pt x="35598" y="167935"/>
                  </a:lnTo>
                  <a:lnTo>
                    <a:pt x="35545" y="168216"/>
                  </a:lnTo>
                  <a:lnTo>
                    <a:pt x="35382" y="169071"/>
                  </a:lnTo>
                  <a:lnTo>
                    <a:pt x="35038" y="170879"/>
                  </a:lnTo>
                  <a:lnTo>
                    <a:pt x="34916" y="171500"/>
                  </a:lnTo>
                  <a:lnTo>
                    <a:pt x="34792" y="172171"/>
                  </a:lnTo>
                  <a:lnTo>
                    <a:pt x="34755" y="172365"/>
                  </a:lnTo>
                  <a:lnTo>
                    <a:pt x="34451" y="173965"/>
                  </a:lnTo>
                  <a:lnTo>
                    <a:pt x="34072" y="175957"/>
                  </a:lnTo>
                  <a:lnTo>
                    <a:pt x="33712" y="177845"/>
                  </a:lnTo>
                  <a:lnTo>
                    <a:pt x="33509" y="178914"/>
                  </a:lnTo>
                  <a:lnTo>
                    <a:pt x="33283" y="180102"/>
                  </a:lnTo>
                  <a:lnTo>
                    <a:pt x="32922" y="181999"/>
                  </a:lnTo>
                  <a:lnTo>
                    <a:pt x="32870" y="182273"/>
                  </a:lnTo>
                  <a:lnTo>
                    <a:pt x="32433" y="184571"/>
                  </a:lnTo>
                  <a:lnTo>
                    <a:pt x="32399" y="184748"/>
                  </a:lnTo>
                  <a:lnTo>
                    <a:pt x="32355" y="184979"/>
                  </a:lnTo>
                  <a:lnTo>
                    <a:pt x="31672" y="188571"/>
                  </a:lnTo>
                  <a:lnTo>
                    <a:pt x="31574" y="189084"/>
                  </a:lnTo>
                  <a:lnTo>
                    <a:pt x="31338" y="190326"/>
                  </a:lnTo>
                  <a:lnTo>
                    <a:pt x="30975" y="192234"/>
                  </a:lnTo>
                  <a:lnTo>
                    <a:pt x="30722" y="193568"/>
                  </a:lnTo>
                  <a:lnTo>
                    <a:pt x="30608" y="194164"/>
                  </a:lnTo>
                  <a:lnTo>
                    <a:pt x="30563" y="194401"/>
                  </a:lnTo>
                  <a:lnTo>
                    <a:pt x="30311" y="195727"/>
                  </a:lnTo>
                  <a:lnTo>
                    <a:pt x="30061" y="197041"/>
                  </a:lnTo>
                  <a:lnTo>
                    <a:pt x="29743" y="198711"/>
                  </a:lnTo>
                  <a:lnTo>
                    <a:pt x="29071" y="199550"/>
                  </a:lnTo>
                  <a:lnTo>
                    <a:pt x="27853" y="201070"/>
                  </a:lnTo>
                  <a:lnTo>
                    <a:pt x="27153" y="201943"/>
                  </a:lnTo>
                  <a:lnTo>
                    <a:pt x="26436" y="202838"/>
                  </a:lnTo>
                  <a:lnTo>
                    <a:pt x="25863" y="203553"/>
                  </a:lnTo>
                  <a:lnTo>
                    <a:pt x="24137" y="205706"/>
                  </a:lnTo>
                  <a:lnTo>
                    <a:pt x="22893" y="207259"/>
                  </a:lnTo>
                  <a:lnTo>
                    <a:pt x="22168" y="208164"/>
                  </a:lnTo>
                  <a:lnTo>
                    <a:pt x="21163" y="209418"/>
                  </a:lnTo>
                  <a:lnTo>
                    <a:pt x="20511" y="210231"/>
                  </a:lnTo>
                  <a:lnTo>
                    <a:pt x="20193" y="210629"/>
                  </a:lnTo>
                  <a:lnTo>
                    <a:pt x="20018" y="210847"/>
                  </a:lnTo>
                  <a:lnTo>
                    <a:pt x="14560" y="228235"/>
                  </a:lnTo>
                  <a:lnTo>
                    <a:pt x="0" y="246802"/>
                  </a:lnTo>
                  <a:lnTo>
                    <a:pt x="11758" y="244082"/>
                  </a:lnTo>
                  <a:lnTo>
                    <a:pt x="21290" y="241857"/>
                  </a:lnTo>
                  <a:lnTo>
                    <a:pt x="30436" y="244612"/>
                  </a:lnTo>
                  <a:lnTo>
                    <a:pt x="31690" y="244989"/>
                  </a:lnTo>
                  <a:lnTo>
                    <a:pt x="34478" y="245831"/>
                  </a:lnTo>
                  <a:lnTo>
                    <a:pt x="36372" y="246405"/>
                  </a:lnTo>
                  <a:lnTo>
                    <a:pt x="39605" y="248698"/>
                  </a:lnTo>
                  <a:lnTo>
                    <a:pt x="42247" y="250546"/>
                  </a:lnTo>
                  <a:lnTo>
                    <a:pt x="44352" y="249484"/>
                  </a:lnTo>
                  <a:lnTo>
                    <a:pt x="46059" y="248637"/>
                  </a:lnTo>
                  <a:lnTo>
                    <a:pt x="47747" y="247803"/>
                  </a:lnTo>
                  <a:lnTo>
                    <a:pt x="47876" y="247739"/>
                  </a:lnTo>
                  <a:lnTo>
                    <a:pt x="51306" y="246042"/>
                  </a:lnTo>
                  <a:lnTo>
                    <a:pt x="51702" y="245845"/>
                  </a:lnTo>
                  <a:lnTo>
                    <a:pt x="54787" y="244319"/>
                  </a:lnTo>
                  <a:lnTo>
                    <a:pt x="56773" y="243334"/>
                  </a:lnTo>
                  <a:lnTo>
                    <a:pt x="57251" y="243097"/>
                  </a:lnTo>
                  <a:lnTo>
                    <a:pt x="57760" y="242961"/>
                  </a:lnTo>
                  <a:lnTo>
                    <a:pt x="58958" y="242642"/>
                  </a:lnTo>
                  <a:lnTo>
                    <a:pt x="64233" y="241236"/>
                  </a:lnTo>
                  <a:lnTo>
                    <a:pt x="68641" y="240063"/>
                  </a:lnTo>
                  <a:lnTo>
                    <a:pt x="69520" y="239829"/>
                  </a:lnTo>
                  <a:lnTo>
                    <a:pt x="69813" y="239789"/>
                  </a:lnTo>
                  <a:lnTo>
                    <a:pt x="70153" y="239745"/>
                  </a:lnTo>
                  <a:lnTo>
                    <a:pt x="70385" y="239716"/>
                  </a:lnTo>
                  <a:lnTo>
                    <a:pt x="71778" y="239297"/>
                  </a:lnTo>
                  <a:lnTo>
                    <a:pt x="73304" y="238837"/>
                  </a:lnTo>
                  <a:lnTo>
                    <a:pt x="74331" y="238528"/>
                  </a:lnTo>
                  <a:lnTo>
                    <a:pt x="75173" y="238275"/>
                  </a:lnTo>
                  <a:lnTo>
                    <a:pt x="75714" y="238111"/>
                  </a:lnTo>
                  <a:lnTo>
                    <a:pt x="75857" y="238026"/>
                  </a:lnTo>
                  <a:lnTo>
                    <a:pt x="76314" y="237752"/>
                  </a:lnTo>
                  <a:lnTo>
                    <a:pt x="77665" y="237147"/>
                  </a:lnTo>
                  <a:lnTo>
                    <a:pt x="77984" y="236990"/>
                  </a:lnTo>
                  <a:lnTo>
                    <a:pt x="78305" y="236638"/>
                  </a:lnTo>
                  <a:lnTo>
                    <a:pt x="78673" y="236369"/>
                  </a:lnTo>
                  <a:lnTo>
                    <a:pt x="78851" y="236064"/>
                  </a:lnTo>
                  <a:lnTo>
                    <a:pt x="79043" y="235925"/>
                  </a:lnTo>
                  <a:lnTo>
                    <a:pt x="79336" y="235644"/>
                  </a:lnTo>
                  <a:lnTo>
                    <a:pt x="79824" y="235199"/>
                  </a:lnTo>
                  <a:lnTo>
                    <a:pt x="79972" y="235185"/>
                  </a:lnTo>
                  <a:lnTo>
                    <a:pt x="80129" y="235140"/>
                  </a:lnTo>
                  <a:lnTo>
                    <a:pt x="80621" y="234917"/>
                  </a:lnTo>
                  <a:lnTo>
                    <a:pt x="81022" y="234521"/>
                  </a:lnTo>
                  <a:lnTo>
                    <a:pt x="81708" y="233969"/>
                  </a:lnTo>
                  <a:lnTo>
                    <a:pt x="82159" y="233543"/>
                  </a:lnTo>
                  <a:lnTo>
                    <a:pt x="82288" y="233490"/>
                  </a:lnTo>
                  <a:lnTo>
                    <a:pt x="82508" y="233522"/>
                  </a:lnTo>
                  <a:lnTo>
                    <a:pt x="82644" y="233565"/>
                  </a:lnTo>
                  <a:lnTo>
                    <a:pt x="82822" y="233588"/>
                  </a:lnTo>
                  <a:lnTo>
                    <a:pt x="83127" y="233619"/>
                  </a:lnTo>
                  <a:lnTo>
                    <a:pt x="83263" y="233647"/>
                  </a:lnTo>
                  <a:lnTo>
                    <a:pt x="83502" y="233710"/>
                  </a:lnTo>
                  <a:lnTo>
                    <a:pt x="83685" y="233719"/>
                  </a:lnTo>
                  <a:lnTo>
                    <a:pt x="83927" y="233818"/>
                  </a:lnTo>
                  <a:lnTo>
                    <a:pt x="84065" y="233837"/>
                  </a:lnTo>
                  <a:lnTo>
                    <a:pt x="84217" y="233851"/>
                  </a:lnTo>
                  <a:lnTo>
                    <a:pt x="84515" y="233858"/>
                  </a:lnTo>
                  <a:lnTo>
                    <a:pt x="84644" y="233853"/>
                  </a:lnTo>
                  <a:lnTo>
                    <a:pt x="84803" y="233996"/>
                  </a:lnTo>
                  <a:lnTo>
                    <a:pt x="84937" y="233958"/>
                  </a:lnTo>
                  <a:lnTo>
                    <a:pt x="85258" y="233794"/>
                  </a:lnTo>
                  <a:lnTo>
                    <a:pt x="85411" y="233750"/>
                  </a:lnTo>
                  <a:lnTo>
                    <a:pt x="85587" y="233539"/>
                  </a:lnTo>
                  <a:lnTo>
                    <a:pt x="85851" y="233450"/>
                  </a:lnTo>
                  <a:lnTo>
                    <a:pt x="85994" y="233393"/>
                  </a:lnTo>
                  <a:lnTo>
                    <a:pt x="86620" y="233518"/>
                  </a:lnTo>
                  <a:lnTo>
                    <a:pt x="86829" y="233663"/>
                  </a:lnTo>
                  <a:lnTo>
                    <a:pt x="86991" y="233623"/>
                  </a:lnTo>
                  <a:lnTo>
                    <a:pt x="88156" y="233778"/>
                  </a:lnTo>
                  <a:lnTo>
                    <a:pt x="89103" y="234303"/>
                  </a:lnTo>
                  <a:lnTo>
                    <a:pt x="89202" y="234463"/>
                  </a:lnTo>
                  <a:lnTo>
                    <a:pt x="89420" y="234720"/>
                  </a:lnTo>
                  <a:lnTo>
                    <a:pt x="90083" y="235928"/>
                  </a:lnTo>
                  <a:lnTo>
                    <a:pt x="90601" y="236997"/>
                  </a:lnTo>
                  <a:lnTo>
                    <a:pt x="92664" y="237119"/>
                  </a:lnTo>
                  <a:lnTo>
                    <a:pt x="92559" y="236908"/>
                  </a:lnTo>
                  <a:lnTo>
                    <a:pt x="92533" y="236748"/>
                  </a:lnTo>
                  <a:lnTo>
                    <a:pt x="92181" y="236045"/>
                  </a:lnTo>
                  <a:lnTo>
                    <a:pt x="91952" y="235815"/>
                  </a:lnTo>
                  <a:lnTo>
                    <a:pt x="91905" y="235656"/>
                  </a:lnTo>
                  <a:lnTo>
                    <a:pt x="91694" y="235227"/>
                  </a:lnTo>
                  <a:lnTo>
                    <a:pt x="91624" y="234999"/>
                  </a:lnTo>
                  <a:lnTo>
                    <a:pt x="91345" y="234692"/>
                  </a:lnTo>
                  <a:lnTo>
                    <a:pt x="90862" y="234209"/>
                  </a:lnTo>
                  <a:lnTo>
                    <a:pt x="90733" y="234045"/>
                  </a:lnTo>
                  <a:lnTo>
                    <a:pt x="90477" y="233811"/>
                  </a:lnTo>
                  <a:lnTo>
                    <a:pt x="90489" y="233671"/>
                  </a:lnTo>
                  <a:lnTo>
                    <a:pt x="95970" y="233735"/>
                  </a:lnTo>
                  <a:lnTo>
                    <a:pt x="98734" y="234991"/>
                  </a:lnTo>
                  <a:lnTo>
                    <a:pt x="99815" y="235482"/>
                  </a:lnTo>
                  <a:lnTo>
                    <a:pt x="105399" y="238166"/>
                  </a:lnTo>
                  <a:lnTo>
                    <a:pt x="106540" y="238336"/>
                  </a:lnTo>
                  <a:lnTo>
                    <a:pt x="108172" y="238579"/>
                  </a:lnTo>
                  <a:lnTo>
                    <a:pt x="108563" y="238552"/>
                  </a:lnTo>
                  <a:lnTo>
                    <a:pt x="109004" y="238522"/>
                  </a:lnTo>
                  <a:lnTo>
                    <a:pt x="109938" y="238462"/>
                  </a:lnTo>
                  <a:lnTo>
                    <a:pt x="110507" y="238426"/>
                  </a:lnTo>
                  <a:lnTo>
                    <a:pt x="110930" y="238398"/>
                  </a:lnTo>
                  <a:lnTo>
                    <a:pt x="111368" y="238369"/>
                  </a:lnTo>
                  <a:lnTo>
                    <a:pt x="112067" y="238322"/>
                  </a:lnTo>
                  <a:lnTo>
                    <a:pt x="112725" y="238287"/>
                  </a:lnTo>
                  <a:lnTo>
                    <a:pt x="113231" y="238247"/>
                  </a:lnTo>
                  <a:lnTo>
                    <a:pt x="113560" y="238227"/>
                  </a:lnTo>
                  <a:lnTo>
                    <a:pt x="114069" y="238195"/>
                  </a:lnTo>
                  <a:lnTo>
                    <a:pt x="114971" y="238138"/>
                  </a:lnTo>
                  <a:lnTo>
                    <a:pt x="115139" y="238124"/>
                  </a:lnTo>
                  <a:lnTo>
                    <a:pt x="115342" y="238111"/>
                  </a:lnTo>
                  <a:lnTo>
                    <a:pt x="115513" y="238105"/>
                  </a:lnTo>
                  <a:lnTo>
                    <a:pt x="115692" y="238092"/>
                  </a:lnTo>
                  <a:lnTo>
                    <a:pt x="115873" y="238080"/>
                  </a:lnTo>
                  <a:lnTo>
                    <a:pt x="116393" y="238047"/>
                  </a:lnTo>
                  <a:lnTo>
                    <a:pt x="117054" y="238001"/>
                  </a:lnTo>
                  <a:lnTo>
                    <a:pt x="117673" y="237960"/>
                  </a:lnTo>
                  <a:lnTo>
                    <a:pt x="118018" y="237944"/>
                  </a:lnTo>
                  <a:lnTo>
                    <a:pt x="118194" y="237933"/>
                  </a:lnTo>
                  <a:lnTo>
                    <a:pt x="118523" y="237901"/>
                  </a:lnTo>
                  <a:lnTo>
                    <a:pt x="118651" y="237955"/>
                  </a:lnTo>
                  <a:lnTo>
                    <a:pt x="119013" y="238105"/>
                  </a:lnTo>
                  <a:lnTo>
                    <a:pt x="119338" y="238239"/>
                  </a:lnTo>
                  <a:lnTo>
                    <a:pt x="120068" y="238539"/>
                  </a:lnTo>
                  <a:lnTo>
                    <a:pt x="120323" y="238649"/>
                  </a:lnTo>
                  <a:lnTo>
                    <a:pt x="120955" y="238908"/>
                  </a:lnTo>
                  <a:lnTo>
                    <a:pt x="121628" y="239183"/>
                  </a:lnTo>
                  <a:lnTo>
                    <a:pt x="122087" y="239372"/>
                  </a:lnTo>
                  <a:lnTo>
                    <a:pt x="122489" y="239538"/>
                  </a:lnTo>
                  <a:lnTo>
                    <a:pt x="123087" y="239779"/>
                  </a:lnTo>
                  <a:lnTo>
                    <a:pt x="123230" y="239846"/>
                  </a:lnTo>
                  <a:lnTo>
                    <a:pt x="123786" y="240070"/>
                  </a:lnTo>
                  <a:lnTo>
                    <a:pt x="124125" y="240208"/>
                  </a:lnTo>
                  <a:lnTo>
                    <a:pt x="124836" y="240505"/>
                  </a:lnTo>
                  <a:lnTo>
                    <a:pt x="125026" y="240584"/>
                  </a:lnTo>
                  <a:lnTo>
                    <a:pt x="127128" y="241453"/>
                  </a:lnTo>
                  <a:lnTo>
                    <a:pt x="127794" y="241734"/>
                  </a:lnTo>
                  <a:lnTo>
                    <a:pt x="129702" y="242100"/>
                  </a:lnTo>
                  <a:lnTo>
                    <a:pt x="130173" y="242193"/>
                  </a:lnTo>
                  <a:lnTo>
                    <a:pt x="130702" y="242298"/>
                  </a:lnTo>
                  <a:lnTo>
                    <a:pt x="131500" y="242423"/>
                  </a:lnTo>
                  <a:lnTo>
                    <a:pt x="131913" y="242381"/>
                  </a:lnTo>
                  <a:lnTo>
                    <a:pt x="132192" y="242352"/>
                  </a:lnTo>
                  <a:lnTo>
                    <a:pt x="132789" y="242284"/>
                  </a:lnTo>
                  <a:lnTo>
                    <a:pt x="133521" y="242208"/>
                  </a:lnTo>
                  <a:lnTo>
                    <a:pt x="134061" y="242145"/>
                  </a:lnTo>
                  <a:lnTo>
                    <a:pt x="134393" y="242112"/>
                  </a:lnTo>
                  <a:lnTo>
                    <a:pt x="135405" y="241990"/>
                  </a:lnTo>
                  <a:lnTo>
                    <a:pt x="135796" y="241947"/>
                  </a:lnTo>
                  <a:lnTo>
                    <a:pt x="136047" y="241918"/>
                  </a:lnTo>
                  <a:lnTo>
                    <a:pt x="136253" y="241895"/>
                  </a:lnTo>
                  <a:lnTo>
                    <a:pt x="136743" y="241839"/>
                  </a:lnTo>
                  <a:lnTo>
                    <a:pt x="137413" y="241765"/>
                  </a:lnTo>
                  <a:lnTo>
                    <a:pt x="138026" y="241690"/>
                  </a:lnTo>
                  <a:lnTo>
                    <a:pt x="138701" y="241619"/>
                  </a:lnTo>
                  <a:lnTo>
                    <a:pt x="139518" y="241527"/>
                  </a:lnTo>
                  <a:lnTo>
                    <a:pt x="139873" y="241484"/>
                  </a:lnTo>
                  <a:lnTo>
                    <a:pt x="140681" y="241398"/>
                  </a:lnTo>
                  <a:lnTo>
                    <a:pt x="141188" y="241280"/>
                  </a:lnTo>
                  <a:lnTo>
                    <a:pt x="141876" y="241251"/>
                  </a:lnTo>
                  <a:lnTo>
                    <a:pt x="142185" y="241313"/>
                  </a:lnTo>
                  <a:lnTo>
                    <a:pt x="142325" y="241336"/>
                  </a:lnTo>
                  <a:lnTo>
                    <a:pt x="142774" y="241428"/>
                  </a:lnTo>
                  <a:lnTo>
                    <a:pt x="142917" y="241455"/>
                  </a:lnTo>
                  <a:lnTo>
                    <a:pt x="143052" y="241485"/>
                  </a:lnTo>
                  <a:lnTo>
                    <a:pt x="143207" y="241514"/>
                  </a:lnTo>
                  <a:lnTo>
                    <a:pt x="143464" y="241563"/>
                  </a:lnTo>
                  <a:lnTo>
                    <a:pt x="143856" y="241641"/>
                  </a:lnTo>
                  <a:lnTo>
                    <a:pt x="144419" y="241758"/>
                  </a:lnTo>
                  <a:lnTo>
                    <a:pt x="144830" y="241836"/>
                  </a:lnTo>
                  <a:lnTo>
                    <a:pt x="145622" y="241997"/>
                  </a:lnTo>
                  <a:lnTo>
                    <a:pt x="145895" y="242054"/>
                  </a:lnTo>
                  <a:lnTo>
                    <a:pt x="146282" y="242131"/>
                  </a:lnTo>
                  <a:lnTo>
                    <a:pt x="147284" y="242332"/>
                  </a:lnTo>
                  <a:lnTo>
                    <a:pt x="147925" y="242458"/>
                  </a:lnTo>
                  <a:lnTo>
                    <a:pt x="148309" y="242534"/>
                  </a:lnTo>
                  <a:lnTo>
                    <a:pt x="148523" y="242579"/>
                  </a:lnTo>
                  <a:lnTo>
                    <a:pt x="149082" y="242691"/>
                  </a:lnTo>
                  <a:lnTo>
                    <a:pt x="149801" y="242855"/>
                  </a:lnTo>
                  <a:lnTo>
                    <a:pt x="151129" y="243151"/>
                  </a:lnTo>
                  <a:lnTo>
                    <a:pt x="151654" y="243270"/>
                  </a:lnTo>
                  <a:lnTo>
                    <a:pt x="152519" y="243468"/>
                  </a:lnTo>
                  <a:lnTo>
                    <a:pt x="153021" y="243583"/>
                  </a:lnTo>
                  <a:lnTo>
                    <a:pt x="153359" y="243660"/>
                  </a:lnTo>
                  <a:lnTo>
                    <a:pt x="153824" y="243767"/>
                  </a:lnTo>
                  <a:lnTo>
                    <a:pt x="154018" y="243806"/>
                  </a:lnTo>
                  <a:lnTo>
                    <a:pt x="154249" y="243753"/>
                  </a:lnTo>
                  <a:lnTo>
                    <a:pt x="154708" y="243641"/>
                  </a:lnTo>
                  <a:lnTo>
                    <a:pt x="154967" y="243576"/>
                  </a:lnTo>
                  <a:lnTo>
                    <a:pt x="155114" y="243540"/>
                  </a:lnTo>
                  <a:lnTo>
                    <a:pt x="155392" y="243473"/>
                  </a:lnTo>
                  <a:lnTo>
                    <a:pt x="155997" y="243304"/>
                  </a:lnTo>
                  <a:lnTo>
                    <a:pt x="156259" y="243239"/>
                  </a:lnTo>
                  <a:lnTo>
                    <a:pt x="156474" y="243185"/>
                  </a:lnTo>
                  <a:lnTo>
                    <a:pt x="156860" y="243089"/>
                  </a:lnTo>
                  <a:lnTo>
                    <a:pt x="157294" y="242980"/>
                  </a:lnTo>
                  <a:lnTo>
                    <a:pt x="158090" y="242784"/>
                  </a:lnTo>
                  <a:lnTo>
                    <a:pt x="158731" y="242622"/>
                  </a:lnTo>
                  <a:lnTo>
                    <a:pt x="159278" y="242493"/>
                  </a:lnTo>
                  <a:lnTo>
                    <a:pt x="160224" y="242258"/>
                  </a:lnTo>
                  <a:lnTo>
                    <a:pt x="160511" y="242192"/>
                  </a:lnTo>
                  <a:lnTo>
                    <a:pt x="161043" y="242059"/>
                  </a:lnTo>
                  <a:lnTo>
                    <a:pt x="161391" y="241970"/>
                  </a:lnTo>
                  <a:lnTo>
                    <a:pt x="161810" y="241866"/>
                  </a:lnTo>
                  <a:lnTo>
                    <a:pt x="162462" y="241700"/>
                  </a:lnTo>
                  <a:lnTo>
                    <a:pt x="162634" y="241825"/>
                  </a:lnTo>
                  <a:lnTo>
                    <a:pt x="163261" y="242259"/>
                  </a:lnTo>
                  <a:lnTo>
                    <a:pt x="164123" y="242866"/>
                  </a:lnTo>
                  <a:lnTo>
                    <a:pt x="164648" y="243236"/>
                  </a:lnTo>
                  <a:lnTo>
                    <a:pt x="165124" y="243567"/>
                  </a:lnTo>
                  <a:lnTo>
                    <a:pt x="165350" y="243721"/>
                  </a:lnTo>
                  <a:lnTo>
                    <a:pt x="165984" y="244165"/>
                  </a:lnTo>
                  <a:lnTo>
                    <a:pt x="166965" y="244857"/>
                  </a:lnTo>
                  <a:lnTo>
                    <a:pt x="168126" y="245680"/>
                  </a:lnTo>
                  <a:lnTo>
                    <a:pt x="168401" y="246011"/>
                  </a:lnTo>
                  <a:lnTo>
                    <a:pt x="171830" y="249639"/>
                  </a:lnTo>
                  <a:lnTo>
                    <a:pt x="172929" y="250664"/>
                  </a:lnTo>
                  <a:lnTo>
                    <a:pt x="173587" y="250724"/>
                  </a:lnTo>
                  <a:lnTo>
                    <a:pt x="173902" y="250763"/>
                  </a:lnTo>
                  <a:lnTo>
                    <a:pt x="174038" y="250779"/>
                  </a:lnTo>
                  <a:lnTo>
                    <a:pt x="175347" y="251616"/>
                  </a:lnTo>
                  <a:lnTo>
                    <a:pt x="175890" y="251818"/>
                  </a:lnTo>
                  <a:lnTo>
                    <a:pt x="176416" y="252331"/>
                  </a:lnTo>
                  <a:lnTo>
                    <a:pt x="177073" y="252977"/>
                  </a:lnTo>
                  <a:lnTo>
                    <a:pt x="178302" y="254186"/>
                  </a:lnTo>
                  <a:lnTo>
                    <a:pt x="178958" y="254831"/>
                  </a:lnTo>
                  <a:lnTo>
                    <a:pt x="179320" y="255221"/>
                  </a:lnTo>
                  <a:lnTo>
                    <a:pt x="179855" y="255793"/>
                  </a:lnTo>
                  <a:lnTo>
                    <a:pt x="181418" y="257468"/>
                  </a:lnTo>
                  <a:lnTo>
                    <a:pt x="181668" y="257734"/>
                  </a:lnTo>
                  <a:lnTo>
                    <a:pt x="182716" y="258860"/>
                  </a:lnTo>
                  <a:lnTo>
                    <a:pt x="184099" y="260338"/>
                  </a:lnTo>
                  <a:lnTo>
                    <a:pt x="184756" y="261043"/>
                  </a:lnTo>
                  <a:lnTo>
                    <a:pt x="185253" y="261571"/>
                  </a:lnTo>
                  <a:lnTo>
                    <a:pt x="185740" y="262089"/>
                  </a:lnTo>
                  <a:lnTo>
                    <a:pt x="186195" y="262577"/>
                  </a:lnTo>
                  <a:lnTo>
                    <a:pt x="186384" y="262780"/>
                  </a:lnTo>
                  <a:lnTo>
                    <a:pt x="186503" y="262913"/>
                  </a:lnTo>
                  <a:lnTo>
                    <a:pt x="187017" y="263461"/>
                  </a:lnTo>
                  <a:lnTo>
                    <a:pt x="187287" y="263748"/>
                  </a:lnTo>
                  <a:lnTo>
                    <a:pt x="187529" y="264007"/>
                  </a:lnTo>
                  <a:lnTo>
                    <a:pt x="188331" y="264837"/>
                  </a:lnTo>
                  <a:lnTo>
                    <a:pt x="188852" y="265439"/>
                  </a:lnTo>
                  <a:lnTo>
                    <a:pt x="190757" y="268258"/>
                  </a:lnTo>
                  <a:lnTo>
                    <a:pt x="190985" y="268497"/>
                  </a:lnTo>
                  <a:lnTo>
                    <a:pt x="191277" y="269655"/>
                  </a:lnTo>
                  <a:lnTo>
                    <a:pt x="191406" y="270031"/>
                  </a:lnTo>
                  <a:lnTo>
                    <a:pt x="191770" y="271078"/>
                  </a:lnTo>
                  <a:lnTo>
                    <a:pt x="191869" y="271363"/>
                  </a:lnTo>
                  <a:lnTo>
                    <a:pt x="192098" y="271938"/>
                  </a:lnTo>
                  <a:lnTo>
                    <a:pt x="192339" y="272520"/>
                  </a:lnTo>
                  <a:lnTo>
                    <a:pt x="192544" y="273038"/>
                  </a:lnTo>
                  <a:lnTo>
                    <a:pt x="192682" y="273367"/>
                  </a:lnTo>
                  <a:lnTo>
                    <a:pt x="192785" y="273724"/>
                  </a:lnTo>
                  <a:lnTo>
                    <a:pt x="192868" y="274215"/>
                  </a:lnTo>
                  <a:lnTo>
                    <a:pt x="192912" y="274609"/>
                  </a:lnTo>
                  <a:lnTo>
                    <a:pt x="192906" y="274933"/>
                  </a:lnTo>
                  <a:lnTo>
                    <a:pt x="192885" y="275459"/>
                  </a:lnTo>
                  <a:lnTo>
                    <a:pt x="192907" y="275871"/>
                  </a:lnTo>
                  <a:lnTo>
                    <a:pt x="192916" y="276105"/>
                  </a:lnTo>
                  <a:lnTo>
                    <a:pt x="192931" y="276477"/>
                  </a:lnTo>
                  <a:lnTo>
                    <a:pt x="192937" y="276650"/>
                  </a:lnTo>
                  <a:lnTo>
                    <a:pt x="192974" y="276931"/>
                  </a:lnTo>
                  <a:lnTo>
                    <a:pt x="192979" y="277144"/>
                  </a:lnTo>
                  <a:lnTo>
                    <a:pt x="192983" y="277405"/>
                  </a:lnTo>
                  <a:lnTo>
                    <a:pt x="192948" y="278213"/>
                  </a:lnTo>
                  <a:lnTo>
                    <a:pt x="192937" y="278654"/>
                  </a:lnTo>
                  <a:lnTo>
                    <a:pt x="192918" y="278879"/>
                  </a:lnTo>
                  <a:lnTo>
                    <a:pt x="192955" y="279057"/>
                  </a:lnTo>
                  <a:lnTo>
                    <a:pt x="193036" y="279455"/>
                  </a:lnTo>
                  <a:lnTo>
                    <a:pt x="193013" y="279639"/>
                  </a:lnTo>
                  <a:lnTo>
                    <a:pt x="192985" y="280002"/>
                  </a:lnTo>
                  <a:lnTo>
                    <a:pt x="192950" y="280485"/>
                  </a:lnTo>
                  <a:lnTo>
                    <a:pt x="192908" y="280920"/>
                  </a:lnTo>
                  <a:lnTo>
                    <a:pt x="192868" y="281161"/>
                  </a:lnTo>
                  <a:lnTo>
                    <a:pt x="192891" y="281688"/>
                  </a:lnTo>
                  <a:lnTo>
                    <a:pt x="192898" y="281872"/>
                  </a:lnTo>
                  <a:lnTo>
                    <a:pt x="192882" y="282148"/>
                  </a:lnTo>
                  <a:lnTo>
                    <a:pt x="192881" y="282525"/>
                  </a:lnTo>
                  <a:lnTo>
                    <a:pt x="192723" y="282897"/>
                  </a:lnTo>
                  <a:lnTo>
                    <a:pt x="192932" y="283847"/>
                  </a:lnTo>
                  <a:lnTo>
                    <a:pt x="192940" y="283983"/>
                  </a:lnTo>
                  <a:lnTo>
                    <a:pt x="192961" y="284136"/>
                  </a:lnTo>
                  <a:lnTo>
                    <a:pt x="193071" y="285224"/>
                  </a:lnTo>
                  <a:lnTo>
                    <a:pt x="193020" y="286127"/>
                  </a:lnTo>
                  <a:lnTo>
                    <a:pt x="192991" y="286585"/>
                  </a:lnTo>
                  <a:lnTo>
                    <a:pt x="192954" y="287168"/>
                  </a:lnTo>
                  <a:lnTo>
                    <a:pt x="192898" y="288043"/>
                  </a:lnTo>
                  <a:lnTo>
                    <a:pt x="192938" y="288409"/>
                  </a:lnTo>
                  <a:lnTo>
                    <a:pt x="192964" y="288648"/>
                  </a:lnTo>
                  <a:lnTo>
                    <a:pt x="193003" y="289023"/>
                  </a:lnTo>
                  <a:lnTo>
                    <a:pt x="193032" y="289307"/>
                  </a:lnTo>
                  <a:lnTo>
                    <a:pt x="193101" y="289472"/>
                  </a:lnTo>
                  <a:lnTo>
                    <a:pt x="193203" y="289727"/>
                  </a:lnTo>
                  <a:lnTo>
                    <a:pt x="193267" y="289873"/>
                  </a:lnTo>
                  <a:lnTo>
                    <a:pt x="193329" y="290041"/>
                  </a:lnTo>
                  <a:lnTo>
                    <a:pt x="193445" y="290352"/>
                  </a:lnTo>
                  <a:lnTo>
                    <a:pt x="193538" y="290599"/>
                  </a:lnTo>
                  <a:lnTo>
                    <a:pt x="193604" y="290773"/>
                  </a:lnTo>
                  <a:lnTo>
                    <a:pt x="193688" y="290995"/>
                  </a:lnTo>
                  <a:lnTo>
                    <a:pt x="193825" y="291355"/>
                  </a:lnTo>
                  <a:lnTo>
                    <a:pt x="193935" y="291648"/>
                  </a:lnTo>
                  <a:lnTo>
                    <a:pt x="193944" y="291957"/>
                  </a:lnTo>
                  <a:lnTo>
                    <a:pt x="194291" y="293590"/>
                  </a:lnTo>
                  <a:lnTo>
                    <a:pt x="194062" y="293745"/>
                  </a:lnTo>
                  <a:lnTo>
                    <a:pt x="193841" y="293890"/>
                  </a:lnTo>
                  <a:lnTo>
                    <a:pt x="193507" y="294074"/>
                  </a:lnTo>
                  <a:lnTo>
                    <a:pt x="193205" y="294272"/>
                  </a:lnTo>
                  <a:lnTo>
                    <a:pt x="193077" y="294359"/>
                  </a:lnTo>
                  <a:lnTo>
                    <a:pt x="192912" y="294511"/>
                  </a:lnTo>
                  <a:lnTo>
                    <a:pt x="192633" y="294711"/>
                  </a:lnTo>
                  <a:lnTo>
                    <a:pt x="192194" y="295351"/>
                  </a:lnTo>
                  <a:lnTo>
                    <a:pt x="192340" y="295932"/>
                  </a:lnTo>
                  <a:lnTo>
                    <a:pt x="192571" y="296394"/>
                  </a:lnTo>
                  <a:lnTo>
                    <a:pt x="192607" y="296543"/>
                  </a:lnTo>
                  <a:lnTo>
                    <a:pt x="192616" y="297302"/>
                  </a:lnTo>
                  <a:lnTo>
                    <a:pt x="194268" y="297713"/>
                  </a:lnTo>
                  <a:lnTo>
                    <a:pt x="194483" y="297611"/>
                  </a:lnTo>
                  <a:lnTo>
                    <a:pt x="194722" y="297516"/>
                  </a:lnTo>
                  <a:lnTo>
                    <a:pt x="195000" y="297394"/>
                  </a:lnTo>
                  <a:lnTo>
                    <a:pt x="195138" y="297343"/>
                  </a:lnTo>
                  <a:lnTo>
                    <a:pt x="195379" y="297300"/>
                  </a:lnTo>
                  <a:lnTo>
                    <a:pt x="195654" y="297259"/>
                  </a:lnTo>
                  <a:lnTo>
                    <a:pt x="196401" y="297338"/>
                  </a:lnTo>
                  <a:lnTo>
                    <a:pt x="196703" y="297654"/>
                  </a:lnTo>
                  <a:lnTo>
                    <a:pt x="196871" y="297828"/>
                  </a:lnTo>
                  <a:lnTo>
                    <a:pt x="197226" y="298191"/>
                  </a:lnTo>
                  <a:lnTo>
                    <a:pt x="197362" y="298330"/>
                  </a:lnTo>
                  <a:lnTo>
                    <a:pt x="197569" y="298624"/>
                  </a:lnTo>
                  <a:lnTo>
                    <a:pt x="197752" y="299004"/>
                  </a:lnTo>
                  <a:lnTo>
                    <a:pt x="197820" y="299135"/>
                  </a:lnTo>
                  <a:lnTo>
                    <a:pt x="197925" y="299338"/>
                  </a:lnTo>
                  <a:lnTo>
                    <a:pt x="198024" y="299529"/>
                  </a:lnTo>
                  <a:lnTo>
                    <a:pt x="198176" y="299819"/>
                  </a:lnTo>
                  <a:lnTo>
                    <a:pt x="198336" y="299928"/>
                  </a:lnTo>
                  <a:lnTo>
                    <a:pt x="198573" y="300089"/>
                  </a:lnTo>
                  <a:lnTo>
                    <a:pt x="199003" y="300376"/>
                  </a:lnTo>
                  <a:lnTo>
                    <a:pt x="199220" y="300521"/>
                  </a:lnTo>
                  <a:lnTo>
                    <a:pt x="199384" y="300632"/>
                  </a:lnTo>
                  <a:lnTo>
                    <a:pt x="199958" y="301018"/>
                  </a:lnTo>
                  <a:lnTo>
                    <a:pt x="200427" y="301336"/>
                  </a:lnTo>
                  <a:lnTo>
                    <a:pt x="200564" y="301761"/>
                  </a:lnTo>
                  <a:lnTo>
                    <a:pt x="200692" y="302168"/>
                  </a:lnTo>
                  <a:lnTo>
                    <a:pt x="200780" y="302447"/>
                  </a:lnTo>
                  <a:lnTo>
                    <a:pt x="200751" y="302685"/>
                  </a:lnTo>
                  <a:lnTo>
                    <a:pt x="200747" y="303039"/>
                  </a:lnTo>
                  <a:lnTo>
                    <a:pt x="200801" y="303322"/>
                  </a:lnTo>
                  <a:lnTo>
                    <a:pt x="200946" y="303348"/>
                  </a:lnTo>
                  <a:lnTo>
                    <a:pt x="201093" y="303375"/>
                  </a:lnTo>
                  <a:lnTo>
                    <a:pt x="201364" y="303430"/>
                  </a:lnTo>
                  <a:lnTo>
                    <a:pt x="201619" y="303467"/>
                  </a:lnTo>
                  <a:lnTo>
                    <a:pt x="201957" y="303549"/>
                  </a:lnTo>
                  <a:lnTo>
                    <a:pt x="202260" y="303634"/>
                  </a:lnTo>
                  <a:lnTo>
                    <a:pt x="202512" y="303704"/>
                  </a:lnTo>
                  <a:lnTo>
                    <a:pt x="202691" y="303750"/>
                  </a:lnTo>
                  <a:lnTo>
                    <a:pt x="202956" y="303823"/>
                  </a:lnTo>
                  <a:lnTo>
                    <a:pt x="203561" y="303981"/>
                  </a:lnTo>
                  <a:lnTo>
                    <a:pt x="203802" y="304039"/>
                  </a:lnTo>
                  <a:lnTo>
                    <a:pt x="204155" y="304123"/>
                  </a:lnTo>
                  <a:lnTo>
                    <a:pt x="205148" y="304405"/>
                  </a:lnTo>
                  <a:lnTo>
                    <a:pt x="205703" y="304554"/>
                  </a:lnTo>
                  <a:lnTo>
                    <a:pt x="206696" y="304652"/>
                  </a:lnTo>
                  <a:lnTo>
                    <a:pt x="206921" y="304953"/>
                  </a:lnTo>
                  <a:lnTo>
                    <a:pt x="207331" y="305589"/>
                  </a:lnTo>
                  <a:lnTo>
                    <a:pt x="207288" y="305970"/>
                  </a:lnTo>
                  <a:lnTo>
                    <a:pt x="207472" y="306681"/>
                  </a:lnTo>
                  <a:lnTo>
                    <a:pt x="207524" y="306949"/>
                  </a:lnTo>
                  <a:lnTo>
                    <a:pt x="208684" y="307809"/>
                  </a:lnTo>
                  <a:lnTo>
                    <a:pt x="209014" y="308141"/>
                  </a:lnTo>
                  <a:lnTo>
                    <a:pt x="209428" y="308557"/>
                  </a:lnTo>
                  <a:lnTo>
                    <a:pt x="210028" y="309320"/>
                  </a:lnTo>
                  <a:lnTo>
                    <a:pt x="210138" y="309448"/>
                  </a:lnTo>
                  <a:lnTo>
                    <a:pt x="210230" y="309580"/>
                  </a:lnTo>
                  <a:lnTo>
                    <a:pt x="210365" y="309703"/>
                  </a:lnTo>
                  <a:lnTo>
                    <a:pt x="210507" y="309834"/>
                  </a:lnTo>
                  <a:lnTo>
                    <a:pt x="210616" y="309980"/>
                  </a:lnTo>
                  <a:lnTo>
                    <a:pt x="210816" y="310174"/>
                  </a:lnTo>
                  <a:lnTo>
                    <a:pt x="211270" y="310493"/>
                  </a:lnTo>
                  <a:lnTo>
                    <a:pt x="211993" y="310937"/>
                  </a:lnTo>
                  <a:lnTo>
                    <a:pt x="212384" y="311164"/>
                  </a:lnTo>
                  <a:lnTo>
                    <a:pt x="212741" y="311379"/>
                  </a:lnTo>
                  <a:lnTo>
                    <a:pt x="213189" y="311666"/>
                  </a:lnTo>
                  <a:lnTo>
                    <a:pt x="213566" y="311873"/>
                  </a:lnTo>
                  <a:lnTo>
                    <a:pt x="213824" y="312018"/>
                  </a:lnTo>
                  <a:lnTo>
                    <a:pt x="214979" y="312691"/>
                  </a:lnTo>
                  <a:lnTo>
                    <a:pt x="215353" y="312916"/>
                  </a:lnTo>
                  <a:lnTo>
                    <a:pt x="215834" y="313303"/>
                  </a:lnTo>
                  <a:lnTo>
                    <a:pt x="216019" y="313814"/>
                  </a:lnTo>
                  <a:lnTo>
                    <a:pt x="216382" y="314824"/>
                  </a:lnTo>
                  <a:lnTo>
                    <a:pt x="216524" y="315110"/>
                  </a:lnTo>
                  <a:lnTo>
                    <a:pt x="216802" y="315680"/>
                  </a:lnTo>
                  <a:lnTo>
                    <a:pt x="217035" y="316160"/>
                  </a:lnTo>
                  <a:lnTo>
                    <a:pt x="217264" y="316643"/>
                  </a:lnTo>
                  <a:lnTo>
                    <a:pt x="217112" y="316889"/>
                  </a:lnTo>
                  <a:lnTo>
                    <a:pt x="216748" y="317437"/>
                  </a:lnTo>
                  <a:lnTo>
                    <a:pt x="216574" y="317708"/>
                  </a:lnTo>
                  <a:lnTo>
                    <a:pt x="216280" y="318180"/>
                  </a:lnTo>
                  <a:lnTo>
                    <a:pt x="214485" y="320806"/>
                  </a:lnTo>
                  <a:lnTo>
                    <a:pt x="215621" y="321411"/>
                  </a:lnTo>
                  <a:lnTo>
                    <a:pt x="216264" y="321842"/>
                  </a:lnTo>
                  <a:lnTo>
                    <a:pt x="216214" y="322138"/>
                  </a:lnTo>
                  <a:lnTo>
                    <a:pt x="216130" y="322550"/>
                  </a:lnTo>
                  <a:lnTo>
                    <a:pt x="216081" y="322798"/>
                  </a:lnTo>
                  <a:lnTo>
                    <a:pt x="216049" y="322950"/>
                  </a:lnTo>
                  <a:lnTo>
                    <a:pt x="215976" y="323313"/>
                  </a:lnTo>
                  <a:lnTo>
                    <a:pt x="215879" y="323826"/>
                  </a:lnTo>
                  <a:lnTo>
                    <a:pt x="215823" y="324147"/>
                  </a:lnTo>
                  <a:lnTo>
                    <a:pt x="215755" y="324859"/>
                  </a:lnTo>
                  <a:lnTo>
                    <a:pt x="215719" y="325216"/>
                  </a:lnTo>
                  <a:lnTo>
                    <a:pt x="215680" y="325618"/>
                  </a:lnTo>
                  <a:lnTo>
                    <a:pt x="215665" y="325841"/>
                  </a:lnTo>
                  <a:lnTo>
                    <a:pt x="215453" y="326166"/>
                  </a:lnTo>
                  <a:lnTo>
                    <a:pt x="215412" y="326299"/>
                  </a:lnTo>
                  <a:lnTo>
                    <a:pt x="215042" y="327506"/>
                  </a:lnTo>
                  <a:lnTo>
                    <a:pt x="214875" y="327957"/>
                  </a:lnTo>
                  <a:lnTo>
                    <a:pt x="214617" y="328705"/>
                  </a:lnTo>
                  <a:lnTo>
                    <a:pt x="214493" y="329132"/>
                  </a:lnTo>
                  <a:lnTo>
                    <a:pt x="214285" y="329815"/>
                  </a:lnTo>
                  <a:lnTo>
                    <a:pt x="214342" y="330348"/>
                  </a:lnTo>
                  <a:lnTo>
                    <a:pt x="214598" y="331209"/>
                  </a:lnTo>
                  <a:lnTo>
                    <a:pt x="214676" y="332107"/>
                  </a:lnTo>
                  <a:lnTo>
                    <a:pt x="214654" y="332562"/>
                  </a:lnTo>
                  <a:lnTo>
                    <a:pt x="214612" y="333732"/>
                  </a:lnTo>
                  <a:lnTo>
                    <a:pt x="214626" y="334108"/>
                  </a:lnTo>
                  <a:lnTo>
                    <a:pt x="214644" y="334379"/>
                  </a:lnTo>
                  <a:lnTo>
                    <a:pt x="214679" y="334542"/>
                  </a:lnTo>
                  <a:lnTo>
                    <a:pt x="214714" y="334702"/>
                  </a:lnTo>
                  <a:lnTo>
                    <a:pt x="215019" y="336111"/>
                  </a:lnTo>
                  <a:lnTo>
                    <a:pt x="214939" y="336967"/>
                  </a:lnTo>
                  <a:lnTo>
                    <a:pt x="214854" y="337490"/>
                  </a:lnTo>
                  <a:lnTo>
                    <a:pt x="214708" y="338383"/>
                  </a:lnTo>
                  <a:lnTo>
                    <a:pt x="214332" y="338960"/>
                  </a:lnTo>
                  <a:lnTo>
                    <a:pt x="214939" y="340368"/>
                  </a:lnTo>
                  <a:lnTo>
                    <a:pt x="215287" y="340850"/>
                  </a:lnTo>
                  <a:lnTo>
                    <a:pt x="215994" y="341304"/>
                  </a:lnTo>
                  <a:lnTo>
                    <a:pt x="216252" y="341527"/>
                  </a:lnTo>
                  <a:lnTo>
                    <a:pt x="216381" y="341832"/>
                  </a:lnTo>
                  <a:lnTo>
                    <a:pt x="216607" y="341986"/>
                  </a:lnTo>
                  <a:lnTo>
                    <a:pt x="216911" y="342164"/>
                  </a:lnTo>
                  <a:lnTo>
                    <a:pt x="217082" y="342271"/>
                  </a:lnTo>
                  <a:lnTo>
                    <a:pt x="217361" y="342479"/>
                  </a:lnTo>
                  <a:lnTo>
                    <a:pt x="217865" y="342800"/>
                  </a:lnTo>
                  <a:lnTo>
                    <a:pt x="218053" y="342916"/>
                  </a:lnTo>
                  <a:lnTo>
                    <a:pt x="218491" y="343166"/>
                  </a:lnTo>
                  <a:lnTo>
                    <a:pt x="219465" y="343771"/>
                  </a:lnTo>
                  <a:lnTo>
                    <a:pt x="220516" y="344467"/>
                  </a:lnTo>
                  <a:lnTo>
                    <a:pt x="221301" y="344677"/>
                  </a:lnTo>
                  <a:lnTo>
                    <a:pt x="221799" y="344487"/>
                  </a:lnTo>
                  <a:lnTo>
                    <a:pt x="222043" y="344358"/>
                  </a:lnTo>
                  <a:lnTo>
                    <a:pt x="222658" y="344092"/>
                  </a:lnTo>
                  <a:lnTo>
                    <a:pt x="222882" y="344162"/>
                  </a:lnTo>
                  <a:lnTo>
                    <a:pt x="222936" y="344498"/>
                  </a:lnTo>
                  <a:lnTo>
                    <a:pt x="222976" y="344790"/>
                  </a:lnTo>
                  <a:lnTo>
                    <a:pt x="223277" y="345529"/>
                  </a:lnTo>
                  <a:lnTo>
                    <a:pt x="224082" y="346151"/>
                  </a:lnTo>
                  <a:lnTo>
                    <a:pt x="224414" y="346283"/>
                  </a:lnTo>
                  <a:lnTo>
                    <a:pt x="224644" y="346371"/>
                  </a:lnTo>
                  <a:lnTo>
                    <a:pt x="225091" y="346519"/>
                  </a:lnTo>
                  <a:lnTo>
                    <a:pt x="225426" y="346617"/>
                  </a:lnTo>
                  <a:lnTo>
                    <a:pt x="225968" y="346782"/>
                  </a:lnTo>
                  <a:lnTo>
                    <a:pt x="226684" y="347053"/>
                  </a:lnTo>
                  <a:lnTo>
                    <a:pt x="227538" y="347305"/>
                  </a:lnTo>
                  <a:lnTo>
                    <a:pt x="227945" y="347518"/>
                  </a:lnTo>
                  <a:lnTo>
                    <a:pt x="228347" y="347746"/>
                  </a:lnTo>
                  <a:lnTo>
                    <a:pt x="228887" y="348021"/>
                  </a:lnTo>
                  <a:lnTo>
                    <a:pt x="229413" y="348328"/>
                  </a:lnTo>
                  <a:lnTo>
                    <a:pt x="229722" y="348511"/>
                  </a:lnTo>
                  <a:lnTo>
                    <a:pt x="230084" y="348735"/>
                  </a:lnTo>
                  <a:lnTo>
                    <a:pt x="230346" y="348875"/>
                  </a:lnTo>
                  <a:lnTo>
                    <a:pt x="231403" y="349509"/>
                  </a:lnTo>
                  <a:lnTo>
                    <a:pt x="231733" y="349736"/>
                  </a:lnTo>
                  <a:lnTo>
                    <a:pt x="232428" y="350182"/>
                  </a:lnTo>
                  <a:lnTo>
                    <a:pt x="232608" y="350379"/>
                  </a:lnTo>
                  <a:lnTo>
                    <a:pt x="232880" y="350680"/>
                  </a:lnTo>
                  <a:lnTo>
                    <a:pt x="233229" y="351064"/>
                  </a:lnTo>
                  <a:lnTo>
                    <a:pt x="233754" y="351641"/>
                  </a:lnTo>
                  <a:lnTo>
                    <a:pt x="234014" y="351929"/>
                  </a:lnTo>
                  <a:lnTo>
                    <a:pt x="234578" y="352548"/>
                  </a:lnTo>
                  <a:lnTo>
                    <a:pt x="234792" y="352782"/>
                  </a:lnTo>
                  <a:lnTo>
                    <a:pt x="235074" y="353084"/>
                  </a:lnTo>
                  <a:lnTo>
                    <a:pt x="235305" y="353174"/>
                  </a:lnTo>
                  <a:lnTo>
                    <a:pt x="235728" y="353341"/>
                  </a:lnTo>
                  <a:lnTo>
                    <a:pt x="236198" y="353526"/>
                  </a:lnTo>
                  <a:lnTo>
                    <a:pt x="236480" y="353639"/>
                  </a:lnTo>
                  <a:lnTo>
                    <a:pt x="236900" y="353807"/>
                  </a:lnTo>
                  <a:lnTo>
                    <a:pt x="236559" y="354504"/>
                  </a:lnTo>
                  <a:lnTo>
                    <a:pt x="236418" y="354636"/>
                  </a:lnTo>
                  <a:lnTo>
                    <a:pt x="236142" y="355203"/>
                  </a:lnTo>
                  <a:lnTo>
                    <a:pt x="235833" y="355688"/>
                  </a:lnTo>
                  <a:lnTo>
                    <a:pt x="235314" y="356575"/>
                  </a:lnTo>
                  <a:lnTo>
                    <a:pt x="235072" y="356956"/>
                  </a:lnTo>
                  <a:lnTo>
                    <a:pt x="234944" y="357147"/>
                  </a:lnTo>
                  <a:lnTo>
                    <a:pt x="234859" y="357277"/>
                  </a:lnTo>
                  <a:lnTo>
                    <a:pt x="234765" y="357452"/>
                  </a:lnTo>
                  <a:lnTo>
                    <a:pt x="234687" y="357593"/>
                  </a:lnTo>
                  <a:lnTo>
                    <a:pt x="234604" y="357748"/>
                  </a:lnTo>
                  <a:lnTo>
                    <a:pt x="234540" y="357903"/>
                  </a:lnTo>
                  <a:lnTo>
                    <a:pt x="234340" y="358378"/>
                  </a:lnTo>
                  <a:lnTo>
                    <a:pt x="234255" y="358665"/>
                  </a:lnTo>
                  <a:lnTo>
                    <a:pt x="234126" y="358867"/>
                  </a:lnTo>
                  <a:lnTo>
                    <a:pt x="233780" y="359409"/>
                  </a:lnTo>
                  <a:lnTo>
                    <a:pt x="233639" y="359661"/>
                  </a:lnTo>
                  <a:lnTo>
                    <a:pt x="233518" y="359910"/>
                  </a:lnTo>
                  <a:lnTo>
                    <a:pt x="233473" y="360249"/>
                  </a:lnTo>
                  <a:lnTo>
                    <a:pt x="233463" y="360389"/>
                  </a:lnTo>
                  <a:lnTo>
                    <a:pt x="233446" y="360576"/>
                  </a:lnTo>
                  <a:lnTo>
                    <a:pt x="233416" y="360726"/>
                  </a:lnTo>
                  <a:lnTo>
                    <a:pt x="233365" y="360942"/>
                  </a:lnTo>
                  <a:lnTo>
                    <a:pt x="233331" y="361084"/>
                  </a:lnTo>
                  <a:lnTo>
                    <a:pt x="233319" y="362397"/>
                  </a:lnTo>
                  <a:lnTo>
                    <a:pt x="233301" y="362670"/>
                  </a:lnTo>
                  <a:lnTo>
                    <a:pt x="233303" y="362915"/>
                  </a:lnTo>
                  <a:lnTo>
                    <a:pt x="233262" y="363555"/>
                  </a:lnTo>
                  <a:lnTo>
                    <a:pt x="233274" y="363709"/>
                  </a:lnTo>
                  <a:lnTo>
                    <a:pt x="233286" y="363894"/>
                  </a:lnTo>
                  <a:lnTo>
                    <a:pt x="233258" y="364201"/>
                  </a:lnTo>
                  <a:lnTo>
                    <a:pt x="233309" y="364881"/>
                  </a:lnTo>
                  <a:lnTo>
                    <a:pt x="233301" y="365412"/>
                  </a:lnTo>
                  <a:lnTo>
                    <a:pt x="233278" y="365720"/>
                  </a:lnTo>
                  <a:lnTo>
                    <a:pt x="233223" y="365963"/>
                  </a:lnTo>
                  <a:lnTo>
                    <a:pt x="233084" y="366166"/>
                  </a:lnTo>
                  <a:lnTo>
                    <a:pt x="233110" y="366430"/>
                  </a:lnTo>
                  <a:lnTo>
                    <a:pt x="232540" y="367029"/>
                  </a:lnTo>
                  <a:lnTo>
                    <a:pt x="232223" y="367238"/>
                  </a:lnTo>
                  <a:lnTo>
                    <a:pt x="232473" y="367637"/>
                  </a:lnTo>
                  <a:lnTo>
                    <a:pt x="232549" y="367772"/>
                  </a:lnTo>
                  <a:lnTo>
                    <a:pt x="232605" y="368363"/>
                  </a:lnTo>
                  <a:lnTo>
                    <a:pt x="232430" y="368637"/>
                  </a:lnTo>
                  <a:lnTo>
                    <a:pt x="232176" y="369022"/>
                  </a:lnTo>
                  <a:lnTo>
                    <a:pt x="232037" y="369225"/>
                  </a:lnTo>
                  <a:lnTo>
                    <a:pt x="232522" y="369810"/>
                  </a:lnTo>
                  <a:lnTo>
                    <a:pt x="233131" y="369987"/>
                  </a:lnTo>
                  <a:lnTo>
                    <a:pt x="233346" y="370065"/>
                  </a:lnTo>
                  <a:lnTo>
                    <a:pt x="233559" y="370074"/>
                  </a:lnTo>
                  <a:lnTo>
                    <a:pt x="233704" y="370125"/>
                  </a:lnTo>
                  <a:lnTo>
                    <a:pt x="233885" y="370163"/>
                  </a:lnTo>
                  <a:lnTo>
                    <a:pt x="234055" y="370201"/>
                  </a:lnTo>
                  <a:lnTo>
                    <a:pt x="233877" y="370453"/>
                  </a:lnTo>
                  <a:lnTo>
                    <a:pt x="233474" y="370986"/>
                  </a:lnTo>
                  <a:lnTo>
                    <a:pt x="233331" y="371222"/>
                  </a:lnTo>
                  <a:lnTo>
                    <a:pt x="232876" y="371949"/>
                  </a:lnTo>
                  <a:lnTo>
                    <a:pt x="232647" y="372065"/>
                  </a:lnTo>
                  <a:lnTo>
                    <a:pt x="232290" y="373031"/>
                  </a:lnTo>
                  <a:lnTo>
                    <a:pt x="232118" y="373398"/>
                  </a:lnTo>
                  <a:lnTo>
                    <a:pt x="232019" y="373602"/>
                  </a:lnTo>
                  <a:lnTo>
                    <a:pt x="231924" y="373763"/>
                  </a:lnTo>
                  <a:lnTo>
                    <a:pt x="231813" y="374059"/>
                  </a:lnTo>
                  <a:lnTo>
                    <a:pt x="231623" y="374478"/>
                  </a:lnTo>
                  <a:lnTo>
                    <a:pt x="231565" y="374616"/>
                  </a:lnTo>
                  <a:lnTo>
                    <a:pt x="231302" y="375202"/>
                  </a:lnTo>
                  <a:lnTo>
                    <a:pt x="230992" y="375899"/>
                  </a:lnTo>
                  <a:lnTo>
                    <a:pt x="230658" y="376591"/>
                  </a:lnTo>
                  <a:lnTo>
                    <a:pt x="230937" y="376653"/>
                  </a:lnTo>
                  <a:lnTo>
                    <a:pt x="233063" y="377122"/>
                  </a:lnTo>
                  <a:lnTo>
                    <a:pt x="233806" y="377393"/>
                  </a:lnTo>
                  <a:lnTo>
                    <a:pt x="234471" y="377634"/>
                  </a:lnTo>
                  <a:lnTo>
                    <a:pt x="234706" y="377726"/>
                  </a:lnTo>
                  <a:lnTo>
                    <a:pt x="235439" y="377976"/>
                  </a:lnTo>
                  <a:lnTo>
                    <a:pt x="236110" y="378206"/>
                  </a:lnTo>
                  <a:lnTo>
                    <a:pt x="237150" y="378576"/>
                  </a:lnTo>
                  <a:lnTo>
                    <a:pt x="237727" y="378772"/>
                  </a:lnTo>
                  <a:lnTo>
                    <a:pt x="238093" y="378913"/>
                  </a:lnTo>
                  <a:lnTo>
                    <a:pt x="238576" y="379089"/>
                  </a:lnTo>
                  <a:lnTo>
                    <a:pt x="238780" y="379161"/>
                  </a:lnTo>
                  <a:lnTo>
                    <a:pt x="239313" y="379318"/>
                  </a:lnTo>
                  <a:lnTo>
                    <a:pt x="239958" y="379545"/>
                  </a:lnTo>
                  <a:lnTo>
                    <a:pt x="239917" y="380014"/>
                  </a:lnTo>
                  <a:lnTo>
                    <a:pt x="239840" y="380892"/>
                  </a:lnTo>
                  <a:lnTo>
                    <a:pt x="239760" y="381861"/>
                  </a:lnTo>
                  <a:lnTo>
                    <a:pt x="239742" y="382187"/>
                  </a:lnTo>
                  <a:lnTo>
                    <a:pt x="239699" y="382559"/>
                  </a:lnTo>
                  <a:lnTo>
                    <a:pt x="239659" y="382930"/>
                  </a:lnTo>
                  <a:lnTo>
                    <a:pt x="239639" y="383329"/>
                  </a:lnTo>
                  <a:lnTo>
                    <a:pt x="239524" y="384725"/>
                  </a:lnTo>
                  <a:lnTo>
                    <a:pt x="239511" y="384870"/>
                  </a:lnTo>
                  <a:lnTo>
                    <a:pt x="239443" y="385832"/>
                  </a:lnTo>
                  <a:lnTo>
                    <a:pt x="239409" y="386199"/>
                  </a:lnTo>
                  <a:lnTo>
                    <a:pt x="239888" y="387513"/>
                  </a:lnTo>
                  <a:lnTo>
                    <a:pt x="240038" y="387912"/>
                  </a:lnTo>
                  <a:lnTo>
                    <a:pt x="240189" y="388304"/>
                  </a:lnTo>
                  <a:lnTo>
                    <a:pt x="240292" y="388574"/>
                  </a:lnTo>
                  <a:lnTo>
                    <a:pt x="240459" y="389012"/>
                  </a:lnTo>
                  <a:lnTo>
                    <a:pt x="240639" y="389441"/>
                  </a:lnTo>
                  <a:lnTo>
                    <a:pt x="240820" y="389889"/>
                  </a:lnTo>
                  <a:lnTo>
                    <a:pt x="240999" y="390276"/>
                  </a:lnTo>
                  <a:lnTo>
                    <a:pt x="241123" y="390533"/>
                  </a:lnTo>
                  <a:lnTo>
                    <a:pt x="241334" y="391084"/>
                  </a:lnTo>
                  <a:lnTo>
                    <a:pt x="241351" y="391245"/>
                  </a:lnTo>
                  <a:lnTo>
                    <a:pt x="241361" y="391408"/>
                  </a:lnTo>
                  <a:lnTo>
                    <a:pt x="241374" y="391564"/>
                  </a:lnTo>
                  <a:lnTo>
                    <a:pt x="241401" y="391756"/>
                  </a:lnTo>
                  <a:lnTo>
                    <a:pt x="241457" y="392262"/>
                  </a:lnTo>
                  <a:lnTo>
                    <a:pt x="241496" y="392612"/>
                  </a:lnTo>
                  <a:lnTo>
                    <a:pt x="241530" y="392998"/>
                  </a:lnTo>
                  <a:lnTo>
                    <a:pt x="241565" y="393307"/>
                  </a:lnTo>
                  <a:lnTo>
                    <a:pt x="241589" y="393536"/>
                  </a:lnTo>
                  <a:lnTo>
                    <a:pt x="241657" y="394154"/>
                  </a:lnTo>
                  <a:lnTo>
                    <a:pt x="241674" y="394322"/>
                  </a:lnTo>
                  <a:lnTo>
                    <a:pt x="241704" y="394583"/>
                  </a:lnTo>
                  <a:lnTo>
                    <a:pt x="241997" y="396060"/>
                  </a:lnTo>
                  <a:lnTo>
                    <a:pt x="242449" y="398026"/>
                  </a:lnTo>
                  <a:lnTo>
                    <a:pt x="242514" y="398460"/>
                  </a:lnTo>
                  <a:lnTo>
                    <a:pt x="242550" y="398615"/>
                  </a:lnTo>
                  <a:lnTo>
                    <a:pt x="242596" y="398816"/>
                  </a:lnTo>
                  <a:lnTo>
                    <a:pt x="242697" y="399155"/>
                  </a:lnTo>
                  <a:lnTo>
                    <a:pt x="242803" y="399617"/>
                  </a:lnTo>
                  <a:lnTo>
                    <a:pt x="242842" y="399765"/>
                  </a:lnTo>
                  <a:lnTo>
                    <a:pt x="242923" y="400081"/>
                  </a:lnTo>
                  <a:lnTo>
                    <a:pt x="242997" y="400491"/>
                  </a:lnTo>
                  <a:lnTo>
                    <a:pt x="243046" y="400625"/>
                  </a:lnTo>
                  <a:lnTo>
                    <a:pt x="243158" y="400983"/>
                  </a:lnTo>
                  <a:lnTo>
                    <a:pt x="243226" y="401319"/>
                  </a:lnTo>
                  <a:lnTo>
                    <a:pt x="243286" y="401546"/>
                  </a:lnTo>
                  <a:lnTo>
                    <a:pt x="243613" y="402397"/>
                  </a:lnTo>
                  <a:lnTo>
                    <a:pt x="243876" y="403306"/>
                  </a:lnTo>
                  <a:lnTo>
                    <a:pt x="243924" y="403997"/>
                  </a:lnTo>
                  <a:lnTo>
                    <a:pt x="244085" y="404420"/>
                  </a:lnTo>
                  <a:lnTo>
                    <a:pt x="244245" y="405074"/>
                  </a:lnTo>
                  <a:lnTo>
                    <a:pt x="244354" y="405489"/>
                  </a:lnTo>
                  <a:lnTo>
                    <a:pt x="244421" y="405761"/>
                  </a:lnTo>
                  <a:lnTo>
                    <a:pt x="244470" y="406460"/>
                  </a:lnTo>
                  <a:lnTo>
                    <a:pt x="244514" y="406703"/>
                  </a:lnTo>
                  <a:lnTo>
                    <a:pt x="244985" y="407972"/>
                  </a:lnTo>
                  <a:lnTo>
                    <a:pt x="245006" y="408265"/>
                  </a:lnTo>
                  <a:lnTo>
                    <a:pt x="245046" y="408665"/>
                  </a:lnTo>
                  <a:lnTo>
                    <a:pt x="245090" y="409106"/>
                  </a:lnTo>
                  <a:lnTo>
                    <a:pt x="245106" y="409513"/>
                  </a:lnTo>
                  <a:lnTo>
                    <a:pt x="245117" y="409774"/>
                  </a:lnTo>
                  <a:lnTo>
                    <a:pt x="245121" y="409977"/>
                  </a:lnTo>
                  <a:lnTo>
                    <a:pt x="245147" y="410371"/>
                  </a:lnTo>
                  <a:lnTo>
                    <a:pt x="245184" y="410882"/>
                  </a:lnTo>
                  <a:lnTo>
                    <a:pt x="245516" y="411825"/>
                  </a:lnTo>
                  <a:lnTo>
                    <a:pt x="245661" y="412259"/>
                  </a:lnTo>
                  <a:lnTo>
                    <a:pt x="245731" y="412410"/>
                  </a:lnTo>
                  <a:lnTo>
                    <a:pt x="245847" y="412894"/>
                  </a:lnTo>
                  <a:lnTo>
                    <a:pt x="245913" y="413110"/>
                  </a:lnTo>
                  <a:lnTo>
                    <a:pt x="245974" y="413414"/>
                  </a:lnTo>
                  <a:lnTo>
                    <a:pt x="246203" y="413659"/>
                  </a:lnTo>
                  <a:lnTo>
                    <a:pt x="246669" y="414122"/>
                  </a:lnTo>
                  <a:lnTo>
                    <a:pt x="246802" y="414254"/>
                  </a:lnTo>
                  <a:lnTo>
                    <a:pt x="247263" y="414989"/>
                  </a:lnTo>
                  <a:lnTo>
                    <a:pt x="247759" y="415474"/>
                  </a:lnTo>
                  <a:lnTo>
                    <a:pt x="251281" y="418901"/>
                  </a:lnTo>
                  <a:lnTo>
                    <a:pt x="248975" y="422403"/>
                  </a:lnTo>
                  <a:lnTo>
                    <a:pt x="248775" y="422707"/>
                  </a:lnTo>
                  <a:lnTo>
                    <a:pt x="247664" y="424392"/>
                  </a:lnTo>
                  <a:lnTo>
                    <a:pt x="247545" y="424620"/>
                  </a:lnTo>
                  <a:lnTo>
                    <a:pt x="247290" y="425108"/>
                  </a:lnTo>
                  <a:lnTo>
                    <a:pt x="247078" y="425514"/>
                  </a:lnTo>
                  <a:lnTo>
                    <a:pt x="246890" y="425875"/>
                  </a:lnTo>
                  <a:lnTo>
                    <a:pt x="246696" y="426246"/>
                  </a:lnTo>
                  <a:lnTo>
                    <a:pt x="246473" y="426674"/>
                  </a:lnTo>
                  <a:lnTo>
                    <a:pt x="246293" y="426933"/>
                  </a:lnTo>
                  <a:lnTo>
                    <a:pt x="245774" y="427681"/>
                  </a:lnTo>
                  <a:lnTo>
                    <a:pt x="245601" y="427931"/>
                  </a:lnTo>
                  <a:lnTo>
                    <a:pt x="245286" y="428338"/>
                  </a:lnTo>
                  <a:lnTo>
                    <a:pt x="245121" y="428550"/>
                  </a:lnTo>
                  <a:lnTo>
                    <a:pt x="244977" y="428735"/>
                  </a:lnTo>
                  <a:lnTo>
                    <a:pt x="244605" y="429217"/>
                  </a:lnTo>
                  <a:lnTo>
                    <a:pt x="244153" y="429799"/>
                  </a:lnTo>
                  <a:lnTo>
                    <a:pt x="244162" y="430169"/>
                  </a:lnTo>
                  <a:lnTo>
                    <a:pt x="244174" y="430646"/>
                  </a:lnTo>
                  <a:lnTo>
                    <a:pt x="244184" y="431041"/>
                  </a:lnTo>
                  <a:lnTo>
                    <a:pt x="244192" y="431333"/>
                  </a:lnTo>
                  <a:lnTo>
                    <a:pt x="244203" y="431790"/>
                  </a:lnTo>
                  <a:lnTo>
                    <a:pt x="244214" y="431930"/>
                  </a:lnTo>
                  <a:lnTo>
                    <a:pt x="244258" y="432421"/>
                  </a:lnTo>
                  <a:lnTo>
                    <a:pt x="244288" y="432755"/>
                  </a:lnTo>
                  <a:lnTo>
                    <a:pt x="244610" y="432963"/>
                  </a:lnTo>
                  <a:lnTo>
                    <a:pt x="244738" y="432955"/>
                  </a:lnTo>
                  <a:lnTo>
                    <a:pt x="245130" y="432945"/>
                  </a:lnTo>
                  <a:lnTo>
                    <a:pt x="252471" y="433180"/>
                  </a:lnTo>
                  <a:lnTo>
                    <a:pt x="252679" y="433270"/>
                  </a:lnTo>
                  <a:lnTo>
                    <a:pt x="252819" y="433332"/>
                  </a:lnTo>
                  <a:lnTo>
                    <a:pt x="253051" y="433251"/>
                  </a:lnTo>
                  <a:lnTo>
                    <a:pt x="253186" y="433204"/>
                  </a:lnTo>
                  <a:lnTo>
                    <a:pt x="253462" y="433108"/>
                  </a:lnTo>
                  <a:lnTo>
                    <a:pt x="253761" y="433002"/>
                  </a:lnTo>
                  <a:lnTo>
                    <a:pt x="257442" y="435948"/>
                  </a:lnTo>
                  <a:lnTo>
                    <a:pt x="257584" y="436154"/>
                  </a:lnTo>
                  <a:lnTo>
                    <a:pt x="257727" y="436388"/>
                  </a:lnTo>
                  <a:lnTo>
                    <a:pt x="263358" y="449581"/>
                  </a:lnTo>
                  <a:lnTo>
                    <a:pt x="267714" y="454398"/>
                  </a:lnTo>
                  <a:lnTo>
                    <a:pt x="269714" y="454047"/>
                  </a:lnTo>
                  <a:lnTo>
                    <a:pt x="270759" y="453863"/>
                  </a:lnTo>
                  <a:lnTo>
                    <a:pt x="273460" y="453857"/>
                  </a:lnTo>
                  <a:lnTo>
                    <a:pt x="273638" y="453859"/>
                  </a:lnTo>
                  <a:lnTo>
                    <a:pt x="274670" y="453917"/>
                  </a:lnTo>
                  <a:lnTo>
                    <a:pt x="278162" y="454132"/>
                  </a:lnTo>
                  <a:lnTo>
                    <a:pt x="279559" y="454232"/>
                  </a:lnTo>
                  <a:lnTo>
                    <a:pt x="281233" y="454371"/>
                  </a:lnTo>
                  <a:lnTo>
                    <a:pt x="281401" y="454387"/>
                  </a:lnTo>
                  <a:lnTo>
                    <a:pt x="282185" y="454455"/>
                  </a:lnTo>
                  <a:lnTo>
                    <a:pt x="283316" y="452571"/>
                  </a:lnTo>
                  <a:lnTo>
                    <a:pt x="288837" y="440647"/>
                  </a:lnTo>
                  <a:lnTo>
                    <a:pt x="293962" y="442420"/>
                  </a:lnTo>
                  <a:lnTo>
                    <a:pt x="302154" y="444587"/>
                  </a:lnTo>
                  <a:lnTo>
                    <a:pt x="305051" y="444026"/>
                  </a:lnTo>
                  <a:lnTo>
                    <a:pt x="305526" y="443380"/>
                  </a:lnTo>
                  <a:lnTo>
                    <a:pt x="305533" y="442919"/>
                  </a:lnTo>
                  <a:lnTo>
                    <a:pt x="305561" y="442719"/>
                  </a:lnTo>
                  <a:lnTo>
                    <a:pt x="305625" y="442499"/>
                  </a:lnTo>
                  <a:lnTo>
                    <a:pt x="305754" y="442393"/>
                  </a:lnTo>
                  <a:lnTo>
                    <a:pt x="305783" y="442203"/>
                  </a:lnTo>
                  <a:lnTo>
                    <a:pt x="306469" y="442109"/>
                  </a:lnTo>
                  <a:lnTo>
                    <a:pt x="306725" y="441615"/>
                  </a:lnTo>
                  <a:lnTo>
                    <a:pt x="307137" y="441711"/>
                  </a:lnTo>
                  <a:lnTo>
                    <a:pt x="307519" y="441767"/>
                  </a:lnTo>
                  <a:lnTo>
                    <a:pt x="307976" y="441802"/>
                  </a:lnTo>
                  <a:lnTo>
                    <a:pt x="308333" y="441796"/>
                  </a:lnTo>
                  <a:lnTo>
                    <a:pt x="308705" y="441854"/>
                  </a:lnTo>
                  <a:lnTo>
                    <a:pt x="308843" y="441845"/>
                  </a:lnTo>
                  <a:lnTo>
                    <a:pt x="309439" y="441976"/>
                  </a:lnTo>
                  <a:lnTo>
                    <a:pt x="309581" y="442020"/>
                  </a:lnTo>
                  <a:lnTo>
                    <a:pt x="310118" y="442238"/>
                  </a:lnTo>
                  <a:lnTo>
                    <a:pt x="310405" y="442348"/>
                  </a:lnTo>
                  <a:lnTo>
                    <a:pt x="310585" y="442391"/>
                  </a:lnTo>
                  <a:lnTo>
                    <a:pt x="310775" y="442414"/>
                  </a:lnTo>
                  <a:lnTo>
                    <a:pt x="311184" y="442542"/>
                  </a:lnTo>
                  <a:lnTo>
                    <a:pt x="311719" y="442353"/>
                  </a:lnTo>
                  <a:lnTo>
                    <a:pt x="312058" y="442236"/>
                  </a:lnTo>
                  <a:lnTo>
                    <a:pt x="312400" y="442217"/>
                  </a:lnTo>
                  <a:lnTo>
                    <a:pt x="312584" y="442249"/>
                  </a:lnTo>
                  <a:lnTo>
                    <a:pt x="313039" y="442329"/>
                  </a:lnTo>
                  <a:lnTo>
                    <a:pt x="313569" y="442452"/>
                  </a:lnTo>
                  <a:lnTo>
                    <a:pt x="313803" y="442548"/>
                  </a:lnTo>
                  <a:lnTo>
                    <a:pt x="313846" y="443328"/>
                  </a:lnTo>
                  <a:lnTo>
                    <a:pt x="313848" y="443458"/>
                  </a:lnTo>
                  <a:lnTo>
                    <a:pt x="313921" y="443798"/>
                  </a:lnTo>
                  <a:lnTo>
                    <a:pt x="313999" y="444047"/>
                  </a:lnTo>
                  <a:lnTo>
                    <a:pt x="314070" y="444200"/>
                  </a:lnTo>
                  <a:lnTo>
                    <a:pt x="314417" y="444532"/>
                  </a:lnTo>
                  <a:lnTo>
                    <a:pt x="314558" y="444586"/>
                  </a:lnTo>
                  <a:lnTo>
                    <a:pt x="314722" y="444619"/>
                  </a:lnTo>
                  <a:lnTo>
                    <a:pt x="314887" y="444630"/>
                  </a:lnTo>
                  <a:lnTo>
                    <a:pt x="315741" y="444810"/>
                  </a:lnTo>
                  <a:lnTo>
                    <a:pt x="315879" y="444784"/>
                  </a:lnTo>
                  <a:lnTo>
                    <a:pt x="316047" y="444722"/>
                  </a:lnTo>
                  <a:lnTo>
                    <a:pt x="316175" y="444675"/>
                  </a:lnTo>
                  <a:lnTo>
                    <a:pt x="316450" y="444604"/>
                  </a:lnTo>
                  <a:lnTo>
                    <a:pt x="316877" y="444330"/>
                  </a:lnTo>
                  <a:lnTo>
                    <a:pt x="316811" y="444193"/>
                  </a:lnTo>
                  <a:lnTo>
                    <a:pt x="317009" y="443345"/>
                  </a:lnTo>
                  <a:lnTo>
                    <a:pt x="317424" y="443289"/>
                  </a:lnTo>
                  <a:lnTo>
                    <a:pt x="318308" y="443000"/>
                  </a:lnTo>
                  <a:lnTo>
                    <a:pt x="318601" y="442882"/>
                  </a:lnTo>
                  <a:lnTo>
                    <a:pt x="319011" y="442820"/>
                  </a:lnTo>
                  <a:lnTo>
                    <a:pt x="319141" y="442814"/>
                  </a:lnTo>
                  <a:lnTo>
                    <a:pt x="319406" y="442748"/>
                  </a:lnTo>
                  <a:lnTo>
                    <a:pt x="319699" y="442632"/>
                  </a:lnTo>
                  <a:lnTo>
                    <a:pt x="320132" y="442472"/>
                  </a:lnTo>
                  <a:lnTo>
                    <a:pt x="320382" y="442347"/>
                  </a:lnTo>
                  <a:lnTo>
                    <a:pt x="320819" y="442130"/>
                  </a:lnTo>
                  <a:lnTo>
                    <a:pt x="321069" y="441912"/>
                  </a:lnTo>
                  <a:lnTo>
                    <a:pt x="321272" y="441820"/>
                  </a:lnTo>
                  <a:lnTo>
                    <a:pt x="321675" y="441656"/>
                  </a:lnTo>
                  <a:lnTo>
                    <a:pt x="321900" y="440977"/>
                  </a:lnTo>
                  <a:lnTo>
                    <a:pt x="321839" y="440765"/>
                  </a:lnTo>
                  <a:lnTo>
                    <a:pt x="321729" y="440284"/>
                  </a:lnTo>
                  <a:lnTo>
                    <a:pt x="321630" y="439954"/>
                  </a:lnTo>
                  <a:lnTo>
                    <a:pt x="321552" y="439558"/>
                  </a:lnTo>
                  <a:lnTo>
                    <a:pt x="321448" y="439076"/>
                  </a:lnTo>
                  <a:lnTo>
                    <a:pt x="321383" y="438745"/>
                  </a:lnTo>
                  <a:lnTo>
                    <a:pt x="321234" y="438397"/>
                  </a:lnTo>
                  <a:lnTo>
                    <a:pt x="321038" y="438027"/>
                  </a:lnTo>
                  <a:lnTo>
                    <a:pt x="320854" y="437709"/>
                  </a:lnTo>
                  <a:lnTo>
                    <a:pt x="320750" y="437498"/>
                  </a:lnTo>
                  <a:lnTo>
                    <a:pt x="320680" y="437360"/>
                  </a:lnTo>
                  <a:lnTo>
                    <a:pt x="320383" y="435900"/>
                  </a:lnTo>
                  <a:lnTo>
                    <a:pt x="320363" y="435640"/>
                  </a:lnTo>
                  <a:lnTo>
                    <a:pt x="320300" y="435334"/>
                  </a:lnTo>
                  <a:lnTo>
                    <a:pt x="320141" y="435022"/>
                  </a:lnTo>
                  <a:lnTo>
                    <a:pt x="320039" y="434811"/>
                  </a:lnTo>
                  <a:lnTo>
                    <a:pt x="319970" y="434676"/>
                  </a:lnTo>
                  <a:lnTo>
                    <a:pt x="319631" y="433995"/>
                  </a:lnTo>
                  <a:lnTo>
                    <a:pt x="319491" y="433505"/>
                  </a:lnTo>
                  <a:lnTo>
                    <a:pt x="319348" y="433237"/>
                  </a:lnTo>
                  <a:lnTo>
                    <a:pt x="319154" y="432921"/>
                  </a:lnTo>
                  <a:lnTo>
                    <a:pt x="319058" y="432745"/>
                  </a:lnTo>
                  <a:lnTo>
                    <a:pt x="318937" y="432484"/>
                  </a:lnTo>
                  <a:lnTo>
                    <a:pt x="318848" y="432293"/>
                  </a:lnTo>
                  <a:lnTo>
                    <a:pt x="318720" y="432016"/>
                  </a:lnTo>
                  <a:lnTo>
                    <a:pt x="318596" y="431759"/>
                  </a:lnTo>
                  <a:lnTo>
                    <a:pt x="318440" y="431419"/>
                  </a:lnTo>
                  <a:lnTo>
                    <a:pt x="318223" y="430938"/>
                  </a:lnTo>
                  <a:lnTo>
                    <a:pt x="317826" y="430478"/>
                  </a:lnTo>
                  <a:lnTo>
                    <a:pt x="317623" y="430294"/>
                  </a:lnTo>
                  <a:lnTo>
                    <a:pt x="317344" y="429918"/>
                  </a:lnTo>
                  <a:lnTo>
                    <a:pt x="317227" y="429757"/>
                  </a:lnTo>
                  <a:lnTo>
                    <a:pt x="315592" y="427676"/>
                  </a:lnTo>
                  <a:lnTo>
                    <a:pt x="315393" y="427389"/>
                  </a:lnTo>
                  <a:lnTo>
                    <a:pt x="315179" y="427057"/>
                  </a:lnTo>
                  <a:lnTo>
                    <a:pt x="315021" y="426918"/>
                  </a:lnTo>
                  <a:lnTo>
                    <a:pt x="314639" y="426583"/>
                  </a:lnTo>
                  <a:lnTo>
                    <a:pt x="314425" y="426332"/>
                  </a:lnTo>
                  <a:lnTo>
                    <a:pt x="313740" y="425705"/>
                  </a:lnTo>
                  <a:lnTo>
                    <a:pt x="313613" y="425472"/>
                  </a:lnTo>
                  <a:lnTo>
                    <a:pt x="313541" y="425336"/>
                  </a:lnTo>
                  <a:lnTo>
                    <a:pt x="313460" y="425195"/>
                  </a:lnTo>
                  <a:lnTo>
                    <a:pt x="313309" y="424910"/>
                  </a:lnTo>
                  <a:lnTo>
                    <a:pt x="312456" y="423519"/>
                  </a:lnTo>
                  <a:lnTo>
                    <a:pt x="312345" y="423362"/>
                  </a:lnTo>
                  <a:lnTo>
                    <a:pt x="312197" y="423095"/>
                  </a:lnTo>
                  <a:lnTo>
                    <a:pt x="312032" y="422798"/>
                  </a:lnTo>
                  <a:lnTo>
                    <a:pt x="311959" y="422616"/>
                  </a:lnTo>
                  <a:lnTo>
                    <a:pt x="311741" y="422218"/>
                  </a:lnTo>
                  <a:lnTo>
                    <a:pt x="311328" y="421389"/>
                  </a:lnTo>
                  <a:lnTo>
                    <a:pt x="310733" y="420216"/>
                  </a:lnTo>
                  <a:lnTo>
                    <a:pt x="310457" y="419654"/>
                  </a:lnTo>
                  <a:lnTo>
                    <a:pt x="310142" y="419022"/>
                  </a:lnTo>
                  <a:lnTo>
                    <a:pt x="309911" y="418491"/>
                  </a:lnTo>
                  <a:lnTo>
                    <a:pt x="309629" y="417996"/>
                  </a:lnTo>
                  <a:lnTo>
                    <a:pt x="308973" y="416701"/>
                  </a:lnTo>
                  <a:lnTo>
                    <a:pt x="308792" y="416324"/>
                  </a:lnTo>
                  <a:lnTo>
                    <a:pt x="308579" y="415900"/>
                  </a:lnTo>
                  <a:lnTo>
                    <a:pt x="307503" y="414294"/>
                  </a:lnTo>
                  <a:lnTo>
                    <a:pt x="305533" y="411589"/>
                  </a:lnTo>
                  <a:lnTo>
                    <a:pt x="306537" y="411021"/>
                  </a:lnTo>
                  <a:lnTo>
                    <a:pt x="307441" y="410699"/>
                  </a:lnTo>
                  <a:lnTo>
                    <a:pt x="307845" y="410724"/>
                  </a:lnTo>
                  <a:lnTo>
                    <a:pt x="308693" y="410673"/>
                  </a:lnTo>
                  <a:lnTo>
                    <a:pt x="308360" y="408828"/>
                  </a:lnTo>
                  <a:lnTo>
                    <a:pt x="308187" y="407764"/>
                  </a:lnTo>
                  <a:lnTo>
                    <a:pt x="307984" y="407004"/>
                  </a:lnTo>
                  <a:lnTo>
                    <a:pt x="308297" y="405975"/>
                  </a:lnTo>
                  <a:lnTo>
                    <a:pt x="308558" y="405661"/>
                  </a:lnTo>
                  <a:lnTo>
                    <a:pt x="308712" y="405488"/>
                  </a:lnTo>
                  <a:lnTo>
                    <a:pt x="309285" y="404951"/>
                  </a:lnTo>
                  <a:lnTo>
                    <a:pt x="309528" y="404831"/>
                  </a:lnTo>
                  <a:lnTo>
                    <a:pt x="309716" y="404769"/>
                  </a:lnTo>
                  <a:lnTo>
                    <a:pt x="309974" y="404685"/>
                  </a:lnTo>
                  <a:lnTo>
                    <a:pt x="310210" y="404649"/>
                  </a:lnTo>
                  <a:lnTo>
                    <a:pt x="310404" y="404600"/>
                  </a:lnTo>
                  <a:lnTo>
                    <a:pt x="310607" y="404544"/>
                  </a:lnTo>
                  <a:lnTo>
                    <a:pt x="310792" y="404443"/>
                  </a:lnTo>
                  <a:lnTo>
                    <a:pt x="311051" y="404351"/>
                  </a:lnTo>
                  <a:lnTo>
                    <a:pt x="313336" y="403331"/>
                  </a:lnTo>
                  <a:lnTo>
                    <a:pt x="314059" y="403113"/>
                  </a:lnTo>
                  <a:lnTo>
                    <a:pt x="314447" y="402835"/>
                  </a:lnTo>
                  <a:lnTo>
                    <a:pt x="313977" y="401269"/>
                  </a:lnTo>
                  <a:lnTo>
                    <a:pt x="313855" y="400286"/>
                  </a:lnTo>
                  <a:lnTo>
                    <a:pt x="313860" y="400158"/>
                  </a:lnTo>
                  <a:lnTo>
                    <a:pt x="314079" y="398858"/>
                  </a:lnTo>
                  <a:lnTo>
                    <a:pt x="314830" y="398156"/>
                  </a:lnTo>
                  <a:lnTo>
                    <a:pt x="315189" y="397902"/>
                  </a:lnTo>
                  <a:lnTo>
                    <a:pt x="315678" y="397363"/>
                  </a:lnTo>
                  <a:lnTo>
                    <a:pt x="315654" y="397123"/>
                  </a:lnTo>
                  <a:lnTo>
                    <a:pt x="315575" y="396911"/>
                  </a:lnTo>
                  <a:lnTo>
                    <a:pt x="315385" y="396638"/>
                  </a:lnTo>
                  <a:lnTo>
                    <a:pt x="320378" y="393057"/>
                  </a:lnTo>
                  <a:lnTo>
                    <a:pt x="320965" y="394037"/>
                  </a:lnTo>
                  <a:lnTo>
                    <a:pt x="321353" y="394789"/>
                  </a:lnTo>
                  <a:lnTo>
                    <a:pt x="321469" y="395116"/>
                  </a:lnTo>
                  <a:lnTo>
                    <a:pt x="321530" y="395261"/>
                  </a:lnTo>
                  <a:lnTo>
                    <a:pt x="321603" y="395435"/>
                  </a:lnTo>
                  <a:lnTo>
                    <a:pt x="321895" y="396010"/>
                  </a:lnTo>
                  <a:lnTo>
                    <a:pt x="321919" y="396148"/>
                  </a:lnTo>
                  <a:lnTo>
                    <a:pt x="321987" y="396535"/>
                  </a:lnTo>
                  <a:lnTo>
                    <a:pt x="322261" y="397106"/>
                  </a:lnTo>
                  <a:lnTo>
                    <a:pt x="322487" y="397636"/>
                  </a:lnTo>
                  <a:lnTo>
                    <a:pt x="323326" y="397483"/>
                  </a:lnTo>
                  <a:lnTo>
                    <a:pt x="323746" y="397038"/>
                  </a:lnTo>
                  <a:lnTo>
                    <a:pt x="324382" y="396934"/>
                  </a:lnTo>
                  <a:lnTo>
                    <a:pt x="325517" y="397059"/>
                  </a:lnTo>
                  <a:lnTo>
                    <a:pt x="326708" y="397212"/>
                  </a:lnTo>
                  <a:lnTo>
                    <a:pt x="327747" y="397351"/>
                  </a:lnTo>
                  <a:lnTo>
                    <a:pt x="329203" y="397632"/>
                  </a:lnTo>
                  <a:lnTo>
                    <a:pt x="329690" y="396446"/>
                  </a:lnTo>
                  <a:lnTo>
                    <a:pt x="330156" y="395433"/>
                  </a:lnTo>
                  <a:lnTo>
                    <a:pt x="330738" y="394208"/>
                  </a:lnTo>
                  <a:lnTo>
                    <a:pt x="331137" y="393714"/>
                  </a:lnTo>
                  <a:lnTo>
                    <a:pt x="331792" y="393502"/>
                  </a:lnTo>
                  <a:lnTo>
                    <a:pt x="332128" y="393390"/>
                  </a:lnTo>
                  <a:lnTo>
                    <a:pt x="332399" y="393250"/>
                  </a:lnTo>
                  <a:lnTo>
                    <a:pt x="332535" y="393120"/>
                  </a:lnTo>
                  <a:lnTo>
                    <a:pt x="332602" y="392942"/>
                  </a:lnTo>
                  <a:lnTo>
                    <a:pt x="332645" y="392804"/>
                  </a:lnTo>
                  <a:lnTo>
                    <a:pt x="332698" y="392529"/>
                  </a:lnTo>
                  <a:lnTo>
                    <a:pt x="332791" y="391980"/>
                  </a:lnTo>
                  <a:lnTo>
                    <a:pt x="332808" y="391754"/>
                  </a:lnTo>
                  <a:lnTo>
                    <a:pt x="332834" y="391283"/>
                  </a:lnTo>
                  <a:lnTo>
                    <a:pt x="333074" y="391176"/>
                  </a:lnTo>
                  <a:lnTo>
                    <a:pt x="333152" y="390984"/>
                  </a:lnTo>
                  <a:lnTo>
                    <a:pt x="333254" y="390568"/>
                  </a:lnTo>
                  <a:lnTo>
                    <a:pt x="334369" y="390510"/>
                  </a:lnTo>
                  <a:lnTo>
                    <a:pt x="335019" y="390584"/>
                  </a:lnTo>
                  <a:lnTo>
                    <a:pt x="336003" y="390501"/>
                  </a:lnTo>
                  <a:lnTo>
                    <a:pt x="336959" y="391252"/>
                  </a:lnTo>
                  <a:lnTo>
                    <a:pt x="337174" y="391327"/>
                  </a:lnTo>
                  <a:lnTo>
                    <a:pt x="337364" y="391442"/>
                  </a:lnTo>
                  <a:lnTo>
                    <a:pt x="337790" y="391640"/>
                  </a:lnTo>
                  <a:lnTo>
                    <a:pt x="338323" y="391874"/>
                  </a:lnTo>
                  <a:lnTo>
                    <a:pt x="338495" y="392030"/>
                  </a:lnTo>
                  <a:lnTo>
                    <a:pt x="338792" y="392015"/>
                  </a:lnTo>
                  <a:lnTo>
                    <a:pt x="338698" y="391670"/>
                  </a:lnTo>
                  <a:lnTo>
                    <a:pt x="339420" y="391603"/>
                  </a:lnTo>
                  <a:lnTo>
                    <a:pt x="339763" y="391752"/>
                  </a:lnTo>
                  <a:lnTo>
                    <a:pt x="339893" y="391801"/>
                  </a:lnTo>
                  <a:lnTo>
                    <a:pt x="340716" y="391627"/>
                  </a:lnTo>
                  <a:lnTo>
                    <a:pt x="341501" y="391837"/>
                  </a:lnTo>
                  <a:lnTo>
                    <a:pt x="341761" y="391861"/>
                  </a:lnTo>
                  <a:lnTo>
                    <a:pt x="341925" y="391835"/>
                  </a:lnTo>
                  <a:lnTo>
                    <a:pt x="342183" y="391797"/>
                  </a:lnTo>
                  <a:lnTo>
                    <a:pt x="343589" y="391113"/>
                  </a:lnTo>
                  <a:lnTo>
                    <a:pt x="344148" y="391330"/>
                  </a:lnTo>
                  <a:lnTo>
                    <a:pt x="344300" y="391469"/>
                  </a:lnTo>
                  <a:lnTo>
                    <a:pt x="344851" y="391897"/>
                  </a:lnTo>
                  <a:lnTo>
                    <a:pt x="345131" y="392000"/>
                  </a:lnTo>
                  <a:lnTo>
                    <a:pt x="345261" y="392051"/>
                  </a:lnTo>
                  <a:lnTo>
                    <a:pt x="346332" y="393270"/>
                  </a:lnTo>
                  <a:lnTo>
                    <a:pt x="347048" y="393002"/>
                  </a:lnTo>
                  <a:lnTo>
                    <a:pt x="347216" y="392944"/>
                  </a:lnTo>
                  <a:lnTo>
                    <a:pt x="347791" y="391480"/>
                  </a:lnTo>
                  <a:lnTo>
                    <a:pt x="348099" y="391571"/>
                  </a:lnTo>
                  <a:lnTo>
                    <a:pt x="348258" y="391577"/>
                  </a:lnTo>
                  <a:lnTo>
                    <a:pt x="348438" y="391656"/>
                  </a:lnTo>
                  <a:lnTo>
                    <a:pt x="348465" y="391887"/>
                  </a:lnTo>
                  <a:lnTo>
                    <a:pt x="348745" y="392005"/>
                  </a:lnTo>
                  <a:lnTo>
                    <a:pt x="349009" y="392289"/>
                  </a:lnTo>
                  <a:lnTo>
                    <a:pt x="349262" y="392674"/>
                  </a:lnTo>
                  <a:lnTo>
                    <a:pt x="349428" y="392797"/>
                  </a:lnTo>
                  <a:lnTo>
                    <a:pt x="349854" y="391983"/>
                  </a:lnTo>
                  <a:lnTo>
                    <a:pt x="353014" y="391403"/>
                  </a:lnTo>
                  <a:lnTo>
                    <a:pt x="353276" y="391460"/>
                  </a:lnTo>
                  <a:lnTo>
                    <a:pt x="353654" y="391609"/>
                  </a:lnTo>
                  <a:lnTo>
                    <a:pt x="353883" y="392012"/>
                  </a:lnTo>
                  <a:lnTo>
                    <a:pt x="354162" y="392006"/>
                  </a:lnTo>
                  <a:lnTo>
                    <a:pt x="354302" y="391957"/>
                  </a:lnTo>
                  <a:lnTo>
                    <a:pt x="354655" y="392020"/>
                  </a:lnTo>
                  <a:lnTo>
                    <a:pt x="354973" y="391886"/>
                  </a:lnTo>
                  <a:lnTo>
                    <a:pt x="355176" y="391910"/>
                  </a:lnTo>
                  <a:lnTo>
                    <a:pt x="355662" y="392110"/>
                  </a:lnTo>
                  <a:lnTo>
                    <a:pt x="355863" y="392319"/>
                  </a:lnTo>
                  <a:lnTo>
                    <a:pt x="356107" y="392440"/>
                  </a:lnTo>
                  <a:lnTo>
                    <a:pt x="356257" y="392476"/>
                  </a:lnTo>
                  <a:lnTo>
                    <a:pt x="356415" y="392498"/>
                  </a:lnTo>
                  <a:lnTo>
                    <a:pt x="356763" y="392532"/>
                  </a:lnTo>
                  <a:lnTo>
                    <a:pt x="356981" y="392556"/>
                  </a:lnTo>
                  <a:lnTo>
                    <a:pt x="357269" y="392627"/>
                  </a:lnTo>
                  <a:lnTo>
                    <a:pt x="357550" y="392775"/>
                  </a:lnTo>
                  <a:lnTo>
                    <a:pt x="357685" y="392853"/>
                  </a:lnTo>
                  <a:lnTo>
                    <a:pt x="359662" y="395099"/>
                  </a:lnTo>
                  <a:lnTo>
                    <a:pt x="359872" y="395439"/>
                  </a:lnTo>
                  <a:lnTo>
                    <a:pt x="361354" y="405375"/>
                  </a:lnTo>
                  <a:lnTo>
                    <a:pt x="361229" y="406155"/>
                  </a:lnTo>
                  <a:lnTo>
                    <a:pt x="361186" y="406338"/>
                  </a:lnTo>
                  <a:lnTo>
                    <a:pt x="361128" y="406633"/>
                  </a:lnTo>
                  <a:lnTo>
                    <a:pt x="361059" y="406932"/>
                  </a:lnTo>
                  <a:lnTo>
                    <a:pt x="360921" y="407477"/>
                  </a:lnTo>
                  <a:lnTo>
                    <a:pt x="360876" y="407712"/>
                  </a:lnTo>
                  <a:lnTo>
                    <a:pt x="360838" y="407846"/>
                  </a:lnTo>
                  <a:lnTo>
                    <a:pt x="360762" y="408105"/>
                  </a:lnTo>
                  <a:lnTo>
                    <a:pt x="361267" y="418395"/>
                  </a:lnTo>
                  <a:lnTo>
                    <a:pt x="361300" y="418784"/>
                  </a:lnTo>
                  <a:lnTo>
                    <a:pt x="361273" y="419574"/>
                  </a:lnTo>
                  <a:lnTo>
                    <a:pt x="361302" y="419945"/>
                  </a:lnTo>
                  <a:lnTo>
                    <a:pt x="361323" y="420102"/>
                  </a:lnTo>
                  <a:lnTo>
                    <a:pt x="361364" y="420290"/>
                  </a:lnTo>
                  <a:lnTo>
                    <a:pt x="361445" y="420676"/>
                  </a:lnTo>
                  <a:lnTo>
                    <a:pt x="361649" y="420903"/>
                  </a:lnTo>
                  <a:lnTo>
                    <a:pt x="361812" y="421187"/>
                  </a:lnTo>
                  <a:lnTo>
                    <a:pt x="362649" y="422237"/>
                  </a:lnTo>
                  <a:lnTo>
                    <a:pt x="362248" y="422461"/>
                  </a:lnTo>
                  <a:lnTo>
                    <a:pt x="362214" y="422645"/>
                  </a:lnTo>
                  <a:lnTo>
                    <a:pt x="362417" y="423128"/>
                  </a:lnTo>
                  <a:lnTo>
                    <a:pt x="362454" y="423449"/>
                  </a:lnTo>
                  <a:lnTo>
                    <a:pt x="362627" y="423858"/>
                  </a:lnTo>
                  <a:lnTo>
                    <a:pt x="362873" y="423849"/>
                  </a:lnTo>
                  <a:lnTo>
                    <a:pt x="363983" y="424997"/>
                  </a:lnTo>
                  <a:lnTo>
                    <a:pt x="363787" y="425154"/>
                  </a:lnTo>
                  <a:lnTo>
                    <a:pt x="363665" y="425628"/>
                  </a:lnTo>
                  <a:lnTo>
                    <a:pt x="364094" y="426494"/>
                  </a:lnTo>
                  <a:lnTo>
                    <a:pt x="364877" y="427117"/>
                  </a:lnTo>
                  <a:lnTo>
                    <a:pt x="365373" y="427342"/>
                  </a:lnTo>
                  <a:lnTo>
                    <a:pt x="365352" y="427547"/>
                  </a:lnTo>
                  <a:lnTo>
                    <a:pt x="365607" y="427974"/>
                  </a:lnTo>
                  <a:lnTo>
                    <a:pt x="365472" y="428087"/>
                  </a:lnTo>
                  <a:lnTo>
                    <a:pt x="365727" y="428239"/>
                  </a:lnTo>
                  <a:lnTo>
                    <a:pt x="367961" y="429790"/>
                  </a:lnTo>
                  <a:lnTo>
                    <a:pt x="368991" y="426836"/>
                  </a:lnTo>
                  <a:lnTo>
                    <a:pt x="369183" y="426287"/>
                  </a:lnTo>
                  <a:lnTo>
                    <a:pt x="369604" y="425079"/>
                  </a:lnTo>
                  <a:lnTo>
                    <a:pt x="369703" y="424795"/>
                  </a:lnTo>
                  <a:lnTo>
                    <a:pt x="369794" y="424534"/>
                  </a:lnTo>
                  <a:lnTo>
                    <a:pt x="370396" y="422806"/>
                  </a:lnTo>
                  <a:lnTo>
                    <a:pt x="370471" y="422591"/>
                  </a:lnTo>
                  <a:lnTo>
                    <a:pt x="371237" y="420393"/>
                  </a:lnTo>
                  <a:lnTo>
                    <a:pt x="370914" y="417299"/>
                  </a:lnTo>
                  <a:lnTo>
                    <a:pt x="370874" y="416916"/>
                  </a:lnTo>
                  <a:lnTo>
                    <a:pt x="370743" y="415661"/>
                  </a:lnTo>
                  <a:lnTo>
                    <a:pt x="371472" y="414336"/>
                  </a:lnTo>
                  <a:lnTo>
                    <a:pt x="372554" y="412370"/>
                  </a:lnTo>
                  <a:lnTo>
                    <a:pt x="372568" y="411783"/>
                  </a:lnTo>
                  <a:lnTo>
                    <a:pt x="371584" y="410198"/>
                  </a:lnTo>
                  <a:lnTo>
                    <a:pt x="371078" y="409384"/>
                  </a:lnTo>
                  <a:lnTo>
                    <a:pt x="371329" y="407548"/>
                  </a:lnTo>
                  <a:lnTo>
                    <a:pt x="371390" y="407100"/>
                  </a:lnTo>
                  <a:lnTo>
                    <a:pt x="373174" y="405312"/>
                  </a:lnTo>
                  <a:lnTo>
                    <a:pt x="372586" y="403236"/>
                  </a:lnTo>
                  <a:lnTo>
                    <a:pt x="371732" y="400218"/>
                  </a:lnTo>
                  <a:lnTo>
                    <a:pt x="371643" y="399901"/>
                  </a:lnTo>
                  <a:lnTo>
                    <a:pt x="372064" y="394288"/>
                  </a:lnTo>
                  <a:lnTo>
                    <a:pt x="371195" y="393009"/>
                  </a:lnTo>
                  <a:lnTo>
                    <a:pt x="369824" y="390923"/>
                  </a:lnTo>
                  <a:lnTo>
                    <a:pt x="368485" y="388922"/>
                  </a:lnTo>
                  <a:lnTo>
                    <a:pt x="367393" y="387291"/>
                  </a:lnTo>
                  <a:lnTo>
                    <a:pt x="366437" y="385863"/>
                  </a:lnTo>
                  <a:lnTo>
                    <a:pt x="364306" y="385261"/>
                  </a:lnTo>
                  <a:lnTo>
                    <a:pt x="361238" y="384396"/>
                  </a:lnTo>
                  <a:lnTo>
                    <a:pt x="360746" y="384221"/>
                  </a:lnTo>
                  <a:lnTo>
                    <a:pt x="360094" y="383869"/>
                  </a:lnTo>
                  <a:lnTo>
                    <a:pt x="359811" y="383662"/>
                  </a:lnTo>
                  <a:lnTo>
                    <a:pt x="359342" y="383319"/>
                  </a:lnTo>
                  <a:lnTo>
                    <a:pt x="358415" y="382491"/>
                  </a:lnTo>
                  <a:lnTo>
                    <a:pt x="357597" y="381510"/>
                  </a:lnTo>
                  <a:lnTo>
                    <a:pt x="357422" y="381235"/>
                  </a:lnTo>
                  <a:lnTo>
                    <a:pt x="357108" y="380395"/>
                  </a:lnTo>
                  <a:lnTo>
                    <a:pt x="361662" y="371391"/>
                  </a:lnTo>
                  <a:lnTo>
                    <a:pt x="361583" y="371181"/>
                  </a:lnTo>
                  <a:lnTo>
                    <a:pt x="361521" y="370940"/>
                  </a:lnTo>
                  <a:lnTo>
                    <a:pt x="361399" y="370017"/>
                  </a:lnTo>
                  <a:lnTo>
                    <a:pt x="361447" y="369691"/>
                  </a:lnTo>
                  <a:lnTo>
                    <a:pt x="360880" y="368164"/>
                  </a:lnTo>
                  <a:lnTo>
                    <a:pt x="360668" y="368186"/>
                  </a:lnTo>
                  <a:lnTo>
                    <a:pt x="360897" y="367313"/>
                  </a:lnTo>
                  <a:lnTo>
                    <a:pt x="360849" y="366886"/>
                  </a:lnTo>
                  <a:lnTo>
                    <a:pt x="362318" y="365535"/>
                  </a:lnTo>
                  <a:lnTo>
                    <a:pt x="362792" y="364997"/>
                  </a:lnTo>
                  <a:lnTo>
                    <a:pt x="363042" y="360835"/>
                  </a:lnTo>
                  <a:lnTo>
                    <a:pt x="362915" y="360414"/>
                  </a:lnTo>
                  <a:lnTo>
                    <a:pt x="363377" y="360211"/>
                  </a:lnTo>
                  <a:lnTo>
                    <a:pt x="363573" y="359977"/>
                  </a:lnTo>
                  <a:lnTo>
                    <a:pt x="364033" y="359674"/>
                  </a:lnTo>
                  <a:lnTo>
                    <a:pt x="364840" y="360223"/>
                  </a:lnTo>
                  <a:lnTo>
                    <a:pt x="365063" y="360410"/>
                  </a:lnTo>
                  <a:lnTo>
                    <a:pt x="365456" y="360574"/>
                  </a:lnTo>
                  <a:lnTo>
                    <a:pt x="365636" y="360097"/>
                  </a:lnTo>
                  <a:lnTo>
                    <a:pt x="367140" y="356668"/>
                  </a:lnTo>
                  <a:lnTo>
                    <a:pt x="367391" y="356357"/>
                  </a:lnTo>
                  <a:lnTo>
                    <a:pt x="367406" y="356133"/>
                  </a:lnTo>
                  <a:lnTo>
                    <a:pt x="367342" y="355913"/>
                  </a:lnTo>
                  <a:lnTo>
                    <a:pt x="367227" y="355591"/>
                  </a:lnTo>
                  <a:lnTo>
                    <a:pt x="367162" y="355407"/>
                  </a:lnTo>
                  <a:lnTo>
                    <a:pt x="367095" y="355222"/>
                  </a:lnTo>
                  <a:lnTo>
                    <a:pt x="367034" y="355039"/>
                  </a:lnTo>
                  <a:lnTo>
                    <a:pt x="367075" y="354655"/>
                  </a:lnTo>
                  <a:lnTo>
                    <a:pt x="367104" y="354451"/>
                  </a:lnTo>
                  <a:lnTo>
                    <a:pt x="367230" y="349391"/>
                  </a:lnTo>
                  <a:lnTo>
                    <a:pt x="367236" y="349208"/>
                  </a:lnTo>
                  <a:lnTo>
                    <a:pt x="365089" y="340343"/>
                  </a:lnTo>
                  <a:lnTo>
                    <a:pt x="365075" y="340210"/>
                  </a:lnTo>
                  <a:lnTo>
                    <a:pt x="365105" y="339857"/>
                  </a:lnTo>
                  <a:lnTo>
                    <a:pt x="370100" y="333121"/>
                  </a:lnTo>
                  <a:lnTo>
                    <a:pt x="372133" y="328946"/>
                  </a:lnTo>
                  <a:lnTo>
                    <a:pt x="372148" y="328795"/>
                  </a:lnTo>
                  <a:lnTo>
                    <a:pt x="372156" y="327905"/>
                  </a:lnTo>
                  <a:lnTo>
                    <a:pt x="370366" y="323127"/>
                  </a:lnTo>
                  <a:lnTo>
                    <a:pt x="370209" y="322940"/>
                  </a:lnTo>
                  <a:lnTo>
                    <a:pt x="369084" y="319621"/>
                  </a:lnTo>
                  <a:lnTo>
                    <a:pt x="369322" y="318255"/>
                  </a:lnTo>
                  <a:lnTo>
                    <a:pt x="369419" y="317941"/>
                  </a:lnTo>
                  <a:lnTo>
                    <a:pt x="369718" y="316906"/>
                  </a:lnTo>
                  <a:lnTo>
                    <a:pt x="369921" y="316410"/>
                  </a:lnTo>
                  <a:lnTo>
                    <a:pt x="370512" y="315979"/>
                  </a:lnTo>
                  <a:lnTo>
                    <a:pt x="370678" y="315368"/>
                  </a:lnTo>
                  <a:lnTo>
                    <a:pt x="371873" y="314838"/>
                  </a:lnTo>
                  <a:lnTo>
                    <a:pt x="372066" y="314735"/>
                  </a:lnTo>
                  <a:lnTo>
                    <a:pt x="377889" y="312254"/>
                  </a:lnTo>
                  <a:lnTo>
                    <a:pt x="379277" y="311058"/>
                  </a:lnTo>
                  <a:lnTo>
                    <a:pt x="381208" y="304362"/>
                  </a:lnTo>
                  <a:lnTo>
                    <a:pt x="381468" y="303927"/>
                  </a:lnTo>
                  <a:lnTo>
                    <a:pt x="381734" y="302705"/>
                  </a:lnTo>
                  <a:lnTo>
                    <a:pt x="381629" y="301814"/>
                  </a:lnTo>
                  <a:lnTo>
                    <a:pt x="381634" y="301568"/>
                  </a:lnTo>
                  <a:lnTo>
                    <a:pt x="381702" y="300860"/>
                  </a:lnTo>
                  <a:lnTo>
                    <a:pt x="381808" y="300363"/>
                  </a:lnTo>
                  <a:lnTo>
                    <a:pt x="382407" y="299896"/>
                  </a:lnTo>
                  <a:lnTo>
                    <a:pt x="383148" y="299977"/>
                  </a:lnTo>
                  <a:lnTo>
                    <a:pt x="384438" y="299499"/>
                  </a:lnTo>
                  <a:lnTo>
                    <a:pt x="386293" y="300348"/>
                  </a:lnTo>
                  <a:lnTo>
                    <a:pt x="387458" y="299718"/>
                  </a:lnTo>
                  <a:lnTo>
                    <a:pt x="387703" y="300581"/>
                  </a:lnTo>
                  <a:lnTo>
                    <a:pt x="387906" y="301236"/>
                  </a:lnTo>
                  <a:lnTo>
                    <a:pt x="387946" y="301374"/>
                  </a:lnTo>
                  <a:lnTo>
                    <a:pt x="388616" y="303519"/>
                  </a:lnTo>
                  <a:lnTo>
                    <a:pt x="389851" y="302403"/>
                  </a:lnTo>
                  <a:lnTo>
                    <a:pt x="390276" y="301924"/>
                  </a:lnTo>
                  <a:lnTo>
                    <a:pt x="390446" y="301733"/>
                  </a:lnTo>
                  <a:lnTo>
                    <a:pt x="390611" y="301548"/>
                  </a:lnTo>
                  <a:lnTo>
                    <a:pt x="390826" y="301307"/>
                  </a:lnTo>
                  <a:lnTo>
                    <a:pt x="391079" y="301023"/>
                  </a:lnTo>
                  <a:lnTo>
                    <a:pt x="391505" y="300546"/>
                  </a:lnTo>
                  <a:lnTo>
                    <a:pt x="392095" y="299882"/>
                  </a:lnTo>
                  <a:lnTo>
                    <a:pt x="392517" y="299413"/>
                  </a:lnTo>
                  <a:lnTo>
                    <a:pt x="392917" y="298961"/>
                  </a:lnTo>
                  <a:lnTo>
                    <a:pt x="393343" y="298482"/>
                  </a:lnTo>
                  <a:lnTo>
                    <a:pt x="393683" y="298101"/>
                  </a:lnTo>
                  <a:lnTo>
                    <a:pt x="393936" y="297815"/>
                  </a:lnTo>
                  <a:lnTo>
                    <a:pt x="394190" y="297533"/>
                  </a:lnTo>
                  <a:lnTo>
                    <a:pt x="394441" y="297252"/>
                  </a:lnTo>
                  <a:lnTo>
                    <a:pt x="394610" y="297062"/>
                  </a:lnTo>
                  <a:lnTo>
                    <a:pt x="394863" y="296778"/>
                  </a:lnTo>
                  <a:lnTo>
                    <a:pt x="395036" y="296587"/>
                  </a:lnTo>
                  <a:lnTo>
                    <a:pt x="395207" y="296395"/>
                  </a:lnTo>
                  <a:lnTo>
                    <a:pt x="395365" y="296215"/>
                  </a:lnTo>
                  <a:lnTo>
                    <a:pt x="395521" y="296040"/>
                  </a:lnTo>
                  <a:lnTo>
                    <a:pt x="395774" y="295757"/>
                  </a:lnTo>
                  <a:lnTo>
                    <a:pt x="395943" y="295569"/>
                  </a:lnTo>
                  <a:lnTo>
                    <a:pt x="396113" y="295380"/>
                  </a:lnTo>
                  <a:lnTo>
                    <a:pt x="396283" y="295188"/>
                  </a:lnTo>
                  <a:lnTo>
                    <a:pt x="396536" y="294906"/>
                  </a:lnTo>
                  <a:lnTo>
                    <a:pt x="396707" y="294708"/>
                  </a:lnTo>
                  <a:lnTo>
                    <a:pt x="396907" y="294488"/>
                  </a:lnTo>
                  <a:lnTo>
                    <a:pt x="397164" y="294199"/>
                  </a:lnTo>
                  <a:lnTo>
                    <a:pt x="397333" y="294009"/>
                  </a:lnTo>
                  <a:lnTo>
                    <a:pt x="397512" y="293807"/>
                  </a:lnTo>
                  <a:lnTo>
                    <a:pt x="397682" y="293617"/>
                  </a:lnTo>
                  <a:lnTo>
                    <a:pt x="397939" y="293329"/>
                  </a:lnTo>
                  <a:lnTo>
                    <a:pt x="398108" y="293140"/>
                  </a:lnTo>
                  <a:lnTo>
                    <a:pt x="398275" y="292952"/>
                  </a:lnTo>
                  <a:lnTo>
                    <a:pt x="398446" y="292762"/>
                  </a:lnTo>
                  <a:lnTo>
                    <a:pt x="398614" y="292574"/>
                  </a:lnTo>
                  <a:lnTo>
                    <a:pt x="398867" y="292290"/>
                  </a:lnTo>
                  <a:lnTo>
                    <a:pt x="399035" y="292100"/>
                  </a:lnTo>
                  <a:lnTo>
                    <a:pt x="399202" y="291913"/>
                  </a:lnTo>
                  <a:lnTo>
                    <a:pt x="399374" y="291721"/>
                  </a:lnTo>
                  <a:lnTo>
                    <a:pt x="399545" y="291530"/>
                  </a:lnTo>
                  <a:lnTo>
                    <a:pt x="399712" y="291339"/>
                  </a:lnTo>
                  <a:lnTo>
                    <a:pt x="399880" y="291150"/>
                  </a:lnTo>
                  <a:lnTo>
                    <a:pt x="400121" y="290883"/>
                  </a:lnTo>
                  <a:lnTo>
                    <a:pt x="400246" y="290740"/>
                  </a:lnTo>
                  <a:lnTo>
                    <a:pt x="400413" y="290550"/>
                  </a:lnTo>
                  <a:lnTo>
                    <a:pt x="400661" y="290274"/>
                  </a:lnTo>
                  <a:lnTo>
                    <a:pt x="400911" y="289991"/>
                  </a:lnTo>
                  <a:lnTo>
                    <a:pt x="401162" y="289707"/>
                  </a:lnTo>
                  <a:lnTo>
                    <a:pt x="401332" y="289517"/>
                  </a:lnTo>
                  <a:lnTo>
                    <a:pt x="401502" y="289326"/>
                  </a:lnTo>
                  <a:lnTo>
                    <a:pt x="401916" y="289127"/>
                  </a:lnTo>
                  <a:lnTo>
                    <a:pt x="402156" y="289113"/>
                  </a:lnTo>
                  <a:lnTo>
                    <a:pt x="402408" y="289098"/>
                  </a:lnTo>
                  <a:lnTo>
                    <a:pt x="402662" y="289082"/>
                  </a:lnTo>
                  <a:lnTo>
                    <a:pt x="402913" y="289068"/>
                  </a:lnTo>
                  <a:lnTo>
                    <a:pt x="403163" y="289054"/>
                  </a:lnTo>
                  <a:lnTo>
                    <a:pt x="403662" y="289026"/>
                  </a:lnTo>
                  <a:lnTo>
                    <a:pt x="403754" y="288778"/>
                  </a:lnTo>
                  <a:lnTo>
                    <a:pt x="403672" y="288540"/>
                  </a:lnTo>
                  <a:lnTo>
                    <a:pt x="403590" y="288300"/>
                  </a:lnTo>
                  <a:lnTo>
                    <a:pt x="403513" y="288077"/>
                  </a:lnTo>
                  <a:lnTo>
                    <a:pt x="403451" y="287900"/>
                  </a:lnTo>
                  <a:lnTo>
                    <a:pt x="403346" y="287522"/>
                  </a:lnTo>
                  <a:lnTo>
                    <a:pt x="403338" y="287271"/>
                  </a:lnTo>
                  <a:lnTo>
                    <a:pt x="403328" y="286783"/>
                  </a:lnTo>
                  <a:lnTo>
                    <a:pt x="403336" y="286476"/>
                  </a:lnTo>
                  <a:lnTo>
                    <a:pt x="403349" y="286098"/>
                  </a:lnTo>
                  <a:lnTo>
                    <a:pt x="403360" y="285720"/>
                  </a:lnTo>
                  <a:lnTo>
                    <a:pt x="403368" y="285453"/>
                  </a:lnTo>
                  <a:lnTo>
                    <a:pt x="403377" y="285235"/>
                  </a:lnTo>
                  <a:lnTo>
                    <a:pt x="403385" y="285092"/>
                  </a:lnTo>
                  <a:lnTo>
                    <a:pt x="403411" y="284900"/>
                  </a:lnTo>
                  <a:lnTo>
                    <a:pt x="403453" y="284626"/>
                  </a:lnTo>
                  <a:lnTo>
                    <a:pt x="403381" y="284271"/>
                  </a:lnTo>
                  <a:lnTo>
                    <a:pt x="403307" y="283901"/>
                  </a:lnTo>
                  <a:lnTo>
                    <a:pt x="403231" y="283529"/>
                  </a:lnTo>
                  <a:lnTo>
                    <a:pt x="403182" y="283283"/>
                  </a:lnTo>
                  <a:lnTo>
                    <a:pt x="403080" y="282837"/>
                  </a:lnTo>
                  <a:lnTo>
                    <a:pt x="402956" y="282479"/>
                  </a:lnTo>
                  <a:lnTo>
                    <a:pt x="402830" y="282122"/>
                  </a:lnTo>
                  <a:lnTo>
                    <a:pt x="402705" y="281767"/>
                  </a:lnTo>
                  <a:lnTo>
                    <a:pt x="402624" y="281528"/>
                  </a:lnTo>
                  <a:lnTo>
                    <a:pt x="402372" y="280870"/>
                  </a:lnTo>
                  <a:lnTo>
                    <a:pt x="402272" y="280645"/>
                  </a:lnTo>
                  <a:lnTo>
                    <a:pt x="402151" y="280378"/>
                  </a:lnTo>
                  <a:lnTo>
                    <a:pt x="402046" y="280146"/>
                  </a:lnTo>
                  <a:lnTo>
                    <a:pt x="401941" y="279915"/>
                  </a:lnTo>
                  <a:lnTo>
                    <a:pt x="401850" y="279714"/>
                  </a:lnTo>
                  <a:lnTo>
                    <a:pt x="401756" y="279503"/>
                  </a:lnTo>
                  <a:lnTo>
                    <a:pt x="401633" y="279226"/>
                  </a:lnTo>
                  <a:lnTo>
                    <a:pt x="401568" y="279051"/>
                  </a:lnTo>
                  <a:lnTo>
                    <a:pt x="401479" y="278833"/>
                  </a:lnTo>
                  <a:lnTo>
                    <a:pt x="401413" y="278430"/>
                  </a:lnTo>
                  <a:lnTo>
                    <a:pt x="401598" y="278255"/>
                  </a:lnTo>
                  <a:lnTo>
                    <a:pt x="401967" y="277913"/>
                  </a:lnTo>
                  <a:lnTo>
                    <a:pt x="402426" y="277483"/>
                  </a:lnTo>
                  <a:lnTo>
                    <a:pt x="402796" y="277140"/>
                  </a:lnTo>
                  <a:lnTo>
                    <a:pt x="403168" y="276794"/>
                  </a:lnTo>
                  <a:lnTo>
                    <a:pt x="403536" y="276449"/>
                  </a:lnTo>
                  <a:lnTo>
                    <a:pt x="403907" y="276104"/>
                  </a:lnTo>
                  <a:lnTo>
                    <a:pt x="404183" y="275851"/>
                  </a:lnTo>
                  <a:lnTo>
                    <a:pt x="404461" y="275591"/>
                  </a:lnTo>
                  <a:lnTo>
                    <a:pt x="404739" y="275332"/>
                  </a:lnTo>
                  <a:lnTo>
                    <a:pt x="404923" y="275160"/>
                  </a:lnTo>
                  <a:lnTo>
                    <a:pt x="405251" y="273942"/>
                  </a:lnTo>
                  <a:lnTo>
                    <a:pt x="404693" y="273403"/>
                  </a:lnTo>
                  <a:lnTo>
                    <a:pt x="404618" y="273145"/>
                  </a:lnTo>
                  <a:lnTo>
                    <a:pt x="404660" y="272942"/>
                  </a:lnTo>
                  <a:lnTo>
                    <a:pt x="404704" y="272754"/>
                  </a:lnTo>
                  <a:lnTo>
                    <a:pt x="404435" y="272156"/>
                  </a:lnTo>
                  <a:lnTo>
                    <a:pt x="404659" y="271973"/>
                  </a:lnTo>
                  <a:lnTo>
                    <a:pt x="404875" y="271926"/>
                  </a:lnTo>
                  <a:lnTo>
                    <a:pt x="405073" y="271828"/>
                  </a:lnTo>
                  <a:lnTo>
                    <a:pt x="405004" y="271487"/>
                  </a:lnTo>
                  <a:lnTo>
                    <a:pt x="404971" y="271306"/>
                  </a:lnTo>
                  <a:lnTo>
                    <a:pt x="404659" y="270965"/>
                  </a:lnTo>
                  <a:lnTo>
                    <a:pt x="404354" y="270572"/>
                  </a:lnTo>
                  <a:lnTo>
                    <a:pt x="404257" y="270407"/>
                  </a:lnTo>
                  <a:lnTo>
                    <a:pt x="403943" y="270063"/>
                  </a:lnTo>
                  <a:lnTo>
                    <a:pt x="403440" y="269943"/>
                  </a:lnTo>
                  <a:lnTo>
                    <a:pt x="402969" y="269848"/>
                  </a:lnTo>
                  <a:lnTo>
                    <a:pt x="402649" y="269724"/>
                  </a:lnTo>
                  <a:lnTo>
                    <a:pt x="402436" y="269649"/>
                  </a:lnTo>
                  <a:lnTo>
                    <a:pt x="402066" y="269349"/>
                  </a:lnTo>
                  <a:lnTo>
                    <a:pt x="401890" y="269134"/>
                  </a:lnTo>
                  <a:lnTo>
                    <a:pt x="401664" y="268647"/>
                  </a:lnTo>
                  <a:lnTo>
                    <a:pt x="401541" y="268355"/>
                  </a:lnTo>
                  <a:lnTo>
                    <a:pt x="401468" y="268142"/>
                  </a:lnTo>
                  <a:lnTo>
                    <a:pt x="401171" y="267317"/>
                  </a:lnTo>
                  <a:lnTo>
                    <a:pt x="401014" y="266875"/>
                  </a:lnTo>
                  <a:lnTo>
                    <a:pt x="400617" y="265681"/>
                  </a:lnTo>
                  <a:lnTo>
                    <a:pt x="400376" y="265650"/>
                  </a:lnTo>
                  <a:lnTo>
                    <a:pt x="399843" y="265824"/>
                  </a:lnTo>
                  <a:lnTo>
                    <a:pt x="399713" y="265824"/>
                  </a:lnTo>
                  <a:lnTo>
                    <a:pt x="399521" y="265794"/>
                  </a:lnTo>
                  <a:lnTo>
                    <a:pt x="399266" y="265752"/>
                  </a:lnTo>
                  <a:lnTo>
                    <a:pt x="398872" y="265733"/>
                  </a:lnTo>
                  <a:lnTo>
                    <a:pt x="398588" y="265709"/>
                  </a:lnTo>
                  <a:lnTo>
                    <a:pt x="398289" y="265568"/>
                  </a:lnTo>
                  <a:lnTo>
                    <a:pt x="397995" y="265364"/>
                  </a:lnTo>
                  <a:lnTo>
                    <a:pt x="397505" y="264880"/>
                  </a:lnTo>
                  <a:lnTo>
                    <a:pt x="397221" y="264625"/>
                  </a:lnTo>
                  <a:lnTo>
                    <a:pt x="395889" y="263672"/>
                  </a:lnTo>
                  <a:lnTo>
                    <a:pt x="395570" y="263742"/>
                  </a:lnTo>
                  <a:lnTo>
                    <a:pt x="394740" y="263827"/>
                  </a:lnTo>
                  <a:lnTo>
                    <a:pt x="394539" y="263873"/>
                  </a:lnTo>
                  <a:lnTo>
                    <a:pt x="394238" y="263715"/>
                  </a:lnTo>
                  <a:lnTo>
                    <a:pt x="393875" y="263636"/>
                  </a:lnTo>
                  <a:lnTo>
                    <a:pt x="393462" y="263537"/>
                  </a:lnTo>
                  <a:lnTo>
                    <a:pt x="393149" y="263465"/>
                  </a:lnTo>
                  <a:lnTo>
                    <a:pt x="392907" y="263413"/>
                  </a:lnTo>
                  <a:lnTo>
                    <a:pt x="392699" y="263365"/>
                  </a:lnTo>
                  <a:lnTo>
                    <a:pt x="392228" y="263032"/>
                  </a:lnTo>
                  <a:lnTo>
                    <a:pt x="392187" y="262550"/>
                  </a:lnTo>
                  <a:lnTo>
                    <a:pt x="392121" y="262260"/>
                  </a:lnTo>
                  <a:lnTo>
                    <a:pt x="391660" y="262132"/>
                  </a:lnTo>
                  <a:lnTo>
                    <a:pt x="389687" y="259814"/>
                  </a:lnTo>
                  <a:lnTo>
                    <a:pt x="388813" y="259174"/>
                  </a:lnTo>
                  <a:lnTo>
                    <a:pt x="388380" y="258975"/>
                  </a:lnTo>
                  <a:lnTo>
                    <a:pt x="387917" y="258578"/>
                  </a:lnTo>
                  <a:lnTo>
                    <a:pt x="387764" y="258411"/>
                  </a:lnTo>
                  <a:lnTo>
                    <a:pt x="386945" y="257804"/>
                  </a:lnTo>
                  <a:lnTo>
                    <a:pt x="386530" y="257275"/>
                  </a:lnTo>
                  <a:lnTo>
                    <a:pt x="386267" y="256953"/>
                  </a:lnTo>
                  <a:lnTo>
                    <a:pt x="386162" y="256752"/>
                  </a:lnTo>
                  <a:lnTo>
                    <a:pt x="385687" y="256234"/>
                  </a:lnTo>
                  <a:lnTo>
                    <a:pt x="384938" y="255339"/>
                  </a:lnTo>
                  <a:lnTo>
                    <a:pt x="384225" y="254385"/>
                  </a:lnTo>
                  <a:lnTo>
                    <a:pt x="383943" y="254161"/>
                  </a:lnTo>
                  <a:lnTo>
                    <a:pt x="383587" y="253888"/>
                  </a:lnTo>
                  <a:lnTo>
                    <a:pt x="383038" y="253371"/>
                  </a:lnTo>
                  <a:lnTo>
                    <a:pt x="382683" y="253076"/>
                  </a:lnTo>
                  <a:lnTo>
                    <a:pt x="381247" y="251948"/>
                  </a:lnTo>
                  <a:lnTo>
                    <a:pt x="380923" y="251672"/>
                  </a:lnTo>
                  <a:lnTo>
                    <a:pt x="378183" y="249703"/>
                  </a:lnTo>
                  <a:lnTo>
                    <a:pt x="377102" y="249127"/>
                  </a:lnTo>
                  <a:lnTo>
                    <a:pt x="376949" y="249333"/>
                  </a:lnTo>
                  <a:lnTo>
                    <a:pt x="376672" y="249539"/>
                  </a:lnTo>
                  <a:lnTo>
                    <a:pt x="376452" y="249479"/>
                  </a:lnTo>
                  <a:lnTo>
                    <a:pt x="375976" y="249311"/>
                  </a:lnTo>
                  <a:lnTo>
                    <a:pt x="375788" y="249390"/>
                  </a:lnTo>
                  <a:lnTo>
                    <a:pt x="375603" y="249511"/>
                  </a:lnTo>
                  <a:lnTo>
                    <a:pt x="375533" y="249639"/>
                  </a:lnTo>
                  <a:lnTo>
                    <a:pt x="374589" y="249742"/>
                  </a:lnTo>
                  <a:lnTo>
                    <a:pt x="374267" y="249354"/>
                  </a:lnTo>
                  <a:lnTo>
                    <a:pt x="373771" y="248821"/>
                  </a:lnTo>
                  <a:lnTo>
                    <a:pt x="373641" y="248781"/>
                  </a:lnTo>
                  <a:lnTo>
                    <a:pt x="373338" y="248533"/>
                  </a:lnTo>
                  <a:lnTo>
                    <a:pt x="373211" y="248449"/>
                  </a:lnTo>
                  <a:lnTo>
                    <a:pt x="372712" y="248060"/>
                  </a:lnTo>
                  <a:lnTo>
                    <a:pt x="372444" y="247753"/>
                  </a:lnTo>
                  <a:lnTo>
                    <a:pt x="371524" y="245858"/>
                  </a:lnTo>
                  <a:lnTo>
                    <a:pt x="369531" y="242657"/>
                  </a:lnTo>
                  <a:lnTo>
                    <a:pt x="369489" y="242524"/>
                  </a:lnTo>
                  <a:lnTo>
                    <a:pt x="369502" y="240901"/>
                  </a:lnTo>
                  <a:lnTo>
                    <a:pt x="369561" y="240624"/>
                  </a:lnTo>
                  <a:lnTo>
                    <a:pt x="369628" y="240368"/>
                  </a:lnTo>
                  <a:lnTo>
                    <a:pt x="369841" y="239955"/>
                  </a:lnTo>
                  <a:lnTo>
                    <a:pt x="370026" y="239650"/>
                  </a:lnTo>
                  <a:lnTo>
                    <a:pt x="370224" y="239272"/>
                  </a:lnTo>
                  <a:lnTo>
                    <a:pt x="370495" y="238709"/>
                  </a:lnTo>
                  <a:lnTo>
                    <a:pt x="371093" y="238064"/>
                  </a:lnTo>
                  <a:lnTo>
                    <a:pt x="370893" y="237721"/>
                  </a:lnTo>
                  <a:lnTo>
                    <a:pt x="370790" y="237541"/>
                  </a:lnTo>
                  <a:lnTo>
                    <a:pt x="370380" y="236816"/>
                  </a:lnTo>
                  <a:lnTo>
                    <a:pt x="370207" y="236494"/>
                  </a:lnTo>
                  <a:lnTo>
                    <a:pt x="370108" y="236301"/>
                  </a:lnTo>
                  <a:lnTo>
                    <a:pt x="370027" y="236152"/>
                  </a:lnTo>
                  <a:lnTo>
                    <a:pt x="369947" y="236007"/>
                  </a:lnTo>
                  <a:lnTo>
                    <a:pt x="369809" y="235753"/>
                  </a:lnTo>
                  <a:lnTo>
                    <a:pt x="369531" y="235241"/>
                  </a:lnTo>
                  <a:lnTo>
                    <a:pt x="369357" y="234930"/>
                  </a:lnTo>
                  <a:lnTo>
                    <a:pt x="369271" y="234788"/>
                  </a:lnTo>
                  <a:lnTo>
                    <a:pt x="369102" y="234482"/>
                  </a:lnTo>
                  <a:lnTo>
                    <a:pt x="369016" y="234324"/>
                  </a:lnTo>
                  <a:lnTo>
                    <a:pt x="368917" y="234141"/>
                  </a:lnTo>
                  <a:lnTo>
                    <a:pt x="368831" y="233984"/>
                  </a:lnTo>
                  <a:lnTo>
                    <a:pt x="368576" y="233540"/>
                  </a:lnTo>
                  <a:lnTo>
                    <a:pt x="368437" y="233289"/>
                  </a:lnTo>
                  <a:lnTo>
                    <a:pt x="368241" y="232942"/>
                  </a:lnTo>
                  <a:lnTo>
                    <a:pt x="368006" y="232504"/>
                  </a:lnTo>
                  <a:lnTo>
                    <a:pt x="367927" y="232358"/>
                  </a:lnTo>
                  <a:lnTo>
                    <a:pt x="367847" y="232210"/>
                  </a:lnTo>
                  <a:lnTo>
                    <a:pt x="367755" y="232052"/>
                  </a:lnTo>
                  <a:lnTo>
                    <a:pt x="367414" y="231432"/>
                  </a:lnTo>
                  <a:lnTo>
                    <a:pt x="367302" y="231234"/>
                  </a:lnTo>
                  <a:lnTo>
                    <a:pt x="367025" y="230713"/>
                  </a:lnTo>
                  <a:lnTo>
                    <a:pt x="366862" y="230424"/>
                  </a:lnTo>
                  <a:lnTo>
                    <a:pt x="366506" y="229735"/>
                  </a:lnTo>
                  <a:lnTo>
                    <a:pt x="366379" y="229405"/>
                  </a:lnTo>
                  <a:lnTo>
                    <a:pt x="366237" y="229034"/>
                  </a:lnTo>
                  <a:lnTo>
                    <a:pt x="366172" y="228863"/>
                  </a:lnTo>
                  <a:lnTo>
                    <a:pt x="366017" y="228443"/>
                  </a:lnTo>
                  <a:lnTo>
                    <a:pt x="365792" y="227863"/>
                  </a:lnTo>
                  <a:lnTo>
                    <a:pt x="365703" y="227637"/>
                  </a:lnTo>
                  <a:lnTo>
                    <a:pt x="365529" y="227244"/>
                  </a:lnTo>
                  <a:lnTo>
                    <a:pt x="365457" y="227068"/>
                  </a:lnTo>
                  <a:lnTo>
                    <a:pt x="365310" y="226728"/>
                  </a:lnTo>
                  <a:lnTo>
                    <a:pt x="365223" y="226524"/>
                  </a:lnTo>
                  <a:lnTo>
                    <a:pt x="365083" y="226135"/>
                  </a:lnTo>
                  <a:lnTo>
                    <a:pt x="365010" y="225904"/>
                  </a:lnTo>
                  <a:lnTo>
                    <a:pt x="364694" y="225038"/>
                  </a:lnTo>
                  <a:lnTo>
                    <a:pt x="364628" y="224866"/>
                  </a:lnTo>
                  <a:lnTo>
                    <a:pt x="364499" y="224557"/>
                  </a:lnTo>
                  <a:lnTo>
                    <a:pt x="364312" y="224068"/>
                  </a:lnTo>
                  <a:lnTo>
                    <a:pt x="364195" y="223797"/>
                  </a:lnTo>
                  <a:lnTo>
                    <a:pt x="364099" y="223510"/>
                  </a:lnTo>
                  <a:lnTo>
                    <a:pt x="364042" y="223378"/>
                  </a:lnTo>
                  <a:lnTo>
                    <a:pt x="363865" y="222964"/>
                  </a:lnTo>
                  <a:lnTo>
                    <a:pt x="363724" y="222704"/>
                  </a:lnTo>
                  <a:lnTo>
                    <a:pt x="363623" y="222496"/>
                  </a:lnTo>
                  <a:lnTo>
                    <a:pt x="363521" y="222289"/>
                  </a:lnTo>
                  <a:lnTo>
                    <a:pt x="363427" y="222096"/>
                  </a:lnTo>
                  <a:lnTo>
                    <a:pt x="363357" y="221968"/>
                  </a:lnTo>
                  <a:lnTo>
                    <a:pt x="363144" y="221506"/>
                  </a:lnTo>
                  <a:lnTo>
                    <a:pt x="362873" y="220729"/>
                  </a:lnTo>
                  <a:lnTo>
                    <a:pt x="362846" y="220571"/>
                  </a:lnTo>
                  <a:lnTo>
                    <a:pt x="362718" y="220054"/>
                  </a:lnTo>
                  <a:lnTo>
                    <a:pt x="362680" y="219867"/>
                  </a:lnTo>
                  <a:lnTo>
                    <a:pt x="362580" y="219483"/>
                  </a:lnTo>
                  <a:lnTo>
                    <a:pt x="362561" y="219333"/>
                  </a:lnTo>
                  <a:lnTo>
                    <a:pt x="362562" y="219060"/>
                  </a:lnTo>
                  <a:lnTo>
                    <a:pt x="362486" y="218559"/>
                  </a:lnTo>
                  <a:lnTo>
                    <a:pt x="362293" y="217839"/>
                  </a:lnTo>
                  <a:lnTo>
                    <a:pt x="362241" y="217614"/>
                  </a:lnTo>
                  <a:lnTo>
                    <a:pt x="362136" y="217333"/>
                  </a:lnTo>
                  <a:lnTo>
                    <a:pt x="362068" y="217125"/>
                  </a:lnTo>
                  <a:lnTo>
                    <a:pt x="361479" y="216245"/>
                  </a:lnTo>
                  <a:lnTo>
                    <a:pt x="361276" y="216065"/>
                  </a:lnTo>
                  <a:lnTo>
                    <a:pt x="360680" y="215132"/>
                  </a:lnTo>
                  <a:lnTo>
                    <a:pt x="360589" y="214946"/>
                  </a:lnTo>
                  <a:lnTo>
                    <a:pt x="360376" y="214289"/>
                  </a:lnTo>
                  <a:lnTo>
                    <a:pt x="360312" y="213922"/>
                  </a:lnTo>
                  <a:lnTo>
                    <a:pt x="360275" y="213738"/>
                  </a:lnTo>
                  <a:lnTo>
                    <a:pt x="360223" y="213517"/>
                  </a:lnTo>
                  <a:lnTo>
                    <a:pt x="360131" y="213194"/>
                  </a:lnTo>
                  <a:lnTo>
                    <a:pt x="360061" y="212952"/>
                  </a:lnTo>
                  <a:lnTo>
                    <a:pt x="359780" y="212433"/>
                  </a:lnTo>
                  <a:lnTo>
                    <a:pt x="359674" y="212049"/>
                  </a:lnTo>
                  <a:lnTo>
                    <a:pt x="359599" y="211739"/>
                  </a:lnTo>
                  <a:lnTo>
                    <a:pt x="359379" y="211313"/>
                  </a:lnTo>
                  <a:lnTo>
                    <a:pt x="359163" y="210957"/>
                  </a:lnTo>
                  <a:lnTo>
                    <a:pt x="358899" y="210595"/>
                  </a:lnTo>
                  <a:lnTo>
                    <a:pt x="358793" y="210357"/>
                  </a:lnTo>
                  <a:lnTo>
                    <a:pt x="358586" y="209913"/>
                  </a:lnTo>
                  <a:lnTo>
                    <a:pt x="358411" y="209512"/>
                  </a:lnTo>
                  <a:lnTo>
                    <a:pt x="358366" y="209361"/>
                  </a:lnTo>
                  <a:lnTo>
                    <a:pt x="358240" y="209081"/>
                  </a:lnTo>
                  <a:lnTo>
                    <a:pt x="358128" y="208787"/>
                  </a:lnTo>
                  <a:lnTo>
                    <a:pt x="358046" y="208659"/>
                  </a:lnTo>
                  <a:lnTo>
                    <a:pt x="357913" y="208275"/>
                  </a:lnTo>
                  <a:lnTo>
                    <a:pt x="357804" y="208021"/>
                  </a:lnTo>
                  <a:lnTo>
                    <a:pt x="357763" y="206709"/>
                  </a:lnTo>
                  <a:lnTo>
                    <a:pt x="357756" y="206523"/>
                  </a:lnTo>
                  <a:lnTo>
                    <a:pt x="357737" y="206092"/>
                  </a:lnTo>
                  <a:lnTo>
                    <a:pt x="357756" y="205598"/>
                  </a:lnTo>
                  <a:lnTo>
                    <a:pt x="357731" y="205418"/>
                  </a:lnTo>
                  <a:lnTo>
                    <a:pt x="357687" y="204951"/>
                  </a:lnTo>
                  <a:lnTo>
                    <a:pt x="357688" y="204626"/>
                  </a:lnTo>
                  <a:lnTo>
                    <a:pt x="357657" y="204454"/>
                  </a:lnTo>
                  <a:lnTo>
                    <a:pt x="357612" y="204083"/>
                  </a:lnTo>
                  <a:lnTo>
                    <a:pt x="357615" y="203562"/>
                  </a:lnTo>
                  <a:lnTo>
                    <a:pt x="357580" y="203273"/>
                  </a:lnTo>
                  <a:lnTo>
                    <a:pt x="357550" y="203107"/>
                  </a:lnTo>
                  <a:lnTo>
                    <a:pt x="357533" y="202891"/>
                  </a:lnTo>
                  <a:lnTo>
                    <a:pt x="357544" y="202536"/>
                  </a:lnTo>
                  <a:lnTo>
                    <a:pt x="357557" y="201784"/>
                  </a:lnTo>
                  <a:lnTo>
                    <a:pt x="357519" y="201577"/>
                  </a:lnTo>
                  <a:lnTo>
                    <a:pt x="357500" y="201391"/>
                  </a:lnTo>
                  <a:lnTo>
                    <a:pt x="357488" y="201158"/>
                  </a:lnTo>
                  <a:lnTo>
                    <a:pt x="357485" y="200878"/>
                  </a:lnTo>
                  <a:lnTo>
                    <a:pt x="357447" y="200681"/>
                  </a:lnTo>
                  <a:lnTo>
                    <a:pt x="357415" y="200549"/>
                  </a:lnTo>
                  <a:lnTo>
                    <a:pt x="357335" y="200068"/>
                  </a:lnTo>
                  <a:lnTo>
                    <a:pt x="357243" y="199671"/>
                  </a:lnTo>
                  <a:lnTo>
                    <a:pt x="357168" y="199328"/>
                  </a:lnTo>
                  <a:lnTo>
                    <a:pt x="357076" y="198751"/>
                  </a:lnTo>
                  <a:lnTo>
                    <a:pt x="357076" y="198414"/>
                  </a:lnTo>
                  <a:lnTo>
                    <a:pt x="357092" y="198042"/>
                  </a:lnTo>
                  <a:lnTo>
                    <a:pt x="357111" y="197660"/>
                  </a:lnTo>
                  <a:lnTo>
                    <a:pt x="357127" y="197292"/>
                  </a:lnTo>
                  <a:lnTo>
                    <a:pt x="357114" y="197095"/>
                  </a:lnTo>
                  <a:lnTo>
                    <a:pt x="357149" y="196789"/>
                  </a:lnTo>
                  <a:lnTo>
                    <a:pt x="357118" y="196633"/>
                  </a:lnTo>
                  <a:lnTo>
                    <a:pt x="357061" y="196392"/>
                  </a:lnTo>
                  <a:lnTo>
                    <a:pt x="357035" y="196237"/>
                  </a:lnTo>
                  <a:lnTo>
                    <a:pt x="357075" y="195952"/>
                  </a:lnTo>
                  <a:lnTo>
                    <a:pt x="356981" y="195560"/>
                  </a:lnTo>
                  <a:lnTo>
                    <a:pt x="356932" y="195338"/>
                  </a:lnTo>
                  <a:lnTo>
                    <a:pt x="356897" y="194909"/>
                  </a:lnTo>
                  <a:lnTo>
                    <a:pt x="356852" y="194741"/>
                  </a:lnTo>
                  <a:lnTo>
                    <a:pt x="356770" y="194409"/>
                  </a:lnTo>
                  <a:lnTo>
                    <a:pt x="356725" y="193859"/>
                  </a:lnTo>
                  <a:lnTo>
                    <a:pt x="356718" y="193615"/>
                  </a:lnTo>
                  <a:lnTo>
                    <a:pt x="356688" y="193082"/>
                  </a:lnTo>
                  <a:lnTo>
                    <a:pt x="356627" y="192732"/>
                  </a:lnTo>
                  <a:lnTo>
                    <a:pt x="356609" y="192580"/>
                  </a:lnTo>
                  <a:lnTo>
                    <a:pt x="356579" y="192272"/>
                  </a:lnTo>
                  <a:lnTo>
                    <a:pt x="356614" y="191527"/>
                  </a:lnTo>
                  <a:lnTo>
                    <a:pt x="356612" y="191284"/>
                  </a:lnTo>
                  <a:lnTo>
                    <a:pt x="356577" y="190865"/>
                  </a:lnTo>
                  <a:lnTo>
                    <a:pt x="356568" y="190715"/>
                  </a:lnTo>
                  <a:lnTo>
                    <a:pt x="356533" y="190480"/>
                  </a:lnTo>
                  <a:lnTo>
                    <a:pt x="356511" y="190308"/>
                  </a:lnTo>
                  <a:lnTo>
                    <a:pt x="356520" y="190097"/>
                  </a:lnTo>
                  <a:lnTo>
                    <a:pt x="356441" y="187679"/>
                  </a:lnTo>
                  <a:lnTo>
                    <a:pt x="356436" y="187459"/>
                  </a:lnTo>
                  <a:lnTo>
                    <a:pt x="356431" y="187318"/>
                  </a:lnTo>
                  <a:lnTo>
                    <a:pt x="356349" y="186638"/>
                  </a:lnTo>
                  <a:lnTo>
                    <a:pt x="356268" y="186116"/>
                  </a:lnTo>
                  <a:lnTo>
                    <a:pt x="356114" y="185459"/>
                  </a:lnTo>
                  <a:lnTo>
                    <a:pt x="356164" y="185142"/>
                  </a:lnTo>
                  <a:lnTo>
                    <a:pt x="356199" y="184221"/>
                  </a:lnTo>
                  <a:lnTo>
                    <a:pt x="356133" y="184023"/>
                  </a:lnTo>
                  <a:lnTo>
                    <a:pt x="356055" y="183543"/>
                  </a:lnTo>
                  <a:lnTo>
                    <a:pt x="356083" y="183249"/>
                  </a:lnTo>
                  <a:lnTo>
                    <a:pt x="356099" y="182776"/>
                  </a:lnTo>
                  <a:lnTo>
                    <a:pt x="356117" y="182393"/>
                  </a:lnTo>
                  <a:lnTo>
                    <a:pt x="356239" y="181973"/>
                  </a:lnTo>
                  <a:lnTo>
                    <a:pt x="356344" y="181581"/>
                  </a:lnTo>
                  <a:lnTo>
                    <a:pt x="356412" y="181426"/>
                  </a:lnTo>
                  <a:lnTo>
                    <a:pt x="356633" y="180808"/>
                  </a:lnTo>
                  <a:lnTo>
                    <a:pt x="356621" y="180532"/>
                  </a:lnTo>
                  <a:lnTo>
                    <a:pt x="356549" y="180136"/>
                  </a:lnTo>
                  <a:lnTo>
                    <a:pt x="356484" y="179336"/>
                  </a:lnTo>
                  <a:lnTo>
                    <a:pt x="356406" y="178706"/>
                  </a:lnTo>
                  <a:lnTo>
                    <a:pt x="356203" y="177985"/>
                  </a:lnTo>
                  <a:lnTo>
                    <a:pt x="356064" y="177369"/>
                  </a:lnTo>
                  <a:lnTo>
                    <a:pt x="356022" y="177208"/>
                  </a:lnTo>
                  <a:lnTo>
                    <a:pt x="355982" y="177057"/>
                  </a:lnTo>
                  <a:lnTo>
                    <a:pt x="355962" y="176865"/>
                  </a:lnTo>
                  <a:lnTo>
                    <a:pt x="355919" y="176505"/>
                  </a:lnTo>
                  <a:lnTo>
                    <a:pt x="355856" y="176195"/>
                  </a:lnTo>
                  <a:lnTo>
                    <a:pt x="355959" y="175758"/>
                  </a:lnTo>
                  <a:lnTo>
                    <a:pt x="355884" y="175607"/>
                  </a:lnTo>
                  <a:lnTo>
                    <a:pt x="355719" y="175274"/>
                  </a:lnTo>
                  <a:lnTo>
                    <a:pt x="355418" y="174974"/>
                  </a:lnTo>
                  <a:lnTo>
                    <a:pt x="355314" y="174531"/>
                  </a:lnTo>
                  <a:lnTo>
                    <a:pt x="355212" y="173438"/>
                  </a:lnTo>
                  <a:lnTo>
                    <a:pt x="355180" y="173051"/>
                  </a:lnTo>
                  <a:lnTo>
                    <a:pt x="355158" y="172441"/>
                  </a:lnTo>
                  <a:lnTo>
                    <a:pt x="355032" y="171391"/>
                  </a:lnTo>
                  <a:lnTo>
                    <a:pt x="355029" y="171132"/>
                  </a:lnTo>
                  <a:lnTo>
                    <a:pt x="354977" y="170784"/>
                  </a:lnTo>
                  <a:lnTo>
                    <a:pt x="354962" y="170596"/>
                  </a:lnTo>
                  <a:lnTo>
                    <a:pt x="354931" y="170307"/>
                  </a:lnTo>
                  <a:lnTo>
                    <a:pt x="354920" y="170153"/>
                  </a:lnTo>
                  <a:lnTo>
                    <a:pt x="354861" y="169787"/>
                  </a:lnTo>
                  <a:lnTo>
                    <a:pt x="354926" y="169630"/>
                  </a:lnTo>
                  <a:lnTo>
                    <a:pt x="354943" y="169388"/>
                  </a:lnTo>
                  <a:lnTo>
                    <a:pt x="354968" y="169248"/>
                  </a:lnTo>
                  <a:lnTo>
                    <a:pt x="354943" y="169032"/>
                  </a:lnTo>
                  <a:lnTo>
                    <a:pt x="354723" y="168341"/>
                  </a:lnTo>
                  <a:lnTo>
                    <a:pt x="352997" y="166840"/>
                  </a:lnTo>
                  <a:lnTo>
                    <a:pt x="352602" y="166500"/>
                  </a:lnTo>
                  <a:lnTo>
                    <a:pt x="352357" y="166289"/>
                  </a:lnTo>
                  <a:lnTo>
                    <a:pt x="351985" y="165976"/>
                  </a:lnTo>
                  <a:lnTo>
                    <a:pt x="351585" y="165637"/>
                  </a:lnTo>
                  <a:lnTo>
                    <a:pt x="351048" y="165058"/>
                  </a:lnTo>
                  <a:lnTo>
                    <a:pt x="349077" y="159339"/>
                  </a:lnTo>
                  <a:lnTo>
                    <a:pt x="348723" y="159195"/>
                  </a:lnTo>
                  <a:lnTo>
                    <a:pt x="348494" y="159091"/>
                  </a:lnTo>
                  <a:lnTo>
                    <a:pt x="348151" y="158921"/>
                  </a:lnTo>
                  <a:lnTo>
                    <a:pt x="347998" y="158856"/>
                  </a:lnTo>
                  <a:lnTo>
                    <a:pt x="347837" y="158778"/>
                  </a:lnTo>
                  <a:lnTo>
                    <a:pt x="347669" y="158609"/>
                  </a:lnTo>
                  <a:lnTo>
                    <a:pt x="347608" y="158312"/>
                  </a:lnTo>
                  <a:lnTo>
                    <a:pt x="347565" y="158059"/>
                  </a:lnTo>
                  <a:lnTo>
                    <a:pt x="347539" y="157835"/>
                  </a:lnTo>
                  <a:lnTo>
                    <a:pt x="347522" y="157699"/>
                  </a:lnTo>
                  <a:lnTo>
                    <a:pt x="347587" y="157490"/>
                  </a:lnTo>
                  <a:lnTo>
                    <a:pt x="347541" y="157318"/>
                  </a:lnTo>
                  <a:lnTo>
                    <a:pt x="347505" y="156907"/>
                  </a:lnTo>
                  <a:lnTo>
                    <a:pt x="347440" y="156656"/>
                  </a:lnTo>
                  <a:lnTo>
                    <a:pt x="347399" y="156493"/>
                  </a:lnTo>
                  <a:lnTo>
                    <a:pt x="347356" y="156340"/>
                  </a:lnTo>
                  <a:lnTo>
                    <a:pt x="347312" y="156189"/>
                  </a:lnTo>
                  <a:lnTo>
                    <a:pt x="347243" y="155975"/>
                  </a:lnTo>
                  <a:lnTo>
                    <a:pt x="347196" y="155817"/>
                  </a:lnTo>
                  <a:lnTo>
                    <a:pt x="347123" y="155569"/>
                  </a:lnTo>
                  <a:lnTo>
                    <a:pt x="347078" y="155432"/>
                  </a:lnTo>
                  <a:lnTo>
                    <a:pt x="347005" y="155198"/>
                  </a:lnTo>
                  <a:lnTo>
                    <a:pt x="346920" y="154868"/>
                  </a:lnTo>
                  <a:lnTo>
                    <a:pt x="346831" y="154521"/>
                  </a:lnTo>
                  <a:lnTo>
                    <a:pt x="346777" y="154350"/>
                  </a:lnTo>
                  <a:lnTo>
                    <a:pt x="346722" y="154143"/>
                  </a:lnTo>
                  <a:lnTo>
                    <a:pt x="346683" y="153827"/>
                  </a:lnTo>
                  <a:lnTo>
                    <a:pt x="346628" y="153674"/>
                  </a:lnTo>
                  <a:lnTo>
                    <a:pt x="346585" y="153501"/>
                  </a:lnTo>
                  <a:lnTo>
                    <a:pt x="346557" y="153104"/>
                  </a:lnTo>
                  <a:lnTo>
                    <a:pt x="346266" y="152053"/>
                  </a:lnTo>
                  <a:lnTo>
                    <a:pt x="346213" y="151884"/>
                  </a:lnTo>
                  <a:lnTo>
                    <a:pt x="346117" y="151591"/>
                  </a:lnTo>
                  <a:lnTo>
                    <a:pt x="346065" y="151436"/>
                  </a:lnTo>
                  <a:lnTo>
                    <a:pt x="345990" y="151022"/>
                  </a:lnTo>
                  <a:lnTo>
                    <a:pt x="345965" y="150556"/>
                  </a:lnTo>
                  <a:lnTo>
                    <a:pt x="345932" y="150401"/>
                  </a:lnTo>
                  <a:lnTo>
                    <a:pt x="345898" y="150261"/>
                  </a:lnTo>
                  <a:lnTo>
                    <a:pt x="345854" y="149958"/>
                  </a:lnTo>
                  <a:lnTo>
                    <a:pt x="345784" y="149651"/>
                  </a:lnTo>
                  <a:lnTo>
                    <a:pt x="345683" y="149181"/>
                  </a:lnTo>
                  <a:lnTo>
                    <a:pt x="345655" y="149052"/>
                  </a:lnTo>
                  <a:lnTo>
                    <a:pt x="345554" y="148581"/>
                  </a:lnTo>
                  <a:lnTo>
                    <a:pt x="345178" y="147429"/>
                  </a:lnTo>
                  <a:lnTo>
                    <a:pt x="345151" y="147282"/>
                  </a:lnTo>
                  <a:lnTo>
                    <a:pt x="344893" y="146076"/>
                  </a:lnTo>
                  <a:lnTo>
                    <a:pt x="344353" y="144891"/>
                  </a:lnTo>
                  <a:lnTo>
                    <a:pt x="343891" y="144012"/>
                  </a:lnTo>
                  <a:lnTo>
                    <a:pt x="343516" y="143299"/>
                  </a:lnTo>
                  <a:lnTo>
                    <a:pt x="343221" y="142707"/>
                  </a:lnTo>
                  <a:lnTo>
                    <a:pt x="342940" y="142119"/>
                  </a:lnTo>
                  <a:lnTo>
                    <a:pt x="342872" y="141978"/>
                  </a:lnTo>
                  <a:lnTo>
                    <a:pt x="342802" y="141832"/>
                  </a:lnTo>
                  <a:lnTo>
                    <a:pt x="342700" y="141618"/>
                  </a:lnTo>
                  <a:lnTo>
                    <a:pt x="342549" y="141303"/>
                  </a:lnTo>
                  <a:lnTo>
                    <a:pt x="342462" y="141122"/>
                  </a:lnTo>
                  <a:lnTo>
                    <a:pt x="342292" y="140767"/>
                  </a:lnTo>
                  <a:lnTo>
                    <a:pt x="341980" y="140114"/>
                  </a:lnTo>
                  <a:lnTo>
                    <a:pt x="341449" y="139208"/>
                  </a:lnTo>
                  <a:lnTo>
                    <a:pt x="341161" y="139156"/>
                  </a:lnTo>
                  <a:lnTo>
                    <a:pt x="340965" y="139133"/>
                  </a:lnTo>
                  <a:lnTo>
                    <a:pt x="340581" y="139002"/>
                  </a:lnTo>
                  <a:lnTo>
                    <a:pt x="340434" y="138949"/>
                  </a:lnTo>
                  <a:lnTo>
                    <a:pt x="340299" y="138913"/>
                  </a:lnTo>
                  <a:lnTo>
                    <a:pt x="339821" y="138783"/>
                  </a:lnTo>
                  <a:lnTo>
                    <a:pt x="339569" y="138772"/>
                  </a:lnTo>
                  <a:lnTo>
                    <a:pt x="339158" y="138706"/>
                  </a:lnTo>
                  <a:lnTo>
                    <a:pt x="338889" y="138668"/>
                  </a:lnTo>
                  <a:lnTo>
                    <a:pt x="338504" y="138561"/>
                  </a:lnTo>
                  <a:lnTo>
                    <a:pt x="338173" y="138463"/>
                  </a:lnTo>
                  <a:lnTo>
                    <a:pt x="337860" y="138404"/>
                  </a:lnTo>
                  <a:lnTo>
                    <a:pt x="337624" y="138348"/>
                  </a:lnTo>
                  <a:lnTo>
                    <a:pt x="337245" y="138164"/>
                  </a:lnTo>
                  <a:lnTo>
                    <a:pt x="337106" y="138061"/>
                  </a:lnTo>
                  <a:lnTo>
                    <a:pt x="336942" y="137990"/>
                  </a:lnTo>
                  <a:lnTo>
                    <a:pt x="336464" y="137854"/>
                  </a:lnTo>
                  <a:lnTo>
                    <a:pt x="336177" y="137818"/>
                  </a:lnTo>
                  <a:lnTo>
                    <a:pt x="336030" y="137795"/>
                  </a:lnTo>
                  <a:lnTo>
                    <a:pt x="335789" y="137783"/>
                  </a:lnTo>
                  <a:lnTo>
                    <a:pt x="335548" y="137701"/>
                  </a:lnTo>
                  <a:lnTo>
                    <a:pt x="335377" y="137662"/>
                  </a:lnTo>
                  <a:lnTo>
                    <a:pt x="334851" y="137498"/>
                  </a:lnTo>
                  <a:lnTo>
                    <a:pt x="334588" y="137429"/>
                  </a:lnTo>
                  <a:lnTo>
                    <a:pt x="334323" y="137371"/>
                  </a:lnTo>
                  <a:lnTo>
                    <a:pt x="334076" y="137307"/>
                  </a:lnTo>
                  <a:lnTo>
                    <a:pt x="333860" y="137232"/>
                  </a:lnTo>
                  <a:lnTo>
                    <a:pt x="333726" y="137194"/>
                  </a:lnTo>
                  <a:lnTo>
                    <a:pt x="333439" y="137148"/>
                  </a:lnTo>
                  <a:lnTo>
                    <a:pt x="332794" y="137048"/>
                  </a:lnTo>
                  <a:lnTo>
                    <a:pt x="332339" y="137021"/>
                  </a:lnTo>
                  <a:lnTo>
                    <a:pt x="332190" y="137052"/>
                  </a:lnTo>
                  <a:lnTo>
                    <a:pt x="332047" y="137091"/>
                  </a:lnTo>
                  <a:lnTo>
                    <a:pt x="331615" y="137164"/>
                  </a:lnTo>
                  <a:lnTo>
                    <a:pt x="331463" y="137156"/>
                  </a:lnTo>
                  <a:lnTo>
                    <a:pt x="331323" y="137159"/>
                  </a:lnTo>
                  <a:lnTo>
                    <a:pt x="331039" y="137177"/>
                  </a:lnTo>
                  <a:lnTo>
                    <a:pt x="330725" y="137195"/>
                  </a:lnTo>
                  <a:lnTo>
                    <a:pt x="330331" y="137281"/>
                  </a:lnTo>
                  <a:lnTo>
                    <a:pt x="330083" y="137300"/>
                  </a:lnTo>
                  <a:lnTo>
                    <a:pt x="329955" y="137304"/>
                  </a:lnTo>
                  <a:lnTo>
                    <a:pt x="329778" y="137308"/>
                  </a:lnTo>
                  <a:lnTo>
                    <a:pt x="329601" y="137296"/>
                  </a:lnTo>
                  <a:lnTo>
                    <a:pt x="329117" y="137326"/>
                  </a:lnTo>
                  <a:lnTo>
                    <a:pt x="328854" y="137374"/>
                  </a:lnTo>
                  <a:lnTo>
                    <a:pt x="328315" y="137386"/>
                  </a:lnTo>
                  <a:lnTo>
                    <a:pt x="328150" y="137410"/>
                  </a:lnTo>
                  <a:lnTo>
                    <a:pt x="327600" y="137408"/>
                  </a:lnTo>
                  <a:lnTo>
                    <a:pt x="327285" y="137530"/>
                  </a:lnTo>
                  <a:lnTo>
                    <a:pt x="327121" y="137649"/>
                  </a:lnTo>
                  <a:lnTo>
                    <a:pt x="326943" y="137753"/>
                  </a:lnTo>
                  <a:lnTo>
                    <a:pt x="326615" y="137639"/>
                  </a:lnTo>
                  <a:lnTo>
                    <a:pt x="325649" y="137441"/>
                  </a:lnTo>
                  <a:lnTo>
                    <a:pt x="325490" y="137415"/>
                  </a:lnTo>
                  <a:lnTo>
                    <a:pt x="324989" y="137226"/>
                  </a:lnTo>
                  <a:lnTo>
                    <a:pt x="324683" y="137362"/>
                  </a:lnTo>
                  <a:lnTo>
                    <a:pt x="324751" y="137671"/>
                  </a:lnTo>
                  <a:lnTo>
                    <a:pt x="324767" y="137872"/>
                  </a:lnTo>
                  <a:lnTo>
                    <a:pt x="324799" y="138057"/>
                  </a:lnTo>
                  <a:lnTo>
                    <a:pt x="324856" y="138201"/>
                  </a:lnTo>
                  <a:lnTo>
                    <a:pt x="324946" y="138399"/>
                  </a:lnTo>
                  <a:lnTo>
                    <a:pt x="325088" y="138661"/>
                  </a:lnTo>
                  <a:lnTo>
                    <a:pt x="325171" y="138813"/>
                  </a:lnTo>
                  <a:lnTo>
                    <a:pt x="323846" y="148637"/>
                  </a:lnTo>
                  <a:lnTo>
                    <a:pt x="323452" y="148858"/>
                  </a:lnTo>
                  <a:lnTo>
                    <a:pt x="322302" y="149454"/>
                  </a:lnTo>
                  <a:lnTo>
                    <a:pt x="321566" y="149803"/>
                  </a:lnTo>
                  <a:lnTo>
                    <a:pt x="317646" y="153370"/>
                  </a:lnTo>
                  <a:lnTo>
                    <a:pt x="317501" y="153485"/>
                  </a:lnTo>
                  <a:lnTo>
                    <a:pt x="317242" y="153786"/>
                  </a:lnTo>
                  <a:lnTo>
                    <a:pt x="316031" y="149177"/>
                  </a:lnTo>
                  <a:lnTo>
                    <a:pt x="314819" y="150517"/>
                  </a:lnTo>
                  <a:lnTo>
                    <a:pt x="314629" y="150728"/>
                  </a:lnTo>
                  <a:lnTo>
                    <a:pt x="314460" y="150942"/>
                  </a:lnTo>
                  <a:lnTo>
                    <a:pt x="314144" y="151537"/>
                  </a:lnTo>
                  <a:lnTo>
                    <a:pt x="314007" y="151797"/>
                  </a:lnTo>
                  <a:lnTo>
                    <a:pt x="313630" y="152569"/>
                  </a:lnTo>
                  <a:lnTo>
                    <a:pt x="313453" y="152956"/>
                  </a:lnTo>
                  <a:lnTo>
                    <a:pt x="313357" y="153177"/>
                  </a:lnTo>
                  <a:lnTo>
                    <a:pt x="313140" y="153541"/>
                  </a:lnTo>
                  <a:lnTo>
                    <a:pt x="312954" y="153861"/>
                  </a:lnTo>
                  <a:lnTo>
                    <a:pt x="312851" y="154050"/>
                  </a:lnTo>
                  <a:lnTo>
                    <a:pt x="312747" y="154252"/>
                  </a:lnTo>
                  <a:lnTo>
                    <a:pt x="312606" y="154498"/>
                  </a:lnTo>
                  <a:lnTo>
                    <a:pt x="312487" y="154711"/>
                  </a:lnTo>
                  <a:lnTo>
                    <a:pt x="312281" y="155071"/>
                  </a:lnTo>
                  <a:lnTo>
                    <a:pt x="312202" y="155208"/>
                  </a:lnTo>
                  <a:lnTo>
                    <a:pt x="312129" y="155341"/>
                  </a:lnTo>
                  <a:lnTo>
                    <a:pt x="311087" y="158671"/>
                  </a:lnTo>
                  <a:lnTo>
                    <a:pt x="311178" y="159337"/>
                  </a:lnTo>
                  <a:lnTo>
                    <a:pt x="311675" y="172400"/>
                  </a:lnTo>
                  <a:lnTo>
                    <a:pt x="311523" y="172920"/>
                  </a:lnTo>
                  <a:lnTo>
                    <a:pt x="311715" y="181586"/>
                  </a:lnTo>
                  <a:lnTo>
                    <a:pt x="311816" y="181960"/>
                  </a:lnTo>
                  <a:lnTo>
                    <a:pt x="311721" y="182596"/>
                  </a:lnTo>
                  <a:lnTo>
                    <a:pt x="311719" y="182977"/>
                  </a:lnTo>
                  <a:lnTo>
                    <a:pt x="311470" y="182966"/>
                  </a:lnTo>
                  <a:lnTo>
                    <a:pt x="311221" y="182954"/>
                  </a:lnTo>
                  <a:lnTo>
                    <a:pt x="310193" y="183025"/>
                  </a:lnTo>
                  <a:lnTo>
                    <a:pt x="309665" y="183136"/>
                  </a:lnTo>
                  <a:lnTo>
                    <a:pt x="309325" y="183156"/>
                  </a:lnTo>
                  <a:lnTo>
                    <a:pt x="308341" y="183219"/>
                  </a:lnTo>
                  <a:lnTo>
                    <a:pt x="307881" y="183247"/>
                  </a:lnTo>
                  <a:lnTo>
                    <a:pt x="307569" y="183080"/>
                  </a:lnTo>
                  <a:lnTo>
                    <a:pt x="306226" y="182345"/>
                  </a:lnTo>
                  <a:lnTo>
                    <a:pt x="298232" y="177812"/>
                  </a:lnTo>
                  <a:lnTo>
                    <a:pt x="298051" y="177997"/>
                  </a:lnTo>
                  <a:lnTo>
                    <a:pt x="297763" y="178117"/>
                  </a:lnTo>
                  <a:lnTo>
                    <a:pt x="297629" y="178091"/>
                  </a:lnTo>
                  <a:lnTo>
                    <a:pt x="297477" y="177847"/>
                  </a:lnTo>
                  <a:lnTo>
                    <a:pt x="297592" y="177655"/>
                  </a:lnTo>
                  <a:lnTo>
                    <a:pt x="297505" y="177418"/>
                  </a:lnTo>
                  <a:lnTo>
                    <a:pt x="297472" y="177228"/>
                  </a:lnTo>
                  <a:lnTo>
                    <a:pt x="294464" y="175545"/>
                  </a:lnTo>
                  <a:lnTo>
                    <a:pt x="293601" y="175060"/>
                  </a:lnTo>
                  <a:lnTo>
                    <a:pt x="292781" y="174600"/>
                  </a:lnTo>
                  <a:lnTo>
                    <a:pt x="292539" y="174450"/>
                  </a:lnTo>
                  <a:lnTo>
                    <a:pt x="292349" y="174323"/>
                  </a:lnTo>
                  <a:lnTo>
                    <a:pt x="291730" y="173913"/>
                  </a:lnTo>
                  <a:lnTo>
                    <a:pt x="289004" y="172105"/>
                  </a:lnTo>
                  <a:lnTo>
                    <a:pt x="287874" y="171358"/>
                  </a:lnTo>
                  <a:lnTo>
                    <a:pt x="287588" y="170924"/>
                  </a:lnTo>
                  <a:lnTo>
                    <a:pt x="287417" y="170727"/>
                  </a:lnTo>
                  <a:lnTo>
                    <a:pt x="285344" y="169616"/>
                  </a:lnTo>
                  <a:lnTo>
                    <a:pt x="285100" y="169463"/>
                  </a:lnTo>
                  <a:lnTo>
                    <a:pt x="284531" y="169273"/>
                  </a:lnTo>
                  <a:lnTo>
                    <a:pt x="284336" y="168969"/>
                  </a:lnTo>
                  <a:lnTo>
                    <a:pt x="284732" y="168518"/>
                  </a:lnTo>
                  <a:lnTo>
                    <a:pt x="284894" y="168354"/>
                  </a:lnTo>
                  <a:lnTo>
                    <a:pt x="285011" y="168225"/>
                  </a:lnTo>
                  <a:lnTo>
                    <a:pt x="285112" y="168094"/>
                  </a:lnTo>
                  <a:lnTo>
                    <a:pt x="285398" y="167839"/>
                  </a:lnTo>
                  <a:lnTo>
                    <a:pt x="285644" y="167658"/>
                  </a:lnTo>
                  <a:lnTo>
                    <a:pt x="285743" y="167424"/>
                  </a:lnTo>
                  <a:lnTo>
                    <a:pt x="285738" y="167283"/>
                  </a:lnTo>
                  <a:lnTo>
                    <a:pt x="285691" y="166884"/>
                  </a:lnTo>
                  <a:lnTo>
                    <a:pt x="285663" y="166601"/>
                  </a:lnTo>
                  <a:lnTo>
                    <a:pt x="285719" y="166308"/>
                  </a:lnTo>
                  <a:lnTo>
                    <a:pt x="285651" y="166127"/>
                  </a:lnTo>
                  <a:lnTo>
                    <a:pt x="285508" y="166047"/>
                  </a:lnTo>
                  <a:lnTo>
                    <a:pt x="285344" y="166057"/>
                  </a:lnTo>
                  <a:lnTo>
                    <a:pt x="285007" y="165827"/>
                  </a:lnTo>
                  <a:lnTo>
                    <a:pt x="284967" y="165694"/>
                  </a:lnTo>
                  <a:lnTo>
                    <a:pt x="284971" y="165539"/>
                  </a:lnTo>
                  <a:lnTo>
                    <a:pt x="285031" y="160685"/>
                  </a:lnTo>
                  <a:lnTo>
                    <a:pt x="285007" y="160546"/>
                  </a:lnTo>
                  <a:lnTo>
                    <a:pt x="284789" y="159476"/>
                  </a:lnTo>
                  <a:lnTo>
                    <a:pt x="284749" y="159190"/>
                  </a:lnTo>
                  <a:lnTo>
                    <a:pt x="284463" y="159259"/>
                  </a:lnTo>
                  <a:lnTo>
                    <a:pt x="284323" y="159282"/>
                  </a:lnTo>
                  <a:lnTo>
                    <a:pt x="284104" y="159345"/>
                  </a:lnTo>
                  <a:lnTo>
                    <a:pt x="283459" y="159528"/>
                  </a:lnTo>
                  <a:lnTo>
                    <a:pt x="282270" y="159866"/>
                  </a:lnTo>
                  <a:lnTo>
                    <a:pt x="281532" y="159997"/>
                  </a:lnTo>
                  <a:lnTo>
                    <a:pt x="281034" y="160049"/>
                  </a:lnTo>
                  <a:lnTo>
                    <a:pt x="280085" y="160016"/>
                  </a:lnTo>
                  <a:lnTo>
                    <a:pt x="278202" y="159993"/>
                  </a:lnTo>
                  <a:lnTo>
                    <a:pt x="277494" y="159999"/>
                  </a:lnTo>
                  <a:lnTo>
                    <a:pt x="277191" y="160001"/>
                  </a:lnTo>
                  <a:lnTo>
                    <a:pt x="276688" y="160000"/>
                  </a:lnTo>
                  <a:lnTo>
                    <a:pt x="275493" y="159990"/>
                  </a:lnTo>
                  <a:lnTo>
                    <a:pt x="274582" y="159987"/>
                  </a:lnTo>
                  <a:lnTo>
                    <a:pt x="271706" y="160903"/>
                  </a:lnTo>
                  <a:lnTo>
                    <a:pt x="271501" y="160962"/>
                  </a:lnTo>
                  <a:lnTo>
                    <a:pt x="270967" y="160996"/>
                  </a:lnTo>
                  <a:lnTo>
                    <a:pt x="270456" y="160936"/>
                  </a:lnTo>
                  <a:lnTo>
                    <a:pt x="268287" y="160218"/>
                  </a:lnTo>
                  <a:lnTo>
                    <a:pt x="268084" y="160089"/>
                  </a:lnTo>
                  <a:lnTo>
                    <a:pt x="267919" y="159896"/>
                  </a:lnTo>
                  <a:lnTo>
                    <a:pt x="266622" y="158352"/>
                  </a:lnTo>
                  <a:lnTo>
                    <a:pt x="266028" y="157645"/>
                  </a:lnTo>
                  <a:lnTo>
                    <a:pt x="265901" y="157493"/>
                  </a:lnTo>
                  <a:lnTo>
                    <a:pt x="265602" y="157135"/>
                  </a:lnTo>
                  <a:lnTo>
                    <a:pt x="265079" y="156652"/>
                  </a:lnTo>
                  <a:lnTo>
                    <a:pt x="264529" y="156196"/>
                  </a:lnTo>
                  <a:lnTo>
                    <a:pt x="264118" y="155995"/>
                  </a:lnTo>
                  <a:lnTo>
                    <a:pt x="262061" y="155441"/>
                  </a:lnTo>
                  <a:lnTo>
                    <a:pt x="261913" y="155366"/>
                  </a:lnTo>
                  <a:lnTo>
                    <a:pt x="260293" y="151611"/>
                  </a:lnTo>
                  <a:lnTo>
                    <a:pt x="260281" y="151437"/>
                  </a:lnTo>
                  <a:lnTo>
                    <a:pt x="260199" y="151077"/>
                  </a:lnTo>
                  <a:lnTo>
                    <a:pt x="260261" y="150608"/>
                  </a:lnTo>
                  <a:lnTo>
                    <a:pt x="260284" y="150421"/>
                  </a:lnTo>
                  <a:lnTo>
                    <a:pt x="260304" y="150223"/>
                  </a:lnTo>
                  <a:lnTo>
                    <a:pt x="260324" y="150045"/>
                  </a:lnTo>
                  <a:lnTo>
                    <a:pt x="260343" y="149869"/>
                  </a:lnTo>
                  <a:lnTo>
                    <a:pt x="263983" y="141855"/>
                  </a:lnTo>
                  <a:lnTo>
                    <a:pt x="264028" y="141534"/>
                  </a:lnTo>
                  <a:lnTo>
                    <a:pt x="263924" y="141234"/>
                  </a:lnTo>
                  <a:lnTo>
                    <a:pt x="263833" y="141024"/>
                  </a:lnTo>
                  <a:lnTo>
                    <a:pt x="263609" y="140779"/>
                  </a:lnTo>
                  <a:lnTo>
                    <a:pt x="263323" y="140511"/>
                  </a:lnTo>
                  <a:lnTo>
                    <a:pt x="262994" y="140080"/>
                  </a:lnTo>
                  <a:lnTo>
                    <a:pt x="262926" y="139919"/>
                  </a:lnTo>
                  <a:lnTo>
                    <a:pt x="262879" y="139740"/>
                  </a:lnTo>
                  <a:lnTo>
                    <a:pt x="262907" y="139584"/>
                  </a:lnTo>
                  <a:lnTo>
                    <a:pt x="262930" y="138941"/>
                  </a:lnTo>
                  <a:lnTo>
                    <a:pt x="262813" y="138430"/>
                  </a:lnTo>
                  <a:lnTo>
                    <a:pt x="262787" y="138219"/>
                  </a:lnTo>
                  <a:lnTo>
                    <a:pt x="262698" y="138031"/>
                  </a:lnTo>
                  <a:lnTo>
                    <a:pt x="262559" y="137882"/>
                  </a:lnTo>
                  <a:lnTo>
                    <a:pt x="262367" y="137783"/>
                  </a:lnTo>
                  <a:lnTo>
                    <a:pt x="262180" y="137726"/>
                  </a:lnTo>
                  <a:lnTo>
                    <a:pt x="261983" y="137690"/>
                  </a:lnTo>
                  <a:lnTo>
                    <a:pt x="261595" y="137633"/>
                  </a:lnTo>
                  <a:lnTo>
                    <a:pt x="261203" y="137581"/>
                  </a:lnTo>
                  <a:lnTo>
                    <a:pt x="260634" y="137479"/>
                  </a:lnTo>
                  <a:lnTo>
                    <a:pt x="260269" y="137388"/>
                  </a:lnTo>
                  <a:lnTo>
                    <a:pt x="259828" y="137290"/>
                  </a:lnTo>
                  <a:lnTo>
                    <a:pt x="259364" y="137088"/>
                  </a:lnTo>
                  <a:lnTo>
                    <a:pt x="258967" y="136863"/>
                  </a:lnTo>
                  <a:lnTo>
                    <a:pt x="258502" y="136519"/>
                  </a:lnTo>
                  <a:lnTo>
                    <a:pt x="258171" y="136255"/>
                  </a:lnTo>
                  <a:lnTo>
                    <a:pt x="257917" y="136035"/>
                  </a:lnTo>
                  <a:lnTo>
                    <a:pt x="257563" y="135666"/>
                  </a:lnTo>
                  <a:lnTo>
                    <a:pt x="257300" y="135254"/>
                  </a:lnTo>
                  <a:lnTo>
                    <a:pt x="257071" y="134771"/>
                  </a:lnTo>
                  <a:lnTo>
                    <a:pt x="256996" y="134535"/>
                  </a:lnTo>
                  <a:lnTo>
                    <a:pt x="255939" y="132724"/>
                  </a:lnTo>
                  <a:lnTo>
                    <a:pt x="255939" y="132335"/>
                  </a:lnTo>
                  <a:lnTo>
                    <a:pt x="255506" y="130130"/>
                  </a:lnTo>
                  <a:lnTo>
                    <a:pt x="255817" y="129358"/>
                  </a:lnTo>
                  <a:lnTo>
                    <a:pt x="255888" y="129184"/>
                  </a:lnTo>
                  <a:lnTo>
                    <a:pt x="256222" y="128023"/>
                  </a:lnTo>
                  <a:lnTo>
                    <a:pt x="256078" y="127660"/>
                  </a:lnTo>
                  <a:lnTo>
                    <a:pt x="256010" y="127479"/>
                  </a:lnTo>
                  <a:lnTo>
                    <a:pt x="255940" y="127294"/>
                  </a:lnTo>
                  <a:lnTo>
                    <a:pt x="255822" y="126981"/>
                  </a:lnTo>
                  <a:lnTo>
                    <a:pt x="255655" y="126581"/>
                  </a:lnTo>
                  <a:lnTo>
                    <a:pt x="255529" y="126280"/>
                  </a:lnTo>
                  <a:lnTo>
                    <a:pt x="255463" y="126123"/>
                  </a:lnTo>
                  <a:lnTo>
                    <a:pt x="255395" y="125601"/>
                  </a:lnTo>
                  <a:lnTo>
                    <a:pt x="255356" y="125391"/>
                  </a:lnTo>
                  <a:lnTo>
                    <a:pt x="255315" y="125120"/>
                  </a:lnTo>
                  <a:lnTo>
                    <a:pt x="255287" y="124941"/>
                  </a:lnTo>
                  <a:lnTo>
                    <a:pt x="255251" y="124707"/>
                  </a:lnTo>
                  <a:lnTo>
                    <a:pt x="255221" y="124502"/>
                  </a:lnTo>
                  <a:lnTo>
                    <a:pt x="255172" y="124191"/>
                  </a:lnTo>
                  <a:lnTo>
                    <a:pt x="255125" y="123952"/>
                  </a:lnTo>
                  <a:lnTo>
                    <a:pt x="255072" y="123596"/>
                  </a:lnTo>
                  <a:lnTo>
                    <a:pt x="255031" y="123361"/>
                  </a:lnTo>
                  <a:lnTo>
                    <a:pt x="254862" y="122948"/>
                  </a:lnTo>
                  <a:lnTo>
                    <a:pt x="254616" y="122770"/>
                  </a:lnTo>
                  <a:lnTo>
                    <a:pt x="254371" y="122584"/>
                  </a:lnTo>
                  <a:lnTo>
                    <a:pt x="254013" y="122322"/>
                  </a:lnTo>
                  <a:lnTo>
                    <a:pt x="253480" y="121922"/>
                  </a:lnTo>
                  <a:lnTo>
                    <a:pt x="253313" y="121795"/>
                  </a:lnTo>
                  <a:lnTo>
                    <a:pt x="252856" y="121440"/>
                  </a:lnTo>
                  <a:lnTo>
                    <a:pt x="251071" y="118706"/>
                  </a:lnTo>
                  <a:lnTo>
                    <a:pt x="251083" y="118393"/>
                  </a:lnTo>
                  <a:lnTo>
                    <a:pt x="251096" y="118113"/>
                  </a:lnTo>
                  <a:lnTo>
                    <a:pt x="251106" y="117942"/>
                  </a:lnTo>
                  <a:lnTo>
                    <a:pt x="251115" y="117611"/>
                  </a:lnTo>
                  <a:lnTo>
                    <a:pt x="251127" y="117395"/>
                  </a:lnTo>
                  <a:lnTo>
                    <a:pt x="251134" y="117007"/>
                  </a:lnTo>
                  <a:lnTo>
                    <a:pt x="251150" y="116766"/>
                  </a:lnTo>
                  <a:lnTo>
                    <a:pt x="251159" y="116443"/>
                  </a:lnTo>
                  <a:lnTo>
                    <a:pt x="251164" y="116244"/>
                  </a:lnTo>
                  <a:lnTo>
                    <a:pt x="251171" y="115946"/>
                  </a:lnTo>
                  <a:lnTo>
                    <a:pt x="251200" y="115731"/>
                  </a:lnTo>
                  <a:lnTo>
                    <a:pt x="251204" y="115491"/>
                  </a:lnTo>
                  <a:lnTo>
                    <a:pt x="251219" y="115330"/>
                  </a:lnTo>
                  <a:lnTo>
                    <a:pt x="251242" y="114951"/>
                  </a:lnTo>
                  <a:lnTo>
                    <a:pt x="251275" y="114351"/>
                  </a:lnTo>
                  <a:lnTo>
                    <a:pt x="251412" y="114145"/>
                  </a:lnTo>
                  <a:lnTo>
                    <a:pt x="251683" y="113737"/>
                  </a:lnTo>
                  <a:lnTo>
                    <a:pt x="251921" y="113379"/>
                  </a:lnTo>
                  <a:lnTo>
                    <a:pt x="252202" y="112997"/>
                  </a:lnTo>
                  <a:lnTo>
                    <a:pt x="252888" y="111925"/>
                  </a:lnTo>
                  <a:lnTo>
                    <a:pt x="253053" y="111060"/>
                  </a:lnTo>
                  <a:lnTo>
                    <a:pt x="253126" y="110680"/>
                  </a:lnTo>
                  <a:lnTo>
                    <a:pt x="253199" y="110248"/>
                  </a:lnTo>
                  <a:lnTo>
                    <a:pt x="253226" y="110082"/>
                  </a:lnTo>
                  <a:lnTo>
                    <a:pt x="253311" y="109551"/>
                  </a:lnTo>
                  <a:lnTo>
                    <a:pt x="253531" y="108124"/>
                  </a:lnTo>
                  <a:lnTo>
                    <a:pt x="253735" y="106692"/>
                  </a:lnTo>
                  <a:lnTo>
                    <a:pt x="253769" y="106456"/>
                  </a:lnTo>
                  <a:lnTo>
                    <a:pt x="253197" y="105662"/>
                  </a:lnTo>
                  <a:lnTo>
                    <a:pt x="252851" y="105225"/>
                  </a:lnTo>
                  <a:lnTo>
                    <a:pt x="251130" y="102893"/>
                  </a:lnTo>
                  <a:lnTo>
                    <a:pt x="250610" y="102195"/>
                  </a:lnTo>
                  <a:lnTo>
                    <a:pt x="250377" y="101455"/>
                  </a:lnTo>
                  <a:lnTo>
                    <a:pt x="250150" y="100666"/>
                  </a:lnTo>
                  <a:lnTo>
                    <a:pt x="249560" y="98618"/>
                  </a:lnTo>
                  <a:lnTo>
                    <a:pt x="249290" y="97680"/>
                  </a:lnTo>
                  <a:lnTo>
                    <a:pt x="245148" y="95847"/>
                  </a:lnTo>
                  <a:lnTo>
                    <a:pt x="243154" y="95701"/>
                  </a:lnTo>
                  <a:lnTo>
                    <a:pt x="239929" y="94572"/>
                  </a:lnTo>
                  <a:lnTo>
                    <a:pt x="238324" y="91826"/>
                  </a:lnTo>
                  <a:lnTo>
                    <a:pt x="237778" y="90844"/>
                  </a:lnTo>
                  <a:lnTo>
                    <a:pt x="237661" y="90636"/>
                  </a:lnTo>
                  <a:lnTo>
                    <a:pt x="237526" y="90393"/>
                  </a:lnTo>
                  <a:lnTo>
                    <a:pt x="237533" y="90126"/>
                  </a:lnTo>
                  <a:lnTo>
                    <a:pt x="237543" y="89803"/>
                  </a:lnTo>
                  <a:lnTo>
                    <a:pt x="237541" y="89576"/>
                  </a:lnTo>
                  <a:lnTo>
                    <a:pt x="237081" y="88936"/>
                  </a:lnTo>
                  <a:lnTo>
                    <a:pt x="236543" y="88625"/>
                  </a:lnTo>
                  <a:lnTo>
                    <a:pt x="236443" y="88332"/>
                  </a:lnTo>
                  <a:lnTo>
                    <a:pt x="236270" y="88165"/>
                  </a:lnTo>
                  <a:lnTo>
                    <a:pt x="236008" y="87988"/>
                  </a:lnTo>
                  <a:lnTo>
                    <a:pt x="235939" y="88140"/>
                  </a:lnTo>
                  <a:lnTo>
                    <a:pt x="234126" y="86681"/>
                  </a:lnTo>
                  <a:lnTo>
                    <a:pt x="233754" y="86257"/>
                  </a:lnTo>
                  <a:lnTo>
                    <a:pt x="231941" y="84345"/>
                  </a:lnTo>
                  <a:lnTo>
                    <a:pt x="228686" y="82324"/>
                  </a:lnTo>
                  <a:lnTo>
                    <a:pt x="228505" y="82271"/>
                  </a:lnTo>
                  <a:lnTo>
                    <a:pt x="228258" y="82198"/>
                  </a:lnTo>
                  <a:lnTo>
                    <a:pt x="227772" y="82054"/>
                  </a:lnTo>
                  <a:lnTo>
                    <a:pt x="227348" y="81929"/>
                  </a:lnTo>
                  <a:lnTo>
                    <a:pt x="227023" y="81834"/>
                  </a:lnTo>
                  <a:lnTo>
                    <a:pt x="226755" y="81754"/>
                  </a:lnTo>
                  <a:lnTo>
                    <a:pt x="226492" y="81677"/>
                  </a:lnTo>
                  <a:lnTo>
                    <a:pt x="226212" y="81594"/>
                  </a:lnTo>
                  <a:lnTo>
                    <a:pt x="226009" y="81534"/>
                  </a:lnTo>
                  <a:lnTo>
                    <a:pt x="225820" y="81479"/>
                  </a:lnTo>
                  <a:lnTo>
                    <a:pt x="225684" y="81438"/>
                  </a:lnTo>
                  <a:lnTo>
                    <a:pt x="225519" y="81390"/>
                  </a:lnTo>
                  <a:lnTo>
                    <a:pt x="225257" y="81312"/>
                  </a:lnTo>
                  <a:lnTo>
                    <a:pt x="224993" y="81234"/>
                  </a:lnTo>
                  <a:lnTo>
                    <a:pt x="224778" y="81171"/>
                  </a:lnTo>
                  <a:lnTo>
                    <a:pt x="222588" y="79519"/>
                  </a:lnTo>
                  <a:lnTo>
                    <a:pt x="222448" y="79414"/>
                  </a:lnTo>
                  <a:lnTo>
                    <a:pt x="222032" y="79102"/>
                  </a:lnTo>
                  <a:lnTo>
                    <a:pt x="221696" y="78853"/>
                  </a:lnTo>
                  <a:lnTo>
                    <a:pt x="221485" y="78693"/>
                  </a:lnTo>
                  <a:lnTo>
                    <a:pt x="220629" y="78054"/>
                  </a:lnTo>
                  <a:lnTo>
                    <a:pt x="220265" y="77774"/>
                  </a:lnTo>
                  <a:lnTo>
                    <a:pt x="219994" y="77564"/>
                  </a:lnTo>
                  <a:lnTo>
                    <a:pt x="219515" y="77183"/>
                  </a:lnTo>
                  <a:lnTo>
                    <a:pt x="219007" y="76759"/>
                  </a:lnTo>
                  <a:lnTo>
                    <a:pt x="218910" y="76275"/>
                  </a:lnTo>
                  <a:lnTo>
                    <a:pt x="218498" y="76351"/>
                  </a:lnTo>
                  <a:lnTo>
                    <a:pt x="218151" y="76217"/>
                  </a:lnTo>
                  <a:lnTo>
                    <a:pt x="217933" y="75918"/>
                  </a:lnTo>
                  <a:lnTo>
                    <a:pt x="217703" y="75788"/>
                  </a:lnTo>
                  <a:lnTo>
                    <a:pt x="217398" y="75633"/>
                  </a:lnTo>
                  <a:lnTo>
                    <a:pt x="216949" y="75376"/>
                  </a:lnTo>
                  <a:lnTo>
                    <a:pt x="216218" y="74695"/>
                  </a:lnTo>
                  <a:lnTo>
                    <a:pt x="216077" y="74375"/>
                  </a:lnTo>
                  <a:lnTo>
                    <a:pt x="216092" y="74202"/>
                  </a:lnTo>
                  <a:lnTo>
                    <a:pt x="215842" y="74094"/>
                  </a:lnTo>
                  <a:lnTo>
                    <a:pt x="215288" y="74122"/>
                  </a:lnTo>
                  <a:lnTo>
                    <a:pt x="214261" y="73537"/>
                  </a:lnTo>
                  <a:lnTo>
                    <a:pt x="213984" y="73168"/>
                  </a:lnTo>
                  <a:lnTo>
                    <a:pt x="213110" y="73031"/>
                  </a:lnTo>
                  <a:lnTo>
                    <a:pt x="209812" y="70355"/>
                  </a:lnTo>
                  <a:lnTo>
                    <a:pt x="208309" y="69187"/>
                  </a:lnTo>
                  <a:lnTo>
                    <a:pt x="207254" y="68382"/>
                  </a:lnTo>
                  <a:lnTo>
                    <a:pt x="206621" y="67882"/>
                  </a:lnTo>
                  <a:lnTo>
                    <a:pt x="206178" y="67624"/>
                  </a:lnTo>
                  <a:lnTo>
                    <a:pt x="204318" y="66978"/>
                  </a:lnTo>
                  <a:lnTo>
                    <a:pt x="204362" y="66514"/>
                  </a:lnTo>
                  <a:lnTo>
                    <a:pt x="204455" y="65517"/>
                  </a:lnTo>
                  <a:lnTo>
                    <a:pt x="203904" y="64793"/>
                  </a:lnTo>
                  <a:lnTo>
                    <a:pt x="203715" y="64313"/>
                  </a:lnTo>
                  <a:lnTo>
                    <a:pt x="203720" y="64119"/>
                  </a:lnTo>
                  <a:lnTo>
                    <a:pt x="203583" y="63441"/>
                  </a:lnTo>
                  <a:lnTo>
                    <a:pt x="202845" y="62773"/>
                  </a:lnTo>
                  <a:lnTo>
                    <a:pt x="202678" y="62744"/>
                  </a:lnTo>
                  <a:lnTo>
                    <a:pt x="202378" y="62635"/>
                  </a:lnTo>
                  <a:lnTo>
                    <a:pt x="202319" y="61895"/>
                  </a:lnTo>
                  <a:lnTo>
                    <a:pt x="202136" y="61228"/>
                  </a:lnTo>
                  <a:lnTo>
                    <a:pt x="202036" y="60866"/>
                  </a:lnTo>
                  <a:lnTo>
                    <a:pt x="201990" y="60384"/>
                  </a:lnTo>
                  <a:lnTo>
                    <a:pt x="201900" y="60121"/>
                  </a:lnTo>
                  <a:lnTo>
                    <a:pt x="201843" y="59809"/>
                  </a:lnTo>
                  <a:lnTo>
                    <a:pt x="201940" y="59458"/>
                  </a:lnTo>
                  <a:lnTo>
                    <a:pt x="201998" y="59113"/>
                  </a:lnTo>
                  <a:lnTo>
                    <a:pt x="202093" y="58974"/>
                  </a:lnTo>
                  <a:lnTo>
                    <a:pt x="201693" y="58159"/>
                  </a:lnTo>
                  <a:lnTo>
                    <a:pt x="201378" y="57970"/>
                  </a:lnTo>
                  <a:lnTo>
                    <a:pt x="201030" y="57927"/>
                  </a:lnTo>
                  <a:lnTo>
                    <a:pt x="200146" y="57799"/>
                  </a:lnTo>
                  <a:lnTo>
                    <a:pt x="199279" y="57690"/>
                  </a:lnTo>
                  <a:lnTo>
                    <a:pt x="198998" y="57657"/>
                  </a:lnTo>
                  <a:lnTo>
                    <a:pt x="198794" y="57604"/>
                  </a:lnTo>
                  <a:lnTo>
                    <a:pt x="198408" y="57509"/>
                  </a:lnTo>
                  <a:lnTo>
                    <a:pt x="198125" y="57437"/>
                  </a:lnTo>
                  <a:lnTo>
                    <a:pt x="197914" y="57385"/>
                  </a:lnTo>
                  <a:lnTo>
                    <a:pt x="197509" y="57282"/>
                  </a:lnTo>
                  <a:lnTo>
                    <a:pt x="196989" y="57135"/>
                  </a:lnTo>
                  <a:lnTo>
                    <a:pt x="196584" y="57028"/>
                  </a:lnTo>
                  <a:lnTo>
                    <a:pt x="195980" y="56877"/>
                  </a:lnTo>
                  <a:lnTo>
                    <a:pt x="195538" y="56762"/>
                  </a:lnTo>
                  <a:lnTo>
                    <a:pt x="194592" y="56510"/>
                  </a:lnTo>
                  <a:lnTo>
                    <a:pt x="193806" y="56386"/>
                  </a:lnTo>
                  <a:lnTo>
                    <a:pt x="192554" y="56157"/>
                  </a:lnTo>
                  <a:lnTo>
                    <a:pt x="191968" y="56046"/>
                  </a:lnTo>
                  <a:lnTo>
                    <a:pt x="191307" y="55650"/>
                  </a:lnTo>
                  <a:lnTo>
                    <a:pt x="190890" y="55400"/>
                  </a:lnTo>
                  <a:lnTo>
                    <a:pt x="190382" y="55095"/>
                  </a:lnTo>
                  <a:lnTo>
                    <a:pt x="190126" y="54941"/>
                  </a:lnTo>
                  <a:lnTo>
                    <a:pt x="189884" y="54796"/>
                  </a:lnTo>
                  <a:lnTo>
                    <a:pt x="189456" y="54540"/>
                  </a:lnTo>
                  <a:lnTo>
                    <a:pt x="188961" y="54243"/>
                  </a:lnTo>
                  <a:lnTo>
                    <a:pt x="188415" y="53915"/>
                  </a:lnTo>
                  <a:lnTo>
                    <a:pt x="188115" y="53735"/>
                  </a:lnTo>
                  <a:lnTo>
                    <a:pt x="187844" y="53572"/>
                  </a:lnTo>
                  <a:lnTo>
                    <a:pt x="186660" y="52863"/>
                  </a:lnTo>
                  <a:lnTo>
                    <a:pt x="185883" y="52397"/>
                  </a:lnTo>
                  <a:lnTo>
                    <a:pt x="185645" y="52254"/>
                  </a:lnTo>
                  <a:lnTo>
                    <a:pt x="185110" y="51933"/>
                  </a:lnTo>
                  <a:lnTo>
                    <a:pt x="184572" y="51610"/>
                  </a:lnTo>
                  <a:lnTo>
                    <a:pt x="183964" y="51246"/>
                  </a:lnTo>
                  <a:lnTo>
                    <a:pt x="183580" y="51015"/>
                  </a:lnTo>
                  <a:lnTo>
                    <a:pt x="183135" y="50748"/>
                  </a:lnTo>
                  <a:lnTo>
                    <a:pt x="182728" y="50504"/>
                  </a:lnTo>
                  <a:lnTo>
                    <a:pt x="182439" y="50331"/>
                  </a:lnTo>
                  <a:lnTo>
                    <a:pt x="182061" y="50104"/>
                  </a:lnTo>
                  <a:lnTo>
                    <a:pt x="179616" y="49092"/>
                  </a:lnTo>
                  <a:lnTo>
                    <a:pt x="177250" y="48112"/>
                  </a:lnTo>
                  <a:lnTo>
                    <a:pt x="174720" y="46389"/>
                  </a:lnTo>
                  <a:lnTo>
                    <a:pt x="172520" y="44891"/>
                  </a:lnTo>
                  <a:lnTo>
                    <a:pt x="172865" y="44315"/>
                  </a:lnTo>
                  <a:lnTo>
                    <a:pt x="173003" y="44093"/>
                  </a:lnTo>
                  <a:lnTo>
                    <a:pt x="172596" y="43733"/>
                  </a:lnTo>
                  <a:lnTo>
                    <a:pt x="172104" y="43302"/>
                  </a:lnTo>
                  <a:lnTo>
                    <a:pt x="171945" y="43167"/>
                  </a:lnTo>
                  <a:lnTo>
                    <a:pt x="171349" y="42636"/>
                  </a:lnTo>
                  <a:lnTo>
                    <a:pt x="170828" y="42171"/>
                  </a:lnTo>
                  <a:lnTo>
                    <a:pt x="169925" y="41373"/>
                  </a:lnTo>
                  <a:lnTo>
                    <a:pt x="170479" y="37940"/>
                  </a:lnTo>
                  <a:lnTo>
                    <a:pt x="170371" y="37687"/>
                  </a:lnTo>
                  <a:lnTo>
                    <a:pt x="169922" y="36638"/>
                  </a:lnTo>
                  <a:lnTo>
                    <a:pt x="170070" y="36326"/>
                  </a:lnTo>
                  <a:lnTo>
                    <a:pt x="169974" y="35750"/>
                  </a:lnTo>
                  <a:lnTo>
                    <a:pt x="169922" y="35337"/>
                  </a:lnTo>
                  <a:lnTo>
                    <a:pt x="169328" y="34796"/>
                  </a:lnTo>
                  <a:lnTo>
                    <a:pt x="168896" y="34396"/>
                  </a:lnTo>
                  <a:lnTo>
                    <a:pt x="168507" y="33893"/>
                  </a:lnTo>
                  <a:lnTo>
                    <a:pt x="168037" y="33270"/>
                  </a:lnTo>
                  <a:lnTo>
                    <a:pt x="167872" y="33056"/>
                  </a:lnTo>
                  <a:lnTo>
                    <a:pt x="167863" y="32759"/>
                  </a:lnTo>
                  <a:lnTo>
                    <a:pt x="167863" y="32519"/>
                  </a:lnTo>
                  <a:lnTo>
                    <a:pt x="167809" y="32208"/>
                  </a:lnTo>
                  <a:lnTo>
                    <a:pt x="167150" y="31527"/>
                  </a:lnTo>
                  <a:lnTo>
                    <a:pt x="166786" y="31151"/>
                  </a:lnTo>
                  <a:lnTo>
                    <a:pt x="166070" y="30404"/>
                  </a:lnTo>
                  <a:lnTo>
                    <a:pt x="165214" y="29523"/>
                  </a:lnTo>
                  <a:lnTo>
                    <a:pt x="164702" y="28925"/>
                  </a:lnTo>
                  <a:lnTo>
                    <a:pt x="163251" y="28558"/>
                  </a:lnTo>
                  <a:lnTo>
                    <a:pt x="163169" y="28302"/>
                  </a:lnTo>
                  <a:lnTo>
                    <a:pt x="163098" y="28084"/>
                  </a:lnTo>
                  <a:lnTo>
                    <a:pt x="163016" y="27831"/>
                  </a:lnTo>
                  <a:lnTo>
                    <a:pt x="162967" y="27683"/>
                  </a:lnTo>
                  <a:lnTo>
                    <a:pt x="162904" y="27484"/>
                  </a:lnTo>
                  <a:lnTo>
                    <a:pt x="162822" y="27231"/>
                  </a:lnTo>
                  <a:lnTo>
                    <a:pt x="162751" y="27017"/>
                  </a:lnTo>
                  <a:lnTo>
                    <a:pt x="162646" y="26830"/>
                  </a:lnTo>
                  <a:lnTo>
                    <a:pt x="162531" y="26621"/>
                  </a:lnTo>
                  <a:lnTo>
                    <a:pt x="162418" y="26419"/>
                  </a:lnTo>
                  <a:lnTo>
                    <a:pt x="162343" y="26288"/>
                  </a:lnTo>
                  <a:lnTo>
                    <a:pt x="162256" y="26131"/>
                  </a:lnTo>
                  <a:lnTo>
                    <a:pt x="162123" y="26037"/>
                  </a:lnTo>
                  <a:lnTo>
                    <a:pt x="161945" y="25911"/>
                  </a:lnTo>
                  <a:lnTo>
                    <a:pt x="161792" y="25800"/>
                  </a:lnTo>
                  <a:lnTo>
                    <a:pt x="161546" y="25580"/>
                  </a:lnTo>
                  <a:lnTo>
                    <a:pt x="161180" y="25184"/>
                  </a:lnTo>
                  <a:lnTo>
                    <a:pt x="161009" y="25008"/>
                  </a:lnTo>
                  <a:lnTo>
                    <a:pt x="160791" y="24785"/>
                  </a:lnTo>
                  <a:lnTo>
                    <a:pt x="160389" y="24310"/>
                  </a:lnTo>
                  <a:lnTo>
                    <a:pt x="160254" y="24265"/>
                  </a:lnTo>
                  <a:lnTo>
                    <a:pt x="160121" y="24216"/>
                  </a:lnTo>
                  <a:lnTo>
                    <a:pt x="159949" y="24157"/>
                  </a:lnTo>
                  <a:lnTo>
                    <a:pt x="159762" y="24089"/>
                  </a:lnTo>
                  <a:lnTo>
                    <a:pt x="159614" y="24035"/>
                  </a:lnTo>
                  <a:lnTo>
                    <a:pt x="159464" y="23981"/>
                  </a:lnTo>
                  <a:lnTo>
                    <a:pt x="159094" y="23848"/>
                  </a:lnTo>
                  <a:lnTo>
                    <a:pt x="158953" y="23798"/>
                  </a:lnTo>
                  <a:lnTo>
                    <a:pt x="158770" y="23735"/>
                  </a:lnTo>
                  <a:lnTo>
                    <a:pt x="158625" y="23681"/>
                  </a:lnTo>
                  <a:lnTo>
                    <a:pt x="158423" y="23611"/>
                  </a:lnTo>
                  <a:lnTo>
                    <a:pt x="158259" y="23522"/>
                  </a:lnTo>
                  <a:lnTo>
                    <a:pt x="157954" y="23358"/>
                  </a:lnTo>
                  <a:lnTo>
                    <a:pt x="157746" y="23154"/>
                  </a:lnTo>
                  <a:lnTo>
                    <a:pt x="156902" y="23137"/>
                  </a:lnTo>
                  <a:lnTo>
                    <a:pt x="156590" y="23163"/>
                  </a:lnTo>
                  <a:lnTo>
                    <a:pt x="156461" y="23043"/>
                  </a:lnTo>
                  <a:lnTo>
                    <a:pt x="156386" y="22877"/>
                  </a:lnTo>
                  <a:lnTo>
                    <a:pt x="156369" y="22518"/>
                  </a:lnTo>
                  <a:lnTo>
                    <a:pt x="156416" y="22277"/>
                  </a:lnTo>
                  <a:lnTo>
                    <a:pt x="156332" y="22045"/>
                  </a:lnTo>
                  <a:lnTo>
                    <a:pt x="156346" y="21775"/>
                  </a:lnTo>
                  <a:lnTo>
                    <a:pt x="156348" y="21631"/>
                  </a:lnTo>
                  <a:lnTo>
                    <a:pt x="155574" y="21547"/>
                  </a:lnTo>
                  <a:lnTo>
                    <a:pt x="154967" y="21491"/>
                  </a:lnTo>
                  <a:lnTo>
                    <a:pt x="154161" y="21090"/>
                  </a:lnTo>
                  <a:lnTo>
                    <a:pt x="152799" y="20418"/>
                  </a:lnTo>
                  <a:lnTo>
                    <a:pt x="152663" y="20425"/>
                  </a:lnTo>
                  <a:lnTo>
                    <a:pt x="152374" y="20448"/>
                  </a:lnTo>
                  <a:lnTo>
                    <a:pt x="152182" y="20542"/>
                  </a:lnTo>
                  <a:lnTo>
                    <a:pt x="151727" y="20762"/>
                  </a:lnTo>
                  <a:lnTo>
                    <a:pt x="151111" y="21060"/>
                  </a:lnTo>
                  <a:lnTo>
                    <a:pt x="150754" y="21053"/>
                  </a:lnTo>
                  <a:lnTo>
                    <a:pt x="150548" y="20985"/>
                  </a:lnTo>
                  <a:lnTo>
                    <a:pt x="150164" y="20856"/>
                  </a:lnTo>
                  <a:lnTo>
                    <a:pt x="149995" y="20800"/>
                  </a:lnTo>
                  <a:lnTo>
                    <a:pt x="149388" y="20743"/>
                  </a:lnTo>
                  <a:lnTo>
                    <a:pt x="149134" y="20706"/>
                  </a:lnTo>
                  <a:lnTo>
                    <a:pt x="148916" y="20624"/>
                  </a:lnTo>
                  <a:lnTo>
                    <a:pt x="148593" y="20502"/>
                  </a:lnTo>
                  <a:lnTo>
                    <a:pt x="148438" y="20443"/>
                  </a:lnTo>
                  <a:lnTo>
                    <a:pt x="148197" y="20300"/>
                  </a:lnTo>
                  <a:lnTo>
                    <a:pt x="147927" y="20096"/>
                  </a:lnTo>
                  <a:lnTo>
                    <a:pt x="147775" y="19768"/>
                  </a:lnTo>
                  <a:lnTo>
                    <a:pt x="147613" y="19414"/>
                  </a:lnTo>
                  <a:lnTo>
                    <a:pt x="147252" y="18652"/>
                  </a:lnTo>
                  <a:lnTo>
                    <a:pt x="146900" y="18211"/>
                  </a:lnTo>
                  <a:lnTo>
                    <a:pt x="146635" y="18038"/>
                  </a:lnTo>
                  <a:lnTo>
                    <a:pt x="146335" y="17935"/>
                  </a:lnTo>
                  <a:lnTo>
                    <a:pt x="146056" y="17839"/>
                  </a:lnTo>
                  <a:lnTo>
                    <a:pt x="145911" y="17789"/>
                  </a:lnTo>
                  <a:lnTo>
                    <a:pt x="139060" y="12043"/>
                  </a:lnTo>
                  <a:lnTo>
                    <a:pt x="138962" y="11776"/>
                  </a:lnTo>
                  <a:lnTo>
                    <a:pt x="138416" y="10287"/>
                  </a:lnTo>
                  <a:lnTo>
                    <a:pt x="138024" y="9541"/>
                  </a:lnTo>
                  <a:lnTo>
                    <a:pt x="133014" y="0"/>
                  </a:lnTo>
                  <a:lnTo>
                    <a:pt x="127795" y="2161"/>
                  </a:lnTo>
                  <a:lnTo>
                    <a:pt x="125212" y="3948"/>
                  </a:lnTo>
                  <a:lnTo>
                    <a:pt x="120052" y="8601"/>
                  </a:lnTo>
                  <a:lnTo>
                    <a:pt x="123158" y="10064"/>
                  </a:lnTo>
                  <a:lnTo>
                    <a:pt x="128105" y="14847"/>
                  </a:lnTo>
                  <a:lnTo>
                    <a:pt x="127593" y="15593"/>
                  </a:lnTo>
                  <a:lnTo>
                    <a:pt x="126658" y="16953"/>
                  </a:lnTo>
                  <a:lnTo>
                    <a:pt x="126009" y="17900"/>
                  </a:lnTo>
                  <a:lnTo>
                    <a:pt x="125629" y="18448"/>
                  </a:lnTo>
                  <a:lnTo>
                    <a:pt x="125397" y="18788"/>
                  </a:lnTo>
                  <a:lnTo>
                    <a:pt x="125324" y="18945"/>
                  </a:lnTo>
                  <a:lnTo>
                    <a:pt x="125242" y="19098"/>
                  </a:lnTo>
                  <a:lnTo>
                    <a:pt x="125015" y="19522"/>
                  </a:lnTo>
                  <a:lnTo>
                    <a:pt x="124508" y="20465"/>
                  </a:lnTo>
                  <a:lnTo>
                    <a:pt x="124124" y="20926"/>
                  </a:lnTo>
                  <a:lnTo>
                    <a:pt x="123800" y="20819"/>
                  </a:lnTo>
                  <a:lnTo>
                    <a:pt x="123221" y="20622"/>
                  </a:lnTo>
                  <a:lnTo>
                    <a:pt x="122930" y="20528"/>
                  </a:lnTo>
                  <a:lnTo>
                    <a:pt x="122651" y="20521"/>
                  </a:lnTo>
                  <a:lnTo>
                    <a:pt x="122096" y="20504"/>
                  </a:lnTo>
                  <a:lnTo>
                    <a:pt x="121580" y="20493"/>
                  </a:lnTo>
                  <a:lnTo>
                    <a:pt x="121015" y="20476"/>
                  </a:lnTo>
                  <a:lnTo>
                    <a:pt x="120595" y="20589"/>
                  </a:lnTo>
                  <a:lnTo>
                    <a:pt x="120586" y="20816"/>
                  </a:lnTo>
                  <a:lnTo>
                    <a:pt x="120445" y="20826"/>
                  </a:lnTo>
                  <a:lnTo>
                    <a:pt x="120258" y="20947"/>
                  </a:lnTo>
                  <a:lnTo>
                    <a:pt x="119522" y="21595"/>
                  </a:lnTo>
                  <a:lnTo>
                    <a:pt x="119507" y="21822"/>
                  </a:lnTo>
                  <a:lnTo>
                    <a:pt x="119491" y="22024"/>
                  </a:lnTo>
                  <a:lnTo>
                    <a:pt x="119458" y="22420"/>
                  </a:lnTo>
                  <a:lnTo>
                    <a:pt x="119430" y="22814"/>
                  </a:lnTo>
                  <a:lnTo>
                    <a:pt x="119575" y="23018"/>
                  </a:lnTo>
                  <a:lnTo>
                    <a:pt x="119967" y="23531"/>
                  </a:lnTo>
                  <a:lnTo>
                    <a:pt x="120192" y="23744"/>
                  </a:lnTo>
                  <a:lnTo>
                    <a:pt x="120609" y="24141"/>
                  </a:lnTo>
                  <a:lnTo>
                    <a:pt x="120767" y="24282"/>
                  </a:lnTo>
                  <a:lnTo>
                    <a:pt x="120736" y="24478"/>
                  </a:lnTo>
                  <a:lnTo>
                    <a:pt x="120523" y="25214"/>
                  </a:lnTo>
                  <a:lnTo>
                    <a:pt x="120370" y="25737"/>
                  </a:lnTo>
                  <a:lnTo>
                    <a:pt x="120222" y="26241"/>
                  </a:lnTo>
                  <a:lnTo>
                    <a:pt x="120070" y="26759"/>
                  </a:lnTo>
                  <a:lnTo>
                    <a:pt x="119922" y="27275"/>
                  </a:lnTo>
                  <a:lnTo>
                    <a:pt x="119770" y="27796"/>
                  </a:lnTo>
                  <a:lnTo>
                    <a:pt x="119625" y="28293"/>
                  </a:lnTo>
                  <a:lnTo>
                    <a:pt x="119470" y="28832"/>
                  </a:lnTo>
                  <a:lnTo>
                    <a:pt x="119320" y="29348"/>
                  </a:lnTo>
                  <a:lnTo>
                    <a:pt x="119160" y="29892"/>
                  </a:lnTo>
                  <a:lnTo>
                    <a:pt x="119006" y="30421"/>
                  </a:lnTo>
                  <a:lnTo>
                    <a:pt x="118917" y="30733"/>
                  </a:lnTo>
                  <a:lnTo>
                    <a:pt x="118825" y="31043"/>
                  </a:lnTo>
                  <a:lnTo>
                    <a:pt x="118687" y="30935"/>
                  </a:lnTo>
                  <a:lnTo>
                    <a:pt x="118520" y="30808"/>
                  </a:lnTo>
                  <a:lnTo>
                    <a:pt x="118302" y="30686"/>
                  </a:lnTo>
                  <a:lnTo>
                    <a:pt x="118009" y="30602"/>
                  </a:lnTo>
                  <a:lnTo>
                    <a:pt x="117550" y="30473"/>
                  </a:lnTo>
                  <a:lnTo>
                    <a:pt x="116943" y="30342"/>
                  </a:lnTo>
                  <a:lnTo>
                    <a:pt x="116509" y="30375"/>
                  </a:lnTo>
                  <a:lnTo>
                    <a:pt x="115892" y="30419"/>
                  </a:lnTo>
                  <a:lnTo>
                    <a:pt x="115749" y="30410"/>
                  </a:lnTo>
                  <a:lnTo>
                    <a:pt x="115393" y="30389"/>
                  </a:lnTo>
                  <a:lnTo>
                    <a:pt x="114844" y="30351"/>
                  </a:lnTo>
                  <a:lnTo>
                    <a:pt x="114321" y="30314"/>
                  </a:lnTo>
                  <a:lnTo>
                    <a:pt x="113888" y="30288"/>
                  </a:lnTo>
                  <a:lnTo>
                    <a:pt x="113548" y="29713"/>
                  </a:lnTo>
                  <a:lnTo>
                    <a:pt x="113264" y="29235"/>
                  </a:lnTo>
                  <a:lnTo>
                    <a:pt x="112997" y="28783"/>
                  </a:lnTo>
                  <a:lnTo>
                    <a:pt x="112718" y="28316"/>
                  </a:lnTo>
                  <a:lnTo>
                    <a:pt x="112453" y="27868"/>
                  </a:lnTo>
                  <a:lnTo>
                    <a:pt x="112345" y="27685"/>
                  </a:lnTo>
                  <a:lnTo>
                    <a:pt x="112059" y="27496"/>
                  </a:lnTo>
                  <a:lnTo>
                    <a:pt x="111604" y="27198"/>
                  </a:lnTo>
                  <a:lnTo>
                    <a:pt x="111142" y="26895"/>
                  </a:lnTo>
                  <a:lnTo>
                    <a:pt x="110727" y="26621"/>
                  </a:lnTo>
                  <a:lnTo>
                    <a:pt x="110465" y="26450"/>
                  </a:lnTo>
                  <a:lnTo>
                    <a:pt x="110474" y="26672"/>
                  </a:lnTo>
                  <a:lnTo>
                    <a:pt x="110418" y="26877"/>
                  </a:lnTo>
                  <a:lnTo>
                    <a:pt x="110243" y="27187"/>
                  </a:lnTo>
                  <a:lnTo>
                    <a:pt x="110141" y="27329"/>
                  </a:lnTo>
                  <a:lnTo>
                    <a:pt x="109975" y="27449"/>
                  </a:lnTo>
                  <a:lnTo>
                    <a:pt x="109705" y="27643"/>
                  </a:lnTo>
                  <a:lnTo>
                    <a:pt x="108988" y="28157"/>
                  </a:lnTo>
                  <a:lnTo>
                    <a:pt x="108409" y="28574"/>
                  </a:lnTo>
                  <a:lnTo>
                    <a:pt x="108212" y="28715"/>
                  </a:lnTo>
                  <a:lnTo>
                    <a:pt x="108010" y="28987"/>
                  </a:lnTo>
                  <a:lnTo>
                    <a:pt x="107666" y="29453"/>
                  </a:lnTo>
                  <a:lnTo>
                    <a:pt x="107342" y="29884"/>
                  </a:lnTo>
                  <a:lnTo>
                    <a:pt x="107166" y="30124"/>
                  </a:lnTo>
                  <a:lnTo>
                    <a:pt x="106871" y="30520"/>
                  </a:lnTo>
                  <a:lnTo>
                    <a:pt x="106388" y="31167"/>
                  </a:lnTo>
                  <a:lnTo>
                    <a:pt x="106088" y="31580"/>
                  </a:lnTo>
                  <a:lnTo>
                    <a:pt x="105764" y="32011"/>
                  </a:lnTo>
                  <a:lnTo>
                    <a:pt x="105476" y="32400"/>
                  </a:lnTo>
                  <a:lnTo>
                    <a:pt x="105096" y="32909"/>
                  </a:lnTo>
                  <a:lnTo>
                    <a:pt x="104782" y="33335"/>
                  </a:lnTo>
                  <a:lnTo>
                    <a:pt x="104442" y="33793"/>
                  </a:lnTo>
                  <a:lnTo>
                    <a:pt x="103783" y="34684"/>
                  </a:lnTo>
                  <a:lnTo>
                    <a:pt x="103363" y="35246"/>
                  </a:lnTo>
                  <a:lnTo>
                    <a:pt x="102911" y="35858"/>
                  </a:lnTo>
                  <a:lnTo>
                    <a:pt x="102205" y="36805"/>
                  </a:lnTo>
                  <a:lnTo>
                    <a:pt x="101875" y="37253"/>
                  </a:lnTo>
                  <a:lnTo>
                    <a:pt x="101657" y="37544"/>
                  </a:lnTo>
                  <a:lnTo>
                    <a:pt x="101462" y="37806"/>
                  </a:lnTo>
                  <a:lnTo>
                    <a:pt x="101209" y="38144"/>
                  </a:lnTo>
                  <a:lnTo>
                    <a:pt x="99386" y="40561"/>
                  </a:lnTo>
                  <a:lnTo>
                    <a:pt x="93705" y="48091"/>
                  </a:lnTo>
                  <a:lnTo>
                    <a:pt x="86235" y="45074"/>
                  </a:lnTo>
                  <a:lnTo>
                    <a:pt x="80428" y="45602"/>
                  </a:lnTo>
                  <a:lnTo>
                    <a:pt x="77983" y="42080"/>
                  </a:lnTo>
                  <a:lnTo>
                    <a:pt x="77308" y="41354"/>
                  </a:lnTo>
                  <a:lnTo>
                    <a:pt x="76027" y="39968"/>
                  </a:lnTo>
                  <a:lnTo>
                    <a:pt x="75446" y="39342"/>
                  </a:lnTo>
                  <a:lnTo>
                    <a:pt x="74072" y="37860"/>
                  </a:lnTo>
                  <a:lnTo>
                    <a:pt x="70471" y="38552"/>
                  </a:lnTo>
                  <a:lnTo>
                    <a:pt x="63668" y="43907"/>
                  </a:lnTo>
                  <a:close/>
                </a:path>
              </a:pathLst>
            </a:custGeom>
            <a:solidFill>
              <a:srgbClr val="DCEDF4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10"/>
            <p:cNvSpPr/>
            <p:nvPr/>
          </p:nvSpPr>
          <p:spPr>
            <a:xfrm>
              <a:off x="1300128" y="5253160"/>
              <a:ext cx="356811" cy="430705"/>
            </a:xfrm>
            <a:custGeom>
              <a:avLst/>
              <a:pathLst>
                <a:path w="356811" h="430705">
                  <a:moveTo>
                    <a:pt x="251956" y="354051"/>
                  </a:moveTo>
                  <a:lnTo>
                    <a:pt x="252639" y="355788"/>
                  </a:lnTo>
                  <a:lnTo>
                    <a:pt x="252766" y="356133"/>
                  </a:lnTo>
                  <a:lnTo>
                    <a:pt x="252844" y="356400"/>
                  </a:lnTo>
                  <a:lnTo>
                    <a:pt x="252890" y="356627"/>
                  </a:lnTo>
                  <a:lnTo>
                    <a:pt x="253059" y="356999"/>
                  </a:lnTo>
                  <a:lnTo>
                    <a:pt x="253181" y="357286"/>
                  </a:lnTo>
                  <a:lnTo>
                    <a:pt x="253400" y="357715"/>
                  </a:lnTo>
                  <a:lnTo>
                    <a:pt x="253444" y="358190"/>
                  </a:lnTo>
                  <a:lnTo>
                    <a:pt x="253469" y="358456"/>
                  </a:lnTo>
                  <a:lnTo>
                    <a:pt x="253495" y="358847"/>
                  </a:lnTo>
                  <a:lnTo>
                    <a:pt x="253590" y="359571"/>
                  </a:lnTo>
                  <a:lnTo>
                    <a:pt x="253613" y="359743"/>
                  </a:lnTo>
                  <a:lnTo>
                    <a:pt x="253635" y="359908"/>
                  </a:lnTo>
                  <a:lnTo>
                    <a:pt x="253695" y="360366"/>
                  </a:lnTo>
                  <a:lnTo>
                    <a:pt x="253836" y="361270"/>
                  </a:lnTo>
                  <a:lnTo>
                    <a:pt x="253900" y="361729"/>
                  </a:lnTo>
                  <a:lnTo>
                    <a:pt x="253916" y="361888"/>
                  </a:lnTo>
                  <a:lnTo>
                    <a:pt x="253948" y="362028"/>
                  </a:lnTo>
                  <a:lnTo>
                    <a:pt x="254026" y="362395"/>
                  </a:lnTo>
                  <a:lnTo>
                    <a:pt x="254022" y="363256"/>
                  </a:lnTo>
                  <a:lnTo>
                    <a:pt x="254012" y="363479"/>
                  </a:lnTo>
                  <a:lnTo>
                    <a:pt x="253964" y="364074"/>
                  </a:lnTo>
                  <a:lnTo>
                    <a:pt x="253926" y="364741"/>
                  </a:lnTo>
                  <a:lnTo>
                    <a:pt x="253911" y="364995"/>
                  </a:lnTo>
                  <a:lnTo>
                    <a:pt x="253866" y="365462"/>
                  </a:lnTo>
                  <a:lnTo>
                    <a:pt x="253847" y="365615"/>
                  </a:lnTo>
                  <a:lnTo>
                    <a:pt x="253834" y="365853"/>
                  </a:lnTo>
                  <a:lnTo>
                    <a:pt x="253820" y="365985"/>
                  </a:lnTo>
                  <a:lnTo>
                    <a:pt x="253804" y="366113"/>
                  </a:lnTo>
                  <a:lnTo>
                    <a:pt x="253786" y="366293"/>
                  </a:lnTo>
                  <a:lnTo>
                    <a:pt x="253771" y="366550"/>
                  </a:lnTo>
                  <a:lnTo>
                    <a:pt x="253703" y="366896"/>
                  </a:lnTo>
                  <a:lnTo>
                    <a:pt x="253657" y="367399"/>
                  </a:lnTo>
                  <a:lnTo>
                    <a:pt x="253595" y="367864"/>
                  </a:lnTo>
                  <a:lnTo>
                    <a:pt x="253547" y="368160"/>
                  </a:lnTo>
                  <a:lnTo>
                    <a:pt x="253539" y="368375"/>
                  </a:lnTo>
                  <a:lnTo>
                    <a:pt x="253547" y="368529"/>
                  </a:lnTo>
                  <a:lnTo>
                    <a:pt x="253572" y="368971"/>
                  </a:lnTo>
                  <a:lnTo>
                    <a:pt x="253570" y="369214"/>
                  </a:lnTo>
                  <a:lnTo>
                    <a:pt x="253556" y="370314"/>
                  </a:lnTo>
                  <a:lnTo>
                    <a:pt x="253788" y="370424"/>
                  </a:lnTo>
                  <a:lnTo>
                    <a:pt x="254003" y="370516"/>
                  </a:lnTo>
                  <a:lnTo>
                    <a:pt x="254553" y="370723"/>
                  </a:lnTo>
                  <a:lnTo>
                    <a:pt x="254730" y="370772"/>
                  </a:lnTo>
                  <a:lnTo>
                    <a:pt x="255172" y="370899"/>
                  </a:lnTo>
                  <a:lnTo>
                    <a:pt x="255329" y="370870"/>
                  </a:lnTo>
                  <a:lnTo>
                    <a:pt x="255518" y="370839"/>
                  </a:lnTo>
                  <a:lnTo>
                    <a:pt x="255669" y="370850"/>
                  </a:lnTo>
                  <a:lnTo>
                    <a:pt x="255235" y="371548"/>
                  </a:lnTo>
                  <a:lnTo>
                    <a:pt x="254966" y="371909"/>
                  </a:lnTo>
                  <a:lnTo>
                    <a:pt x="254757" y="372168"/>
                  </a:lnTo>
                  <a:lnTo>
                    <a:pt x="254293" y="372750"/>
                  </a:lnTo>
                  <a:lnTo>
                    <a:pt x="254159" y="372921"/>
                  </a:lnTo>
                  <a:lnTo>
                    <a:pt x="253889" y="373239"/>
                  </a:lnTo>
                  <a:lnTo>
                    <a:pt x="254234" y="373416"/>
                  </a:lnTo>
                  <a:lnTo>
                    <a:pt x="254525" y="373560"/>
                  </a:lnTo>
                  <a:lnTo>
                    <a:pt x="254863" y="373713"/>
                  </a:lnTo>
                  <a:lnTo>
                    <a:pt x="255068" y="373835"/>
                  </a:lnTo>
                  <a:lnTo>
                    <a:pt x="255417" y="373996"/>
                  </a:lnTo>
                  <a:lnTo>
                    <a:pt x="255627" y="374095"/>
                  </a:lnTo>
                  <a:lnTo>
                    <a:pt x="255850" y="374229"/>
                  </a:lnTo>
                  <a:lnTo>
                    <a:pt x="256548" y="374646"/>
                  </a:lnTo>
                  <a:lnTo>
                    <a:pt x="256740" y="374714"/>
                  </a:lnTo>
                  <a:lnTo>
                    <a:pt x="256889" y="374772"/>
                  </a:lnTo>
                  <a:lnTo>
                    <a:pt x="257061" y="374866"/>
                  </a:lnTo>
                  <a:lnTo>
                    <a:pt x="257581" y="375149"/>
                  </a:lnTo>
                  <a:lnTo>
                    <a:pt x="257774" y="375259"/>
                  </a:lnTo>
                  <a:lnTo>
                    <a:pt x="258610" y="375607"/>
                  </a:lnTo>
                  <a:lnTo>
                    <a:pt x="258738" y="375616"/>
                  </a:lnTo>
                  <a:lnTo>
                    <a:pt x="258884" y="375640"/>
                  </a:lnTo>
                  <a:lnTo>
                    <a:pt x="259030" y="375657"/>
                  </a:lnTo>
                  <a:lnTo>
                    <a:pt x="259428" y="375713"/>
                  </a:lnTo>
                  <a:lnTo>
                    <a:pt x="259662" y="375755"/>
                  </a:lnTo>
                  <a:lnTo>
                    <a:pt x="259846" y="375780"/>
                  </a:lnTo>
                  <a:lnTo>
                    <a:pt x="260145" y="375802"/>
                  </a:lnTo>
                  <a:lnTo>
                    <a:pt x="260532" y="375834"/>
                  </a:lnTo>
                  <a:lnTo>
                    <a:pt x="260697" y="375846"/>
                  </a:lnTo>
                  <a:lnTo>
                    <a:pt x="260839" y="375849"/>
                  </a:lnTo>
                  <a:lnTo>
                    <a:pt x="261254" y="375868"/>
                  </a:lnTo>
                  <a:lnTo>
                    <a:pt x="261419" y="375866"/>
                  </a:lnTo>
                  <a:lnTo>
                    <a:pt x="261611" y="375891"/>
                  </a:lnTo>
                  <a:lnTo>
                    <a:pt x="262012" y="375974"/>
                  </a:lnTo>
                  <a:lnTo>
                    <a:pt x="262577" y="375946"/>
                  </a:lnTo>
                  <a:lnTo>
                    <a:pt x="262719" y="375971"/>
                  </a:lnTo>
                  <a:lnTo>
                    <a:pt x="262872" y="375979"/>
                  </a:lnTo>
                  <a:lnTo>
                    <a:pt x="263334" y="376033"/>
                  </a:lnTo>
                  <a:lnTo>
                    <a:pt x="263564" y="376059"/>
                  </a:lnTo>
                  <a:lnTo>
                    <a:pt x="264332" y="376245"/>
                  </a:lnTo>
                  <a:lnTo>
                    <a:pt x="264539" y="376606"/>
                  </a:lnTo>
                  <a:lnTo>
                    <a:pt x="264667" y="376866"/>
                  </a:lnTo>
                  <a:lnTo>
                    <a:pt x="264928" y="377309"/>
                  </a:lnTo>
                  <a:lnTo>
                    <a:pt x="265092" y="377549"/>
                  </a:lnTo>
                  <a:lnTo>
                    <a:pt x="265810" y="378637"/>
                  </a:lnTo>
                  <a:lnTo>
                    <a:pt x="265943" y="378958"/>
                  </a:lnTo>
                  <a:lnTo>
                    <a:pt x="266006" y="379168"/>
                  </a:lnTo>
                  <a:lnTo>
                    <a:pt x="266019" y="379298"/>
                  </a:lnTo>
                  <a:lnTo>
                    <a:pt x="266061" y="379476"/>
                  </a:lnTo>
                  <a:lnTo>
                    <a:pt x="266199" y="379786"/>
                  </a:lnTo>
                  <a:lnTo>
                    <a:pt x="266435" y="380062"/>
                  </a:lnTo>
                  <a:lnTo>
                    <a:pt x="266659" y="380400"/>
                  </a:lnTo>
                  <a:lnTo>
                    <a:pt x="266810" y="380678"/>
                  </a:lnTo>
                  <a:lnTo>
                    <a:pt x="267018" y="381128"/>
                  </a:lnTo>
                  <a:lnTo>
                    <a:pt x="267239" y="381451"/>
                  </a:lnTo>
                  <a:lnTo>
                    <a:pt x="267413" y="381659"/>
                  </a:lnTo>
                  <a:lnTo>
                    <a:pt x="267731" y="382172"/>
                  </a:lnTo>
                  <a:lnTo>
                    <a:pt x="267777" y="382347"/>
                  </a:lnTo>
                  <a:lnTo>
                    <a:pt x="267873" y="382684"/>
                  </a:lnTo>
                  <a:lnTo>
                    <a:pt x="268350" y="382416"/>
                  </a:lnTo>
                  <a:lnTo>
                    <a:pt x="268493" y="382396"/>
                  </a:lnTo>
                  <a:lnTo>
                    <a:pt x="269020" y="382171"/>
                  </a:lnTo>
                  <a:lnTo>
                    <a:pt x="269711" y="381475"/>
                  </a:lnTo>
                  <a:lnTo>
                    <a:pt x="270279" y="380149"/>
                  </a:lnTo>
                  <a:lnTo>
                    <a:pt x="271690" y="379850"/>
                  </a:lnTo>
                  <a:lnTo>
                    <a:pt x="271948" y="380072"/>
                  </a:lnTo>
                  <a:lnTo>
                    <a:pt x="272075" y="380203"/>
                  </a:lnTo>
                  <a:lnTo>
                    <a:pt x="272384" y="380473"/>
                  </a:lnTo>
                  <a:lnTo>
                    <a:pt x="272717" y="380697"/>
                  </a:lnTo>
                  <a:lnTo>
                    <a:pt x="273085" y="380850"/>
                  </a:lnTo>
                  <a:lnTo>
                    <a:pt x="273223" y="380951"/>
                  </a:lnTo>
                  <a:lnTo>
                    <a:pt x="273377" y="381067"/>
                  </a:lnTo>
                  <a:lnTo>
                    <a:pt x="273518" y="381197"/>
                  </a:lnTo>
                  <a:lnTo>
                    <a:pt x="273696" y="381372"/>
                  </a:lnTo>
                  <a:lnTo>
                    <a:pt x="274148" y="381676"/>
                  </a:lnTo>
                  <a:lnTo>
                    <a:pt x="274445" y="381907"/>
                  </a:lnTo>
                  <a:lnTo>
                    <a:pt x="274593" y="382000"/>
                  </a:lnTo>
                  <a:lnTo>
                    <a:pt x="274864" y="382283"/>
                  </a:lnTo>
                  <a:lnTo>
                    <a:pt x="275392" y="382833"/>
                  </a:lnTo>
                  <a:lnTo>
                    <a:pt x="275829" y="383254"/>
                  </a:lnTo>
                  <a:lnTo>
                    <a:pt x="276108" y="383563"/>
                  </a:lnTo>
                  <a:lnTo>
                    <a:pt x="276102" y="383930"/>
                  </a:lnTo>
                  <a:lnTo>
                    <a:pt x="276368" y="383978"/>
                  </a:lnTo>
                  <a:lnTo>
                    <a:pt x="276586" y="384275"/>
                  </a:lnTo>
                  <a:lnTo>
                    <a:pt x="278345" y="386683"/>
                  </a:lnTo>
                  <a:lnTo>
                    <a:pt x="279263" y="387939"/>
                  </a:lnTo>
                  <a:lnTo>
                    <a:pt x="282888" y="392496"/>
                  </a:lnTo>
                  <a:lnTo>
                    <a:pt x="288437" y="399472"/>
                  </a:lnTo>
                  <a:lnTo>
                    <a:pt x="290107" y="401572"/>
                  </a:lnTo>
                  <a:lnTo>
                    <a:pt x="293376" y="405627"/>
                  </a:lnTo>
                  <a:lnTo>
                    <a:pt x="298743" y="412282"/>
                  </a:lnTo>
                  <a:lnTo>
                    <a:pt x="303876" y="418647"/>
                  </a:lnTo>
                  <a:lnTo>
                    <a:pt x="309074" y="425093"/>
                  </a:lnTo>
                  <a:lnTo>
                    <a:pt x="312132" y="428884"/>
                  </a:lnTo>
                  <a:lnTo>
                    <a:pt x="313600" y="430705"/>
                  </a:lnTo>
                  <a:lnTo>
                    <a:pt x="329348" y="415809"/>
                  </a:lnTo>
                  <a:lnTo>
                    <a:pt x="331246" y="414014"/>
                  </a:lnTo>
                  <a:lnTo>
                    <a:pt x="356811" y="403345"/>
                  </a:lnTo>
                  <a:lnTo>
                    <a:pt x="336758" y="355217"/>
                  </a:lnTo>
                  <a:lnTo>
                    <a:pt x="335899" y="345302"/>
                  </a:lnTo>
                  <a:lnTo>
                    <a:pt x="335286" y="336384"/>
                  </a:lnTo>
                  <a:lnTo>
                    <a:pt x="335018" y="332497"/>
                  </a:lnTo>
                  <a:lnTo>
                    <a:pt x="334976" y="331914"/>
                  </a:lnTo>
                  <a:lnTo>
                    <a:pt x="334911" y="331005"/>
                  </a:lnTo>
                  <a:lnTo>
                    <a:pt x="334756" y="328595"/>
                  </a:lnTo>
                  <a:lnTo>
                    <a:pt x="334721" y="328098"/>
                  </a:lnTo>
                  <a:lnTo>
                    <a:pt x="334956" y="325763"/>
                  </a:lnTo>
                  <a:lnTo>
                    <a:pt x="337174" y="325468"/>
                  </a:lnTo>
                  <a:lnTo>
                    <a:pt x="337740" y="320759"/>
                  </a:lnTo>
                  <a:lnTo>
                    <a:pt x="344076" y="329681"/>
                  </a:lnTo>
                  <a:lnTo>
                    <a:pt x="344513" y="325748"/>
                  </a:lnTo>
                  <a:lnTo>
                    <a:pt x="344808" y="323097"/>
                  </a:lnTo>
                  <a:lnTo>
                    <a:pt x="343222" y="320749"/>
                  </a:lnTo>
                  <a:lnTo>
                    <a:pt x="342968" y="320519"/>
                  </a:lnTo>
                  <a:lnTo>
                    <a:pt x="342941" y="320332"/>
                  </a:lnTo>
                  <a:lnTo>
                    <a:pt x="341890" y="320019"/>
                  </a:lnTo>
                  <a:lnTo>
                    <a:pt x="342032" y="319405"/>
                  </a:lnTo>
                  <a:lnTo>
                    <a:pt x="342194" y="319216"/>
                  </a:lnTo>
                  <a:lnTo>
                    <a:pt x="342270" y="318944"/>
                  </a:lnTo>
                  <a:lnTo>
                    <a:pt x="342910" y="318233"/>
                  </a:lnTo>
                  <a:lnTo>
                    <a:pt x="343043" y="318182"/>
                  </a:lnTo>
                  <a:lnTo>
                    <a:pt x="343374" y="318052"/>
                  </a:lnTo>
                  <a:lnTo>
                    <a:pt x="343847" y="318105"/>
                  </a:lnTo>
                  <a:lnTo>
                    <a:pt x="344363" y="318764"/>
                  </a:lnTo>
                  <a:lnTo>
                    <a:pt x="344896" y="319408"/>
                  </a:lnTo>
                  <a:lnTo>
                    <a:pt x="345780" y="316879"/>
                  </a:lnTo>
                  <a:lnTo>
                    <a:pt x="345799" y="316738"/>
                  </a:lnTo>
                  <a:lnTo>
                    <a:pt x="345824" y="314946"/>
                  </a:lnTo>
                  <a:lnTo>
                    <a:pt x="346027" y="314221"/>
                  </a:lnTo>
                  <a:lnTo>
                    <a:pt x="346085" y="314019"/>
                  </a:lnTo>
                  <a:lnTo>
                    <a:pt x="346135" y="313591"/>
                  </a:lnTo>
                  <a:lnTo>
                    <a:pt x="346210" y="313364"/>
                  </a:lnTo>
                  <a:lnTo>
                    <a:pt x="346392" y="312827"/>
                  </a:lnTo>
                  <a:lnTo>
                    <a:pt x="346371" y="312445"/>
                  </a:lnTo>
                  <a:lnTo>
                    <a:pt x="346306" y="311881"/>
                  </a:lnTo>
                  <a:lnTo>
                    <a:pt x="346119" y="310399"/>
                  </a:lnTo>
                  <a:lnTo>
                    <a:pt x="347781" y="309638"/>
                  </a:lnTo>
                  <a:lnTo>
                    <a:pt x="347871" y="309312"/>
                  </a:lnTo>
                  <a:lnTo>
                    <a:pt x="347983" y="308834"/>
                  </a:lnTo>
                  <a:lnTo>
                    <a:pt x="348158" y="308105"/>
                  </a:lnTo>
                  <a:lnTo>
                    <a:pt x="348245" y="307784"/>
                  </a:lnTo>
                  <a:lnTo>
                    <a:pt x="348293" y="307567"/>
                  </a:lnTo>
                  <a:lnTo>
                    <a:pt x="348378" y="307100"/>
                  </a:lnTo>
                  <a:lnTo>
                    <a:pt x="348506" y="306305"/>
                  </a:lnTo>
                  <a:lnTo>
                    <a:pt x="348482" y="305885"/>
                  </a:lnTo>
                  <a:lnTo>
                    <a:pt x="348492" y="305753"/>
                  </a:lnTo>
                  <a:lnTo>
                    <a:pt x="348540" y="305610"/>
                  </a:lnTo>
                  <a:lnTo>
                    <a:pt x="348595" y="305354"/>
                  </a:lnTo>
                  <a:lnTo>
                    <a:pt x="348988" y="303838"/>
                  </a:lnTo>
                  <a:lnTo>
                    <a:pt x="349015" y="303494"/>
                  </a:lnTo>
                  <a:lnTo>
                    <a:pt x="348966" y="303357"/>
                  </a:lnTo>
                  <a:lnTo>
                    <a:pt x="348903" y="303168"/>
                  </a:lnTo>
                  <a:lnTo>
                    <a:pt x="348695" y="302379"/>
                  </a:lnTo>
                  <a:lnTo>
                    <a:pt x="348654" y="302171"/>
                  </a:lnTo>
                  <a:lnTo>
                    <a:pt x="348557" y="301594"/>
                  </a:lnTo>
                  <a:lnTo>
                    <a:pt x="348366" y="300805"/>
                  </a:lnTo>
                  <a:lnTo>
                    <a:pt x="348311" y="300410"/>
                  </a:lnTo>
                  <a:lnTo>
                    <a:pt x="348085" y="299724"/>
                  </a:lnTo>
                  <a:lnTo>
                    <a:pt x="347886" y="299450"/>
                  </a:lnTo>
                  <a:lnTo>
                    <a:pt x="347722" y="299196"/>
                  </a:lnTo>
                  <a:lnTo>
                    <a:pt x="347411" y="298714"/>
                  </a:lnTo>
                  <a:lnTo>
                    <a:pt x="346282" y="296958"/>
                  </a:lnTo>
                  <a:lnTo>
                    <a:pt x="345811" y="296287"/>
                  </a:lnTo>
                  <a:lnTo>
                    <a:pt x="345561" y="296010"/>
                  </a:lnTo>
                  <a:lnTo>
                    <a:pt x="345238" y="295647"/>
                  </a:lnTo>
                  <a:lnTo>
                    <a:pt x="344996" y="295378"/>
                  </a:lnTo>
                  <a:lnTo>
                    <a:pt x="344865" y="295231"/>
                  </a:lnTo>
                  <a:lnTo>
                    <a:pt x="344967" y="295033"/>
                  </a:lnTo>
                  <a:lnTo>
                    <a:pt x="345391" y="294245"/>
                  </a:lnTo>
                  <a:lnTo>
                    <a:pt x="345600" y="293873"/>
                  </a:lnTo>
                  <a:lnTo>
                    <a:pt x="345699" y="293724"/>
                  </a:lnTo>
                  <a:lnTo>
                    <a:pt x="345845" y="293497"/>
                  </a:lnTo>
                  <a:lnTo>
                    <a:pt x="345977" y="293220"/>
                  </a:lnTo>
                  <a:lnTo>
                    <a:pt x="346053" y="293079"/>
                  </a:lnTo>
                  <a:lnTo>
                    <a:pt x="346157" y="292895"/>
                  </a:lnTo>
                  <a:lnTo>
                    <a:pt x="346243" y="292577"/>
                  </a:lnTo>
                  <a:lnTo>
                    <a:pt x="346283" y="292078"/>
                  </a:lnTo>
                  <a:lnTo>
                    <a:pt x="346287" y="291812"/>
                  </a:lnTo>
                  <a:lnTo>
                    <a:pt x="346292" y="291603"/>
                  </a:lnTo>
                  <a:lnTo>
                    <a:pt x="346303" y="291123"/>
                  </a:lnTo>
                  <a:lnTo>
                    <a:pt x="346306" y="290951"/>
                  </a:lnTo>
                  <a:lnTo>
                    <a:pt x="346313" y="290680"/>
                  </a:lnTo>
                  <a:lnTo>
                    <a:pt x="346317" y="290545"/>
                  </a:lnTo>
                  <a:lnTo>
                    <a:pt x="346323" y="290403"/>
                  </a:lnTo>
                  <a:lnTo>
                    <a:pt x="346324" y="290208"/>
                  </a:lnTo>
                  <a:lnTo>
                    <a:pt x="346323" y="289977"/>
                  </a:lnTo>
                  <a:lnTo>
                    <a:pt x="346318" y="289345"/>
                  </a:lnTo>
                  <a:lnTo>
                    <a:pt x="346307" y="288793"/>
                  </a:lnTo>
                  <a:lnTo>
                    <a:pt x="346294" y="288393"/>
                  </a:lnTo>
                  <a:lnTo>
                    <a:pt x="346212" y="288125"/>
                  </a:lnTo>
                  <a:lnTo>
                    <a:pt x="345997" y="287943"/>
                  </a:lnTo>
                  <a:lnTo>
                    <a:pt x="346202" y="287335"/>
                  </a:lnTo>
                  <a:lnTo>
                    <a:pt x="346491" y="286987"/>
                  </a:lnTo>
                  <a:lnTo>
                    <a:pt x="346702" y="286737"/>
                  </a:lnTo>
                  <a:lnTo>
                    <a:pt x="346998" y="286375"/>
                  </a:lnTo>
                  <a:lnTo>
                    <a:pt x="347448" y="286380"/>
                  </a:lnTo>
                  <a:lnTo>
                    <a:pt x="348660" y="286469"/>
                  </a:lnTo>
                  <a:lnTo>
                    <a:pt x="349493" y="286495"/>
                  </a:lnTo>
                  <a:lnTo>
                    <a:pt x="349660" y="286306"/>
                  </a:lnTo>
                  <a:lnTo>
                    <a:pt x="349900" y="286384"/>
                  </a:lnTo>
                  <a:lnTo>
                    <a:pt x="350135" y="286512"/>
                  </a:lnTo>
                  <a:lnTo>
                    <a:pt x="352001" y="285920"/>
                  </a:lnTo>
                  <a:lnTo>
                    <a:pt x="354354" y="285537"/>
                  </a:lnTo>
                  <a:lnTo>
                    <a:pt x="355972" y="283631"/>
                  </a:lnTo>
                  <a:lnTo>
                    <a:pt x="355968" y="283387"/>
                  </a:lnTo>
                  <a:lnTo>
                    <a:pt x="355560" y="281928"/>
                  </a:lnTo>
                  <a:lnTo>
                    <a:pt x="355271" y="280738"/>
                  </a:lnTo>
                  <a:lnTo>
                    <a:pt x="355135" y="280347"/>
                  </a:lnTo>
                  <a:lnTo>
                    <a:pt x="354773" y="279311"/>
                  </a:lnTo>
                  <a:lnTo>
                    <a:pt x="354006" y="278018"/>
                  </a:lnTo>
                  <a:lnTo>
                    <a:pt x="353582" y="277307"/>
                  </a:lnTo>
                  <a:lnTo>
                    <a:pt x="353109" y="276529"/>
                  </a:lnTo>
                  <a:lnTo>
                    <a:pt x="352858" y="276087"/>
                  </a:lnTo>
                  <a:lnTo>
                    <a:pt x="352770" y="275872"/>
                  </a:lnTo>
                  <a:lnTo>
                    <a:pt x="352671" y="275529"/>
                  </a:lnTo>
                  <a:lnTo>
                    <a:pt x="352601" y="275297"/>
                  </a:lnTo>
                  <a:lnTo>
                    <a:pt x="352470" y="274845"/>
                  </a:lnTo>
                  <a:lnTo>
                    <a:pt x="352418" y="274673"/>
                  </a:lnTo>
                  <a:lnTo>
                    <a:pt x="352268" y="274300"/>
                  </a:lnTo>
                  <a:lnTo>
                    <a:pt x="352177" y="274132"/>
                  </a:lnTo>
                  <a:lnTo>
                    <a:pt x="352047" y="273967"/>
                  </a:lnTo>
                  <a:lnTo>
                    <a:pt x="351721" y="273576"/>
                  </a:lnTo>
                  <a:lnTo>
                    <a:pt x="351618" y="273068"/>
                  </a:lnTo>
                  <a:lnTo>
                    <a:pt x="351943" y="273129"/>
                  </a:lnTo>
                  <a:lnTo>
                    <a:pt x="352214" y="273026"/>
                  </a:lnTo>
                  <a:lnTo>
                    <a:pt x="352566" y="272864"/>
                  </a:lnTo>
                  <a:lnTo>
                    <a:pt x="352776" y="272745"/>
                  </a:lnTo>
                  <a:lnTo>
                    <a:pt x="353058" y="272620"/>
                  </a:lnTo>
                  <a:lnTo>
                    <a:pt x="353454" y="272465"/>
                  </a:lnTo>
                  <a:lnTo>
                    <a:pt x="354402" y="272049"/>
                  </a:lnTo>
                  <a:lnTo>
                    <a:pt x="354328" y="271868"/>
                  </a:lnTo>
                  <a:lnTo>
                    <a:pt x="354280" y="271713"/>
                  </a:lnTo>
                  <a:lnTo>
                    <a:pt x="354242" y="271578"/>
                  </a:lnTo>
                  <a:lnTo>
                    <a:pt x="354174" y="271252"/>
                  </a:lnTo>
                  <a:lnTo>
                    <a:pt x="354230" y="270991"/>
                  </a:lnTo>
                  <a:lnTo>
                    <a:pt x="354260" y="270747"/>
                  </a:lnTo>
                  <a:lnTo>
                    <a:pt x="354181" y="270384"/>
                  </a:lnTo>
                  <a:lnTo>
                    <a:pt x="354095" y="270087"/>
                  </a:lnTo>
                  <a:lnTo>
                    <a:pt x="354104" y="269940"/>
                  </a:lnTo>
                  <a:lnTo>
                    <a:pt x="354109" y="269803"/>
                  </a:lnTo>
                  <a:lnTo>
                    <a:pt x="354135" y="268688"/>
                  </a:lnTo>
                  <a:lnTo>
                    <a:pt x="354040" y="268278"/>
                  </a:lnTo>
                  <a:lnTo>
                    <a:pt x="354022" y="268142"/>
                  </a:lnTo>
                  <a:lnTo>
                    <a:pt x="354001" y="268003"/>
                  </a:lnTo>
                  <a:lnTo>
                    <a:pt x="353981" y="267864"/>
                  </a:lnTo>
                  <a:lnTo>
                    <a:pt x="353952" y="267655"/>
                  </a:lnTo>
                  <a:lnTo>
                    <a:pt x="353915" y="267377"/>
                  </a:lnTo>
                  <a:lnTo>
                    <a:pt x="353896" y="267244"/>
                  </a:lnTo>
                  <a:lnTo>
                    <a:pt x="353880" y="267113"/>
                  </a:lnTo>
                  <a:lnTo>
                    <a:pt x="353904" y="266872"/>
                  </a:lnTo>
                  <a:lnTo>
                    <a:pt x="353916" y="266740"/>
                  </a:lnTo>
                  <a:lnTo>
                    <a:pt x="353945" y="266455"/>
                  </a:lnTo>
                  <a:lnTo>
                    <a:pt x="353981" y="266104"/>
                  </a:lnTo>
                  <a:lnTo>
                    <a:pt x="353996" y="265962"/>
                  </a:lnTo>
                  <a:lnTo>
                    <a:pt x="354025" y="265687"/>
                  </a:lnTo>
                  <a:lnTo>
                    <a:pt x="354064" y="265310"/>
                  </a:lnTo>
                  <a:lnTo>
                    <a:pt x="353991" y="264747"/>
                  </a:lnTo>
                  <a:lnTo>
                    <a:pt x="353949" y="264430"/>
                  </a:lnTo>
                  <a:lnTo>
                    <a:pt x="353875" y="263848"/>
                  </a:lnTo>
                  <a:lnTo>
                    <a:pt x="353544" y="263511"/>
                  </a:lnTo>
                  <a:lnTo>
                    <a:pt x="353187" y="263150"/>
                  </a:lnTo>
                  <a:lnTo>
                    <a:pt x="352754" y="262716"/>
                  </a:lnTo>
                  <a:lnTo>
                    <a:pt x="352054" y="261694"/>
                  </a:lnTo>
                  <a:lnTo>
                    <a:pt x="351828" y="261445"/>
                  </a:lnTo>
                  <a:lnTo>
                    <a:pt x="351703" y="261281"/>
                  </a:lnTo>
                  <a:lnTo>
                    <a:pt x="351417" y="260913"/>
                  </a:lnTo>
                  <a:lnTo>
                    <a:pt x="351110" y="260215"/>
                  </a:lnTo>
                  <a:lnTo>
                    <a:pt x="350964" y="260080"/>
                  </a:lnTo>
                  <a:lnTo>
                    <a:pt x="350805" y="259830"/>
                  </a:lnTo>
                  <a:lnTo>
                    <a:pt x="350614" y="259511"/>
                  </a:lnTo>
                  <a:lnTo>
                    <a:pt x="350248" y="259075"/>
                  </a:lnTo>
                  <a:lnTo>
                    <a:pt x="350064" y="258892"/>
                  </a:lnTo>
                  <a:lnTo>
                    <a:pt x="349843" y="258268"/>
                  </a:lnTo>
                  <a:lnTo>
                    <a:pt x="349052" y="257543"/>
                  </a:lnTo>
                  <a:lnTo>
                    <a:pt x="348561" y="257093"/>
                  </a:lnTo>
                  <a:lnTo>
                    <a:pt x="348192" y="256755"/>
                  </a:lnTo>
                  <a:lnTo>
                    <a:pt x="347583" y="256196"/>
                  </a:lnTo>
                  <a:lnTo>
                    <a:pt x="347429" y="256055"/>
                  </a:lnTo>
                  <a:lnTo>
                    <a:pt x="346961" y="255624"/>
                  </a:lnTo>
                  <a:lnTo>
                    <a:pt x="346634" y="255298"/>
                  </a:lnTo>
                  <a:lnTo>
                    <a:pt x="346714" y="254312"/>
                  </a:lnTo>
                  <a:lnTo>
                    <a:pt x="346749" y="253890"/>
                  </a:lnTo>
                  <a:lnTo>
                    <a:pt x="346775" y="253573"/>
                  </a:lnTo>
                  <a:lnTo>
                    <a:pt x="346482" y="252994"/>
                  </a:lnTo>
                  <a:lnTo>
                    <a:pt x="346087" y="252213"/>
                  </a:lnTo>
                  <a:lnTo>
                    <a:pt x="345948" y="251955"/>
                  </a:lnTo>
                  <a:lnTo>
                    <a:pt x="345729" y="251546"/>
                  </a:lnTo>
                  <a:lnTo>
                    <a:pt x="343932" y="248202"/>
                  </a:lnTo>
                  <a:lnTo>
                    <a:pt x="343222" y="246879"/>
                  </a:lnTo>
                  <a:lnTo>
                    <a:pt x="342820" y="246146"/>
                  </a:lnTo>
                  <a:lnTo>
                    <a:pt x="340804" y="244251"/>
                  </a:lnTo>
                  <a:lnTo>
                    <a:pt x="340468" y="243935"/>
                  </a:lnTo>
                  <a:lnTo>
                    <a:pt x="340195" y="243539"/>
                  </a:lnTo>
                  <a:lnTo>
                    <a:pt x="340403" y="243175"/>
                  </a:lnTo>
                  <a:lnTo>
                    <a:pt x="340617" y="242797"/>
                  </a:lnTo>
                  <a:lnTo>
                    <a:pt x="341150" y="241860"/>
                  </a:lnTo>
                  <a:lnTo>
                    <a:pt x="341339" y="241521"/>
                  </a:lnTo>
                  <a:lnTo>
                    <a:pt x="342727" y="239087"/>
                  </a:lnTo>
                  <a:lnTo>
                    <a:pt x="342965" y="238818"/>
                  </a:lnTo>
                  <a:lnTo>
                    <a:pt x="344322" y="237292"/>
                  </a:lnTo>
                  <a:lnTo>
                    <a:pt x="343828" y="235724"/>
                  </a:lnTo>
                  <a:lnTo>
                    <a:pt x="343691" y="235310"/>
                  </a:lnTo>
                  <a:lnTo>
                    <a:pt x="343544" y="234863"/>
                  </a:lnTo>
                  <a:lnTo>
                    <a:pt x="343303" y="233888"/>
                  </a:lnTo>
                  <a:lnTo>
                    <a:pt x="343220" y="232763"/>
                  </a:lnTo>
                  <a:lnTo>
                    <a:pt x="343137" y="231616"/>
                  </a:lnTo>
                  <a:lnTo>
                    <a:pt x="343080" y="230846"/>
                  </a:lnTo>
                  <a:lnTo>
                    <a:pt x="343059" y="230561"/>
                  </a:lnTo>
                  <a:lnTo>
                    <a:pt x="343122" y="230352"/>
                  </a:lnTo>
                  <a:lnTo>
                    <a:pt x="343295" y="229793"/>
                  </a:lnTo>
                  <a:lnTo>
                    <a:pt x="344128" y="229309"/>
                  </a:lnTo>
                  <a:lnTo>
                    <a:pt x="344226" y="228872"/>
                  </a:lnTo>
                  <a:lnTo>
                    <a:pt x="344279" y="228638"/>
                  </a:lnTo>
                  <a:lnTo>
                    <a:pt x="344373" y="228219"/>
                  </a:lnTo>
                  <a:lnTo>
                    <a:pt x="344489" y="227701"/>
                  </a:lnTo>
                  <a:lnTo>
                    <a:pt x="344620" y="227114"/>
                  </a:lnTo>
                  <a:lnTo>
                    <a:pt x="344692" y="226669"/>
                  </a:lnTo>
                  <a:lnTo>
                    <a:pt x="344704" y="226417"/>
                  </a:lnTo>
                  <a:lnTo>
                    <a:pt x="344716" y="226146"/>
                  </a:lnTo>
                  <a:lnTo>
                    <a:pt x="344795" y="224483"/>
                  </a:lnTo>
                  <a:lnTo>
                    <a:pt x="344838" y="223609"/>
                  </a:lnTo>
                  <a:lnTo>
                    <a:pt x="344938" y="221614"/>
                  </a:lnTo>
                  <a:lnTo>
                    <a:pt x="344957" y="221174"/>
                  </a:lnTo>
                  <a:lnTo>
                    <a:pt x="343675" y="221061"/>
                  </a:lnTo>
                  <a:lnTo>
                    <a:pt x="342892" y="220993"/>
                  </a:lnTo>
                  <a:lnTo>
                    <a:pt x="342723" y="220977"/>
                  </a:lnTo>
                  <a:lnTo>
                    <a:pt x="341049" y="220838"/>
                  </a:lnTo>
                  <a:lnTo>
                    <a:pt x="339652" y="220738"/>
                  </a:lnTo>
                  <a:lnTo>
                    <a:pt x="336161" y="220523"/>
                  </a:lnTo>
                  <a:lnTo>
                    <a:pt x="335089" y="220463"/>
                  </a:lnTo>
                  <a:lnTo>
                    <a:pt x="334937" y="220463"/>
                  </a:lnTo>
                  <a:lnTo>
                    <a:pt x="332249" y="220469"/>
                  </a:lnTo>
                  <a:lnTo>
                    <a:pt x="331082" y="220674"/>
                  </a:lnTo>
                  <a:lnTo>
                    <a:pt x="329204" y="221004"/>
                  </a:lnTo>
                  <a:lnTo>
                    <a:pt x="319394" y="203278"/>
                  </a:lnTo>
                  <a:lnTo>
                    <a:pt x="319172" y="202921"/>
                  </a:lnTo>
                  <a:lnTo>
                    <a:pt x="319074" y="202760"/>
                  </a:lnTo>
                  <a:lnTo>
                    <a:pt x="315405" y="199555"/>
                  </a:lnTo>
                  <a:lnTo>
                    <a:pt x="315252" y="199608"/>
                  </a:lnTo>
                  <a:lnTo>
                    <a:pt x="314830" y="199756"/>
                  </a:lnTo>
                  <a:lnTo>
                    <a:pt x="314676" y="199810"/>
                  </a:lnTo>
                  <a:lnTo>
                    <a:pt x="314542" y="199857"/>
                  </a:lnTo>
                  <a:lnTo>
                    <a:pt x="314309" y="199938"/>
                  </a:lnTo>
                  <a:lnTo>
                    <a:pt x="314169" y="199876"/>
                  </a:lnTo>
                  <a:lnTo>
                    <a:pt x="306773" y="199545"/>
                  </a:lnTo>
                  <a:lnTo>
                    <a:pt x="306368" y="199557"/>
                  </a:lnTo>
                  <a:lnTo>
                    <a:pt x="306228" y="199561"/>
                  </a:lnTo>
                  <a:lnTo>
                    <a:pt x="305800" y="199591"/>
                  </a:lnTo>
                  <a:lnTo>
                    <a:pt x="305778" y="199361"/>
                  </a:lnTo>
                  <a:lnTo>
                    <a:pt x="305748" y="199027"/>
                  </a:lnTo>
                  <a:lnTo>
                    <a:pt x="305704" y="198536"/>
                  </a:lnTo>
                  <a:lnTo>
                    <a:pt x="305693" y="198397"/>
                  </a:lnTo>
                  <a:lnTo>
                    <a:pt x="305682" y="197939"/>
                  </a:lnTo>
                  <a:lnTo>
                    <a:pt x="305675" y="197647"/>
                  </a:lnTo>
                  <a:lnTo>
                    <a:pt x="305664" y="197252"/>
                  </a:lnTo>
                  <a:lnTo>
                    <a:pt x="305653" y="196775"/>
                  </a:lnTo>
                  <a:lnTo>
                    <a:pt x="305644" y="196405"/>
                  </a:lnTo>
                  <a:lnTo>
                    <a:pt x="306095" y="195823"/>
                  </a:lnTo>
                  <a:lnTo>
                    <a:pt x="306467" y="195342"/>
                  </a:lnTo>
                  <a:lnTo>
                    <a:pt x="306612" y="195156"/>
                  </a:lnTo>
                  <a:lnTo>
                    <a:pt x="306850" y="194849"/>
                  </a:lnTo>
                  <a:lnTo>
                    <a:pt x="307091" y="194537"/>
                  </a:lnTo>
                  <a:lnTo>
                    <a:pt x="307337" y="194182"/>
                  </a:lnTo>
                  <a:lnTo>
                    <a:pt x="307783" y="193540"/>
                  </a:lnTo>
                  <a:lnTo>
                    <a:pt x="307963" y="193280"/>
                  </a:lnTo>
                  <a:lnTo>
                    <a:pt x="308187" y="192852"/>
                  </a:lnTo>
                  <a:lnTo>
                    <a:pt x="308380" y="192481"/>
                  </a:lnTo>
                  <a:lnTo>
                    <a:pt x="308569" y="192120"/>
                  </a:lnTo>
                  <a:lnTo>
                    <a:pt x="308834" y="191611"/>
                  </a:lnTo>
                  <a:lnTo>
                    <a:pt x="309035" y="191226"/>
                  </a:lnTo>
                  <a:lnTo>
                    <a:pt x="309155" y="190998"/>
                  </a:lnTo>
                  <a:lnTo>
                    <a:pt x="310265" y="189313"/>
                  </a:lnTo>
                  <a:lnTo>
                    <a:pt x="310465" y="189009"/>
                  </a:lnTo>
                  <a:lnTo>
                    <a:pt x="312772" y="185507"/>
                  </a:lnTo>
                  <a:lnTo>
                    <a:pt x="309249" y="182080"/>
                  </a:lnTo>
                  <a:lnTo>
                    <a:pt x="308753" y="181595"/>
                  </a:lnTo>
                  <a:lnTo>
                    <a:pt x="308292" y="180861"/>
                  </a:lnTo>
                  <a:lnTo>
                    <a:pt x="308160" y="180728"/>
                  </a:lnTo>
                  <a:lnTo>
                    <a:pt x="307694" y="180265"/>
                  </a:lnTo>
                  <a:lnTo>
                    <a:pt x="307464" y="180020"/>
                  </a:lnTo>
                  <a:lnTo>
                    <a:pt x="307403" y="179716"/>
                  </a:lnTo>
                  <a:lnTo>
                    <a:pt x="307337" y="179500"/>
                  </a:lnTo>
                  <a:lnTo>
                    <a:pt x="307221" y="179016"/>
                  </a:lnTo>
                  <a:lnTo>
                    <a:pt x="307151" y="178865"/>
                  </a:lnTo>
                  <a:lnTo>
                    <a:pt x="307006" y="178431"/>
                  </a:lnTo>
                  <a:lnTo>
                    <a:pt x="306674" y="177488"/>
                  </a:lnTo>
                  <a:lnTo>
                    <a:pt x="306637" y="176977"/>
                  </a:lnTo>
                  <a:lnTo>
                    <a:pt x="306611" y="176583"/>
                  </a:lnTo>
                  <a:lnTo>
                    <a:pt x="306607" y="176380"/>
                  </a:lnTo>
                  <a:lnTo>
                    <a:pt x="306597" y="176119"/>
                  </a:lnTo>
                  <a:lnTo>
                    <a:pt x="306580" y="175712"/>
                  </a:lnTo>
                  <a:lnTo>
                    <a:pt x="306537" y="175272"/>
                  </a:lnTo>
                  <a:lnTo>
                    <a:pt x="306497" y="174871"/>
                  </a:lnTo>
                  <a:lnTo>
                    <a:pt x="306447" y="174516"/>
                  </a:lnTo>
                  <a:lnTo>
                    <a:pt x="306005" y="173310"/>
                  </a:lnTo>
                  <a:lnTo>
                    <a:pt x="305960" y="173066"/>
                  </a:lnTo>
                  <a:lnTo>
                    <a:pt x="305911" y="172368"/>
                  </a:lnTo>
                  <a:lnTo>
                    <a:pt x="305844" y="172095"/>
                  </a:lnTo>
                  <a:lnTo>
                    <a:pt x="305735" y="171680"/>
                  </a:lnTo>
                  <a:lnTo>
                    <a:pt x="305576" y="171026"/>
                  </a:lnTo>
                  <a:lnTo>
                    <a:pt x="305414" y="170603"/>
                  </a:lnTo>
                  <a:lnTo>
                    <a:pt x="305366" y="169912"/>
                  </a:lnTo>
                  <a:lnTo>
                    <a:pt x="305103" y="169003"/>
                  </a:lnTo>
                  <a:lnTo>
                    <a:pt x="304776" y="168152"/>
                  </a:lnTo>
                  <a:lnTo>
                    <a:pt x="304716" y="167925"/>
                  </a:lnTo>
                  <a:lnTo>
                    <a:pt x="304649" y="167589"/>
                  </a:lnTo>
                  <a:lnTo>
                    <a:pt x="304536" y="167231"/>
                  </a:lnTo>
                  <a:lnTo>
                    <a:pt x="304487" y="167097"/>
                  </a:lnTo>
                  <a:lnTo>
                    <a:pt x="304401" y="166607"/>
                  </a:lnTo>
                  <a:lnTo>
                    <a:pt x="304332" y="166371"/>
                  </a:lnTo>
                  <a:lnTo>
                    <a:pt x="304243" y="166045"/>
                  </a:lnTo>
                  <a:lnTo>
                    <a:pt x="304187" y="165761"/>
                  </a:lnTo>
                  <a:lnTo>
                    <a:pt x="304086" y="165422"/>
                  </a:lnTo>
                  <a:lnTo>
                    <a:pt x="304040" y="165221"/>
                  </a:lnTo>
                  <a:lnTo>
                    <a:pt x="304005" y="165066"/>
                  </a:lnTo>
                  <a:lnTo>
                    <a:pt x="303939" y="164632"/>
                  </a:lnTo>
                  <a:lnTo>
                    <a:pt x="303487" y="162666"/>
                  </a:lnTo>
                  <a:lnTo>
                    <a:pt x="303195" y="161189"/>
                  </a:lnTo>
                  <a:lnTo>
                    <a:pt x="303165" y="160928"/>
                  </a:lnTo>
                  <a:lnTo>
                    <a:pt x="303147" y="160761"/>
                  </a:lnTo>
                  <a:lnTo>
                    <a:pt x="303079" y="160142"/>
                  </a:lnTo>
                  <a:lnTo>
                    <a:pt x="303055" y="159913"/>
                  </a:lnTo>
                  <a:lnTo>
                    <a:pt x="303021" y="159604"/>
                  </a:lnTo>
                  <a:lnTo>
                    <a:pt x="302984" y="159183"/>
                  </a:lnTo>
                  <a:lnTo>
                    <a:pt x="302948" y="158868"/>
                  </a:lnTo>
                  <a:lnTo>
                    <a:pt x="302884" y="158313"/>
                  </a:lnTo>
                  <a:lnTo>
                    <a:pt x="302864" y="158170"/>
                  </a:lnTo>
                  <a:lnTo>
                    <a:pt x="302852" y="158014"/>
                  </a:lnTo>
                  <a:lnTo>
                    <a:pt x="302841" y="157851"/>
                  </a:lnTo>
                  <a:lnTo>
                    <a:pt x="302777" y="157554"/>
                  </a:lnTo>
                  <a:lnTo>
                    <a:pt x="302613" y="157139"/>
                  </a:lnTo>
                  <a:lnTo>
                    <a:pt x="302489" y="156882"/>
                  </a:lnTo>
                  <a:lnTo>
                    <a:pt x="302311" y="156495"/>
                  </a:lnTo>
                  <a:lnTo>
                    <a:pt x="302130" y="156047"/>
                  </a:lnTo>
                  <a:lnTo>
                    <a:pt x="301949" y="155618"/>
                  </a:lnTo>
                  <a:lnTo>
                    <a:pt x="301783" y="155180"/>
                  </a:lnTo>
                  <a:lnTo>
                    <a:pt x="301680" y="154910"/>
                  </a:lnTo>
                  <a:lnTo>
                    <a:pt x="301465" y="154343"/>
                  </a:lnTo>
                  <a:lnTo>
                    <a:pt x="301378" y="154119"/>
                  </a:lnTo>
                  <a:lnTo>
                    <a:pt x="300921" y="152575"/>
                  </a:lnTo>
                  <a:lnTo>
                    <a:pt x="300933" y="152438"/>
                  </a:lnTo>
                  <a:lnTo>
                    <a:pt x="301001" y="151476"/>
                  </a:lnTo>
                  <a:lnTo>
                    <a:pt x="301015" y="151331"/>
                  </a:lnTo>
                  <a:lnTo>
                    <a:pt x="301135" y="149827"/>
                  </a:lnTo>
                  <a:lnTo>
                    <a:pt x="301150" y="149536"/>
                  </a:lnTo>
                  <a:lnTo>
                    <a:pt x="301189" y="149165"/>
                  </a:lnTo>
                  <a:lnTo>
                    <a:pt x="301232" y="148793"/>
                  </a:lnTo>
                  <a:lnTo>
                    <a:pt x="301250" y="148467"/>
                  </a:lnTo>
                  <a:lnTo>
                    <a:pt x="301330" y="147498"/>
                  </a:lnTo>
                  <a:lnTo>
                    <a:pt x="301407" y="146621"/>
                  </a:lnTo>
                  <a:lnTo>
                    <a:pt x="301328" y="146109"/>
                  </a:lnTo>
                  <a:lnTo>
                    <a:pt x="300803" y="145924"/>
                  </a:lnTo>
                  <a:lnTo>
                    <a:pt x="300270" y="145767"/>
                  </a:lnTo>
                  <a:lnTo>
                    <a:pt x="299952" y="145653"/>
                  </a:lnTo>
                  <a:lnTo>
                    <a:pt x="299583" y="145519"/>
                  </a:lnTo>
                  <a:lnTo>
                    <a:pt x="299218" y="145378"/>
                  </a:lnTo>
                  <a:lnTo>
                    <a:pt x="298641" y="145182"/>
                  </a:lnTo>
                  <a:lnTo>
                    <a:pt x="297600" y="144812"/>
                  </a:lnTo>
                  <a:lnTo>
                    <a:pt x="296872" y="144562"/>
                  </a:lnTo>
                  <a:lnTo>
                    <a:pt x="296196" y="144332"/>
                  </a:lnTo>
                  <a:lnTo>
                    <a:pt x="295961" y="144240"/>
                  </a:lnTo>
                  <a:lnTo>
                    <a:pt x="295158" y="143948"/>
                  </a:lnTo>
                  <a:lnTo>
                    <a:pt x="294553" y="143728"/>
                  </a:lnTo>
                  <a:lnTo>
                    <a:pt x="292427" y="143259"/>
                  </a:lnTo>
                  <a:lnTo>
                    <a:pt x="292149" y="143197"/>
                  </a:lnTo>
                  <a:lnTo>
                    <a:pt x="292482" y="142505"/>
                  </a:lnTo>
                  <a:lnTo>
                    <a:pt x="292792" y="141808"/>
                  </a:lnTo>
                  <a:lnTo>
                    <a:pt x="293056" y="141222"/>
                  </a:lnTo>
                  <a:lnTo>
                    <a:pt x="293113" y="141084"/>
                  </a:lnTo>
                  <a:lnTo>
                    <a:pt x="293304" y="140665"/>
                  </a:lnTo>
                  <a:lnTo>
                    <a:pt x="293414" y="140369"/>
                  </a:lnTo>
                  <a:lnTo>
                    <a:pt x="293509" y="140208"/>
                  </a:lnTo>
                  <a:lnTo>
                    <a:pt x="293608" y="140004"/>
                  </a:lnTo>
                  <a:lnTo>
                    <a:pt x="293834" y="139517"/>
                  </a:lnTo>
                  <a:lnTo>
                    <a:pt x="294137" y="138671"/>
                  </a:lnTo>
                  <a:lnTo>
                    <a:pt x="294366" y="138556"/>
                  </a:lnTo>
                  <a:lnTo>
                    <a:pt x="294821" y="137828"/>
                  </a:lnTo>
                  <a:lnTo>
                    <a:pt x="294964" y="137592"/>
                  </a:lnTo>
                  <a:lnTo>
                    <a:pt x="295367" y="137059"/>
                  </a:lnTo>
                  <a:lnTo>
                    <a:pt x="295545" y="136807"/>
                  </a:lnTo>
                  <a:lnTo>
                    <a:pt x="295375" y="136769"/>
                  </a:lnTo>
                  <a:lnTo>
                    <a:pt x="295195" y="136731"/>
                  </a:lnTo>
                  <a:lnTo>
                    <a:pt x="295050" y="136680"/>
                  </a:lnTo>
                  <a:lnTo>
                    <a:pt x="294836" y="136671"/>
                  </a:lnTo>
                  <a:lnTo>
                    <a:pt x="294266" y="136479"/>
                  </a:lnTo>
                  <a:lnTo>
                    <a:pt x="293545" y="136041"/>
                  </a:lnTo>
                  <a:lnTo>
                    <a:pt x="293528" y="135831"/>
                  </a:lnTo>
                  <a:lnTo>
                    <a:pt x="293666" y="135628"/>
                  </a:lnTo>
                  <a:lnTo>
                    <a:pt x="293921" y="135243"/>
                  </a:lnTo>
                  <a:lnTo>
                    <a:pt x="294236" y="134722"/>
                  </a:lnTo>
                  <a:lnTo>
                    <a:pt x="294040" y="134378"/>
                  </a:lnTo>
                  <a:lnTo>
                    <a:pt x="293822" y="134015"/>
                  </a:lnTo>
                  <a:lnTo>
                    <a:pt x="293893" y="133731"/>
                  </a:lnTo>
                  <a:lnTo>
                    <a:pt x="294608" y="133191"/>
                  </a:lnTo>
                  <a:lnTo>
                    <a:pt x="294600" y="133036"/>
                  </a:lnTo>
                  <a:lnTo>
                    <a:pt x="294574" y="132772"/>
                  </a:lnTo>
                  <a:lnTo>
                    <a:pt x="294714" y="132569"/>
                  </a:lnTo>
                  <a:lnTo>
                    <a:pt x="294768" y="132326"/>
                  </a:lnTo>
                  <a:lnTo>
                    <a:pt x="294796" y="131912"/>
                  </a:lnTo>
                  <a:lnTo>
                    <a:pt x="294847" y="131399"/>
                  </a:lnTo>
                  <a:lnTo>
                    <a:pt x="294748" y="130808"/>
                  </a:lnTo>
                  <a:lnTo>
                    <a:pt x="294779" y="130467"/>
                  </a:lnTo>
                  <a:lnTo>
                    <a:pt x="294765" y="130315"/>
                  </a:lnTo>
                  <a:lnTo>
                    <a:pt x="294780" y="129677"/>
                  </a:lnTo>
                  <a:lnTo>
                    <a:pt x="294792" y="129431"/>
                  </a:lnTo>
                  <a:lnTo>
                    <a:pt x="294802" y="129159"/>
                  </a:lnTo>
                  <a:lnTo>
                    <a:pt x="294791" y="127821"/>
                  </a:lnTo>
                  <a:lnTo>
                    <a:pt x="294822" y="127690"/>
                  </a:lnTo>
                  <a:lnTo>
                    <a:pt x="294855" y="127548"/>
                  </a:lnTo>
                  <a:lnTo>
                    <a:pt x="294906" y="127332"/>
                  </a:lnTo>
                  <a:lnTo>
                    <a:pt x="294937" y="127182"/>
                  </a:lnTo>
                  <a:lnTo>
                    <a:pt x="294954" y="126995"/>
                  </a:lnTo>
                  <a:lnTo>
                    <a:pt x="294980" y="126645"/>
                  </a:lnTo>
                  <a:lnTo>
                    <a:pt x="295052" y="126426"/>
                  </a:lnTo>
                  <a:lnTo>
                    <a:pt x="295187" y="126160"/>
                  </a:lnTo>
                  <a:lnTo>
                    <a:pt x="295522" y="125604"/>
                  </a:lnTo>
                  <a:lnTo>
                    <a:pt x="295656" y="125402"/>
                  </a:lnTo>
                  <a:lnTo>
                    <a:pt x="295745" y="125271"/>
                  </a:lnTo>
                  <a:lnTo>
                    <a:pt x="295947" y="124709"/>
                  </a:lnTo>
                  <a:lnTo>
                    <a:pt x="296030" y="124509"/>
                  </a:lnTo>
                  <a:lnTo>
                    <a:pt x="296094" y="124354"/>
                  </a:lnTo>
                  <a:lnTo>
                    <a:pt x="296177" y="124199"/>
                  </a:lnTo>
                  <a:lnTo>
                    <a:pt x="296255" y="124058"/>
                  </a:lnTo>
                  <a:lnTo>
                    <a:pt x="296350" y="123883"/>
                  </a:lnTo>
                  <a:lnTo>
                    <a:pt x="296434" y="123753"/>
                  </a:lnTo>
                  <a:lnTo>
                    <a:pt x="296562" y="123562"/>
                  </a:lnTo>
                  <a:lnTo>
                    <a:pt x="296804" y="123181"/>
                  </a:lnTo>
                  <a:lnTo>
                    <a:pt x="297323" y="122294"/>
                  </a:lnTo>
                  <a:lnTo>
                    <a:pt x="297633" y="121809"/>
                  </a:lnTo>
                  <a:lnTo>
                    <a:pt x="297908" y="121242"/>
                  </a:lnTo>
                  <a:lnTo>
                    <a:pt x="298529" y="120466"/>
                  </a:lnTo>
                  <a:lnTo>
                    <a:pt x="298390" y="120413"/>
                  </a:lnTo>
                  <a:lnTo>
                    <a:pt x="297970" y="120245"/>
                  </a:lnTo>
                  <a:lnTo>
                    <a:pt x="297577" y="120088"/>
                  </a:lnTo>
                  <a:lnTo>
                    <a:pt x="297196" y="119938"/>
                  </a:lnTo>
                  <a:lnTo>
                    <a:pt x="296795" y="119781"/>
                  </a:lnTo>
                  <a:lnTo>
                    <a:pt x="296564" y="119690"/>
                  </a:lnTo>
                  <a:lnTo>
                    <a:pt x="296282" y="119388"/>
                  </a:lnTo>
                  <a:lnTo>
                    <a:pt x="296069" y="119154"/>
                  </a:lnTo>
                  <a:lnTo>
                    <a:pt x="295504" y="118535"/>
                  </a:lnTo>
                  <a:lnTo>
                    <a:pt x="295244" y="118247"/>
                  </a:lnTo>
                  <a:lnTo>
                    <a:pt x="294719" y="117670"/>
                  </a:lnTo>
                  <a:lnTo>
                    <a:pt x="294371" y="117286"/>
                  </a:lnTo>
                  <a:lnTo>
                    <a:pt x="294098" y="116985"/>
                  </a:lnTo>
                  <a:lnTo>
                    <a:pt x="293918" y="116788"/>
                  </a:lnTo>
                  <a:lnTo>
                    <a:pt x="293224" y="116342"/>
                  </a:lnTo>
                  <a:lnTo>
                    <a:pt x="292893" y="116115"/>
                  </a:lnTo>
                  <a:lnTo>
                    <a:pt x="291836" y="115481"/>
                  </a:lnTo>
                  <a:lnTo>
                    <a:pt x="291574" y="115341"/>
                  </a:lnTo>
                  <a:lnTo>
                    <a:pt x="291213" y="115117"/>
                  </a:lnTo>
                  <a:lnTo>
                    <a:pt x="290903" y="114934"/>
                  </a:lnTo>
                  <a:lnTo>
                    <a:pt x="290377" y="114627"/>
                  </a:lnTo>
                  <a:lnTo>
                    <a:pt x="289837" y="114352"/>
                  </a:lnTo>
                  <a:lnTo>
                    <a:pt x="289436" y="114124"/>
                  </a:lnTo>
                  <a:lnTo>
                    <a:pt x="289029" y="113911"/>
                  </a:lnTo>
                  <a:lnTo>
                    <a:pt x="288174" y="113659"/>
                  </a:lnTo>
                  <a:lnTo>
                    <a:pt x="287458" y="113388"/>
                  </a:lnTo>
                  <a:lnTo>
                    <a:pt x="286917" y="113223"/>
                  </a:lnTo>
                  <a:lnTo>
                    <a:pt x="286581" y="113125"/>
                  </a:lnTo>
                  <a:lnTo>
                    <a:pt x="286135" y="112977"/>
                  </a:lnTo>
                  <a:lnTo>
                    <a:pt x="285904" y="112889"/>
                  </a:lnTo>
                  <a:lnTo>
                    <a:pt x="285571" y="112756"/>
                  </a:lnTo>
                  <a:lnTo>
                    <a:pt x="284767" y="112135"/>
                  </a:lnTo>
                  <a:lnTo>
                    <a:pt x="284467" y="111396"/>
                  </a:lnTo>
                  <a:lnTo>
                    <a:pt x="284427" y="111104"/>
                  </a:lnTo>
                  <a:lnTo>
                    <a:pt x="284372" y="110769"/>
                  </a:lnTo>
                  <a:lnTo>
                    <a:pt x="284148" y="110698"/>
                  </a:lnTo>
                  <a:lnTo>
                    <a:pt x="283534" y="110964"/>
                  </a:lnTo>
                  <a:lnTo>
                    <a:pt x="283289" y="111093"/>
                  </a:lnTo>
                  <a:lnTo>
                    <a:pt x="282791" y="111283"/>
                  </a:lnTo>
                  <a:lnTo>
                    <a:pt x="282006" y="111073"/>
                  </a:lnTo>
                  <a:lnTo>
                    <a:pt x="280955" y="110377"/>
                  </a:lnTo>
                  <a:lnTo>
                    <a:pt x="279981" y="109772"/>
                  </a:lnTo>
                  <a:lnTo>
                    <a:pt x="279543" y="109522"/>
                  </a:lnTo>
                  <a:lnTo>
                    <a:pt x="279355" y="109407"/>
                  </a:lnTo>
                  <a:lnTo>
                    <a:pt x="278852" y="109085"/>
                  </a:lnTo>
                  <a:lnTo>
                    <a:pt x="278572" y="108877"/>
                  </a:lnTo>
                  <a:lnTo>
                    <a:pt x="278401" y="108770"/>
                  </a:lnTo>
                  <a:lnTo>
                    <a:pt x="278078" y="108581"/>
                  </a:lnTo>
                  <a:lnTo>
                    <a:pt x="277871" y="108438"/>
                  </a:lnTo>
                  <a:lnTo>
                    <a:pt x="277742" y="108133"/>
                  </a:lnTo>
                  <a:lnTo>
                    <a:pt x="277485" y="107910"/>
                  </a:lnTo>
                  <a:lnTo>
                    <a:pt x="276777" y="107456"/>
                  </a:lnTo>
                  <a:lnTo>
                    <a:pt x="275843" y="106559"/>
                  </a:lnTo>
                  <a:lnTo>
                    <a:pt x="275822" y="105566"/>
                  </a:lnTo>
                  <a:lnTo>
                    <a:pt x="276198" y="104989"/>
                  </a:lnTo>
                  <a:lnTo>
                    <a:pt x="276344" y="104096"/>
                  </a:lnTo>
                  <a:lnTo>
                    <a:pt x="276429" y="103573"/>
                  </a:lnTo>
                  <a:lnTo>
                    <a:pt x="276509" y="102717"/>
                  </a:lnTo>
                  <a:lnTo>
                    <a:pt x="276204" y="101308"/>
                  </a:lnTo>
                  <a:lnTo>
                    <a:pt x="276169" y="101148"/>
                  </a:lnTo>
                  <a:lnTo>
                    <a:pt x="276134" y="100985"/>
                  </a:lnTo>
                  <a:lnTo>
                    <a:pt x="276117" y="100714"/>
                  </a:lnTo>
                  <a:lnTo>
                    <a:pt x="276102" y="100338"/>
                  </a:lnTo>
                  <a:lnTo>
                    <a:pt x="276144" y="99168"/>
                  </a:lnTo>
                  <a:lnTo>
                    <a:pt x="276167" y="98713"/>
                  </a:lnTo>
                  <a:lnTo>
                    <a:pt x="276089" y="97815"/>
                  </a:lnTo>
                  <a:lnTo>
                    <a:pt x="275832" y="96954"/>
                  </a:lnTo>
                  <a:lnTo>
                    <a:pt x="275775" y="96421"/>
                  </a:lnTo>
                  <a:lnTo>
                    <a:pt x="275984" y="95738"/>
                  </a:lnTo>
                  <a:lnTo>
                    <a:pt x="276107" y="95311"/>
                  </a:lnTo>
                  <a:lnTo>
                    <a:pt x="276365" y="94563"/>
                  </a:lnTo>
                  <a:lnTo>
                    <a:pt x="276532" y="94112"/>
                  </a:lnTo>
                  <a:lnTo>
                    <a:pt x="276903" y="92905"/>
                  </a:lnTo>
                  <a:lnTo>
                    <a:pt x="276998" y="92629"/>
                  </a:lnTo>
                  <a:lnTo>
                    <a:pt x="277156" y="92396"/>
                  </a:lnTo>
                  <a:lnTo>
                    <a:pt x="277170" y="92224"/>
                  </a:lnTo>
                  <a:lnTo>
                    <a:pt x="277223" y="91692"/>
                  </a:lnTo>
                  <a:lnTo>
                    <a:pt x="277286" y="90989"/>
                  </a:lnTo>
                  <a:lnTo>
                    <a:pt x="277313" y="90753"/>
                  </a:lnTo>
                  <a:lnTo>
                    <a:pt x="277417" y="90198"/>
                  </a:lnTo>
                  <a:lnTo>
                    <a:pt x="277466" y="89919"/>
                  </a:lnTo>
                  <a:lnTo>
                    <a:pt x="277539" y="89556"/>
                  </a:lnTo>
                  <a:lnTo>
                    <a:pt x="277572" y="89404"/>
                  </a:lnTo>
                  <a:lnTo>
                    <a:pt x="277647" y="89032"/>
                  </a:lnTo>
                  <a:lnTo>
                    <a:pt x="277704" y="88744"/>
                  </a:lnTo>
                  <a:lnTo>
                    <a:pt x="277695" y="88339"/>
                  </a:lnTo>
                  <a:lnTo>
                    <a:pt x="277081" y="87998"/>
                  </a:lnTo>
                  <a:lnTo>
                    <a:pt x="275975" y="87412"/>
                  </a:lnTo>
                  <a:lnTo>
                    <a:pt x="277770" y="84787"/>
                  </a:lnTo>
                  <a:lnTo>
                    <a:pt x="278104" y="84253"/>
                  </a:lnTo>
                  <a:lnTo>
                    <a:pt x="278258" y="84019"/>
                  </a:lnTo>
                  <a:lnTo>
                    <a:pt x="278602" y="83495"/>
                  </a:lnTo>
                  <a:lnTo>
                    <a:pt x="278641" y="83016"/>
                  </a:lnTo>
                  <a:lnTo>
                    <a:pt x="278526" y="82766"/>
                  </a:lnTo>
                  <a:lnTo>
                    <a:pt x="278292" y="82287"/>
                  </a:lnTo>
                  <a:lnTo>
                    <a:pt x="278014" y="81716"/>
                  </a:lnTo>
                  <a:lnTo>
                    <a:pt x="277872" y="81430"/>
                  </a:lnTo>
                  <a:lnTo>
                    <a:pt x="277459" y="80281"/>
                  </a:lnTo>
                  <a:lnTo>
                    <a:pt x="277325" y="79909"/>
                  </a:lnTo>
                  <a:lnTo>
                    <a:pt x="276843" y="79522"/>
                  </a:lnTo>
                  <a:lnTo>
                    <a:pt x="275671" y="78867"/>
                  </a:lnTo>
                  <a:lnTo>
                    <a:pt x="275314" y="78624"/>
                  </a:lnTo>
                  <a:lnTo>
                    <a:pt x="275057" y="78479"/>
                  </a:lnTo>
                  <a:lnTo>
                    <a:pt x="274556" y="78204"/>
                  </a:lnTo>
                  <a:lnTo>
                    <a:pt x="274120" y="77911"/>
                  </a:lnTo>
                  <a:lnTo>
                    <a:pt x="273874" y="77770"/>
                  </a:lnTo>
                  <a:lnTo>
                    <a:pt x="273413" y="77503"/>
                  </a:lnTo>
                  <a:lnTo>
                    <a:pt x="272635" y="77018"/>
                  </a:lnTo>
                  <a:lnTo>
                    <a:pt x="272306" y="76780"/>
                  </a:lnTo>
                  <a:lnTo>
                    <a:pt x="272107" y="76586"/>
                  </a:lnTo>
                  <a:lnTo>
                    <a:pt x="271998" y="76440"/>
                  </a:lnTo>
                  <a:lnTo>
                    <a:pt x="271855" y="76309"/>
                  </a:lnTo>
                  <a:lnTo>
                    <a:pt x="271720" y="76186"/>
                  </a:lnTo>
                  <a:lnTo>
                    <a:pt x="271629" y="76054"/>
                  </a:lnTo>
                  <a:lnTo>
                    <a:pt x="271247" y="75642"/>
                  </a:lnTo>
                  <a:lnTo>
                    <a:pt x="270919" y="75163"/>
                  </a:lnTo>
                  <a:lnTo>
                    <a:pt x="270504" y="74747"/>
                  </a:lnTo>
                  <a:lnTo>
                    <a:pt x="270174" y="74415"/>
                  </a:lnTo>
                  <a:lnTo>
                    <a:pt x="269015" y="73555"/>
                  </a:lnTo>
                  <a:lnTo>
                    <a:pt x="268962" y="73288"/>
                  </a:lnTo>
                  <a:lnTo>
                    <a:pt x="268778" y="72576"/>
                  </a:lnTo>
                  <a:lnTo>
                    <a:pt x="268691" y="72013"/>
                  </a:lnTo>
                  <a:lnTo>
                    <a:pt x="268412" y="71559"/>
                  </a:lnTo>
                  <a:lnTo>
                    <a:pt x="268029" y="71238"/>
                  </a:lnTo>
                  <a:lnTo>
                    <a:pt x="267193" y="71160"/>
                  </a:lnTo>
                  <a:lnTo>
                    <a:pt x="266638" y="71011"/>
                  </a:lnTo>
                  <a:lnTo>
                    <a:pt x="265519" y="70693"/>
                  </a:lnTo>
                  <a:lnTo>
                    <a:pt x="265292" y="70645"/>
                  </a:lnTo>
                  <a:lnTo>
                    <a:pt x="265047" y="70587"/>
                  </a:lnTo>
                  <a:lnTo>
                    <a:pt x="264447" y="70429"/>
                  </a:lnTo>
                  <a:lnTo>
                    <a:pt x="264182" y="70356"/>
                  </a:lnTo>
                  <a:lnTo>
                    <a:pt x="264002" y="70310"/>
                  </a:lnTo>
                  <a:lnTo>
                    <a:pt x="263750" y="70240"/>
                  </a:lnTo>
                  <a:lnTo>
                    <a:pt x="263321" y="70117"/>
                  </a:lnTo>
                  <a:lnTo>
                    <a:pt x="263109" y="70073"/>
                  </a:lnTo>
                  <a:lnTo>
                    <a:pt x="262855" y="70036"/>
                  </a:lnTo>
                  <a:lnTo>
                    <a:pt x="262583" y="69982"/>
                  </a:lnTo>
                  <a:lnTo>
                    <a:pt x="262437" y="69954"/>
                  </a:lnTo>
                  <a:lnTo>
                    <a:pt x="262292" y="69928"/>
                  </a:lnTo>
                  <a:lnTo>
                    <a:pt x="262220" y="69519"/>
                  </a:lnTo>
                  <a:lnTo>
                    <a:pt x="262242" y="69291"/>
                  </a:lnTo>
                  <a:lnTo>
                    <a:pt x="262271" y="69053"/>
                  </a:lnTo>
                  <a:lnTo>
                    <a:pt x="262182" y="68774"/>
                  </a:lnTo>
                  <a:lnTo>
                    <a:pt x="262054" y="68367"/>
                  </a:lnTo>
                  <a:lnTo>
                    <a:pt x="261917" y="67942"/>
                  </a:lnTo>
                  <a:lnTo>
                    <a:pt x="261449" y="67624"/>
                  </a:lnTo>
                  <a:lnTo>
                    <a:pt x="260875" y="67238"/>
                  </a:lnTo>
                  <a:lnTo>
                    <a:pt x="260656" y="67090"/>
                  </a:lnTo>
                  <a:lnTo>
                    <a:pt x="260347" y="66885"/>
                  </a:lnTo>
                  <a:lnTo>
                    <a:pt x="260003" y="66653"/>
                  </a:lnTo>
                  <a:lnTo>
                    <a:pt x="259826" y="66534"/>
                  </a:lnTo>
                  <a:lnTo>
                    <a:pt x="259587" y="66279"/>
                  </a:lnTo>
                  <a:lnTo>
                    <a:pt x="259514" y="66135"/>
                  </a:lnTo>
                  <a:lnTo>
                    <a:pt x="259416" y="65944"/>
                  </a:lnTo>
                  <a:lnTo>
                    <a:pt x="259310" y="65741"/>
                  </a:lnTo>
                  <a:lnTo>
                    <a:pt x="259148" y="65418"/>
                  </a:lnTo>
                  <a:lnTo>
                    <a:pt x="258981" y="65062"/>
                  </a:lnTo>
                  <a:lnTo>
                    <a:pt x="258852" y="64936"/>
                  </a:lnTo>
                  <a:lnTo>
                    <a:pt x="258635" y="64709"/>
                  </a:lnTo>
                  <a:lnTo>
                    <a:pt x="258362" y="64434"/>
                  </a:lnTo>
                  <a:lnTo>
                    <a:pt x="258015" y="64071"/>
                  </a:lnTo>
                  <a:lnTo>
                    <a:pt x="257585" y="63757"/>
                  </a:lnTo>
                  <a:lnTo>
                    <a:pt x="257144" y="63865"/>
                  </a:lnTo>
                  <a:lnTo>
                    <a:pt x="256869" y="63906"/>
                  </a:lnTo>
                  <a:lnTo>
                    <a:pt x="256628" y="63949"/>
                  </a:lnTo>
                  <a:lnTo>
                    <a:pt x="256340" y="64070"/>
                  </a:lnTo>
                  <a:lnTo>
                    <a:pt x="256212" y="64122"/>
                  </a:lnTo>
                  <a:lnTo>
                    <a:pt x="255974" y="64217"/>
                  </a:lnTo>
                  <a:lnTo>
                    <a:pt x="254148" y="64257"/>
                  </a:lnTo>
                  <a:lnTo>
                    <a:pt x="254091" y="63314"/>
                  </a:lnTo>
                  <a:lnTo>
                    <a:pt x="254097" y="63149"/>
                  </a:lnTo>
                  <a:lnTo>
                    <a:pt x="253916" y="62673"/>
                  </a:lnTo>
                  <a:lnTo>
                    <a:pt x="253719" y="62219"/>
                  </a:lnTo>
                  <a:lnTo>
                    <a:pt x="253818" y="61569"/>
                  </a:lnTo>
                  <a:lnTo>
                    <a:pt x="254123" y="61317"/>
                  </a:lnTo>
                  <a:lnTo>
                    <a:pt x="254402" y="61117"/>
                  </a:lnTo>
                  <a:lnTo>
                    <a:pt x="254567" y="60965"/>
                  </a:lnTo>
                  <a:lnTo>
                    <a:pt x="254695" y="60878"/>
                  </a:lnTo>
                  <a:lnTo>
                    <a:pt x="254998" y="60680"/>
                  </a:lnTo>
                  <a:lnTo>
                    <a:pt x="255331" y="60496"/>
                  </a:lnTo>
                  <a:lnTo>
                    <a:pt x="255552" y="60351"/>
                  </a:lnTo>
                  <a:lnTo>
                    <a:pt x="255421" y="58848"/>
                  </a:lnTo>
                  <a:lnTo>
                    <a:pt x="255434" y="58563"/>
                  </a:lnTo>
                  <a:lnTo>
                    <a:pt x="255426" y="58254"/>
                  </a:lnTo>
                  <a:lnTo>
                    <a:pt x="255315" y="57961"/>
                  </a:lnTo>
                  <a:lnTo>
                    <a:pt x="255178" y="57601"/>
                  </a:lnTo>
                  <a:lnTo>
                    <a:pt x="255094" y="57379"/>
                  </a:lnTo>
                  <a:lnTo>
                    <a:pt x="255029" y="57205"/>
                  </a:lnTo>
                  <a:lnTo>
                    <a:pt x="254936" y="56958"/>
                  </a:lnTo>
                  <a:lnTo>
                    <a:pt x="254810" y="56619"/>
                  </a:lnTo>
                  <a:lnTo>
                    <a:pt x="254758" y="56479"/>
                  </a:lnTo>
                  <a:lnTo>
                    <a:pt x="254693" y="56333"/>
                  </a:lnTo>
                  <a:lnTo>
                    <a:pt x="254591" y="56078"/>
                  </a:lnTo>
                  <a:lnTo>
                    <a:pt x="254523" y="55913"/>
                  </a:lnTo>
                  <a:lnTo>
                    <a:pt x="254493" y="55629"/>
                  </a:lnTo>
                  <a:lnTo>
                    <a:pt x="254451" y="55227"/>
                  </a:lnTo>
                  <a:lnTo>
                    <a:pt x="254416" y="54904"/>
                  </a:lnTo>
                  <a:lnTo>
                    <a:pt x="254396" y="54531"/>
                  </a:lnTo>
                  <a:lnTo>
                    <a:pt x="254444" y="53774"/>
                  </a:lnTo>
                  <a:lnTo>
                    <a:pt x="254481" y="53191"/>
                  </a:lnTo>
                  <a:lnTo>
                    <a:pt x="254510" y="52733"/>
                  </a:lnTo>
                  <a:lnTo>
                    <a:pt x="254561" y="51830"/>
                  </a:lnTo>
                  <a:lnTo>
                    <a:pt x="254451" y="50742"/>
                  </a:lnTo>
                  <a:lnTo>
                    <a:pt x="254430" y="50589"/>
                  </a:lnTo>
                  <a:lnTo>
                    <a:pt x="254422" y="50453"/>
                  </a:lnTo>
                  <a:lnTo>
                    <a:pt x="254213" y="49503"/>
                  </a:lnTo>
                  <a:lnTo>
                    <a:pt x="254371" y="49131"/>
                  </a:lnTo>
                  <a:lnTo>
                    <a:pt x="254373" y="48754"/>
                  </a:lnTo>
                  <a:lnTo>
                    <a:pt x="254389" y="48478"/>
                  </a:lnTo>
                  <a:lnTo>
                    <a:pt x="254381" y="48294"/>
                  </a:lnTo>
                  <a:lnTo>
                    <a:pt x="254359" y="47767"/>
                  </a:lnTo>
                  <a:lnTo>
                    <a:pt x="254398" y="47526"/>
                  </a:lnTo>
                  <a:lnTo>
                    <a:pt x="254448" y="46991"/>
                  </a:lnTo>
                  <a:lnTo>
                    <a:pt x="254475" y="46608"/>
                  </a:lnTo>
                  <a:lnTo>
                    <a:pt x="254505" y="46224"/>
                  </a:lnTo>
                  <a:lnTo>
                    <a:pt x="254526" y="46061"/>
                  </a:lnTo>
                  <a:lnTo>
                    <a:pt x="254445" y="45663"/>
                  </a:lnTo>
                  <a:lnTo>
                    <a:pt x="254408" y="45485"/>
                  </a:lnTo>
                  <a:lnTo>
                    <a:pt x="254430" y="45230"/>
                  </a:lnTo>
                  <a:lnTo>
                    <a:pt x="254438" y="44820"/>
                  </a:lnTo>
                  <a:lnTo>
                    <a:pt x="254472" y="43891"/>
                  </a:lnTo>
                  <a:lnTo>
                    <a:pt x="254468" y="43718"/>
                  </a:lnTo>
                  <a:lnTo>
                    <a:pt x="254465" y="43537"/>
                  </a:lnTo>
                  <a:lnTo>
                    <a:pt x="254428" y="43256"/>
                  </a:lnTo>
                  <a:lnTo>
                    <a:pt x="254421" y="43083"/>
                  </a:lnTo>
                  <a:lnTo>
                    <a:pt x="254405" y="42679"/>
                  </a:lnTo>
                  <a:lnTo>
                    <a:pt x="254397" y="42477"/>
                  </a:lnTo>
                  <a:lnTo>
                    <a:pt x="254376" y="42065"/>
                  </a:lnTo>
                  <a:lnTo>
                    <a:pt x="254397" y="41539"/>
                  </a:lnTo>
                  <a:lnTo>
                    <a:pt x="254402" y="41215"/>
                  </a:lnTo>
                  <a:lnTo>
                    <a:pt x="254358" y="40822"/>
                  </a:lnTo>
                  <a:lnTo>
                    <a:pt x="254275" y="40331"/>
                  </a:lnTo>
                  <a:lnTo>
                    <a:pt x="254172" y="39973"/>
                  </a:lnTo>
                  <a:lnTo>
                    <a:pt x="254034" y="39644"/>
                  </a:lnTo>
                  <a:lnTo>
                    <a:pt x="253829" y="39126"/>
                  </a:lnTo>
                  <a:lnTo>
                    <a:pt x="253588" y="38544"/>
                  </a:lnTo>
                  <a:lnTo>
                    <a:pt x="253360" y="37970"/>
                  </a:lnTo>
                  <a:lnTo>
                    <a:pt x="253260" y="37684"/>
                  </a:lnTo>
                  <a:lnTo>
                    <a:pt x="252896" y="36637"/>
                  </a:lnTo>
                  <a:lnTo>
                    <a:pt x="252767" y="36261"/>
                  </a:lnTo>
                  <a:lnTo>
                    <a:pt x="252475" y="35103"/>
                  </a:lnTo>
                  <a:lnTo>
                    <a:pt x="250779" y="32492"/>
                  </a:lnTo>
                  <a:lnTo>
                    <a:pt x="250342" y="32045"/>
                  </a:lnTo>
                  <a:lnTo>
                    <a:pt x="249822" y="31443"/>
                  </a:lnTo>
                  <a:lnTo>
                    <a:pt x="249019" y="30613"/>
                  </a:lnTo>
                  <a:lnTo>
                    <a:pt x="248777" y="30354"/>
                  </a:lnTo>
                  <a:lnTo>
                    <a:pt x="248455" y="30011"/>
                  </a:lnTo>
                  <a:lnTo>
                    <a:pt x="247994" y="29519"/>
                  </a:lnTo>
                  <a:lnTo>
                    <a:pt x="247874" y="29386"/>
                  </a:lnTo>
                  <a:lnTo>
                    <a:pt x="247685" y="29183"/>
                  </a:lnTo>
                  <a:lnTo>
                    <a:pt x="247230" y="28695"/>
                  </a:lnTo>
                  <a:lnTo>
                    <a:pt x="246743" y="28177"/>
                  </a:lnTo>
                  <a:lnTo>
                    <a:pt x="246183" y="27582"/>
                  </a:lnTo>
                  <a:lnTo>
                    <a:pt x="245590" y="26944"/>
                  </a:lnTo>
                  <a:lnTo>
                    <a:pt x="244172" y="25429"/>
                  </a:lnTo>
                  <a:lnTo>
                    <a:pt x="243158" y="24340"/>
                  </a:lnTo>
                  <a:lnTo>
                    <a:pt x="242908" y="24074"/>
                  </a:lnTo>
                  <a:lnTo>
                    <a:pt x="241345" y="22399"/>
                  </a:lnTo>
                  <a:lnTo>
                    <a:pt x="240811" y="21828"/>
                  </a:lnTo>
                  <a:lnTo>
                    <a:pt x="240443" y="21432"/>
                  </a:lnTo>
                  <a:lnTo>
                    <a:pt x="239792" y="20792"/>
                  </a:lnTo>
                  <a:lnTo>
                    <a:pt x="238563" y="19583"/>
                  </a:lnTo>
                  <a:lnTo>
                    <a:pt x="237906" y="18937"/>
                  </a:lnTo>
                  <a:lnTo>
                    <a:pt x="237380" y="18424"/>
                  </a:lnTo>
                  <a:lnTo>
                    <a:pt x="236838" y="18222"/>
                  </a:lnTo>
                  <a:lnTo>
                    <a:pt x="235528" y="17385"/>
                  </a:lnTo>
                  <a:lnTo>
                    <a:pt x="235285" y="17356"/>
                  </a:lnTo>
                  <a:lnTo>
                    <a:pt x="235077" y="17330"/>
                  </a:lnTo>
                  <a:lnTo>
                    <a:pt x="234420" y="17270"/>
                  </a:lnTo>
                  <a:lnTo>
                    <a:pt x="233321" y="16245"/>
                  </a:lnTo>
                  <a:lnTo>
                    <a:pt x="229891" y="12617"/>
                  </a:lnTo>
                  <a:lnTo>
                    <a:pt x="229582" y="12262"/>
                  </a:lnTo>
                  <a:lnTo>
                    <a:pt x="228455" y="11463"/>
                  </a:lnTo>
                  <a:lnTo>
                    <a:pt x="227475" y="10771"/>
                  </a:lnTo>
                  <a:lnTo>
                    <a:pt x="226840" y="10327"/>
                  </a:lnTo>
                  <a:lnTo>
                    <a:pt x="226614" y="10173"/>
                  </a:lnTo>
                  <a:lnTo>
                    <a:pt x="226138" y="9842"/>
                  </a:lnTo>
                  <a:lnTo>
                    <a:pt x="225613" y="9472"/>
                  </a:lnTo>
                  <a:lnTo>
                    <a:pt x="224752" y="8865"/>
                  </a:lnTo>
                  <a:lnTo>
                    <a:pt x="224124" y="8431"/>
                  </a:lnTo>
                  <a:lnTo>
                    <a:pt x="223953" y="8306"/>
                  </a:lnTo>
                  <a:lnTo>
                    <a:pt x="223300" y="8472"/>
                  </a:lnTo>
                  <a:lnTo>
                    <a:pt x="222881" y="8576"/>
                  </a:lnTo>
                  <a:lnTo>
                    <a:pt x="222533" y="8665"/>
                  </a:lnTo>
                  <a:lnTo>
                    <a:pt x="222001" y="8798"/>
                  </a:lnTo>
                  <a:lnTo>
                    <a:pt x="221714" y="8864"/>
                  </a:lnTo>
                  <a:lnTo>
                    <a:pt x="220768" y="9099"/>
                  </a:lnTo>
                  <a:lnTo>
                    <a:pt x="220221" y="9228"/>
                  </a:lnTo>
                  <a:lnTo>
                    <a:pt x="219581" y="9390"/>
                  </a:lnTo>
                  <a:lnTo>
                    <a:pt x="218785" y="9586"/>
                  </a:lnTo>
                  <a:lnTo>
                    <a:pt x="218350" y="9695"/>
                  </a:lnTo>
                  <a:lnTo>
                    <a:pt x="217965" y="9791"/>
                  </a:lnTo>
                  <a:lnTo>
                    <a:pt x="217749" y="9845"/>
                  </a:lnTo>
                  <a:lnTo>
                    <a:pt x="217488" y="9911"/>
                  </a:lnTo>
                  <a:lnTo>
                    <a:pt x="216882" y="10079"/>
                  </a:lnTo>
                  <a:lnTo>
                    <a:pt x="216604" y="10146"/>
                  </a:lnTo>
                  <a:lnTo>
                    <a:pt x="216410" y="10194"/>
                  </a:lnTo>
                  <a:lnTo>
                    <a:pt x="216099" y="10269"/>
                  </a:lnTo>
                  <a:lnTo>
                    <a:pt x="215739" y="10359"/>
                  </a:lnTo>
                  <a:lnTo>
                    <a:pt x="215508" y="10412"/>
                  </a:lnTo>
                  <a:lnTo>
                    <a:pt x="215314" y="10373"/>
                  </a:lnTo>
                  <a:lnTo>
                    <a:pt x="214849" y="10266"/>
                  </a:lnTo>
                  <a:lnTo>
                    <a:pt x="214511" y="10189"/>
                  </a:lnTo>
                  <a:lnTo>
                    <a:pt x="213926" y="10053"/>
                  </a:lnTo>
                  <a:lnTo>
                    <a:pt x="213144" y="9876"/>
                  </a:lnTo>
                  <a:lnTo>
                    <a:pt x="212619" y="9757"/>
                  </a:lnTo>
                  <a:lnTo>
                    <a:pt x="211273" y="9457"/>
                  </a:lnTo>
                  <a:lnTo>
                    <a:pt x="210572" y="9297"/>
                  </a:lnTo>
                  <a:lnTo>
                    <a:pt x="210014" y="9185"/>
                  </a:lnTo>
                  <a:lnTo>
                    <a:pt x="209799" y="9140"/>
                  </a:lnTo>
                  <a:lnTo>
                    <a:pt x="209415" y="9064"/>
                  </a:lnTo>
                  <a:lnTo>
                    <a:pt x="208775" y="8938"/>
                  </a:lnTo>
                  <a:lnTo>
                    <a:pt x="207772" y="8737"/>
                  </a:lnTo>
                  <a:lnTo>
                    <a:pt x="207385" y="8660"/>
                  </a:lnTo>
                  <a:lnTo>
                    <a:pt x="207112" y="8603"/>
                  </a:lnTo>
                  <a:lnTo>
                    <a:pt x="206233" y="8425"/>
                  </a:lnTo>
                  <a:lnTo>
                    <a:pt x="205910" y="8364"/>
                  </a:lnTo>
                  <a:lnTo>
                    <a:pt x="205346" y="8247"/>
                  </a:lnTo>
                  <a:lnTo>
                    <a:pt x="204954" y="8169"/>
                  </a:lnTo>
                  <a:lnTo>
                    <a:pt x="204698" y="8120"/>
                  </a:lnTo>
                  <a:lnTo>
                    <a:pt x="204542" y="8091"/>
                  </a:lnTo>
                  <a:lnTo>
                    <a:pt x="204407" y="8061"/>
                  </a:lnTo>
                  <a:lnTo>
                    <a:pt x="204265" y="8034"/>
                  </a:lnTo>
                  <a:lnTo>
                    <a:pt x="203816" y="7942"/>
                  </a:lnTo>
                  <a:lnTo>
                    <a:pt x="203676" y="7919"/>
                  </a:lnTo>
                  <a:lnTo>
                    <a:pt x="203366" y="7857"/>
                  </a:lnTo>
                  <a:lnTo>
                    <a:pt x="202678" y="7886"/>
                  </a:lnTo>
                  <a:lnTo>
                    <a:pt x="202171" y="8004"/>
                  </a:lnTo>
                  <a:lnTo>
                    <a:pt x="201364" y="8090"/>
                  </a:lnTo>
                  <a:lnTo>
                    <a:pt x="201009" y="8133"/>
                  </a:lnTo>
                  <a:lnTo>
                    <a:pt x="200191" y="8225"/>
                  </a:lnTo>
                  <a:lnTo>
                    <a:pt x="199446" y="8304"/>
                  </a:lnTo>
                  <a:lnTo>
                    <a:pt x="198904" y="8371"/>
                  </a:lnTo>
                  <a:lnTo>
                    <a:pt x="198234" y="8445"/>
                  </a:lnTo>
                  <a:lnTo>
                    <a:pt x="197744" y="8501"/>
                  </a:lnTo>
                  <a:lnTo>
                    <a:pt x="197537" y="8524"/>
                  </a:lnTo>
                  <a:lnTo>
                    <a:pt x="197287" y="8553"/>
                  </a:lnTo>
                  <a:lnTo>
                    <a:pt x="196895" y="8596"/>
                  </a:lnTo>
                  <a:lnTo>
                    <a:pt x="195787" y="8730"/>
                  </a:lnTo>
                  <a:lnTo>
                    <a:pt x="195551" y="8751"/>
                  </a:lnTo>
                  <a:lnTo>
                    <a:pt x="195011" y="8814"/>
                  </a:lnTo>
                  <a:lnTo>
                    <a:pt x="194280" y="8890"/>
                  </a:lnTo>
                  <a:lnTo>
                    <a:pt x="193683" y="8958"/>
                  </a:lnTo>
                  <a:lnTo>
                    <a:pt x="193403" y="8987"/>
                  </a:lnTo>
                  <a:lnTo>
                    <a:pt x="192892" y="9046"/>
                  </a:lnTo>
                  <a:lnTo>
                    <a:pt x="192192" y="8904"/>
                  </a:lnTo>
                  <a:lnTo>
                    <a:pt x="191663" y="8799"/>
                  </a:lnTo>
                  <a:lnTo>
                    <a:pt x="191192" y="8706"/>
                  </a:lnTo>
                  <a:lnTo>
                    <a:pt x="189284" y="8340"/>
                  </a:lnTo>
                  <a:lnTo>
                    <a:pt x="188618" y="8059"/>
                  </a:lnTo>
                  <a:lnTo>
                    <a:pt x="186517" y="7190"/>
                  </a:lnTo>
                  <a:lnTo>
                    <a:pt x="186327" y="7111"/>
                  </a:lnTo>
                  <a:lnTo>
                    <a:pt x="185615" y="6814"/>
                  </a:lnTo>
                  <a:lnTo>
                    <a:pt x="185254" y="6667"/>
                  </a:lnTo>
                  <a:lnTo>
                    <a:pt x="184721" y="6452"/>
                  </a:lnTo>
                  <a:lnTo>
                    <a:pt x="184577" y="6385"/>
                  </a:lnTo>
                  <a:lnTo>
                    <a:pt x="183979" y="6144"/>
                  </a:lnTo>
                  <a:lnTo>
                    <a:pt x="183577" y="5978"/>
                  </a:lnTo>
                  <a:lnTo>
                    <a:pt x="183118" y="5789"/>
                  </a:lnTo>
                  <a:lnTo>
                    <a:pt x="182446" y="5514"/>
                  </a:lnTo>
                  <a:lnTo>
                    <a:pt x="181814" y="5255"/>
                  </a:lnTo>
                  <a:lnTo>
                    <a:pt x="181558" y="5145"/>
                  </a:lnTo>
                  <a:lnTo>
                    <a:pt x="180829" y="4845"/>
                  </a:lnTo>
                  <a:lnTo>
                    <a:pt x="180503" y="4711"/>
                  </a:lnTo>
                  <a:lnTo>
                    <a:pt x="180141" y="4561"/>
                  </a:lnTo>
                  <a:lnTo>
                    <a:pt x="180013" y="4507"/>
                  </a:lnTo>
                  <a:lnTo>
                    <a:pt x="179684" y="4539"/>
                  </a:lnTo>
                  <a:lnTo>
                    <a:pt x="179508" y="4550"/>
                  </a:lnTo>
                  <a:lnTo>
                    <a:pt x="179164" y="4567"/>
                  </a:lnTo>
                  <a:lnTo>
                    <a:pt x="178544" y="4607"/>
                  </a:lnTo>
                  <a:lnTo>
                    <a:pt x="177884" y="4653"/>
                  </a:lnTo>
                  <a:lnTo>
                    <a:pt x="177363" y="4686"/>
                  </a:lnTo>
                  <a:lnTo>
                    <a:pt x="177182" y="4698"/>
                  </a:lnTo>
                  <a:lnTo>
                    <a:pt x="177003" y="4711"/>
                  </a:lnTo>
                  <a:lnTo>
                    <a:pt x="176833" y="4717"/>
                  </a:lnTo>
                  <a:lnTo>
                    <a:pt x="176629" y="4730"/>
                  </a:lnTo>
                  <a:lnTo>
                    <a:pt x="176462" y="4744"/>
                  </a:lnTo>
                  <a:lnTo>
                    <a:pt x="175559" y="4802"/>
                  </a:lnTo>
                  <a:lnTo>
                    <a:pt x="175051" y="4833"/>
                  </a:lnTo>
                  <a:lnTo>
                    <a:pt x="174721" y="4853"/>
                  </a:lnTo>
                  <a:lnTo>
                    <a:pt x="174215" y="4893"/>
                  </a:lnTo>
                  <a:lnTo>
                    <a:pt x="173557" y="4928"/>
                  </a:lnTo>
                  <a:lnTo>
                    <a:pt x="172858" y="4975"/>
                  </a:lnTo>
                  <a:lnTo>
                    <a:pt x="172420" y="5004"/>
                  </a:lnTo>
                  <a:lnTo>
                    <a:pt x="171998" y="5032"/>
                  </a:lnTo>
                  <a:lnTo>
                    <a:pt x="171429" y="5068"/>
                  </a:lnTo>
                  <a:lnTo>
                    <a:pt x="170495" y="5128"/>
                  </a:lnTo>
                  <a:lnTo>
                    <a:pt x="170053" y="5158"/>
                  </a:lnTo>
                  <a:lnTo>
                    <a:pt x="169662" y="5185"/>
                  </a:lnTo>
                  <a:lnTo>
                    <a:pt x="168030" y="4942"/>
                  </a:lnTo>
                  <a:lnTo>
                    <a:pt x="166890" y="4772"/>
                  </a:lnTo>
                  <a:lnTo>
                    <a:pt x="161305" y="2088"/>
                  </a:lnTo>
                  <a:lnTo>
                    <a:pt x="160224" y="1597"/>
                  </a:lnTo>
                  <a:lnTo>
                    <a:pt x="157460" y="341"/>
                  </a:lnTo>
                  <a:lnTo>
                    <a:pt x="151979" y="277"/>
                  </a:lnTo>
                  <a:lnTo>
                    <a:pt x="151967" y="417"/>
                  </a:lnTo>
                  <a:lnTo>
                    <a:pt x="152223" y="651"/>
                  </a:lnTo>
                  <a:lnTo>
                    <a:pt x="152668" y="1195"/>
                  </a:lnTo>
                  <a:lnTo>
                    <a:pt x="153001" y="1458"/>
                  </a:lnTo>
                  <a:lnTo>
                    <a:pt x="153165" y="1695"/>
                  </a:lnTo>
                  <a:lnTo>
                    <a:pt x="153262" y="2142"/>
                  </a:lnTo>
                  <a:lnTo>
                    <a:pt x="153395" y="2262"/>
                  </a:lnTo>
                  <a:lnTo>
                    <a:pt x="153510" y="2525"/>
                  </a:lnTo>
                  <a:lnTo>
                    <a:pt x="154002" y="3216"/>
                  </a:lnTo>
                  <a:lnTo>
                    <a:pt x="154023" y="3355"/>
                  </a:lnTo>
                  <a:lnTo>
                    <a:pt x="154049" y="3514"/>
                  </a:lnTo>
                  <a:lnTo>
                    <a:pt x="154202" y="3938"/>
                  </a:lnTo>
                  <a:lnTo>
                    <a:pt x="151719" y="2707"/>
                  </a:lnTo>
                  <a:lnTo>
                    <a:pt x="151053" y="1387"/>
                  </a:lnTo>
                  <a:lnTo>
                    <a:pt x="150783" y="1200"/>
                  </a:lnTo>
                  <a:lnTo>
                    <a:pt x="150692" y="1069"/>
                  </a:lnTo>
                  <a:lnTo>
                    <a:pt x="149789" y="375"/>
                  </a:lnTo>
                  <a:lnTo>
                    <a:pt x="148676" y="335"/>
                  </a:lnTo>
                  <a:lnTo>
                    <a:pt x="148481" y="229"/>
                  </a:lnTo>
                  <a:lnTo>
                    <a:pt x="148240" y="178"/>
                  </a:lnTo>
                  <a:lnTo>
                    <a:pt x="147616" y="75"/>
                  </a:lnTo>
                  <a:lnTo>
                    <a:pt x="147485" y="0"/>
                  </a:lnTo>
                  <a:lnTo>
                    <a:pt x="147269" y="114"/>
                  </a:lnTo>
                  <a:lnTo>
                    <a:pt x="146962" y="206"/>
                  </a:lnTo>
                  <a:lnTo>
                    <a:pt x="146901" y="356"/>
                  </a:lnTo>
                  <a:lnTo>
                    <a:pt x="146566" y="480"/>
                  </a:lnTo>
                  <a:lnTo>
                    <a:pt x="146427" y="565"/>
                  </a:lnTo>
                  <a:lnTo>
                    <a:pt x="146186" y="597"/>
                  </a:lnTo>
                  <a:lnTo>
                    <a:pt x="146134" y="459"/>
                  </a:lnTo>
                  <a:lnTo>
                    <a:pt x="145886" y="468"/>
                  </a:lnTo>
                  <a:lnTo>
                    <a:pt x="145708" y="457"/>
                  </a:lnTo>
                  <a:lnTo>
                    <a:pt x="145555" y="443"/>
                  </a:lnTo>
                  <a:lnTo>
                    <a:pt x="145314" y="365"/>
                  </a:lnTo>
                  <a:lnTo>
                    <a:pt x="145176" y="325"/>
                  </a:lnTo>
                  <a:lnTo>
                    <a:pt x="144915" y="293"/>
                  </a:lnTo>
                  <a:lnTo>
                    <a:pt x="144754" y="253"/>
                  </a:lnTo>
                  <a:lnTo>
                    <a:pt x="144535" y="206"/>
                  </a:lnTo>
                  <a:lnTo>
                    <a:pt x="144313" y="194"/>
                  </a:lnTo>
                  <a:lnTo>
                    <a:pt x="144135" y="171"/>
                  </a:lnTo>
                  <a:lnTo>
                    <a:pt x="143999" y="128"/>
                  </a:lnTo>
                  <a:lnTo>
                    <a:pt x="143778" y="96"/>
                  </a:lnTo>
                  <a:lnTo>
                    <a:pt x="143342" y="475"/>
                  </a:lnTo>
                  <a:lnTo>
                    <a:pt x="142679" y="1029"/>
                  </a:lnTo>
                  <a:lnTo>
                    <a:pt x="142184" y="1383"/>
                  </a:lnTo>
                  <a:lnTo>
                    <a:pt x="141764" y="1704"/>
                  </a:lnTo>
                  <a:lnTo>
                    <a:pt x="141619" y="1746"/>
                  </a:lnTo>
                  <a:lnTo>
                    <a:pt x="141462" y="1791"/>
                  </a:lnTo>
                  <a:lnTo>
                    <a:pt x="140977" y="2177"/>
                  </a:lnTo>
                  <a:lnTo>
                    <a:pt x="140679" y="2396"/>
                  </a:lnTo>
                  <a:lnTo>
                    <a:pt x="140470" y="2588"/>
                  </a:lnTo>
                  <a:lnTo>
                    <a:pt x="140280" y="2787"/>
                  </a:lnTo>
                  <a:lnTo>
                    <a:pt x="139994" y="3092"/>
                  </a:lnTo>
                  <a:lnTo>
                    <a:pt x="139582" y="3446"/>
                  </a:lnTo>
                  <a:lnTo>
                    <a:pt x="139310" y="3713"/>
                  </a:lnTo>
                  <a:lnTo>
                    <a:pt x="138892" y="3685"/>
                  </a:lnTo>
                  <a:lnTo>
                    <a:pt x="137805" y="4358"/>
                  </a:lnTo>
                  <a:lnTo>
                    <a:pt x="137347" y="4632"/>
                  </a:lnTo>
                  <a:lnTo>
                    <a:pt x="137204" y="4717"/>
                  </a:lnTo>
                  <a:lnTo>
                    <a:pt x="136663" y="4881"/>
                  </a:lnTo>
                  <a:lnTo>
                    <a:pt x="135821" y="5134"/>
                  </a:lnTo>
                  <a:lnTo>
                    <a:pt x="134794" y="5443"/>
                  </a:lnTo>
                  <a:lnTo>
                    <a:pt x="133268" y="5903"/>
                  </a:lnTo>
                  <a:lnTo>
                    <a:pt x="131856" y="6325"/>
                  </a:lnTo>
                  <a:lnTo>
                    <a:pt x="131643" y="6351"/>
                  </a:lnTo>
                  <a:lnTo>
                    <a:pt x="131303" y="6395"/>
                  </a:lnTo>
                  <a:lnTo>
                    <a:pt x="131010" y="6435"/>
                  </a:lnTo>
                  <a:lnTo>
                    <a:pt x="130131" y="6670"/>
                  </a:lnTo>
                  <a:lnTo>
                    <a:pt x="125723" y="7842"/>
                  </a:lnTo>
                  <a:lnTo>
                    <a:pt x="120448" y="9248"/>
                  </a:lnTo>
                  <a:lnTo>
                    <a:pt x="119250" y="9567"/>
                  </a:lnTo>
                  <a:lnTo>
                    <a:pt x="118741" y="9703"/>
                  </a:lnTo>
                  <a:lnTo>
                    <a:pt x="118263" y="9940"/>
                  </a:lnTo>
                  <a:lnTo>
                    <a:pt x="116277" y="10925"/>
                  </a:lnTo>
                  <a:lnTo>
                    <a:pt x="113192" y="12451"/>
                  </a:lnTo>
                  <a:lnTo>
                    <a:pt x="112796" y="12648"/>
                  </a:lnTo>
                  <a:lnTo>
                    <a:pt x="109366" y="14345"/>
                  </a:lnTo>
                  <a:lnTo>
                    <a:pt x="109237" y="14409"/>
                  </a:lnTo>
                  <a:lnTo>
                    <a:pt x="107549" y="15243"/>
                  </a:lnTo>
                  <a:lnTo>
                    <a:pt x="105842" y="16090"/>
                  </a:lnTo>
                  <a:lnTo>
                    <a:pt x="103737" y="17152"/>
                  </a:lnTo>
                  <a:lnTo>
                    <a:pt x="101095" y="15304"/>
                  </a:lnTo>
                  <a:lnTo>
                    <a:pt x="97862" y="13011"/>
                  </a:lnTo>
                  <a:lnTo>
                    <a:pt x="95968" y="12437"/>
                  </a:lnTo>
                  <a:lnTo>
                    <a:pt x="93180" y="11595"/>
                  </a:lnTo>
                  <a:lnTo>
                    <a:pt x="91926" y="11218"/>
                  </a:lnTo>
                  <a:lnTo>
                    <a:pt x="82780" y="8463"/>
                  </a:lnTo>
                  <a:lnTo>
                    <a:pt x="73248" y="10688"/>
                  </a:lnTo>
                  <a:lnTo>
                    <a:pt x="61490" y="13408"/>
                  </a:lnTo>
                  <a:lnTo>
                    <a:pt x="61314" y="13642"/>
                  </a:lnTo>
                  <a:lnTo>
                    <a:pt x="61019" y="14036"/>
                  </a:lnTo>
                  <a:lnTo>
                    <a:pt x="60700" y="14479"/>
                  </a:lnTo>
                  <a:lnTo>
                    <a:pt x="60069" y="15351"/>
                  </a:lnTo>
                  <a:lnTo>
                    <a:pt x="59455" y="16205"/>
                  </a:lnTo>
                  <a:lnTo>
                    <a:pt x="58787" y="17096"/>
                  </a:lnTo>
                  <a:lnTo>
                    <a:pt x="58145" y="17949"/>
                  </a:lnTo>
                  <a:lnTo>
                    <a:pt x="57521" y="18814"/>
                  </a:lnTo>
                  <a:lnTo>
                    <a:pt x="57193" y="19259"/>
                  </a:lnTo>
                  <a:lnTo>
                    <a:pt x="56872" y="19721"/>
                  </a:lnTo>
                  <a:lnTo>
                    <a:pt x="56155" y="20729"/>
                  </a:lnTo>
                  <a:lnTo>
                    <a:pt x="55925" y="21050"/>
                  </a:lnTo>
                  <a:lnTo>
                    <a:pt x="55644" y="21484"/>
                  </a:lnTo>
                  <a:lnTo>
                    <a:pt x="55036" y="22434"/>
                  </a:lnTo>
                  <a:lnTo>
                    <a:pt x="54757" y="22865"/>
                  </a:lnTo>
                  <a:lnTo>
                    <a:pt x="54443" y="23358"/>
                  </a:lnTo>
                  <a:lnTo>
                    <a:pt x="54295" y="23658"/>
                  </a:lnTo>
                  <a:lnTo>
                    <a:pt x="54223" y="23969"/>
                  </a:lnTo>
                  <a:lnTo>
                    <a:pt x="54188" y="24166"/>
                  </a:lnTo>
                  <a:lnTo>
                    <a:pt x="54078" y="24738"/>
                  </a:lnTo>
                  <a:lnTo>
                    <a:pt x="53876" y="25805"/>
                  </a:lnTo>
                  <a:lnTo>
                    <a:pt x="53766" y="26323"/>
                  </a:lnTo>
                  <a:lnTo>
                    <a:pt x="53667" y="26848"/>
                  </a:lnTo>
                  <a:lnTo>
                    <a:pt x="53571" y="27359"/>
                  </a:lnTo>
                  <a:lnTo>
                    <a:pt x="53358" y="28457"/>
                  </a:lnTo>
                  <a:lnTo>
                    <a:pt x="53257" y="28958"/>
                  </a:lnTo>
                  <a:lnTo>
                    <a:pt x="53044" y="30016"/>
                  </a:lnTo>
                  <a:lnTo>
                    <a:pt x="52933" y="30560"/>
                  </a:lnTo>
                  <a:lnTo>
                    <a:pt x="52835" y="31054"/>
                  </a:lnTo>
                  <a:lnTo>
                    <a:pt x="52624" y="32119"/>
                  </a:lnTo>
                  <a:lnTo>
                    <a:pt x="52521" y="32646"/>
                  </a:lnTo>
                  <a:lnTo>
                    <a:pt x="52420" y="33143"/>
                  </a:lnTo>
                  <a:lnTo>
                    <a:pt x="52378" y="33354"/>
                  </a:lnTo>
                  <a:lnTo>
                    <a:pt x="52228" y="33434"/>
                  </a:lnTo>
                  <a:lnTo>
                    <a:pt x="51773" y="33673"/>
                  </a:lnTo>
                  <a:lnTo>
                    <a:pt x="51578" y="33771"/>
                  </a:lnTo>
                  <a:lnTo>
                    <a:pt x="50427" y="34313"/>
                  </a:lnTo>
                  <a:lnTo>
                    <a:pt x="50029" y="34501"/>
                  </a:lnTo>
                  <a:lnTo>
                    <a:pt x="49175" y="34904"/>
                  </a:lnTo>
                  <a:lnTo>
                    <a:pt x="48720" y="35122"/>
                  </a:lnTo>
                  <a:lnTo>
                    <a:pt x="47724" y="35602"/>
                  </a:lnTo>
                  <a:lnTo>
                    <a:pt x="46472" y="36200"/>
                  </a:lnTo>
                  <a:lnTo>
                    <a:pt x="45565" y="36636"/>
                  </a:lnTo>
                  <a:lnTo>
                    <a:pt x="44793" y="37035"/>
                  </a:lnTo>
                  <a:lnTo>
                    <a:pt x="43998" y="37448"/>
                  </a:lnTo>
                  <a:lnTo>
                    <a:pt x="43466" y="37560"/>
                  </a:lnTo>
                  <a:lnTo>
                    <a:pt x="40742" y="38148"/>
                  </a:lnTo>
                  <a:lnTo>
                    <a:pt x="39516" y="38713"/>
                  </a:lnTo>
                  <a:lnTo>
                    <a:pt x="39150" y="38899"/>
                  </a:lnTo>
                  <a:lnTo>
                    <a:pt x="39003" y="39016"/>
                  </a:lnTo>
                  <a:lnTo>
                    <a:pt x="38700" y="39114"/>
                  </a:lnTo>
                  <a:lnTo>
                    <a:pt x="38231" y="39271"/>
                  </a:lnTo>
                  <a:lnTo>
                    <a:pt x="37814" y="39443"/>
                  </a:lnTo>
                  <a:lnTo>
                    <a:pt x="37530" y="39607"/>
                  </a:lnTo>
                  <a:lnTo>
                    <a:pt x="37106" y="39858"/>
                  </a:lnTo>
                  <a:lnTo>
                    <a:pt x="36743" y="40071"/>
                  </a:lnTo>
                  <a:lnTo>
                    <a:pt x="36199" y="40251"/>
                  </a:lnTo>
                  <a:lnTo>
                    <a:pt x="36009" y="40204"/>
                  </a:lnTo>
                  <a:lnTo>
                    <a:pt x="35690" y="40062"/>
                  </a:lnTo>
                  <a:lnTo>
                    <a:pt x="35345" y="39869"/>
                  </a:lnTo>
                  <a:lnTo>
                    <a:pt x="34980" y="39679"/>
                  </a:lnTo>
                  <a:lnTo>
                    <a:pt x="34825" y="39583"/>
                  </a:lnTo>
                  <a:lnTo>
                    <a:pt x="34640" y="39410"/>
                  </a:lnTo>
                  <a:lnTo>
                    <a:pt x="34464" y="39452"/>
                  </a:lnTo>
                  <a:lnTo>
                    <a:pt x="34143" y="39478"/>
                  </a:lnTo>
                  <a:lnTo>
                    <a:pt x="33852" y="39471"/>
                  </a:lnTo>
                  <a:lnTo>
                    <a:pt x="33503" y="39482"/>
                  </a:lnTo>
                  <a:lnTo>
                    <a:pt x="33203" y="39496"/>
                  </a:lnTo>
                  <a:lnTo>
                    <a:pt x="32816" y="39356"/>
                  </a:lnTo>
                  <a:lnTo>
                    <a:pt x="32553" y="39297"/>
                  </a:lnTo>
                  <a:lnTo>
                    <a:pt x="32417" y="39185"/>
                  </a:lnTo>
                  <a:lnTo>
                    <a:pt x="32274" y="39082"/>
                  </a:lnTo>
                  <a:lnTo>
                    <a:pt x="32129" y="39060"/>
                  </a:lnTo>
                  <a:lnTo>
                    <a:pt x="31918" y="39063"/>
                  </a:lnTo>
                  <a:lnTo>
                    <a:pt x="31768" y="39105"/>
                  </a:lnTo>
                  <a:lnTo>
                    <a:pt x="31397" y="39328"/>
                  </a:lnTo>
                  <a:lnTo>
                    <a:pt x="31048" y="39522"/>
                  </a:lnTo>
                  <a:lnTo>
                    <a:pt x="30837" y="39597"/>
                  </a:lnTo>
                  <a:lnTo>
                    <a:pt x="30436" y="39750"/>
                  </a:lnTo>
                  <a:lnTo>
                    <a:pt x="30169" y="39797"/>
                  </a:lnTo>
                  <a:lnTo>
                    <a:pt x="29658" y="39862"/>
                  </a:lnTo>
                  <a:lnTo>
                    <a:pt x="29442" y="39900"/>
                  </a:lnTo>
                  <a:lnTo>
                    <a:pt x="29180" y="40005"/>
                  </a:lnTo>
                  <a:lnTo>
                    <a:pt x="28983" y="40127"/>
                  </a:lnTo>
                  <a:lnTo>
                    <a:pt x="28671" y="40500"/>
                  </a:lnTo>
                  <a:lnTo>
                    <a:pt x="28537" y="40856"/>
                  </a:lnTo>
                  <a:lnTo>
                    <a:pt x="28408" y="41175"/>
                  </a:lnTo>
                  <a:lnTo>
                    <a:pt x="28277" y="41456"/>
                  </a:lnTo>
                  <a:lnTo>
                    <a:pt x="27979" y="41923"/>
                  </a:lnTo>
                  <a:lnTo>
                    <a:pt x="27288" y="42500"/>
                  </a:lnTo>
                  <a:lnTo>
                    <a:pt x="26467" y="43163"/>
                  </a:lnTo>
                  <a:lnTo>
                    <a:pt x="26040" y="43508"/>
                  </a:lnTo>
                  <a:lnTo>
                    <a:pt x="25811" y="43688"/>
                  </a:lnTo>
                  <a:lnTo>
                    <a:pt x="25168" y="44183"/>
                  </a:lnTo>
                  <a:lnTo>
                    <a:pt x="24732" y="44516"/>
                  </a:lnTo>
                  <a:lnTo>
                    <a:pt x="24165" y="44954"/>
                  </a:lnTo>
                  <a:lnTo>
                    <a:pt x="23602" y="45787"/>
                  </a:lnTo>
                  <a:lnTo>
                    <a:pt x="23007" y="46666"/>
                  </a:lnTo>
                  <a:lnTo>
                    <a:pt x="22674" y="47121"/>
                  </a:lnTo>
                  <a:lnTo>
                    <a:pt x="22350" y="47571"/>
                  </a:lnTo>
                  <a:lnTo>
                    <a:pt x="22067" y="47967"/>
                  </a:lnTo>
                  <a:lnTo>
                    <a:pt x="21434" y="48853"/>
                  </a:lnTo>
                  <a:lnTo>
                    <a:pt x="21279" y="49067"/>
                  </a:lnTo>
                  <a:lnTo>
                    <a:pt x="20798" y="49737"/>
                  </a:lnTo>
                  <a:lnTo>
                    <a:pt x="20489" y="50154"/>
                  </a:lnTo>
                  <a:lnTo>
                    <a:pt x="20161" y="50613"/>
                  </a:lnTo>
                  <a:lnTo>
                    <a:pt x="19875" y="50988"/>
                  </a:lnTo>
                  <a:lnTo>
                    <a:pt x="19512" y="51494"/>
                  </a:lnTo>
                  <a:lnTo>
                    <a:pt x="18879" y="52369"/>
                  </a:lnTo>
                  <a:lnTo>
                    <a:pt x="18250" y="53220"/>
                  </a:lnTo>
                  <a:lnTo>
                    <a:pt x="17303" y="54580"/>
                  </a:lnTo>
                  <a:lnTo>
                    <a:pt x="16591" y="55528"/>
                  </a:lnTo>
                  <a:lnTo>
                    <a:pt x="16387" y="55841"/>
                  </a:lnTo>
                  <a:lnTo>
                    <a:pt x="16037" y="56326"/>
                  </a:lnTo>
                  <a:lnTo>
                    <a:pt x="15704" y="56795"/>
                  </a:lnTo>
                  <a:lnTo>
                    <a:pt x="15397" y="57222"/>
                  </a:lnTo>
                  <a:lnTo>
                    <a:pt x="15100" y="57658"/>
                  </a:lnTo>
                  <a:lnTo>
                    <a:pt x="14783" y="58106"/>
                  </a:lnTo>
                  <a:lnTo>
                    <a:pt x="14556" y="58429"/>
                  </a:lnTo>
                  <a:lnTo>
                    <a:pt x="14464" y="58561"/>
                  </a:lnTo>
                  <a:lnTo>
                    <a:pt x="13890" y="59369"/>
                  </a:lnTo>
                  <a:lnTo>
                    <a:pt x="13627" y="59761"/>
                  </a:lnTo>
                  <a:lnTo>
                    <a:pt x="13426" y="60073"/>
                  </a:lnTo>
                  <a:lnTo>
                    <a:pt x="12950" y="60853"/>
                  </a:lnTo>
                  <a:lnTo>
                    <a:pt x="12361" y="61780"/>
                  </a:lnTo>
                  <a:lnTo>
                    <a:pt x="12059" y="62237"/>
                  </a:lnTo>
                  <a:lnTo>
                    <a:pt x="11817" y="62642"/>
                  </a:lnTo>
                  <a:lnTo>
                    <a:pt x="11506" y="63135"/>
                  </a:lnTo>
                  <a:lnTo>
                    <a:pt x="11248" y="63535"/>
                  </a:lnTo>
                  <a:lnTo>
                    <a:pt x="10920" y="64049"/>
                  </a:lnTo>
                  <a:lnTo>
                    <a:pt x="10767" y="64265"/>
                  </a:lnTo>
                  <a:lnTo>
                    <a:pt x="10501" y="64649"/>
                  </a:lnTo>
                  <a:lnTo>
                    <a:pt x="10412" y="64862"/>
                  </a:lnTo>
                  <a:lnTo>
                    <a:pt x="10393" y="65134"/>
                  </a:lnTo>
                  <a:lnTo>
                    <a:pt x="10473" y="65403"/>
                  </a:lnTo>
                  <a:lnTo>
                    <a:pt x="10506" y="65565"/>
                  </a:lnTo>
                  <a:lnTo>
                    <a:pt x="10550" y="65816"/>
                  </a:lnTo>
                  <a:lnTo>
                    <a:pt x="10590" y="65997"/>
                  </a:lnTo>
                  <a:lnTo>
                    <a:pt x="10642" y="66179"/>
                  </a:lnTo>
                  <a:lnTo>
                    <a:pt x="10700" y="66388"/>
                  </a:lnTo>
                  <a:lnTo>
                    <a:pt x="10747" y="66550"/>
                  </a:lnTo>
                  <a:lnTo>
                    <a:pt x="10984" y="66972"/>
                  </a:lnTo>
                  <a:lnTo>
                    <a:pt x="11162" y="67300"/>
                  </a:lnTo>
                  <a:lnTo>
                    <a:pt x="11244" y="67509"/>
                  </a:lnTo>
                  <a:lnTo>
                    <a:pt x="11338" y="67673"/>
                  </a:lnTo>
                  <a:lnTo>
                    <a:pt x="11540" y="68029"/>
                  </a:lnTo>
                  <a:lnTo>
                    <a:pt x="11516" y="68233"/>
                  </a:lnTo>
                  <a:lnTo>
                    <a:pt x="11479" y="68484"/>
                  </a:lnTo>
                  <a:lnTo>
                    <a:pt x="11413" y="68728"/>
                  </a:lnTo>
                  <a:lnTo>
                    <a:pt x="11233" y="68993"/>
                  </a:lnTo>
                  <a:lnTo>
                    <a:pt x="11073" y="69281"/>
                  </a:lnTo>
                  <a:lnTo>
                    <a:pt x="10914" y="69567"/>
                  </a:lnTo>
                  <a:lnTo>
                    <a:pt x="10799" y="69771"/>
                  </a:lnTo>
                  <a:lnTo>
                    <a:pt x="10625" y="69970"/>
                  </a:lnTo>
                  <a:lnTo>
                    <a:pt x="10419" y="70127"/>
                  </a:lnTo>
                  <a:lnTo>
                    <a:pt x="10262" y="70301"/>
                  </a:lnTo>
                  <a:lnTo>
                    <a:pt x="9575" y="70850"/>
                  </a:lnTo>
                  <a:lnTo>
                    <a:pt x="9442" y="71004"/>
                  </a:lnTo>
                  <a:lnTo>
                    <a:pt x="9256" y="71225"/>
                  </a:lnTo>
                  <a:lnTo>
                    <a:pt x="9139" y="71412"/>
                  </a:lnTo>
                  <a:lnTo>
                    <a:pt x="8848" y="71883"/>
                  </a:lnTo>
                  <a:lnTo>
                    <a:pt x="9097" y="72296"/>
                  </a:lnTo>
                  <a:lnTo>
                    <a:pt x="9097" y="72549"/>
                  </a:lnTo>
                  <a:lnTo>
                    <a:pt x="9327" y="72863"/>
                  </a:lnTo>
                  <a:lnTo>
                    <a:pt x="9083" y="73648"/>
                  </a:lnTo>
                  <a:lnTo>
                    <a:pt x="9285" y="73799"/>
                  </a:lnTo>
                  <a:lnTo>
                    <a:pt x="9890" y="74022"/>
                  </a:lnTo>
                  <a:lnTo>
                    <a:pt x="10517" y="74468"/>
                  </a:lnTo>
                  <a:lnTo>
                    <a:pt x="10413" y="74748"/>
                  </a:lnTo>
                  <a:lnTo>
                    <a:pt x="10156" y="75073"/>
                  </a:lnTo>
                  <a:lnTo>
                    <a:pt x="10015" y="75484"/>
                  </a:lnTo>
                  <a:lnTo>
                    <a:pt x="10248" y="75910"/>
                  </a:lnTo>
                  <a:lnTo>
                    <a:pt x="10670" y="76468"/>
                  </a:lnTo>
                  <a:lnTo>
                    <a:pt x="10767" y="76686"/>
                  </a:lnTo>
                  <a:lnTo>
                    <a:pt x="10757" y="77695"/>
                  </a:lnTo>
                  <a:lnTo>
                    <a:pt x="10372" y="78461"/>
                  </a:lnTo>
                  <a:lnTo>
                    <a:pt x="10264" y="78684"/>
                  </a:lnTo>
                  <a:lnTo>
                    <a:pt x="9124" y="78926"/>
                  </a:lnTo>
                  <a:lnTo>
                    <a:pt x="8554" y="79473"/>
                  </a:lnTo>
                  <a:lnTo>
                    <a:pt x="7969" y="79991"/>
                  </a:lnTo>
                  <a:lnTo>
                    <a:pt x="7988" y="80266"/>
                  </a:lnTo>
                  <a:lnTo>
                    <a:pt x="7996" y="80474"/>
                  </a:lnTo>
                  <a:lnTo>
                    <a:pt x="8008" y="80769"/>
                  </a:lnTo>
                  <a:lnTo>
                    <a:pt x="8090" y="82823"/>
                  </a:lnTo>
                  <a:lnTo>
                    <a:pt x="7826" y="83088"/>
                  </a:lnTo>
                  <a:lnTo>
                    <a:pt x="7170" y="83686"/>
                  </a:lnTo>
                  <a:lnTo>
                    <a:pt x="6138" y="84628"/>
                  </a:lnTo>
                  <a:lnTo>
                    <a:pt x="5180" y="85517"/>
                  </a:lnTo>
                  <a:lnTo>
                    <a:pt x="4143" y="86478"/>
                  </a:lnTo>
                  <a:lnTo>
                    <a:pt x="3344" y="87219"/>
                  </a:lnTo>
                  <a:lnTo>
                    <a:pt x="2559" y="87906"/>
                  </a:lnTo>
                  <a:lnTo>
                    <a:pt x="1724" y="88677"/>
                  </a:lnTo>
                  <a:lnTo>
                    <a:pt x="1168" y="89188"/>
                  </a:lnTo>
                  <a:lnTo>
                    <a:pt x="749" y="89590"/>
                  </a:lnTo>
                  <a:lnTo>
                    <a:pt x="1097" y="91059"/>
                  </a:lnTo>
                  <a:lnTo>
                    <a:pt x="1999" y="94868"/>
                  </a:lnTo>
                  <a:lnTo>
                    <a:pt x="1908" y="96406"/>
                  </a:lnTo>
                  <a:lnTo>
                    <a:pt x="1799" y="98237"/>
                  </a:lnTo>
                  <a:lnTo>
                    <a:pt x="1765" y="98823"/>
                  </a:lnTo>
                  <a:lnTo>
                    <a:pt x="1581" y="101925"/>
                  </a:lnTo>
                  <a:lnTo>
                    <a:pt x="1534" y="102717"/>
                  </a:lnTo>
                  <a:lnTo>
                    <a:pt x="1516" y="103020"/>
                  </a:lnTo>
                  <a:lnTo>
                    <a:pt x="1474" y="103729"/>
                  </a:lnTo>
                  <a:lnTo>
                    <a:pt x="1367" y="105541"/>
                  </a:lnTo>
                  <a:lnTo>
                    <a:pt x="1349" y="105830"/>
                  </a:lnTo>
                  <a:lnTo>
                    <a:pt x="1234" y="107779"/>
                  </a:lnTo>
                  <a:lnTo>
                    <a:pt x="478" y="109850"/>
                  </a:lnTo>
                  <a:lnTo>
                    <a:pt x="0" y="111160"/>
                  </a:lnTo>
                  <a:lnTo>
                    <a:pt x="1102" y="111821"/>
                  </a:lnTo>
                  <a:lnTo>
                    <a:pt x="6242" y="114900"/>
                  </a:lnTo>
                  <a:lnTo>
                    <a:pt x="6561" y="115091"/>
                  </a:lnTo>
                  <a:lnTo>
                    <a:pt x="7096" y="115412"/>
                  </a:lnTo>
                  <a:lnTo>
                    <a:pt x="7576" y="115700"/>
                  </a:lnTo>
                  <a:lnTo>
                    <a:pt x="7801" y="115834"/>
                  </a:lnTo>
                  <a:lnTo>
                    <a:pt x="8108" y="116041"/>
                  </a:lnTo>
                  <a:lnTo>
                    <a:pt x="12703" y="119616"/>
                  </a:lnTo>
                  <a:lnTo>
                    <a:pt x="12879" y="120048"/>
                  </a:lnTo>
                  <a:lnTo>
                    <a:pt x="13039" y="120153"/>
                  </a:lnTo>
                  <a:lnTo>
                    <a:pt x="14101" y="121105"/>
                  </a:lnTo>
                  <a:lnTo>
                    <a:pt x="14478" y="121428"/>
                  </a:lnTo>
                  <a:lnTo>
                    <a:pt x="14664" y="121604"/>
                  </a:lnTo>
                  <a:lnTo>
                    <a:pt x="14818" y="121764"/>
                  </a:lnTo>
                  <a:lnTo>
                    <a:pt x="14978" y="121886"/>
                  </a:lnTo>
                  <a:lnTo>
                    <a:pt x="15175" y="122066"/>
                  </a:lnTo>
                  <a:lnTo>
                    <a:pt x="15681" y="122340"/>
                  </a:lnTo>
                  <a:lnTo>
                    <a:pt x="16572" y="122012"/>
                  </a:lnTo>
                  <a:lnTo>
                    <a:pt x="16806" y="122392"/>
                  </a:lnTo>
                  <a:lnTo>
                    <a:pt x="17064" y="122598"/>
                  </a:lnTo>
                  <a:lnTo>
                    <a:pt x="17343" y="122842"/>
                  </a:lnTo>
                  <a:lnTo>
                    <a:pt x="17770" y="122978"/>
                  </a:lnTo>
                  <a:lnTo>
                    <a:pt x="18093" y="123065"/>
                  </a:lnTo>
                  <a:lnTo>
                    <a:pt x="18410" y="123238"/>
                  </a:lnTo>
                  <a:lnTo>
                    <a:pt x="18626" y="123342"/>
                  </a:lnTo>
                  <a:lnTo>
                    <a:pt x="18844" y="123527"/>
                  </a:lnTo>
                  <a:lnTo>
                    <a:pt x="19493" y="124054"/>
                  </a:lnTo>
                  <a:lnTo>
                    <a:pt x="19718" y="124193"/>
                  </a:lnTo>
                  <a:lnTo>
                    <a:pt x="20227" y="124577"/>
                  </a:lnTo>
                  <a:lnTo>
                    <a:pt x="20724" y="124922"/>
                  </a:lnTo>
                  <a:lnTo>
                    <a:pt x="21059" y="125158"/>
                  </a:lnTo>
                  <a:lnTo>
                    <a:pt x="21272" y="125306"/>
                  </a:lnTo>
                  <a:lnTo>
                    <a:pt x="21434" y="125419"/>
                  </a:lnTo>
                  <a:lnTo>
                    <a:pt x="22266" y="125315"/>
                  </a:lnTo>
                  <a:lnTo>
                    <a:pt x="22325" y="125187"/>
                  </a:lnTo>
                  <a:lnTo>
                    <a:pt x="23033" y="124947"/>
                  </a:lnTo>
                  <a:lnTo>
                    <a:pt x="23256" y="124980"/>
                  </a:lnTo>
                  <a:lnTo>
                    <a:pt x="23518" y="125055"/>
                  </a:lnTo>
                  <a:lnTo>
                    <a:pt x="23964" y="125355"/>
                  </a:lnTo>
                  <a:lnTo>
                    <a:pt x="24128" y="125510"/>
                  </a:lnTo>
                  <a:lnTo>
                    <a:pt x="24407" y="125855"/>
                  </a:lnTo>
                  <a:lnTo>
                    <a:pt x="25113" y="126537"/>
                  </a:lnTo>
                  <a:lnTo>
                    <a:pt x="25591" y="126952"/>
                  </a:lnTo>
                  <a:lnTo>
                    <a:pt x="25661" y="127102"/>
                  </a:lnTo>
                  <a:lnTo>
                    <a:pt x="25708" y="127718"/>
                  </a:lnTo>
                  <a:lnTo>
                    <a:pt x="25617" y="127937"/>
                  </a:lnTo>
                  <a:lnTo>
                    <a:pt x="25565" y="128105"/>
                  </a:lnTo>
                  <a:lnTo>
                    <a:pt x="25671" y="128274"/>
                  </a:lnTo>
                  <a:lnTo>
                    <a:pt x="26540" y="129160"/>
                  </a:lnTo>
                  <a:lnTo>
                    <a:pt x="26728" y="129308"/>
                  </a:lnTo>
                  <a:lnTo>
                    <a:pt x="27206" y="129221"/>
                  </a:lnTo>
                  <a:lnTo>
                    <a:pt x="27434" y="128982"/>
                  </a:lnTo>
                  <a:lnTo>
                    <a:pt x="27626" y="128525"/>
                  </a:lnTo>
                  <a:lnTo>
                    <a:pt x="27839" y="128401"/>
                  </a:lnTo>
                  <a:lnTo>
                    <a:pt x="28238" y="128975"/>
                  </a:lnTo>
                  <a:lnTo>
                    <a:pt x="28360" y="129127"/>
                  </a:lnTo>
                  <a:lnTo>
                    <a:pt x="28526" y="129299"/>
                  </a:lnTo>
                  <a:lnTo>
                    <a:pt x="28704" y="129421"/>
                  </a:lnTo>
                  <a:lnTo>
                    <a:pt x="28868" y="129542"/>
                  </a:lnTo>
                  <a:lnTo>
                    <a:pt x="29597" y="130025"/>
                  </a:lnTo>
                  <a:lnTo>
                    <a:pt x="29973" y="130293"/>
                  </a:lnTo>
                  <a:lnTo>
                    <a:pt x="30202" y="130370"/>
                  </a:lnTo>
                  <a:lnTo>
                    <a:pt x="30465" y="130504"/>
                  </a:lnTo>
                  <a:lnTo>
                    <a:pt x="30763" y="130649"/>
                  </a:lnTo>
                  <a:lnTo>
                    <a:pt x="31117" y="130801"/>
                  </a:lnTo>
                  <a:lnTo>
                    <a:pt x="31353" y="130970"/>
                  </a:lnTo>
                  <a:lnTo>
                    <a:pt x="31527" y="131094"/>
                  </a:lnTo>
                  <a:lnTo>
                    <a:pt x="31733" y="131402"/>
                  </a:lnTo>
                  <a:lnTo>
                    <a:pt x="31984" y="131559"/>
                  </a:lnTo>
                  <a:lnTo>
                    <a:pt x="32062" y="132335"/>
                  </a:lnTo>
                  <a:lnTo>
                    <a:pt x="32270" y="132394"/>
                  </a:lnTo>
                  <a:lnTo>
                    <a:pt x="32512" y="132484"/>
                  </a:lnTo>
                  <a:lnTo>
                    <a:pt x="34174" y="132885"/>
                  </a:lnTo>
                  <a:lnTo>
                    <a:pt x="35102" y="133073"/>
                  </a:lnTo>
                  <a:lnTo>
                    <a:pt x="35190" y="132687"/>
                  </a:lnTo>
                  <a:lnTo>
                    <a:pt x="35392" y="131937"/>
                  </a:lnTo>
                  <a:lnTo>
                    <a:pt x="35529" y="131391"/>
                  </a:lnTo>
                  <a:lnTo>
                    <a:pt x="35563" y="131253"/>
                  </a:lnTo>
                  <a:lnTo>
                    <a:pt x="36006" y="129492"/>
                  </a:lnTo>
                  <a:lnTo>
                    <a:pt x="36297" y="129385"/>
                  </a:lnTo>
                  <a:lnTo>
                    <a:pt x="36436" y="129334"/>
                  </a:lnTo>
                  <a:lnTo>
                    <a:pt x="37540" y="128928"/>
                  </a:lnTo>
                  <a:lnTo>
                    <a:pt x="37196" y="127222"/>
                  </a:lnTo>
                  <a:lnTo>
                    <a:pt x="37207" y="126973"/>
                  </a:lnTo>
                  <a:lnTo>
                    <a:pt x="37107" y="126562"/>
                  </a:lnTo>
                  <a:lnTo>
                    <a:pt x="37160" y="126412"/>
                  </a:lnTo>
                  <a:lnTo>
                    <a:pt x="37545" y="126560"/>
                  </a:lnTo>
                  <a:lnTo>
                    <a:pt x="37833" y="126652"/>
                  </a:lnTo>
                  <a:lnTo>
                    <a:pt x="37962" y="126738"/>
                  </a:lnTo>
                  <a:lnTo>
                    <a:pt x="38394" y="126931"/>
                  </a:lnTo>
                  <a:lnTo>
                    <a:pt x="38412" y="127083"/>
                  </a:lnTo>
                  <a:lnTo>
                    <a:pt x="39859" y="127381"/>
                  </a:lnTo>
                  <a:lnTo>
                    <a:pt x="40405" y="127301"/>
                  </a:lnTo>
                  <a:lnTo>
                    <a:pt x="40722" y="127310"/>
                  </a:lnTo>
                  <a:lnTo>
                    <a:pt x="41905" y="127144"/>
                  </a:lnTo>
                  <a:lnTo>
                    <a:pt x="42337" y="127310"/>
                  </a:lnTo>
                  <a:lnTo>
                    <a:pt x="42901" y="131655"/>
                  </a:lnTo>
                  <a:lnTo>
                    <a:pt x="43071" y="131647"/>
                  </a:lnTo>
                  <a:lnTo>
                    <a:pt x="43063" y="130733"/>
                  </a:lnTo>
                  <a:lnTo>
                    <a:pt x="43838" y="130605"/>
                  </a:lnTo>
                  <a:lnTo>
                    <a:pt x="44729" y="130932"/>
                  </a:lnTo>
                  <a:lnTo>
                    <a:pt x="44906" y="130988"/>
                  </a:lnTo>
                  <a:lnTo>
                    <a:pt x="45594" y="131654"/>
                  </a:lnTo>
                  <a:lnTo>
                    <a:pt x="45723" y="131787"/>
                  </a:lnTo>
                  <a:lnTo>
                    <a:pt x="46887" y="133206"/>
                  </a:lnTo>
                  <a:lnTo>
                    <a:pt x="47179" y="133516"/>
                  </a:lnTo>
                  <a:lnTo>
                    <a:pt x="46888" y="133763"/>
                  </a:lnTo>
                  <a:lnTo>
                    <a:pt x="46754" y="133870"/>
                  </a:lnTo>
                  <a:lnTo>
                    <a:pt x="46611" y="134006"/>
                  </a:lnTo>
                  <a:lnTo>
                    <a:pt x="46253" y="134330"/>
                  </a:lnTo>
                  <a:lnTo>
                    <a:pt x="45849" y="134667"/>
                  </a:lnTo>
                  <a:lnTo>
                    <a:pt x="46163" y="135230"/>
                  </a:lnTo>
                  <a:lnTo>
                    <a:pt x="46423" y="135584"/>
                  </a:lnTo>
                  <a:lnTo>
                    <a:pt x="46740" y="136088"/>
                  </a:lnTo>
                  <a:lnTo>
                    <a:pt x="47023" y="136669"/>
                  </a:lnTo>
                  <a:lnTo>
                    <a:pt x="47302" y="137244"/>
                  </a:lnTo>
                  <a:lnTo>
                    <a:pt x="47610" y="137823"/>
                  </a:lnTo>
                  <a:lnTo>
                    <a:pt x="47673" y="137989"/>
                  </a:lnTo>
                  <a:lnTo>
                    <a:pt x="47797" y="138233"/>
                  </a:lnTo>
                  <a:lnTo>
                    <a:pt x="48034" y="138695"/>
                  </a:lnTo>
                  <a:lnTo>
                    <a:pt x="48428" y="139581"/>
                  </a:lnTo>
                  <a:lnTo>
                    <a:pt x="48716" y="140169"/>
                  </a:lnTo>
                  <a:lnTo>
                    <a:pt x="48969" y="140756"/>
                  </a:lnTo>
                  <a:lnTo>
                    <a:pt x="49075" y="140934"/>
                  </a:lnTo>
                  <a:lnTo>
                    <a:pt x="49213" y="141210"/>
                  </a:lnTo>
                  <a:lnTo>
                    <a:pt x="49417" y="141466"/>
                  </a:lnTo>
                  <a:lnTo>
                    <a:pt x="49830" y="141670"/>
                  </a:lnTo>
                  <a:lnTo>
                    <a:pt x="50390" y="141946"/>
                  </a:lnTo>
                  <a:lnTo>
                    <a:pt x="51002" y="142247"/>
                  </a:lnTo>
                  <a:lnTo>
                    <a:pt x="51562" y="142533"/>
                  </a:lnTo>
                  <a:lnTo>
                    <a:pt x="52118" y="142802"/>
                  </a:lnTo>
                  <a:lnTo>
                    <a:pt x="52713" y="143093"/>
                  </a:lnTo>
                  <a:lnTo>
                    <a:pt x="53168" y="144167"/>
                  </a:lnTo>
                  <a:lnTo>
                    <a:pt x="53145" y="144467"/>
                  </a:lnTo>
                  <a:lnTo>
                    <a:pt x="53058" y="144741"/>
                  </a:lnTo>
                  <a:lnTo>
                    <a:pt x="52735" y="145559"/>
                  </a:lnTo>
                  <a:lnTo>
                    <a:pt x="53077" y="145916"/>
                  </a:lnTo>
                  <a:lnTo>
                    <a:pt x="53196" y="146049"/>
                  </a:lnTo>
                  <a:lnTo>
                    <a:pt x="53365" y="146258"/>
                  </a:lnTo>
                  <a:lnTo>
                    <a:pt x="53722" y="146509"/>
                  </a:lnTo>
                  <a:lnTo>
                    <a:pt x="54155" y="146903"/>
                  </a:lnTo>
                  <a:lnTo>
                    <a:pt x="54312" y="147165"/>
                  </a:lnTo>
                  <a:lnTo>
                    <a:pt x="54650" y="147536"/>
                  </a:lnTo>
                  <a:lnTo>
                    <a:pt x="54097" y="148180"/>
                  </a:lnTo>
                  <a:lnTo>
                    <a:pt x="52891" y="149451"/>
                  </a:lnTo>
                  <a:lnTo>
                    <a:pt x="52760" y="149587"/>
                  </a:lnTo>
                  <a:lnTo>
                    <a:pt x="52582" y="149775"/>
                  </a:lnTo>
                  <a:lnTo>
                    <a:pt x="51984" y="150406"/>
                  </a:lnTo>
                  <a:lnTo>
                    <a:pt x="51682" y="150725"/>
                  </a:lnTo>
                  <a:lnTo>
                    <a:pt x="51403" y="151020"/>
                  </a:lnTo>
                  <a:lnTo>
                    <a:pt x="50287" y="152194"/>
                  </a:lnTo>
                  <a:lnTo>
                    <a:pt x="49030" y="153521"/>
                  </a:lnTo>
                  <a:lnTo>
                    <a:pt x="49218" y="154578"/>
                  </a:lnTo>
                  <a:lnTo>
                    <a:pt x="49260" y="154815"/>
                  </a:lnTo>
                  <a:lnTo>
                    <a:pt x="49394" y="155578"/>
                  </a:lnTo>
                  <a:lnTo>
                    <a:pt x="49558" y="156503"/>
                  </a:lnTo>
                  <a:lnTo>
                    <a:pt x="49780" y="157767"/>
                  </a:lnTo>
                  <a:lnTo>
                    <a:pt x="49921" y="158568"/>
                  </a:lnTo>
                  <a:lnTo>
                    <a:pt x="49956" y="158767"/>
                  </a:lnTo>
                  <a:lnTo>
                    <a:pt x="50003" y="159037"/>
                  </a:lnTo>
                  <a:lnTo>
                    <a:pt x="50190" y="160077"/>
                  </a:lnTo>
                  <a:lnTo>
                    <a:pt x="50250" y="160416"/>
                  </a:lnTo>
                  <a:lnTo>
                    <a:pt x="50356" y="161021"/>
                  </a:lnTo>
                  <a:lnTo>
                    <a:pt x="50456" y="161579"/>
                  </a:lnTo>
                  <a:lnTo>
                    <a:pt x="50681" y="162857"/>
                  </a:lnTo>
                  <a:lnTo>
                    <a:pt x="50797" y="163584"/>
                  </a:lnTo>
                  <a:lnTo>
                    <a:pt x="51340" y="164209"/>
                  </a:lnTo>
                  <a:lnTo>
                    <a:pt x="51607" y="164523"/>
                  </a:lnTo>
                  <a:lnTo>
                    <a:pt x="51836" y="164794"/>
                  </a:lnTo>
                  <a:lnTo>
                    <a:pt x="52137" y="165148"/>
                  </a:lnTo>
                  <a:lnTo>
                    <a:pt x="52555" y="165642"/>
                  </a:lnTo>
                  <a:lnTo>
                    <a:pt x="52863" y="166006"/>
                  </a:lnTo>
                  <a:lnTo>
                    <a:pt x="53359" y="166591"/>
                  </a:lnTo>
                  <a:lnTo>
                    <a:pt x="53642" y="166925"/>
                  </a:lnTo>
                  <a:lnTo>
                    <a:pt x="54115" y="167482"/>
                  </a:lnTo>
                  <a:lnTo>
                    <a:pt x="54465" y="167896"/>
                  </a:lnTo>
                  <a:lnTo>
                    <a:pt x="54680" y="168149"/>
                  </a:lnTo>
                  <a:lnTo>
                    <a:pt x="54935" y="168450"/>
                  </a:lnTo>
                  <a:lnTo>
                    <a:pt x="55461" y="169071"/>
                  </a:lnTo>
                  <a:lnTo>
                    <a:pt x="55721" y="169378"/>
                  </a:lnTo>
                  <a:lnTo>
                    <a:pt x="56000" y="169706"/>
                  </a:lnTo>
                  <a:lnTo>
                    <a:pt x="56514" y="170313"/>
                  </a:lnTo>
                  <a:lnTo>
                    <a:pt x="56647" y="171475"/>
                  </a:lnTo>
                  <a:lnTo>
                    <a:pt x="56703" y="171957"/>
                  </a:lnTo>
                  <a:lnTo>
                    <a:pt x="56802" y="172825"/>
                  </a:lnTo>
                  <a:lnTo>
                    <a:pt x="56818" y="172963"/>
                  </a:lnTo>
                  <a:lnTo>
                    <a:pt x="56849" y="173227"/>
                  </a:lnTo>
                  <a:lnTo>
                    <a:pt x="56901" y="173684"/>
                  </a:lnTo>
                  <a:lnTo>
                    <a:pt x="56921" y="173855"/>
                  </a:lnTo>
                  <a:lnTo>
                    <a:pt x="56960" y="174199"/>
                  </a:lnTo>
                  <a:lnTo>
                    <a:pt x="56998" y="174529"/>
                  </a:lnTo>
                  <a:lnTo>
                    <a:pt x="57049" y="174970"/>
                  </a:lnTo>
                  <a:lnTo>
                    <a:pt x="57119" y="175578"/>
                  </a:lnTo>
                  <a:lnTo>
                    <a:pt x="57163" y="175964"/>
                  </a:lnTo>
                  <a:lnTo>
                    <a:pt x="57191" y="176207"/>
                  </a:lnTo>
                  <a:lnTo>
                    <a:pt x="57483" y="176603"/>
                  </a:lnTo>
                  <a:lnTo>
                    <a:pt x="57667" y="176853"/>
                  </a:lnTo>
                  <a:lnTo>
                    <a:pt x="58129" y="177479"/>
                  </a:lnTo>
                  <a:lnTo>
                    <a:pt x="58431" y="177888"/>
                  </a:lnTo>
                  <a:lnTo>
                    <a:pt x="58737" y="178303"/>
                  </a:lnTo>
                  <a:lnTo>
                    <a:pt x="59010" y="178673"/>
                  </a:lnTo>
                  <a:lnTo>
                    <a:pt x="59422" y="179232"/>
                  </a:lnTo>
                  <a:lnTo>
                    <a:pt x="59701" y="179609"/>
                  </a:lnTo>
                  <a:lnTo>
                    <a:pt x="60089" y="180135"/>
                  </a:lnTo>
                  <a:lnTo>
                    <a:pt x="60300" y="180422"/>
                  </a:lnTo>
                  <a:lnTo>
                    <a:pt x="60796" y="181093"/>
                  </a:lnTo>
                  <a:lnTo>
                    <a:pt x="60636" y="181194"/>
                  </a:lnTo>
                  <a:lnTo>
                    <a:pt x="60307" y="181401"/>
                  </a:lnTo>
                  <a:lnTo>
                    <a:pt x="59884" y="181669"/>
                  </a:lnTo>
                  <a:lnTo>
                    <a:pt x="59605" y="181845"/>
                  </a:lnTo>
                  <a:lnTo>
                    <a:pt x="59153" y="182131"/>
                  </a:lnTo>
                  <a:lnTo>
                    <a:pt x="58523" y="182529"/>
                  </a:lnTo>
                  <a:lnTo>
                    <a:pt x="58238" y="182709"/>
                  </a:lnTo>
                  <a:lnTo>
                    <a:pt x="57958" y="182887"/>
                  </a:lnTo>
                  <a:lnTo>
                    <a:pt x="57449" y="183208"/>
                  </a:lnTo>
                  <a:lnTo>
                    <a:pt x="57131" y="183409"/>
                  </a:lnTo>
                  <a:lnTo>
                    <a:pt x="56608" y="183739"/>
                  </a:lnTo>
                  <a:lnTo>
                    <a:pt x="56364" y="183894"/>
                  </a:lnTo>
                  <a:lnTo>
                    <a:pt x="56214" y="183988"/>
                  </a:lnTo>
                  <a:lnTo>
                    <a:pt x="55806" y="184246"/>
                  </a:lnTo>
                  <a:lnTo>
                    <a:pt x="55501" y="184439"/>
                  </a:lnTo>
                  <a:lnTo>
                    <a:pt x="55358" y="184530"/>
                  </a:lnTo>
                  <a:lnTo>
                    <a:pt x="55096" y="184696"/>
                  </a:lnTo>
                  <a:lnTo>
                    <a:pt x="54815" y="184873"/>
                  </a:lnTo>
                  <a:lnTo>
                    <a:pt x="54660" y="184971"/>
                  </a:lnTo>
                  <a:lnTo>
                    <a:pt x="54465" y="185228"/>
                  </a:lnTo>
                  <a:lnTo>
                    <a:pt x="54069" y="185749"/>
                  </a:lnTo>
                  <a:lnTo>
                    <a:pt x="52228" y="186303"/>
                  </a:lnTo>
                  <a:lnTo>
                    <a:pt x="52842" y="186533"/>
                  </a:lnTo>
                  <a:lnTo>
                    <a:pt x="53271" y="186693"/>
                  </a:lnTo>
                  <a:lnTo>
                    <a:pt x="53914" y="187207"/>
                  </a:lnTo>
                  <a:lnTo>
                    <a:pt x="54240" y="187583"/>
                  </a:lnTo>
                  <a:lnTo>
                    <a:pt x="54172" y="187900"/>
                  </a:lnTo>
                  <a:lnTo>
                    <a:pt x="54012" y="188162"/>
                  </a:lnTo>
                  <a:lnTo>
                    <a:pt x="53714" y="188751"/>
                  </a:lnTo>
                  <a:lnTo>
                    <a:pt x="53623" y="188948"/>
                  </a:lnTo>
                  <a:lnTo>
                    <a:pt x="53431" y="189372"/>
                  </a:lnTo>
                  <a:lnTo>
                    <a:pt x="53353" y="189574"/>
                  </a:lnTo>
                  <a:lnTo>
                    <a:pt x="53269" y="189736"/>
                  </a:lnTo>
                  <a:lnTo>
                    <a:pt x="53112" y="189916"/>
                  </a:lnTo>
                  <a:lnTo>
                    <a:pt x="52906" y="190207"/>
                  </a:lnTo>
                  <a:lnTo>
                    <a:pt x="52653" y="190434"/>
                  </a:lnTo>
                  <a:lnTo>
                    <a:pt x="52198" y="190833"/>
                  </a:lnTo>
                  <a:lnTo>
                    <a:pt x="52038" y="190992"/>
                  </a:lnTo>
                  <a:lnTo>
                    <a:pt x="51698" y="191316"/>
                  </a:lnTo>
                  <a:lnTo>
                    <a:pt x="51262" y="191780"/>
                  </a:lnTo>
                  <a:lnTo>
                    <a:pt x="50847" y="192265"/>
                  </a:lnTo>
                  <a:lnTo>
                    <a:pt x="50686" y="192427"/>
                  </a:lnTo>
                  <a:lnTo>
                    <a:pt x="50371" y="192743"/>
                  </a:lnTo>
                  <a:lnTo>
                    <a:pt x="50219" y="192896"/>
                  </a:lnTo>
                  <a:lnTo>
                    <a:pt x="49940" y="193210"/>
                  </a:lnTo>
                  <a:lnTo>
                    <a:pt x="49560" y="193576"/>
                  </a:lnTo>
                  <a:lnTo>
                    <a:pt x="49103" y="194019"/>
                  </a:lnTo>
                  <a:lnTo>
                    <a:pt x="48735" y="194382"/>
                  </a:lnTo>
                  <a:lnTo>
                    <a:pt x="48360" y="194750"/>
                  </a:lnTo>
                  <a:lnTo>
                    <a:pt x="48093" y="195229"/>
                  </a:lnTo>
                  <a:lnTo>
                    <a:pt x="47821" y="195714"/>
                  </a:lnTo>
                  <a:lnTo>
                    <a:pt x="47661" y="196037"/>
                  </a:lnTo>
                  <a:lnTo>
                    <a:pt x="47612" y="196192"/>
                  </a:lnTo>
                  <a:lnTo>
                    <a:pt x="47978" y="196586"/>
                  </a:lnTo>
                  <a:lnTo>
                    <a:pt x="48412" y="196980"/>
                  </a:lnTo>
                  <a:lnTo>
                    <a:pt x="48782" y="197315"/>
                  </a:lnTo>
                  <a:lnTo>
                    <a:pt x="49169" y="197669"/>
                  </a:lnTo>
                  <a:lnTo>
                    <a:pt x="49350" y="197829"/>
                  </a:lnTo>
                  <a:lnTo>
                    <a:pt x="49758" y="198199"/>
                  </a:lnTo>
                  <a:lnTo>
                    <a:pt x="50369" y="198752"/>
                  </a:lnTo>
                  <a:lnTo>
                    <a:pt x="50749" y="199109"/>
                  </a:lnTo>
                  <a:lnTo>
                    <a:pt x="51162" y="199495"/>
                  </a:lnTo>
                  <a:lnTo>
                    <a:pt x="51382" y="199704"/>
                  </a:lnTo>
                  <a:lnTo>
                    <a:pt x="51659" y="199969"/>
                  </a:lnTo>
                  <a:lnTo>
                    <a:pt x="51950" y="200264"/>
                  </a:lnTo>
                  <a:lnTo>
                    <a:pt x="52074" y="200400"/>
                  </a:lnTo>
                  <a:lnTo>
                    <a:pt x="52343" y="200682"/>
                  </a:lnTo>
                  <a:lnTo>
                    <a:pt x="52704" y="201047"/>
                  </a:lnTo>
                  <a:lnTo>
                    <a:pt x="53101" y="201472"/>
                  </a:lnTo>
                  <a:lnTo>
                    <a:pt x="53314" y="201699"/>
                  </a:lnTo>
                  <a:lnTo>
                    <a:pt x="53445" y="201838"/>
                  </a:lnTo>
                  <a:lnTo>
                    <a:pt x="53572" y="201974"/>
                  </a:lnTo>
                  <a:lnTo>
                    <a:pt x="54076" y="202478"/>
                  </a:lnTo>
                  <a:lnTo>
                    <a:pt x="54202" y="202614"/>
                  </a:lnTo>
                  <a:lnTo>
                    <a:pt x="54320" y="202761"/>
                  </a:lnTo>
                  <a:lnTo>
                    <a:pt x="54317" y="202900"/>
                  </a:lnTo>
                  <a:lnTo>
                    <a:pt x="54313" y="203265"/>
                  </a:lnTo>
                  <a:lnTo>
                    <a:pt x="54302" y="203403"/>
                  </a:lnTo>
                  <a:lnTo>
                    <a:pt x="54263" y="203884"/>
                  </a:lnTo>
                  <a:lnTo>
                    <a:pt x="54212" y="204362"/>
                  </a:lnTo>
                  <a:lnTo>
                    <a:pt x="54193" y="204573"/>
                  </a:lnTo>
                  <a:lnTo>
                    <a:pt x="54165" y="204883"/>
                  </a:lnTo>
                  <a:lnTo>
                    <a:pt x="54163" y="205066"/>
                  </a:lnTo>
                  <a:lnTo>
                    <a:pt x="54160" y="205345"/>
                  </a:lnTo>
                  <a:lnTo>
                    <a:pt x="54179" y="205582"/>
                  </a:lnTo>
                  <a:lnTo>
                    <a:pt x="54399" y="206163"/>
                  </a:lnTo>
                  <a:lnTo>
                    <a:pt x="54587" y="206780"/>
                  </a:lnTo>
                  <a:lnTo>
                    <a:pt x="54696" y="207177"/>
                  </a:lnTo>
                  <a:lnTo>
                    <a:pt x="54777" y="207469"/>
                  </a:lnTo>
                  <a:lnTo>
                    <a:pt x="54889" y="207865"/>
                  </a:lnTo>
                  <a:lnTo>
                    <a:pt x="54932" y="208046"/>
                  </a:lnTo>
                  <a:lnTo>
                    <a:pt x="55051" y="208313"/>
                  </a:lnTo>
                  <a:lnTo>
                    <a:pt x="55140" y="208653"/>
                  </a:lnTo>
                  <a:lnTo>
                    <a:pt x="55274" y="209156"/>
                  </a:lnTo>
                  <a:lnTo>
                    <a:pt x="55507" y="210040"/>
                  </a:lnTo>
                  <a:lnTo>
                    <a:pt x="55763" y="210392"/>
                  </a:lnTo>
                  <a:lnTo>
                    <a:pt x="55746" y="210526"/>
                  </a:lnTo>
                  <a:lnTo>
                    <a:pt x="55702" y="210873"/>
                  </a:lnTo>
                  <a:lnTo>
                    <a:pt x="55680" y="215506"/>
                  </a:lnTo>
                  <a:lnTo>
                    <a:pt x="56057" y="215297"/>
                  </a:lnTo>
                  <a:lnTo>
                    <a:pt x="56628" y="214979"/>
                  </a:lnTo>
                  <a:lnTo>
                    <a:pt x="57004" y="214770"/>
                  </a:lnTo>
                  <a:lnTo>
                    <a:pt x="57467" y="214747"/>
                  </a:lnTo>
                  <a:lnTo>
                    <a:pt x="58063" y="214717"/>
                  </a:lnTo>
                  <a:lnTo>
                    <a:pt x="58512" y="214695"/>
                  </a:lnTo>
                  <a:lnTo>
                    <a:pt x="58944" y="214673"/>
                  </a:lnTo>
                  <a:lnTo>
                    <a:pt x="59179" y="214661"/>
                  </a:lnTo>
                  <a:lnTo>
                    <a:pt x="59428" y="214649"/>
                  </a:lnTo>
                  <a:lnTo>
                    <a:pt x="59725" y="214704"/>
                  </a:lnTo>
                  <a:lnTo>
                    <a:pt x="59955" y="214748"/>
                  </a:lnTo>
                  <a:lnTo>
                    <a:pt x="60169" y="214788"/>
                  </a:lnTo>
                  <a:lnTo>
                    <a:pt x="60667" y="214881"/>
                  </a:lnTo>
                  <a:lnTo>
                    <a:pt x="61052" y="214954"/>
                  </a:lnTo>
                  <a:lnTo>
                    <a:pt x="61463" y="215031"/>
                  </a:lnTo>
                  <a:lnTo>
                    <a:pt x="61877" y="215109"/>
                  </a:lnTo>
                  <a:lnTo>
                    <a:pt x="62169" y="215164"/>
                  </a:lnTo>
                  <a:lnTo>
                    <a:pt x="62422" y="215210"/>
                  </a:lnTo>
                  <a:lnTo>
                    <a:pt x="62694" y="215260"/>
                  </a:lnTo>
                  <a:lnTo>
                    <a:pt x="63100" y="215336"/>
                  </a:lnTo>
                  <a:lnTo>
                    <a:pt x="63494" y="215456"/>
                  </a:lnTo>
                  <a:lnTo>
                    <a:pt x="63621" y="215538"/>
                  </a:lnTo>
                  <a:lnTo>
                    <a:pt x="63984" y="215773"/>
                  </a:lnTo>
                  <a:lnTo>
                    <a:pt x="64211" y="215920"/>
                  </a:lnTo>
                  <a:lnTo>
                    <a:pt x="64661" y="216211"/>
                  </a:lnTo>
                  <a:lnTo>
                    <a:pt x="64947" y="216396"/>
                  </a:lnTo>
                  <a:lnTo>
                    <a:pt x="65161" y="216535"/>
                  </a:lnTo>
                  <a:lnTo>
                    <a:pt x="65364" y="216666"/>
                  </a:lnTo>
                  <a:lnTo>
                    <a:pt x="65642" y="216846"/>
                  </a:lnTo>
                  <a:lnTo>
                    <a:pt x="66257" y="217244"/>
                  </a:lnTo>
                  <a:lnTo>
                    <a:pt x="66325" y="217729"/>
                  </a:lnTo>
                  <a:lnTo>
                    <a:pt x="66408" y="218295"/>
                  </a:lnTo>
                  <a:lnTo>
                    <a:pt x="66558" y="219366"/>
                  </a:lnTo>
                  <a:lnTo>
                    <a:pt x="66640" y="219956"/>
                  </a:lnTo>
                  <a:lnTo>
                    <a:pt x="66770" y="220900"/>
                  </a:lnTo>
                  <a:lnTo>
                    <a:pt x="66807" y="221190"/>
                  </a:lnTo>
                  <a:lnTo>
                    <a:pt x="66828" y="221362"/>
                  </a:lnTo>
                  <a:lnTo>
                    <a:pt x="66854" y="221546"/>
                  </a:lnTo>
                  <a:lnTo>
                    <a:pt x="67004" y="222608"/>
                  </a:lnTo>
                  <a:lnTo>
                    <a:pt x="67091" y="223067"/>
                  </a:lnTo>
                  <a:lnTo>
                    <a:pt x="67198" y="223634"/>
                  </a:lnTo>
                  <a:lnTo>
                    <a:pt x="67757" y="226621"/>
                  </a:lnTo>
                  <a:lnTo>
                    <a:pt x="67796" y="226852"/>
                  </a:lnTo>
                  <a:lnTo>
                    <a:pt x="67836" y="227076"/>
                  </a:lnTo>
                  <a:lnTo>
                    <a:pt x="67773" y="228555"/>
                  </a:lnTo>
                  <a:lnTo>
                    <a:pt x="67813" y="229128"/>
                  </a:lnTo>
                  <a:lnTo>
                    <a:pt x="67831" y="229389"/>
                  </a:lnTo>
                  <a:lnTo>
                    <a:pt x="67936" y="230856"/>
                  </a:lnTo>
                  <a:lnTo>
                    <a:pt x="68000" y="231769"/>
                  </a:lnTo>
                  <a:lnTo>
                    <a:pt x="68031" y="232192"/>
                  </a:lnTo>
                  <a:lnTo>
                    <a:pt x="68090" y="233006"/>
                  </a:lnTo>
                  <a:lnTo>
                    <a:pt x="68156" y="233952"/>
                  </a:lnTo>
                  <a:lnTo>
                    <a:pt x="68216" y="234802"/>
                  </a:lnTo>
                  <a:lnTo>
                    <a:pt x="68793" y="235739"/>
                  </a:lnTo>
                  <a:lnTo>
                    <a:pt x="69280" y="236548"/>
                  </a:lnTo>
                  <a:lnTo>
                    <a:pt x="69453" y="236835"/>
                  </a:lnTo>
                  <a:lnTo>
                    <a:pt x="69632" y="237323"/>
                  </a:lnTo>
                  <a:lnTo>
                    <a:pt x="69729" y="237492"/>
                  </a:lnTo>
                  <a:lnTo>
                    <a:pt x="70192" y="237572"/>
                  </a:lnTo>
                  <a:lnTo>
                    <a:pt x="70405" y="237527"/>
                  </a:lnTo>
                  <a:lnTo>
                    <a:pt x="70684" y="237614"/>
                  </a:lnTo>
                  <a:lnTo>
                    <a:pt x="70777" y="237755"/>
                  </a:lnTo>
                  <a:lnTo>
                    <a:pt x="70714" y="238327"/>
                  </a:lnTo>
                  <a:lnTo>
                    <a:pt x="70728" y="238611"/>
                  </a:lnTo>
                  <a:lnTo>
                    <a:pt x="70753" y="239080"/>
                  </a:lnTo>
                  <a:lnTo>
                    <a:pt x="70790" y="239793"/>
                  </a:lnTo>
                  <a:lnTo>
                    <a:pt x="70854" y="240553"/>
                  </a:lnTo>
                  <a:lnTo>
                    <a:pt x="70909" y="241175"/>
                  </a:lnTo>
                  <a:lnTo>
                    <a:pt x="70953" y="241673"/>
                  </a:lnTo>
                  <a:lnTo>
                    <a:pt x="70975" y="241920"/>
                  </a:lnTo>
                  <a:lnTo>
                    <a:pt x="71152" y="242305"/>
                  </a:lnTo>
                  <a:lnTo>
                    <a:pt x="71321" y="242674"/>
                  </a:lnTo>
                  <a:lnTo>
                    <a:pt x="71616" y="243180"/>
                  </a:lnTo>
                  <a:lnTo>
                    <a:pt x="71662" y="243707"/>
                  </a:lnTo>
                  <a:lnTo>
                    <a:pt x="72131" y="244042"/>
                  </a:lnTo>
                  <a:lnTo>
                    <a:pt x="72518" y="244472"/>
                  </a:lnTo>
                  <a:lnTo>
                    <a:pt x="72900" y="244642"/>
                  </a:lnTo>
                  <a:lnTo>
                    <a:pt x="73097" y="244785"/>
                  </a:lnTo>
                  <a:lnTo>
                    <a:pt x="73630" y="245155"/>
                  </a:lnTo>
                  <a:lnTo>
                    <a:pt x="73918" y="245421"/>
                  </a:lnTo>
                  <a:lnTo>
                    <a:pt x="74120" y="245633"/>
                  </a:lnTo>
                  <a:lnTo>
                    <a:pt x="74461" y="246056"/>
                  </a:lnTo>
                  <a:lnTo>
                    <a:pt x="74426" y="246205"/>
                  </a:lnTo>
                  <a:lnTo>
                    <a:pt x="73908" y="247093"/>
                  </a:lnTo>
                  <a:lnTo>
                    <a:pt x="73501" y="247739"/>
                  </a:lnTo>
                  <a:lnTo>
                    <a:pt x="71926" y="247447"/>
                  </a:lnTo>
                  <a:lnTo>
                    <a:pt x="71205" y="247786"/>
                  </a:lnTo>
                  <a:lnTo>
                    <a:pt x="70481" y="248614"/>
                  </a:lnTo>
                  <a:lnTo>
                    <a:pt x="69941" y="248978"/>
                  </a:lnTo>
                  <a:lnTo>
                    <a:pt x="69817" y="249214"/>
                  </a:lnTo>
                  <a:lnTo>
                    <a:pt x="69652" y="249526"/>
                  </a:lnTo>
                  <a:lnTo>
                    <a:pt x="69545" y="250141"/>
                  </a:lnTo>
                  <a:lnTo>
                    <a:pt x="69253" y="250682"/>
                  </a:lnTo>
                  <a:lnTo>
                    <a:pt x="69551" y="252395"/>
                  </a:lnTo>
                  <a:lnTo>
                    <a:pt x="69294" y="252628"/>
                  </a:lnTo>
                  <a:lnTo>
                    <a:pt x="69223" y="252772"/>
                  </a:lnTo>
                  <a:lnTo>
                    <a:pt x="68984" y="253211"/>
                  </a:lnTo>
                  <a:lnTo>
                    <a:pt x="69036" y="253778"/>
                  </a:lnTo>
                  <a:lnTo>
                    <a:pt x="68828" y="254285"/>
                  </a:lnTo>
                  <a:lnTo>
                    <a:pt x="68571" y="254905"/>
                  </a:lnTo>
                  <a:lnTo>
                    <a:pt x="68481" y="255123"/>
                  </a:lnTo>
                  <a:lnTo>
                    <a:pt x="67728" y="256268"/>
                  </a:lnTo>
                  <a:lnTo>
                    <a:pt x="67638" y="256589"/>
                  </a:lnTo>
                  <a:lnTo>
                    <a:pt x="67397" y="257439"/>
                  </a:lnTo>
                  <a:lnTo>
                    <a:pt x="67347" y="257615"/>
                  </a:lnTo>
                  <a:lnTo>
                    <a:pt x="67126" y="258397"/>
                  </a:lnTo>
                  <a:lnTo>
                    <a:pt x="66842" y="258632"/>
                  </a:lnTo>
                  <a:lnTo>
                    <a:pt x="66756" y="258809"/>
                  </a:lnTo>
                  <a:lnTo>
                    <a:pt x="66109" y="259215"/>
                  </a:lnTo>
                  <a:lnTo>
                    <a:pt x="66118" y="259548"/>
                  </a:lnTo>
                  <a:lnTo>
                    <a:pt x="66125" y="259932"/>
                  </a:lnTo>
                  <a:lnTo>
                    <a:pt x="66156" y="260225"/>
                  </a:lnTo>
                  <a:lnTo>
                    <a:pt x="66187" y="260400"/>
                  </a:lnTo>
                  <a:lnTo>
                    <a:pt x="66261" y="260824"/>
                  </a:lnTo>
                  <a:lnTo>
                    <a:pt x="66452" y="261907"/>
                  </a:lnTo>
                  <a:lnTo>
                    <a:pt x="66903" y="263764"/>
                  </a:lnTo>
                  <a:lnTo>
                    <a:pt x="67073" y="264465"/>
                  </a:lnTo>
                  <a:lnTo>
                    <a:pt x="67128" y="264998"/>
                  </a:lnTo>
                  <a:lnTo>
                    <a:pt x="67181" y="265477"/>
                  </a:lnTo>
                  <a:lnTo>
                    <a:pt x="67760" y="265896"/>
                  </a:lnTo>
                  <a:lnTo>
                    <a:pt x="68265" y="266262"/>
                  </a:lnTo>
                  <a:lnTo>
                    <a:pt x="68921" y="266743"/>
                  </a:lnTo>
                  <a:lnTo>
                    <a:pt x="69425" y="267209"/>
                  </a:lnTo>
                  <a:lnTo>
                    <a:pt x="69737" y="267498"/>
                  </a:lnTo>
                  <a:lnTo>
                    <a:pt x="70525" y="268213"/>
                  </a:lnTo>
                  <a:lnTo>
                    <a:pt x="70730" y="268548"/>
                  </a:lnTo>
                  <a:lnTo>
                    <a:pt x="71389" y="269626"/>
                  </a:lnTo>
                  <a:lnTo>
                    <a:pt x="71684" y="270108"/>
                  </a:lnTo>
                  <a:lnTo>
                    <a:pt x="72324" y="271258"/>
                  </a:lnTo>
                  <a:lnTo>
                    <a:pt x="74849" y="273365"/>
                  </a:lnTo>
                  <a:lnTo>
                    <a:pt x="75082" y="274229"/>
                  </a:lnTo>
                  <a:lnTo>
                    <a:pt x="75169" y="274564"/>
                  </a:lnTo>
                  <a:lnTo>
                    <a:pt x="75222" y="274773"/>
                  </a:lnTo>
                  <a:lnTo>
                    <a:pt x="75394" y="275443"/>
                  </a:lnTo>
                  <a:lnTo>
                    <a:pt x="75435" y="275601"/>
                  </a:lnTo>
                  <a:lnTo>
                    <a:pt x="75656" y="276461"/>
                  </a:lnTo>
                  <a:lnTo>
                    <a:pt x="75717" y="276698"/>
                  </a:lnTo>
                  <a:lnTo>
                    <a:pt x="75798" y="276909"/>
                  </a:lnTo>
                  <a:lnTo>
                    <a:pt x="76416" y="278515"/>
                  </a:lnTo>
                  <a:lnTo>
                    <a:pt x="76717" y="279488"/>
                  </a:lnTo>
                  <a:lnTo>
                    <a:pt x="76792" y="279730"/>
                  </a:lnTo>
                  <a:lnTo>
                    <a:pt x="76892" y="280049"/>
                  </a:lnTo>
                  <a:lnTo>
                    <a:pt x="77196" y="281068"/>
                  </a:lnTo>
                  <a:lnTo>
                    <a:pt x="78032" y="282201"/>
                  </a:lnTo>
                  <a:lnTo>
                    <a:pt x="79413" y="284372"/>
                  </a:lnTo>
                  <a:lnTo>
                    <a:pt x="80503" y="286512"/>
                  </a:lnTo>
                  <a:lnTo>
                    <a:pt x="81620" y="289082"/>
                  </a:lnTo>
                  <a:lnTo>
                    <a:pt x="81446" y="289801"/>
                  </a:lnTo>
                  <a:lnTo>
                    <a:pt x="81465" y="290111"/>
                  </a:lnTo>
                  <a:lnTo>
                    <a:pt x="81521" y="290246"/>
                  </a:lnTo>
                  <a:lnTo>
                    <a:pt x="82253" y="292003"/>
                  </a:lnTo>
                  <a:lnTo>
                    <a:pt x="82460" y="292500"/>
                  </a:lnTo>
                  <a:lnTo>
                    <a:pt x="82527" y="292668"/>
                  </a:lnTo>
                  <a:lnTo>
                    <a:pt x="82242" y="294724"/>
                  </a:lnTo>
                  <a:lnTo>
                    <a:pt x="83026" y="295688"/>
                  </a:lnTo>
                  <a:lnTo>
                    <a:pt x="83357" y="296092"/>
                  </a:lnTo>
                  <a:lnTo>
                    <a:pt x="85303" y="298534"/>
                  </a:lnTo>
                  <a:lnTo>
                    <a:pt x="85764" y="301193"/>
                  </a:lnTo>
                  <a:lnTo>
                    <a:pt x="85997" y="302018"/>
                  </a:lnTo>
                  <a:lnTo>
                    <a:pt x="86014" y="302991"/>
                  </a:lnTo>
                  <a:lnTo>
                    <a:pt x="86666" y="303333"/>
                  </a:lnTo>
                  <a:lnTo>
                    <a:pt x="86867" y="303440"/>
                  </a:lnTo>
                  <a:lnTo>
                    <a:pt x="87148" y="303579"/>
                  </a:lnTo>
                  <a:lnTo>
                    <a:pt x="87655" y="303843"/>
                  </a:lnTo>
                  <a:lnTo>
                    <a:pt x="87839" y="303862"/>
                  </a:lnTo>
                  <a:lnTo>
                    <a:pt x="88348" y="303911"/>
                  </a:lnTo>
                  <a:lnTo>
                    <a:pt x="89031" y="303983"/>
                  </a:lnTo>
                  <a:lnTo>
                    <a:pt x="89549" y="304213"/>
                  </a:lnTo>
                  <a:lnTo>
                    <a:pt x="89844" y="304340"/>
                  </a:lnTo>
                  <a:lnTo>
                    <a:pt x="89665" y="304868"/>
                  </a:lnTo>
                  <a:lnTo>
                    <a:pt x="89562" y="305161"/>
                  </a:lnTo>
                  <a:lnTo>
                    <a:pt x="89299" y="305941"/>
                  </a:lnTo>
                  <a:lnTo>
                    <a:pt x="89186" y="306272"/>
                  </a:lnTo>
                  <a:lnTo>
                    <a:pt x="89210" y="306493"/>
                  </a:lnTo>
                  <a:lnTo>
                    <a:pt x="89295" y="307221"/>
                  </a:lnTo>
                  <a:lnTo>
                    <a:pt x="89332" y="307525"/>
                  </a:lnTo>
                  <a:lnTo>
                    <a:pt x="89374" y="307793"/>
                  </a:lnTo>
                  <a:lnTo>
                    <a:pt x="89393" y="308019"/>
                  </a:lnTo>
                  <a:lnTo>
                    <a:pt x="89438" y="308400"/>
                  </a:lnTo>
                  <a:lnTo>
                    <a:pt x="89530" y="309173"/>
                  </a:lnTo>
                  <a:lnTo>
                    <a:pt x="90180" y="310076"/>
                  </a:lnTo>
                  <a:lnTo>
                    <a:pt x="90531" y="310571"/>
                  </a:lnTo>
                  <a:lnTo>
                    <a:pt x="91472" y="311879"/>
                  </a:lnTo>
                  <a:lnTo>
                    <a:pt x="91608" y="312068"/>
                  </a:lnTo>
                  <a:lnTo>
                    <a:pt x="92120" y="312780"/>
                  </a:lnTo>
                  <a:lnTo>
                    <a:pt x="92164" y="313079"/>
                  </a:lnTo>
                  <a:lnTo>
                    <a:pt x="92212" y="313406"/>
                  </a:lnTo>
                  <a:lnTo>
                    <a:pt x="92247" y="313744"/>
                  </a:lnTo>
                  <a:lnTo>
                    <a:pt x="92255" y="313967"/>
                  </a:lnTo>
                  <a:lnTo>
                    <a:pt x="92250" y="314173"/>
                  </a:lnTo>
                  <a:lnTo>
                    <a:pt x="92339" y="314401"/>
                  </a:lnTo>
                  <a:lnTo>
                    <a:pt x="92502" y="314626"/>
                  </a:lnTo>
                  <a:lnTo>
                    <a:pt x="92805" y="314826"/>
                  </a:lnTo>
                  <a:lnTo>
                    <a:pt x="93430" y="315242"/>
                  </a:lnTo>
                  <a:lnTo>
                    <a:pt x="93815" y="315559"/>
                  </a:lnTo>
                  <a:lnTo>
                    <a:pt x="94187" y="315896"/>
                  </a:lnTo>
                  <a:lnTo>
                    <a:pt x="94459" y="316144"/>
                  </a:lnTo>
                  <a:lnTo>
                    <a:pt x="94659" y="316372"/>
                  </a:lnTo>
                  <a:lnTo>
                    <a:pt x="95088" y="316273"/>
                  </a:lnTo>
                  <a:lnTo>
                    <a:pt x="95358" y="316202"/>
                  </a:lnTo>
                  <a:lnTo>
                    <a:pt x="95675" y="316121"/>
                  </a:lnTo>
                  <a:lnTo>
                    <a:pt x="96223" y="316022"/>
                  </a:lnTo>
                  <a:lnTo>
                    <a:pt x="96507" y="316011"/>
                  </a:lnTo>
                  <a:lnTo>
                    <a:pt x="97346" y="315954"/>
                  </a:lnTo>
                  <a:lnTo>
                    <a:pt x="97982" y="315916"/>
                  </a:lnTo>
                  <a:lnTo>
                    <a:pt x="98267" y="316160"/>
                  </a:lnTo>
                  <a:lnTo>
                    <a:pt x="98616" y="316490"/>
                  </a:lnTo>
                  <a:lnTo>
                    <a:pt x="99075" y="316860"/>
                  </a:lnTo>
                  <a:lnTo>
                    <a:pt x="99571" y="317368"/>
                  </a:lnTo>
                  <a:lnTo>
                    <a:pt x="99943" y="317702"/>
                  </a:lnTo>
                  <a:lnTo>
                    <a:pt x="100495" y="318216"/>
                  </a:lnTo>
                  <a:lnTo>
                    <a:pt x="100883" y="318583"/>
                  </a:lnTo>
                  <a:lnTo>
                    <a:pt x="101048" y="318687"/>
                  </a:lnTo>
                  <a:lnTo>
                    <a:pt x="101177" y="318853"/>
                  </a:lnTo>
                  <a:lnTo>
                    <a:pt x="101319" y="319044"/>
                  </a:lnTo>
                  <a:lnTo>
                    <a:pt x="101790" y="319306"/>
                  </a:lnTo>
                  <a:lnTo>
                    <a:pt x="102333" y="319729"/>
                  </a:lnTo>
                  <a:lnTo>
                    <a:pt x="103291" y="320149"/>
                  </a:lnTo>
                  <a:lnTo>
                    <a:pt x="103739" y="320341"/>
                  </a:lnTo>
                  <a:lnTo>
                    <a:pt x="104406" y="320509"/>
                  </a:lnTo>
                  <a:lnTo>
                    <a:pt x="104977" y="320621"/>
                  </a:lnTo>
                  <a:lnTo>
                    <a:pt x="105652" y="320735"/>
                  </a:lnTo>
                  <a:lnTo>
                    <a:pt x="105917" y="320743"/>
                  </a:lnTo>
                  <a:lnTo>
                    <a:pt x="106271" y="320741"/>
                  </a:lnTo>
                  <a:lnTo>
                    <a:pt x="106527" y="320731"/>
                  </a:lnTo>
                  <a:lnTo>
                    <a:pt x="106766" y="320721"/>
                  </a:lnTo>
                  <a:lnTo>
                    <a:pt x="107599" y="320905"/>
                  </a:lnTo>
                  <a:lnTo>
                    <a:pt x="108623" y="321256"/>
                  </a:lnTo>
                  <a:lnTo>
                    <a:pt x="109101" y="320721"/>
                  </a:lnTo>
                  <a:lnTo>
                    <a:pt x="109454" y="320494"/>
                  </a:lnTo>
                  <a:lnTo>
                    <a:pt x="109850" y="320384"/>
                  </a:lnTo>
                  <a:lnTo>
                    <a:pt x="111026" y="320266"/>
                  </a:lnTo>
                  <a:lnTo>
                    <a:pt x="111187" y="320267"/>
                  </a:lnTo>
                  <a:lnTo>
                    <a:pt x="111405" y="320282"/>
                  </a:lnTo>
                  <a:lnTo>
                    <a:pt x="111710" y="320319"/>
                  </a:lnTo>
                  <a:lnTo>
                    <a:pt x="112654" y="320064"/>
                  </a:lnTo>
                  <a:lnTo>
                    <a:pt x="114024" y="319195"/>
                  </a:lnTo>
                  <a:lnTo>
                    <a:pt x="114219" y="319060"/>
                  </a:lnTo>
                  <a:lnTo>
                    <a:pt x="114696" y="318767"/>
                  </a:lnTo>
                  <a:lnTo>
                    <a:pt x="114831" y="318704"/>
                  </a:lnTo>
                  <a:lnTo>
                    <a:pt x="114987" y="318633"/>
                  </a:lnTo>
                  <a:lnTo>
                    <a:pt x="114829" y="317914"/>
                  </a:lnTo>
                  <a:lnTo>
                    <a:pt x="114310" y="317864"/>
                  </a:lnTo>
                  <a:lnTo>
                    <a:pt x="114048" y="317792"/>
                  </a:lnTo>
                  <a:lnTo>
                    <a:pt x="113020" y="317407"/>
                  </a:lnTo>
                  <a:lnTo>
                    <a:pt x="111568" y="317011"/>
                  </a:lnTo>
                  <a:lnTo>
                    <a:pt x="111376" y="317225"/>
                  </a:lnTo>
                  <a:lnTo>
                    <a:pt x="110357" y="317019"/>
                  </a:lnTo>
                  <a:lnTo>
                    <a:pt x="110083" y="317006"/>
                  </a:lnTo>
                  <a:lnTo>
                    <a:pt x="109359" y="317001"/>
                  </a:lnTo>
                  <a:lnTo>
                    <a:pt x="109063" y="317034"/>
                  </a:lnTo>
                  <a:lnTo>
                    <a:pt x="108704" y="316934"/>
                  </a:lnTo>
                  <a:lnTo>
                    <a:pt x="107902" y="315521"/>
                  </a:lnTo>
                  <a:lnTo>
                    <a:pt x="107595" y="314959"/>
                  </a:lnTo>
                  <a:lnTo>
                    <a:pt x="108279" y="314747"/>
                  </a:lnTo>
                  <a:lnTo>
                    <a:pt x="108573" y="314682"/>
                  </a:lnTo>
                  <a:lnTo>
                    <a:pt x="108759" y="314680"/>
                  </a:lnTo>
                  <a:lnTo>
                    <a:pt x="108936" y="314668"/>
                  </a:lnTo>
                  <a:lnTo>
                    <a:pt x="109462" y="314569"/>
                  </a:lnTo>
                  <a:lnTo>
                    <a:pt x="109628" y="314516"/>
                  </a:lnTo>
                  <a:lnTo>
                    <a:pt x="110120" y="314370"/>
                  </a:lnTo>
                  <a:lnTo>
                    <a:pt x="110489" y="314175"/>
                  </a:lnTo>
                  <a:lnTo>
                    <a:pt x="110868" y="313978"/>
                  </a:lnTo>
                  <a:lnTo>
                    <a:pt x="111659" y="313555"/>
                  </a:lnTo>
                  <a:lnTo>
                    <a:pt x="111972" y="313416"/>
                  </a:lnTo>
                  <a:lnTo>
                    <a:pt x="112325" y="313199"/>
                  </a:lnTo>
                  <a:lnTo>
                    <a:pt x="112842" y="312882"/>
                  </a:lnTo>
                  <a:lnTo>
                    <a:pt x="113084" y="312802"/>
                  </a:lnTo>
                  <a:lnTo>
                    <a:pt x="113664" y="312612"/>
                  </a:lnTo>
                  <a:lnTo>
                    <a:pt x="113986" y="312506"/>
                  </a:lnTo>
                  <a:lnTo>
                    <a:pt x="114345" y="312275"/>
                  </a:lnTo>
                  <a:lnTo>
                    <a:pt x="114610" y="312314"/>
                  </a:lnTo>
                  <a:lnTo>
                    <a:pt x="115364" y="312423"/>
                  </a:lnTo>
                  <a:lnTo>
                    <a:pt x="115876" y="312626"/>
                  </a:lnTo>
                  <a:lnTo>
                    <a:pt x="117052" y="313220"/>
                  </a:lnTo>
                  <a:lnTo>
                    <a:pt x="117739" y="313459"/>
                  </a:lnTo>
                  <a:lnTo>
                    <a:pt x="118060" y="313570"/>
                  </a:lnTo>
                  <a:lnTo>
                    <a:pt x="118684" y="313681"/>
                  </a:lnTo>
                  <a:lnTo>
                    <a:pt x="119055" y="313684"/>
                  </a:lnTo>
                  <a:lnTo>
                    <a:pt x="119287" y="313620"/>
                  </a:lnTo>
                  <a:lnTo>
                    <a:pt x="119946" y="313617"/>
                  </a:lnTo>
                  <a:lnTo>
                    <a:pt x="120470" y="313612"/>
                  </a:lnTo>
                  <a:lnTo>
                    <a:pt x="120835" y="313933"/>
                  </a:lnTo>
                  <a:lnTo>
                    <a:pt x="121042" y="314114"/>
                  </a:lnTo>
                  <a:lnTo>
                    <a:pt x="121409" y="314435"/>
                  </a:lnTo>
                  <a:lnTo>
                    <a:pt x="121791" y="314749"/>
                  </a:lnTo>
                  <a:lnTo>
                    <a:pt x="122675" y="315290"/>
                  </a:lnTo>
                  <a:lnTo>
                    <a:pt x="123097" y="315566"/>
                  </a:lnTo>
                  <a:lnTo>
                    <a:pt x="123288" y="315681"/>
                  </a:lnTo>
                  <a:lnTo>
                    <a:pt x="124201" y="316141"/>
                  </a:lnTo>
                  <a:lnTo>
                    <a:pt x="124569" y="316326"/>
                  </a:lnTo>
                  <a:lnTo>
                    <a:pt x="124873" y="316479"/>
                  </a:lnTo>
                  <a:lnTo>
                    <a:pt x="125019" y="316552"/>
                  </a:lnTo>
                  <a:lnTo>
                    <a:pt x="125357" y="316719"/>
                  </a:lnTo>
                  <a:lnTo>
                    <a:pt x="125561" y="316822"/>
                  </a:lnTo>
                  <a:lnTo>
                    <a:pt x="125832" y="316959"/>
                  </a:lnTo>
                  <a:lnTo>
                    <a:pt x="126199" y="317139"/>
                  </a:lnTo>
                  <a:lnTo>
                    <a:pt x="126793" y="317500"/>
                  </a:lnTo>
                  <a:lnTo>
                    <a:pt x="127034" y="319239"/>
                  </a:lnTo>
                  <a:lnTo>
                    <a:pt x="128050" y="320250"/>
                  </a:lnTo>
                  <a:lnTo>
                    <a:pt x="128242" y="320442"/>
                  </a:lnTo>
                  <a:lnTo>
                    <a:pt x="128344" y="320635"/>
                  </a:lnTo>
                  <a:lnTo>
                    <a:pt x="128423" y="320788"/>
                  </a:lnTo>
                  <a:lnTo>
                    <a:pt x="130025" y="321923"/>
                  </a:lnTo>
                  <a:lnTo>
                    <a:pt x="130804" y="322515"/>
                  </a:lnTo>
                  <a:lnTo>
                    <a:pt x="131060" y="322710"/>
                  </a:lnTo>
                  <a:lnTo>
                    <a:pt x="131244" y="322859"/>
                  </a:lnTo>
                  <a:lnTo>
                    <a:pt x="132102" y="323588"/>
                  </a:lnTo>
                  <a:lnTo>
                    <a:pt x="132513" y="323931"/>
                  </a:lnTo>
                  <a:lnTo>
                    <a:pt x="132750" y="324278"/>
                  </a:lnTo>
                  <a:lnTo>
                    <a:pt x="132998" y="324705"/>
                  </a:lnTo>
                  <a:lnTo>
                    <a:pt x="133637" y="325592"/>
                  </a:lnTo>
                  <a:lnTo>
                    <a:pt x="133776" y="325723"/>
                  </a:lnTo>
                  <a:lnTo>
                    <a:pt x="134261" y="326056"/>
                  </a:lnTo>
                  <a:lnTo>
                    <a:pt x="134541" y="326290"/>
                  </a:lnTo>
                  <a:lnTo>
                    <a:pt x="135004" y="326701"/>
                  </a:lnTo>
                  <a:lnTo>
                    <a:pt x="135472" y="327139"/>
                  </a:lnTo>
                  <a:lnTo>
                    <a:pt x="135743" y="327716"/>
                  </a:lnTo>
                  <a:lnTo>
                    <a:pt x="136172" y="328478"/>
                  </a:lnTo>
                  <a:lnTo>
                    <a:pt x="136582" y="329079"/>
                  </a:lnTo>
                  <a:lnTo>
                    <a:pt x="136640" y="329216"/>
                  </a:lnTo>
                  <a:lnTo>
                    <a:pt x="136762" y="329386"/>
                  </a:lnTo>
                  <a:lnTo>
                    <a:pt x="136908" y="329728"/>
                  </a:lnTo>
                  <a:lnTo>
                    <a:pt x="137044" y="329942"/>
                  </a:lnTo>
                  <a:lnTo>
                    <a:pt x="137127" y="330186"/>
                  </a:lnTo>
                  <a:lnTo>
                    <a:pt x="137094" y="330434"/>
                  </a:lnTo>
                  <a:lnTo>
                    <a:pt x="137115" y="330773"/>
                  </a:lnTo>
                  <a:lnTo>
                    <a:pt x="137170" y="331114"/>
                  </a:lnTo>
                  <a:lnTo>
                    <a:pt x="137239" y="331492"/>
                  </a:lnTo>
                  <a:lnTo>
                    <a:pt x="137180" y="331839"/>
                  </a:lnTo>
                  <a:lnTo>
                    <a:pt x="137359" y="331906"/>
                  </a:lnTo>
                  <a:lnTo>
                    <a:pt x="138624" y="332490"/>
                  </a:lnTo>
                  <a:lnTo>
                    <a:pt x="139329" y="332822"/>
                  </a:lnTo>
                  <a:lnTo>
                    <a:pt x="139781" y="332909"/>
                  </a:lnTo>
                  <a:lnTo>
                    <a:pt x="140177" y="332928"/>
                  </a:lnTo>
                  <a:lnTo>
                    <a:pt x="140687" y="332953"/>
                  </a:lnTo>
                  <a:lnTo>
                    <a:pt x="141096" y="332961"/>
                  </a:lnTo>
                  <a:lnTo>
                    <a:pt x="141257" y="332971"/>
                  </a:lnTo>
                  <a:lnTo>
                    <a:pt x="141726" y="333142"/>
                  </a:lnTo>
                  <a:lnTo>
                    <a:pt x="142624" y="333498"/>
                  </a:lnTo>
                  <a:lnTo>
                    <a:pt x="143394" y="333799"/>
                  </a:lnTo>
                  <a:lnTo>
                    <a:pt x="143817" y="333933"/>
                  </a:lnTo>
                  <a:lnTo>
                    <a:pt x="144244" y="334067"/>
                  </a:lnTo>
                  <a:lnTo>
                    <a:pt x="144707" y="334245"/>
                  </a:lnTo>
                  <a:lnTo>
                    <a:pt x="144884" y="334260"/>
                  </a:lnTo>
                  <a:lnTo>
                    <a:pt x="145803" y="334340"/>
                  </a:lnTo>
                  <a:lnTo>
                    <a:pt x="146055" y="334363"/>
                  </a:lnTo>
                  <a:lnTo>
                    <a:pt x="146600" y="334390"/>
                  </a:lnTo>
                  <a:lnTo>
                    <a:pt x="146874" y="334415"/>
                  </a:lnTo>
                  <a:lnTo>
                    <a:pt x="147124" y="334506"/>
                  </a:lnTo>
                  <a:lnTo>
                    <a:pt x="147375" y="334585"/>
                  </a:lnTo>
                  <a:lnTo>
                    <a:pt x="147660" y="334760"/>
                  </a:lnTo>
                  <a:lnTo>
                    <a:pt x="147812" y="334778"/>
                  </a:lnTo>
                  <a:lnTo>
                    <a:pt x="147941" y="334860"/>
                  </a:lnTo>
                  <a:lnTo>
                    <a:pt x="148293" y="335051"/>
                  </a:lnTo>
                  <a:lnTo>
                    <a:pt x="148961" y="335413"/>
                  </a:lnTo>
                  <a:lnTo>
                    <a:pt x="149684" y="335957"/>
                  </a:lnTo>
                  <a:lnTo>
                    <a:pt x="149819" y="336072"/>
                  </a:lnTo>
                  <a:lnTo>
                    <a:pt x="149996" y="336200"/>
                  </a:lnTo>
                  <a:lnTo>
                    <a:pt x="150378" y="336451"/>
                  </a:lnTo>
                  <a:lnTo>
                    <a:pt x="150611" y="336508"/>
                  </a:lnTo>
                  <a:lnTo>
                    <a:pt x="151077" y="336737"/>
                  </a:lnTo>
                  <a:lnTo>
                    <a:pt x="151408" y="336857"/>
                  </a:lnTo>
                  <a:lnTo>
                    <a:pt x="151603" y="337029"/>
                  </a:lnTo>
                  <a:lnTo>
                    <a:pt x="151952" y="337560"/>
                  </a:lnTo>
                  <a:lnTo>
                    <a:pt x="152121" y="337622"/>
                  </a:lnTo>
                  <a:lnTo>
                    <a:pt x="152301" y="337748"/>
                  </a:lnTo>
                  <a:lnTo>
                    <a:pt x="152530" y="337906"/>
                  </a:lnTo>
                  <a:lnTo>
                    <a:pt x="153023" y="338075"/>
                  </a:lnTo>
                  <a:lnTo>
                    <a:pt x="153031" y="338215"/>
                  </a:lnTo>
                  <a:lnTo>
                    <a:pt x="153044" y="338369"/>
                  </a:lnTo>
                  <a:lnTo>
                    <a:pt x="153274" y="338796"/>
                  </a:lnTo>
                  <a:lnTo>
                    <a:pt x="153429" y="338896"/>
                  </a:lnTo>
                  <a:lnTo>
                    <a:pt x="153664" y="339006"/>
                  </a:lnTo>
                  <a:lnTo>
                    <a:pt x="154191" y="339367"/>
                  </a:lnTo>
                  <a:lnTo>
                    <a:pt x="154355" y="339487"/>
                  </a:lnTo>
                  <a:lnTo>
                    <a:pt x="154756" y="339587"/>
                  </a:lnTo>
                  <a:lnTo>
                    <a:pt x="154943" y="339632"/>
                  </a:lnTo>
                  <a:lnTo>
                    <a:pt x="155227" y="339855"/>
                  </a:lnTo>
                  <a:lnTo>
                    <a:pt x="155484" y="340045"/>
                  </a:lnTo>
                  <a:lnTo>
                    <a:pt x="155618" y="340147"/>
                  </a:lnTo>
                  <a:lnTo>
                    <a:pt x="155790" y="340284"/>
                  </a:lnTo>
                  <a:lnTo>
                    <a:pt x="156153" y="340551"/>
                  </a:lnTo>
                  <a:lnTo>
                    <a:pt x="156365" y="340717"/>
                  </a:lnTo>
                  <a:lnTo>
                    <a:pt x="156594" y="340904"/>
                  </a:lnTo>
                  <a:lnTo>
                    <a:pt x="156759" y="341046"/>
                  </a:lnTo>
                  <a:lnTo>
                    <a:pt x="157144" y="341327"/>
                  </a:lnTo>
                  <a:lnTo>
                    <a:pt x="157308" y="341446"/>
                  </a:lnTo>
                  <a:lnTo>
                    <a:pt x="157738" y="341757"/>
                  </a:lnTo>
                  <a:lnTo>
                    <a:pt x="158042" y="341975"/>
                  </a:lnTo>
                  <a:lnTo>
                    <a:pt x="158251" y="342154"/>
                  </a:lnTo>
                  <a:lnTo>
                    <a:pt x="158590" y="342401"/>
                  </a:lnTo>
                  <a:lnTo>
                    <a:pt x="158758" y="342534"/>
                  </a:lnTo>
                  <a:lnTo>
                    <a:pt x="158989" y="342228"/>
                  </a:lnTo>
                  <a:lnTo>
                    <a:pt x="159236" y="341922"/>
                  </a:lnTo>
                  <a:lnTo>
                    <a:pt x="159432" y="341671"/>
                  </a:lnTo>
                  <a:lnTo>
                    <a:pt x="159700" y="341354"/>
                  </a:lnTo>
                  <a:lnTo>
                    <a:pt x="159827" y="341191"/>
                  </a:lnTo>
                  <a:lnTo>
                    <a:pt x="159992" y="341003"/>
                  </a:lnTo>
                  <a:lnTo>
                    <a:pt x="160126" y="340859"/>
                  </a:lnTo>
                  <a:lnTo>
                    <a:pt x="160285" y="340644"/>
                  </a:lnTo>
                  <a:lnTo>
                    <a:pt x="160417" y="340480"/>
                  </a:lnTo>
                  <a:lnTo>
                    <a:pt x="160664" y="340162"/>
                  </a:lnTo>
                  <a:lnTo>
                    <a:pt x="160882" y="339902"/>
                  </a:lnTo>
                  <a:lnTo>
                    <a:pt x="161111" y="339614"/>
                  </a:lnTo>
                  <a:lnTo>
                    <a:pt x="161703" y="338886"/>
                  </a:lnTo>
                  <a:lnTo>
                    <a:pt x="161830" y="338706"/>
                  </a:lnTo>
                  <a:lnTo>
                    <a:pt x="161931" y="338578"/>
                  </a:lnTo>
                  <a:lnTo>
                    <a:pt x="162560" y="337788"/>
                  </a:lnTo>
                  <a:lnTo>
                    <a:pt x="162728" y="337581"/>
                  </a:lnTo>
                  <a:lnTo>
                    <a:pt x="162880" y="337394"/>
                  </a:lnTo>
                  <a:lnTo>
                    <a:pt x="163229" y="337217"/>
                  </a:lnTo>
                  <a:lnTo>
                    <a:pt x="163366" y="337150"/>
                  </a:lnTo>
                  <a:lnTo>
                    <a:pt x="163904" y="336874"/>
                  </a:lnTo>
                  <a:lnTo>
                    <a:pt x="164123" y="336767"/>
                  </a:lnTo>
                  <a:lnTo>
                    <a:pt x="164259" y="336690"/>
                  </a:lnTo>
                  <a:lnTo>
                    <a:pt x="164482" y="336566"/>
                  </a:lnTo>
                  <a:lnTo>
                    <a:pt x="164806" y="336384"/>
                  </a:lnTo>
                  <a:lnTo>
                    <a:pt x="165115" y="336215"/>
                  </a:lnTo>
                  <a:lnTo>
                    <a:pt x="165379" y="336087"/>
                  </a:lnTo>
                  <a:lnTo>
                    <a:pt x="165985" y="335773"/>
                  </a:lnTo>
                  <a:lnTo>
                    <a:pt x="166319" y="335614"/>
                  </a:lnTo>
                  <a:lnTo>
                    <a:pt x="166670" y="335411"/>
                  </a:lnTo>
                  <a:lnTo>
                    <a:pt x="166813" y="335332"/>
                  </a:lnTo>
                  <a:lnTo>
                    <a:pt x="167116" y="335177"/>
                  </a:lnTo>
                  <a:lnTo>
                    <a:pt x="167291" y="335087"/>
                  </a:lnTo>
                  <a:lnTo>
                    <a:pt x="167442" y="335026"/>
                  </a:lnTo>
                  <a:lnTo>
                    <a:pt x="168005" y="334792"/>
                  </a:lnTo>
                  <a:lnTo>
                    <a:pt x="168586" y="334554"/>
                  </a:lnTo>
                  <a:lnTo>
                    <a:pt x="168768" y="334450"/>
                  </a:lnTo>
                  <a:lnTo>
                    <a:pt x="169020" y="334330"/>
                  </a:lnTo>
                  <a:lnTo>
                    <a:pt x="169593" y="334117"/>
                  </a:lnTo>
                  <a:lnTo>
                    <a:pt x="169819" y="334026"/>
                  </a:lnTo>
                  <a:lnTo>
                    <a:pt x="170253" y="333850"/>
                  </a:lnTo>
                  <a:lnTo>
                    <a:pt x="170656" y="333660"/>
                  </a:lnTo>
                  <a:lnTo>
                    <a:pt x="170906" y="333555"/>
                  </a:lnTo>
                  <a:lnTo>
                    <a:pt x="171234" y="333414"/>
                  </a:lnTo>
                  <a:lnTo>
                    <a:pt x="171513" y="333296"/>
                  </a:lnTo>
                  <a:lnTo>
                    <a:pt x="171806" y="333144"/>
                  </a:lnTo>
                  <a:lnTo>
                    <a:pt x="171979" y="333029"/>
                  </a:lnTo>
                  <a:lnTo>
                    <a:pt x="172457" y="332713"/>
                  </a:lnTo>
                  <a:lnTo>
                    <a:pt x="172982" y="332389"/>
                  </a:lnTo>
                  <a:lnTo>
                    <a:pt x="173229" y="332274"/>
                  </a:lnTo>
                  <a:lnTo>
                    <a:pt x="173282" y="332458"/>
                  </a:lnTo>
                  <a:lnTo>
                    <a:pt x="173498" y="333165"/>
                  </a:lnTo>
                  <a:lnTo>
                    <a:pt x="173540" y="333364"/>
                  </a:lnTo>
                  <a:lnTo>
                    <a:pt x="173697" y="333765"/>
                  </a:lnTo>
                  <a:lnTo>
                    <a:pt x="174071" y="334206"/>
                  </a:lnTo>
                  <a:lnTo>
                    <a:pt x="174177" y="334369"/>
                  </a:lnTo>
                  <a:lnTo>
                    <a:pt x="174468" y="334789"/>
                  </a:lnTo>
                  <a:lnTo>
                    <a:pt x="174715" y="335043"/>
                  </a:lnTo>
                  <a:lnTo>
                    <a:pt x="175014" y="335372"/>
                  </a:lnTo>
                  <a:lnTo>
                    <a:pt x="175176" y="335525"/>
                  </a:lnTo>
                  <a:lnTo>
                    <a:pt x="175339" y="335700"/>
                  </a:lnTo>
                  <a:lnTo>
                    <a:pt x="175480" y="335848"/>
                  </a:lnTo>
                  <a:lnTo>
                    <a:pt x="175606" y="335984"/>
                  </a:lnTo>
                  <a:lnTo>
                    <a:pt x="176230" y="336460"/>
                  </a:lnTo>
                  <a:lnTo>
                    <a:pt x="176461" y="336622"/>
                  </a:lnTo>
                  <a:lnTo>
                    <a:pt x="176648" y="336726"/>
                  </a:lnTo>
                  <a:lnTo>
                    <a:pt x="176885" y="336963"/>
                  </a:lnTo>
                  <a:lnTo>
                    <a:pt x="177189" y="337085"/>
                  </a:lnTo>
                  <a:lnTo>
                    <a:pt x="177370" y="337164"/>
                  </a:lnTo>
                  <a:lnTo>
                    <a:pt x="177481" y="337321"/>
                  </a:lnTo>
                  <a:lnTo>
                    <a:pt x="177644" y="337716"/>
                  </a:lnTo>
                  <a:lnTo>
                    <a:pt x="177778" y="337976"/>
                  </a:lnTo>
                  <a:lnTo>
                    <a:pt x="177860" y="338110"/>
                  </a:lnTo>
                  <a:lnTo>
                    <a:pt x="178142" y="338574"/>
                  </a:lnTo>
                  <a:lnTo>
                    <a:pt x="178371" y="339043"/>
                  </a:lnTo>
                  <a:lnTo>
                    <a:pt x="178447" y="339226"/>
                  </a:lnTo>
                  <a:lnTo>
                    <a:pt x="178724" y="339861"/>
                  </a:lnTo>
                  <a:lnTo>
                    <a:pt x="178923" y="340399"/>
                  </a:lnTo>
                  <a:lnTo>
                    <a:pt x="179150" y="340948"/>
                  </a:lnTo>
                  <a:lnTo>
                    <a:pt x="179264" y="341213"/>
                  </a:lnTo>
                  <a:lnTo>
                    <a:pt x="179552" y="341938"/>
                  </a:lnTo>
                  <a:lnTo>
                    <a:pt x="179721" y="342384"/>
                  </a:lnTo>
                  <a:lnTo>
                    <a:pt x="179836" y="342685"/>
                  </a:lnTo>
                  <a:lnTo>
                    <a:pt x="180706" y="343470"/>
                  </a:lnTo>
                  <a:lnTo>
                    <a:pt x="180728" y="343633"/>
                  </a:lnTo>
                  <a:lnTo>
                    <a:pt x="181146" y="345518"/>
                  </a:lnTo>
                  <a:lnTo>
                    <a:pt x="181365" y="345742"/>
                  </a:lnTo>
                  <a:lnTo>
                    <a:pt x="181553" y="345985"/>
                  </a:lnTo>
                  <a:lnTo>
                    <a:pt x="181794" y="346302"/>
                  </a:lnTo>
                  <a:lnTo>
                    <a:pt x="181966" y="346589"/>
                  </a:lnTo>
                  <a:lnTo>
                    <a:pt x="182110" y="346835"/>
                  </a:lnTo>
                  <a:lnTo>
                    <a:pt x="182197" y="347024"/>
                  </a:lnTo>
                  <a:lnTo>
                    <a:pt x="182271" y="347406"/>
                  </a:lnTo>
                  <a:lnTo>
                    <a:pt x="182225" y="347634"/>
                  </a:lnTo>
                  <a:lnTo>
                    <a:pt x="182241" y="347837"/>
                  </a:lnTo>
                  <a:lnTo>
                    <a:pt x="182561" y="348720"/>
                  </a:lnTo>
                  <a:lnTo>
                    <a:pt x="182537" y="348848"/>
                  </a:lnTo>
                  <a:lnTo>
                    <a:pt x="182345" y="349139"/>
                  </a:lnTo>
                  <a:lnTo>
                    <a:pt x="182171" y="349391"/>
                  </a:lnTo>
                  <a:lnTo>
                    <a:pt x="182666" y="349803"/>
                  </a:lnTo>
                  <a:lnTo>
                    <a:pt x="182973" y="350015"/>
                  </a:lnTo>
                  <a:lnTo>
                    <a:pt x="183308" y="350240"/>
                  </a:lnTo>
                  <a:lnTo>
                    <a:pt x="183604" y="350449"/>
                  </a:lnTo>
                  <a:lnTo>
                    <a:pt x="184028" y="350773"/>
                  </a:lnTo>
                  <a:lnTo>
                    <a:pt x="184374" y="351016"/>
                  </a:lnTo>
                  <a:lnTo>
                    <a:pt x="184639" y="351192"/>
                  </a:lnTo>
                  <a:lnTo>
                    <a:pt x="184774" y="351271"/>
                  </a:lnTo>
                  <a:lnTo>
                    <a:pt x="184964" y="351370"/>
                  </a:lnTo>
                  <a:lnTo>
                    <a:pt x="185287" y="351575"/>
                  </a:lnTo>
                  <a:lnTo>
                    <a:pt x="185502" y="351711"/>
                  </a:lnTo>
                  <a:lnTo>
                    <a:pt x="185648" y="351802"/>
                  </a:lnTo>
                  <a:lnTo>
                    <a:pt x="185955" y="352013"/>
                  </a:lnTo>
                  <a:lnTo>
                    <a:pt x="186130" y="352132"/>
                  </a:lnTo>
                  <a:lnTo>
                    <a:pt x="186478" y="352370"/>
                  </a:lnTo>
                  <a:lnTo>
                    <a:pt x="186735" y="352553"/>
                  </a:lnTo>
                  <a:lnTo>
                    <a:pt x="186985" y="352798"/>
                  </a:lnTo>
                  <a:lnTo>
                    <a:pt x="187596" y="353185"/>
                  </a:lnTo>
                  <a:lnTo>
                    <a:pt x="187776" y="353300"/>
                  </a:lnTo>
                  <a:lnTo>
                    <a:pt x="187949" y="353413"/>
                  </a:lnTo>
                  <a:lnTo>
                    <a:pt x="188220" y="353583"/>
                  </a:lnTo>
                  <a:lnTo>
                    <a:pt x="188558" y="353795"/>
                  </a:lnTo>
                  <a:lnTo>
                    <a:pt x="188813" y="353946"/>
                  </a:lnTo>
                  <a:lnTo>
                    <a:pt x="189394" y="354297"/>
                  </a:lnTo>
                  <a:lnTo>
                    <a:pt x="189760" y="354520"/>
                  </a:lnTo>
                  <a:lnTo>
                    <a:pt x="190184" y="354782"/>
                  </a:lnTo>
                  <a:lnTo>
                    <a:pt x="191032" y="355259"/>
                  </a:lnTo>
                  <a:lnTo>
                    <a:pt x="191146" y="355507"/>
                  </a:lnTo>
                  <a:lnTo>
                    <a:pt x="191160" y="355917"/>
                  </a:lnTo>
                  <a:lnTo>
                    <a:pt x="191168" y="356222"/>
                  </a:lnTo>
                  <a:lnTo>
                    <a:pt x="191190" y="356376"/>
                  </a:lnTo>
                  <a:lnTo>
                    <a:pt x="191266" y="356649"/>
                  </a:lnTo>
                  <a:lnTo>
                    <a:pt x="191392" y="356903"/>
                  </a:lnTo>
                  <a:lnTo>
                    <a:pt x="191490" y="357242"/>
                  </a:lnTo>
                  <a:lnTo>
                    <a:pt x="191599" y="357467"/>
                  </a:lnTo>
                  <a:lnTo>
                    <a:pt x="191772" y="357818"/>
                  </a:lnTo>
                  <a:lnTo>
                    <a:pt x="191922" y="358166"/>
                  </a:lnTo>
                  <a:lnTo>
                    <a:pt x="192194" y="358583"/>
                  </a:lnTo>
                  <a:lnTo>
                    <a:pt x="192480" y="359022"/>
                  </a:lnTo>
                  <a:lnTo>
                    <a:pt x="192575" y="359169"/>
                  </a:lnTo>
                  <a:lnTo>
                    <a:pt x="192756" y="359437"/>
                  </a:lnTo>
                  <a:lnTo>
                    <a:pt x="192836" y="359567"/>
                  </a:lnTo>
                  <a:lnTo>
                    <a:pt x="193111" y="359976"/>
                  </a:lnTo>
                  <a:lnTo>
                    <a:pt x="193417" y="360436"/>
                  </a:lnTo>
                  <a:lnTo>
                    <a:pt x="193803" y="360367"/>
                  </a:lnTo>
                  <a:lnTo>
                    <a:pt x="194594" y="359960"/>
                  </a:lnTo>
                  <a:lnTo>
                    <a:pt x="194983" y="359857"/>
                  </a:lnTo>
                  <a:lnTo>
                    <a:pt x="195828" y="359672"/>
                  </a:lnTo>
                  <a:lnTo>
                    <a:pt x="196087" y="359615"/>
                  </a:lnTo>
                  <a:lnTo>
                    <a:pt x="196247" y="359544"/>
                  </a:lnTo>
                  <a:lnTo>
                    <a:pt x="196287" y="359385"/>
                  </a:lnTo>
                  <a:lnTo>
                    <a:pt x="196436" y="359293"/>
                  </a:lnTo>
                  <a:lnTo>
                    <a:pt x="196639" y="359104"/>
                  </a:lnTo>
                  <a:lnTo>
                    <a:pt x="196963" y="358902"/>
                  </a:lnTo>
                  <a:lnTo>
                    <a:pt x="197573" y="358620"/>
                  </a:lnTo>
                  <a:lnTo>
                    <a:pt x="197788" y="358534"/>
                  </a:lnTo>
                  <a:lnTo>
                    <a:pt x="198197" y="358437"/>
                  </a:lnTo>
                  <a:lnTo>
                    <a:pt x="199005" y="358001"/>
                  </a:lnTo>
                  <a:lnTo>
                    <a:pt x="199478" y="357808"/>
                  </a:lnTo>
                  <a:lnTo>
                    <a:pt x="199608" y="357327"/>
                  </a:lnTo>
                  <a:lnTo>
                    <a:pt x="199670" y="357037"/>
                  </a:lnTo>
                  <a:lnTo>
                    <a:pt x="199770" y="356639"/>
                  </a:lnTo>
                  <a:lnTo>
                    <a:pt x="199846" y="356320"/>
                  </a:lnTo>
                  <a:lnTo>
                    <a:pt x="200048" y="355886"/>
                  </a:lnTo>
                  <a:lnTo>
                    <a:pt x="200105" y="355400"/>
                  </a:lnTo>
                  <a:lnTo>
                    <a:pt x="200097" y="355190"/>
                  </a:lnTo>
                  <a:lnTo>
                    <a:pt x="200185" y="355014"/>
                  </a:lnTo>
                  <a:lnTo>
                    <a:pt x="200233" y="354789"/>
                  </a:lnTo>
                  <a:lnTo>
                    <a:pt x="200266" y="354474"/>
                  </a:lnTo>
                  <a:lnTo>
                    <a:pt x="200254" y="354116"/>
                  </a:lnTo>
                  <a:lnTo>
                    <a:pt x="200250" y="353960"/>
                  </a:lnTo>
                  <a:lnTo>
                    <a:pt x="200247" y="353771"/>
                  </a:lnTo>
                  <a:lnTo>
                    <a:pt x="200239" y="353463"/>
                  </a:lnTo>
                  <a:lnTo>
                    <a:pt x="200234" y="352973"/>
                  </a:lnTo>
                  <a:lnTo>
                    <a:pt x="200371" y="352841"/>
                  </a:lnTo>
                  <a:lnTo>
                    <a:pt x="200510" y="352713"/>
                  </a:lnTo>
                  <a:lnTo>
                    <a:pt x="200800" y="352442"/>
                  </a:lnTo>
                  <a:lnTo>
                    <a:pt x="200022" y="351621"/>
                  </a:lnTo>
                  <a:lnTo>
                    <a:pt x="199345" y="351488"/>
                  </a:lnTo>
                  <a:lnTo>
                    <a:pt x="199789" y="350769"/>
                  </a:lnTo>
                  <a:lnTo>
                    <a:pt x="199972" y="350470"/>
                  </a:lnTo>
                  <a:lnTo>
                    <a:pt x="200311" y="349862"/>
                  </a:lnTo>
                  <a:lnTo>
                    <a:pt x="200513" y="349626"/>
                  </a:lnTo>
                  <a:lnTo>
                    <a:pt x="200705" y="349330"/>
                  </a:lnTo>
                  <a:lnTo>
                    <a:pt x="201031" y="348876"/>
                  </a:lnTo>
                  <a:lnTo>
                    <a:pt x="201137" y="348674"/>
                  </a:lnTo>
                  <a:lnTo>
                    <a:pt x="201434" y="348278"/>
                  </a:lnTo>
                  <a:lnTo>
                    <a:pt x="201691" y="347970"/>
                  </a:lnTo>
                  <a:lnTo>
                    <a:pt x="201897" y="347632"/>
                  </a:lnTo>
                  <a:lnTo>
                    <a:pt x="201940" y="347504"/>
                  </a:lnTo>
                  <a:lnTo>
                    <a:pt x="202024" y="347330"/>
                  </a:lnTo>
                  <a:lnTo>
                    <a:pt x="202275" y="347071"/>
                  </a:lnTo>
                  <a:lnTo>
                    <a:pt x="202439" y="346904"/>
                  </a:lnTo>
                  <a:lnTo>
                    <a:pt x="202706" y="346625"/>
                  </a:lnTo>
                  <a:lnTo>
                    <a:pt x="202907" y="346420"/>
                  </a:lnTo>
                  <a:lnTo>
                    <a:pt x="203082" y="346241"/>
                  </a:lnTo>
                  <a:lnTo>
                    <a:pt x="203403" y="346007"/>
                  </a:lnTo>
                  <a:lnTo>
                    <a:pt x="203577" y="345825"/>
                  </a:lnTo>
                  <a:lnTo>
                    <a:pt x="203829" y="345542"/>
                  </a:lnTo>
                  <a:lnTo>
                    <a:pt x="204018" y="345245"/>
                  </a:lnTo>
                  <a:lnTo>
                    <a:pt x="204221" y="344738"/>
                  </a:lnTo>
                  <a:lnTo>
                    <a:pt x="204315" y="344371"/>
                  </a:lnTo>
                  <a:lnTo>
                    <a:pt x="204838" y="342665"/>
                  </a:lnTo>
                  <a:lnTo>
                    <a:pt x="205134" y="342161"/>
                  </a:lnTo>
                  <a:lnTo>
                    <a:pt x="205246" y="341970"/>
                  </a:lnTo>
                  <a:lnTo>
                    <a:pt x="206118" y="341202"/>
                  </a:lnTo>
                  <a:lnTo>
                    <a:pt x="206334" y="341100"/>
                  </a:lnTo>
                  <a:lnTo>
                    <a:pt x="206707" y="340876"/>
                  </a:lnTo>
                  <a:lnTo>
                    <a:pt x="206937" y="340657"/>
                  </a:lnTo>
                  <a:lnTo>
                    <a:pt x="207118" y="340397"/>
                  </a:lnTo>
                  <a:lnTo>
                    <a:pt x="206953" y="340150"/>
                  </a:lnTo>
                  <a:lnTo>
                    <a:pt x="206837" y="339975"/>
                  </a:lnTo>
                  <a:lnTo>
                    <a:pt x="204874" y="338806"/>
                  </a:lnTo>
                  <a:lnTo>
                    <a:pt x="202630" y="336240"/>
                  </a:lnTo>
                  <a:lnTo>
                    <a:pt x="201901" y="335604"/>
                  </a:lnTo>
                  <a:lnTo>
                    <a:pt x="201730" y="335454"/>
                  </a:lnTo>
                  <a:lnTo>
                    <a:pt x="200907" y="335019"/>
                  </a:lnTo>
                  <a:lnTo>
                    <a:pt x="199965" y="334421"/>
                  </a:lnTo>
                  <a:lnTo>
                    <a:pt x="198422" y="333077"/>
                  </a:lnTo>
                  <a:lnTo>
                    <a:pt x="197584" y="331590"/>
                  </a:lnTo>
                  <a:lnTo>
                    <a:pt x="198737" y="330185"/>
                  </a:lnTo>
                  <a:lnTo>
                    <a:pt x="206905" y="325675"/>
                  </a:lnTo>
                  <a:lnTo>
                    <a:pt x="207353" y="325377"/>
                  </a:lnTo>
                  <a:lnTo>
                    <a:pt x="207746" y="324763"/>
                  </a:lnTo>
                  <a:lnTo>
                    <a:pt x="207931" y="324497"/>
                  </a:lnTo>
                  <a:lnTo>
                    <a:pt x="208081" y="324279"/>
                  </a:lnTo>
                  <a:lnTo>
                    <a:pt x="208312" y="324018"/>
                  </a:lnTo>
                  <a:lnTo>
                    <a:pt x="208472" y="323818"/>
                  </a:lnTo>
                  <a:lnTo>
                    <a:pt x="208915" y="323278"/>
                  </a:lnTo>
                  <a:lnTo>
                    <a:pt x="208973" y="322980"/>
                  </a:lnTo>
                  <a:lnTo>
                    <a:pt x="209035" y="322663"/>
                  </a:lnTo>
                  <a:lnTo>
                    <a:pt x="209071" y="322486"/>
                  </a:lnTo>
                  <a:lnTo>
                    <a:pt x="209151" y="322066"/>
                  </a:lnTo>
                  <a:lnTo>
                    <a:pt x="209186" y="321881"/>
                  </a:lnTo>
                  <a:lnTo>
                    <a:pt x="209233" y="321640"/>
                  </a:lnTo>
                  <a:lnTo>
                    <a:pt x="209267" y="321459"/>
                  </a:lnTo>
                  <a:lnTo>
                    <a:pt x="209317" y="321206"/>
                  </a:lnTo>
                  <a:lnTo>
                    <a:pt x="209401" y="320780"/>
                  </a:lnTo>
                  <a:lnTo>
                    <a:pt x="210225" y="320930"/>
                  </a:lnTo>
                  <a:lnTo>
                    <a:pt x="210645" y="321005"/>
                  </a:lnTo>
                  <a:lnTo>
                    <a:pt x="210980" y="321064"/>
                  </a:lnTo>
                  <a:lnTo>
                    <a:pt x="211361" y="321132"/>
                  </a:lnTo>
                  <a:lnTo>
                    <a:pt x="211548" y="321167"/>
                  </a:lnTo>
                  <a:lnTo>
                    <a:pt x="211804" y="321212"/>
                  </a:lnTo>
                  <a:lnTo>
                    <a:pt x="212165" y="321271"/>
                  </a:lnTo>
                  <a:lnTo>
                    <a:pt x="212383" y="321310"/>
                  </a:lnTo>
                  <a:lnTo>
                    <a:pt x="212513" y="321326"/>
                  </a:lnTo>
                  <a:lnTo>
                    <a:pt x="212707" y="321355"/>
                  </a:lnTo>
                  <a:lnTo>
                    <a:pt x="212835" y="321385"/>
                  </a:lnTo>
                  <a:lnTo>
                    <a:pt x="213058" y="321414"/>
                  </a:lnTo>
                  <a:lnTo>
                    <a:pt x="213224" y="321437"/>
                  </a:lnTo>
                  <a:lnTo>
                    <a:pt x="213443" y="321479"/>
                  </a:lnTo>
                  <a:lnTo>
                    <a:pt x="213574" y="321514"/>
                  </a:lnTo>
                  <a:lnTo>
                    <a:pt x="213741" y="321558"/>
                  </a:lnTo>
                  <a:lnTo>
                    <a:pt x="213875" y="321596"/>
                  </a:lnTo>
                  <a:lnTo>
                    <a:pt x="214067" y="321654"/>
                  </a:lnTo>
                  <a:lnTo>
                    <a:pt x="214244" y="321703"/>
                  </a:lnTo>
                  <a:lnTo>
                    <a:pt x="214472" y="321723"/>
                  </a:lnTo>
                  <a:lnTo>
                    <a:pt x="214638" y="321738"/>
                  </a:lnTo>
                  <a:lnTo>
                    <a:pt x="214776" y="321754"/>
                  </a:lnTo>
                  <a:lnTo>
                    <a:pt x="215018" y="321771"/>
                  </a:lnTo>
                  <a:lnTo>
                    <a:pt x="215155" y="321788"/>
                  </a:lnTo>
                  <a:lnTo>
                    <a:pt x="215303" y="321802"/>
                  </a:lnTo>
                  <a:lnTo>
                    <a:pt x="215435" y="321821"/>
                  </a:lnTo>
                  <a:lnTo>
                    <a:pt x="215617" y="321849"/>
                  </a:lnTo>
                  <a:lnTo>
                    <a:pt x="215771" y="321872"/>
                  </a:lnTo>
                  <a:lnTo>
                    <a:pt x="215968" y="321902"/>
                  </a:lnTo>
                  <a:lnTo>
                    <a:pt x="216516" y="321991"/>
                  </a:lnTo>
                  <a:lnTo>
                    <a:pt x="216666" y="322016"/>
                  </a:lnTo>
                  <a:lnTo>
                    <a:pt x="216926" y="322059"/>
                  </a:lnTo>
                  <a:lnTo>
                    <a:pt x="217201" y="322094"/>
                  </a:lnTo>
                  <a:lnTo>
                    <a:pt x="217493" y="322131"/>
                  </a:lnTo>
                  <a:lnTo>
                    <a:pt x="217637" y="322144"/>
                  </a:lnTo>
                  <a:lnTo>
                    <a:pt x="217841" y="322164"/>
                  </a:lnTo>
                  <a:lnTo>
                    <a:pt x="218354" y="322238"/>
                  </a:lnTo>
                  <a:lnTo>
                    <a:pt x="218990" y="322256"/>
                  </a:lnTo>
                  <a:lnTo>
                    <a:pt x="219128" y="322260"/>
                  </a:lnTo>
                  <a:lnTo>
                    <a:pt x="219264" y="322258"/>
                  </a:lnTo>
                  <a:lnTo>
                    <a:pt x="219731" y="322279"/>
                  </a:lnTo>
                  <a:lnTo>
                    <a:pt x="219949" y="322291"/>
                  </a:lnTo>
                  <a:lnTo>
                    <a:pt x="220329" y="322313"/>
                  </a:lnTo>
                  <a:lnTo>
                    <a:pt x="220459" y="322327"/>
                  </a:lnTo>
                  <a:lnTo>
                    <a:pt x="220597" y="322336"/>
                  </a:lnTo>
                  <a:lnTo>
                    <a:pt x="220817" y="322352"/>
                  </a:lnTo>
                  <a:lnTo>
                    <a:pt x="221434" y="322387"/>
                  </a:lnTo>
                  <a:lnTo>
                    <a:pt x="221871" y="322407"/>
                  </a:lnTo>
                  <a:lnTo>
                    <a:pt x="222027" y="322433"/>
                  </a:lnTo>
                  <a:lnTo>
                    <a:pt x="222156" y="322456"/>
                  </a:lnTo>
                  <a:lnTo>
                    <a:pt x="222326" y="322473"/>
                  </a:lnTo>
                  <a:lnTo>
                    <a:pt x="222549" y="322497"/>
                  </a:lnTo>
                  <a:lnTo>
                    <a:pt x="222699" y="322511"/>
                  </a:lnTo>
                  <a:lnTo>
                    <a:pt x="222884" y="322533"/>
                  </a:lnTo>
                  <a:lnTo>
                    <a:pt x="223075" y="322551"/>
                  </a:lnTo>
                  <a:lnTo>
                    <a:pt x="223215" y="322565"/>
                  </a:lnTo>
                  <a:lnTo>
                    <a:pt x="223377" y="322582"/>
                  </a:lnTo>
                  <a:lnTo>
                    <a:pt x="223531" y="322599"/>
                  </a:lnTo>
                  <a:lnTo>
                    <a:pt x="223714" y="322560"/>
                  </a:lnTo>
                  <a:lnTo>
                    <a:pt x="223895" y="322524"/>
                  </a:lnTo>
                  <a:lnTo>
                    <a:pt x="224085" y="322483"/>
                  </a:lnTo>
                  <a:lnTo>
                    <a:pt x="224244" y="322448"/>
                  </a:lnTo>
                  <a:lnTo>
                    <a:pt x="224998" y="322312"/>
                  </a:lnTo>
                  <a:lnTo>
                    <a:pt x="225241" y="322202"/>
                  </a:lnTo>
                  <a:lnTo>
                    <a:pt x="225463" y="322170"/>
                  </a:lnTo>
                  <a:lnTo>
                    <a:pt x="225659" y="322140"/>
                  </a:lnTo>
                  <a:lnTo>
                    <a:pt x="226192" y="322125"/>
                  </a:lnTo>
                  <a:lnTo>
                    <a:pt x="226439" y="322123"/>
                  </a:lnTo>
                  <a:lnTo>
                    <a:pt x="226602" y="322151"/>
                  </a:lnTo>
                  <a:lnTo>
                    <a:pt x="226768" y="322149"/>
                  </a:lnTo>
                  <a:lnTo>
                    <a:pt x="226925" y="322148"/>
                  </a:lnTo>
                  <a:lnTo>
                    <a:pt x="227153" y="322141"/>
                  </a:lnTo>
                  <a:lnTo>
                    <a:pt x="227311" y="322117"/>
                  </a:lnTo>
                  <a:lnTo>
                    <a:pt x="227491" y="322092"/>
                  </a:lnTo>
                  <a:lnTo>
                    <a:pt x="228279" y="321934"/>
                  </a:lnTo>
                  <a:lnTo>
                    <a:pt x="228474" y="321897"/>
                  </a:lnTo>
                  <a:lnTo>
                    <a:pt x="228603" y="321871"/>
                  </a:lnTo>
                  <a:lnTo>
                    <a:pt x="228746" y="321842"/>
                  </a:lnTo>
                  <a:lnTo>
                    <a:pt x="228895" y="321811"/>
                  </a:lnTo>
                  <a:lnTo>
                    <a:pt x="229299" y="321714"/>
                  </a:lnTo>
                  <a:lnTo>
                    <a:pt x="229558" y="321634"/>
                  </a:lnTo>
                  <a:lnTo>
                    <a:pt x="229811" y="321575"/>
                  </a:lnTo>
                  <a:lnTo>
                    <a:pt x="229999" y="321534"/>
                  </a:lnTo>
                  <a:lnTo>
                    <a:pt x="230409" y="321493"/>
                  </a:lnTo>
                  <a:lnTo>
                    <a:pt x="230609" y="321460"/>
                  </a:lnTo>
                  <a:lnTo>
                    <a:pt x="230985" y="321410"/>
                  </a:lnTo>
                  <a:lnTo>
                    <a:pt x="231284" y="321764"/>
                  </a:lnTo>
                  <a:lnTo>
                    <a:pt x="231402" y="322051"/>
                  </a:lnTo>
                  <a:lnTo>
                    <a:pt x="231486" y="322225"/>
                  </a:lnTo>
                  <a:lnTo>
                    <a:pt x="231561" y="322390"/>
                  </a:lnTo>
                  <a:lnTo>
                    <a:pt x="231625" y="322526"/>
                  </a:lnTo>
                  <a:lnTo>
                    <a:pt x="231698" y="322676"/>
                  </a:lnTo>
                  <a:lnTo>
                    <a:pt x="231805" y="322945"/>
                  </a:lnTo>
                  <a:lnTo>
                    <a:pt x="231757" y="323310"/>
                  </a:lnTo>
                  <a:lnTo>
                    <a:pt x="231738" y="323545"/>
                  </a:lnTo>
                  <a:lnTo>
                    <a:pt x="232608" y="325775"/>
                  </a:lnTo>
                  <a:lnTo>
                    <a:pt x="232619" y="325916"/>
                  </a:lnTo>
                  <a:lnTo>
                    <a:pt x="232627" y="326177"/>
                  </a:lnTo>
                  <a:lnTo>
                    <a:pt x="232685" y="326488"/>
                  </a:lnTo>
                  <a:lnTo>
                    <a:pt x="232708" y="326791"/>
                  </a:lnTo>
                  <a:lnTo>
                    <a:pt x="232717" y="326940"/>
                  </a:lnTo>
                  <a:lnTo>
                    <a:pt x="232729" y="327077"/>
                  </a:lnTo>
                  <a:lnTo>
                    <a:pt x="232789" y="327606"/>
                  </a:lnTo>
                  <a:lnTo>
                    <a:pt x="232801" y="327783"/>
                  </a:lnTo>
                  <a:lnTo>
                    <a:pt x="232840" y="328046"/>
                  </a:lnTo>
                  <a:lnTo>
                    <a:pt x="232868" y="328214"/>
                  </a:lnTo>
                  <a:lnTo>
                    <a:pt x="232929" y="328836"/>
                  </a:lnTo>
                  <a:lnTo>
                    <a:pt x="232974" y="329035"/>
                  </a:lnTo>
                  <a:lnTo>
                    <a:pt x="233044" y="329319"/>
                  </a:lnTo>
                  <a:lnTo>
                    <a:pt x="233085" y="329485"/>
                  </a:lnTo>
                  <a:lnTo>
                    <a:pt x="233140" y="329739"/>
                  </a:lnTo>
                  <a:lnTo>
                    <a:pt x="233237" y="330120"/>
                  </a:lnTo>
                  <a:lnTo>
                    <a:pt x="233276" y="330258"/>
                  </a:lnTo>
                  <a:lnTo>
                    <a:pt x="233325" y="330446"/>
                  </a:lnTo>
                  <a:lnTo>
                    <a:pt x="233376" y="330653"/>
                  </a:lnTo>
                  <a:lnTo>
                    <a:pt x="233412" y="330805"/>
                  </a:lnTo>
                  <a:lnTo>
                    <a:pt x="233454" y="330972"/>
                  </a:lnTo>
                  <a:lnTo>
                    <a:pt x="233576" y="331459"/>
                  </a:lnTo>
                  <a:lnTo>
                    <a:pt x="233654" y="331770"/>
                  </a:lnTo>
                  <a:lnTo>
                    <a:pt x="233746" y="332130"/>
                  </a:lnTo>
                  <a:lnTo>
                    <a:pt x="233836" y="332475"/>
                  </a:lnTo>
                  <a:lnTo>
                    <a:pt x="234090" y="333307"/>
                  </a:lnTo>
                  <a:lnTo>
                    <a:pt x="234134" y="333517"/>
                  </a:lnTo>
                  <a:lnTo>
                    <a:pt x="234195" y="333756"/>
                  </a:lnTo>
                  <a:lnTo>
                    <a:pt x="234227" y="334001"/>
                  </a:lnTo>
                  <a:lnTo>
                    <a:pt x="234266" y="334160"/>
                  </a:lnTo>
                  <a:lnTo>
                    <a:pt x="234333" y="334443"/>
                  </a:lnTo>
                  <a:lnTo>
                    <a:pt x="234374" y="334629"/>
                  </a:lnTo>
                  <a:lnTo>
                    <a:pt x="234585" y="335596"/>
                  </a:lnTo>
                  <a:lnTo>
                    <a:pt x="234734" y="336242"/>
                  </a:lnTo>
                  <a:lnTo>
                    <a:pt x="234827" y="336725"/>
                  </a:lnTo>
                  <a:lnTo>
                    <a:pt x="234893" y="337006"/>
                  </a:lnTo>
                  <a:lnTo>
                    <a:pt x="234922" y="337139"/>
                  </a:lnTo>
                  <a:lnTo>
                    <a:pt x="234963" y="337295"/>
                  </a:lnTo>
                  <a:lnTo>
                    <a:pt x="234994" y="337531"/>
                  </a:lnTo>
                  <a:lnTo>
                    <a:pt x="235051" y="337680"/>
                  </a:lnTo>
                  <a:lnTo>
                    <a:pt x="235165" y="337821"/>
                  </a:lnTo>
                  <a:lnTo>
                    <a:pt x="235540" y="338273"/>
                  </a:lnTo>
                  <a:lnTo>
                    <a:pt x="235748" y="338494"/>
                  </a:lnTo>
                  <a:lnTo>
                    <a:pt x="235908" y="338725"/>
                  </a:lnTo>
                  <a:lnTo>
                    <a:pt x="236175" y="339063"/>
                  </a:lnTo>
                  <a:lnTo>
                    <a:pt x="236491" y="339431"/>
                  </a:lnTo>
                  <a:lnTo>
                    <a:pt x="236797" y="339644"/>
                  </a:lnTo>
                  <a:lnTo>
                    <a:pt x="237068" y="339887"/>
                  </a:lnTo>
                  <a:lnTo>
                    <a:pt x="237155" y="340023"/>
                  </a:lnTo>
                  <a:lnTo>
                    <a:pt x="237556" y="340876"/>
                  </a:lnTo>
                  <a:lnTo>
                    <a:pt x="240035" y="343958"/>
                  </a:lnTo>
                  <a:lnTo>
                    <a:pt x="240172" y="344067"/>
                  </a:lnTo>
                  <a:lnTo>
                    <a:pt x="240405" y="344251"/>
                  </a:lnTo>
                  <a:lnTo>
                    <a:pt x="240581" y="344395"/>
                  </a:lnTo>
                  <a:lnTo>
                    <a:pt x="240721" y="344511"/>
                  </a:lnTo>
                  <a:lnTo>
                    <a:pt x="240854" y="344609"/>
                  </a:lnTo>
                  <a:lnTo>
                    <a:pt x="240991" y="344686"/>
                  </a:lnTo>
                  <a:lnTo>
                    <a:pt x="241529" y="344969"/>
                  </a:lnTo>
                  <a:lnTo>
                    <a:pt x="241661" y="345042"/>
                  </a:lnTo>
                  <a:lnTo>
                    <a:pt x="241952" y="345203"/>
                  </a:lnTo>
                  <a:lnTo>
                    <a:pt x="242395" y="345460"/>
                  </a:lnTo>
                  <a:lnTo>
                    <a:pt x="242560" y="345593"/>
                  </a:lnTo>
                  <a:lnTo>
                    <a:pt x="242953" y="345953"/>
                  </a:lnTo>
                  <a:lnTo>
                    <a:pt x="243082" y="346085"/>
                  </a:lnTo>
                  <a:lnTo>
                    <a:pt x="243371" y="346342"/>
                  </a:lnTo>
                  <a:lnTo>
                    <a:pt x="243504" y="346436"/>
                  </a:lnTo>
                  <a:lnTo>
                    <a:pt x="243698" y="346643"/>
                  </a:lnTo>
                  <a:lnTo>
                    <a:pt x="243840" y="346768"/>
                  </a:lnTo>
                  <a:lnTo>
                    <a:pt x="244016" y="346934"/>
                  </a:lnTo>
                  <a:lnTo>
                    <a:pt x="244270" y="347174"/>
                  </a:lnTo>
                  <a:lnTo>
                    <a:pt x="244419" y="347311"/>
                  </a:lnTo>
                  <a:lnTo>
                    <a:pt x="244667" y="347566"/>
                  </a:lnTo>
                  <a:lnTo>
                    <a:pt x="244825" y="347714"/>
                  </a:lnTo>
                  <a:lnTo>
                    <a:pt x="245111" y="347968"/>
                  </a:lnTo>
                  <a:lnTo>
                    <a:pt x="245680" y="348397"/>
                  </a:lnTo>
                  <a:lnTo>
                    <a:pt x="245810" y="348492"/>
                  </a:lnTo>
                  <a:lnTo>
                    <a:pt x="246097" y="348707"/>
                  </a:lnTo>
                  <a:lnTo>
                    <a:pt x="246422" y="348903"/>
                  </a:lnTo>
                  <a:lnTo>
                    <a:pt x="246947" y="349131"/>
                  </a:lnTo>
                  <a:lnTo>
                    <a:pt x="247209" y="349236"/>
                  </a:lnTo>
                  <a:lnTo>
                    <a:pt x="247398" y="349307"/>
                  </a:lnTo>
                  <a:lnTo>
                    <a:pt x="247648" y="349418"/>
                  </a:lnTo>
                  <a:lnTo>
                    <a:pt x="247988" y="349654"/>
                  </a:lnTo>
                  <a:lnTo>
                    <a:pt x="248628" y="350134"/>
                  </a:lnTo>
                  <a:lnTo>
                    <a:pt x="248820" y="350288"/>
                  </a:lnTo>
                  <a:lnTo>
                    <a:pt x="249112" y="350590"/>
                  </a:lnTo>
                  <a:lnTo>
                    <a:pt x="249701" y="350961"/>
                  </a:lnTo>
                  <a:lnTo>
                    <a:pt x="249905" y="351068"/>
                  </a:lnTo>
                  <a:lnTo>
                    <a:pt x="250063" y="351152"/>
                  </a:lnTo>
                  <a:lnTo>
                    <a:pt x="250907" y="351589"/>
                  </a:lnTo>
                  <a:lnTo>
                    <a:pt x="251046" y="351892"/>
                  </a:lnTo>
                  <a:lnTo>
                    <a:pt x="251087" y="352092"/>
                  </a:lnTo>
                  <a:lnTo>
                    <a:pt x="251141" y="352309"/>
                  </a:lnTo>
                  <a:lnTo>
                    <a:pt x="251304" y="352561"/>
                  </a:lnTo>
                  <a:lnTo>
                    <a:pt x="251405" y="352691"/>
                  </a:lnTo>
                  <a:lnTo>
                    <a:pt x="251474" y="352846"/>
                  </a:lnTo>
                  <a:lnTo>
                    <a:pt x="251607" y="353135"/>
                  </a:lnTo>
                  <a:lnTo>
                    <a:pt x="251699" y="353385"/>
                  </a:lnTo>
                  <a:lnTo>
                    <a:pt x="251798" y="353609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11"/>
            <p:cNvSpPr/>
            <p:nvPr/>
          </p:nvSpPr>
          <p:spPr>
            <a:xfrm>
              <a:off x="1634850" y="5410267"/>
              <a:ext cx="123187" cy="246238"/>
            </a:xfrm>
            <a:custGeom>
              <a:avLst/>
              <a:pathLst>
                <a:path w="123187" h="246238">
                  <a:moveTo>
                    <a:pt x="75823" y="236809"/>
                  </a:moveTo>
                  <a:lnTo>
                    <a:pt x="76414" y="236900"/>
                  </a:lnTo>
                  <a:lnTo>
                    <a:pt x="84039" y="238063"/>
                  </a:lnTo>
                  <a:lnTo>
                    <a:pt x="95657" y="239835"/>
                  </a:lnTo>
                  <a:lnTo>
                    <a:pt x="105012" y="241262"/>
                  </a:lnTo>
                  <a:lnTo>
                    <a:pt x="107290" y="241640"/>
                  </a:lnTo>
                  <a:lnTo>
                    <a:pt x="115392" y="191476"/>
                  </a:lnTo>
                  <a:lnTo>
                    <a:pt x="119325" y="178559"/>
                  </a:lnTo>
                  <a:lnTo>
                    <a:pt x="120880" y="173447"/>
                  </a:lnTo>
                  <a:lnTo>
                    <a:pt x="123187" y="168239"/>
                  </a:lnTo>
                  <a:lnTo>
                    <a:pt x="120471" y="160043"/>
                  </a:lnTo>
                  <a:lnTo>
                    <a:pt x="117298" y="150466"/>
                  </a:lnTo>
                  <a:lnTo>
                    <a:pt x="119478" y="147703"/>
                  </a:lnTo>
                  <a:lnTo>
                    <a:pt x="121446" y="145210"/>
                  </a:lnTo>
                  <a:lnTo>
                    <a:pt x="121466" y="145010"/>
                  </a:lnTo>
                  <a:lnTo>
                    <a:pt x="121598" y="143703"/>
                  </a:lnTo>
                  <a:lnTo>
                    <a:pt x="122396" y="135791"/>
                  </a:lnTo>
                  <a:lnTo>
                    <a:pt x="122439" y="135361"/>
                  </a:lnTo>
                  <a:lnTo>
                    <a:pt x="122997" y="129827"/>
                  </a:lnTo>
                  <a:lnTo>
                    <a:pt x="121381" y="126855"/>
                  </a:lnTo>
                  <a:lnTo>
                    <a:pt x="118597" y="117753"/>
                  </a:lnTo>
                  <a:lnTo>
                    <a:pt x="118162" y="116330"/>
                  </a:lnTo>
                  <a:lnTo>
                    <a:pt x="117344" y="113653"/>
                  </a:lnTo>
                  <a:lnTo>
                    <a:pt x="116445" y="111330"/>
                  </a:lnTo>
                  <a:lnTo>
                    <a:pt x="115663" y="109308"/>
                  </a:lnTo>
                  <a:lnTo>
                    <a:pt x="116221" y="101821"/>
                  </a:lnTo>
                  <a:lnTo>
                    <a:pt x="116126" y="100634"/>
                  </a:lnTo>
                  <a:lnTo>
                    <a:pt x="115306" y="90314"/>
                  </a:lnTo>
                  <a:lnTo>
                    <a:pt x="117298" y="87157"/>
                  </a:lnTo>
                  <a:lnTo>
                    <a:pt x="117725" y="86480"/>
                  </a:lnTo>
                  <a:lnTo>
                    <a:pt x="117773" y="85944"/>
                  </a:lnTo>
                  <a:lnTo>
                    <a:pt x="118085" y="82500"/>
                  </a:lnTo>
                  <a:lnTo>
                    <a:pt x="118147" y="81808"/>
                  </a:lnTo>
                  <a:lnTo>
                    <a:pt x="116997" y="76776"/>
                  </a:lnTo>
                  <a:lnTo>
                    <a:pt x="114208" y="73780"/>
                  </a:lnTo>
                  <a:lnTo>
                    <a:pt x="111997" y="71405"/>
                  </a:lnTo>
                  <a:lnTo>
                    <a:pt x="111906" y="70610"/>
                  </a:lnTo>
                  <a:lnTo>
                    <a:pt x="111739" y="69146"/>
                  </a:lnTo>
                  <a:lnTo>
                    <a:pt x="111379" y="66002"/>
                  </a:lnTo>
                  <a:lnTo>
                    <a:pt x="112656" y="59659"/>
                  </a:lnTo>
                  <a:lnTo>
                    <a:pt x="108681" y="57288"/>
                  </a:lnTo>
                  <a:lnTo>
                    <a:pt x="105881" y="55618"/>
                  </a:lnTo>
                  <a:lnTo>
                    <a:pt x="104810" y="54980"/>
                  </a:lnTo>
                  <a:lnTo>
                    <a:pt x="101480" y="52994"/>
                  </a:lnTo>
                  <a:lnTo>
                    <a:pt x="97717" y="48225"/>
                  </a:lnTo>
                  <a:lnTo>
                    <a:pt x="93872" y="43353"/>
                  </a:lnTo>
                  <a:lnTo>
                    <a:pt x="92676" y="37874"/>
                  </a:lnTo>
                  <a:lnTo>
                    <a:pt x="92496" y="37738"/>
                  </a:lnTo>
                  <a:lnTo>
                    <a:pt x="92221" y="37572"/>
                  </a:lnTo>
                  <a:lnTo>
                    <a:pt x="92309" y="37214"/>
                  </a:lnTo>
                  <a:lnTo>
                    <a:pt x="92120" y="37046"/>
                  </a:lnTo>
                  <a:lnTo>
                    <a:pt x="91896" y="36702"/>
                  </a:lnTo>
                  <a:lnTo>
                    <a:pt x="91029" y="35998"/>
                  </a:lnTo>
                  <a:lnTo>
                    <a:pt x="90465" y="35262"/>
                  </a:lnTo>
                  <a:lnTo>
                    <a:pt x="90433" y="35127"/>
                  </a:lnTo>
                  <a:lnTo>
                    <a:pt x="90623" y="34631"/>
                  </a:lnTo>
                  <a:lnTo>
                    <a:pt x="89785" y="33343"/>
                  </a:lnTo>
                  <a:lnTo>
                    <a:pt x="89642" y="33348"/>
                  </a:lnTo>
                  <a:lnTo>
                    <a:pt x="89372" y="33331"/>
                  </a:lnTo>
                  <a:lnTo>
                    <a:pt x="89222" y="32948"/>
                  </a:lnTo>
                  <a:lnTo>
                    <a:pt x="88988" y="32473"/>
                  </a:lnTo>
                  <a:lnTo>
                    <a:pt x="88982" y="32144"/>
                  </a:lnTo>
                  <a:lnTo>
                    <a:pt x="89036" y="31861"/>
                  </a:lnTo>
                  <a:lnTo>
                    <a:pt x="88972" y="30673"/>
                  </a:lnTo>
                  <a:lnTo>
                    <a:pt x="88581" y="30686"/>
                  </a:lnTo>
                  <a:lnTo>
                    <a:pt x="88418" y="30402"/>
                  </a:lnTo>
                  <a:lnTo>
                    <a:pt x="88214" y="30174"/>
                  </a:lnTo>
                  <a:lnTo>
                    <a:pt x="88104" y="29734"/>
                  </a:lnTo>
                  <a:lnTo>
                    <a:pt x="88092" y="29601"/>
                  </a:lnTo>
                  <a:lnTo>
                    <a:pt x="88049" y="29307"/>
                  </a:lnTo>
                  <a:lnTo>
                    <a:pt x="88073" y="28474"/>
                  </a:lnTo>
                  <a:lnTo>
                    <a:pt x="88080" y="28046"/>
                  </a:lnTo>
                  <a:lnTo>
                    <a:pt x="87689" y="17977"/>
                  </a:lnTo>
                  <a:lnTo>
                    <a:pt x="87531" y="17604"/>
                  </a:lnTo>
                  <a:lnTo>
                    <a:pt x="87607" y="17345"/>
                  </a:lnTo>
                  <a:lnTo>
                    <a:pt x="87649" y="17108"/>
                  </a:lnTo>
                  <a:lnTo>
                    <a:pt x="87740" y="16792"/>
                  </a:lnTo>
                  <a:lnTo>
                    <a:pt x="87878" y="16266"/>
                  </a:lnTo>
                  <a:lnTo>
                    <a:pt x="87947" y="15980"/>
                  </a:lnTo>
                  <a:lnTo>
                    <a:pt x="87954" y="15837"/>
                  </a:lnTo>
                  <a:lnTo>
                    <a:pt x="88144" y="15009"/>
                  </a:lnTo>
                  <a:lnTo>
                    <a:pt x="86721" y="5070"/>
                  </a:lnTo>
                  <a:lnTo>
                    <a:pt x="86640" y="4938"/>
                  </a:lnTo>
                  <a:lnTo>
                    <a:pt x="84687" y="2487"/>
                  </a:lnTo>
                  <a:lnTo>
                    <a:pt x="84454" y="2352"/>
                  </a:lnTo>
                  <a:lnTo>
                    <a:pt x="84262" y="2241"/>
                  </a:lnTo>
                  <a:lnTo>
                    <a:pt x="84038" y="2126"/>
                  </a:lnTo>
                  <a:lnTo>
                    <a:pt x="83709" y="2044"/>
                  </a:lnTo>
                  <a:lnTo>
                    <a:pt x="83531" y="2031"/>
                  </a:lnTo>
                  <a:lnTo>
                    <a:pt x="83183" y="1997"/>
                  </a:lnTo>
                  <a:lnTo>
                    <a:pt x="83025" y="1975"/>
                  </a:lnTo>
                  <a:lnTo>
                    <a:pt x="82839" y="1921"/>
                  </a:lnTo>
                  <a:lnTo>
                    <a:pt x="82546" y="1750"/>
                  </a:lnTo>
                  <a:lnTo>
                    <a:pt x="82102" y="1414"/>
                  </a:lnTo>
                  <a:lnTo>
                    <a:pt x="81906" y="1408"/>
                  </a:lnTo>
                  <a:lnTo>
                    <a:pt x="81580" y="1510"/>
                  </a:lnTo>
                  <a:lnTo>
                    <a:pt x="81301" y="1462"/>
                  </a:lnTo>
                  <a:lnTo>
                    <a:pt x="81071" y="1456"/>
                  </a:lnTo>
                  <a:lnTo>
                    <a:pt x="80931" y="1505"/>
                  </a:lnTo>
                  <a:lnTo>
                    <a:pt x="80583" y="1451"/>
                  </a:lnTo>
                  <a:lnTo>
                    <a:pt x="80422" y="1108"/>
                  </a:lnTo>
                  <a:lnTo>
                    <a:pt x="79941" y="926"/>
                  </a:lnTo>
                  <a:lnTo>
                    <a:pt x="76741" y="1336"/>
                  </a:lnTo>
                  <a:lnTo>
                    <a:pt x="76322" y="1997"/>
                  </a:lnTo>
                  <a:lnTo>
                    <a:pt x="76126" y="2315"/>
                  </a:lnTo>
                  <a:lnTo>
                    <a:pt x="76022" y="2160"/>
                  </a:lnTo>
                  <a:lnTo>
                    <a:pt x="75777" y="1788"/>
                  </a:lnTo>
                  <a:lnTo>
                    <a:pt x="75403" y="1453"/>
                  </a:lnTo>
                  <a:lnTo>
                    <a:pt x="75234" y="1336"/>
                  </a:lnTo>
                  <a:lnTo>
                    <a:pt x="75195" y="1081"/>
                  </a:lnTo>
                  <a:lnTo>
                    <a:pt x="75026" y="1075"/>
                  </a:lnTo>
                  <a:lnTo>
                    <a:pt x="74751" y="1069"/>
                  </a:lnTo>
                  <a:lnTo>
                    <a:pt x="74114" y="2490"/>
                  </a:lnTo>
                  <a:lnTo>
                    <a:pt x="73984" y="2443"/>
                  </a:lnTo>
                  <a:lnTo>
                    <a:pt x="73399" y="2819"/>
                  </a:lnTo>
                  <a:lnTo>
                    <a:pt x="72320" y="1614"/>
                  </a:lnTo>
                  <a:lnTo>
                    <a:pt x="72029" y="1549"/>
                  </a:lnTo>
                  <a:lnTo>
                    <a:pt x="71781" y="1459"/>
                  </a:lnTo>
                  <a:lnTo>
                    <a:pt x="71388" y="1257"/>
                  </a:lnTo>
                  <a:lnTo>
                    <a:pt x="71069" y="968"/>
                  </a:lnTo>
                  <a:lnTo>
                    <a:pt x="70557" y="657"/>
                  </a:lnTo>
                  <a:lnTo>
                    <a:pt x="69083" y="1273"/>
                  </a:lnTo>
                  <a:lnTo>
                    <a:pt x="68853" y="1313"/>
                  </a:lnTo>
                  <a:lnTo>
                    <a:pt x="68694" y="1334"/>
                  </a:lnTo>
                  <a:lnTo>
                    <a:pt x="68430" y="1356"/>
                  </a:lnTo>
                  <a:lnTo>
                    <a:pt x="67685" y="1024"/>
                  </a:lnTo>
                  <a:lnTo>
                    <a:pt x="67239" y="1226"/>
                  </a:lnTo>
                  <a:lnTo>
                    <a:pt x="66661" y="1300"/>
                  </a:lnTo>
                  <a:lnTo>
                    <a:pt x="66329" y="1174"/>
                  </a:lnTo>
                  <a:lnTo>
                    <a:pt x="65600" y="1104"/>
                  </a:lnTo>
                  <a:lnTo>
                    <a:pt x="65491" y="1257"/>
                  </a:lnTo>
                  <a:lnTo>
                    <a:pt x="65383" y="1671"/>
                  </a:lnTo>
                  <a:lnTo>
                    <a:pt x="65264" y="1529"/>
                  </a:lnTo>
                  <a:lnTo>
                    <a:pt x="64837" y="1257"/>
                  </a:lnTo>
                  <a:lnTo>
                    <a:pt x="64558" y="1139"/>
                  </a:lnTo>
                  <a:lnTo>
                    <a:pt x="64091" y="887"/>
                  </a:lnTo>
                  <a:lnTo>
                    <a:pt x="63942" y="826"/>
                  </a:lnTo>
                  <a:lnTo>
                    <a:pt x="63643" y="742"/>
                  </a:lnTo>
                  <a:lnTo>
                    <a:pt x="62772" y="0"/>
                  </a:lnTo>
                  <a:lnTo>
                    <a:pt x="61788" y="82"/>
                  </a:lnTo>
                  <a:lnTo>
                    <a:pt x="61137" y="9"/>
                  </a:lnTo>
                  <a:lnTo>
                    <a:pt x="60022" y="67"/>
                  </a:lnTo>
                  <a:lnTo>
                    <a:pt x="59920" y="483"/>
                  </a:lnTo>
                  <a:lnTo>
                    <a:pt x="59843" y="675"/>
                  </a:lnTo>
                  <a:lnTo>
                    <a:pt x="59650" y="1052"/>
                  </a:lnTo>
                  <a:lnTo>
                    <a:pt x="59598" y="1292"/>
                  </a:lnTo>
                  <a:lnTo>
                    <a:pt x="59502" y="1900"/>
                  </a:lnTo>
                  <a:lnTo>
                    <a:pt x="59441" y="2165"/>
                  </a:lnTo>
                  <a:lnTo>
                    <a:pt x="59414" y="2303"/>
                  </a:lnTo>
                  <a:lnTo>
                    <a:pt x="59371" y="2440"/>
                  </a:lnTo>
                  <a:lnTo>
                    <a:pt x="59303" y="2619"/>
                  </a:lnTo>
                  <a:lnTo>
                    <a:pt x="59168" y="2749"/>
                  </a:lnTo>
                  <a:lnTo>
                    <a:pt x="58896" y="2888"/>
                  </a:lnTo>
                  <a:lnTo>
                    <a:pt x="58560" y="3001"/>
                  </a:lnTo>
                  <a:lnTo>
                    <a:pt x="57906" y="3213"/>
                  </a:lnTo>
                  <a:lnTo>
                    <a:pt x="57507" y="3707"/>
                  </a:lnTo>
                  <a:lnTo>
                    <a:pt x="56924" y="4932"/>
                  </a:lnTo>
                  <a:lnTo>
                    <a:pt x="56458" y="5945"/>
                  </a:lnTo>
                  <a:lnTo>
                    <a:pt x="55972" y="7131"/>
                  </a:lnTo>
                  <a:lnTo>
                    <a:pt x="54515" y="6850"/>
                  </a:lnTo>
                  <a:lnTo>
                    <a:pt x="53477" y="6711"/>
                  </a:lnTo>
                  <a:lnTo>
                    <a:pt x="52285" y="6558"/>
                  </a:lnTo>
                  <a:lnTo>
                    <a:pt x="51150" y="6433"/>
                  </a:lnTo>
                  <a:lnTo>
                    <a:pt x="50514" y="6537"/>
                  </a:lnTo>
                  <a:lnTo>
                    <a:pt x="50094" y="6982"/>
                  </a:lnTo>
                  <a:lnTo>
                    <a:pt x="49144" y="7155"/>
                  </a:lnTo>
                  <a:lnTo>
                    <a:pt x="48815" y="6185"/>
                  </a:lnTo>
                  <a:lnTo>
                    <a:pt x="48755" y="6034"/>
                  </a:lnTo>
                  <a:lnTo>
                    <a:pt x="48687" y="5647"/>
                  </a:lnTo>
                  <a:lnTo>
                    <a:pt x="48622" y="5414"/>
                  </a:lnTo>
                  <a:lnTo>
                    <a:pt x="48371" y="4933"/>
                  </a:lnTo>
                  <a:lnTo>
                    <a:pt x="48299" y="4760"/>
                  </a:lnTo>
                  <a:lnTo>
                    <a:pt x="48207" y="4541"/>
                  </a:lnTo>
                  <a:lnTo>
                    <a:pt x="47813" y="3681"/>
                  </a:lnTo>
                  <a:lnTo>
                    <a:pt x="47370" y="3166"/>
                  </a:lnTo>
                  <a:lnTo>
                    <a:pt x="42005" y="5820"/>
                  </a:lnTo>
                  <a:lnTo>
                    <a:pt x="42158" y="6144"/>
                  </a:lnTo>
                  <a:lnTo>
                    <a:pt x="42343" y="6410"/>
                  </a:lnTo>
                  <a:lnTo>
                    <a:pt x="42423" y="6622"/>
                  </a:lnTo>
                  <a:lnTo>
                    <a:pt x="42333" y="7121"/>
                  </a:lnTo>
                  <a:lnTo>
                    <a:pt x="41957" y="7401"/>
                  </a:lnTo>
                  <a:lnTo>
                    <a:pt x="41378" y="7819"/>
                  </a:lnTo>
                  <a:lnTo>
                    <a:pt x="40685" y="8672"/>
                  </a:lnTo>
                  <a:lnTo>
                    <a:pt x="40628" y="9657"/>
                  </a:lnTo>
                  <a:lnTo>
                    <a:pt x="40630" y="9910"/>
                  </a:lnTo>
                  <a:lnTo>
                    <a:pt x="40842" y="11094"/>
                  </a:lnTo>
                  <a:lnTo>
                    <a:pt x="41150" y="12515"/>
                  </a:lnTo>
                  <a:lnTo>
                    <a:pt x="40828" y="12612"/>
                  </a:lnTo>
                  <a:lnTo>
                    <a:pt x="38016" y="13775"/>
                  </a:lnTo>
                  <a:lnTo>
                    <a:pt x="37819" y="13850"/>
                  </a:lnTo>
                  <a:lnTo>
                    <a:pt x="37561" y="13942"/>
                  </a:lnTo>
                  <a:lnTo>
                    <a:pt x="37376" y="14043"/>
                  </a:lnTo>
                  <a:lnTo>
                    <a:pt x="37172" y="14099"/>
                  </a:lnTo>
                  <a:lnTo>
                    <a:pt x="36979" y="14148"/>
                  </a:lnTo>
                  <a:lnTo>
                    <a:pt x="36672" y="14210"/>
                  </a:lnTo>
                  <a:lnTo>
                    <a:pt x="36484" y="14268"/>
                  </a:lnTo>
                  <a:lnTo>
                    <a:pt x="36191" y="14383"/>
                  </a:lnTo>
                  <a:lnTo>
                    <a:pt x="35693" y="14791"/>
                  </a:lnTo>
                  <a:lnTo>
                    <a:pt x="35481" y="14987"/>
                  </a:lnTo>
                  <a:lnTo>
                    <a:pt x="35327" y="15160"/>
                  </a:lnTo>
                  <a:lnTo>
                    <a:pt x="34633" y="15911"/>
                  </a:lnTo>
                  <a:lnTo>
                    <a:pt x="34800" y="16691"/>
                  </a:lnTo>
                  <a:lnTo>
                    <a:pt x="34999" y="17475"/>
                  </a:lnTo>
                  <a:lnTo>
                    <a:pt x="35146" y="18454"/>
                  </a:lnTo>
                  <a:lnTo>
                    <a:pt x="35461" y="20172"/>
                  </a:lnTo>
                  <a:lnTo>
                    <a:pt x="34568" y="20226"/>
                  </a:lnTo>
                  <a:lnTo>
                    <a:pt x="33715" y="20309"/>
                  </a:lnTo>
                  <a:lnTo>
                    <a:pt x="32437" y="21097"/>
                  </a:lnTo>
                  <a:lnTo>
                    <a:pt x="34181" y="23665"/>
                  </a:lnTo>
                  <a:lnTo>
                    <a:pt x="35249" y="25226"/>
                  </a:lnTo>
                  <a:lnTo>
                    <a:pt x="35348" y="25398"/>
                  </a:lnTo>
                  <a:lnTo>
                    <a:pt x="35560" y="25822"/>
                  </a:lnTo>
                  <a:lnTo>
                    <a:pt x="36330" y="27342"/>
                  </a:lnTo>
                  <a:lnTo>
                    <a:pt x="36482" y="27654"/>
                  </a:lnTo>
                  <a:lnTo>
                    <a:pt x="36731" y="28103"/>
                  </a:lnTo>
                  <a:lnTo>
                    <a:pt x="37037" y="28774"/>
                  </a:lnTo>
                  <a:lnTo>
                    <a:pt x="37382" y="29464"/>
                  </a:lnTo>
                  <a:lnTo>
                    <a:pt x="38055" y="30747"/>
                  </a:lnTo>
                  <a:lnTo>
                    <a:pt x="38448" y="31575"/>
                  </a:lnTo>
                  <a:lnTo>
                    <a:pt x="38672" y="31975"/>
                  </a:lnTo>
                  <a:lnTo>
                    <a:pt x="38727" y="32115"/>
                  </a:lnTo>
                  <a:lnTo>
                    <a:pt x="38911" y="32448"/>
                  </a:lnTo>
                  <a:lnTo>
                    <a:pt x="39017" y="32717"/>
                  </a:lnTo>
                  <a:lnTo>
                    <a:pt x="39114" y="32861"/>
                  </a:lnTo>
                  <a:lnTo>
                    <a:pt x="39984" y="34237"/>
                  </a:lnTo>
                  <a:lnTo>
                    <a:pt x="40141" y="34527"/>
                  </a:lnTo>
                  <a:lnTo>
                    <a:pt x="40229" y="34694"/>
                  </a:lnTo>
                  <a:lnTo>
                    <a:pt x="40310" y="34835"/>
                  </a:lnTo>
                  <a:lnTo>
                    <a:pt x="40408" y="35021"/>
                  </a:lnTo>
                  <a:lnTo>
                    <a:pt x="41065" y="35774"/>
                  </a:lnTo>
                  <a:lnTo>
                    <a:pt x="41298" y="35948"/>
                  </a:lnTo>
                  <a:lnTo>
                    <a:pt x="41579" y="36234"/>
                  </a:lnTo>
                  <a:lnTo>
                    <a:pt x="41789" y="36417"/>
                  </a:lnTo>
                  <a:lnTo>
                    <a:pt x="41947" y="36556"/>
                  </a:lnTo>
                  <a:lnTo>
                    <a:pt x="42267" y="37038"/>
                  </a:lnTo>
                  <a:lnTo>
                    <a:pt x="43316" y="38336"/>
                  </a:lnTo>
                  <a:lnTo>
                    <a:pt x="43995" y="39256"/>
                  </a:lnTo>
                  <a:lnTo>
                    <a:pt x="44113" y="39417"/>
                  </a:lnTo>
                  <a:lnTo>
                    <a:pt x="44391" y="39793"/>
                  </a:lnTo>
                  <a:lnTo>
                    <a:pt x="44690" y="40092"/>
                  </a:lnTo>
                  <a:lnTo>
                    <a:pt x="44991" y="40437"/>
                  </a:lnTo>
                  <a:lnTo>
                    <a:pt x="45208" y="40918"/>
                  </a:lnTo>
                  <a:lnTo>
                    <a:pt x="45364" y="41258"/>
                  </a:lnTo>
                  <a:lnTo>
                    <a:pt x="45488" y="41515"/>
                  </a:lnTo>
                  <a:lnTo>
                    <a:pt x="45616" y="41792"/>
                  </a:lnTo>
                  <a:lnTo>
                    <a:pt x="45745" y="42071"/>
                  </a:lnTo>
                  <a:lnTo>
                    <a:pt x="45842" y="42275"/>
                  </a:lnTo>
                  <a:lnTo>
                    <a:pt x="46026" y="42566"/>
                  </a:lnTo>
                  <a:lnTo>
                    <a:pt x="46169" y="42816"/>
                  </a:lnTo>
                  <a:lnTo>
                    <a:pt x="46362" y="43361"/>
                  </a:lnTo>
                  <a:lnTo>
                    <a:pt x="46676" y="44041"/>
                  </a:lnTo>
                  <a:lnTo>
                    <a:pt x="46738" y="44175"/>
                  </a:lnTo>
                  <a:lnTo>
                    <a:pt x="46808" y="44310"/>
                  </a:lnTo>
                  <a:lnTo>
                    <a:pt x="46965" y="44627"/>
                  </a:lnTo>
                  <a:lnTo>
                    <a:pt x="47112" y="44929"/>
                  </a:lnTo>
                  <a:lnTo>
                    <a:pt x="47141" y="45203"/>
                  </a:lnTo>
                  <a:lnTo>
                    <a:pt x="47376" y="46689"/>
                  </a:lnTo>
                  <a:lnTo>
                    <a:pt x="47450" y="46863"/>
                  </a:lnTo>
                  <a:lnTo>
                    <a:pt x="47518" y="46997"/>
                  </a:lnTo>
                  <a:lnTo>
                    <a:pt x="47679" y="47349"/>
                  </a:lnTo>
                  <a:lnTo>
                    <a:pt x="47864" y="47636"/>
                  </a:lnTo>
                  <a:lnTo>
                    <a:pt x="48101" y="48103"/>
                  </a:lnTo>
                  <a:lnTo>
                    <a:pt x="48185" y="48420"/>
                  </a:lnTo>
                  <a:lnTo>
                    <a:pt x="48257" y="48714"/>
                  </a:lnTo>
                  <a:lnTo>
                    <a:pt x="48364" y="49251"/>
                  </a:lnTo>
                  <a:lnTo>
                    <a:pt x="48446" y="49626"/>
                  </a:lnTo>
                  <a:lnTo>
                    <a:pt x="48576" y="50102"/>
                  </a:lnTo>
                  <a:lnTo>
                    <a:pt x="48607" y="50264"/>
                  </a:lnTo>
                  <a:lnTo>
                    <a:pt x="48861" y="51029"/>
                  </a:lnTo>
                  <a:lnTo>
                    <a:pt x="48357" y="51173"/>
                  </a:lnTo>
                  <a:lnTo>
                    <a:pt x="48040" y="51319"/>
                  </a:lnTo>
                  <a:lnTo>
                    <a:pt x="47748" y="51487"/>
                  </a:lnTo>
                  <a:lnTo>
                    <a:pt x="47468" y="51697"/>
                  </a:lnTo>
                  <a:lnTo>
                    <a:pt x="47151" y="51846"/>
                  </a:lnTo>
                  <a:lnTo>
                    <a:pt x="46900" y="51971"/>
                  </a:lnTo>
                  <a:lnTo>
                    <a:pt x="46462" y="52133"/>
                  </a:lnTo>
                  <a:lnTo>
                    <a:pt x="46058" y="52304"/>
                  </a:lnTo>
                  <a:lnTo>
                    <a:pt x="45910" y="52313"/>
                  </a:lnTo>
                  <a:lnTo>
                    <a:pt x="45580" y="52347"/>
                  </a:lnTo>
                  <a:lnTo>
                    <a:pt x="45205" y="52490"/>
                  </a:lnTo>
                  <a:lnTo>
                    <a:pt x="44375" y="52733"/>
                  </a:lnTo>
                  <a:lnTo>
                    <a:pt x="43929" y="52811"/>
                  </a:lnTo>
                  <a:lnTo>
                    <a:pt x="43563" y="53555"/>
                  </a:lnTo>
                  <a:lnTo>
                    <a:pt x="43579" y="53692"/>
                  </a:lnTo>
                  <a:lnTo>
                    <a:pt x="43172" y="53957"/>
                  </a:lnTo>
                  <a:lnTo>
                    <a:pt x="43084" y="54133"/>
                  </a:lnTo>
                  <a:lnTo>
                    <a:pt x="42944" y="54174"/>
                  </a:lnTo>
                  <a:lnTo>
                    <a:pt x="42816" y="54221"/>
                  </a:lnTo>
                  <a:lnTo>
                    <a:pt x="42648" y="54283"/>
                  </a:lnTo>
                  <a:lnTo>
                    <a:pt x="41811" y="54135"/>
                  </a:lnTo>
                  <a:lnTo>
                    <a:pt x="41655" y="54129"/>
                  </a:lnTo>
                  <a:lnTo>
                    <a:pt x="41490" y="54118"/>
                  </a:lnTo>
                  <a:lnTo>
                    <a:pt x="41327" y="54085"/>
                  </a:lnTo>
                  <a:lnTo>
                    <a:pt x="40955" y="53863"/>
                  </a:lnTo>
                  <a:lnTo>
                    <a:pt x="40839" y="53699"/>
                  </a:lnTo>
                  <a:lnTo>
                    <a:pt x="40724" y="53433"/>
                  </a:lnTo>
                  <a:lnTo>
                    <a:pt x="40635" y="53085"/>
                  </a:lnTo>
                  <a:lnTo>
                    <a:pt x="40616" y="52956"/>
                  </a:lnTo>
                  <a:lnTo>
                    <a:pt x="40616" y="52753"/>
                  </a:lnTo>
                  <a:lnTo>
                    <a:pt x="40489" y="51975"/>
                  </a:lnTo>
                  <a:lnTo>
                    <a:pt x="40230" y="51927"/>
                  </a:lnTo>
                  <a:lnTo>
                    <a:pt x="39761" y="51817"/>
                  </a:lnTo>
                  <a:lnTo>
                    <a:pt x="39352" y="51748"/>
                  </a:lnTo>
                  <a:lnTo>
                    <a:pt x="39085" y="51704"/>
                  </a:lnTo>
                  <a:lnTo>
                    <a:pt x="38727" y="51769"/>
                  </a:lnTo>
                  <a:lnTo>
                    <a:pt x="38412" y="51878"/>
                  </a:lnTo>
                  <a:lnTo>
                    <a:pt x="37953" y="52041"/>
                  </a:lnTo>
                  <a:lnTo>
                    <a:pt x="37510" y="51902"/>
                  </a:lnTo>
                  <a:lnTo>
                    <a:pt x="37354" y="51890"/>
                  </a:lnTo>
                  <a:lnTo>
                    <a:pt x="37105" y="51820"/>
                  </a:lnTo>
                  <a:lnTo>
                    <a:pt x="36886" y="51736"/>
                  </a:lnTo>
                  <a:lnTo>
                    <a:pt x="36350" y="51518"/>
                  </a:lnTo>
                  <a:lnTo>
                    <a:pt x="35870" y="51381"/>
                  </a:lnTo>
                  <a:lnTo>
                    <a:pt x="35611" y="51344"/>
                  </a:lnTo>
                  <a:lnTo>
                    <a:pt x="35473" y="51352"/>
                  </a:lnTo>
                  <a:lnTo>
                    <a:pt x="35101" y="51295"/>
                  </a:lnTo>
                  <a:lnTo>
                    <a:pt x="34626" y="51298"/>
                  </a:lnTo>
                  <a:lnTo>
                    <a:pt x="34287" y="51266"/>
                  </a:lnTo>
                  <a:lnTo>
                    <a:pt x="33848" y="51202"/>
                  </a:lnTo>
                  <a:lnTo>
                    <a:pt x="33493" y="51114"/>
                  </a:lnTo>
                  <a:lnTo>
                    <a:pt x="33042" y="51654"/>
                  </a:lnTo>
                  <a:lnTo>
                    <a:pt x="32551" y="51702"/>
                  </a:lnTo>
                  <a:lnTo>
                    <a:pt x="32522" y="51892"/>
                  </a:lnTo>
                  <a:lnTo>
                    <a:pt x="32393" y="51998"/>
                  </a:lnTo>
                  <a:lnTo>
                    <a:pt x="32329" y="52218"/>
                  </a:lnTo>
                  <a:lnTo>
                    <a:pt x="32286" y="52751"/>
                  </a:lnTo>
                  <a:lnTo>
                    <a:pt x="32145" y="53410"/>
                  </a:lnTo>
                  <a:lnTo>
                    <a:pt x="29065" y="54100"/>
                  </a:lnTo>
                  <a:lnTo>
                    <a:pt x="20876" y="52194"/>
                  </a:lnTo>
                  <a:lnTo>
                    <a:pt x="15768" y="50076"/>
                  </a:lnTo>
                  <a:lnTo>
                    <a:pt x="10072" y="61895"/>
                  </a:lnTo>
                  <a:lnTo>
                    <a:pt x="10236" y="64067"/>
                  </a:lnTo>
                  <a:lnTo>
                    <a:pt x="10216" y="64507"/>
                  </a:lnTo>
                  <a:lnTo>
                    <a:pt x="10116" y="66501"/>
                  </a:lnTo>
                  <a:lnTo>
                    <a:pt x="10073" y="67376"/>
                  </a:lnTo>
                  <a:lnTo>
                    <a:pt x="9994" y="69038"/>
                  </a:lnTo>
                  <a:lnTo>
                    <a:pt x="9982" y="69310"/>
                  </a:lnTo>
                  <a:lnTo>
                    <a:pt x="9944" y="69802"/>
                  </a:lnTo>
                  <a:lnTo>
                    <a:pt x="9898" y="70007"/>
                  </a:lnTo>
                  <a:lnTo>
                    <a:pt x="9767" y="70594"/>
                  </a:lnTo>
                  <a:lnTo>
                    <a:pt x="9651" y="71112"/>
                  </a:lnTo>
                  <a:lnTo>
                    <a:pt x="9557" y="71531"/>
                  </a:lnTo>
                  <a:lnTo>
                    <a:pt x="9505" y="71764"/>
                  </a:lnTo>
                  <a:lnTo>
                    <a:pt x="9406" y="72203"/>
                  </a:lnTo>
                  <a:lnTo>
                    <a:pt x="8569" y="72697"/>
                  </a:lnTo>
                  <a:lnTo>
                    <a:pt x="8400" y="73245"/>
                  </a:lnTo>
                  <a:lnTo>
                    <a:pt x="8339" y="73475"/>
                  </a:lnTo>
                  <a:lnTo>
                    <a:pt x="8360" y="73761"/>
                  </a:lnTo>
                  <a:lnTo>
                    <a:pt x="8415" y="74508"/>
                  </a:lnTo>
                  <a:lnTo>
                    <a:pt x="8499" y="75656"/>
                  </a:lnTo>
                  <a:lnTo>
                    <a:pt x="8581" y="76781"/>
                  </a:lnTo>
                  <a:lnTo>
                    <a:pt x="8822" y="77756"/>
                  </a:lnTo>
                  <a:lnTo>
                    <a:pt x="8969" y="78203"/>
                  </a:lnTo>
                  <a:lnTo>
                    <a:pt x="9106" y="78616"/>
                  </a:lnTo>
                  <a:lnTo>
                    <a:pt x="9600" y="80185"/>
                  </a:lnTo>
                  <a:lnTo>
                    <a:pt x="8177" y="81785"/>
                  </a:lnTo>
                  <a:lnTo>
                    <a:pt x="7939" y="82054"/>
                  </a:lnTo>
                  <a:lnTo>
                    <a:pt x="6617" y="84414"/>
                  </a:lnTo>
                  <a:lnTo>
                    <a:pt x="6428" y="84753"/>
                  </a:lnTo>
                  <a:lnTo>
                    <a:pt x="5895" y="85690"/>
                  </a:lnTo>
                  <a:lnTo>
                    <a:pt x="5681" y="86067"/>
                  </a:lnTo>
                  <a:lnTo>
                    <a:pt x="5421" y="86523"/>
                  </a:lnTo>
                  <a:lnTo>
                    <a:pt x="5746" y="86828"/>
                  </a:lnTo>
                  <a:lnTo>
                    <a:pt x="6082" y="87144"/>
                  </a:lnTo>
                  <a:lnTo>
                    <a:pt x="8098" y="89039"/>
                  </a:lnTo>
                  <a:lnTo>
                    <a:pt x="8500" y="89772"/>
                  </a:lnTo>
                  <a:lnTo>
                    <a:pt x="9210" y="91095"/>
                  </a:lnTo>
                  <a:lnTo>
                    <a:pt x="11007" y="94439"/>
                  </a:lnTo>
                  <a:lnTo>
                    <a:pt x="11251" y="94893"/>
                  </a:lnTo>
                  <a:lnTo>
                    <a:pt x="11365" y="95106"/>
                  </a:lnTo>
                  <a:lnTo>
                    <a:pt x="11760" y="95887"/>
                  </a:lnTo>
                  <a:lnTo>
                    <a:pt x="12053" y="96466"/>
                  </a:lnTo>
                  <a:lnTo>
                    <a:pt x="12027" y="96782"/>
                  </a:lnTo>
                  <a:lnTo>
                    <a:pt x="11992" y="97204"/>
                  </a:lnTo>
                  <a:lnTo>
                    <a:pt x="11910" y="98213"/>
                  </a:lnTo>
                  <a:lnTo>
                    <a:pt x="12239" y="98517"/>
                  </a:lnTo>
                  <a:lnTo>
                    <a:pt x="12707" y="98947"/>
                  </a:lnTo>
                  <a:lnTo>
                    <a:pt x="13053" y="99266"/>
                  </a:lnTo>
                  <a:lnTo>
                    <a:pt x="13470" y="99648"/>
                  </a:lnTo>
                  <a:lnTo>
                    <a:pt x="13839" y="99986"/>
                  </a:lnTo>
                  <a:lnTo>
                    <a:pt x="14330" y="100436"/>
                  </a:lnTo>
                  <a:lnTo>
                    <a:pt x="15121" y="101161"/>
                  </a:lnTo>
                  <a:lnTo>
                    <a:pt x="15342" y="101785"/>
                  </a:lnTo>
                  <a:lnTo>
                    <a:pt x="15526" y="101967"/>
                  </a:lnTo>
                  <a:lnTo>
                    <a:pt x="15892" y="102403"/>
                  </a:lnTo>
                  <a:lnTo>
                    <a:pt x="16083" y="102723"/>
                  </a:lnTo>
                  <a:lnTo>
                    <a:pt x="16242" y="102973"/>
                  </a:lnTo>
                  <a:lnTo>
                    <a:pt x="16442" y="103200"/>
                  </a:lnTo>
                  <a:lnTo>
                    <a:pt x="16782" y="103918"/>
                  </a:lnTo>
                  <a:lnTo>
                    <a:pt x="17010" y="104209"/>
                  </a:lnTo>
                  <a:lnTo>
                    <a:pt x="17162" y="104398"/>
                  </a:lnTo>
                  <a:lnTo>
                    <a:pt x="17464" y="104711"/>
                  </a:lnTo>
                  <a:lnTo>
                    <a:pt x="18293" y="105868"/>
                  </a:lnTo>
                  <a:lnTo>
                    <a:pt x="18465" y="106042"/>
                  </a:lnTo>
                  <a:lnTo>
                    <a:pt x="18822" y="106404"/>
                  </a:lnTo>
                  <a:lnTo>
                    <a:pt x="19154" y="106741"/>
                  </a:lnTo>
                  <a:lnTo>
                    <a:pt x="19227" y="107323"/>
                  </a:lnTo>
                  <a:lnTo>
                    <a:pt x="19299" y="107853"/>
                  </a:lnTo>
                  <a:lnTo>
                    <a:pt x="19317" y="108445"/>
                  </a:lnTo>
                  <a:lnTo>
                    <a:pt x="19303" y="108580"/>
                  </a:lnTo>
                  <a:lnTo>
                    <a:pt x="19274" y="108855"/>
                  </a:lnTo>
                  <a:lnTo>
                    <a:pt x="19259" y="108996"/>
                  </a:lnTo>
                  <a:lnTo>
                    <a:pt x="19223" y="109348"/>
                  </a:lnTo>
                  <a:lnTo>
                    <a:pt x="19194" y="109633"/>
                  </a:lnTo>
                  <a:lnTo>
                    <a:pt x="19182" y="109765"/>
                  </a:lnTo>
                  <a:lnTo>
                    <a:pt x="19158" y="110006"/>
                  </a:lnTo>
                  <a:lnTo>
                    <a:pt x="19174" y="110137"/>
                  </a:lnTo>
                  <a:lnTo>
                    <a:pt x="19193" y="110270"/>
                  </a:lnTo>
                  <a:lnTo>
                    <a:pt x="19230" y="110547"/>
                  </a:lnTo>
                  <a:lnTo>
                    <a:pt x="19259" y="110757"/>
                  </a:lnTo>
                  <a:lnTo>
                    <a:pt x="19279" y="110896"/>
                  </a:lnTo>
                  <a:lnTo>
                    <a:pt x="19300" y="111035"/>
                  </a:lnTo>
                  <a:lnTo>
                    <a:pt x="19334" y="111266"/>
                  </a:lnTo>
                  <a:lnTo>
                    <a:pt x="19413" y="111581"/>
                  </a:lnTo>
                  <a:lnTo>
                    <a:pt x="19387" y="112696"/>
                  </a:lnTo>
                  <a:lnTo>
                    <a:pt x="19382" y="112833"/>
                  </a:lnTo>
                  <a:lnTo>
                    <a:pt x="19426" y="113103"/>
                  </a:lnTo>
                  <a:lnTo>
                    <a:pt x="19488" y="113395"/>
                  </a:lnTo>
                  <a:lnTo>
                    <a:pt x="19543" y="113744"/>
                  </a:lnTo>
                  <a:lnTo>
                    <a:pt x="19508" y="113884"/>
                  </a:lnTo>
                  <a:lnTo>
                    <a:pt x="19471" y="114272"/>
                  </a:lnTo>
                  <a:lnTo>
                    <a:pt x="19520" y="114471"/>
                  </a:lnTo>
                  <a:lnTo>
                    <a:pt x="19558" y="114606"/>
                  </a:lnTo>
                  <a:lnTo>
                    <a:pt x="19606" y="114760"/>
                  </a:lnTo>
                  <a:lnTo>
                    <a:pt x="19644" y="114957"/>
                  </a:lnTo>
                  <a:lnTo>
                    <a:pt x="18609" y="115403"/>
                  </a:lnTo>
                  <a:lnTo>
                    <a:pt x="18336" y="115513"/>
                  </a:lnTo>
                  <a:lnTo>
                    <a:pt x="18054" y="115638"/>
                  </a:lnTo>
                  <a:lnTo>
                    <a:pt x="17845" y="115756"/>
                  </a:lnTo>
                  <a:lnTo>
                    <a:pt x="17492" y="115919"/>
                  </a:lnTo>
                  <a:lnTo>
                    <a:pt x="17221" y="116022"/>
                  </a:lnTo>
                  <a:lnTo>
                    <a:pt x="16858" y="116224"/>
                  </a:lnTo>
                  <a:lnTo>
                    <a:pt x="17111" y="116593"/>
                  </a:lnTo>
                  <a:lnTo>
                    <a:pt x="17325" y="116860"/>
                  </a:lnTo>
                  <a:lnTo>
                    <a:pt x="17456" y="117024"/>
                  </a:lnTo>
                  <a:lnTo>
                    <a:pt x="17546" y="117193"/>
                  </a:lnTo>
                  <a:lnTo>
                    <a:pt x="17696" y="117566"/>
                  </a:lnTo>
                  <a:lnTo>
                    <a:pt x="17763" y="117799"/>
                  </a:lnTo>
                  <a:lnTo>
                    <a:pt x="17879" y="118190"/>
                  </a:lnTo>
                  <a:lnTo>
                    <a:pt x="17949" y="118422"/>
                  </a:lnTo>
                  <a:lnTo>
                    <a:pt x="18048" y="118764"/>
                  </a:lnTo>
                  <a:lnTo>
                    <a:pt x="18136" y="118980"/>
                  </a:lnTo>
                  <a:lnTo>
                    <a:pt x="18469" y="119558"/>
                  </a:lnTo>
                  <a:lnTo>
                    <a:pt x="18860" y="120200"/>
                  </a:lnTo>
                  <a:lnTo>
                    <a:pt x="19284" y="120910"/>
                  </a:lnTo>
                  <a:lnTo>
                    <a:pt x="20051" y="122204"/>
                  </a:lnTo>
                  <a:lnTo>
                    <a:pt x="20413" y="123240"/>
                  </a:lnTo>
                  <a:lnTo>
                    <a:pt x="20549" y="123631"/>
                  </a:lnTo>
                  <a:lnTo>
                    <a:pt x="20838" y="124821"/>
                  </a:lnTo>
                  <a:lnTo>
                    <a:pt x="21246" y="126280"/>
                  </a:lnTo>
                  <a:lnTo>
                    <a:pt x="21250" y="126523"/>
                  </a:lnTo>
                  <a:lnTo>
                    <a:pt x="19632" y="128430"/>
                  </a:lnTo>
                  <a:lnTo>
                    <a:pt x="17279" y="128813"/>
                  </a:lnTo>
                  <a:lnTo>
                    <a:pt x="15341" y="129394"/>
                  </a:lnTo>
                  <a:lnTo>
                    <a:pt x="15178" y="129277"/>
                  </a:lnTo>
                  <a:lnTo>
                    <a:pt x="14899" y="129242"/>
                  </a:lnTo>
                  <a:lnTo>
                    <a:pt x="14771" y="129388"/>
                  </a:lnTo>
                  <a:lnTo>
                    <a:pt x="13575" y="129339"/>
                  </a:lnTo>
                  <a:lnTo>
                    <a:pt x="12726" y="129273"/>
                  </a:lnTo>
                  <a:lnTo>
                    <a:pt x="12276" y="129268"/>
                  </a:lnTo>
                  <a:lnTo>
                    <a:pt x="11980" y="129630"/>
                  </a:lnTo>
                  <a:lnTo>
                    <a:pt x="11769" y="129880"/>
                  </a:lnTo>
                  <a:lnTo>
                    <a:pt x="11480" y="130228"/>
                  </a:lnTo>
                  <a:lnTo>
                    <a:pt x="11361" y="130910"/>
                  </a:lnTo>
                  <a:lnTo>
                    <a:pt x="11547" y="131066"/>
                  </a:lnTo>
                  <a:lnTo>
                    <a:pt x="11580" y="131400"/>
                  </a:lnTo>
                  <a:lnTo>
                    <a:pt x="11593" y="131897"/>
                  </a:lnTo>
                  <a:lnTo>
                    <a:pt x="11596" y="132238"/>
                  </a:lnTo>
                  <a:lnTo>
                    <a:pt x="11601" y="132870"/>
                  </a:lnTo>
                  <a:lnTo>
                    <a:pt x="11602" y="133100"/>
                  </a:lnTo>
                  <a:lnTo>
                    <a:pt x="11601" y="133296"/>
                  </a:lnTo>
                  <a:lnTo>
                    <a:pt x="11595" y="133438"/>
                  </a:lnTo>
                  <a:lnTo>
                    <a:pt x="11591" y="133572"/>
                  </a:lnTo>
                  <a:lnTo>
                    <a:pt x="11584" y="133844"/>
                  </a:lnTo>
                  <a:lnTo>
                    <a:pt x="11581" y="134016"/>
                  </a:lnTo>
                  <a:lnTo>
                    <a:pt x="11570" y="134495"/>
                  </a:lnTo>
                  <a:lnTo>
                    <a:pt x="11565" y="134753"/>
                  </a:lnTo>
                  <a:lnTo>
                    <a:pt x="11560" y="135153"/>
                  </a:lnTo>
                  <a:lnTo>
                    <a:pt x="11498" y="135607"/>
                  </a:lnTo>
                  <a:lnTo>
                    <a:pt x="11435" y="135787"/>
                  </a:lnTo>
                  <a:lnTo>
                    <a:pt x="11331" y="135971"/>
                  </a:lnTo>
                  <a:lnTo>
                    <a:pt x="11255" y="136113"/>
                  </a:lnTo>
                  <a:lnTo>
                    <a:pt x="11076" y="136470"/>
                  </a:lnTo>
                  <a:lnTo>
                    <a:pt x="10977" y="136617"/>
                  </a:lnTo>
                  <a:lnTo>
                    <a:pt x="10836" y="136833"/>
                  </a:lnTo>
                  <a:lnTo>
                    <a:pt x="10407" y="137626"/>
                  </a:lnTo>
                  <a:lnTo>
                    <a:pt x="10246" y="137926"/>
                  </a:lnTo>
                  <a:lnTo>
                    <a:pt x="10143" y="138124"/>
                  </a:lnTo>
                  <a:lnTo>
                    <a:pt x="10378" y="138387"/>
                  </a:lnTo>
                  <a:lnTo>
                    <a:pt x="10601" y="138637"/>
                  </a:lnTo>
                  <a:lnTo>
                    <a:pt x="10839" y="138902"/>
                  </a:lnTo>
                  <a:lnTo>
                    <a:pt x="11243" y="139362"/>
                  </a:lnTo>
                  <a:lnTo>
                    <a:pt x="12569" y="141417"/>
                  </a:lnTo>
                  <a:lnTo>
                    <a:pt x="12887" y="141918"/>
                  </a:lnTo>
                  <a:lnTo>
                    <a:pt x="13039" y="142152"/>
                  </a:lnTo>
                  <a:lnTo>
                    <a:pt x="13252" y="142440"/>
                  </a:lnTo>
                  <a:lnTo>
                    <a:pt x="13569" y="143163"/>
                  </a:lnTo>
                  <a:lnTo>
                    <a:pt x="13624" y="143564"/>
                  </a:lnTo>
                  <a:lnTo>
                    <a:pt x="13801" y="144341"/>
                  </a:lnTo>
                  <a:lnTo>
                    <a:pt x="13865" y="144662"/>
                  </a:lnTo>
                  <a:lnTo>
                    <a:pt x="13932" y="145064"/>
                  </a:lnTo>
                  <a:lnTo>
                    <a:pt x="14120" y="145891"/>
                  </a:lnTo>
                  <a:lnTo>
                    <a:pt x="14181" y="146061"/>
                  </a:lnTo>
                  <a:lnTo>
                    <a:pt x="14244" y="146250"/>
                  </a:lnTo>
                  <a:lnTo>
                    <a:pt x="14275" y="146599"/>
                  </a:lnTo>
                  <a:lnTo>
                    <a:pt x="13907" y="148095"/>
                  </a:lnTo>
                  <a:lnTo>
                    <a:pt x="13829" y="148371"/>
                  </a:lnTo>
                  <a:lnTo>
                    <a:pt x="13819" y="148503"/>
                  </a:lnTo>
                  <a:lnTo>
                    <a:pt x="13770" y="148645"/>
                  </a:lnTo>
                  <a:lnTo>
                    <a:pt x="13753" y="148910"/>
                  </a:lnTo>
                  <a:lnTo>
                    <a:pt x="13740" y="149461"/>
                  </a:lnTo>
                  <a:lnTo>
                    <a:pt x="13615" y="150263"/>
                  </a:lnTo>
                  <a:lnTo>
                    <a:pt x="13571" y="150460"/>
                  </a:lnTo>
                  <a:lnTo>
                    <a:pt x="13488" y="150851"/>
                  </a:lnTo>
                  <a:lnTo>
                    <a:pt x="13318" y="151587"/>
                  </a:lnTo>
                  <a:lnTo>
                    <a:pt x="13203" y="152030"/>
                  </a:lnTo>
                  <a:lnTo>
                    <a:pt x="13130" y="152326"/>
                  </a:lnTo>
                  <a:lnTo>
                    <a:pt x="11368" y="153151"/>
                  </a:lnTo>
                  <a:lnTo>
                    <a:pt x="11566" y="154646"/>
                  </a:lnTo>
                  <a:lnTo>
                    <a:pt x="11630" y="155133"/>
                  </a:lnTo>
                  <a:lnTo>
                    <a:pt x="11662" y="155569"/>
                  </a:lnTo>
                  <a:lnTo>
                    <a:pt x="11606" y="155922"/>
                  </a:lnTo>
                  <a:lnTo>
                    <a:pt x="11488" y="156257"/>
                  </a:lnTo>
                  <a:lnTo>
                    <a:pt x="11328" y="156780"/>
                  </a:lnTo>
                  <a:lnTo>
                    <a:pt x="11363" y="156912"/>
                  </a:lnTo>
                  <a:lnTo>
                    <a:pt x="11100" y="157607"/>
                  </a:lnTo>
                  <a:lnTo>
                    <a:pt x="11104" y="159436"/>
                  </a:lnTo>
                  <a:lnTo>
                    <a:pt x="11078" y="159631"/>
                  </a:lnTo>
                  <a:lnTo>
                    <a:pt x="10910" y="160560"/>
                  </a:lnTo>
                  <a:lnTo>
                    <a:pt x="9846" y="161900"/>
                  </a:lnTo>
                  <a:lnTo>
                    <a:pt x="9180" y="161133"/>
                  </a:lnTo>
                  <a:lnTo>
                    <a:pt x="8828" y="160862"/>
                  </a:lnTo>
                  <a:lnTo>
                    <a:pt x="8499" y="161007"/>
                  </a:lnTo>
                  <a:lnTo>
                    <a:pt x="8321" y="161075"/>
                  </a:lnTo>
                  <a:lnTo>
                    <a:pt x="7626" y="161701"/>
                  </a:lnTo>
                  <a:lnTo>
                    <a:pt x="7517" y="161939"/>
                  </a:lnTo>
                  <a:lnTo>
                    <a:pt x="7464" y="162118"/>
                  </a:lnTo>
                  <a:lnTo>
                    <a:pt x="7222" y="162396"/>
                  </a:lnTo>
                  <a:lnTo>
                    <a:pt x="7168" y="162911"/>
                  </a:lnTo>
                  <a:lnTo>
                    <a:pt x="8206" y="163272"/>
                  </a:lnTo>
                  <a:lnTo>
                    <a:pt x="8420" y="163481"/>
                  </a:lnTo>
                  <a:lnTo>
                    <a:pt x="8500" y="163642"/>
                  </a:lnTo>
                  <a:lnTo>
                    <a:pt x="10086" y="165990"/>
                  </a:lnTo>
                  <a:lnTo>
                    <a:pt x="9791" y="168641"/>
                  </a:lnTo>
                  <a:lnTo>
                    <a:pt x="9354" y="172574"/>
                  </a:lnTo>
                  <a:lnTo>
                    <a:pt x="3018" y="163652"/>
                  </a:lnTo>
                  <a:lnTo>
                    <a:pt x="2452" y="168361"/>
                  </a:lnTo>
                  <a:lnTo>
                    <a:pt x="234" y="168656"/>
                  </a:lnTo>
                  <a:lnTo>
                    <a:pt x="0" y="170991"/>
                  </a:lnTo>
                  <a:lnTo>
                    <a:pt x="34" y="171488"/>
                  </a:lnTo>
                  <a:lnTo>
                    <a:pt x="189" y="173898"/>
                  </a:lnTo>
                  <a:lnTo>
                    <a:pt x="254" y="174807"/>
                  </a:lnTo>
                  <a:lnTo>
                    <a:pt x="296" y="175390"/>
                  </a:lnTo>
                  <a:lnTo>
                    <a:pt x="564" y="179276"/>
                  </a:lnTo>
                  <a:lnTo>
                    <a:pt x="1177" y="188195"/>
                  </a:lnTo>
                  <a:lnTo>
                    <a:pt x="2036" y="198110"/>
                  </a:lnTo>
                  <a:lnTo>
                    <a:pt x="22089" y="246238"/>
                  </a:lnTo>
                  <a:lnTo>
                    <a:pt x="24661" y="245164"/>
                  </a:lnTo>
                  <a:lnTo>
                    <a:pt x="27008" y="244185"/>
                  </a:lnTo>
                  <a:lnTo>
                    <a:pt x="28626" y="243510"/>
                  </a:lnTo>
                  <a:lnTo>
                    <a:pt x="34681" y="240983"/>
                  </a:lnTo>
                  <a:lnTo>
                    <a:pt x="36723" y="240131"/>
                  </a:lnTo>
                  <a:lnTo>
                    <a:pt x="39234" y="239661"/>
                  </a:lnTo>
                  <a:lnTo>
                    <a:pt x="44772" y="238626"/>
                  </a:lnTo>
                  <a:lnTo>
                    <a:pt x="47162" y="238179"/>
                  </a:lnTo>
                  <a:lnTo>
                    <a:pt x="53622" y="236972"/>
                  </a:lnTo>
                  <a:lnTo>
                    <a:pt x="61393" y="235519"/>
                  </a:lnTo>
                  <a:lnTo>
                    <a:pt x="62881" y="235219"/>
                  </a:lnTo>
                  <a:lnTo>
                    <a:pt x="63918" y="234993"/>
                  </a:lnTo>
                  <a:lnTo>
                    <a:pt x="65886" y="235293"/>
                  </a:lnTo>
                  <a:lnTo>
                    <a:pt x="67888" y="235599"/>
                  </a:lnTo>
                  <a:close/>
                </a:path>
              </a:pathLst>
            </a:custGeom>
            <a:solidFill>
              <a:srgbClr val="DDEEF5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12"/>
            <p:cNvSpPr/>
            <p:nvPr/>
          </p:nvSpPr>
          <p:spPr>
            <a:xfrm>
              <a:off x="1751641" y="5293893"/>
              <a:ext cx="57823" cy="86825"/>
            </a:xfrm>
            <a:custGeom>
              <a:avLst/>
              <a:pathLst>
                <a:path w="57823" h="86825">
                  <a:moveTo>
                    <a:pt x="33110" y="81879"/>
                  </a:moveTo>
                  <a:lnTo>
                    <a:pt x="33379" y="81979"/>
                  </a:lnTo>
                  <a:lnTo>
                    <a:pt x="34142" y="82462"/>
                  </a:lnTo>
                  <a:lnTo>
                    <a:pt x="34757" y="82702"/>
                  </a:lnTo>
                  <a:lnTo>
                    <a:pt x="34998" y="82777"/>
                  </a:lnTo>
                  <a:lnTo>
                    <a:pt x="35553" y="82869"/>
                  </a:lnTo>
                  <a:lnTo>
                    <a:pt x="36932" y="82443"/>
                  </a:lnTo>
                  <a:lnTo>
                    <a:pt x="38007" y="83294"/>
                  </a:lnTo>
                  <a:lnTo>
                    <a:pt x="38108" y="84017"/>
                  </a:lnTo>
                  <a:lnTo>
                    <a:pt x="38204" y="84333"/>
                  </a:lnTo>
                  <a:lnTo>
                    <a:pt x="38554" y="84393"/>
                  </a:lnTo>
                  <a:lnTo>
                    <a:pt x="38699" y="84418"/>
                  </a:lnTo>
                  <a:lnTo>
                    <a:pt x="38871" y="84448"/>
                  </a:lnTo>
                  <a:lnTo>
                    <a:pt x="39107" y="84489"/>
                  </a:lnTo>
                  <a:lnTo>
                    <a:pt x="39502" y="84556"/>
                  </a:lnTo>
                  <a:lnTo>
                    <a:pt x="39694" y="84591"/>
                  </a:lnTo>
                  <a:lnTo>
                    <a:pt x="41340" y="85005"/>
                  </a:lnTo>
                  <a:lnTo>
                    <a:pt x="41949" y="84976"/>
                  </a:lnTo>
                  <a:lnTo>
                    <a:pt x="41921" y="85312"/>
                  </a:lnTo>
                  <a:lnTo>
                    <a:pt x="42005" y="85730"/>
                  </a:lnTo>
                  <a:lnTo>
                    <a:pt x="42892" y="86825"/>
                  </a:lnTo>
                  <a:lnTo>
                    <a:pt x="43326" y="86779"/>
                  </a:lnTo>
                  <a:lnTo>
                    <a:pt x="43792" y="86452"/>
                  </a:lnTo>
                  <a:lnTo>
                    <a:pt x="44349" y="86139"/>
                  </a:lnTo>
                  <a:lnTo>
                    <a:pt x="44480" y="86141"/>
                  </a:lnTo>
                  <a:lnTo>
                    <a:pt x="44660" y="86155"/>
                  </a:lnTo>
                  <a:lnTo>
                    <a:pt x="46503" y="86470"/>
                  </a:lnTo>
                  <a:lnTo>
                    <a:pt x="46882" y="85774"/>
                  </a:lnTo>
                  <a:lnTo>
                    <a:pt x="47179" y="85651"/>
                  </a:lnTo>
                  <a:lnTo>
                    <a:pt x="47559" y="85368"/>
                  </a:lnTo>
                  <a:lnTo>
                    <a:pt x="47656" y="85239"/>
                  </a:lnTo>
                  <a:lnTo>
                    <a:pt x="47821" y="85002"/>
                  </a:lnTo>
                  <a:lnTo>
                    <a:pt x="47983" y="84911"/>
                  </a:lnTo>
                  <a:lnTo>
                    <a:pt x="48044" y="84586"/>
                  </a:lnTo>
                  <a:lnTo>
                    <a:pt x="48698" y="83958"/>
                  </a:lnTo>
                  <a:lnTo>
                    <a:pt x="48907" y="83361"/>
                  </a:lnTo>
                  <a:lnTo>
                    <a:pt x="49105" y="83235"/>
                  </a:lnTo>
                  <a:lnTo>
                    <a:pt x="49795" y="83034"/>
                  </a:lnTo>
                  <a:lnTo>
                    <a:pt x="51811" y="82624"/>
                  </a:lnTo>
                  <a:lnTo>
                    <a:pt x="53240" y="82356"/>
                  </a:lnTo>
                  <a:lnTo>
                    <a:pt x="54069" y="81643"/>
                  </a:lnTo>
                  <a:lnTo>
                    <a:pt x="54011" y="81248"/>
                  </a:lnTo>
                  <a:lnTo>
                    <a:pt x="53950" y="80920"/>
                  </a:lnTo>
                  <a:lnTo>
                    <a:pt x="53701" y="80459"/>
                  </a:lnTo>
                  <a:lnTo>
                    <a:pt x="52968" y="78180"/>
                  </a:lnTo>
                  <a:lnTo>
                    <a:pt x="52872" y="77878"/>
                  </a:lnTo>
                  <a:lnTo>
                    <a:pt x="52434" y="76332"/>
                  </a:lnTo>
                  <a:lnTo>
                    <a:pt x="52257" y="75886"/>
                  </a:lnTo>
                  <a:lnTo>
                    <a:pt x="51355" y="74159"/>
                  </a:lnTo>
                  <a:lnTo>
                    <a:pt x="51037" y="72923"/>
                  </a:lnTo>
                  <a:lnTo>
                    <a:pt x="50989" y="72602"/>
                  </a:lnTo>
                  <a:lnTo>
                    <a:pt x="50833" y="71565"/>
                  </a:lnTo>
                  <a:lnTo>
                    <a:pt x="51278" y="70183"/>
                  </a:lnTo>
                  <a:lnTo>
                    <a:pt x="51244" y="69573"/>
                  </a:lnTo>
                  <a:lnTo>
                    <a:pt x="51197" y="68726"/>
                  </a:lnTo>
                  <a:lnTo>
                    <a:pt x="51138" y="67641"/>
                  </a:lnTo>
                  <a:lnTo>
                    <a:pt x="51370" y="66768"/>
                  </a:lnTo>
                  <a:lnTo>
                    <a:pt x="51827" y="64579"/>
                  </a:lnTo>
                  <a:lnTo>
                    <a:pt x="51945" y="63646"/>
                  </a:lnTo>
                  <a:lnTo>
                    <a:pt x="52841" y="59571"/>
                  </a:lnTo>
                  <a:lnTo>
                    <a:pt x="53408" y="57724"/>
                  </a:lnTo>
                  <a:lnTo>
                    <a:pt x="53455" y="57508"/>
                  </a:lnTo>
                  <a:lnTo>
                    <a:pt x="53573" y="57243"/>
                  </a:lnTo>
                  <a:lnTo>
                    <a:pt x="53613" y="56926"/>
                  </a:lnTo>
                  <a:lnTo>
                    <a:pt x="53950" y="56263"/>
                  </a:lnTo>
                  <a:lnTo>
                    <a:pt x="54121" y="55926"/>
                  </a:lnTo>
                  <a:lnTo>
                    <a:pt x="54227" y="55788"/>
                  </a:lnTo>
                  <a:lnTo>
                    <a:pt x="54485" y="55429"/>
                  </a:lnTo>
                  <a:lnTo>
                    <a:pt x="54936" y="54599"/>
                  </a:lnTo>
                  <a:lnTo>
                    <a:pt x="57095" y="52757"/>
                  </a:lnTo>
                  <a:lnTo>
                    <a:pt x="57823" y="51125"/>
                  </a:lnTo>
                  <a:lnTo>
                    <a:pt x="57419" y="50571"/>
                  </a:lnTo>
                  <a:lnTo>
                    <a:pt x="56479" y="48667"/>
                  </a:lnTo>
                  <a:lnTo>
                    <a:pt x="56296" y="47761"/>
                  </a:lnTo>
                  <a:lnTo>
                    <a:pt x="56231" y="47526"/>
                  </a:lnTo>
                  <a:lnTo>
                    <a:pt x="56257" y="47363"/>
                  </a:lnTo>
                  <a:lnTo>
                    <a:pt x="56345" y="47180"/>
                  </a:lnTo>
                  <a:lnTo>
                    <a:pt x="56419" y="46879"/>
                  </a:lnTo>
                  <a:lnTo>
                    <a:pt x="56412" y="46724"/>
                  </a:lnTo>
                  <a:lnTo>
                    <a:pt x="56422" y="46499"/>
                  </a:lnTo>
                  <a:lnTo>
                    <a:pt x="56435" y="46348"/>
                  </a:lnTo>
                  <a:lnTo>
                    <a:pt x="56438" y="46158"/>
                  </a:lnTo>
                  <a:lnTo>
                    <a:pt x="56414" y="45973"/>
                  </a:lnTo>
                  <a:lnTo>
                    <a:pt x="56364" y="45599"/>
                  </a:lnTo>
                  <a:lnTo>
                    <a:pt x="56203" y="45152"/>
                  </a:lnTo>
                  <a:lnTo>
                    <a:pt x="56125" y="44893"/>
                  </a:lnTo>
                  <a:lnTo>
                    <a:pt x="55990" y="44591"/>
                  </a:lnTo>
                  <a:lnTo>
                    <a:pt x="55336" y="42985"/>
                  </a:lnTo>
                  <a:lnTo>
                    <a:pt x="55262" y="42674"/>
                  </a:lnTo>
                  <a:lnTo>
                    <a:pt x="55087" y="42032"/>
                  </a:lnTo>
                  <a:lnTo>
                    <a:pt x="54761" y="41898"/>
                  </a:lnTo>
                  <a:lnTo>
                    <a:pt x="54613" y="41863"/>
                  </a:lnTo>
                  <a:lnTo>
                    <a:pt x="54076" y="41760"/>
                  </a:lnTo>
                  <a:lnTo>
                    <a:pt x="53047" y="42790"/>
                  </a:lnTo>
                  <a:lnTo>
                    <a:pt x="52460" y="42655"/>
                  </a:lnTo>
                  <a:lnTo>
                    <a:pt x="52250" y="42692"/>
                  </a:lnTo>
                  <a:lnTo>
                    <a:pt x="51518" y="42694"/>
                  </a:lnTo>
                  <a:lnTo>
                    <a:pt x="50586" y="42379"/>
                  </a:lnTo>
                  <a:lnTo>
                    <a:pt x="50229" y="42067"/>
                  </a:lnTo>
                  <a:lnTo>
                    <a:pt x="50087" y="41934"/>
                  </a:lnTo>
                  <a:lnTo>
                    <a:pt x="49485" y="41462"/>
                  </a:lnTo>
                  <a:lnTo>
                    <a:pt x="49185" y="41353"/>
                  </a:lnTo>
                  <a:lnTo>
                    <a:pt x="48866" y="41189"/>
                  </a:lnTo>
                  <a:lnTo>
                    <a:pt x="48125" y="40012"/>
                  </a:lnTo>
                  <a:lnTo>
                    <a:pt x="47958" y="39853"/>
                  </a:lnTo>
                  <a:lnTo>
                    <a:pt x="47659" y="39603"/>
                  </a:lnTo>
                  <a:lnTo>
                    <a:pt x="46161" y="37689"/>
                  </a:lnTo>
                  <a:lnTo>
                    <a:pt x="45558" y="36862"/>
                  </a:lnTo>
                  <a:lnTo>
                    <a:pt x="43933" y="35826"/>
                  </a:lnTo>
                  <a:lnTo>
                    <a:pt x="43931" y="35642"/>
                  </a:lnTo>
                  <a:lnTo>
                    <a:pt x="43877" y="35475"/>
                  </a:lnTo>
                  <a:lnTo>
                    <a:pt x="43889" y="35238"/>
                  </a:lnTo>
                  <a:lnTo>
                    <a:pt x="43441" y="33603"/>
                  </a:lnTo>
                  <a:lnTo>
                    <a:pt x="43427" y="32736"/>
                  </a:lnTo>
                  <a:lnTo>
                    <a:pt x="43152" y="31994"/>
                  </a:lnTo>
                  <a:lnTo>
                    <a:pt x="43082" y="31824"/>
                  </a:lnTo>
                  <a:lnTo>
                    <a:pt x="43045" y="31349"/>
                  </a:lnTo>
                  <a:lnTo>
                    <a:pt x="41562" y="27171"/>
                  </a:lnTo>
                  <a:lnTo>
                    <a:pt x="41867" y="26487"/>
                  </a:lnTo>
                  <a:lnTo>
                    <a:pt x="41824" y="26328"/>
                  </a:lnTo>
                  <a:lnTo>
                    <a:pt x="41878" y="26122"/>
                  </a:lnTo>
                  <a:lnTo>
                    <a:pt x="41953" y="25872"/>
                  </a:lnTo>
                  <a:lnTo>
                    <a:pt x="42006" y="25673"/>
                  </a:lnTo>
                  <a:lnTo>
                    <a:pt x="42023" y="25475"/>
                  </a:lnTo>
                  <a:lnTo>
                    <a:pt x="42059" y="22140"/>
                  </a:lnTo>
                  <a:lnTo>
                    <a:pt x="42373" y="21109"/>
                  </a:lnTo>
                  <a:lnTo>
                    <a:pt x="42319" y="19919"/>
                  </a:lnTo>
                  <a:lnTo>
                    <a:pt x="39248" y="19266"/>
                  </a:lnTo>
                  <a:lnTo>
                    <a:pt x="38993" y="19178"/>
                  </a:lnTo>
                  <a:lnTo>
                    <a:pt x="38853" y="19149"/>
                  </a:lnTo>
                  <a:lnTo>
                    <a:pt x="37948" y="17414"/>
                  </a:lnTo>
                  <a:lnTo>
                    <a:pt x="37129" y="14981"/>
                  </a:lnTo>
                  <a:lnTo>
                    <a:pt x="37052" y="14639"/>
                  </a:lnTo>
                  <a:lnTo>
                    <a:pt x="36947" y="14321"/>
                  </a:lnTo>
                  <a:lnTo>
                    <a:pt x="36358" y="13042"/>
                  </a:lnTo>
                  <a:lnTo>
                    <a:pt x="36314" y="12777"/>
                  </a:lnTo>
                  <a:lnTo>
                    <a:pt x="36194" y="12320"/>
                  </a:lnTo>
                  <a:lnTo>
                    <a:pt x="36130" y="12114"/>
                  </a:lnTo>
                  <a:lnTo>
                    <a:pt x="34928" y="10476"/>
                  </a:lnTo>
                  <a:lnTo>
                    <a:pt x="34777" y="10429"/>
                  </a:lnTo>
                  <a:lnTo>
                    <a:pt x="34724" y="10245"/>
                  </a:lnTo>
                  <a:lnTo>
                    <a:pt x="34725" y="10039"/>
                  </a:lnTo>
                  <a:lnTo>
                    <a:pt x="34765" y="9823"/>
                  </a:lnTo>
                  <a:lnTo>
                    <a:pt x="34848" y="9326"/>
                  </a:lnTo>
                  <a:lnTo>
                    <a:pt x="34945" y="9024"/>
                  </a:lnTo>
                  <a:lnTo>
                    <a:pt x="35117" y="8739"/>
                  </a:lnTo>
                  <a:lnTo>
                    <a:pt x="35626" y="8206"/>
                  </a:lnTo>
                  <a:lnTo>
                    <a:pt x="35988" y="7839"/>
                  </a:lnTo>
                  <a:lnTo>
                    <a:pt x="36116" y="7709"/>
                  </a:lnTo>
                  <a:lnTo>
                    <a:pt x="36368" y="6826"/>
                  </a:lnTo>
                  <a:lnTo>
                    <a:pt x="35426" y="6089"/>
                  </a:lnTo>
                  <a:lnTo>
                    <a:pt x="35242" y="5943"/>
                  </a:lnTo>
                  <a:lnTo>
                    <a:pt x="34662" y="5463"/>
                  </a:lnTo>
                  <a:lnTo>
                    <a:pt x="34642" y="5261"/>
                  </a:lnTo>
                  <a:lnTo>
                    <a:pt x="34626" y="5117"/>
                  </a:lnTo>
                  <a:lnTo>
                    <a:pt x="33451" y="3811"/>
                  </a:lnTo>
                  <a:lnTo>
                    <a:pt x="33246" y="3600"/>
                  </a:lnTo>
                  <a:lnTo>
                    <a:pt x="33048" y="3489"/>
                  </a:lnTo>
                  <a:lnTo>
                    <a:pt x="32752" y="3460"/>
                  </a:lnTo>
                  <a:lnTo>
                    <a:pt x="32215" y="3612"/>
                  </a:lnTo>
                  <a:lnTo>
                    <a:pt x="32160" y="3751"/>
                  </a:lnTo>
                  <a:lnTo>
                    <a:pt x="32099" y="3946"/>
                  </a:lnTo>
                  <a:lnTo>
                    <a:pt x="31904" y="4024"/>
                  </a:lnTo>
                  <a:lnTo>
                    <a:pt x="31630" y="4200"/>
                  </a:lnTo>
                  <a:lnTo>
                    <a:pt x="29733" y="4768"/>
                  </a:lnTo>
                  <a:lnTo>
                    <a:pt x="29378" y="4846"/>
                  </a:lnTo>
                  <a:lnTo>
                    <a:pt x="29035" y="4865"/>
                  </a:lnTo>
                  <a:lnTo>
                    <a:pt x="28440" y="4360"/>
                  </a:lnTo>
                  <a:lnTo>
                    <a:pt x="28482" y="4221"/>
                  </a:lnTo>
                  <a:lnTo>
                    <a:pt x="28609" y="3927"/>
                  </a:lnTo>
                  <a:lnTo>
                    <a:pt x="28638" y="3600"/>
                  </a:lnTo>
                  <a:lnTo>
                    <a:pt x="28589" y="3317"/>
                  </a:lnTo>
                  <a:lnTo>
                    <a:pt x="27337" y="2697"/>
                  </a:lnTo>
                  <a:lnTo>
                    <a:pt x="27092" y="2455"/>
                  </a:lnTo>
                  <a:lnTo>
                    <a:pt x="25590" y="937"/>
                  </a:lnTo>
                  <a:lnTo>
                    <a:pt x="21281" y="824"/>
                  </a:lnTo>
                  <a:lnTo>
                    <a:pt x="20624" y="652"/>
                  </a:lnTo>
                  <a:lnTo>
                    <a:pt x="19837" y="500"/>
                  </a:lnTo>
                  <a:lnTo>
                    <a:pt x="17632" y="0"/>
                  </a:lnTo>
                  <a:lnTo>
                    <a:pt x="16524" y="65"/>
                  </a:lnTo>
                  <a:lnTo>
                    <a:pt x="16381" y="86"/>
                  </a:lnTo>
                  <a:lnTo>
                    <a:pt x="15664" y="195"/>
                  </a:lnTo>
                  <a:lnTo>
                    <a:pt x="15507" y="587"/>
                  </a:lnTo>
                  <a:lnTo>
                    <a:pt x="15085" y="860"/>
                  </a:lnTo>
                  <a:lnTo>
                    <a:pt x="14900" y="1033"/>
                  </a:lnTo>
                  <a:lnTo>
                    <a:pt x="14716" y="1205"/>
                  </a:lnTo>
                  <a:lnTo>
                    <a:pt x="14438" y="1463"/>
                  </a:lnTo>
                  <a:lnTo>
                    <a:pt x="14160" y="1724"/>
                  </a:lnTo>
                  <a:lnTo>
                    <a:pt x="13884" y="1977"/>
                  </a:lnTo>
                  <a:lnTo>
                    <a:pt x="13513" y="2322"/>
                  </a:lnTo>
                  <a:lnTo>
                    <a:pt x="13145" y="2667"/>
                  </a:lnTo>
                  <a:lnTo>
                    <a:pt x="12773" y="3013"/>
                  </a:lnTo>
                  <a:lnTo>
                    <a:pt x="12403" y="3356"/>
                  </a:lnTo>
                  <a:lnTo>
                    <a:pt x="11944" y="3786"/>
                  </a:lnTo>
                  <a:lnTo>
                    <a:pt x="11552" y="4149"/>
                  </a:lnTo>
                  <a:lnTo>
                    <a:pt x="11357" y="4470"/>
                  </a:lnTo>
                  <a:lnTo>
                    <a:pt x="11456" y="4706"/>
                  </a:lnTo>
                  <a:lnTo>
                    <a:pt x="11545" y="4924"/>
                  </a:lnTo>
                  <a:lnTo>
                    <a:pt x="11610" y="5099"/>
                  </a:lnTo>
                  <a:lnTo>
                    <a:pt x="11733" y="5376"/>
                  </a:lnTo>
                  <a:lnTo>
                    <a:pt x="11828" y="5587"/>
                  </a:lnTo>
                  <a:lnTo>
                    <a:pt x="11919" y="5787"/>
                  </a:lnTo>
                  <a:lnTo>
                    <a:pt x="12023" y="6019"/>
                  </a:lnTo>
                  <a:lnTo>
                    <a:pt x="12128" y="6251"/>
                  </a:lnTo>
                  <a:lnTo>
                    <a:pt x="12249" y="6518"/>
                  </a:lnTo>
                  <a:lnTo>
                    <a:pt x="12519" y="7164"/>
                  </a:lnTo>
                  <a:lnTo>
                    <a:pt x="12601" y="7401"/>
                  </a:lnTo>
                  <a:lnTo>
                    <a:pt x="12682" y="7640"/>
                  </a:lnTo>
                  <a:lnTo>
                    <a:pt x="12807" y="7995"/>
                  </a:lnTo>
                  <a:lnTo>
                    <a:pt x="12933" y="8352"/>
                  </a:lnTo>
                  <a:lnTo>
                    <a:pt x="13109" y="8908"/>
                  </a:lnTo>
                  <a:lnTo>
                    <a:pt x="13159" y="9156"/>
                  </a:lnTo>
                  <a:lnTo>
                    <a:pt x="13208" y="9402"/>
                  </a:lnTo>
                  <a:lnTo>
                    <a:pt x="13284" y="9774"/>
                  </a:lnTo>
                  <a:lnTo>
                    <a:pt x="13358" y="10144"/>
                  </a:lnTo>
                  <a:lnTo>
                    <a:pt x="13430" y="10499"/>
                  </a:lnTo>
                  <a:lnTo>
                    <a:pt x="13388" y="10772"/>
                  </a:lnTo>
                  <a:lnTo>
                    <a:pt x="13362" y="10965"/>
                  </a:lnTo>
                  <a:lnTo>
                    <a:pt x="13355" y="11108"/>
                  </a:lnTo>
                  <a:lnTo>
                    <a:pt x="13345" y="11326"/>
                  </a:lnTo>
                  <a:lnTo>
                    <a:pt x="13334" y="11718"/>
                  </a:lnTo>
                  <a:lnTo>
                    <a:pt x="13326" y="11971"/>
                  </a:lnTo>
                  <a:lnTo>
                    <a:pt x="13313" y="12349"/>
                  </a:lnTo>
                  <a:lnTo>
                    <a:pt x="13312" y="12890"/>
                  </a:lnTo>
                  <a:lnTo>
                    <a:pt x="13315" y="13144"/>
                  </a:lnTo>
                  <a:lnTo>
                    <a:pt x="13344" y="13536"/>
                  </a:lnTo>
                  <a:lnTo>
                    <a:pt x="13428" y="13773"/>
                  </a:lnTo>
                  <a:lnTo>
                    <a:pt x="13490" y="13949"/>
                  </a:lnTo>
                  <a:lnTo>
                    <a:pt x="13568" y="14173"/>
                  </a:lnTo>
                  <a:lnTo>
                    <a:pt x="13650" y="14412"/>
                  </a:lnTo>
                  <a:lnTo>
                    <a:pt x="13815" y="14888"/>
                  </a:lnTo>
                  <a:lnTo>
                    <a:pt x="13390" y="14913"/>
                  </a:lnTo>
                  <a:lnTo>
                    <a:pt x="13141" y="14927"/>
                  </a:lnTo>
                  <a:lnTo>
                    <a:pt x="12891" y="14941"/>
                  </a:lnTo>
                  <a:lnTo>
                    <a:pt x="12640" y="14955"/>
                  </a:lnTo>
                  <a:lnTo>
                    <a:pt x="12386" y="14971"/>
                  </a:lnTo>
                  <a:lnTo>
                    <a:pt x="12133" y="14986"/>
                  </a:lnTo>
                  <a:lnTo>
                    <a:pt x="11632" y="15027"/>
                  </a:lnTo>
                  <a:lnTo>
                    <a:pt x="11479" y="15199"/>
                  </a:lnTo>
                  <a:lnTo>
                    <a:pt x="11309" y="15390"/>
                  </a:lnTo>
                  <a:lnTo>
                    <a:pt x="11140" y="15580"/>
                  </a:lnTo>
                  <a:lnTo>
                    <a:pt x="10888" y="15863"/>
                  </a:lnTo>
                  <a:lnTo>
                    <a:pt x="10638" y="16146"/>
                  </a:lnTo>
                  <a:lnTo>
                    <a:pt x="10391" y="16423"/>
                  </a:lnTo>
                  <a:lnTo>
                    <a:pt x="10223" y="16613"/>
                  </a:lnTo>
                  <a:lnTo>
                    <a:pt x="10026" y="16834"/>
                  </a:lnTo>
                  <a:lnTo>
                    <a:pt x="9858" y="17023"/>
                  </a:lnTo>
                  <a:lnTo>
                    <a:pt x="9689" y="17212"/>
                  </a:lnTo>
                  <a:lnTo>
                    <a:pt x="9522" y="17402"/>
                  </a:lnTo>
                  <a:lnTo>
                    <a:pt x="9351" y="17593"/>
                  </a:lnTo>
                  <a:lnTo>
                    <a:pt x="9180" y="17786"/>
                  </a:lnTo>
                  <a:lnTo>
                    <a:pt x="9012" y="17973"/>
                  </a:lnTo>
                  <a:lnTo>
                    <a:pt x="8759" y="18258"/>
                  </a:lnTo>
                  <a:lnTo>
                    <a:pt x="8591" y="18447"/>
                  </a:lnTo>
                  <a:lnTo>
                    <a:pt x="8423" y="18635"/>
                  </a:lnTo>
                  <a:lnTo>
                    <a:pt x="8252" y="18825"/>
                  </a:lnTo>
                  <a:lnTo>
                    <a:pt x="8085" y="19013"/>
                  </a:lnTo>
                  <a:lnTo>
                    <a:pt x="7829" y="19299"/>
                  </a:lnTo>
                  <a:lnTo>
                    <a:pt x="7659" y="19490"/>
                  </a:lnTo>
                  <a:lnTo>
                    <a:pt x="7489" y="19680"/>
                  </a:lnTo>
                  <a:lnTo>
                    <a:pt x="7311" y="19882"/>
                  </a:lnTo>
                  <a:lnTo>
                    <a:pt x="7056" y="20165"/>
                  </a:lnTo>
                  <a:lnTo>
                    <a:pt x="6884" y="20361"/>
                  </a:lnTo>
                  <a:lnTo>
                    <a:pt x="6685" y="20581"/>
                  </a:lnTo>
                  <a:lnTo>
                    <a:pt x="6514" y="20779"/>
                  </a:lnTo>
                  <a:lnTo>
                    <a:pt x="6260" y="21061"/>
                  </a:lnTo>
                  <a:lnTo>
                    <a:pt x="6090" y="21253"/>
                  </a:lnTo>
                  <a:lnTo>
                    <a:pt x="5920" y="21442"/>
                  </a:lnTo>
                  <a:lnTo>
                    <a:pt x="5667" y="21722"/>
                  </a:lnTo>
                  <a:lnTo>
                    <a:pt x="5498" y="21913"/>
                  </a:lnTo>
                  <a:lnTo>
                    <a:pt x="5342" y="22088"/>
                  </a:lnTo>
                  <a:lnTo>
                    <a:pt x="5184" y="22268"/>
                  </a:lnTo>
                  <a:lnTo>
                    <a:pt x="5013" y="22460"/>
                  </a:lnTo>
                  <a:lnTo>
                    <a:pt x="4840" y="22651"/>
                  </a:lnTo>
                  <a:lnTo>
                    <a:pt x="4587" y="22935"/>
                  </a:lnTo>
                  <a:lnTo>
                    <a:pt x="4418" y="23124"/>
                  </a:lnTo>
                  <a:lnTo>
                    <a:pt x="4167" y="23406"/>
                  </a:lnTo>
                  <a:lnTo>
                    <a:pt x="3914" y="23688"/>
                  </a:lnTo>
                  <a:lnTo>
                    <a:pt x="3661" y="23974"/>
                  </a:lnTo>
                  <a:lnTo>
                    <a:pt x="3320" y="24355"/>
                  </a:lnTo>
                  <a:lnTo>
                    <a:pt x="2895" y="24834"/>
                  </a:lnTo>
                  <a:lnTo>
                    <a:pt x="2494" y="25286"/>
                  </a:lnTo>
                  <a:lnTo>
                    <a:pt x="2072" y="25755"/>
                  </a:lnTo>
                  <a:lnTo>
                    <a:pt x="1482" y="26419"/>
                  </a:lnTo>
                  <a:lnTo>
                    <a:pt x="1056" y="26896"/>
                  </a:lnTo>
                  <a:lnTo>
                    <a:pt x="803" y="27180"/>
                  </a:lnTo>
                  <a:lnTo>
                    <a:pt x="586" y="27423"/>
                  </a:lnTo>
                  <a:lnTo>
                    <a:pt x="423" y="27606"/>
                  </a:lnTo>
                  <a:lnTo>
                    <a:pt x="0" y="28085"/>
                  </a:lnTo>
                  <a:lnTo>
                    <a:pt x="805" y="32564"/>
                  </a:lnTo>
                  <a:lnTo>
                    <a:pt x="1940" y="34254"/>
                  </a:lnTo>
                  <a:lnTo>
                    <a:pt x="2142" y="34519"/>
                  </a:lnTo>
                  <a:lnTo>
                    <a:pt x="2488" y="34450"/>
                  </a:lnTo>
                  <a:lnTo>
                    <a:pt x="2922" y="34368"/>
                  </a:lnTo>
                  <a:lnTo>
                    <a:pt x="4691" y="34602"/>
                  </a:lnTo>
                  <a:lnTo>
                    <a:pt x="5004" y="34793"/>
                  </a:lnTo>
                  <a:lnTo>
                    <a:pt x="5267" y="34953"/>
                  </a:lnTo>
                  <a:lnTo>
                    <a:pt x="5501" y="35217"/>
                  </a:lnTo>
                  <a:lnTo>
                    <a:pt x="5572" y="35613"/>
                  </a:lnTo>
                  <a:lnTo>
                    <a:pt x="5788" y="36034"/>
                  </a:lnTo>
                  <a:lnTo>
                    <a:pt x="6068" y="36268"/>
                  </a:lnTo>
                  <a:lnTo>
                    <a:pt x="6485" y="36044"/>
                  </a:lnTo>
                  <a:lnTo>
                    <a:pt x="6593" y="35916"/>
                  </a:lnTo>
                  <a:lnTo>
                    <a:pt x="7135" y="35623"/>
                  </a:lnTo>
                  <a:lnTo>
                    <a:pt x="7270" y="35929"/>
                  </a:lnTo>
                  <a:lnTo>
                    <a:pt x="7459" y="36296"/>
                  </a:lnTo>
                  <a:lnTo>
                    <a:pt x="12969" y="41091"/>
                  </a:lnTo>
                  <a:lnTo>
                    <a:pt x="13783" y="41248"/>
                  </a:lnTo>
                  <a:lnTo>
                    <a:pt x="13899" y="41422"/>
                  </a:lnTo>
                  <a:lnTo>
                    <a:pt x="14201" y="41875"/>
                  </a:lnTo>
                  <a:lnTo>
                    <a:pt x="14686" y="42905"/>
                  </a:lnTo>
                  <a:lnTo>
                    <a:pt x="14788" y="43389"/>
                  </a:lnTo>
                  <a:lnTo>
                    <a:pt x="14920" y="44013"/>
                  </a:lnTo>
                  <a:lnTo>
                    <a:pt x="15106" y="44225"/>
                  </a:lnTo>
                  <a:lnTo>
                    <a:pt x="16207" y="46570"/>
                  </a:lnTo>
                  <a:lnTo>
                    <a:pt x="16095" y="46730"/>
                  </a:lnTo>
                  <a:lnTo>
                    <a:pt x="16445" y="48172"/>
                  </a:lnTo>
                  <a:lnTo>
                    <a:pt x="16515" y="48580"/>
                  </a:lnTo>
                  <a:lnTo>
                    <a:pt x="16569" y="49055"/>
                  </a:lnTo>
                  <a:lnTo>
                    <a:pt x="16564" y="49238"/>
                  </a:lnTo>
                  <a:lnTo>
                    <a:pt x="16562" y="49613"/>
                  </a:lnTo>
                  <a:lnTo>
                    <a:pt x="16064" y="51525"/>
                  </a:lnTo>
                  <a:lnTo>
                    <a:pt x="16192" y="51768"/>
                  </a:lnTo>
                  <a:lnTo>
                    <a:pt x="16139" y="52408"/>
                  </a:lnTo>
                  <a:lnTo>
                    <a:pt x="15854" y="53098"/>
                  </a:lnTo>
                  <a:lnTo>
                    <a:pt x="15501" y="53408"/>
                  </a:lnTo>
                  <a:lnTo>
                    <a:pt x="15059" y="53687"/>
                  </a:lnTo>
                  <a:lnTo>
                    <a:pt x="15044" y="54175"/>
                  </a:lnTo>
                  <a:lnTo>
                    <a:pt x="16684" y="58128"/>
                  </a:lnTo>
                  <a:lnTo>
                    <a:pt x="16792" y="58531"/>
                  </a:lnTo>
                  <a:lnTo>
                    <a:pt x="16840" y="58708"/>
                  </a:lnTo>
                  <a:lnTo>
                    <a:pt x="17311" y="58980"/>
                  </a:lnTo>
                  <a:lnTo>
                    <a:pt x="17504" y="59092"/>
                  </a:lnTo>
                  <a:lnTo>
                    <a:pt x="17719" y="60633"/>
                  </a:lnTo>
                  <a:lnTo>
                    <a:pt x="17782" y="61082"/>
                  </a:lnTo>
                  <a:lnTo>
                    <a:pt x="18062" y="63086"/>
                  </a:lnTo>
                  <a:lnTo>
                    <a:pt x="18081" y="63224"/>
                  </a:lnTo>
                  <a:lnTo>
                    <a:pt x="18427" y="65698"/>
                  </a:lnTo>
                  <a:lnTo>
                    <a:pt x="18789" y="65927"/>
                  </a:lnTo>
                  <a:lnTo>
                    <a:pt x="22329" y="68174"/>
                  </a:lnTo>
                  <a:lnTo>
                    <a:pt x="25491" y="68192"/>
                  </a:lnTo>
                  <a:lnTo>
                    <a:pt x="26163" y="68196"/>
                  </a:lnTo>
                  <a:lnTo>
                    <a:pt x="27236" y="68202"/>
                  </a:lnTo>
                  <a:lnTo>
                    <a:pt x="27861" y="68206"/>
                  </a:lnTo>
                  <a:lnTo>
                    <a:pt x="27911" y="68672"/>
                  </a:lnTo>
                  <a:lnTo>
                    <a:pt x="28501" y="74186"/>
                  </a:lnTo>
                  <a:lnTo>
                    <a:pt x="28519" y="74351"/>
                  </a:lnTo>
                  <a:lnTo>
                    <a:pt x="28593" y="75043"/>
                  </a:lnTo>
                  <a:lnTo>
                    <a:pt x="28703" y="76070"/>
                  </a:lnTo>
                  <a:lnTo>
                    <a:pt x="28800" y="76978"/>
                  </a:lnTo>
                  <a:lnTo>
                    <a:pt x="28931" y="78196"/>
                  </a:lnTo>
                  <a:lnTo>
                    <a:pt x="31091" y="80629"/>
                  </a:lnTo>
                  <a:lnTo>
                    <a:pt x="32189" y="82251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3"/>
            <p:cNvSpPr/>
            <p:nvPr/>
          </p:nvSpPr>
          <p:spPr>
            <a:xfrm>
              <a:off x="1108514" y="4315037"/>
              <a:ext cx="557782" cy="462317"/>
            </a:xfrm>
            <a:custGeom>
              <a:avLst/>
              <a:pathLst>
                <a:path w="557782" h="462317">
                  <a:moveTo>
                    <a:pt x="163552" y="446061"/>
                  </a:moveTo>
                  <a:lnTo>
                    <a:pt x="163963" y="446646"/>
                  </a:lnTo>
                  <a:lnTo>
                    <a:pt x="164277" y="446956"/>
                  </a:lnTo>
                  <a:lnTo>
                    <a:pt x="164458" y="447212"/>
                  </a:lnTo>
                  <a:lnTo>
                    <a:pt x="164812" y="447456"/>
                  </a:lnTo>
                  <a:lnTo>
                    <a:pt x="164962" y="447704"/>
                  </a:lnTo>
                  <a:lnTo>
                    <a:pt x="165259" y="448194"/>
                  </a:lnTo>
                  <a:lnTo>
                    <a:pt x="165442" y="448501"/>
                  </a:lnTo>
                  <a:lnTo>
                    <a:pt x="165189" y="448748"/>
                  </a:lnTo>
                  <a:lnTo>
                    <a:pt x="164910" y="449017"/>
                  </a:lnTo>
                  <a:lnTo>
                    <a:pt x="164821" y="449146"/>
                  </a:lnTo>
                  <a:lnTo>
                    <a:pt x="164570" y="449418"/>
                  </a:lnTo>
                  <a:lnTo>
                    <a:pt x="164666" y="449589"/>
                  </a:lnTo>
                  <a:lnTo>
                    <a:pt x="164849" y="449864"/>
                  </a:lnTo>
                  <a:lnTo>
                    <a:pt x="164966" y="450042"/>
                  </a:lnTo>
                  <a:lnTo>
                    <a:pt x="165461" y="450100"/>
                  </a:lnTo>
                  <a:lnTo>
                    <a:pt x="165674" y="450128"/>
                  </a:lnTo>
                  <a:lnTo>
                    <a:pt x="166103" y="450166"/>
                  </a:lnTo>
                  <a:lnTo>
                    <a:pt x="166239" y="449981"/>
                  </a:lnTo>
                  <a:lnTo>
                    <a:pt x="166643" y="449629"/>
                  </a:lnTo>
                  <a:lnTo>
                    <a:pt x="166891" y="449573"/>
                  </a:lnTo>
                  <a:lnTo>
                    <a:pt x="167419" y="449514"/>
                  </a:lnTo>
                  <a:lnTo>
                    <a:pt x="167970" y="449399"/>
                  </a:lnTo>
                  <a:lnTo>
                    <a:pt x="168178" y="449371"/>
                  </a:lnTo>
                  <a:lnTo>
                    <a:pt x="168359" y="449343"/>
                  </a:lnTo>
                  <a:lnTo>
                    <a:pt x="168499" y="449371"/>
                  </a:lnTo>
                  <a:lnTo>
                    <a:pt x="168675" y="449409"/>
                  </a:lnTo>
                  <a:lnTo>
                    <a:pt x="169036" y="449481"/>
                  </a:lnTo>
                  <a:lnTo>
                    <a:pt x="169243" y="449526"/>
                  </a:lnTo>
                  <a:lnTo>
                    <a:pt x="169728" y="449552"/>
                  </a:lnTo>
                  <a:lnTo>
                    <a:pt x="169944" y="449442"/>
                  </a:lnTo>
                  <a:lnTo>
                    <a:pt x="170084" y="449371"/>
                  </a:lnTo>
                  <a:lnTo>
                    <a:pt x="170415" y="449156"/>
                  </a:lnTo>
                  <a:lnTo>
                    <a:pt x="170602" y="449036"/>
                  </a:lnTo>
                  <a:lnTo>
                    <a:pt x="171193" y="448698"/>
                  </a:lnTo>
                  <a:lnTo>
                    <a:pt x="171388" y="448591"/>
                  </a:lnTo>
                  <a:lnTo>
                    <a:pt x="171613" y="448382"/>
                  </a:lnTo>
                  <a:lnTo>
                    <a:pt x="171721" y="448178"/>
                  </a:lnTo>
                  <a:lnTo>
                    <a:pt x="171955" y="447906"/>
                  </a:lnTo>
                  <a:lnTo>
                    <a:pt x="172178" y="447575"/>
                  </a:lnTo>
                  <a:lnTo>
                    <a:pt x="172321" y="447383"/>
                  </a:lnTo>
                  <a:lnTo>
                    <a:pt x="172497" y="447146"/>
                  </a:lnTo>
                  <a:lnTo>
                    <a:pt x="172637" y="446910"/>
                  </a:lnTo>
                  <a:lnTo>
                    <a:pt x="172799" y="446638"/>
                  </a:lnTo>
                  <a:lnTo>
                    <a:pt x="173226" y="446270"/>
                  </a:lnTo>
                  <a:lnTo>
                    <a:pt x="173488" y="446084"/>
                  </a:lnTo>
                  <a:lnTo>
                    <a:pt x="173739" y="445970"/>
                  </a:lnTo>
                  <a:lnTo>
                    <a:pt x="174088" y="445909"/>
                  </a:lnTo>
                  <a:lnTo>
                    <a:pt x="174740" y="445639"/>
                  </a:lnTo>
                  <a:lnTo>
                    <a:pt x="175298" y="445414"/>
                  </a:lnTo>
                  <a:lnTo>
                    <a:pt x="175837" y="445212"/>
                  </a:lnTo>
                  <a:lnTo>
                    <a:pt x="176391" y="445027"/>
                  </a:lnTo>
                  <a:lnTo>
                    <a:pt x="177338" y="444570"/>
                  </a:lnTo>
                  <a:lnTo>
                    <a:pt x="177894" y="444921"/>
                  </a:lnTo>
                  <a:lnTo>
                    <a:pt x="178560" y="445374"/>
                  </a:lnTo>
                  <a:lnTo>
                    <a:pt x="179158" y="445857"/>
                  </a:lnTo>
                  <a:lnTo>
                    <a:pt x="179287" y="446045"/>
                  </a:lnTo>
                  <a:lnTo>
                    <a:pt x="179443" y="446369"/>
                  </a:lnTo>
                  <a:lnTo>
                    <a:pt x="179533" y="446687"/>
                  </a:lnTo>
                  <a:lnTo>
                    <a:pt x="179604" y="447046"/>
                  </a:lnTo>
                  <a:lnTo>
                    <a:pt x="179657" y="447408"/>
                  </a:lnTo>
                  <a:lnTo>
                    <a:pt x="179687" y="447846"/>
                  </a:lnTo>
                  <a:lnTo>
                    <a:pt x="179738" y="448949"/>
                  </a:lnTo>
                  <a:lnTo>
                    <a:pt x="179753" y="449300"/>
                  </a:lnTo>
                  <a:lnTo>
                    <a:pt x="179407" y="451423"/>
                  </a:lnTo>
                  <a:lnTo>
                    <a:pt x="179125" y="452938"/>
                  </a:lnTo>
                  <a:lnTo>
                    <a:pt x="179160" y="453241"/>
                  </a:lnTo>
                  <a:lnTo>
                    <a:pt x="179187" y="453389"/>
                  </a:lnTo>
                  <a:lnTo>
                    <a:pt x="179212" y="453530"/>
                  </a:lnTo>
                  <a:lnTo>
                    <a:pt x="179349" y="453841"/>
                  </a:lnTo>
                  <a:lnTo>
                    <a:pt x="179515" y="454078"/>
                  </a:lnTo>
                  <a:lnTo>
                    <a:pt x="179729" y="454257"/>
                  </a:lnTo>
                  <a:lnTo>
                    <a:pt x="180157" y="454512"/>
                  </a:lnTo>
                  <a:lnTo>
                    <a:pt x="183245" y="456262"/>
                  </a:lnTo>
                  <a:lnTo>
                    <a:pt x="184094" y="456757"/>
                  </a:lnTo>
                  <a:lnTo>
                    <a:pt x="184275" y="456984"/>
                  </a:lnTo>
                  <a:lnTo>
                    <a:pt x="184379" y="457323"/>
                  </a:lnTo>
                  <a:lnTo>
                    <a:pt x="184325" y="457544"/>
                  </a:lnTo>
                  <a:lnTo>
                    <a:pt x="184184" y="458024"/>
                  </a:lnTo>
                  <a:lnTo>
                    <a:pt x="184281" y="458385"/>
                  </a:lnTo>
                  <a:lnTo>
                    <a:pt x="184387" y="458861"/>
                  </a:lnTo>
                  <a:lnTo>
                    <a:pt x="184326" y="459096"/>
                  </a:lnTo>
                  <a:lnTo>
                    <a:pt x="184805" y="459218"/>
                  </a:lnTo>
                  <a:lnTo>
                    <a:pt x="185004" y="459265"/>
                  </a:lnTo>
                  <a:lnTo>
                    <a:pt x="185366" y="459396"/>
                  </a:lnTo>
                  <a:lnTo>
                    <a:pt x="185730" y="459534"/>
                  </a:lnTo>
                  <a:lnTo>
                    <a:pt x="185774" y="459822"/>
                  </a:lnTo>
                  <a:lnTo>
                    <a:pt x="185723" y="460096"/>
                  </a:lnTo>
                  <a:lnTo>
                    <a:pt x="185675" y="460333"/>
                  </a:lnTo>
                  <a:lnTo>
                    <a:pt x="185683" y="460558"/>
                  </a:lnTo>
                  <a:lnTo>
                    <a:pt x="185751" y="460864"/>
                  </a:lnTo>
                  <a:lnTo>
                    <a:pt x="185776" y="461226"/>
                  </a:lnTo>
                  <a:lnTo>
                    <a:pt x="186132" y="461412"/>
                  </a:lnTo>
                  <a:lnTo>
                    <a:pt x="186321" y="461626"/>
                  </a:lnTo>
                  <a:lnTo>
                    <a:pt x="186467" y="461789"/>
                  </a:lnTo>
                  <a:lnTo>
                    <a:pt x="186640" y="461936"/>
                  </a:lnTo>
                  <a:lnTo>
                    <a:pt x="187084" y="462317"/>
                  </a:lnTo>
                  <a:lnTo>
                    <a:pt x="187272" y="462229"/>
                  </a:lnTo>
                  <a:lnTo>
                    <a:pt x="187468" y="462175"/>
                  </a:lnTo>
                  <a:lnTo>
                    <a:pt x="187711" y="462136"/>
                  </a:lnTo>
                  <a:lnTo>
                    <a:pt x="187991" y="462050"/>
                  </a:lnTo>
                  <a:lnTo>
                    <a:pt x="188237" y="461973"/>
                  </a:lnTo>
                  <a:lnTo>
                    <a:pt x="189029" y="461729"/>
                  </a:lnTo>
                  <a:lnTo>
                    <a:pt x="189344" y="461418"/>
                  </a:lnTo>
                  <a:lnTo>
                    <a:pt x="189664" y="461199"/>
                  </a:lnTo>
                  <a:lnTo>
                    <a:pt x="189987" y="460826"/>
                  </a:lnTo>
                  <a:lnTo>
                    <a:pt x="189962" y="460570"/>
                  </a:lnTo>
                  <a:lnTo>
                    <a:pt x="189999" y="459290"/>
                  </a:lnTo>
                  <a:lnTo>
                    <a:pt x="190677" y="458858"/>
                  </a:lnTo>
                  <a:lnTo>
                    <a:pt x="191009" y="459009"/>
                  </a:lnTo>
                  <a:lnTo>
                    <a:pt x="191146" y="458723"/>
                  </a:lnTo>
                  <a:lnTo>
                    <a:pt x="191228" y="458560"/>
                  </a:lnTo>
                  <a:lnTo>
                    <a:pt x="191404" y="458259"/>
                  </a:lnTo>
                  <a:lnTo>
                    <a:pt x="191833" y="457523"/>
                  </a:lnTo>
                  <a:lnTo>
                    <a:pt x="192171" y="456945"/>
                  </a:lnTo>
                  <a:lnTo>
                    <a:pt x="192871" y="457117"/>
                  </a:lnTo>
                  <a:lnTo>
                    <a:pt x="193288" y="457220"/>
                  </a:lnTo>
                  <a:lnTo>
                    <a:pt x="193521" y="457255"/>
                  </a:lnTo>
                  <a:lnTo>
                    <a:pt x="194033" y="457331"/>
                  </a:lnTo>
                  <a:lnTo>
                    <a:pt x="194185" y="457351"/>
                  </a:lnTo>
                  <a:lnTo>
                    <a:pt x="194512" y="457391"/>
                  </a:lnTo>
                  <a:lnTo>
                    <a:pt x="194732" y="457419"/>
                  </a:lnTo>
                  <a:lnTo>
                    <a:pt x="194894" y="457439"/>
                  </a:lnTo>
                  <a:lnTo>
                    <a:pt x="195344" y="457498"/>
                  </a:lnTo>
                  <a:lnTo>
                    <a:pt x="195835" y="457562"/>
                  </a:lnTo>
                  <a:lnTo>
                    <a:pt x="196029" y="457587"/>
                  </a:lnTo>
                  <a:lnTo>
                    <a:pt x="196192" y="457608"/>
                  </a:lnTo>
                  <a:lnTo>
                    <a:pt x="196509" y="457724"/>
                  </a:lnTo>
                  <a:lnTo>
                    <a:pt x="197272" y="457344"/>
                  </a:lnTo>
                  <a:lnTo>
                    <a:pt x="197581" y="457337"/>
                  </a:lnTo>
                  <a:lnTo>
                    <a:pt x="197795" y="457333"/>
                  </a:lnTo>
                  <a:lnTo>
                    <a:pt x="198416" y="457319"/>
                  </a:lnTo>
                  <a:lnTo>
                    <a:pt x="199158" y="457302"/>
                  </a:lnTo>
                  <a:lnTo>
                    <a:pt x="199294" y="457260"/>
                  </a:lnTo>
                  <a:lnTo>
                    <a:pt x="199439" y="457230"/>
                  </a:lnTo>
                  <a:lnTo>
                    <a:pt x="199629" y="457216"/>
                  </a:lnTo>
                  <a:lnTo>
                    <a:pt x="200466" y="456580"/>
                  </a:lnTo>
                  <a:lnTo>
                    <a:pt x="200630" y="456508"/>
                  </a:lnTo>
                  <a:lnTo>
                    <a:pt x="200862" y="456411"/>
                  </a:lnTo>
                  <a:lnTo>
                    <a:pt x="201535" y="455799"/>
                  </a:lnTo>
                  <a:lnTo>
                    <a:pt x="201678" y="455741"/>
                  </a:lnTo>
                  <a:lnTo>
                    <a:pt x="201882" y="455638"/>
                  </a:lnTo>
                  <a:lnTo>
                    <a:pt x="202292" y="455476"/>
                  </a:lnTo>
                  <a:lnTo>
                    <a:pt x="202447" y="455324"/>
                  </a:lnTo>
                  <a:lnTo>
                    <a:pt x="202706" y="455227"/>
                  </a:lnTo>
                  <a:lnTo>
                    <a:pt x="202874" y="455164"/>
                  </a:lnTo>
                  <a:lnTo>
                    <a:pt x="203558" y="455026"/>
                  </a:lnTo>
                  <a:lnTo>
                    <a:pt x="203854" y="454995"/>
                  </a:lnTo>
                  <a:lnTo>
                    <a:pt x="204313" y="454981"/>
                  </a:lnTo>
                  <a:lnTo>
                    <a:pt x="204794" y="454923"/>
                  </a:lnTo>
                  <a:lnTo>
                    <a:pt x="205132" y="454897"/>
                  </a:lnTo>
                  <a:lnTo>
                    <a:pt x="205411" y="454890"/>
                  </a:lnTo>
                  <a:lnTo>
                    <a:pt x="205769" y="454883"/>
                  </a:lnTo>
                  <a:lnTo>
                    <a:pt x="206215" y="454871"/>
                  </a:lnTo>
                  <a:lnTo>
                    <a:pt x="206503" y="454801"/>
                  </a:lnTo>
                  <a:lnTo>
                    <a:pt x="206784" y="454730"/>
                  </a:lnTo>
                  <a:lnTo>
                    <a:pt x="207115" y="454665"/>
                  </a:lnTo>
                  <a:lnTo>
                    <a:pt x="207249" y="454641"/>
                  </a:lnTo>
                  <a:lnTo>
                    <a:pt x="207408" y="454674"/>
                  </a:lnTo>
                  <a:lnTo>
                    <a:pt x="207652" y="454686"/>
                  </a:lnTo>
                  <a:lnTo>
                    <a:pt x="207936" y="454726"/>
                  </a:lnTo>
                  <a:lnTo>
                    <a:pt x="208287" y="454770"/>
                  </a:lnTo>
                  <a:lnTo>
                    <a:pt x="208533" y="454808"/>
                  </a:lnTo>
                  <a:lnTo>
                    <a:pt x="208744" y="454925"/>
                  </a:lnTo>
                  <a:lnTo>
                    <a:pt x="209035" y="455096"/>
                  </a:lnTo>
                  <a:lnTo>
                    <a:pt x="209241" y="455249"/>
                  </a:lnTo>
                  <a:lnTo>
                    <a:pt x="209469" y="455394"/>
                  </a:lnTo>
                  <a:lnTo>
                    <a:pt x="209687" y="455544"/>
                  </a:lnTo>
                  <a:lnTo>
                    <a:pt x="209982" y="455708"/>
                  </a:lnTo>
                  <a:lnTo>
                    <a:pt x="210228" y="455889"/>
                  </a:lnTo>
                  <a:lnTo>
                    <a:pt x="210524" y="456100"/>
                  </a:lnTo>
                  <a:lnTo>
                    <a:pt x="210688" y="456240"/>
                  </a:lnTo>
                  <a:lnTo>
                    <a:pt x="210887" y="456374"/>
                  </a:lnTo>
                  <a:lnTo>
                    <a:pt x="211035" y="456470"/>
                  </a:lnTo>
                  <a:lnTo>
                    <a:pt x="211197" y="456566"/>
                  </a:lnTo>
                  <a:lnTo>
                    <a:pt x="211361" y="456674"/>
                  </a:lnTo>
                  <a:lnTo>
                    <a:pt x="211506" y="456826"/>
                  </a:lnTo>
                  <a:lnTo>
                    <a:pt x="211651" y="456901"/>
                  </a:lnTo>
                  <a:lnTo>
                    <a:pt x="211799" y="457047"/>
                  </a:lnTo>
                  <a:lnTo>
                    <a:pt x="211949" y="457197"/>
                  </a:lnTo>
                  <a:lnTo>
                    <a:pt x="212205" y="457429"/>
                  </a:lnTo>
                  <a:lnTo>
                    <a:pt x="212352" y="457497"/>
                  </a:lnTo>
                  <a:lnTo>
                    <a:pt x="212556" y="457598"/>
                  </a:lnTo>
                  <a:lnTo>
                    <a:pt x="212798" y="457727"/>
                  </a:lnTo>
                  <a:lnTo>
                    <a:pt x="212939" y="457792"/>
                  </a:lnTo>
                  <a:lnTo>
                    <a:pt x="213068" y="457860"/>
                  </a:lnTo>
                  <a:lnTo>
                    <a:pt x="213208" y="457895"/>
                  </a:lnTo>
                  <a:lnTo>
                    <a:pt x="213438" y="457935"/>
                  </a:lnTo>
                  <a:lnTo>
                    <a:pt x="213879" y="457987"/>
                  </a:lnTo>
                  <a:lnTo>
                    <a:pt x="214169" y="458022"/>
                  </a:lnTo>
                  <a:lnTo>
                    <a:pt x="214542" y="458043"/>
                  </a:lnTo>
                  <a:lnTo>
                    <a:pt x="214873" y="457895"/>
                  </a:lnTo>
                  <a:lnTo>
                    <a:pt x="215224" y="457738"/>
                  </a:lnTo>
                  <a:lnTo>
                    <a:pt x="215412" y="457680"/>
                  </a:lnTo>
                  <a:lnTo>
                    <a:pt x="215632" y="457548"/>
                  </a:lnTo>
                  <a:lnTo>
                    <a:pt x="215921" y="457616"/>
                  </a:lnTo>
                  <a:lnTo>
                    <a:pt x="216036" y="457762"/>
                  </a:lnTo>
                  <a:lnTo>
                    <a:pt x="216132" y="457919"/>
                  </a:lnTo>
                  <a:lnTo>
                    <a:pt x="216296" y="457989"/>
                  </a:lnTo>
                  <a:lnTo>
                    <a:pt x="216542" y="458067"/>
                  </a:lnTo>
                  <a:lnTo>
                    <a:pt x="216835" y="458181"/>
                  </a:lnTo>
                  <a:lnTo>
                    <a:pt x="217070" y="458278"/>
                  </a:lnTo>
                  <a:lnTo>
                    <a:pt x="217236" y="458320"/>
                  </a:lnTo>
                  <a:lnTo>
                    <a:pt x="217487" y="458355"/>
                  </a:lnTo>
                  <a:lnTo>
                    <a:pt x="217883" y="458378"/>
                  </a:lnTo>
                  <a:lnTo>
                    <a:pt x="218169" y="458402"/>
                  </a:lnTo>
                  <a:lnTo>
                    <a:pt x="218317" y="458381"/>
                  </a:lnTo>
                  <a:lnTo>
                    <a:pt x="218502" y="458355"/>
                  </a:lnTo>
                  <a:lnTo>
                    <a:pt x="218816" y="458296"/>
                  </a:lnTo>
                  <a:lnTo>
                    <a:pt x="219015" y="458256"/>
                  </a:lnTo>
                  <a:lnTo>
                    <a:pt x="219337" y="458172"/>
                  </a:lnTo>
                  <a:lnTo>
                    <a:pt x="219538" y="458137"/>
                  </a:lnTo>
                  <a:lnTo>
                    <a:pt x="219857" y="457893"/>
                  </a:lnTo>
                  <a:lnTo>
                    <a:pt x="220010" y="457741"/>
                  </a:lnTo>
                  <a:lnTo>
                    <a:pt x="220202" y="457551"/>
                  </a:lnTo>
                  <a:lnTo>
                    <a:pt x="220427" y="457255"/>
                  </a:lnTo>
                  <a:lnTo>
                    <a:pt x="220567" y="457323"/>
                  </a:lnTo>
                  <a:lnTo>
                    <a:pt x="220715" y="457363"/>
                  </a:lnTo>
                  <a:lnTo>
                    <a:pt x="220929" y="457408"/>
                  </a:lnTo>
                  <a:lnTo>
                    <a:pt x="221177" y="457466"/>
                  </a:lnTo>
                  <a:lnTo>
                    <a:pt x="221437" y="457539"/>
                  </a:lnTo>
                  <a:lnTo>
                    <a:pt x="221639" y="457452"/>
                  </a:lnTo>
                  <a:lnTo>
                    <a:pt x="221925" y="457035"/>
                  </a:lnTo>
                  <a:lnTo>
                    <a:pt x="222045" y="456810"/>
                  </a:lnTo>
                  <a:lnTo>
                    <a:pt x="222077" y="456655"/>
                  </a:lnTo>
                  <a:lnTo>
                    <a:pt x="222124" y="456329"/>
                  </a:lnTo>
                  <a:lnTo>
                    <a:pt x="222155" y="456074"/>
                  </a:lnTo>
                  <a:lnTo>
                    <a:pt x="222253" y="455788"/>
                  </a:lnTo>
                  <a:lnTo>
                    <a:pt x="222431" y="455745"/>
                  </a:lnTo>
                  <a:lnTo>
                    <a:pt x="222668" y="455708"/>
                  </a:lnTo>
                  <a:lnTo>
                    <a:pt x="223093" y="455605"/>
                  </a:lnTo>
                  <a:lnTo>
                    <a:pt x="223360" y="455532"/>
                  </a:lnTo>
                  <a:lnTo>
                    <a:pt x="223522" y="455394"/>
                  </a:lnTo>
                  <a:lnTo>
                    <a:pt x="223718" y="455230"/>
                  </a:lnTo>
                  <a:lnTo>
                    <a:pt x="224101" y="454918"/>
                  </a:lnTo>
                  <a:lnTo>
                    <a:pt x="224323" y="454841"/>
                  </a:lnTo>
                  <a:lnTo>
                    <a:pt x="224567" y="455002"/>
                  </a:lnTo>
                  <a:lnTo>
                    <a:pt x="224764" y="455131"/>
                  </a:lnTo>
                  <a:lnTo>
                    <a:pt x="225179" y="455309"/>
                  </a:lnTo>
                  <a:lnTo>
                    <a:pt x="225763" y="455391"/>
                  </a:lnTo>
                  <a:lnTo>
                    <a:pt x="226190" y="455450"/>
                  </a:lnTo>
                  <a:lnTo>
                    <a:pt x="226752" y="455525"/>
                  </a:lnTo>
                  <a:lnTo>
                    <a:pt x="227287" y="455598"/>
                  </a:lnTo>
                  <a:lnTo>
                    <a:pt x="227620" y="455771"/>
                  </a:lnTo>
                  <a:lnTo>
                    <a:pt x="227786" y="455860"/>
                  </a:lnTo>
                  <a:lnTo>
                    <a:pt x="228189" y="456088"/>
                  </a:lnTo>
                  <a:lnTo>
                    <a:pt x="228379" y="456271"/>
                  </a:lnTo>
                  <a:lnTo>
                    <a:pt x="228557" y="456449"/>
                  </a:lnTo>
                  <a:lnTo>
                    <a:pt x="229279" y="456908"/>
                  </a:lnTo>
                  <a:lnTo>
                    <a:pt x="229577" y="457080"/>
                  </a:lnTo>
                  <a:lnTo>
                    <a:pt x="229842" y="457230"/>
                  </a:lnTo>
                  <a:lnTo>
                    <a:pt x="230234" y="456840"/>
                  </a:lnTo>
                  <a:lnTo>
                    <a:pt x="230520" y="456557"/>
                  </a:lnTo>
                  <a:lnTo>
                    <a:pt x="231040" y="456041"/>
                  </a:lnTo>
                  <a:lnTo>
                    <a:pt x="231099" y="455818"/>
                  </a:lnTo>
                  <a:lnTo>
                    <a:pt x="231188" y="455481"/>
                  </a:lnTo>
                  <a:lnTo>
                    <a:pt x="231286" y="455112"/>
                  </a:lnTo>
                  <a:lnTo>
                    <a:pt x="231331" y="454948"/>
                  </a:lnTo>
                  <a:lnTo>
                    <a:pt x="231406" y="454669"/>
                  </a:lnTo>
                  <a:lnTo>
                    <a:pt x="231446" y="454529"/>
                  </a:lnTo>
                  <a:lnTo>
                    <a:pt x="231476" y="454360"/>
                  </a:lnTo>
                  <a:lnTo>
                    <a:pt x="231593" y="454226"/>
                  </a:lnTo>
                  <a:lnTo>
                    <a:pt x="231772" y="454231"/>
                  </a:lnTo>
                  <a:lnTo>
                    <a:pt x="232369" y="454205"/>
                  </a:lnTo>
                  <a:lnTo>
                    <a:pt x="232899" y="454198"/>
                  </a:lnTo>
                  <a:lnTo>
                    <a:pt x="233427" y="454196"/>
                  </a:lnTo>
                  <a:lnTo>
                    <a:pt x="233781" y="454198"/>
                  </a:lnTo>
                  <a:lnTo>
                    <a:pt x="233964" y="454158"/>
                  </a:lnTo>
                  <a:lnTo>
                    <a:pt x="234493" y="453994"/>
                  </a:lnTo>
                  <a:lnTo>
                    <a:pt x="235047" y="453821"/>
                  </a:lnTo>
                  <a:lnTo>
                    <a:pt x="235579" y="453659"/>
                  </a:lnTo>
                  <a:lnTo>
                    <a:pt x="236111" y="453525"/>
                  </a:lnTo>
                  <a:lnTo>
                    <a:pt x="236271" y="453474"/>
                  </a:lnTo>
                  <a:lnTo>
                    <a:pt x="236779" y="453293"/>
                  </a:lnTo>
                  <a:lnTo>
                    <a:pt x="236964" y="453197"/>
                  </a:lnTo>
                  <a:lnTo>
                    <a:pt x="237171" y="453218"/>
                  </a:lnTo>
                  <a:lnTo>
                    <a:pt x="237328" y="453401"/>
                  </a:lnTo>
                  <a:lnTo>
                    <a:pt x="237567" y="453685"/>
                  </a:lnTo>
                  <a:lnTo>
                    <a:pt x="237935" y="454119"/>
                  </a:lnTo>
                  <a:lnTo>
                    <a:pt x="238275" y="454477"/>
                  </a:lnTo>
                  <a:lnTo>
                    <a:pt x="238498" y="454822"/>
                  </a:lnTo>
                  <a:lnTo>
                    <a:pt x="238592" y="454970"/>
                  </a:lnTo>
                  <a:lnTo>
                    <a:pt x="238732" y="455115"/>
                  </a:lnTo>
                  <a:lnTo>
                    <a:pt x="238985" y="455211"/>
                  </a:lnTo>
                  <a:lnTo>
                    <a:pt x="239515" y="454747"/>
                  </a:lnTo>
                  <a:lnTo>
                    <a:pt x="239921" y="454407"/>
                  </a:lnTo>
                  <a:lnTo>
                    <a:pt x="240226" y="454156"/>
                  </a:lnTo>
                  <a:lnTo>
                    <a:pt x="240434" y="453999"/>
                  </a:lnTo>
                  <a:lnTo>
                    <a:pt x="240695" y="453802"/>
                  </a:lnTo>
                  <a:lnTo>
                    <a:pt x="240842" y="453736"/>
                  </a:lnTo>
                  <a:lnTo>
                    <a:pt x="241081" y="453633"/>
                  </a:lnTo>
                  <a:lnTo>
                    <a:pt x="241747" y="453359"/>
                  </a:lnTo>
                  <a:lnTo>
                    <a:pt x="241888" y="453298"/>
                  </a:lnTo>
                  <a:lnTo>
                    <a:pt x="242179" y="453171"/>
                  </a:lnTo>
                  <a:lnTo>
                    <a:pt x="242741" y="452979"/>
                  </a:lnTo>
                  <a:lnTo>
                    <a:pt x="242955" y="452904"/>
                  </a:lnTo>
                  <a:lnTo>
                    <a:pt x="243348" y="452710"/>
                  </a:lnTo>
                  <a:lnTo>
                    <a:pt x="243806" y="452567"/>
                  </a:lnTo>
                  <a:lnTo>
                    <a:pt x="244195" y="452405"/>
                  </a:lnTo>
                  <a:lnTo>
                    <a:pt x="244406" y="452452"/>
                  </a:lnTo>
                  <a:lnTo>
                    <a:pt x="244652" y="452440"/>
                  </a:lnTo>
                  <a:lnTo>
                    <a:pt x="244971" y="452442"/>
                  </a:lnTo>
                  <a:lnTo>
                    <a:pt x="245177" y="452440"/>
                  </a:lnTo>
                  <a:lnTo>
                    <a:pt x="245341" y="452564"/>
                  </a:lnTo>
                  <a:lnTo>
                    <a:pt x="245501" y="452695"/>
                  </a:lnTo>
                  <a:lnTo>
                    <a:pt x="245651" y="452817"/>
                  </a:lnTo>
                  <a:lnTo>
                    <a:pt x="245838" y="452972"/>
                  </a:lnTo>
                  <a:lnTo>
                    <a:pt x="246108" y="453197"/>
                  </a:lnTo>
                  <a:lnTo>
                    <a:pt x="246249" y="453317"/>
                  </a:lnTo>
                  <a:lnTo>
                    <a:pt x="246603" y="453619"/>
                  </a:lnTo>
                  <a:lnTo>
                    <a:pt x="246795" y="453788"/>
                  </a:lnTo>
                  <a:lnTo>
                    <a:pt x="247097" y="454055"/>
                  </a:lnTo>
                  <a:lnTo>
                    <a:pt x="247852" y="454728"/>
                  </a:lnTo>
                  <a:lnTo>
                    <a:pt x="248148" y="454543"/>
                  </a:lnTo>
                  <a:lnTo>
                    <a:pt x="248717" y="454123"/>
                  </a:lnTo>
                  <a:lnTo>
                    <a:pt x="249139" y="453804"/>
                  </a:lnTo>
                  <a:lnTo>
                    <a:pt x="249278" y="453809"/>
                  </a:lnTo>
                  <a:lnTo>
                    <a:pt x="249498" y="453818"/>
                  </a:lnTo>
                  <a:lnTo>
                    <a:pt x="250047" y="453830"/>
                  </a:lnTo>
                  <a:lnTo>
                    <a:pt x="250461" y="453840"/>
                  </a:lnTo>
                  <a:lnTo>
                    <a:pt x="250626" y="453844"/>
                  </a:lnTo>
                  <a:lnTo>
                    <a:pt x="251329" y="453854"/>
                  </a:lnTo>
                  <a:lnTo>
                    <a:pt x="251554" y="453858"/>
                  </a:lnTo>
                  <a:lnTo>
                    <a:pt x="251812" y="453959"/>
                  </a:lnTo>
                  <a:lnTo>
                    <a:pt x="252159" y="454072"/>
                  </a:lnTo>
                  <a:lnTo>
                    <a:pt x="252707" y="454273"/>
                  </a:lnTo>
                  <a:lnTo>
                    <a:pt x="253209" y="454456"/>
                  </a:lnTo>
                  <a:lnTo>
                    <a:pt x="253709" y="454641"/>
                  </a:lnTo>
                  <a:lnTo>
                    <a:pt x="254208" y="454822"/>
                  </a:lnTo>
                  <a:lnTo>
                    <a:pt x="254347" y="454872"/>
                  </a:lnTo>
                  <a:lnTo>
                    <a:pt x="255003" y="455063"/>
                  </a:lnTo>
                  <a:lnTo>
                    <a:pt x="255188" y="455101"/>
                  </a:lnTo>
                  <a:lnTo>
                    <a:pt x="255486" y="455094"/>
                  </a:lnTo>
                  <a:lnTo>
                    <a:pt x="255879" y="455089"/>
                  </a:lnTo>
                  <a:lnTo>
                    <a:pt x="256048" y="455056"/>
                  </a:lnTo>
                  <a:lnTo>
                    <a:pt x="256250" y="455021"/>
                  </a:lnTo>
                  <a:lnTo>
                    <a:pt x="256522" y="454848"/>
                  </a:lnTo>
                  <a:lnTo>
                    <a:pt x="256674" y="454737"/>
                  </a:lnTo>
                  <a:lnTo>
                    <a:pt x="256923" y="454562"/>
                  </a:lnTo>
                  <a:lnTo>
                    <a:pt x="257258" y="454271"/>
                  </a:lnTo>
                  <a:lnTo>
                    <a:pt x="257544" y="454018"/>
                  </a:lnTo>
                  <a:lnTo>
                    <a:pt x="257671" y="453861"/>
                  </a:lnTo>
                  <a:lnTo>
                    <a:pt x="257961" y="453429"/>
                  </a:lnTo>
                  <a:lnTo>
                    <a:pt x="258048" y="453300"/>
                  </a:lnTo>
                  <a:lnTo>
                    <a:pt x="258308" y="452869"/>
                  </a:lnTo>
                  <a:lnTo>
                    <a:pt x="258421" y="452688"/>
                  </a:lnTo>
                  <a:lnTo>
                    <a:pt x="258618" y="452346"/>
                  </a:lnTo>
                  <a:lnTo>
                    <a:pt x="258733" y="452173"/>
                  </a:lnTo>
                  <a:lnTo>
                    <a:pt x="258836" y="451980"/>
                  </a:lnTo>
                  <a:lnTo>
                    <a:pt x="259070" y="451821"/>
                  </a:lnTo>
                  <a:lnTo>
                    <a:pt x="259546" y="451608"/>
                  </a:lnTo>
                  <a:lnTo>
                    <a:pt x="259741" y="451338"/>
                  </a:lnTo>
                  <a:lnTo>
                    <a:pt x="259884" y="451174"/>
                  </a:lnTo>
                  <a:lnTo>
                    <a:pt x="260067" y="450982"/>
                  </a:lnTo>
                  <a:lnTo>
                    <a:pt x="260222" y="450759"/>
                  </a:lnTo>
                  <a:lnTo>
                    <a:pt x="260418" y="450613"/>
                  </a:lnTo>
                  <a:lnTo>
                    <a:pt x="260735" y="450147"/>
                  </a:lnTo>
                  <a:lnTo>
                    <a:pt x="260768" y="449962"/>
                  </a:lnTo>
                  <a:lnTo>
                    <a:pt x="260587" y="449868"/>
                  </a:lnTo>
                  <a:lnTo>
                    <a:pt x="260458" y="449798"/>
                  </a:lnTo>
                  <a:lnTo>
                    <a:pt x="260304" y="449702"/>
                  </a:lnTo>
                  <a:lnTo>
                    <a:pt x="260139" y="449598"/>
                  </a:lnTo>
                  <a:lnTo>
                    <a:pt x="259732" y="449071"/>
                  </a:lnTo>
                  <a:lnTo>
                    <a:pt x="259872" y="448897"/>
                  </a:lnTo>
                  <a:lnTo>
                    <a:pt x="260165" y="448893"/>
                  </a:lnTo>
                  <a:lnTo>
                    <a:pt x="260376" y="448888"/>
                  </a:lnTo>
                  <a:lnTo>
                    <a:pt x="260697" y="448883"/>
                  </a:lnTo>
                  <a:lnTo>
                    <a:pt x="260953" y="448879"/>
                  </a:lnTo>
                  <a:lnTo>
                    <a:pt x="261314" y="448872"/>
                  </a:lnTo>
                  <a:lnTo>
                    <a:pt x="261506" y="448869"/>
                  </a:lnTo>
                  <a:lnTo>
                    <a:pt x="261704" y="448865"/>
                  </a:lnTo>
                  <a:lnTo>
                    <a:pt x="262077" y="448858"/>
                  </a:lnTo>
                  <a:lnTo>
                    <a:pt x="262273" y="448855"/>
                  </a:lnTo>
                  <a:lnTo>
                    <a:pt x="262452" y="448853"/>
                  </a:lnTo>
                  <a:lnTo>
                    <a:pt x="262597" y="448851"/>
                  </a:lnTo>
                  <a:lnTo>
                    <a:pt x="263157" y="448841"/>
                  </a:lnTo>
                  <a:lnTo>
                    <a:pt x="263343" y="448839"/>
                  </a:lnTo>
                  <a:lnTo>
                    <a:pt x="263558" y="448834"/>
                  </a:lnTo>
                  <a:lnTo>
                    <a:pt x="263748" y="448832"/>
                  </a:lnTo>
                  <a:lnTo>
                    <a:pt x="263910" y="448827"/>
                  </a:lnTo>
                  <a:lnTo>
                    <a:pt x="264112" y="448825"/>
                  </a:lnTo>
                  <a:lnTo>
                    <a:pt x="264290" y="448820"/>
                  </a:lnTo>
                  <a:lnTo>
                    <a:pt x="264569" y="448815"/>
                  </a:lnTo>
                  <a:lnTo>
                    <a:pt x="264859" y="448811"/>
                  </a:lnTo>
                  <a:lnTo>
                    <a:pt x="265148" y="448806"/>
                  </a:lnTo>
                  <a:lnTo>
                    <a:pt x="265279" y="448804"/>
                  </a:lnTo>
                  <a:lnTo>
                    <a:pt x="265422" y="448801"/>
                  </a:lnTo>
                  <a:lnTo>
                    <a:pt x="265596" y="448799"/>
                  </a:lnTo>
                  <a:lnTo>
                    <a:pt x="265954" y="448792"/>
                  </a:lnTo>
                  <a:lnTo>
                    <a:pt x="266121" y="448787"/>
                  </a:lnTo>
                  <a:lnTo>
                    <a:pt x="266357" y="448785"/>
                  </a:lnTo>
                  <a:lnTo>
                    <a:pt x="266559" y="448780"/>
                  </a:lnTo>
                  <a:lnTo>
                    <a:pt x="266737" y="448776"/>
                  </a:lnTo>
                  <a:lnTo>
                    <a:pt x="266962" y="448773"/>
                  </a:lnTo>
                  <a:lnTo>
                    <a:pt x="267288" y="448766"/>
                  </a:lnTo>
                  <a:lnTo>
                    <a:pt x="267548" y="448813"/>
                  </a:lnTo>
                  <a:lnTo>
                    <a:pt x="267687" y="448776"/>
                  </a:lnTo>
                  <a:lnTo>
                    <a:pt x="268071" y="448768"/>
                  </a:lnTo>
                  <a:lnTo>
                    <a:pt x="268214" y="448776"/>
                  </a:lnTo>
                  <a:lnTo>
                    <a:pt x="268777" y="448895"/>
                  </a:lnTo>
                  <a:lnTo>
                    <a:pt x="268960" y="448909"/>
                  </a:lnTo>
                  <a:lnTo>
                    <a:pt x="269319" y="448923"/>
                  </a:lnTo>
                  <a:lnTo>
                    <a:pt x="269473" y="448902"/>
                  </a:lnTo>
                  <a:lnTo>
                    <a:pt x="270102" y="448565"/>
                  </a:lnTo>
                  <a:lnTo>
                    <a:pt x="270256" y="448682"/>
                  </a:lnTo>
                  <a:lnTo>
                    <a:pt x="270568" y="448949"/>
                  </a:lnTo>
                  <a:lnTo>
                    <a:pt x="270786" y="449108"/>
                  </a:lnTo>
                  <a:lnTo>
                    <a:pt x="271023" y="449294"/>
                  </a:lnTo>
                  <a:lnTo>
                    <a:pt x="271154" y="449413"/>
                  </a:lnTo>
                  <a:lnTo>
                    <a:pt x="271375" y="449516"/>
                  </a:lnTo>
                  <a:lnTo>
                    <a:pt x="271515" y="449615"/>
                  </a:lnTo>
                  <a:lnTo>
                    <a:pt x="271897" y="449481"/>
                  </a:lnTo>
                  <a:lnTo>
                    <a:pt x="272216" y="449188"/>
                  </a:lnTo>
                  <a:lnTo>
                    <a:pt x="272350" y="449153"/>
                  </a:lnTo>
                  <a:lnTo>
                    <a:pt x="272542" y="449155"/>
                  </a:lnTo>
                  <a:lnTo>
                    <a:pt x="272680" y="449151"/>
                  </a:lnTo>
                  <a:lnTo>
                    <a:pt x="272905" y="449101"/>
                  </a:lnTo>
                  <a:lnTo>
                    <a:pt x="273100" y="448975"/>
                  </a:lnTo>
                  <a:lnTo>
                    <a:pt x="273393" y="449188"/>
                  </a:lnTo>
                  <a:lnTo>
                    <a:pt x="273672" y="449174"/>
                  </a:lnTo>
                  <a:lnTo>
                    <a:pt x="273899" y="448998"/>
                  </a:lnTo>
                  <a:lnTo>
                    <a:pt x="274059" y="449003"/>
                  </a:lnTo>
                  <a:lnTo>
                    <a:pt x="274467" y="448860"/>
                  </a:lnTo>
                  <a:lnTo>
                    <a:pt x="274931" y="448572"/>
                  </a:lnTo>
                  <a:lnTo>
                    <a:pt x="275151" y="448382"/>
                  </a:lnTo>
                  <a:lnTo>
                    <a:pt x="275304" y="448222"/>
                  </a:lnTo>
                  <a:lnTo>
                    <a:pt x="275482" y="447990"/>
                  </a:lnTo>
                  <a:lnTo>
                    <a:pt x="275817" y="447599"/>
                  </a:lnTo>
                  <a:lnTo>
                    <a:pt x="276005" y="447284"/>
                  </a:lnTo>
                  <a:lnTo>
                    <a:pt x="276113" y="446914"/>
                  </a:lnTo>
                  <a:lnTo>
                    <a:pt x="276131" y="446738"/>
                  </a:lnTo>
                  <a:lnTo>
                    <a:pt x="276148" y="446569"/>
                  </a:lnTo>
                  <a:lnTo>
                    <a:pt x="276171" y="446429"/>
                  </a:lnTo>
                  <a:lnTo>
                    <a:pt x="275866" y="446042"/>
                  </a:lnTo>
                  <a:lnTo>
                    <a:pt x="275524" y="445648"/>
                  </a:lnTo>
                  <a:lnTo>
                    <a:pt x="275369" y="445378"/>
                  </a:lnTo>
                  <a:lnTo>
                    <a:pt x="275243" y="445142"/>
                  </a:lnTo>
                  <a:lnTo>
                    <a:pt x="275810" y="445139"/>
                  </a:lnTo>
                  <a:lnTo>
                    <a:pt x="276178" y="445104"/>
                  </a:lnTo>
                  <a:lnTo>
                    <a:pt x="276312" y="445090"/>
                  </a:lnTo>
                  <a:lnTo>
                    <a:pt x="276650" y="445078"/>
                  </a:lnTo>
                  <a:lnTo>
                    <a:pt x="277416" y="445020"/>
                  </a:lnTo>
                  <a:lnTo>
                    <a:pt x="278177" y="444963"/>
                  </a:lnTo>
                  <a:lnTo>
                    <a:pt x="278478" y="444945"/>
                  </a:lnTo>
                  <a:lnTo>
                    <a:pt x="278942" y="444912"/>
                  </a:lnTo>
                  <a:lnTo>
                    <a:pt x="279414" y="444879"/>
                  </a:lnTo>
                  <a:lnTo>
                    <a:pt x="279763" y="444858"/>
                  </a:lnTo>
                  <a:lnTo>
                    <a:pt x="280128" y="444836"/>
                  </a:lnTo>
                  <a:lnTo>
                    <a:pt x="280381" y="447747"/>
                  </a:lnTo>
                  <a:lnTo>
                    <a:pt x="280471" y="448874"/>
                  </a:lnTo>
                  <a:lnTo>
                    <a:pt x="283646" y="449426"/>
                  </a:lnTo>
                  <a:lnTo>
                    <a:pt x="284941" y="449666"/>
                  </a:lnTo>
                  <a:lnTo>
                    <a:pt x="285816" y="449829"/>
                  </a:lnTo>
                  <a:lnTo>
                    <a:pt x="287312" y="449874"/>
                  </a:lnTo>
                  <a:lnTo>
                    <a:pt x="289072" y="450155"/>
                  </a:lnTo>
                  <a:lnTo>
                    <a:pt x="290055" y="451540"/>
                  </a:lnTo>
                  <a:lnTo>
                    <a:pt x="290886" y="452995"/>
                  </a:lnTo>
                  <a:lnTo>
                    <a:pt x="293353" y="453377"/>
                  </a:lnTo>
                  <a:lnTo>
                    <a:pt x="294019" y="450735"/>
                  </a:lnTo>
                  <a:lnTo>
                    <a:pt x="294125" y="450065"/>
                  </a:lnTo>
                  <a:lnTo>
                    <a:pt x="294261" y="449188"/>
                  </a:lnTo>
                  <a:lnTo>
                    <a:pt x="294458" y="447821"/>
                  </a:lnTo>
                  <a:lnTo>
                    <a:pt x="293405" y="446072"/>
                  </a:lnTo>
                  <a:lnTo>
                    <a:pt x="299015" y="442457"/>
                  </a:lnTo>
                  <a:lnTo>
                    <a:pt x="299372" y="442300"/>
                  </a:lnTo>
                  <a:lnTo>
                    <a:pt x="299461" y="442065"/>
                  </a:lnTo>
                  <a:lnTo>
                    <a:pt x="300373" y="441386"/>
                  </a:lnTo>
                  <a:lnTo>
                    <a:pt x="300635" y="441177"/>
                  </a:lnTo>
                  <a:lnTo>
                    <a:pt x="300793" y="441006"/>
                  </a:lnTo>
                  <a:lnTo>
                    <a:pt x="300926" y="440863"/>
                  </a:lnTo>
                  <a:lnTo>
                    <a:pt x="301144" y="440804"/>
                  </a:lnTo>
                  <a:lnTo>
                    <a:pt x="301419" y="440520"/>
                  </a:lnTo>
                  <a:lnTo>
                    <a:pt x="301512" y="440324"/>
                  </a:lnTo>
                  <a:lnTo>
                    <a:pt x="301240" y="440120"/>
                  </a:lnTo>
                  <a:lnTo>
                    <a:pt x="301093" y="439991"/>
                  </a:lnTo>
                  <a:lnTo>
                    <a:pt x="301093" y="439780"/>
                  </a:lnTo>
                  <a:lnTo>
                    <a:pt x="301182" y="439641"/>
                  </a:lnTo>
                  <a:lnTo>
                    <a:pt x="301252" y="439510"/>
                  </a:lnTo>
                  <a:lnTo>
                    <a:pt x="301325" y="439123"/>
                  </a:lnTo>
                  <a:lnTo>
                    <a:pt x="301320" y="438924"/>
                  </a:lnTo>
                  <a:lnTo>
                    <a:pt x="301308" y="438748"/>
                  </a:lnTo>
                  <a:lnTo>
                    <a:pt x="301346" y="438589"/>
                  </a:lnTo>
                  <a:lnTo>
                    <a:pt x="301451" y="438415"/>
                  </a:lnTo>
                  <a:lnTo>
                    <a:pt x="301580" y="438328"/>
                  </a:lnTo>
                  <a:lnTo>
                    <a:pt x="301777" y="438357"/>
                  </a:lnTo>
                  <a:lnTo>
                    <a:pt x="302164" y="438237"/>
                  </a:lnTo>
                  <a:lnTo>
                    <a:pt x="302532" y="437543"/>
                  </a:lnTo>
                  <a:lnTo>
                    <a:pt x="302656" y="437295"/>
                  </a:lnTo>
                  <a:lnTo>
                    <a:pt x="302774" y="437069"/>
                  </a:lnTo>
                  <a:lnTo>
                    <a:pt x="302814" y="436800"/>
                  </a:lnTo>
                  <a:lnTo>
                    <a:pt x="302867" y="436579"/>
                  </a:lnTo>
                  <a:lnTo>
                    <a:pt x="302985" y="436225"/>
                  </a:lnTo>
                  <a:lnTo>
                    <a:pt x="303135" y="436017"/>
                  </a:lnTo>
                  <a:lnTo>
                    <a:pt x="303341" y="435726"/>
                  </a:lnTo>
                  <a:lnTo>
                    <a:pt x="303643" y="435302"/>
                  </a:lnTo>
                  <a:lnTo>
                    <a:pt x="304016" y="435412"/>
                  </a:lnTo>
                  <a:lnTo>
                    <a:pt x="304178" y="435405"/>
                  </a:lnTo>
                  <a:lnTo>
                    <a:pt x="304112" y="435044"/>
                  </a:lnTo>
                  <a:lnTo>
                    <a:pt x="303995" y="434481"/>
                  </a:lnTo>
                  <a:lnTo>
                    <a:pt x="303922" y="434132"/>
                  </a:lnTo>
                  <a:lnTo>
                    <a:pt x="303025" y="433346"/>
                  </a:lnTo>
                  <a:lnTo>
                    <a:pt x="303948" y="432388"/>
                  </a:lnTo>
                  <a:lnTo>
                    <a:pt x="308208" y="433944"/>
                  </a:lnTo>
                  <a:lnTo>
                    <a:pt x="312541" y="434064"/>
                  </a:lnTo>
                  <a:lnTo>
                    <a:pt x="316235" y="432416"/>
                  </a:lnTo>
                  <a:lnTo>
                    <a:pt x="320247" y="440239"/>
                  </a:lnTo>
                  <a:lnTo>
                    <a:pt x="323745" y="441737"/>
                  </a:lnTo>
                  <a:lnTo>
                    <a:pt x="324509" y="440387"/>
                  </a:lnTo>
                  <a:lnTo>
                    <a:pt x="325029" y="439470"/>
                  </a:lnTo>
                  <a:lnTo>
                    <a:pt x="330192" y="437276"/>
                  </a:lnTo>
                  <a:lnTo>
                    <a:pt x="328218" y="433485"/>
                  </a:lnTo>
                  <a:lnTo>
                    <a:pt x="328072" y="432374"/>
                  </a:lnTo>
                  <a:lnTo>
                    <a:pt x="324900" y="426974"/>
                  </a:lnTo>
                  <a:lnTo>
                    <a:pt x="334700" y="423094"/>
                  </a:lnTo>
                  <a:lnTo>
                    <a:pt x="342183" y="416061"/>
                  </a:lnTo>
                  <a:lnTo>
                    <a:pt x="343328" y="414989"/>
                  </a:lnTo>
                  <a:lnTo>
                    <a:pt x="345635" y="412816"/>
                  </a:lnTo>
                  <a:lnTo>
                    <a:pt x="348746" y="412933"/>
                  </a:lnTo>
                  <a:lnTo>
                    <a:pt x="351557" y="413041"/>
                  </a:lnTo>
                  <a:lnTo>
                    <a:pt x="352553" y="412992"/>
                  </a:lnTo>
                  <a:lnTo>
                    <a:pt x="357050" y="412765"/>
                  </a:lnTo>
                  <a:lnTo>
                    <a:pt x="360955" y="418176"/>
                  </a:lnTo>
                  <a:lnTo>
                    <a:pt x="363813" y="418260"/>
                  </a:lnTo>
                  <a:lnTo>
                    <a:pt x="364336" y="418276"/>
                  </a:lnTo>
                  <a:lnTo>
                    <a:pt x="364807" y="418290"/>
                  </a:lnTo>
                  <a:lnTo>
                    <a:pt x="365238" y="418303"/>
                  </a:lnTo>
                  <a:lnTo>
                    <a:pt x="365733" y="418319"/>
                  </a:lnTo>
                  <a:lnTo>
                    <a:pt x="367947" y="418384"/>
                  </a:lnTo>
                  <a:lnTo>
                    <a:pt x="375690" y="418035"/>
                  </a:lnTo>
                  <a:lnTo>
                    <a:pt x="379044" y="413649"/>
                  </a:lnTo>
                  <a:lnTo>
                    <a:pt x="384135" y="406982"/>
                  </a:lnTo>
                  <a:lnTo>
                    <a:pt x="384253" y="406829"/>
                  </a:lnTo>
                  <a:lnTo>
                    <a:pt x="384393" y="406643"/>
                  </a:lnTo>
                  <a:lnTo>
                    <a:pt x="384678" y="406271"/>
                  </a:lnTo>
                  <a:lnTo>
                    <a:pt x="384938" y="405933"/>
                  </a:lnTo>
                  <a:lnTo>
                    <a:pt x="385038" y="405803"/>
                  </a:lnTo>
                  <a:lnTo>
                    <a:pt x="385324" y="405431"/>
                  </a:lnTo>
                  <a:lnTo>
                    <a:pt x="385608" y="405059"/>
                  </a:lnTo>
                  <a:lnTo>
                    <a:pt x="386109" y="404405"/>
                  </a:lnTo>
                  <a:lnTo>
                    <a:pt x="386398" y="404028"/>
                  </a:lnTo>
                  <a:lnTo>
                    <a:pt x="386688" y="403654"/>
                  </a:lnTo>
                  <a:lnTo>
                    <a:pt x="387188" y="403000"/>
                  </a:lnTo>
                  <a:lnTo>
                    <a:pt x="387474" y="402625"/>
                  </a:lnTo>
                  <a:lnTo>
                    <a:pt x="387615" y="402440"/>
                  </a:lnTo>
                  <a:lnTo>
                    <a:pt x="387831" y="402159"/>
                  </a:lnTo>
                  <a:lnTo>
                    <a:pt x="387983" y="401961"/>
                  </a:lnTo>
                  <a:lnTo>
                    <a:pt x="388095" y="401818"/>
                  </a:lnTo>
                  <a:lnTo>
                    <a:pt x="388482" y="401322"/>
                  </a:lnTo>
                  <a:lnTo>
                    <a:pt x="389023" y="400621"/>
                  </a:lnTo>
                  <a:lnTo>
                    <a:pt x="391487" y="398156"/>
                  </a:lnTo>
                  <a:lnTo>
                    <a:pt x="391833" y="397688"/>
                  </a:lnTo>
                  <a:lnTo>
                    <a:pt x="392349" y="397045"/>
                  </a:lnTo>
                  <a:lnTo>
                    <a:pt x="393487" y="395212"/>
                  </a:lnTo>
                  <a:lnTo>
                    <a:pt x="394257" y="394185"/>
                  </a:lnTo>
                  <a:lnTo>
                    <a:pt x="394966" y="393209"/>
                  </a:lnTo>
                  <a:lnTo>
                    <a:pt x="395158" y="392856"/>
                  </a:lnTo>
                  <a:lnTo>
                    <a:pt x="395512" y="392813"/>
                  </a:lnTo>
                  <a:lnTo>
                    <a:pt x="395648" y="392739"/>
                  </a:lnTo>
                  <a:lnTo>
                    <a:pt x="395732" y="392551"/>
                  </a:lnTo>
                  <a:lnTo>
                    <a:pt x="395888" y="392395"/>
                  </a:lnTo>
                  <a:lnTo>
                    <a:pt x="396131" y="392116"/>
                  </a:lnTo>
                  <a:lnTo>
                    <a:pt x="396208" y="391981"/>
                  </a:lnTo>
                  <a:lnTo>
                    <a:pt x="396451" y="391823"/>
                  </a:lnTo>
                  <a:lnTo>
                    <a:pt x="396491" y="391695"/>
                  </a:lnTo>
                  <a:lnTo>
                    <a:pt x="396630" y="391122"/>
                  </a:lnTo>
                  <a:lnTo>
                    <a:pt x="396681" y="390903"/>
                  </a:lnTo>
                  <a:lnTo>
                    <a:pt x="396905" y="390429"/>
                  </a:lnTo>
                  <a:lnTo>
                    <a:pt x="397305" y="390280"/>
                  </a:lnTo>
                  <a:lnTo>
                    <a:pt x="397687" y="389923"/>
                  </a:lnTo>
                  <a:lnTo>
                    <a:pt x="398111" y="389483"/>
                  </a:lnTo>
                  <a:lnTo>
                    <a:pt x="398300" y="389311"/>
                  </a:lnTo>
                  <a:lnTo>
                    <a:pt x="398526" y="389105"/>
                  </a:lnTo>
                  <a:lnTo>
                    <a:pt x="400461" y="388041"/>
                  </a:lnTo>
                  <a:lnTo>
                    <a:pt x="401814" y="387244"/>
                  </a:lnTo>
                  <a:lnTo>
                    <a:pt x="402551" y="386317"/>
                  </a:lnTo>
                  <a:lnTo>
                    <a:pt x="402734" y="386167"/>
                  </a:lnTo>
                  <a:lnTo>
                    <a:pt x="403334" y="385396"/>
                  </a:lnTo>
                  <a:lnTo>
                    <a:pt x="403913" y="384657"/>
                  </a:lnTo>
                  <a:lnTo>
                    <a:pt x="404028" y="384509"/>
                  </a:lnTo>
                  <a:lnTo>
                    <a:pt x="404361" y="384085"/>
                  </a:lnTo>
                  <a:lnTo>
                    <a:pt x="404989" y="383286"/>
                  </a:lnTo>
                  <a:lnTo>
                    <a:pt x="405329" y="382857"/>
                  </a:lnTo>
                  <a:lnTo>
                    <a:pt x="405793" y="382261"/>
                  </a:lnTo>
                  <a:lnTo>
                    <a:pt x="406459" y="381412"/>
                  </a:lnTo>
                  <a:lnTo>
                    <a:pt x="407016" y="380756"/>
                  </a:lnTo>
                  <a:lnTo>
                    <a:pt x="407155" y="380685"/>
                  </a:lnTo>
                  <a:lnTo>
                    <a:pt x="408206" y="380331"/>
                  </a:lnTo>
                  <a:lnTo>
                    <a:pt x="408461" y="380247"/>
                  </a:lnTo>
                  <a:lnTo>
                    <a:pt x="410903" y="379598"/>
                  </a:lnTo>
                  <a:lnTo>
                    <a:pt x="415773" y="377448"/>
                  </a:lnTo>
                  <a:lnTo>
                    <a:pt x="419799" y="376681"/>
                  </a:lnTo>
                  <a:lnTo>
                    <a:pt x="429631" y="374815"/>
                  </a:lnTo>
                  <a:lnTo>
                    <a:pt x="429791" y="374782"/>
                  </a:lnTo>
                  <a:lnTo>
                    <a:pt x="429997" y="374745"/>
                  </a:lnTo>
                  <a:lnTo>
                    <a:pt x="430285" y="374775"/>
                  </a:lnTo>
                  <a:lnTo>
                    <a:pt x="438925" y="375769"/>
                  </a:lnTo>
                  <a:lnTo>
                    <a:pt x="450464" y="375357"/>
                  </a:lnTo>
                  <a:lnTo>
                    <a:pt x="456149" y="375152"/>
                  </a:lnTo>
                  <a:lnTo>
                    <a:pt x="457247" y="375113"/>
                  </a:lnTo>
                  <a:lnTo>
                    <a:pt x="458529" y="375068"/>
                  </a:lnTo>
                  <a:lnTo>
                    <a:pt x="458853" y="375054"/>
                  </a:lnTo>
                  <a:lnTo>
                    <a:pt x="459978" y="375066"/>
                  </a:lnTo>
                  <a:lnTo>
                    <a:pt x="462076" y="375145"/>
                  </a:lnTo>
                  <a:lnTo>
                    <a:pt x="467630" y="375354"/>
                  </a:lnTo>
                  <a:lnTo>
                    <a:pt x="470040" y="375443"/>
                  </a:lnTo>
                  <a:lnTo>
                    <a:pt x="471710" y="375498"/>
                  </a:lnTo>
                  <a:lnTo>
                    <a:pt x="472364" y="375525"/>
                  </a:lnTo>
                  <a:lnTo>
                    <a:pt x="473358" y="375567"/>
                  </a:lnTo>
                  <a:lnTo>
                    <a:pt x="474661" y="375621"/>
                  </a:lnTo>
                  <a:lnTo>
                    <a:pt x="476835" y="375715"/>
                  </a:lnTo>
                  <a:lnTo>
                    <a:pt x="479118" y="375814"/>
                  </a:lnTo>
                  <a:lnTo>
                    <a:pt x="484191" y="376630"/>
                  </a:lnTo>
                  <a:lnTo>
                    <a:pt x="488243" y="377284"/>
                  </a:lnTo>
                  <a:lnTo>
                    <a:pt x="489898" y="377551"/>
                  </a:lnTo>
                  <a:lnTo>
                    <a:pt x="490770" y="377692"/>
                  </a:lnTo>
                  <a:lnTo>
                    <a:pt x="493787" y="383764"/>
                  </a:lnTo>
                  <a:lnTo>
                    <a:pt x="495323" y="383980"/>
                  </a:lnTo>
                  <a:lnTo>
                    <a:pt x="500098" y="384242"/>
                  </a:lnTo>
                  <a:lnTo>
                    <a:pt x="502724" y="383923"/>
                  </a:lnTo>
                  <a:lnTo>
                    <a:pt x="504302" y="383666"/>
                  </a:lnTo>
                  <a:lnTo>
                    <a:pt x="504562" y="383640"/>
                  </a:lnTo>
                  <a:lnTo>
                    <a:pt x="504867" y="383602"/>
                  </a:lnTo>
                  <a:lnTo>
                    <a:pt x="505167" y="383569"/>
                  </a:lnTo>
                  <a:lnTo>
                    <a:pt x="505427" y="383539"/>
                  </a:lnTo>
                  <a:lnTo>
                    <a:pt x="505652" y="383513"/>
                  </a:lnTo>
                  <a:lnTo>
                    <a:pt x="506049" y="383443"/>
                  </a:lnTo>
                  <a:lnTo>
                    <a:pt x="506316" y="383358"/>
                  </a:lnTo>
                  <a:lnTo>
                    <a:pt x="506522" y="383187"/>
                  </a:lnTo>
                  <a:lnTo>
                    <a:pt x="508267" y="382207"/>
                  </a:lnTo>
                  <a:lnTo>
                    <a:pt x="509933" y="381286"/>
                  </a:lnTo>
                  <a:lnTo>
                    <a:pt x="510972" y="380711"/>
                  </a:lnTo>
                  <a:lnTo>
                    <a:pt x="511549" y="380392"/>
                  </a:lnTo>
                  <a:lnTo>
                    <a:pt x="512058" y="380222"/>
                  </a:lnTo>
                  <a:lnTo>
                    <a:pt x="512705" y="380002"/>
                  </a:lnTo>
                  <a:lnTo>
                    <a:pt x="514222" y="379442"/>
                  </a:lnTo>
                  <a:lnTo>
                    <a:pt x="514513" y="379336"/>
                  </a:lnTo>
                  <a:lnTo>
                    <a:pt x="514754" y="379247"/>
                  </a:lnTo>
                  <a:lnTo>
                    <a:pt x="515193" y="379046"/>
                  </a:lnTo>
                  <a:lnTo>
                    <a:pt x="516306" y="378640"/>
                  </a:lnTo>
                  <a:lnTo>
                    <a:pt x="516925" y="378415"/>
                  </a:lnTo>
                  <a:lnTo>
                    <a:pt x="517443" y="378073"/>
                  </a:lnTo>
                  <a:lnTo>
                    <a:pt x="519551" y="376394"/>
                  </a:lnTo>
                  <a:lnTo>
                    <a:pt x="521848" y="374563"/>
                  </a:lnTo>
                  <a:lnTo>
                    <a:pt x="523194" y="372924"/>
                  </a:lnTo>
                  <a:lnTo>
                    <a:pt x="527520" y="367661"/>
                  </a:lnTo>
                  <a:lnTo>
                    <a:pt x="527693" y="367267"/>
                  </a:lnTo>
                  <a:lnTo>
                    <a:pt x="527923" y="366739"/>
                  </a:lnTo>
                  <a:lnTo>
                    <a:pt x="528256" y="365982"/>
                  </a:lnTo>
                  <a:lnTo>
                    <a:pt x="528507" y="365408"/>
                  </a:lnTo>
                  <a:lnTo>
                    <a:pt x="528971" y="364355"/>
                  </a:lnTo>
                  <a:lnTo>
                    <a:pt x="529189" y="363858"/>
                  </a:lnTo>
                  <a:lnTo>
                    <a:pt x="529512" y="363120"/>
                  </a:lnTo>
                  <a:lnTo>
                    <a:pt x="529831" y="362390"/>
                  </a:lnTo>
                  <a:lnTo>
                    <a:pt x="529440" y="361612"/>
                  </a:lnTo>
                  <a:lnTo>
                    <a:pt x="529201" y="361136"/>
                  </a:lnTo>
                  <a:lnTo>
                    <a:pt x="528343" y="359436"/>
                  </a:lnTo>
                  <a:lnTo>
                    <a:pt x="529440" y="356403"/>
                  </a:lnTo>
                  <a:lnTo>
                    <a:pt x="530357" y="353873"/>
                  </a:lnTo>
                  <a:lnTo>
                    <a:pt x="531383" y="351097"/>
                  </a:lnTo>
                  <a:lnTo>
                    <a:pt x="532191" y="348905"/>
                  </a:lnTo>
                  <a:lnTo>
                    <a:pt x="532856" y="347319"/>
                  </a:lnTo>
                  <a:lnTo>
                    <a:pt x="532931" y="347081"/>
                  </a:lnTo>
                  <a:lnTo>
                    <a:pt x="532934" y="346816"/>
                  </a:lnTo>
                  <a:lnTo>
                    <a:pt x="532924" y="346488"/>
                  </a:lnTo>
                  <a:lnTo>
                    <a:pt x="532922" y="346359"/>
                  </a:lnTo>
                  <a:lnTo>
                    <a:pt x="532962" y="346132"/>
                  </a:lnTo>
                  <a:lnTo>
                    <a:pt x="532957" y="345926"/>
                  </a:lnTo>
                  <a:lnTo>
                    <a:pt x="532953" y="345621"/>
                  </a:lnTo>
                  <a:lnTo>
                    <a:pt x="532833" y="345140"/>
                  </a:lnTo>
                  <a:lnTo>
                    <a:pt x="532779" y="344960"/>
                  </a:lnTo>
                  <a:lnTo>
                    <a:pt x="532812" y="344753"/>
                  </a:lnTo>
                  <a:lnTo>
                    <a:pt x="532695" y="344404"/>
                  </a:lnTo>
                  <a:lnTo>
                    <a:pt x="532559" y="343947"/>
                  </a:lnTo>
                  <a:lnTo>
                    <a:pt x="532425" y="343403"/>
                  </a:lnTo>
                  <a:lnTo>
                    <a:pt x="532864" y="342997"/>
                  </a:lnTo>
                  <a:lnTo>
                    <a:pt x="533098" y="343218"/>
                  </a:lnTo>
                  <a:lnTo>
                    <a:pt x="533321" y="343473"/>
                  </a:lnTo>
                  <a:lnTo>
                    <a:pt x="533844" y="343752"/>
                  </a:lnTo>
                  <a:lnTo>
                    <a:pt x="534097" y="343785"/>
                  </a:lnTo>
                  <a:lnTo>
                    <a:pt x="534235" y="343731"/>
                  </a:lnTo>
                  <a:lnTo>
                    <a:pt x="534364" y="343682"/>
                  </a:lnTo>
                  <a:lnTo>
                    <a:pt x="534507" y="343391"/>
                  </a:lnTo>
                  <a:lnTo>
                    <a:pt x="534458" y="343178"/>
                  </a:lnTo>
                  <a:lnTo>
                    <a:pt x="534425" y="342939"/>
                  </a:lnTo>
                  <a:lnTo>
                    <a:pt x="534326" y="342800"/>
                  </a:lnTo>
                  <a:lnTo>
                    <a:pt x="534228" y="342620"/>
                  </a:lnTo>
                  <a:lnTo>
                    <a:pt x="534319" y="342432"/>
                  </a:lnTo>
                  <a:lnTo>
                    <a:pt x="534352" y="342104"/>
                  </a:lnTo>
                  <a:lnTo>
                    <a:pt x="534423" y="341804"/>
                  </a:lnTo>
                  <a:lnTo>
                    <a:pt x="534744" y="341295"/>
                  </a:lnTo>
                  <a:lnTo>
                    <a:pt x="534814" y="341042"/>
                  </a:lnTo>
                  <a:lnTo>
                    <a:pt x="534934" y="340801"/>
                  </a:lnTo>
                  <a:lnTo>
                    <a:pt x="535053" y="340501"/>
                  </a:lnTo>
                  <a:lnTo>
                    <a:pt x="535844" y="338649"/>
                  </a:lnTo>
                  <a:lnTo>
                    <a:pt x="536626" y="339685"/>
                  </a:lnTo>
                  <a:lnTo>
                    <a:pt x="536762" y="338709"/>
                  </a:lnTo>
                  <a:lnTo>
                    <a:pt x="536741" y="338379"/>
                  </a:lnTo>
                  <a:lnTo>
                    <a:pt x="536755" y="338243"/>
                  </a:lnTo>
                  <a:lnTo>
                    <a:pt x="536730" y="338074"/>
                  </a:lnTo>
                  <a:lnTo>
                    <a:pt x="536690" y="337807"/>
                  </a:lnTo>
                  <a:lnTo>
                    <a:pt x="536760" y="337673"/>
                  </a:lnTo>
                  <a:lnTo>
                    <a:pt x="536842" y="337399"/>
                  </a:lnTo>
                  <a:lnTo>
                    <a:pt x="536880" y="337141"/>
                  </a:lnTo>
                  <a:lnTo>
                    <a:pt x="536908" y="336939"/>
                  </a:lnTo>
                  <a:lnTo>
                    <a:pt x="536966" y="336663"/>
                  </a:lnTo>
                  <a:lnTo>
                    <a:pt x="537027" y="336381"/>
                  </a:lnTo>
                  <a:lnTo>
                    <a:pt x="537184" y="336130"/>
                  </a:lnTo>
                  <a:lnTo>
                    <a:pt x="537243" y="335959"/>
                  </a:lnTo>
                  <a:lnTo>
                    <a:pt x="537449" y="335650"/>
                  </a:lnTo>
                  <a:lnTo>
                    <a:pt x="537639" y="335448"/>
                  </a:lnTo>
                  <a:lnTo>
                    <a:pt x="537719" y="335214"/>
                  </a:lnTo>
                  <a:lnTo>
                    <a:pt x="537752" y="335007"/>
                  </a:lnTo>
                  <a:lnTo>
                    <a:pt x="537782" y="334808"/>
                  </a:lnTo>
                  <a:lnTo>
                    <a:pt x="537609" y="334184"/>
                  </a:lnTo>
                  <a:lnTo>
                    <a:pt x="537356" y="334053"/>
                  </a:lnTo>
                  <a:lnTo>
                    <a:pt x="537091" y="333563"/>
                  </a:lnTo>
                  <a:lnTo>
                    <a:pt x="537027" y="333270"/>
                  </a:lnTo>
                  <a:lnTo>
                    <a:pt x="536931" y="332909"/>
                  </a:lnTo>
                  <a:lnTo>
                    <a:pt x="536873" y="332642"/>
                  </a:lnTo>
                  <a:lnTo>
                    <a:pt x="536617" y="331271"/>
                  </a:lnTo>
                  <a:lnTo>
                    <a:pt x="536070" y="330808"/>
                  </a:lnTo>
                  <a:lnTo>
                    <a:pt x="535671" y="330653"/>
                  </a:lnTo>
                  <a:lnTo>
                    <a:pt x="535567" y="330295"/>
                  </a:lnTo>
                  <a:lnTo>
                    <a:pt x="535493" y="329500"/>
                  </a:lnTo>
                  <a:lnTo>
                    <a:pt x="535237" y="329554"/>
                  </a:lnTo>
                  <a:lnTo>
                    <a:pt x="534951" y="329608"/>
                  </a:lnTo>
                  <a:lnTo>
                    <a:pt x="534627" y="329672"/>
                  </a:lnTo>
                  <a:lnTo>
                    <a:pt x="534248" y="329750"/>
                  </a:lnTo>
                  <a:lnTo>
                    <a:pt x="533764" y="329846"/>
                  </a:lnTo>
                  <a:lnTo>
                    <a:pt x="533532" y="329893"/>
                  </a:lnTo>
                  <a:lnTo>
                    <a:pt x="533229" y="329952"/>
                  </a:lnTo>
                  <a:lnTo>
                    <a:pt x="532057" y="328633"/>
                  </a:lnTo>
                  <a:lnTo>
                    <a:pt x="531881" y="328649"/>
                  </a:lnTo>
                  <a:lnTo>
                    <a:pt x="531593" y="328708"/>
                  </a:lnTo>
                  <a:lnTo>
                    <a:pt x="531171" y="328858"/>
                  </a:lnTo>
                  <a:lnTo>
                    <a:pt x="530950" y="328913"/>
                  </a:lnTo>
                  <a:lnTo>
                    <a:pt x="530244" y="329038"/>
                  </a:lnTo>
                  <a:lnTo>
                    <a:pt x="529960" y="329083"/>
                  </a:lnTo>
                  <a:lnTo>
                    <a:pt x="529609" y="329127"/>
                  </a:lnTo>
                  <a:lnTo>
                    <a:pt x="529558" y="328750"/>
                  </a:lnTo>
                  <a:lnTo>
                    <a:pt x="529204" y="328808"/>
                  </a:lnTo>
                  <a:lnTo>
                    <a:pt x="528501" y="328905"/>
                  </a:lnTo>
                  <a:lnTo>
                    <a:pt x="528366" y="328929"/>
                  </a:lnTo>
                  <a:lnTo>
                    <a:pt x="528142" y="329058"/>
                  </a:lnTo>
                  <a:lnTo>
                    <a:pt x="527436" y="329267"/>
                  </a:lnTo>
                  <a:lnTo>
                    <a:pt x="527190" y="329235"/>
                  </a:lnTo>
                  <a:lnTo>
                    <a:pt x="527281" y="328976"/>
                  </a:lnTo>
                  <a:lnTo>
                    <a:pt x="527229" y="328655"/>
                  </a:lnTo>
                  <a:lnTo>
                    <a:pt x="526988" y="328437"/>
                  </a:lnTo>
                  <a:lnTo>
                    <a:pt x="526773" y="328236"/>
                  </a:lnTo>
                  <a:lnTo>
                    <a:pt x="527001" y="327832"/>
                  </a:lnTo>
                  <a:lnTo>
                    <a:pt x="526565" y="327474"/>
                  </a:lnTo>
                  <a:lnTo>
                    <a:pt x="526344" y="327190"/>
                  </a:lnTo>
                  <a:lnTo>
                    <a:pt x="526080" y="326868"/>
                  </a:lnTo>
                  <a:lnTo>
                    <a:pt x="525952" y="326872"/>
                  </a:lnTo>
                  <a:lnTo>
                    <a:pt x="525821" y="326783"/>
                  </a:lnTo>
                  <a:lnTo>
                    <a:pt x="525849" y="326584"/>
                  </a:lnTo>
                  <a:lnTo>
                    <a:pt x="525584" y="326476"/>
                  </a:lnTo>
                  <a:lnTo>
                    <a:pt x="525312" y="326211"/>
                  </a:lnTo>
                  <a:lnTo>
                    <a:pt x="525141" y="326084"/>
                  </a:lnTo>
                  <a:lnTo>
                    <a:pt x="524899" y="325953"/>
                  </a:lnTo>
                  <a:lnTo>
                    <a:pt x="524712" y="325855"/>
                  </a:lnTo>
                  <a:lnTo>
                    <a:pt x="524318" y="325388"/>
                  </a:lnTo>
                  <a:lnTo>
                    <a:pt x="524234" y="325046"/>
                  </a:lnTo>
                  <a:lnTo>
                    <a:pt x="524180" y="324830"/>
                  </a:lnTo>
                  <a:lnTo>
                    <a:pt x="524093" y="324476"/>
                  </a:lnTo>
                  <a:lnTo>
                    <a:pt x="523969" y="323974"/>
                  </a:lnTo>
                  <a:lnTo>
                    <a:pt x="523059" y="320286"/>
                  </a:lnTo>
                  <a:lnTo>
                    <a:pt x="522714" y="319700"/>
                  </a:lnTo>
                  <a:lnTo>
                    <a:pt x="521908" y="318331"/>
                  </a:lnTo>
                  <a:lnTo>
                    <a:pt x="519835" y="314812"/>
                  </a:lnTo>
                  <a:lnTo>
                    <a:pt x="519480" y="314315"/>
                  </a:lnTo>
                  <a:lnTo>
                    <a:pt x="518822" y="313394"/>
                  </a:lnTo>
                  <a:lnTo>
                    <a:pt x="518685" y="313054"/>
                  </a:lnTo>
                  <a:lnTo>
                    <a:pt x="518433" y="312847"/>
                  </a:lnTo>
                  <a:lnTo>
                    <a:pt x="517521" y="311359"/>
                  </a:lnTo>
                  <a:lnTo>
                    <a:pt x="516532" y="309884"/>
                  </a:lnTo>
                  <a:lnTo>
                    <a:pt x="516099" y="309238"/>
                  </a:lnTo>
                  <a:lnTo>
                    <a:pt x="515481" y="308318"/>
                  </a:lnTo>
                  <a:lnTo>
                    <a:pt x="514830" y="307350"/>
                  </a:lnTo>
                  <a:lnTo>
                    <a:pt x="512692" y="304156"/>
                  </a:lnTo>
                  <a:lnTo>
                    <a:pt x="512570" y="303976"/>
                  </a:lnTo>
                  <a:lnTo>
                    <a:pt x="508816" y="304085"/>
                  </a:lnTo>
                  <a:lnTo>
                    <a:pt x="502774" y="290624"/>
                  </a:lnTo>
                  <a:lnTo>
                    <a:pt x="502713" y="290491"/>
                  </a:lnTo>
                  <a:lnTo>
                    <a:pt x="511388" y="283412"/>
                  </a:lnTo>
                  <a:lnTo>
                    <a:pt x="519204" y="283069"/>
                  </a:lnTo>
                  <a:lnTo>
                    <a:pt x="520011" y="283033"/>
                  </a:lnTo>
                  <a:lnTo>
                    <a:pt x="520719" y="282236"/>
                  </a:lnTo>
                  <a:lnTo>
                    <a:pt x="521400" y="281370"/>
                  </a:lnTo>
                  <a:lnTo>
                    <a:pt x="522651" y="279783"/>
                  </a:lnTo>
                  <a:lnTo>
                    <a:pt x="523298" y="279877"/>
                  </a:lnTo>
                  <a:lnTo>
                    <a:pt x="523776" y="280022"/>
                  </a:lnTo>
                  <a:lnTo>
                    <a:pt x="524001" y="280118"/>
                  </a:lnTo>
                  <a:lnTo>
                    <a:pt x="524287" y="280261"/>
                  </a:lnTo>
                  <a:lnTo>
                    <a:pt x="524571" y="280386"/>
                  </a:lnTo>
                  <a:lnTo>
                    <a:pt x="524477" y="280880"/>
                  </a:lnTo>
                  <a:lnTo>
                    <a:pt x="524487" y="281052"/>
                  </a:lnTo>
                  <a:lnTo>
                    <a:pt x="524744" y="281206"/>
                  </a:lnTo>
                  <a:lnTo>
                    <a:pt x="525009" y="281309"/>
                  </a:lnTo>
                  <a:lnTo>
                    <a:pt x="525345" y="281455"/>
                  </a:lnTo>
                  <a:lnTo>
                    <a:pt x="525701" y="281509"/>
                  </a:lnTo>
                  <a:lnTo>
                    <a:pt x="525912" y="281474"/>
                  </a:lnTo>
                  <a:lnTo>
                    <a:pt x="526287" y="281406"/>
                  </a:lnTo>
                  <a:lnTo>
                    <a:pt x="526583" y="281352"/>
                  </a:lnTo>
                  <a:lnTo>
                    <a:pt x="526826" y="281302"/>
                  </a:lnTo>
                  <a:lnTo>
                    <a:pt x="527103" y="281253"/>
                  </a:lnTo>
                  <a:lnTo>
                    <a:pt x="527405" y="281232"/>
                  </a:lnTo>
                  <a:lnTo>
                    <a:pt x="527645" y="281328"/>
                  </a:lnTo>
                  <a:lnTo>
                    <a:pt x="527999" y="281499"/>
                  </a:lnTo>
                  <a:lnTo>
                    <a:pt x="528256" y="281410"/>
                  </a:lnTo>
                  <a:lnTo>
                    <a:pt x="528592" y="281370"/>
                  </a:lnTo>
                  <a:lnTo>
                    <a:pt x="528915" y="281324"/>
                  </a:lnTo>
                  <a:lnTo>
                    <a:pt x="529112" y="281314"/>
                  </a:lnTo>
                  <a:lnTo>
                    <a:pt x="530214" y="281434"/>
                  </a:lnTo>
                  <a:lnTo>
                    <a:pt x="530358" y="281432"/>
                  </a:lnTo>
                  <a:lnTo>
                    <a:pt x="530486" y="281436"/>
                  </a:lnTo>
                  <a:lnTo>
                    <a:pt x="530894" y="281373"/>
                  </a:lnTo>
                  <a:lnTo>
                    <a:pt x="539665" y="278958"/>
                  </a:lnTo>
                  <a:lnTo>
                    <a:pt x="544391" y="277640"/>
                  </a:lnTo>
                  <a:lnTo>
                    <a:pt x="544721" y="277547"/>
                  </a:lnTo>
                  <a:lnTo>
                    <a:pt x="548244" y="276562"/>
                  </a:lnTo>
                  <a:lnTo>
                    <a:pt x="557782" y="273894"/>
                  </a:lnTo>
                  <a:lnTo>
                    <a:pt x="556877" y="273536"/>
                  </a:lnTo>
                  <a:lnTo>
                    <a:pt x="555226" y="272889"/>
                  </a:lnTo>
                  <a:lnTo>
                    <a:pt x="553825" y="272338"/>
                  </a:lnTo>
                  <a:lnTo>
                    <a:pt x="553555" y="271070"/>
                  </a:lnTo>
                  <a:lnTo>
                    <a:pt x="553212" y="269464"/>
                  </a:lnTo>
                  <a:lnTo>
                    <a:pt x="553268" y="269045"/>
                  </a:lnTo>
                  <a:lnTo>
                    <a:pt x="553450" y="267677"/>
                  </a:lnTo>
                  <a:lnTo>
                    <a:pt x="553522" y="267132"/>
                  </a:lnTo>
                  <a:lnTo>
                    <a:pt x="553558" y="266879"/>
                  </a:lnTo>
                  <a:lnTo>
                    <a:pt x="553767" y="264529"/>
                  </a:lnTo>
                  <a:lnTo>
                    <a:pt x="553975" y="262352"/>
                  </a:lnTo>
                  <a:lnTo>
                    <a:pt x="554037" y="261624"/>
                  </a:lnTo>
                  <a:lnTo>
                    <a:pt x="554287" y="258664"/>
                  </a:lnTo>
                  <a:lnTo>
                    <a:pt x="554316" y="258379"/>
                  </a:lnTo>
                  <a:lnTo>
                    <a:pt x="555334" y="255825"/>
                  </a:lnTo>
                  <a:lnTo>
                    <a:pt x="551981" y="252856"/>
                  </a:lnTo>
                  <a:lnTo>
                    <a:pt x="550327" y="251397"/>
                  </a:lnTo>
                  <a:lnTo>
                    <a:pt x="550861" y="250555"/>
                  </a:lnTo>
                  <a:lnTo>
                    <a:pt x="552063" y="248659"/>
                  </a:lnTo>
                  <a:lnTo>
                    <a:pt x="552261" y="248344"/>
                  </a:lnTo>
                  <a:lnTo>
                    <a:pt x="553755" y="247991"/>
                  </a:lnTo>
                  <a:lnTo>
                    <a:pt x="553843" y="247354"/>
                  </a:lnTo>
                  <a:lnTo>
                    <a:pt x="553555" y="244345"/>
                  </a:lnTo>
                  <a:lnTo>
                    <a:pt x="552725" y="243254"/>
                  </a:lnTo>
                  <a:lnTo>
                    <a:pt x="552381" y="242803"/>
                  </a:lnTo>
                  <a:lnTo>
                    <a:pt x="552210" y="242578"/>
                  </a:lnTo>
                  <a:lnTo>
                    <a:pt x="551328" y="241415"/>
                  </a:lnTo>
                  <a:lnTo>
                    <a:pt x="550850" y="240787"/>
                  </a:lnTo>
                  <a:lnTo>
                    <a:pt x="550291" y="240053"/>
                  </a:lnTo>
                  <a:lnTo>
                    <a:pt x="549483" y="238991"/>
                  </a:lnTo>
                  <a:lnTo>
                    <a:pt x="549149" y="238553"/>
                  </a:lnTo>
                  <a:lnTo>
                    <a:pt x="548890" y="238538"/>
                  </a:lnTo>
                  <a:lnTo>
                    <a:pt x="548556" y="238518"/>
                  </a:lnTo>
                  <a:lnTo>
                    <a:pt x="545638" y="238326"/>
                  </a:lnTo>
                  <a:lnTo>
                    <a:pt x="544568" y="238257"/>
                  </a:lnTo>
                  <a:lnTo>
                    <a:pt x="544356" y="238243"/>
                  </a:lnTo>
                  <a:lnTo>
                    <a:pt x="543111" y="238163"/>
                  </a:lnTo>
                  <a:lnTo>
                    <a:pt x="541604" y="238064"/>
                  </a:lnTo>
                  <a:lnTo>
                    <a:pt x="539934" y="238992"/>
                  </a:lnTo>
                  <a:lnTo>
                    <a:pt x="538365" y="239861"/>
                  </a:lnTo>
                  <a:lnTo>
                    <a:pt x="537976" y="239819"/>
                  </a:lnTo>
                  <a:lnTo>
                    <a:pt x="537607" y="239605"/>
                  </a:lnTo>
                  <a:lnTo>
                    <a:pt x="537268" y="239418"/>
                  </a:lnTo>
                  <a:lnTo>
                    <a:pt x="537162" y="239261"/>
                  </a:lnTo>
                  <a:lnTo>
                    <a:pt x="536635" y="238472"/>
                  </a:lnTo>
                  <a:lnTo>
                    <a:pt x="536321" y="237915"/>
                  </a:lnTo>
                  <a:lnTo>
                    <a:pt x="533414" y="235416"/>
                  </a:lnTo>
                  <a:lnTo>
                    <a:pt x="532674" y="234969"/>
                  </a:lnTo>
                  <a:lnTo>
                    <a:pt x="532519" y="234942"/>
                  </a:lnTo>
                  <a:lnTo>
                    <a:pt x="531849" y="228538"/>
                  </a:lnTo>
                  <a:lnTo>
                    <a:pt x="532652" y="228879"/>
                  </a:lnTo>
                  <a:lnTo>
                    <a:pt x="532793" y="228991"/>
                  </a:lnTo>
                  <a:lnTo>
                    <a:pt x="533078" y="229209"/>
                  </a:lnTo>
                  <a:lnTo>
                    <a:pt x="533329" y="229397"/>
                  </a:lnTo>
                  <a:lnTo>
                    <a:pt x="533514" y="229159"/>
                  </a:lnTo>
                  <a:lnTo>
                    <a:pt x="533641" y="228992"/>
                  </a:lnTo>
                  <a:lnTo>
                    <a:pt x="533793" y="228796"/>
                  </a:lnTo>
                  <a:lnTo>
                    <a:pt x="533612" y="228654"/>
                  </a:lnTo>
                  <a:lnTo>
                    <a:pt x="533421" y="228511"/>
                  </a:lnTo>
                  <a:lnTo>
                    <a:pt x="535493" y="221153"/>
                  </a:lnTo>
                  <a:lnTo>
                    <a:pt x="535678" y="220910"/>
                  </a:lnTo>
                  <a:lnTo>
                    <a:pt x="537278" y="220624"/>
                  </a:lnTo>
                  <a:lnTo>
                    <a:pt x="539459" y="222376"/>
                  </a:lnTo>
                  <a:lnTo>
                    <a:pt x="539593" y="221943"/>
                  </a:lnTo>
                  <a:lnTo>
                    <a:pt x="539739" y="221470"/>
                  </a:lnTo>
                  <a:lnTo>
                    <a:pt x="540089" y="220347"/>
                  </a:lnTo>
                  <a:lnTo>
                    <a:pt x="540077" y="220098"/>
                  </a:lnTo>
                  <a:lnTo>
                    <a:pt x="538909" y="219999"/>
                  </a:lnTo>
                  <a:lnTo>
                    <a:pt x="538052" y="219545"/>
                  </a:lnTo>
                  <a:lnTo>
                    <a:pt x="536512" y="216499"/>
                  </a:lnTo>
                  <a:lnTo>
                    <a:pt x="538043" y="214043"/>
                  </a:lnTo>
                  <a:lnTo>
                    <a:pt x="538142" y="213783"/>
                  </a:lnTo>
                  <a:lnTo>
                    <a:pt x="538200" y="213630"/>
                  </a:lnTo>
                  <a:lnTo>
                    <a:pt x="537837" y="213486"/>
                  </a:lnTo>
                  <a:lnTo>
                    <a:pt x="537697" y="213431"/>
                  </a:lnTo>
                  <a:lnTo>
                    <a:pt x="537516" y="213358"/>
                  </a:lnTo>
                  <a:lnTo>
                    <a:pt x="537237" y="213248"/>
                  </a:lnTo>
                  <a:lnTo>
                    <a:pt x="536931" y="213296"/>
                  </a:lnTo>
                  <a:lnTo>
                    <a:pt x="536707" y="213331"/>
                  </a:lnTo>
                  <a:lnTo>
                    <a:pt x="536549" y="213356"/>
                  </a:lnTo>
                  <a:lnTo>
                    <a:pt x="536259" y="213401"/>
                  </a:lnTo>
                  <a:lnTo>
                    <a:pt x="535805" y="213385"/>
                  </a:lnTo>
                  <a:lnTo>
                    <a:pt x="535229" y="213091"/>
                  </a:lnTo>
                  <a:lnTo>
                    <a:pt x="535160" y="212954"/>
                  </a:lnTo>
                  <a:lnTo>
                    <a:pt x="534920" y="212400"/>
                  </a:lnTo>
                  <a:lnTo>
                    <a:pt x="534868" y="212272"/>
                  </a:lnTo>
                  <a:lnTo>
                    <a:pt x="534718" y="212021"/>
                  </a:lnTo>
                  <a:lnTo>
                    <a:pt x="534562" y="211733"/>
                  </a:lnTo>
                  <a:lnTo>
                    <a:pt x="534484" y="211565"/>
                  </a:lnTo>
                  <a:lnTo>
                    <a:pt x="534379" y="211405"/>
                  </a:lnTo>
                  <a:lnTo>
                    <a:pt x="534142" y="211152"/>
                  </a:lnTo>
                  <a:lnTo>
                    <a:pt x="533940" y="211043"/>
                  </a:lnTo>
                  <a:lnTo>
                    <a:pt x="533629" y="210724"/>
                  </a:lnTo>
                  <a:lnTo>
                    <a:pt x="532363" y="209888"/>
                  </a:lnTo>
                  <a:lnTo>
                    <a:pt x="532456" y="209507"/>
                  </a:lnTo>
                  <a:lnTo>
                    <a:pt x="532423" y="209323"/>
                  </a:lnTo>
                  <a:lnTo>
                    <a:pt x="532377" y="209166"/>
                  </a:lnTo>
                  <a:lnTo>
                    <a:pt x="532335" y="208984"/>
                  </a:lnTo>
                  <a:lnTo>
                    <a:pt x="532349" y="208780"/>
                  </a:lnTo>
                  <a:lnTo>
                    <a:pt x="532452" y="208370"/>
                  </a:lnTo>
                  <a:lnTo>
                    <a:pt x="532636" y="207970"/>
                  </a:lnTo>
                  <a:lnTo>
                    <a:pt x="533063" y="207382"/>
                  </a:lnTo>
                  <a:lnTo>
                    <a:pt x="533222" y="207280"/>
                  </a:lnTo>
                  <a:lnTo>
                    <a:pt x="533434" y="207221"/>
                  </a:lnTo>
                  <a:lnTo>
                    <a:pt x="533731" y="207009"/>
                  </a:lnTo>
                  <a:lnTo>
                    <a:pt x="533619" y="206667"/>
                  </a:lnTo>
                  <a:lnTo>
                    <a:pt x="533396" y="206344"/>
                  </a:lnTo>
                  <a:lnTo>
                    <a:pt x="533287" y="206046"/>
                  </a:lnTo>
                  <a:lnTo>
                    <a:pt x="532693" y="206058"/>
                  </a:lnTo>
                  <a:lnTo>
                    <a:pt x="532648" y="205690"/>
                  </a:lnTo>
                  <a:lnTo>
                    <a:pt x="532584" y="205406"/>
                  </a:lnTo>
                  <a:lnTo>
                    <a:pt x="532559" y="205201"/>
                  </a:lnTo>
                  <a:lnTo>
                    <a:pt x="532545" y="205069"/>
                  </a:lnTo>
                  <a:lnTo>
                    <a:pt x="532454" y="204633"/>
                  </a:lnTo>
                  <a:lnTo>
                    <a:pt x="532346" y="204052"/>
                  </a:lnTo>
                  <a:lnTo>
                    <a:pt x="532287" y="203388"/>
                  </a:lnTo>
                  <a:lnTo>
                    <a:pt x="532205" y="202460"/>
                  </a:lnTo>
                  <a:lnTo>
                    <a:pt x="532041" y="201554"/>
                  </a:lnTo>
                  <a:lnTo>
                    <a:pt x="531991" y="201036"/>
                  </a:lnTo>
                  <a:lnTo>
                    <a:pt x="531965" y="200849"/>
                  </a:lnTo>
                  <a:lnTo>
                    <a:pt x="531770" y="199576"/>
                  </a:lnTo>
                  <a:lnTo>
                    <a:pt x="531724" y="198840"/>
                  </a:lnTo>
                  <a:lnTo>
                    <a:pt x="531700" y="198457"/>
                  </a:lnTo>
                  <a:lnTo>
                    <a:pt x="531645" y="197565"/>
                  </a:lnTo>
                  <a:lnTo>
                    <a:pt x="531614" y="197110"/>
                  </a:lnTo>
                  <a:lnTo>
                    <a:pt x="531526" y="195784"/>
                  </a:lnTo>
                  <a:lnTo>
                    <a:pt x="531446" y="194671"/>
                  </a:lnTo>
                  <a:lnTo>
                    <a:pt x="531386" y="193731"/>
                  </a:lnTo>
                  <a:lnTo>
                    <a:pt x="531164" y="193791"/>
                  </a:lnTo>
                  <a:lnTo>
                    <a:pt x="529439" y="193540"/>
                  </a:lnTo>
                  <a:lnTo>
                    <a:pt x="527699" y="193646"/>
                  </a:lnTo>
                  <a:lnTo>
                    <a:pt x="526895" y="193934"/>
                  </a:lnTo>
                  <a:lnTo>
                    <a:pt x="526011" y="194380"/>
                  </a:lnTo>
                  <a:lnTo>
                    <a:pt x="525325" y="194941"/>
                  </a:lnTo>
                  <a:lnTo>
                    <a:pt x="525242" y="195291"/>
                  </a:lnTo>
                  <a:lnTo>
                    <a:pt x="524938" y="196051"/>
                  </a:lnTo>
                  <a:lnTo>
                    <a:pt x="523831" y="196819"/>
                  </a:lnTo>
                  <a:lnTo>
                    <a:pt x="522687" y="197262"/>
                  </a:lnTo>
                  <a:lnTo>
                    <a:pt x="521947" y="197270"/>
                  </a:lnTo>
                  <a:lnTo>
                    <a:pt x="521616" y="197258"/>
                  </a:lnTo>
                  <a:lnTo>
                    <a:pt x="521002" y="197341"/>
                  </a:lnTo>
                  <a:lnTo>
                    <a:pt x="520769" y="197306"/>
                  </a:lnTo>
                  <a:lnTo>
                    <a:pt x="519784" y="197162"/>
                  </a:lnTo>
                  <a:lnTo>
                    <a:pt x="519152" y="197120"/>
                  </a:lnTo>
                  <a:lnTo>
                    <a:pt x="518800" y="197096"/>
                  </a:lnTo>
                  <a:lnTo>
                    <a:pt x="517861" y="197157"/>
                  </a:lnTo>
                  <a:lnTo>
                    <a:pt x="517839" y="195993"/>
                  </a:lnTo>
                  <a:lnTo>
                    <a:pt x="517757" y="195672"/>
                  </a:lnTo>
                  <a:lnTo>
                    <a:pt x="517295" y="193861"/>
                  </a:lnTo>
                  <a:lnTo>
                    <a:pt x="517145" y="193272"/>
                  </a:lnTo>
                  <a:lnTo>
                    <a:pt x="517013" y="192752"/>
                  </a:lnTo>
                  <a:lnTo>
                    <a:pt x="516940" y="192464"/>
                  </a:lnTo>
                  <a:lnTo>
                    <a:pt x="516849" y="192109"/>
                  </a:lnTo>
                  <a:lnTo>
                    <a:pt x="516734" y="191659"/>
                  </a:lnTo>
                  <a:lnTo>
                    <a:pt x="517540" y="191384"/>
                  </a:lnTo>
                  <a:lnTo>
                    <a:pt x="518325" y="191085"/>
                  </a:lnTo>
                  <a:lnTo>
                    <a:pt x="519829" y="190078"/>
                  </a:lnTo>
                  <a:lnTo>
                    <a:pt x="520317" y="189923"/>
                  </a:lnTo>
                  <a:lnTo>
                    <a:pt x="520995" y="189595"/>
                  </a:lnTo>
                  <a:lnTo>
                    <a:pt x="521220" y="189183"/>
                  </a:lnTo>
                  <a:lnTo>
                    <a:pt x="520932" y="188200"/>
                  </a:lnTo>
                  <a:lnTo>
                    <a:pt x="520853" y="187929"/>
                  </a:lnTo>
                  <a:lnTo>
                    <a:pt x="520673" y="187314"/>
                  </a:lnTo>
                  <a:lnTo>
                    <a:pt x="520466" y="186605"/>
                  </a:lnTo>
                  <a:lnTo>
                    <a:pt x="520300" y="186041"/>
                  </a:lnTo>
                  <a:lnTo>
                    <a:pt x="520242" y="184491"/>
                  </a:lnTo>
                  <a:lnTo>
                    <a:pt x="520145" y="184158"/>
                  </a:lnTo>
                  <a:lnTo>
                    <a:pt x="520049" y="183614"/>
                  </a:lnTo>
                  <a:lnTo>
                    <a:pt x="519927" y="183314"/>
                  </a:lnTo>
                  <a:lnTo>
                    <a:pt x="519621" y="182576"/>
                  </a:lnTo>
                  <a:lnTo>
                    <a:pt x="519385" y="182009"/>
                  </a:lnTo>
                  <a:lnTo>
                    <a:pt x="519097" y="181314"/>
                  </a:lnTo>
                  <a:lnTo>
                    <a:pt x="519027" y="181144"/>
                  </a:lnTo>
                  <a:lnTo>
                    <a:pt x="517630" y="181813"/>
                  </a:lnTo>
                  <a:lnTo>
                    <a:pt x="516505" y="182352"/>
                  </a:lnTo>
                  <a:lnTo>
                    <a:pt x="515747" y="182714"/>
                  </a:lnTo>
                  <a:lnTo>
                    <a:pt x="515585" y="182792"/>
                  </a:lnTo>
                  <a:lnTo>
                    <a:pt x="515419" y="182871"/>
                  </a:lnTo>
                  <a:lnTo>
                    <a:pt x="514681" y="183224"/>
                  </a:lnTo>
                  <a:lnTo>
                    <a:pt x="513357" y="183858"/>
                  </a:lnTo>
                  <a:lnTo>
                    <a:pt x="512299" y="184365"/>
                  </a:lnTo>
                  <a:lnTo>
                    <a:pt x="511694" y="184654"/>
                  </a:lnTo>
                  <a:lnTo>
                    <a:pt x="511049" y="183973"/>
                  </a:lnTo>
                  <a:lnTo>
                    <a:pt x="510511" y="183554"/>
                  </a:lnTo>
                  <a:lnTo>
                    <a:pt x="510343" y="183423"/>
                  </a:lnTo>
                  <a:lnTo>
                    <a:pt x="509586" y="183495"/>
                  </a:lnTo>
                  <a:lnTo>
                    <a:pt x="508861" y="183690"/>
                  </a:lnTo>
                  <a:lnTo>
                    <a:pt x="505908" y="184882"/>
                  </a:lnTo>
                  <a:lnTo>
                    <a:pt x="505538" y="184835"/>
                  </a:lnTo>
                  <a:lnTo>
                    <a:pt x="505399" y="184418"/>
                  </a:lnTo>
                  <a:lnTo>
                    <a:pt x="505263" y="184002"/>
                  </a:lnTo>
                  <a:lnTo>
                    <a:pt x="504786" y="183439"/>
                  </a:lnTo>
                  <a:lnTo>
                    <a:pt x="504272" y="182832"/>
                  </a:lnTo>
                  <a:lnTo>
                    <a:pt x="503977" y="182792"/>
                  </a:lnTo>
                  <a:lnTo>
                    <a:pt x="503715" y="182757"/>
                  </a:lnTo>
                  <a:lnTo>
                    <a:pt x="503568" y="182585"/>
                  </a:lnTo>
                  <a:lnTo>
                    <a:pt x="503338" y="182318"/>
                  </a:lnTo>
                  <a:lnTo>
                    <a:pt x="502762" y="181649"/>
                  </a:lnTo>
                  <a:lnTo>
                    <a:pt x="501873" y="181614"/>
                  </a:lnTo>
                  <a:lnTo>
                    <a:pt x="501672" y="181584"/>
                  </a:lnTo>
                  <a:lnTo>
                    <a:pt x="501477" y="181553"/>
                  </a:lnTo>
                  <a:lnTo>
                    <a:pt x="501273" y="181556"/>
                  </a:lnTo>
                  <a:lnTo>
                    <a:pt x="501008" y="181518"/>
                  </a:lnTo>
                  <a:lnTo>
                    <a:pt x="500788" y="181373"/>
                  </a:lnTo>
                  <a:lnTo>
                    <a:pt x="500500" y="181331"/>
                  </a:lnTo>
                  <a:lnTo>
                    <a:pt x="500124" y="181260"/>
                  </a:lnTo>
                  <a:lnTo>
                    <a:pt x="499663" y="181213"/>
                  </a:lnTo>
                  <a:lnTo>
                    <a:pt x="498301" y="181951"/>
                  </a:lnTo>
                  <a:lnTo>
                    <a:pt x="497853" y="182045"/>
                  </a:lnTo>
                  <a:lnTo>
                    <a:pt x="496899" y="183192"/>
                  </a:lnTo>
                  <a:lnTo>
                    <a:pt x="496571" y="183586"/>
                  </a:lnTo>
                  <a:lnTo>
                    <a:pt x="495881" y="183922"/>
                  </a:lnTo>
                  <a:lnTo>
                    <a:pt x="495518" y="184099"/>
                  </a:lnTo>
                  <a:lnTo>
                    <a:pt x="495220" y="184803"/>
                  </a:lnTo>
                  <a:lnTo>
                    <a:pt x="495648" y="185944"/>
                  </a:lnTo>
                  <a:lnTo>
                    <a:pt x="494018" y="186775"/>
                  </a:lnTo>
                  <a:lnTo>
                    <a:pt x="492601" y="187499"/>
                  </a:lnTo>
                  <a:lnTo>
                    <a:pt x="491963" y="187824"/>
                  </a:lnTo>
                  <a:lnTo>
                    <a:pt x="490803" y="188654"/>
                  </a:lnTo>
                  <a:lnTo>
                    <a:pt x="490320" y="188744"/>
                  </a:lnTo>
                  <a:lnTo>
                    <a:pt x="488492" y="190949"/>
                  </a:lnTo>
                  <a:lnTo>
                    <a:pt x="486918" y="191400"/>
                  </a:lnTo>
                  <a:lnTo>
                    <a:pt x="486385" y="191655"/>
                  </a:lnTo>
                  <a:lnTo>
                    <a:pt x="486155" y="191855"/>
                  </a:lnTo>
                  <a:lnTo>
                    <a:pt x="485328" y="192681"/>
                  </a:lnTo>
                  <a:lnTo>
                    <a:pt x="484879" y="193126"/>
                  </a:lnTo>
                  <a:lnTo>
                    <a:pt x="484343" y="193701"/>
                  </a:lnTo>
                  <a:lnTo>
                    <a:pt x="483286" y="194066"/>
                  </a:lnTo>
                  <a:lnTo>
                    <a:pt x="482458" y="194449"/>
                  </a:lnTo>
                  <a:lnTo>
                    <a:pt x="481635" y="194837"/>
                  </a:lnTo>
                  <a:lnTo>
                    <a:pt x="481468" y="194915"/>
                  </a:lnTo>
                  <a:lnTo>
                    <a:pt x="480701" y="195276"/>
                  </a:lnTo>
                  <a:lnTo>
                    <a:pt x="479839" y="195679"/>
                  </a:lnTo>
                  <a:lnTo>
                    <a:pt x="479479" y="193447"/>
                  </a:lnTo>
                  <a:lnTo>
                    <a:pt x="478640" y="194025"/>
                  </a:lnTo>
                  <a:lnTo>
                    <a:pt x="477638" y="194286"/>
                  </a:lnTo>
                  <a:lnTo>
                    <a:pt x="476441" y="193564"/>
                  </a:lnTo>
                  <a:lnTo>
                    <a:pt x="475526" y="193876"/>
                  </a:lnTo>
                  <a:lnTo>
                    <a:pt x="475379" y="193926"/>
                  </a:lnTo>
                  <a:lnTo>
                    <a:pt x="474842" y="194110"/>
                  </a:lnTo>
                  <a:lnTo>
                    <a:pt x="473640" y="194520"/>
                  </a:lnTo>
                  <a:lnTo>
                    <a:pt x="472786" y="194812"/>
                  </a:lnTo>
                  <a:lnTo>
                    <a:pt x="471248" y="194706"/>
                  </a:lnTo>
                  <a:lnTo>
                    <a:pt x="470733" y="194671"/>
                  </a:lnTo>
                  <a:lnTo>
                    <a:pt x="469975" y="194817"/>
                  </a:lnTo>
                  <a:lnTo>
                    <a:pt x="468970" y="195012"/>
                  </a:lnTo>
                  <a:lnTo>
                    <a:pt x="468092" y="195182"/>
                  </a:lnTo>
                  <a:lnTo>
                    <a:pt x="467170" y="196552"/>
                  </a:lnTo>
                  <a:lnTo>
                    <a:pt x="465708" y="196113"/>
                  </a:lnTo>
                  <a:lnTo>
                    <a:pt x="464735" y="195820"/>
                  </a:lnTo>
                  <a:lnTo>
                    <a:pt x="463682" y="196516"/>
                  </a:lnTo>
                  <a:lnTo>
                    <a:pt x="462580" y="197245"/>
                  </a:lnTo>
                  <a:lnTo>
                    <a:pt x="461661" y="197852"/>
                  </a:lnTo>
                  <a:lnTo>
                    <a:pt x="461449" y="194495"/>
                  </a:lnTo>
                  <a:lnTo>
                    <a:pt x="461250" y="193518"/>
                  </a:lnTo>
                  <a:lnTo>
                    <a:pt x="461177" y="193153"/>
                  </a:lnTo>
                  <a:lnTo>
                    <a:pt x="461094" y="192742"/>
                  </a:lnTo>
                  <a:lnTo>
                    <a:pt x="461023" y="192534"/>
                  </a:lnTo>
                  <a:lnTo>
                    <a:pt x="460779" y="191802"/>
                  </a:lnTo>
                  <a:lnTo>
                    <a:pt x="460054" y="189623"/>
                  </a:lnTo>
                  <a:lnTo>
                    <a:pt x="459885" y="189681"/>
                  </a:lnTo>
                  <a:lnTo>
                    <a:pt x="458490" y="190165"/>
                  </a:lnTo>
                  <a:lnTo>
                    <a:pt x="457197" y="190614"/>
                  </a:lnTo>
                  <a:lnTo>
                    <a:pt x="456614" y="190816"/>
                  </a:lnTo>
                  <a:lnTo>
                    <a:pt x="456624" y="191078"/>
                  </a:lnTo>
                  <a:lnTo>
                    <a:pt x="456114" y="191472"/>
                  </a:lnTo>
                  <a:lnTo>
                    <a:pt x="455714" y="191783"/>
                  </a:lnTo>
                  <a:lnTo>
                    <a:pt x="454453" y="192759"/>
                  </a:lnTo>
                  <a:lnTo>
                    <a:pt x="454397" y="193294"/>
                  </a:lnTo>
                  <a:lnTo>
                    <a:pt x="454340" y="193806"/>
                  </a:lnTo>
                  <a:lnTo>
                    <a:pt x="454253" y="194542"/>
                  </a:lnTo>
                  <a:lnTo>
                    <a:pt x="454203" y="194967"/>
                  </a:lnTo>
                  <a:lnTo>
                    <a:pt x="454052" y="196391"/>
                  </a:lnTo>
                  <a:lnTo>
                    <a:pt x="453134" y="196910"/>
                  </a:lnTo>
                  <a:lnTo>
                    <a:pt x="452529" y="197506"/>
                  </a:lnTo>
                  <a:lnTo>
                    <a:pt x="450581" y="195331"/>
                  </a:lnTo>
                  <a:lnTo>
                    <a:pt x="450283" y="194744"/>
                  </a:lnTo>
                  <a:lnTo>
                    <a:pt x="450159" y="194597"/>
                  </a:lnTo>
                  <a:lnTo>
                    <a:pt x="448442" y="195299"/>
                  </a:lnTo>
                  <a:lnTo>
                    <a:pt x="447410" y="195455"/>
                  </a:lnTo>
                  <a:lnTo>
                    <a:pt x="446043" y="196310"/>
                  </a:lnTo>
                  <a:lnTo>
                    <a:pt x="445911" y="196393"/>
                  </a:lnTo>
                  <a:lnTo>
                    <a:pt x="445064" y="196931"/>
                  </a:lnTo>
                  <a:lnTo>
                    <a:pt x="444263" y="197624"/>
                  </a:lnTo>
                  <a:lnTo>
                    <a:pt x="443055" y="198523"/>
                  </a:lnTo>
                  <a:lnTo>
                    <a:pt x="441970" y="199361"/>
                  </a:lnTo>
                  <a:lnTo>
                    <a:pt x="441271" y="197158"/>
                  </a:lnTo>
                  <a:lnTo>
                    <a:pt x="441081" y="196740"/>
                  </a:lnTo>
                  <a:lnTo>
                    <a:pt x="439441" y="197343"/>
                  </a:lnTo>
                  <a:lnTo>
                    <a:pt x="437135" y="198191"/>
                  </a:lnTo>
                  <a:lnTo>
                    <a:pt x="436371" y="198985"/>
                  </a:lnTo>
                  <a:lnTo>
                    <a:pt x="435903" y="199471"/>
                  </a:lnTo>
                  <a:lnTo>
                    <a:pt x="435351" y="200045"/>
                  </a:lnTo>
                  <a:lnTo>
                    <a:pt x="434081" y="201066"/>
                  </a:lnTo>
                  <a:lnTo>
                    <a:pt x="432020" y="202282"/>
                  </a:lnTo>
                  <a:lnTo>
                    <a:pt x="430148" y="204289"/>
                  </a:lnTo>
                  <a:lnTo>
                    <a:pt x="428787" y="203295"/>
                  </a:lnTo>
                  <a:lnTo>
                    <a:pt x="425628" y="200990"/>
                  </a:lnTo>
                  <a:lnTo>
                    <a:pt x="423266" y="189894"/>
                  </a:lnTo>
                  <a:lnTo>
                    <a:pt x="423143" y="189317"/>
                  </a:lnTo>
                  <a:lnTo>
                    <a:pt x="421469" y="181453"/>
                  </a:lnTo>
                  <a:lnTo>
                    <a:pt x="418821" y="176131"/>
                  </a:lnTo>
                  <a:lnTo>
                    <a:pt x="417925" y="174331"/>
                  </a:lnTo>
                  <a:lnTo>
                    <a:pt x="416767" y="172004"/>
                  </a:lnTo>
                  <a:lnTo>
                    <a:pt x="420515" y="170146"/>
                  </a:lnTo>
                  <a:lnTo>
                    <a:pt x="421981" y="169419"/>
                  </a:lnTo>
                  <a:lnTo>
                    <a:pt x="422727" y="169049"/>
                  </a:lnTo>
                  <a:lnTo>
                    <a:pt x="425610" y="168717"/>
                  </a:lnTo>
                  <a:lnTo>
                    <a:pt x="425765" y="168699"/>
                  </a:lnTo>
                  <a:lnTo>
                    <a:pt x="428234" y="168415"/>
                  </a:lnTo>
                  <a:lnTo>
                    <a:pt x="428840" y="168346"/>
                  </a:lnTo>
                  <a:lnTo>
                    <a:pt x="432116" y="167968"/>
                  </a:lnTo>
                  <a:lnTo>
                    <a:pt x="432521" y="167922"/>
                  </a:lnTo>
                  <a:lnTo>
                    <a:pt x="436386" y="167477"/>
                  </a:lnTo>
                  <a:lnTo>
                    <a:pt x="441182" y="167460"/>
                  </a:lnTo>
                  <a:lnTo>
                    <a:pt x="442747" y="167455"/>
                  </a:lnTo>
                  <a:lnTo>
                    <a:pt x="444686" y="167448"/>
                  </a:lnTo>
                  <a:lnTo>
                    <a:pt x="448623" y="170511"/>
                  </a:lnTo>
                  <a:lnTo>
                    <a:pt x="449026" y="170538"/>
                  </a:lnTo>
                  <a:lnTo>
                    <a:pt x="449339" y="170560"/>
                  </a:lnTo>
                  <a:lnTo>
                    <a:pt x="450823" y="170660"/>
                  </a:lnTo>
                  <a:lnTo>
                    <a:pt x="460572" y="171318"/>
                  </a:lnTo>
                  <a:lnTo>
                    <a:pt x="461221" y="171362"/>
                  </a:lnTo>
                  <a:lnTo>
                    <a:pt x="462072" y="171419"/>
                  </a:lnTo>
                  <a:lnTo>
                    <a:pt x="468230" y="168732"/>
                  </a:lnTo>
                  <a:lnTo>
                    <a:pt x="468700" y="168527"/>
                  </a:lnTo>
                  <a:lnTo>
                    <a:pt x="472790" y="166743"/>
                  </a:lnTo>
                  <a:lnTo>
                    <a:pt x="472971" y="166701"/>
                  </a:lnTo>
                  <a:lnTo>
                    <a:pt x="473696" y="166534"/>
                  </a:lnTo>
                  <a:lnTo>
                    <a:pt x="476842" y="165811"/>
                  </a:lnTo>
                  <a:lnTo>
                    <a:pt x="477239" y="165720"/>
                  </a:lnTo>
                  <a:lnTo>
                    <a:pt x="485320" y="163863"/>
                  </a:lnTo>
                  <a:lnTo>
                    <a:pt x="495997" y="164248"/>
                  </a:lnTo>
                  <a:lnTo>
                    <a:pt x="502778" y="163607"/>
                  </a:lnTo>
                  <a:lnTo>
                    <a:pt x="504553" y="162710"/>
                  </a:lnTo>
                  <a:lnTo>
                    <a:pt x="504506" y="161876"/>
                  </a:lnTo>
                  <a:lnTo>
                    <a:pt x="504655" y="161345"/>
                  </a:lnTo>
                  <a:lnTo>
                    <a:pt x="504695" y="161206"/>
                  </a:lnTo>
                  <a:lnTo>
                    <a:pt x="504805" y="160828"/>
                  </a:lnTo>
                  <a:lnTo>
                    <a:pt x="505414" y="158709"/>
                  </a:lnTo>
                  <a:lnTo>
                    <a:pt x="505477" y="158499"/>
                  </a:lnTo>
                  <a:lnTo>
                    <a:pt x="506587" y="158158"/>
                  </a:lnTo>
                  <a:lnTo>
                    <a:pt x="508411" y="157602"/>
                  </a:lnTo>
                  <a:lnTo>
                    <a:pt x="508712" y="155418"/>
                  </a:lnTo>
                  <a:lnTo>
                    <a:pt x="508730" y="155286"/>
                  </a:lnTo>
                  <a:lnTo>
                    <a:pt x="508823" y="154585"/>
                  </a:lnTo>
                  <a:lnTo>
                    <a:pt x="507910" y="153673"/>
                  </a:lnTo>
                  <a:lnTo>
                    <a:pt x="507216" y="152980"/>
                  </a:lnTo>
                  <a:lnTo>
                    <a:pt x="505438" y="151198"/>
                  </a:lnTo>
                  <a:lnTo>
                    <a:pt x="505064" y="150828"/>
                  </a:lnTo>
                  <a:lnTo>
                    <a:pt x="504850" y="148324"/>
                  </a:lnTo>
                  <a:lnTo>
                    <a:pt x="504691" y="146528"/>
                  </a:lnTo>
                  <a:lnTo>
                    <a:pt x="504311" y="145260"/>
                  </a:lnTo>
                  <a:lnTo>
                    <a:pt x="504188" y="144995"/>
                  </a:lnTo>
                  <a:lnTo>
                    <a:pt x="504352" y="144780"/>
                  </a:lnTo>
                  <a:lnTo>
                    <a:pt x="504655" y="144388"/>
                  </a:lnTo>
                  <a:lnTo>
                    <a:pt x="505447" y="143366"/>
                  </a:lnTo>
                  <a:lnTo>
                    <a:pt x="505995" y="142658"/>
                  </a:lnTo>
                  <a:lnTo>
                    <a:pt x="506141" y="142468"/>
                  </a:lnTo>
                  <a:lnTo>
                    <a:pt x="506544" y="141949"/>
                  </a:lnTo>
                  <a:lnTo>
                    <a:pt x="507155" y="141158"/>
                  </a:lnTo>
                  <a:lnTo>
                    <a:pt x="508233" y="139764"/>
                  </a:lnTo>
                  <a:lnTo>
                    <a:pt x="508725" y="139128"/>
                  </a:lnTo>
                  <a:lnTo>
                    <a:pt x="509917" y="138476"/>
                  </a:lnTo>
                  <a:lnTo>
                    <a:pt x="510805" y="137991"/>
                  </a:lnTo>
                  <a:lnTo>
                    <a:pt x="510814" y="137538"/>
                  </a:lnTo>
                  <a:lnTo>
                    <a:pt x="510829" y="136841"/>
                  </a:lnTo>
                  <a:lnTo>
                    <a:pt x="510834" y="136603"/>
                  </a:lnTo>
                  <a:lnTo>
                    <a:pt x="510846" y="136072"/>
                  </a:lnTo>
                  <a:lnTo>
                    <a:pt x="510850" y="135849"/>
                  </a:lnTo>
                  <a:lnTo>
                    <a:pt x="510854" y="135660"/>
                  </a:lnTo>
                  <a:lnTo>
                    <a:pt x="510922" y="135142"/>
                  </a:lnTo>
                  <a:lnTo>
                    <a:pt x="510988" y="134661"/>
                  </a:lnTo>
                  <a:lnTo>
                    <a:pt x="511256" y="132578"/>
                  </a:lnTo>
                  <a:lnTo>
                    <a:pt x="511135" y="131052"/>
                  </a:lnTo>
                  <a:lnTo>
                    <a:pt x="511420" y="130483"/>
                  </a:lnTo>
                  <a:lnTo>
                    <a:pt x="511894" y="129537"/>
                  </a:lnTo>
                  <a:lnTo>
                    <a:pt x="512157" y="129013"/>
                  </a:lnTo>
                  <a:lnTo>
                    <a:pt x="513747" y="127499"/>
                  </a:lnTo>
                  <a:lnTo>
                    <a:pt x="513851" y="126542"/>
                  </a:lnTo>
                  <a:lnTo>
                    <a:pt x="513958" y="125575"/>
                  </a:lnTo>
                  <a:lnTo>
                    <a:pt x="514380" y="125402"/>
                  </a:lnTo>
                  <a:lnTo>
                    <a:pt x="514643" y="125294"/>
                  </a:lnTo>
                  <a:lnTo>
                    <a:pt x="515154" y="125085"/>
                  </a:lnTo>
                  <a:lnTo>
                    <a:pt x="515383" y="124991"/>
                  </a:lnTo>
                  <a:lnTo>
                    <a:pt x="515551" y="124921"/>
                  </a:lnTo>
                  <a:lnTo>
                    <a:pt x="515813" y="124813"/>
                  </a:lnTo>
                  <a:lnTo>
                    <a:pt x="516299" y="124613"/>
                  </a:lnTo>
                  <a:lnTo>
                    <a:pt x="516660" y="124464"/>
                  </a:lnTo>
                  <a:lnTo>
                    <a:pt x="516819" y="124134"/>
                  </a:lnTo>
                  <a:lnTo>
                    <a:pt x="516907" y="123956"/>
                  </a:lnTo>
                  <a:lnTo>
                    <a:pt x="517008" y="123762"/>
                  </a:lnTo>
                  <a:lnTo>
                    <a:pt x="517119" y="123538"/>
                  </a:lnTo>
                  <a:lnTo>
                    <a:pt x="517549" y="122669"/>
                  </a:lnTo>
                  <a:lnTo>
                    <a:pt x="517608" y="122540"/>
                  </a:lnTo>
                  <a:lnTo>
                    <a:pt x="517032" y="122680"/>
                  </a:lnTo>
                  <a:lnTo>
                    <a:pt x="515318" y="123107"/>
                  </a:lnTo>
                  <a:lnTo>
                    <a:pt x="514635" y="122081"/>
                  </a:lnTo>
                  <a:lnTo>
                    <a:pt x="514334" y="121626"/>
                  </a:lnTo>
                  <a:lnTo>
                    <a:pt x="514207" y="121436"/>
                  </a:lnTo>
                  <a:lnTo>
                    <a:pt x="514050" y="121199"/>
                  </a:lnTo>
                  <a:lnTo>
                    <a:pt x="513125" y="119660"/>
                  </a:lnTo>
                  <a:lnTo>
                    <a:pt x="512917" y="118347"/>
                  </a:lnTo>
                  <a:lnTo>
                    <a:pt x="511519" y="119158"/>
                  </a:lnTo>
                  <a:lnTo>
                    <a:pt x="510559" y="119347"/>
                  </a:lnTo>
                  <a:lnTo>
                    <a:pt x="510185" y="119081"/>
                  </a:lnTo>
                  <a:lnTo>
                    <a:pt x="509589" y="118659"/>
                  </a:lnTo>
                  <a:lnTo>
                    <a:pt x="509278" y="118439"/>
                  </a:lnTo>
                  <a:lnTo>
                    <a:pt x="508830" y="118123"/>
                  </a:lnTo>
                  <a:lnTo>
                    <a:pt x="508625" y="117977"/>
                  </a:lnTo>
                  <a:lnTo>
                    <a:pt x="508294" y="117743"/>
                  </a:lnTo>
                  <a:lnTo>
                    <a:pt x="508030" y="117562"/>
                  </a:lnTo>
                  <a:lnTo>
                    <a:pt x="507711" y="117700"/>
                  </a:lnTo>
                  <a:lnTo>
                    <a:pt x="507494" y="117793"/>
                  </a:lnTo>
                  <a:lnTo>
                    <a:pt x="506913" y="117701"/>
                  </a:lnTo>
                  <a:lnTo>
                    <a:pt x="505728" y="117510"/>
                  </a:lnTo>
                  <a:lnTo>
                    <a:pt x="504876" y="117374"/>
                  </a:lnTo>
                  <a:lnTo>
                    <a:pt x="504984" y="116017"/>
                  </a:lnTo>
                  <a:lnTo>
                    <a:pt x="505012" y="115655"/>
                  </a:lnTo>
                  <a:lnTo>
                    <a:pt x="504940" y="115267"/>
                  </a:lnTo>
                  <a:lnTo>
                    <a:pt x="505217" y="112962"/>
                  </a:lnTo>
                  <a:lnTo>
                    <a:pt x="505584" y="112611"/>
                  </a:lnTo>
                  <a:lnTo>
                    <a:pt x="506121" y="109638"/>
                  </a:lnTo>
                  <a:lnTo>
                    <a:pt x="506153" y="109402"/>
                  </a:lnTo>
                  <a:lnTo>
                    <a:pt x="504618" y="108319"/>
                  </a:lnTo>
                  <a:lnTo>
                    <a:pt x="504264" y="108069"/>
                  </a:lnTo>
                  <a:lnTo>
                    <a:pt x="503256" y="106948"/>
                  </a:lnTo>
                  <a:lnTo>
                    <a:pt x="503120" y="106796"/>
                  </a:lnTo>
                  <a:lnTo>
                    <a:pt x="502893" y="106544"/>
                  </a:lnTo>
                  <a:lnTo>
                    <a:pt x="502534" y="106145"/>
                  </a:lnTo>
                  <a:lnTo>
                    <a:pt x="502368" y="106039"/>
                  </a:lnTo>
                  <a:lnTo>
                    <a:pt x="502078" y="105852"/>
                  </a:lnTo>
                  <a:lnTo>
                    <a:pt x="501104" y="103118"/>
                  </a:lnTo>
                  <a:lnTo>
                    <a:pt x="500252" y="96957"/>
                  </a:lnTo>
                  <a:lnTo>
                    <a:pt x="484035" y="102000"/>
                  </a:lnTo>
                  <a:lnTo>
                    <a:pt x="483447" y="102183"/>
                  </a:lnTo>
                  <a:lnTo>
                    <a:pt x="480081" y="103230"/>
                  </a:lnTo>
                  <a:lnTo>
                    <a:pt x="479426" y="103434"/>
                  </a:lnTo>
                  <a:lnTo>
                    <a:pt x="479246" y="103490"/>
                  </a:lnTo>
                  <a:lnTo>
                    <a:pt x="474501" y="104965"/>
                  </a:lnTo>
                  <a:lnTo>
                    <a:pt x="471891" y="105777"/>
                  </a:lnTo>
                  <a:lnTo>
                    <a:pt x="471000" y="106054"/>
                  </a:lnTo>
                  <a:lnTo>
                    <a:pt x="462704" y="108634"/>
                  </a:lnTo>
                  <a:lnTo>
                    <a:pt x="453885" y="113673"/>
                  </a:lnTo>
                  <a:lnTo>
                    <a:pt x="451292" y="115154"/>
                  </a:lnTo>
                  <a:lnTo>
                    <a:pt x="447823" y="109201"/>
                  </a:lnTo>
                  <a:lnTo>
                    <a:pt x="447163" y="108068"/>
                  </a:lnTo>
                  <a:lnTo>
                    <a:pt x="443482" y="101751"/>
                  </a:lnTo>
                  <a:lnTo>
                    <a:pt x="442637" y="100301"/>
                  </a:lnTo>
                  <a:lnTo>
                    <a:pt x="441059" y="97592"/>
                  </a:lnTo>
                  <a:lnTo>
                    <a:pt x="440963" y="97158"/>
                  </a:lnTo>
                  <a:lnTo>
                    <a:pt x="439240" y="89310"/>
                  </a:lnTo>
                  <a:lnTo>
                    <a:pt x="439061" y="88492"/>
                  </a:lnTo>
                  <a:lnTo>
                    <a:pt x="438820" y="87395"/>
                  </a:lnTo>
                  <a:lnTo>
                    <a:pt x="438623" y="86500"/>
                  </a:lnTo>
                  <a:lnTo>
                    <a:pt x="436634" y="77440"/>
                  </a:lnTo>
                  <a:lnTo>
                    <a:pt x="435427" y="71942"/>
                  </a:lnTo>
                  <a:lnTo>
                    <a:pt x="435307" y="71396"/>
                  </a:lnTo>
                  <a:lnTo>
                    <a:pt x="432862" y="60260"/>
                  </a:lnTo>
                  <a:lnTo>
                    <a:pt x="431758" y="55234"/>
                  </a:lnTo>
                  <a:lnTo>
                    <a:pt x="430643" y="50157"/>
                  </a:lnTo>
                  <a:lnTo>
                    <a:pt x="420620" y="35653"/>
                  </a:lnTo>
                  <a:lnTo>
                    <a:pt x="407958" y="23831"/>
                  </a:lnTo>
                  <a:lnTo>
                    <a:pt x="392334" y="9241"/>
                  </a:lnTo>
                  <a:lnTo>
                    <a:pt x="386645" y="3929"/>
                  </a:lnTo>
                  <a:lnTo>
                    <a:pt x="382437" y="0"/>
                  </a:lnTo>
                  <a:lnTo>
                    <a:pt x="366475" y="17151"/>
                  </a:lnTo>
                  <a:lnTo>
                    <a:pt x="366252" y="17391"/>
                  </a:lnTo>
                  <a:lnTo>
                    <a:pt x="357582" y="26708"/>
                  </a:lnTo>
                  <a:lnTo>
                    <a:pt x="356197" y="28259"/>
                  </a:lnTo>
                  <a:lnTo>
                    <a:pt x="355429" y="29195"/>
                  </a:lnTo>
                  <a:lnTo>
                    <a:pt x="354708" y="30074"/>
                  </a:lnTo>
                  <a:lnTo>
                    <a:pt x="343218" y="44746"/>
                  </a:lnTo>
                  <a:lnTo>
                    <a:pt x="338779" y="49506"/>
                  </a:lnTo>
                  <a:lnTo>
                    <a:pt x="326124" y="63077"/>
                  </a:lnTo>
                  <a:lnTo>
                    <a:pt x="317036" y="72821"/>
                  </a:lnTo>
                  <a:lnTo>
                    <a:pt x="309697" y="80695"/>
                  </a:lnTo>
                  <a:lnTo>
                    <a:pt x="290656" y="101113"/>
                  </a:lnTo>
                  <a:lnTo>
                    <a:pt x="285281" y="106872"/>
                  </a:lnTo>
                  <a:lnTo>
                    <a:pt x="283433" y="108854"/>
                  </a:lnTo>
                  <a:lnTo>
                    <a:pt x="279813" y="112735"/>
                  </a:lnTo>
                  <a:lnTo>
                    <a:pt x="275438" y="117433"/>
                  </a:lnTo>
                  <a:lnTo>
                    <a:pt x="272463" y="120617"/>
                  </a:lnTo>
                  <a:lnTo>
                    <a:pt x="267308" y="123491"/>
                  </a:lnTo>
                  <a:lnTo>
                    <a:pt x="257181" y="129138"/>
                  </a:lnTo>
                  <a:lnTo>
                    <a:pt x="252923" y="131513"/>
                  </a:lnTo>
                  <a:lnTo>
                    <a:pt x="245885" y="135437"/>
                  </a:lnTo>
                  <a:lnTo>
                    <a:pt x="244860" y="136009"/>
                  </a:lnTo>
                  <a:lnTo>
                    <a:pt x="241467" y="137900"/>
                  </a:lnTo>
                  <a:lnTo>
                    <a:pt x="228803" y="144962"/>
                  </a:lnTo>
                  <a:lnTo>
                    <a:pt x="207954" y="156590"/>
                  </a:lnTo>
                  <a:lnTo>
                    <a:pt x="189190" y="167051"/>
                  </a:lnTo>
                  <a:lnTo>
                    <a:pt x="181623" y="171271"/>
                  </a:lnTo>
                  <a:lnTo>
                    <a:pt x="172594" y="176305"/>
                  </a:lnTo>
                  <a:lnTo>
                    <a:pt x="171568" y="176878"/>
                  </a:lnTo>
                  <a:lnTo>
                    <a:pt x="163477" y="181389"/>
                  </a:lnTo>
                  <a:lnTo>
                    <a:pt x="163162" y="181566"/>
                  </a:lnTo>
                  <a:lnTo>
                    <a:pt x="161145" y="182770"/>
                  </a:lnTo>
                  <a:lnTo>
                    <a:pt x="159184" y="184064"/>
                  </a:lnTo>
                  <a:lnTo>
                    <a:pt x="157441" y="185330"/>
                  </a:lnTo>
                  <a:lnTo>
                    <a:pt x="157283" y="185445"/>
                  </a:lnTo>
                  <a:lnTo>
                    <a:pt x="148949" y="191793"/>
                  </a:lnTo>
                  <a:lnTo>
                    <a:pt x="140296" y="198380"/>
                  </a:lnTo>
                  <a:lnTo>
                    <a:pt x="136924" y="200947"/>
                  </a:lnTo>
                  <a:lnTo>
                    <a:pt x="129550" y="206562"/>
                  </a:lnTo>
                  <a:lnTo>
                    <a:pt x="123376" y="211263"/>
                  </a:lnTo>
                  <a:lnTo>
                    <a:pt x="120126" y="213737"/>
                  </a:lnTo>
                  <a:lnTo>
                    <a:pt x="119543" y="214181"/>
                  </a:lnTo>
                  <a:lnTo>
                    <a:pt x="118870" y="214702"/>
                  </a:lnTo>
                  <a:lnTo>
                    <a:pt x="115443" y="217402"/>
                  </a:lnTo>
                  <a:lnTo>
                    <a:pt x="105741" y="225047"/>
                  </a:lnTo>
                  <a:lnTo>
                    <a:pt x="99448" y="230005"/>
                  </a:lnTo>
                  <a:lnTo>
                    <a:pt x="97238" y="231746"/>
                  </a:lnTo>
                  <a:lnTo>
                    <a:pt x="92637" y="235371"/>
                  </a:lnTo>
                  <a:lnTo>
                    <a:pt x="74159" y="249931"/>
                  </a:lnTo>
                  <a:lnTo>
                    <a:pt x="62199" y="259353"/>
                  </a:lnTo>
                  <a:lnTo>
                    <a:pt x="47452" y="270972"/>
                  </a:lnTo>
                  <a:lnTo>
                    <a:pt x="31899" y="283226"/>
                  </a:lnTo>
                  <a:lnTo>
                    <a:pt x="19561" y="292948"/>
                  </a:lnTo>
                  <a:lnTo>
                    <a:pt x="18050" y="294184"/>
                  </a:lnTo>
                  <a:lnTo>
                    <a:pt x="16294" y="295748"/>
                  </a:lnTo>
                  <a:lnTo>
                    <a:pt x="14610" y="297388"/>
                  </a:lnTo>
                  <a:lnTo>
                    <a:pt x="13002" y="299103"/>
                  </a:lnTo>
                  <a:lnTo>
                    <a:pt x="10587" y="301799"/>
                  </a:lnTo>
                  <a:lnTo>
                    <a:pt x="5478" y="307497"/>
                  </a:lnTo>
                  <a:lnTo>
                    <a:pt x="0" y="313610"/>
                  </a:lnTo>
                  <a:lnTo>
                    <a:pt x="38918" y="348474"/>
                  </a:lnTo>
                  <a:lnTo>
                    <a:pt x="43437" y="352522"/>
                  </a:lnTo>
                  <a:lnTo>
                    <a:pt x="44123" y="353897"/>
                  </a:lnTo>
                  <a:lnTo>
                    <a:pt x="56668" y="379054"/>
                  </a:lnTo>
                  <a:lnTo>
                    <a:pt x="56349" y="381876"/>
                  </a:lnTo>
                  <a:lnTo>
                    <a:pt x="56259" y="382668"/>
                  </a:lnTo>
                  <a:lnTo>
                    <a:pt x="55904" y="385781"/>
                  </a:lnTo>
                  <a:lnTo>
                    <a:pt x="55666" y="387878"/>
                  </a:lnTo>
                  <a:lnTo>
                    <a:pt x="55366" y="390516"/>
                  </a:lnTo>
                  <a:lnTo>
                    <a:pt x="55293" y="391150"/>
                  </a:lnTo>
                  <a:lnTo>
                    <a:pt x="62925" y="399696"/>
                  </a:lnTo>
                  <a:lnTo>
                    <a:pt x="65902" y="403029"/>
                  </a:lnTo>
                  <a:lnTo>
                    <a:pt x="68086" y="405475"/>
                  </a:lnTo>
                  <a:lnTo>
                    <a:pt x="70424" y="408092"/>
                  </a:lnTo>
                  <a:lnTo>
                    <a:pt x="70363" y="409818"/>
                  </a:lnTo>
                  <a:lnTo>
                    <a:pt x="70312" y="411269"/>
                  </a:lnTo>
                  <a:lnTo>
                    <a:pt x="68914" y="414770"/>
                  </a:lnTo>
                  <a:lnTo>
                    <a:pt x="66277" y="421375"/>
                  </a:lnTo>
                  <a:lnTo>
                    <a:pt x="67327" y="423983"/>
                  </a:lnTo>
                  <a:lnTo>
                    <a:pt x="63476" y="426524"/>
                  </a:lnTo>
                  <a:lnTo>
                    <a:pt x="63193" y="426680"/>
                  </a:lnTo>
                  <a:lnTo>
                    <a:pt x="62903" y="426982"/>
                  </a:lnTo>
                  <a:lnTo>
                    <a:pt x="62092" y="427891"/>
                  </a:lnTo>
                  <a:lnTo>
                    <a:pt x="61856" y="428141"/>
                  </a:lnTo>
                  <a:lnTo>
                    <a:pt x="61653" y="428289"/>
                  </a:lnTo>
                  <a:lnTo>
                    <a:pt x="61269" y="428647"/>
                  </a:lnTo>
                  <a:lnTo>
                    <a:pt x="60898" y="429189"/>
                  </a:lnTo>
                  <a:lnTo>
                    <a:pt x="59538" y="430983"/>
                  </a:lnTo>
                  <a:lnTo>
                    <a:pt x="60723" y="430686"/>
                  </a:lnTo>
                  <a:lnTo>
                    <a:pt x="61164" y="430763"/>
                  </a:lnTo>
                  <a:lnTo>
                    <a:pt x="61873" y="430888"/>
                  </a:lnTo>
                  <a:lnTo>
                    <a:pt x="62893" y="429358"/>
                  </a:lnTo>
                  <a:lnTo>
                    <a:pt x="64023" y="428539"/>
                  </a:lnTo>
                  <a:lnTo>
                    <a:pt x="64823" y="429454"/>
                  </a:lnTo>
                  <a:lnTo>
                    <a:pt x="64998" y="429699"/>
                  </a:lnTo>
                  <a:lnTo>
                    <a:pt x="65578" y="430355"/>
                  </a:lnTo>
                  <a:lnTo>
                    <a:pt x="66394" y="430634"/>
                  </a:lnTo>
                  <a:lnTo>
                    <a:pt x="67093" y="431066"/>
                  </a:lnTo>
                  <a:lnTo>
                    <a:pt x="67242" y="431158"/>
                  </a:lnTo>
                  <a:lnTo>
                    <a:pt x="67498" y="431318"/>
                  </a:lnTo>
                  <a:lnTo>
                    <a:pt x="68180" y="431722"/>
                  </a:lnTo>
                  <a:lnTo>
                    <a:pt x="68434" y="431892"/>
                  </a:lnTo>
                  <a:lnTo>
                    <a:pt x="68778" y="432125"/>
                  </a:lnTo>
                  <a:lnTo>
                    <a:pt x="69060" y="432379"/>
                  </a:lnTo>
                  <a:lnTo>
                    <a:pt x="69288" y="432620"/>
                  </a:lnTo>
                  <a:lnTo>
                    <a:pt x="69522" y="432929"/>
                  </a:lnTo>
                  <a:lnTo>
                    <a:pt x="69706" y="433177"/>
                  </a:lnTo>
                  <a:lnTo>
                    <a:pt x="70491" y="433329"/>
                  </a:lnTo>
                  <a:lnTo>
                    <a:pt x="70626" y="433615"/>
                  </a:lnTo>
                  <a:lnTo>
                    <a:pt x="71125" y="434672"/>
                  </a:lnTo>
                  <a:lnTo>
                    <a:pt x="70797" y="435073"/>
                  </a:lnTo>
                  <a:lnTo>
                    <a:pt x="71132" y="435403"/>
                  </a:lnTo>
                  <a:lnTo>
                    <a:pt x="71486" y="435750"/>
                  </a:lnTo>
                  <a:lnTo>
                    <a:pt x="71957" y="436212"/>
                  </a:lnTo>
                  <a:lnTo>
                    <a:pt x="72098" y="436351"/>
                  </a:lnTo>
                  <a:lnTo>
                    <a:pt x="72267" y="436517"/>
                  </a:lnTo>
                  <a:lnTo>
                    <a:pt x="72830" y="436512"/>
                  </a:lnTo>
                  <a:lnTo>
                    <a:pt x="72996" y="436496"/>
                  </a:lnTo>
                  <a:lnTo>
                    <a:pt x="73526" y="436484"/>
                  </a:lnTo>
                  <a:lnTo>
                    <a:pt x="73753" y="436470"/>
                  </a:lnTo>
                  <a:lnTo>
                    <a:pt x="73908" y="436461"/>
                  </a:lnTo>
                  <a:lnTo>
                    <a:pt x="74049" y="436458"/>
                  </a:lnTo>
                  <a:lnTo>
                    <a:pt x="74257" y="436477"/>
                  </a:lnTo>
                  <a:lnTo>
                    <a:pt x="74473" y="436498"/>
                  </a:lnTo>
                  <a:lnTo>
                    <a:pt x="75052" y="436458"/>
                  </a:lnTo>
                  <a:lnTo>
                    <a:pt x="75322" y="436461"/>
                  </a:lnTo>
                  <a:lnTo>
                    <a:pt x="75573" y="436423"/>
                  </a:lnTo>
                  <a:lnTo>
                    <a:pt x="76152" y="436346"/>
                  </a:lnTo>
                  <a:lnTo>
                    <a:pt x="76698" y="436266"/>
                  </a:lnTo>
                  <a:lnTo>
                    <a:pt x="77249" y="436189"/>
                  </a:lnTo>
                  <a:lnTo>
                    <a:pt x="77751" y="436111"/>
                  </a:lnTo>
                  <a:lnTo>
                    <a:pt x="78320" y="436048"/>
                  </a:lnTo>
                  <a:lnTo>
                    <a:pt x="78597" y="436015"/>
                  </a:lnTo>
                  <a:lnTo>
                    <a:pt x="78829" y="435987"/>
                  </a:lnTo>
                  <a:lnTo>
                    <a:pt x="79045" y="436013"/>
                  </a:lnTo>
                  <a:lnTo>
                    <a:pt x="79211" y="436027"/>
                  </a:lnTo>
                  <a:lnTo>
                    <a:pt x="79460" y="436048"/>
                  </a:lnTo>
                  <a:lnTo>
                    <a:pt x="79753" y="436067"/>
                  </a:lnTo>
                  <a:lnTo>
                    <a:pt x="79889" y="436043"/>
                  </a:lnTo>
                  <a:lnTo>
                    <a:pt x="80083" y="436074"/>
                  </a:lnTo>
                  <a:lnTo>
                    <a:pt x="80346" y="436125"/>
                  </a:lnTo>
                  <a:lnTo>
                    <a:pt x="80583" y="436149"/>
                  </a:lnTo>
                  <a:lnTo>
                    <a:pt x="80857" y="436177"/>
                  </a:lnTo>
                  <a:lnTo>
                    <a:pt x="81089" y="436135"/>
                  </a:lnTo>
                  <a:lnTo>
                    <a:pt x="81443" y="436074"/>
                  </a:lnTo>
                  <a:lnTo>
                    <a:pt x="81603" y="436043"/>
                  </a:lnTo>
                  <a:lnTo>
                    <a:pt x="81992" y="435971"/>
                  </a:lnTo>
                  <a:lnTo>
                    <a:pt x="82139" y="435940"/>
                  </a:lnTo>
                  <a:lnTo>
                    <a:pt x="82519" y="435886"/>
                  </a:lnTo>
                  <a:lnTo>
                    <a:pt x="82662" y="435865"/>
                  </a:lnTo>
                  <a:lnTo>
                    <a:pt x="83084" y="435809"/>
                  </a:lnTo>
                  <a:lnTo>
                    <a:pt x="83234" y="435785"/>
                  </a:lnTo>
                  <a:lnTo>
                    <a:pt x="83436" y="435757"/>
                  </a:lnTo>
                  <a:lnTo>
                    <a:pt x="83630" y="435725"/>
                  </a:lnTo>
                  <a:lnTo>
                    <a:pt x="83895" y="435682"/>
                  </a:lnTo>
                  <a:lnTo>
                    <a:pt x="84156" y="435642"/>
                  </a:lnTo>
                  <a:lnTo>
                    <a:pt x="84287" y="435621"/>
                  </a:lnTo>
                  <a:lnTo>
                    <a:pt x="84660" y="435565"/>
                  </a:lnTo>
                  <a:lnTo>
                    <a:pt x="84857" y="435537"/>
                  </a:lnTo>
                  <a:lnTo>
                    <a:pt x="85218" y="435481"/>
                  </a:lnTo>
                  <a:lnTo>
                    <a:pt x="85354" y="435457"/>
                  </a:lnTo>
                  <a:lnTo>
                    <a:pt x="85787" y="435392"/>
                  </a:lnTo>
                  <a:lnTo>
                    <a:pt x="86015" y="435361"/>
                  </a:lnTo>
                  <a:lnTo>
                    <a:pt x="86144" y="435345"/>
                  </a:lnTo>
                  <a:lnTo>
                    <a:pt x="86275" y="435326"/>
                  </a:lnTo>
                  <a:lnTo>
                    <a:pt x="86406" y="435319"/>
                  </a:lnTo>
                  <a:lnTo>
                    <a:pt x="86603" y="435310"/>
                  </a:lnTo>
                  <a:lnTo>
                    <a:pt x="86863" y="435295"/>
                  </a:lnTo>
                  <a:lnTo>
                    <a:pt x="87389" y="435272"/>
                  </a:lnTo>
                  <a:lnTo>
                    <a:pt x="87588" y="435270"/>
                  </a:lnTo>
                  <a:lnTo>
                    <a:pt x="87918" y="435270"/>
                  </a:lnTo>
                  <a:lnTo>
                    <a:pt x="88268" y="435272"/>
                  </a:lnTo>
                  <a:lnTo>
                    <a:pt x="88472" y="435272"/>
                  </a:lnTo>
                  <a:lnTo>
                    <a:pt x="88816" y="435781"/>
                  </a:lnTo>
                  <a:lnTo>
                    <a:pt x="89173" y="436236"/>
                  </a:lnTo>
                  <a:lnTo>
                    <a:pt x="89506" y="436660"/>
                  </a:lnTo>
                  <a:lnTo>
                    <a:pt x="89634" y="436825"/>
                  </a:lnTo>
                  <a:lnTo>
                    <a:pt x="89738" y="436958"/>
                  </a:lnTo>
                  <a:lnTo>
                    <a:pt x="89843" y="437094"/>
                  </a:lnTo>
                  <a:lnTo>
                    <a:pt x="90071" y="437096"/>
                  </a:lnTo>
                  <a:lnTo>
                    <a:pt x="90441" y="437098"/>
                  </a:lnTo>
                  <a:lnTo>
                    <a:pt x="90969" y="437054"/>
                  </a:lnTo>
                  <a:lnTo>
                    <a:pt x="91130" y="437040"/>
                  </a:lnTo>
                  <a:lnTo>
                    <a:pt x="91634" y="436557"/>
                  </a:lnTo>
                  <a:lnTo>
                    <a:pt x="91784" y="436411"/>
                  </a:lnTo>
                  <a:lnTo>
                    <a:pt x="92035" y="436168"/>
                  </a:lnTo>
                  <a:lnTo>
                    <a:pt x="92199" y="436011"/>
                  </a:lnTo>
                  <a:lnTo>
                    <a:pt x="92516" y="435708"/>
                  </a:lnTo>
                  <a:lnTo>
                    <a:pt x="92682" y="435549"/>
                  </a:lnTo>
                  <a:lnTo>
                    <a:pt x="92825" y="435413"/>
                  </a:lnTo>
                  <a:lnTo>
                    <a:pt x="93006" y="435242"/>
                  </a:lnTo>
                  <a:lnTo>
                    <a:pt x="93203" y="435052"/>
                  </a:lnTo>
                  <a:lnTo>
                    <a:pt x="93379" y="434881"/>
                  </a:lnTo>
                  <a:lnTo>
                    <a:pt x="93880" y="434489"/>
                  </a:lnTo>
                  <a:lnTo>
                    <a:pt x="94279" y="434447"/>
                  </a:lnTo>
                  <a:lnTo>
                    <a:pt x="94527" y="434407"/>
                  </a:lnTo>
                  <a:lnTo>
                    <a:pt x="94851" y="434432"/>
                  </a:lnTo>
                  <a:lnTo>
                    <a:pt x="94996" y="434519"/>
                  </a:lnTo>
                  <a:lnTo>
                    <a:pt x="95189" y="434632"/>
                  </a:lnTo>
                  <a:lnTo>
                    <a:pt x="95355" y="434730"/>
                  </a:lnTo>
                  <a:lnTo>
                    <a:pt x="95662" y="434911"/>
                  </a:lnTo>
                  <a:lnTo>
                    <a:pt x="95993" y="435108"/>
                  </a:lnTo>
                  <a:lnTo>
                    <a:pt x="96192" y="435084"/>
                  </a:lnTo>
                  <a:lnTo>
                    <a:pt x="96499" y="435047"/>
                  </a:lnTo>
                  <a:lnTo>
                    <a:pt x="96713" y="435019"/>
                  </a:lnTo>
                  <a:lnTo>
                    <a:pt x="96949" y="434990"/>
                  </a:lnTo>
                  <a:lnTo>
                    <a:pt x="97172" y="434965"/>
                  </a:lnTo>
                  <a:lnTo>
                    <a:pt x="97247" y="435136"/>
                  </a:lnTo>
                  <a:lnTo>
                    <a:pt x="97313" y="435293"/>
                  </a:lnTo>
                  <a:lnTo>
                    <a:pt x="97371" y="435426"/>
                  </a:lnTo>
                  <a:lnTo>
                    <a:pt x="97442" y="435586"/>
                  </a:lnTo>
                  <a:lnTo>
                    <a:pt x="97517" y="435757"/>
                  </a:lnTo>
                  <a:lnTo>
                    <a:pt x="97503" y="435938"/>
                  </a:lnTo>
                  <a:lnTo>
                    <a:pt x="97491" y="436149"/>
                  </a:lnTo>
                  <a:lnTo>
                    <a:pt x="97472" y="436458"/>
                  </a:lnTo>
                  <a:lnTo>
                    <a:pt x="97449" y="436828"/>
                  </a:lnTo>
                  <a:lnTo>
                    <a:pt x="97660" y="436838"/>
                  </a:lnTo>
                  <a:lnTo>
                    <a:pt x="97985" y="436852"/>
                  </a:lnTo>
                  <a:lnTo>
                    <a:pt x="98152" y="436878"/>
                  </a:lnTo>
                  <a:lnTo>
                    <a:pt x="98365" y="436896"/>
                  </a:lnTo>
                  <a:lnTo>
                    <a:pt x="98743" y="436927"/>
                  </a:lnTo>
                  <a:lnTo>
                    <a:pt x="99015" y="436948"/>
                  </a:lnTo>
                  <a:lnTo>
                    <a:pt x="99371" y="436981"/>
                  </a:lnTo>
                  <a:lnTo>
                    <a:pt x="99854" y="437044"/>
                  </a:lnTo>
                  <a:lnTo>
                    <a:pt x="99985" y="437117"/>
                  </a:lnTo>
                  <a:lnTo>
                    <a:pt x="100302" y="437295"/>
                  </a:lnTo>
                  <a:lnTo>
                    <a:pt x="100431" y="437293"/>
                  </a:lnTo>
                  <a:lnTo>
                    <a:pt x="100611" y="437290"/>
                  </a:lnTo>
                  <a:lnTo>
                    <a:pt x="100864" y="437288"/>
                  </a:lnTo>
                  <a:lnTo>
                    <a:pt x="101134" y="437339"/>
                  </a:lnTo>
                  <a:lnTo>
                    <a:pt x="101169" y="437492"/>
                  </a:lnTo>
                  <a:lnTo>
                    <a:pt x="101207" y="437649"/>
                  </a:lnTo>
                  <a:lnTo>
                    <a:pt x="101298" y="438036"/>
                  </a:lnTo>
                  <a:lnTo>
                    <a:pt x="101354" y="438263"/>
                  </a:lnTo>
                  <a:lnTo>
                    <a:pt x="101496" y="438451"/>
                  </a:lnTo>
                  <a:lnTo>
                    <a:pt x="101604" y="438594"/>
                  </a:lnTo>
                  <a:lnTo>
                    <a:pt x="101701" y="438969"/>
                  </a:lnTo>
                  <a:lnTo>
                    <a:pt x="101735" y="439126"/>
                  </a:lnTo>
                  <a:lnTo>
                    <a:pt x="101865" y="439201"/>
                  </a:lnTo>
                  <a:lnTo>
                    <a:pt x="101994" y="439206"/>
                  </a:lnTo>
                  <a:lnTo>
                    <a:pt x="102280" y="439281"/>
                  </a:lnTo>
                  <a:lnTo>
                    <a:pt x="102604" y="439365"/>
                  </a:lnTo>
                  <a:lnTo>
                    <a:pt x="102918" y="439452"/>
                  </a:lnTo>
                  <a:lnTo>
                    <a:pt x="103108" y="439508"/>
                  </a:lnTo>
                  <a:lnTo>
                    <a:pt x="103265" y="439454"/>
                  </a:lnTo>
                  <a:lnTo>
                    <a:pt x="103595" y="439344"/>
                  </a:lnTo>
                  <a:lnTo>
                    <a:pt x="103757" y="439297"/>
                  </a:lnTo>
                  <a:lnTo>
                    <a:pt x="104111" y="439192"/>
                  </a:lnTo>
                  <a:lnTo>
                    <a:pt x="104271" y="439145"/>
                  </a:lnTo>
                  <a:lnTo>
                    <a:pt x="104678" y="439023"/>
                  </a:lnTo>
                  <a:lnTo>
                    <a:pt x="104812" y="438988"/>
                  </a:lnTo>
                  <a:lnTo>
                    <a:pt x="105150" y="438896"/>
                  </a:lnTo>
                  <a:lnTo>
                    <a:pt x="105288" y="438859"/>
                  </a:lnTo>
                  <a:lnTo>
                    <a:pt x="105602" y="438802"/>
                  </a:lnTo>
                  <a:lnTo>
                    <a:pt x="105750" y="438793"/>
                  </a:lnTo>
                  <a:lnTo>
                    <a:pt x="106055" y="438744"/>
                  </a:lnTo>
                  <a:lnTo>
                    <a:pt x="106273" y="438706"/>
                  </a:lnTo>
                  <a:lnTo>
                    <a:pt x="106599" y="438655"/>
                  </a:lnTo>
                  <a:lnTo>
                    <a:pt x="106793" y="438624"/>
                  </a:lnTo>
                  <a:lnTo>
                    <a:pt x="106941" y="438584"/>
                  </a:lnTo>
                  <a:lnTo>
                    <a:pt x="107161" y="438528"/>
                  </a:lnTo>
                  <a:lnTo>
                    <a:pt x="107351" y="438479"/>
                  </a:lnTo>
                  <a:lnTo>
                    <a:pt x="107583" y="438432"/>
                  </a:lnTo>
                  <a:lnTo>
                    <a:pt x="107836" y="438383"/>
                  </a:lnTo>
                  <a:lnTo>
                    <a:pt x="108408" y="438256"/>
                  </a:lnTo>
                  <a:lnTo>
                    <a:pt x="108547" y="438209"/>
                  </a:lnTo>
                  <a:lnTo>
                    <a:pt x="109032" y="437994"/>
                  </a:lnTo>
                  <a:lnTo>
                    <a:pt x="109562" y="437745"/>
                  </a:lnTo>
                  <a:lnTo>
                    <a:pt x="110057" y="437515"/>
                  </a:lnTo>
                  <a:lnTo>
                    <a:pt x="110639" y="437243"/>
                  </a:lnTo>
                  <a:lnTo>
                    <a:pt x="111069" y="437042"/>
                  </a:lnTo>
                  <a:lnTo>
                    <a:pt x="111538" y="436824"/>
                  </a:lnTo>
                  <a:lnTo>
                    <a:pt x="112054" y="436585"/>
                  </a:lnTo>
                  <a:lnTo>
                    <a:pt x="112516" y="436369"/>
                  </a:lnTo>
                  <a:lnTo>
                    <a:pt x="113022" y="436135"/>
                  </a:lnTo>
                  <a:lnTo>
                    <a:pt x="113386" y="435966"/>
                  </a:lnTo>
                  <a:lnTo>
                    <a:pt x="113796" y="435774"/>
                  </a:lnTo>
                  <a:lnTo>
                    <a:pt x="114056" y="435652"/>
                  </a:lnTo>
                  <a:lnTo>
                    <a:pt x="114194" y="435588"/>
                  </a:lnTo>
                  <a:lnTo>
                    <a:pt x="114555" y="435405"/>
                  </a:lnTo>
                  <a:lnTo>
                    <a:pt x="114870" y="435274"/>
                  </a:lnTo>
                  <a:lnTo>
                    <a:pt x="115170" y="435152"/>
                  </a:lnTo>
                  <a:lnTo>
                    <a:pt x="115357" y="435051"/>
                  </a:lnTo>
                  <a:lnTo>
                    <a:pt x="115761" y="434822"/>
                  </a:lnTo>
                  <a:lnTo>
                    <a:pt x="116058" y="434648"/>
                  </a:lnTo>
                  <a:lnTo>
                    <a:pt x="116276" y="434526"/>
                  </a:lnTo>
                  <a:lnTo>
                    <a:pt x="116537" y="434386"/>
                  </a:lnTo>
                  <a:lnTo>
                    <a:pt x="116921" y="434273"/>
                  </a:lnTo>
                  <a:lnTo>
                    <a:pt x="117062" y="434233"/>
                  </a:lnTo>
                  <a:lnTo>
                    <a:pt x="117352" y="434151"/>
                  </a:lnTo>
                  <a:lnTo>
                    <a:pt x="117599" y="434079"/>
                  </a:lnTo>
                  <a:lnTo>
                    <a:pt x="117756" y="434025"/>
                  </a:lnTo>
                  <a:lnTo>
                    <a:pt x="118152" y="433959"/>
                  </a:lnTo>
                  <a:lnTo>
                    <a:pt x="118642" y="433849"/>
                  </a:lnTo>
                  <a:lnTo>
                    <a:pt x="118862" y="433809"/>
                  </a:lnTo>
                  <a:lnTo>
                    <a:pt x="119069" y="433781"/>
                  </a:lnTo>
                  <a:lnTo>
                    <a:pt x="119212" y="433762"/>
                  </a:lnTo>
                  <a:lnTo>
                    <a:pt x="119401" y="433727"/>
                  </a:lnTo>
                  <a:lnTo>
                    <a:pt x="119678" y="433952"/>
                  </a:lnTo>
                  <a:lnTo>
                    <a:pt x="120002" y="434215"/>
                  </a:lnTo>
                  <a:lnTo>
                    <a:pt x="120449" y="434573"/>
                  </a:lnTo>
                  <a:lnTo>
                    <a:pt x="120454" y="434773"/>
                  </a:lnTo>
                  <a:lnTo>
                    <a:pt x="120464" y="435134"/>
                  </a:lnTo>
                  <a:lnTo>
                    <a:pt x="120473" y="435471"/>
                  </a:lnTo>
                  <a:lnTo>
                    <a:pt x="120515" y="435701"/>
                  </a:lnTo>
                  <a:lnTo>
                    <a:pt x="120684" y="435809"/>
                  </a:lnTo>
                  <a:lnTo>
                    <a:pt x="120846" y="435910"/>
                  </a:lnTo>
                  <a:lnTo>
                    <a:pt x="121139" y="436095"/>
                  </a:lnTo>
                  <a:lnTo>
                    <a:pt x="121319" y="436212"/>
                  </a:lnTo>
                  <a:lnTo>
                    <a:pt x="121488" y="436320"/>
                  </a:lnTo>
                  <a:lnTo>
                    <a:pt x="121633" y="436242"/>
                  </a:lnTo>
                  <a:lnTo>
                    <a:pt x="121791" y="436158"/>
                  </a:lnTo>
                  <a:lnTo>
                    <a:pt x="122102" y="435992"/>
                  </a:lnTo>
                  <a:lnTo>
                    <a:pt x="122623" y="435731"/>
                  </a:lnTo>
                  <a:lnTo>
                    <a:pt x="122935" y="435560"/>
                  </a:lnTo>
                  <a:lnTo>
                    <a:pt x="123310" y="435356"/>
                  </a:lnTo>
                  <a:lnTo>
                    <a:pt x="123669" y="435159"/>
                  </a:lnTo>
                  <a:lnTo>
                    <a:pt x="123929" y="435021"/>
                  </a:lnTo>
                  <a:lnTo>
                    <a:pt x="123987" y="435155"/>
                  </a:lnTo>
                  <a:lnTo>
                    <a:pt x="124081" y="435356"/>
                  </a:lnTo>
                  <a:lnTo>
                    <a:pt x="124161" y="435495"/>
                  </a:lnTo>
                  <a:lnTo>
                    <a:pt x="124344" y="435893"/>
                  </a:lnTo>
                  <a:lnTo>
                    <a:pt x="124541" y="436318"/>
                  </a:lnTo>
                  <a:lnTo>
                    <a:pt x="124724" y="436709"/>
                  </a:lnTo>
                  <a:lnTo>
                    <a:pt x="124874" y="437033"/>
                  </a:lnTo>
                  <a:lnTo>
                    <a:pt x="124974" y="437176"/>
                  </a:lnTo>
                  <a:lnTo>
                    <a:pt x="125146" y="437387"/>
                  </a:lnTo>
                  <a:lnTo>
                    <a:pt x="125629" y="437977"/>
                  </a:lnTo>
                  <a:lnTo>
                    <a:pt x="125755" y="438144"/>
                  </a:lnTo>
                  <a:lnTo>
                    <a:pt x="126006" y="438477"/>
                  </a:lnTo>
                  <a:lnTo>
                    <a:pt x="126341" y="438885"/>
                  </a:lnTo>
                  <a:lnTo>
                    <a:pt x="126473" y="439047"/>
                  </a:lnTo>
                  <a:lnTo>
                    <a:pt x="126902" y="439417"/>
                  </a:lnTo>
                  <a:lnTo>
                    <a:pt x="127160" y="439616"/>
                  </a:lnTo>
                  <a:lnTo>
                    <a:pt x="127303" y="439724"/>
                  </a:lnTo>
                  <a:lnTo>
                    <a:pt x="127577" y="439933"/>
                  </a:lnTo>
                  <a:lnTo>
                    <a:pt x="128962" y="440845"/>
                  </a:lnTo>
                  <a:lnTo>
                    <a:pt x="129103" y="441165"/>
                  </a:lnTo>
                  <a:lnTo>
                    <a:pt x="129351" y="441746"/>
                  </a:lnTo>
                  <a:lnTo>
                    <a:pt x="129598" y="442312"/>
                  </a:lnTo>
                  <a:lnTo>
                    <a:pt x="129486" y="442775"/>
                  </a:lnTo>
                  <a:lnTo>
                    <a:pt x="129602" y="442981"/>
                  </a:lnTo>
                  <a:lnTo>
                    <a:pt x="129734" y="443217"/>
                  </a:lnTo>
                  <a:lnTo>
                    <a:pt x="130159" y="443977"/>
                  </a:lnTo>
                  <a:lnTo>
                    <a:pt x="130275" y="444186"/>
                  </a:lnTo>
                  <a:lnTo>
                    <a:pt x="130446" y="444484"/>
                  </a:lnTo>
                  <a:lnTo>
                    <a:pt x="130554" y="444672"/>
                  </a:lnTo>
                  <a:lnTo>
                    <a:pt x="131304" y="445975"/>
                  </a:lnTo>
                  <a:lnTo>
                    <a:pt x="131564" y="446002"/>
                  </a:lnTo>
                  <a:lnTo>
                    <a:pt x="131738" y="446019"/>
                  </a:lnTo>
                  <a:lnTo>
                    <a:pt x="131886" y="445949"/>
                  </a:lnTo>
                  <a:lnTo>
                    <a:pt x="132006" y="445738"/>
                  </a:lnTo>
                  <a:lnTo>
                    <a:pt x="132207" y="445381"/>
                  </a:lnTo>
                  <a:lnTo>
                    <a:pt x="132306" y="445077"/>
                  </a:lnTo>
                  <a:lnTo>
                    <a:pt x="132484" y="444685"/>
                  </a:lnTo>
                  <a:lnTo>
                    <a:pt x="132730" y="444601"/>
                  </a:lnTo>
                  <a:lnTo>
                    <a:pt x="132899" y="444556"/>
                  </a:lnTo>
                  <a:lnTo>
                    <a:pt x="133049" y="444502"/>
                  </a:lnTo>
                  <a:lnTo>
                    <a:pt x="133272" y="444434"/>
                  </a:lnTo>
                  <a:lnTo>
                    <a:pt x="133703" y="444214"/>
                  </a:lnTo>
                  <a:lnTo>
                    <a:pt x="134022" y="444026"/>
                  </a:lnTo>
                  <a:lnTo>
                    <a:pt x="134177" y="443897"/>
                  </a:lnTo>
                  <a:lnTo>
                    <a:pt x="134406" y="443578"/>
                  </a:lnTo>
                  <a:lnTo>
                    <a:pt x="134505" y="443442"/>
                  </a:lnTo>
                  <a:lnTo>
                    <a:pt x="134798" y="443388"/>
                  </a:lnTo>
                  <a:lnTo>
                    <a:pt x="135070" y="443339"/>
                  </a:lnTo>
                  <a:lnTo>
                    <a:pt x="135968" y="444035"/>
                  </a:lnTo>
                  <a:lnTo>
                    <a:pt x="137649" y="445339"/>
                  </a:lnTo>
                  <a:lnTo>
                    <a:pt x="137879" y="445531"/>
                  </a:lnTo>
                  <a:lnTo>
                    <a:pt x="138326" y="445482"/>
                  </a:lnTo>
                  <a:lnTo>
                    <a:pt x="138903" y="445416"/>
                  </a:lnTo>
                  <a:lnTo>
                    <a:pt x="139412" y="445358"/>
                  </a:lnTo>
                  <a:lnTo>
                    <a:pt x="139607" y="445339"/>
                  </a:lnTo>
                  <a:lnTo>
                    <a:pt x="140047" y="445292"/>
                  </a:lnTo>
                  <a:lnTo>
                    <a:pt x="140716" y="445222"/>
                  </a:lnTo>
                  <a:lnTo>
                    <a:pt x="140899" y="445178"/>
                  </a:lnTo>
                  <a:lnTo>
                    <a:pt x="141413" y="445112"/>
                  </a:lnTo>
                  <a:lnTo>
                    <a:pt x="142220" y="444694"/>
                  </a:lnTo>
                  <a:lnTo>
                    <a:pt x="143263" y="444150"/>
                  </a:lnTo>
                  <a:lnTo>
                    <a:pt x="144099" y="443719"/>
                  </a:lnTo>
                  <a:lnTo>
                    <a:pt x="144797" y="443360"/>
                  </a:lnTo>
                  <a:lnTo>
                    <a:pt x="144120" y="439958"/>
                  </a:lnTo>
                  <a:lnTo>
                    <a:pt x="144061" y="439694"/>
                  </a:lnTo>
                  <a:lnTo>
                    <a:pt x="144521" y="439586"/>
                  </a:lnTo>
                  <a:lnTo>
                    <a:pt x="145327" y="439394"/>
                  </a:lnTo>
                  <a:lnTo>
                    <a:pt x="145620" y="439328"/>
                  </a:lnTo>
                  <a:lnTo>
                    <a:pt x="146227" y="439180"/>
                  </a:lnTo>
                  <a:lnTo>
                    <a:pt x="146771" y="439049"/>
                  </a:lnTo>
                  <a:lnTo>
                    <a:pt x="147308" y="438920"/>
                  </a:lnTo>
                  <a:lnTo>
                    <a:pt x="147815" y="438803"/>
                  </a:lnTo>
                  <a:lnTo>
                    <a:pt x="148323" y="438683"/>
                  </a:lnTo>
                  <a:lnTo>
                    <a:pt x="148654" y="438596"/>
                  </a:lnTo>
                  <a:lnTo>
                    <a:pt x="149014" y="438500"/>
                  </a:lnTo>
                  <a:lnTo>
                    <a:pt x="149517" y="437533"/>
                  </a:lnTo>
                  <a:lnTo>
                    <a:pt x="150464" y="435598"/>
                  </a:lnTo>
                  <a:lnTo>
                    <a:pt x="150993" y="434401"/>
                  </a:lnTo>
                  <a:lnTo>
                    <a:pt x="153077" y="435512"/>
                  </a:lnTo>
                  <a:lnTo>
                    <a:pt x="153257" y="435495"/>
                  </a:lnTo>
                  <a:lnTo>
                    <a:pt x="155259" y="435312"/>
                  </a:lnTo>
                  <a:lnTo>
                    <a:pt x="155933" y="435565"/>
                  </a:lnTo>
                  <a:lnTo>
                    <a:pt x="156508" y="435762"/>
                  </a:lnTo>
                  <a:lnTo>
                    <a:pt x="157000" y="435933"/>
                  </a:lnTo>
                  <a:lnTo>
                    <a:pt x="157570" y="436130"/>
                  </a:lnTo>
                  <a:lnTo>
                    <a:pt x="158064" y="436299"/>
                  </a:lnTo>
                  <a:lnTo>
                    <a:pt x="158526" y="436460"/>
                  </a:lnTo>
                  <a:lnTo>
                    <a:pt x="158911" y="436592"/>
                  </a:lnTo>
                  <a:lnTo>
                    <a:pt x="159223" y="436700"/>
                  </a:lnTo>
                  <a:lnTo>
                    <a:pt x="159614" y="436836"/>
                  </a:lnTo>
                  <a:lnTo>
                    <a:pt x="159870" y="436922"/>
                  </a:lnTo>
                  <a:lnTo>
                    <a:pt x="160043" y="436983"/>
                  </a:lnTo>
                  <a:lnTo>
                    <a:pt x="159898" y="437133"/>
                  </a:lnTo>
                  <a:lnTo>
                    <a:pt x="159537" y="437513"/>
                  </a:lnTo>
                  <a:lnTo>
                    <a:pt x="159173" y="437891"/>
                  </a:lnTo>
                  <a:lnTo>
                    <a:pt x="158937" y="438141"/>
                  </a:lnTo>
                  <a:lnTo>
                    <a:pt x="158714" y="438376"/>
                  </a:lnTo>
                  <a:lnTo>
                    <a:pt x="158498" y="438610"/>
                  </a:lnTo>
                  <a:lnTo>
                    <a:pt x="158292" y="438833"/>
                  </a:lnTo>
                  <a:lnTo>
                    <a:pt x="157884" y="439278"/>
                  </a:lnTo>
                  <a:lnTo>
                    <a:pt x="157556" y="439632"/>
                  </a:lnTo>
                  <a:lnTo>
                    <a:pt x="157324" y="439886"/>
                  </a:lnTo>
                  <a:lnTo>
                    <a:pt x="156984" y="440256"/>
                  </a:lnTo>
                  <a:lnTo>
                    <a:pt x="157345" y="440594"/>
                  </a:lnTo>
                  <a:lnTo>
                    <a:pt x="157694" y="440924"/>
                  </a:lnTo>
                  <a:lnTo>
                    <a:pt x="158001" y="441213"/>
                  </a:lnTo>
                  <a:lnTo>
                    <a:pt x="158315" y="441508"/>
                  </a:lnTo>
                  <a:lnTo>
                    <a:pt x="158796" y="441958"/>
                  </a:lnTo>
                  <a:lnTo>
                    <a:pt x="158948" y="442099"/>
                  </a:lnTo>
                  <a:lnTo>
                    <a:pt x="159253" y="442387"/>
                  </a:lnTo>
                  <a:lnTo>
                    <a:pt x="159614" y="442725"/>
                  </a:lnTo>
                  <a:lnTo>
                    <a:pt x="160157" y="443267"/>
                  </a:lnTo>
                  <a:lnTo>
                    <a:pt x="160509" y="443698"/>
                  </a:lnTo>
                  <a:lnTo>
                    <a:pt x="160783" y="443969"/>
                  </a:lnTo>
                  <a:lnTo>
                    <a:pt x="161005" y="444188"/>
                  </a:lnTo>
                  <a:lnTo>
                    <a:pt x="161223" y="444402"/>
                  </a:lnTo>
                  <a:lnTo>
                    <a:pt x="161473" y="444663"/>
                  </a:lnTo>
                  <a:lnTo>
                    <a:pt x="161649" y="444522"/>
                  </a:lnTo>
                  <a:lnTo>
                    <a:pt x="161913" y="444438"/>
                  </a:lnTo>
                  <a:lnTo>
                    <a:pt x="162125" y="444345"/>
                  </a:lnTo>
                  <a:lnTo>
                    <a:pt x="162431" y="444532"/>
                  </a:lnTo>
                  <a:lnTo>
                    <a:pt x="162620" y="444743"/>
                  </a:lnTo>
                  <a:lnTo>
                    <a:pt x="162727" y="444882"/>
                  </a:lnTo>
                  <a:lnTo>
                    <a:pt x="162834" y="445035"/>
                  </a:lnTo>
                  <a:lnTo>
                    <a:pt x="162955" y="445215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14"/>
            <p:cNvSpPr/>
            <p:nvPr/>
          </p:nvSpPr>
          <p:spPr>
            <a:xfrm>
              <a:off x="1116210" y="5373208"/>
              <a:ext cx="497519" cy="503231"/>
            </a:xfrm>
            <a:custGeom>
              <a:avLst/>
              <a:pathLst>
                <a:path w="497519" h="503231">
                  <a:moveTo>
                    <a:pt x="445570" y="359788"/>
                  </a:moveTo>
                  <a:lnTo>
                    <a:pt x="450676" y="354959"/>
                  </a:lnTo>
                  <a:lnTo>
                    <a:pt x="452188" y="353529"/>
                  </a:lnTo>
                  <a:lnTo>
                    <a:pt x="461259" y="344950"/>
                  </a:lnTo>
                  <a:lnTo>
                    <a:pt x="471223" y="335525"/>
                  </a:lnTo>
                  <a:lnTo>
                    <a:pt x="477165" y="329906"/>
                  </a:lnTo>
                  <a:lnTo>
                    <a:pt x="482335" y="325016"/>
                  </a:lnTo>
                  <a:lnTo>
                    <a:pt x="487821" y="319827"/>
                  </a:lnTo>
                  <a:lnTo>
                    <a:pt x="497519" y="310657"/>
                  </a:lnTo>
                  <a:lnTo>
                    <a:pt x="496050" y="308835"/>
                  </a:lnTo>
                  <a:lnTo>
                    <a:pt x="492992" y="305045"/>
                  </a:lnTo>
                  <a:lnTo>
                    <a:pt x="487794" y="298599"/>
                  </a:lnTo>
                  <a:lnTo>
                    <a:pt x="482661" y="292234"/>
                  </a:lnTo>
                  <a:lnTo>
                    <a:pt x="477295" y="285579"/>
                  </a:lnTo>
                  <a:lnTo>
                    <a:pt x="474024" y="281523"/>
                  </a:lnTo>
                  <a:lnTo>
                    <a:pt x="472355" y="279424"/>
                  </a:lnTo>
                  <a:lnTo>
                    <a:pt x="466806" y="272448"/>
                  </a:lnTo>
                  <a:lnTo>
                    <a:pt x="463181" y="267891"/>
                  </a:lnTo>
                  <a:lnTo>
                    <a:pt x="462263" y="266634"/>
                  </a:lnTo>
                  <a:lnTo>
                    <a:pt x="460504" y="264227"/>
                  </a:lnTo>
                  <a:lnTo>
                    <a:pt x="460286" y="263930"/>
                  </a:lnTo>
                  <a:lnTo>
                    <a:pt x="460020" y="263882"/>
                  </a:lnTo>
                  <a:lnTo>
                    <a:pt x="459907" y="263363"/>
                  </a:lnTo>
                  <a:lnTo>
                    <a:pt x="459516" y="262982"/>
                  </a:lnTo>
                  <a:lnTo>
                    <a:pt x="459153" y="262631"/>
                  </a:lnTo>
                  <a:lnTo>
                    <a:pt x="458658" y="262111"/>
                  </a:lnTo>
                  <a:lnTo>
                    <a:pt x="458511" y="261951"/>
                  </a:lnTo>
                  <a:lnTo>
                    <a:pt x="458198" y="261749"/>
                  </a:lnTo>
                  <a:lnTo>
                    <a:pt x="457749" y="261418"/>
                  </a:lnTo>
                  <a:lnTo>
                    <a:pt x="457614" y="261323"/>
                  </a:lnTo>
                  <a:lnTo>
                    <a:pt x="457436" y="261148"/>
                  </a:lnTo>
                  <a:lnTo>
                    <a:pt x="457295" y="261019"/>
                  </a:lnTo>
                  <a:lnTo>
                    <a:pt x="457141" y="260903"/>
                  </a:lnTo>
                  <a:lnTo>
                    <a:pt x="456877" y="260762"/>
                  </a:lnTo>
                  <a:lnTo>
                    <a:pt x="456488" y="260554"/>
                  </a:lnTo>
                  <a:lnTo>
                    <a:pt x="456145" y="260298"/>
                  </a:lnTo>
                  <a:lnTo>
                    <a:pt x="455993" y="260155"/>
                  </a:lnTo>
                  <a:lnTo>
                    <a:pt x="455736" y="259909"/>
                  </a:lnTo>
                  <a:lnTo>
                    <a:pt x="454568" y="259952"/>
                  </a:lnTo>
                  <a:lnTo>
                    <a:pt x="454197" y="260101"/>
                  </a:lnTo>
                  <a:lnTo>
                    <a:pt x="453606" y="261457"/>
                  </a:lnTo>
                  <a:lnTo>
                    <a:pt x="452938" y="262123"/>
                  </a:lnTo>
                  <a:lnTo>
                    <a:pt x="452412" y="262347"/>
                  </a:lnTo>
                  <a:lnTo>
                    <a:pt x="452269" y="262367"/>
                  </a:lnTo>
                  <a:lnTo>
                    <a:pt x="451780" y="262601"/>
                  </a:lnTo>
                  <a:lnTo>
                    <a:pt x="451695" y="262299"/>
                  </a:lnTo>
                  <a:lnTo>
                    <a:pt x="451455" y="261754"/>
                  </a:lnTo>
                  <a:lnTo>
                    <a:pt x="451331" y="261611"/>
                  </a:lnTo>
                  <a:lnTo>
                    <a:pt x="451015" y="261215"/>
                  </a:lnTo>
                  <a:lnTo>
                    <a:pt x="450785" y="260784"/>
                  </a:lnTo>
                  <a:lnTo>
                    <a:pt x="450654" y="260511"/>
                  </a:lnTo>
                  <a:lnTo>
                    <a:pt x="450577" y="260352"/>
                  </a:lnTo>
                  <a:lnTo>
                    <a:pt x="450266" y="259916"/>
                  </a:lnTo>
                  <a:lnTo>
                    <a:pt x="450035" y="259562"/>
                  </a:lnTo>
                  <a:lnTo>
                    <a:pt x="449979" y="259428"/>
                  </a:lnTo>
                  <a:lnTo>
                    <a:pt x="449937" y="259250"/>
                  </a:lnTo>
                  <a:lnTo>
                    <a:pt x="449925" y="259120"/>
                  </a:lnTo>
                  <a:lnTo>
                    <a:pt x="449805" y="258718"/>
                  </a:lnTo>
                  <a:lnTo>
                    <a:pt x="449382" y="257972"/>
                  </a:lnTo>
                  <a:lnTo>
                    <a:pt x="449010" y="257501"/>
                  </a:lnTo>
                  <a:lnTo>
                    <a:pt x="448846" y="257261"/>
                  </a:lnTo>
                  <a:lnTo>
                    <a:pt x="448586" y="256818"/>
                  </a:lnTo>
                  <a:lnTo>
                    <a:pt x="448457" y="256558"/>
                  </a:lnTo>
                  <a:lnTo>
                    <a:pt x="447635" y="256032"/>
                  </a:lnTo>
                  <a:lnTo>
                    <a:pt x="447482" y="256011"/>
                  </a:lnTo>
                  <a:lnTo>
                    <a:pt x="447252" y="255985"/>
                  </a:lnTo>
                  <a:lnTo>
                    <a:pt x="446790" y="255931"/>
                  </a:lnTo>
                  <a:lnTo>
                    <a:pt x="446637" y="255923"/>
                  </a:lnTo>
                  <a:lnTo>
                    <a:pt x="446495" y="255898"/>
                  </a:lnTo>
                  <a:lnTo>
                    <a:pt x="445930" y="255926"/>
                  </a:lnTo>
                  <a:lnTo>
                    <a:pt x="445529" y="255843"/>
                  </a:lnTo>
                  <a:lnTo>
                    <a:pt x="445337" y="255818"/>
                  </a:lnTo>
                  <a:lnTo>
                    <a:pt x="445172" y="255819"/>
                  </a:lnTo>
                  <a:lnTo>
                    <a:pt x="444757" y="255800"/>
                  </a:lnTo>
                  <a:lnTo>
                    <a:pt x="444615" y="255798"/>
                  </a:lnTo>
                  <a:lnTo>
                    <a:pt x="444232" y="255767"/>
                  </a:lnTo>
                  <a:lnTo>
                    <a:pt x="444063" y="255754"/>
                  </a:lnTo>
                  <a:lnTo>
                    <a:pt x="443764" y="255732"/>
                  </a:lnTo>
                  <a:lnTo>
                    <a:pt x="443580" y="255707"/>
                  </a:lnTo>
                  <a:lnTo>
                    <a:pt x="443346" y="255665"/>
                  </a:lnTo>
                  <a:lnTo>
                    <a:pt x="442948" y="255609"/>
                  </a:lnTo>
                  <a:lnTo>
                    <a:pt x="442802" y="255592"/>
                  </a:lnTo>
                  <a:lnTo>
                    <a:pt x="442656" y="255568"/>
                  </a:lnTo>
                  <a:lnTo>
                    <a:pt x="442193" y="255474"/>
                  </a:lnTo>
                  <a:lnTo>
                    <a:pt x="441692" y="255211"/>
                  </a:lnTo>
                  <a:lnTo>
                    <a:pt x="441300" y="254993"/>
                  </a:lnTo>
                  <a:lnTo>
                    <a:pt x="440979" y="254817"/>
                  </a:lnTo>
                  <a:lnTo>
                    <a:pt x="440807" y="254723"/>
                  </a:lnTo>
                  <a:lnTo>
                    <a:pt x="440658" y="254666"/>
                  </a:lnTo>
                  <a:lnTo>
                    <a:pt x="440156" y="254419"/>
                  </a:lnTo>
                  <a:lnTo>
                    <a:pt x="439768" y="254181"/>
                  </a:lnTo>
                  <a:lnTo>
                    <a:pt x="439545" y="254047"/>
                  </a:lnTo>
                  <a:lnTo>
                    <a:pt x="439246" y="253902"/>
                  </a:lnTo>
                  <a:lnTo>
                    <a:pt x="438986" y="253786"/>
                  </a:lnTo>
                  <a:lnTo>
                    <a:pt x="438667" y="253624"/>
                  </a:lnTo>
                  <a:lnTo>
                    <a:pt x="438443" y="253512"/>
                  </a:lnTo>
                  <a:lnTo>
                    <a:pt x="438152" y="253368"/>
                  </a:lnTo>
                  <a:lnTo>
                    <a:pt x="437962" y="253008"/>
                  </a:lnTo>
                  <a:lnTo>
                    <a:pt x="438077" y="252872"/>
                  </a:lnTo>
                  <a:lnTo>
                    <a:pt x="438398" y="252463"/>
                  </a:lnTo>
                  <a:lnTo>
                    <a:pt x="438675" y="252119"/>
                  </a:lnTo>
                  <a:lnTo>
                    <a:pt x="439056" y="251655"/>
                  </a:lnTo>
                  <a:lnTo>
                    <a:pt x="439223" y="251374"/>
                  </a:lnTo>
                  <a:lnTo>
                    <a:pt x="439588" y="250802"/>
                  </a:lnTo>
                  <a:lnTo>
                    <a:pt x="439437" y="250791"/>
                  </a:lnTo>
                  <a:lnTo>
                    <a:pt x="439247" y="250822"/>
                  </a:lnTo>
                  <a:lnTo>
                    <a:pt x="438998" y="250821"/>
                  </a:lnTo>
                  <a:lnTo>
                    <a:pt x="438648" y="250724"/>
                  </a:lnTo>
                  <a:lnTo>
                    <a:pt x="438065" y="250522"/>
                  </a:lnTo>
                  <a:lnTo>
                    <a:pt x="437921" y="250468"/>
                  </a:lnTo>
                  <a:lnTo>
                    <a:pt x="437603" y="250335"/>
                  </a:lnTo>
                  <a:lnTo>
                    <a:pt x="437478" y="250145"/>
                  </a:lnTo>
                  <a:lnTo>
                    <a:pt x="437488" y="249166"/>
                  </a:lnTo>
                  <a:lnTo>
                    <a:pt x="437490" y="248922"/>
                  </a:lnTo>
                  <a:lnTo>
                    <a:pt x="437465" y="248481"/>
                  </a:lnTo>
                  <a:lnTo>
                    <a:pt x="437457" y="248327"/>
                  </a:lnTo>
                  <a:lnTo>
                    <a:pt x="437490" y="248005"/>
                  </a:lnTo>
                  <a:lnTo>
                    <a:pt x="437550" y="247482"/>
                  </a:lnTo>
                  <a:lnTo>
                    <a:pt x="437607" y="247074"/>
                  </a:lnTo>
                  <a:lnTo>
                    <a:pt x="437622" y="246848"/>
                  </a:lnTo>
                  <a:lnTo>
                    <a:pt x="437689" y="246501"/>
                  </a:lnTo>
                  <a:lnTo>
                    <a:pt x="437704" y="246245"/>
                  </a:lnTo>
                  <a:lnTo>
                    <a:pt x="437722" y="246065"/>
                  </a:lnTo>
                  <a:lnTo>
                    <a:pt x="437738" y="245937"/>
                  </a:lnTo>
                  <a:lnTo>
                    <a:pt x="437753" y="245805"/>
                  </a:lnTo>
                  <a:lnTo>
                    <a:pt x="437765" y="245567"/>
                  </a:lnTo>
                  <a:lnTo>
                    <a:pt x="437806" y="245082"/>
                  </a:lnTo>
                  <a:lnTo>
                    <a:pt x="437832" y="244826"/>
                  </a:lnTo>
                  <a:lnTo>
                    <a:pt x="437872" y="244332"/>
                  </a:lnTo>
                  <a:lnTo>
                    <a:pt x="437907" y="243703"/>
                  </a:lnTo>
                  <a:lnTo>
                    <a:pt x="437931" y="243431"/>
                  </a:lnTo>
                  <a:lnTo>
                    <a:pt x="437913" y="242476"/>
                  </a:lnTo>
                  <a:lnTo>
                    <a:pt x="437911" y="242127"/>
                  </a:lnTo>
                  <a:lnTo>
                    <a:pt x="437866" y="241980"/>
                  </a:lnTo>
                  <a:lnTo>
                    <a:pt x="437834" y="241840"/>
                  </a:lnTo>
                  <a:lnTo>
                    <a:pt x="437784" y="241397"/>
                  </a:lnTo>
                  <a:lnTo>
                    <a:pt x="437692" y="240920"/>
                  </a:lnTo>
                  <a:lnTo>
                    <a:pt x="437613" y="240318"/>
                  </a:lnTo>
                  <a:lnTo>
                    <a:pt x="437553" y="239860"/>
                  </a:lnTo>
                  <a:lnTo>
                    <a:pt x="437531" y="239695"/>
                  </a:lnTo>
                  <a:lnTo>
                    <a:pt x="437509" y="239522"/>
                  </a:lnTo>
                  <a:lnTo>
                    <a:pt x="437413" y="238798"/>
                  </a:lnTo>
                  <a:lnTo>
                    <a:pt x="437387" y="238408"/>
                  </a:lnTo>
                  <a:lnTo>
                    <a:pt x="437362" y="238142"/>
                  </a:lnTo>
                  <a:lnTo>
                    <a:pt x="437318" y="237666"/>
                  </a:lnTo>
                  <a:lnTo>
                    <a:pt x="437099" y="237238"/>
                  </a:lnTo>
                  <a:lnTo>
                    <a:pt x="436977" y="236951"/>
                  </a:lnTo>
                  <a:lnTo>
                    <a:pt x="436808" y="236579"/>
                  </a:lnTo>
                  <a:lnTo>
                    <a:pt x="436762" y="236352"/>
                  </a:lnTo>
                  <a:lnTo>
                    <a:pt x="436684" y="236085"/>
                  </a:lnTo>
                  <a:lnTo>
                    <a:pt x="435975" y="234224"/>
                  </a:lnTo>
                  <a:lnTo>
                    <a:pt x="435756" y="233700"/>
                  </a:lnTo>
                  <a:lnTo>
                    <a:pt x="435716" y="233561"/>
                  </a:lnTo>
                  <a:lnTo>
                    <a:pt x="435571" y="233232"/>
                  </a:lnTo>
                  <a:lnTo>
                    <a:pt x="435460" y="232973"/>
                  </a:lnTo>
                  <a:lnTo>
                    <a:pt x="435392" y="232798"/>
                  </a:lnTo>
                  <a:lnTo>
                    <a:pt x="435323" y="232642"/>
                  </a:lnTo>
                  <a:lnTo>
                    <a:pt x="435223" y="232513"/>
                  </a:lnTo>
                  <a:lnTo>
                    <a:pt x="435040" y="232207"/>
                  </a:lnTo>
                  <a:lnTo>
                    <a:pt x="435005" y="232044"/>
                  </a:lnTo>
                  <a:lnTo>
                    <a:pt x="434946" y="231807"/>
                  </a:lnTo>
                  <a:lnTo>
                    <a:pt x="434490" y="231352"/>
                  </a:lnTo>
                  <a:lnTo>
                    <a:pt x="433981" y="231104"/>
                  </a:lnTo>
                  <a:lnTo>
                    <a:pt x="433823" y="231020"/>
                  </a:lnTo>
                  <a:lnTo>
                    <a:pt x="433620" y="230913"/>
                  </a:lnTo>
                  <a:lnTo>
                    <a:pt x="433030" y="230542"/>
                  </a:lnTo>
                  <a:lnTo>
                    <a:pt x="432730" y="230231"/>
                  </a:lnTo>
                  <a:lnTo>
                    <a:pt x="432203" y="229816"/>
                  </a:lnTo>
                  <a:lnTo>
                    <a:pt x="431906" y="229606"/>
                  </a:lnTo>
                  <a:lnTo>
                    <a:pt x="431518" y="229335"/>
                  </a:lnTo>
                  <a:lnTo>
                    <a:pt x="431316" y="229259"/>
                  </a:lnTo>
                  <a:lnTo>
                    <a:pt x="431012" y="229136"/>
                  </a:lnTo>
                  <a:lnTo>
                    <a:pt x="430529" y="228905"/>
                  </a:lnTo>
                  <a:lnTo>
                    <a:pt x="430183" y="228796"/>
                  </a:lnTo>
                  <a:lnTo>
                    <a:pt x="429913" y="228579"/>
                  </a:lnTo>
                  <a:lnTo>
                    <a:pt x="429728" y="228444"/>
                  </a:lnTo>
                  <a:lnTo>
                    <a:pt x="429423" y="228215"/>
                  </a:lnTo>
                  <a:lnTo>
                    <a:pt x="428943" y="227843"/>
                  </a:lnTo>
                  <a:lnTo>
                    <a:pt x="428743" y="227666"/>
                  </a:lnTo>
                  <a:lnTo>
                    <a:pt x="428492" y="227423"/>
                  </a:lnTo>
                  <a:lnTo>
                    <a:pt x="428337" y="227262"/>
                  </a:lnTo>
                  <a:lnTo>
                    <a:pt x="428188" y="227126"/>
                  </a:lnTo>
                  <a:lnTo>
                    <a:pt x="427934" y="226886"/>
                  </a:lnTo>
                  <a:lnTo>
                    <a:pt x="427758" y="226720"/>
                  </a:lnTo>
                  <a:lnTo>
                    <a:pt x="427616" y="226595"/>
                  </a:lnTo>
                  <a:lnTo>
                    <a:pt x="427422" y="226387"/>
                  </a:lnTo>
                  <a:lnTo>
                    <a:pt x="427289" y="226293"/>
                  </a:lnTo>
                  <a:lnTo>
                    <a:pt x="427000" y="226037"/>
                  </a:lnTo>
                  <a:lnTo>
                    <a:pt x="426714" y="225756"/>
                  </a:lnTo>
                  <a:lnTo>
                    <a:pt x="426478" y="225545"/>
                  </a:lnTo>
                  <a:lnTo>
                    <a:pt x="426089" y="225290"/>
                  </a:lnTo>
                  <a:lnTo>
                    <a:pt x="425763" y="225094"/>
                  </a:lnTo>
                  <a:lnTo>
                    <a:pt x="425579" y="224993"/>
                  </a:lnTo>
                  <a:lnTo>
                    <a:pt x="425352" y="224869"/>
                  </a:lnTo>
                  <a:lnTo>
                    <a:pt x="424909" y="224637"/>
                  </a:lnTo>
                  <a:lnTo>
                    <a:pt x="424772" y="224560"/>
                  </a:lnTo>
                  <a:lnTo>
                    <a:pt x="424639" y="224463"/>
                  </a:lnTo>
                  <a:lnTo>
                    <a:pt x="424499" y="224347"/>
                  </a:lnTo>
                  <a:lnTo>
                    <a:pt x="424324" y="224203"/>
                  </a:lnTo>
                  <a:lnTo>
                    <a:pt x="424090" y="224019"/>
                  </a:lnTo>
                  <a:lnTo>
                    <a:pt x="421537" y="220961"/>
                  </a:lnTo>
                  <a:lnTo>
                    <a:pt x="421294" y="220415"/>
                  </a:lnTo>
                  <a:lnTo>
                    <a:pt x="421073" y="219974"/>
                  </a:lnTo>
                  <a:lnTo>
                    <a:pt x="420986" y="219839"/>
                  </a:lnTo>
                  <a:lnTo>
                    <a:pt x="420715" y="219595"/>
                  </a:lnTo>
                  <a:lnTo>
                    <a:pt x="420271" y="219223"/>
                  </a:lnTo>
                  <a:lnTo>
                    <a:pt x="419931" y="218828"/>
                  </a:lnTo>
                  <a:lnTo>
                    <a:pt x="419826" y="218676"/>
                  </a:lnTo>
                  <a:lnTo>
                    <a:pt x="419550" y="218353"/>
                  </a:lnTo>
                  <a:lnTo>
                    <a:pt x="419458" y="218225"/>
                  </a:lnTo>
                  <a:lnTo>
                    <a:pt x="419083" y="217773"/>
                  </a:lnTo>
                  <a:lnTo>
                    <a:pt x="418969" y="217632"/>
                  </a:lnTo>
                  <a:lnTo>
                    <a:pt x="418912" y="217483"/>
                  </a:lnTo>
                  <a:lnTo>
                    <a:pt x="418881" y="217247"/>
                  </a:lnTo>
                  <a:lnTo>
                    <a:pt x="418840" y="217091"/>
                  </a:lnTo>
                  <a:lnTo>
                    <a:pt x="418789" y="216839"/>
                  </a:lnTo>
                  <a:lnTo>
                    <a:pt x="418693" y="216399"/>
                  </a:lnTo>
                  <a:lnTo>
                    <a:pt x="418544" y="215834"/>
                  </a:lnTo>
                  <a:lnTo>
                    <a:pt x="418327" y="214905"/>
                  </a:lnTo>
                  <a:lnTo>
                    <a:pt x="418292" y="214580"/>
                  </a:lnTo>
                  <a:lnTo>
                    <a:pt x="418251" y="214395"/>
                  </a:lnTo>
                  <a:lnTo>
                    <a:pt x="418184" y="214112"/>
                  </a:lnTo>
                  <a:lnTo>
                    <a:pt x="418145" y="213953"/>
                  </a:lnTo>
                  <a:lnTo>
                    <a:pt x="418113" y="213707"/>
                  </a:lnTo>
                  <a:lnTo>
                    <a:pt x="418052" y="213468"/>
                  </a:lnTo>
                  <a:lnTo>
                    <a:pt x="418008" y="213258"/>
                  </a:lnTo>
                  <a:lnTo>
                    <a:pt x="417754" y="212427"/>
                  </a:lnTo>
                  <a:lnTo>
                    <a:pt x="417604" y="211865"/>
                  </a:lnTo>
                  <a:lnTo>
                    <a:pt x="417540" y="211604"/>
                  </a:lnTo>
                  <a:lnTo>
                    <a:pt x="417414" y="211094"/>
                  </a:lnTo>
                  <a:lnTo>
                    <a:pt x="417373" y="210924"/>
                  </a:lnTo>
                  <a:lnTo>
                    <a:pt x="417330" y="210757"/>
                  </a:lnTo>
                  <a:lnTo>
                    <a:pt x="417294" y="210605"/>
                  </a:lnTo>
                  <a:lnTo>
                    <a:pt x="417243" y="210398"/>
                  </a:lnTo>
                  <a:lnTo>
                    <a:pt x="417194" y="210210"/>
                  </a:lnTo>
                  <a:lnTo>
                    <a:pt x="417114" y="209875"/>
                  </a:lnTo>
                  <a:lnTo>
                    <a:pt x="417058" y="209691"/>
                  </a:lnTo>
                  <a:lnTo>
                    <a:pt x="417003" y="209437"/>
                  </a:lnTo>
                  <a:lnTo>
                    <a:pt x="416938" y="209161"/>
                  </a:lnTo>
                  <a:lnTo>
                    <a:pt x="416892" y="208987"/>
                  </a:lnTo>
                  <a:lnTo>
                    <a:pt x="416847" y="208788"/>
                  </a:lnTo>
                  <a:lnTo>
                    <a:pt x="416787" y="208166"/>
                  </a:lnTo>
                  <a:lnTo>
                    <a:pt x="416741" y="207880"/>
                  </a:lnTo>
                  <a:lnTo>
                    <a:pt x="416719" y="207735"/>
                  </a:lnTo>
                  <a:lnTo>
                    <a:pt x="416707" y="207558"/>
                  </a:lnTo>
                  <a:lnTo>
                    <a:pt x="416648" y="207029"/>
                  </a:lnTo>
                  <a:lnTo>
                    <a:pt x="416635" y="206892"/>
                  </a:lnTo>
                  <a:lnTo>
                    <a:pt x="416619" y="206631"/>
                  </a:lnTo>
                  <a:lnTo>
                    <a:pt x="416600" y="206364"/>
                  </a:lnTo>
                  <a:lnTo>
                    <a:pt x="416550" y="206031"/>
                  </a:lnTo>
                  <a:lnTo>
                    <a:pt x="416537" y="205868"/>
                  </a:lnTo>
                  <a:lnTo>
                    <a:pt x="415690" y="203636"/>
                  </a:lnTo>
                  <a:lnTo>
                    <a:pt x="415642" y="203446"/>
                  </a:lnTo>
                  <a:lnTo>
                    <a:pt x="415698" y="203084"/>
                  </a:lnTo>
                  <a:lnTo>
                    <a:pt x="415671" y="202755"/>
                  </a:lnTo>
                  <a:lnTo>
                    <a:pt x="415616" y="202628"/>
                  </a:lnTo>
                  <a:lnTo>
                    <a:pt x="415543" y="202478"/>
                  </a:lnTo>
                  <a:lnTo>
                    <a:pt x="415479" y="202342"/>
                  </a:lnTo>
                  <a:lnTo>
                    <a:pt x="415404" y="202177"/>
                  </a:lnTo>
                  <a:lnTo>
                    <a:pt x="415258" y="201877"/>
                  </a:lnTo>
                  <a:lnTo>
                    <a:pt x="415036" y="201367"/>
                  </a:lnTo>
                  <a:lnTo>
                    <a:pt x="414668" y="201396"/>
                  </a:lnTo>
                  <a:lnTo>
                    <a:pt x="414527" y="201412"/>
                  </a:lnTo>
                  <a:lnTo>
                    <a:pt x="414217" y="201458"/>
                  </a:lnTo>
                  <a:lnTo>
                    <a:pt x="413917" y="201486"/>
                  </a:lnTo>
                  <a:lnTo>
                    <a:pt x="413729" y="201527"/>
                  </a:lnTo>
                  <a:lnTo>
                    <a:pt x="413357" y="201618"/>
                  </a:lnTo>
                  <a:lnTo>
                    <a:pt x="413019" y="201717"/>
                  </a:lnTo>
                  <a:lnTo>
                    <a:pt x="412813" y="201763"/>
                  </a:lnTo>
                  <a:lnTo>
                    <a:pt x="412664" y="201793"/>
                  </a:lnTo>
                  <a:lnTo>
                    <a:pt x="412521" y="201823"/>
                  </a:lnTo>
                  <a:lnTo>
                    <a:pt x="412392" y="201848"/>
                  </a:lnTo>
                  <a:lnTo>
                    <a:pt x="412197" y="201886"/>
                  </a:lnTo>
                  <a:lnTo>
                    <a:pt x="411410" y="202043"/>
                  </a:lnTo>
                  <a:lnTo>
                    <a:pt x="411229" y="202068"/>
                  </a:lnTo>
                  <a:lnTo>
                    <a:pt x="411071" y="202093"/>
                  </a:lnTo>
                  <a:lnTo>
                    <a:pt x="410843" y="202099"/>
                  </a:lnTo>
                  <a:lnTo>
                    <a:pt x="410686" y="202101"/>
                  </a:lnTo>
                  <a:lnTo>
                    <a:pt x="410520" y="202103"/>
                  </a:lnTo>
                  <a:lnTo>
                    <a:pt x="410246" y="202080"/>
                  </a:lnTo>
                  <a:lnTo>
                    <a:pt x="409867" y="202045"/>
                  </a:lnTo>
                  <a:lnTo>
                    <a:pt x="409577" y="202092"/>
                  </a:lnTo>
                  <a:lnTo>
                    <a:pt x="409292" y="202135"/>
                  </a:lnTo>
                  <a:lnTo>
                    <a:pt x="409078" y="202190"/>
                  </a:lnTo>
                  <a:lnTo>
                    <a:pt x="408916" y="202264"/>
                  </a:lnTo>
                  <a:lnTo>
                    <a:pt x="408162" y="202399"/>
                  </a:lnTo>
                  <a:lnTo>
                    <a:pt x="408003" y="202435"/>
                  </a:lnTo>
                  <a:lnTo>
                    <a:pt x="407814" y="202475"/>
                  </a:lnTo>
                  <a:lnTo>
                    <a:pt x="407632" y="202511"/>
                  </a:lnTo>
                  <a:lnTo>
                    <a:pt x="407449" y="202551"/>
                  </a:lnTo>
                  <a:lnTo>
                    <a:pt x="407295" y="202534"/>
                  </a:lnTo>
                  <a:lnTo>
                    <a:pt x="407133" y="202517"/>
                  </a:lnTo>
                  <a:lnTo>
                    <a:pt x="406993" y="202503"/>
                  </a:lnTo>
                  <a:lnTo>
                    <a:pt x="406802" y="202485"/>
                  </a:lnTo>
                  <a:lnTo>
                    <a:pt x="406617" y="202463"/>
                  </a:lnTo>
                  <a:lnTo>
                    <a:pt x="406467" y="202448"/>
                  </a:lnTo>
                  <a:lnTo>
                    <a:pt x="406244" y="202425"/>
                  </a:lnTo>
                  <a:lnTo>
                    <a:pt x="406074" y="202408"/>
                  </a:lnTo>
                  <a:lnTo>
                    <a:pt x="405945" y="202384"/>
                  </a:lnTo>
                  <a:lnTo>
                    <a:pt x="405558" y="202349"/>
                  </a:lnTo>
                  <a:lnTo>
                    <a:pt x="405092" y="202328"/>
                  </a:lnTo>
                  <a:lnTo>
                    <a:pt x="404673" y="202299"/>
                  </a:lnTo>
                  <a:lnTo>
                    <a:pt x="404515" y="202288"/>
                  </a:lnTo>
                  <a:lnTo>
                    <a:pt x="404377" y="202279"/>
                  </a:lnTo>
                  <a:lnTo>
                    <a:pt x="404084" y="202256"/>
                  </a:lnTo>
                  <a:lnTo>
                    <a:pt x="403867" y="202243"/>
                  </a:lnTo>
                  <a:lnTo>
                    <a:pt x="403313" y="202210"/>
                  </a:lnTo>
                  <a:lnTo>
                    <a:pt x="403182" y="202210"/>
                  </a:lnTo>
                  <a:lnTo>
                    <a:pt x="403046" y="202212"/>
                  </a:lnTo>
                  <a:lnTo>
                    <a:pt x="402595" y="202192"/>
                  </a:lnTo>
                  <a:lnTo>
                    <a:pt x="402272" y="202190"/>
                  </a:lnTo>
                  <a:lnTo>
                    <a:pt x="401759" y="202116"/>
                  </a:lnTo>
                  <a:lnTo>
                    <a:pt x="401555" y="202096"/>
                  </a:lnTo>
                  <a:lnTo>
                    <a:pt x="401275" y="202065"/>
                  </a:lnTo>
                  <a:lnTo>
                    <a:pt x="401046" y="202036"/>
                  </a:lnTo>
                  <a:lnTo>
                    <a:pt x="400722" y="201990"/>
                  </a:lnTo>
                  <a:lnTo>
                    <a:pt x="400584" y="201967"/>
                  </a:lnTo>
                  <a:lnTo>
                    <a:pt x="400417" y="201940"/>
                  </a:lnTo>
                  <a:lnTo>
                    <a:pt x="399877" y="201852"/>
                  </a:lnTo>
                  <a:lnTo>
                    <a:pt x="399689" y="201824"/>
                  </a:lnTo>
                  <a:lnTo>
                    <a:pt x="399536" y="201801"/>
                  </a:lnTo>
                  <a:lnTo>
                    <a:pt x="399353" y="201773"/>
                  </a:lnTo>
                  <a:lnTo>
                    <a:pt x="399221" y="201754"/>
                  </a:lnTo>
                  <a:lnTo>
                    <a:pt x="399073" y="201739"/>
                  </a:lnTo>
                  <a:lnTo>
                    <a:pt x="398879" y="201714"/>
                  </a:lnTo>
                  <a:lnTo>
                    <a:pt x="398694" y="201706"/>
                  </a:lnTo>
                  <a:lnTo>
                    <a:pt x="398556" y="201689"/>
                  </a:lnTo>
                  <a:lnTo>
                    <a:pt x="398390" y="201674"/>
                  </a:lnTo>
                  <a:lnTo>
                    <a:pt x="398162" y="201655"/>
                  </a:lnTo>
                  <a:lnTo>
                    <a:pt x="397985" y="201606"/>
                  </a:lnTo>
                  <a:lnTo>
                    <a:pt x="397793" y="201547"/>
                  </a:lnTo>
                  <a:lnTo>
                    <a:pt x="397659" y="201510"/>
                  </a:lnTo>
                  <a:lnTo>
                    <a:pt x="397492" y="201465"/>
                  </a:lnTo>
                  <a:lnTo>
                    <a:pt x="397287" y="201406"/>
                  </a:lnTo>
                  <a:lnTo>
                    <a:pt x="397142" y="201389"/>
                  </a:lnTo>
                  <a:lnTo>
                    <a:pt x="396977" y="201366"/>
                  </a:lnTo>
                  <a:lnTo>
                    <a:pt x="396753" y="201336"/>
                  </a:lnTo>
                  <a:lnTo>
                    <a:pt x="396625" y="201307"/>
                  </a:lnTo>
                  <a:lnTo>
                    <a:pt x="396431" y="201278"/>
                  </a:lnTo>
                  <a:lnTo>
                    <a:pt x="396301" y="201262"/>
                  </a:lnTo>
                  <a:lnTo>
                    <a:pt x="396083" y="201223"/>
                  </a:lnTo>
                  <a:lnTo>
                    <a:pt x="395722" y="201164"/>
                  </a:lnTo>
                  <a:lnTo>
                    <a:pt x="395466" y="201119"/>
                  </a:lnTo>
                  <a:lnTo>
                    <a:pt x="395279" y="201084"/>
                  </a:lnTo>
                  <a:lnTo>
                    <a:pt x="394899" y="201016"/>
                  </a:lnTo>
                  <a:lnTo>
                    <a:pt x="394563" y="200957"/>
                  </a:lnTo>
                  <a:lnTo>
                    <a:pt x="394144" y="200882"/>
                  </a:lnTo>
                  <a:lnTo>
                    <a:pt x="393319" y="200732"/>
                  </a:lnTo>
                  <a:lnTo>
                    <a:pt x="393236" y="201158"/>
                  </a:lnTo>
                  <a:lnTo>
                    <a:pt x="393185" y="201411"/>
                  </a:lnTo>
                  <a:lnTo>
                    <a:pt x="393151" y="201591"/>
                  </a:lnTo>
                  <a:lnTo>
                    <a:pt x="393104" y="201832"/>
                  </a:lnTo>
                  <a:lnTo>
                    <a:pt x="393069" y="202018"/>
                  </a:lnTo>
                  <a:lnTo>
                    <a:pt x="392989" y="202437"/>
                  </a:lnTo>
                  <a:lnTo>
                    <a:pt x="392953" y="202615"/>
                  </a:lnTo>
                  <a:lnTo>
                    <a:pt x="392891" y="202932"/>
                  </a:lnTo>
                  <a:lnTo>
                    <a:pt x="392815" y="203327"/>
                  </a:lnTo>
                  <a:lnTo>
                    <a:pt x="392390" y="203769"/>
                  </a:lnTo>
                  <a:lnTo>
                    <a:pt x="392230" y="203970"/>
                  </a:lnTo>
                  <a:lnTo>
                    <a:pt x="391999" y="204231"/>
                  </a:lnTo>
                  <a:lnTo>
                    <a:pt x="391849" y="204449"/>
                  </a:lnTo>
                  <a:lnTo>
                    <a:pt x="391664" y="204714"/>
                  </a:lnTo>
                  <a:lnTo>
                    <a:pt x="391271" y="205328"/>
                  </a:lnTo>
                  <a:lnTo>
                    <a:pt x="390823" y="205627"/>
                  </a:lnTo>
                  <a:lnTo>
                    <a:pt x="382655" y="210137"/>
                  </a:lnTo>
                  <a:lnTo>
                    <a:pt x="381502" y="211541"/>
                  </a:lnTo>
                  <a:lnTo>
                    <a:pt x="382340" y="213029"/>
                  </a:lnTo>
                  <a:lnTo>
                    <a:pt x="383891" y="214378"/>
                  </a:lnTo>
                  <a:lnTo>
                    <a:pt x="384825" y="214970"/>
                  </a:lnTo>
                  <a:lnTo>
                    <a:pt x="385648" y="215406"/>
                  </a:lnTo>
                  <a:lnTo>
                    <a:pt x="385836" y="215570"/>
                  </a:lnTo>
                  <a:lnTo>
                    <a:pt x="386548" y="216192"/>
                  </a:lnTo>
                  <a:lnTo>
                    <a:pt x="388793" y="218758"/>
                  </a:lnTo>
                  <a:lnTo>
                    <a:pt x="390755" y="219927"/>
                  </a:lnTo>
                  <a:lnTo>
                    <a:pt x="390871" y="220102"/>
                  </a:lnTo>
                  <a:lnTo>
                    <a:pt x="391021" y="220381"/>
                  </a:lnTo>
                  <a:lnTo>
                    <a:pt x="390768" y="220719"/>
                  </a:lnTo>
                  <a:lnTo>
                    <a:pt x="390625" y="220828"/>
                  </a:lnTo>
                  <a:lnTo>
                    <a:pt x="390252" y="221052"/>
                  </a:lnTo>
                  <a:lnTo>
                    <a:pt x="390036" y="221154"/>
                  </a:lnTo>
                  <a:lnTo>
                    <a:pt x="389164" y="221922"/>
                  </a:lnTo>
                  <a:lnTo>
                    <a:pt x="389052" y="222113"/>
                  </a:lnTo>
                  <a:lnTo>
                    <a:pt x="388648" y="222720"/>
                  </a:lnTo>
                  <a:lnTo>
                    <a:pt x="388219" y="224353"/>
                  </a:lnTo>
                  <a:lnTo>
                    <a:pt x="388139" y="224690"/>
                  </a:lnTo>
                  <a:lnTo>
                    <a:pt x="387854" y="225327"/>
                  </a:lnTo>
                  <a:lnTo>
                    <a:pt x="387674" y="225601"/>
                  </a:lnTo>
                  <a:lnTo>
                    <a:pt x="387496" y="225777"/>
                  </a:lnTo>
                  <a:lnTo>
                    <a:pt x="387205" y="226041"/>
                  </a:lnTo>
                  <a:lnTo>
                    <a:pt x="387000" y="226193"/>
                  </a:lnTo>
                  <a:lnTo>
                    <a:pt x="386825" y="226371"/>
                  </a:lnTo>
                  <a:lnTo>
                    <a:pt x="386530" y="226675"/>
                  </a:lnTo>
                  <a:lnTo>
                    <a:pt x="386357" y="226856"/>
                  </a:lnTo>
                  <a:lnTo>
                    <a:pt x="386193" y="227023"/>
                  </a:lnTo>
                  <a:lnTo>
                    <a:pt x="385942" y="227282"/>
                  </a:lnTo>
                  <a:lnTo>
                    <a:pt x="385858" y="227455"/>
                  </a:lnTo>
                  <a:lnTo>
                    <a:pt x="385816" y="227583"/>
                  </a:lnTo>
                  <a:lnTo>
                    <a:pt x="385525" y="228015"/>
                  </a:lnTo>
                  <a:lnTo>
                    <a:pt x="385275" y="228331"/>
                  </a:lnTo>
                  <a:lnTo>
                    <a:pt x="385055" y="228626"/>
                  </a:lnTo>
                  <a:lnTo>
                    <a:pt x="384949" y="228828"/>
                  </a:lnTo>
                  <a:lnTo>
                    <a:pt x="384623" y="229282"/>
                  </a:lnTo>
                  <a:lnTo>
                    <a:pt x="384431" y="229577"/>
                  </a:lnTo>
                  <a:lnTo>
                    <a:pt x="384229" y="229814"/>
                  </a:lnTo>
                  <a:lnTo>
                    <a:pt x="383891" y="230421"/>
                  </a:lnTo>
                  <a:lnTo>
                    <a:pt x="383708" y="230720"/>
                  </a:lnTo>
                  <a:lnTo>
                    <a:pt x="383773" y="231545"/>
                  </a:lnTo>
                  <a:lnTo>
                    <a:pt x="384011" y="231817"/>
                  </a:lnTo>
                  <a:lnTo>
                    <a:pt x="384718" y="232393"/>
                  </a:lnTo>
                  <a:lnTo>
                    <a:pt x="384428" y="232664"/>
                  </a:lnTo>
                  <a:lnTo>
                    <a:pt x="384290" y="232793"/>
                  </a:lnTo>
                  <a:lnTo>
                    <a:pt x="384153" y="232949"/>
                  </a:lnTo>
                  <a:lnTo>
                    <a:pt x="384157" y="233414"/>
                  </a:lnTo>
                  <a:lnTo>
                    <a:pt x="384165" y="233722"/>
                  </a:lnTo>
                  <a:lnTo>
                    <a:pt x="384168" y="233911"/>
                  </a:lnTo>
                  <a:lnTo>
                    <a:pt x="384172" y="234068"/>
                  </a:lnTo>
                  <a:lnTo>
                    <a:pt x="384157" y="234602"/>
                  </a:lnTo>
                  <a:lnTo>
                    <a:pt x="384151" y="234741"/>
                  </a:lnTo>
                  <a:lnTo>
                    <a:pt x="384103" y="234966"/>
                  </a:lnTo>
                  <a:lnTo>
                    <a:pt x="384015" y="235142"/>
                  </a:lnTo>
                  <a:lnTo>
                    <a:pt x="383979" y="235581"/>
                  </a:lnTo>
                  <a:lnTo>
                    <a:pt x="383966" y="235837"/>
                  </a:lnTo>
                  <a:lnTo>
                    <a:pt x="383764" y="236271"/>
                  </a:lnTo>
                  <a:lnTo>
                    <a:pt x="383688" y="236591"/>
                  </a:lnTo>
                  <a:lnTo>
                    <a:pt x="383588" y="236989"/>
                  </a:lnTo>
                  <a:lnTo>
                    <a:pt x="383526" y="237279"/>
                  </a:lnTo>
                  <a:lnTo>
                    <a:pt x="383397" y="237760"/>
                  </a:lnTo>
                  <a:lnTo>
                    <a:pt x="382819" y="238003"/>
                  </a:lnTo>
                  <a:lnTo>
                    <a:pt x="382059" y="238402"/>
                  </a:lnTo>
                  <a:lnTo>
                    <a:pt x="381707" y="238486"/>
                  </a:lnTo>
                  <a:lnTo>
                    <a:pt x="381399" y="238608"/>
                  </a:lnTo>
                  <a:lnTo>
                    <a:pt x="380870" y="238861"/>
                  </a:lnTo>
                  <a:lnTo>
                    <a:pt x="380557" y="239056"/>
                  </a:lnTo>
                  <a:lnTo>
                    <a:pt x="380354" y="239245"/>
                  </a:lnTo>
                  <a:lnTo>
                    <a:pt x="380205" y="239336"/>
                  </a:lnTo>
                  <a:lnTo>
                    <a:pt x="380165" y="239495"/>
                  </a:lnTo>
                  <a:lnTo>
                    <a:pt x="379947" y="239565"/>
                  </a:lnTo>
                  <a:lnTo>
                    <a:pt x="379623" y="239616"/>
                  </a:lnTo>
                  <a:lnTo>
                    <a:pt x="378901" y="239809"/>
                  </a:lnTo>
                  <a:lnTo>
                    <a:pt x="378512" y="239912"/>
                  </a:lnTo>
                  <a:lnTo>
                    <a:pt x="377721" y="240319"/>
                  </a:lnTo>
                  <a:lnTo>
                    <a:pt x="377325" y="240371"/>
                  </a:lnTo>
                  <a:lnTo>
                    <a:pt x="377029" y="239928"/>
                  </a:lnTo>
                  <a:lnTo>
                    <a:pt x="376754" y="239519"/>
                  </a:lnTo>
                  <a:lnTo>
                    <a:pt x="376608" y="239290"/>
                  </a:lnTo>
                  <a:lnTo>
                    <a:pt x="376493" y="239120"/>
                  </a:lnTo>
                  <a:lnTo>
                    <a:pt x="376320" y="238856"/>
                  </a:lnTo>
                  <a:lnTo>
                    <a:pt x="375970" y="238321"/>
                  </a:lnTo>
                  <a:lnTo>
                    <a:pt x="375792" y="238012"/>
                  </a:lnTo>
                  <a:lnTo>
                    <a:pt x="375691" y="237770"/>
                  </a:lnTo>
                  <a:lnTo>
                    <a:pt x="375517" y="237419"/>
                  </a:lnTo>
                  <a:lnTo>
                    <a:pt x="375381" y="237009"/>
                  </a:lnTo>
                  <a:lnTo>
                    <a:pt x="375311" y="236855"/>
                  </a:lnTo>
                  <a:lnTo>
                    <a:pt x="375184" y="236601"/>
                  </a:lnTo>
                  <a:lnTo>
                    <a:pt x="375108" y="236327"/>
                  </a:lnTo>
                  <a:lnTo>
                    <a:pt x="375086" y="236174"/>
                  </a:lnTo>
                  <a:lnTo>
                    <a:pt x="375078" y="235869"/>
                  </a:lnTo>
                  <a:lnTo>
                    <a:pt x="375061" y="235339"/>
                  </a:lnTo>
                  <a:lnTo>
                    <a:pt x="374315" y="234818"/>
                  </a:lnTo>
                  <a:lnTo>
                    <a:pt x="374103" y="234733"/>
                  </a:lnTo>
                  <a:lnTo>
                    <a:pt x="373678" y="234472"/>
                  </a:lnTo>
                  <a:lnTo>
                    <a:pt x="373126" y="234134"/>
                  </a:lnTo>
                  <a:lnTo>
                    <a:pt x="372732" y="233897"/>
                  </a:lnTo>
                  <a:lnTo>
                    <a:pt x="372428" y="233719"/>
                  </a:lnTo>
                  <a:lnTo>
                    <a:pt x="372138" y="233535"/>
                  </a:lnTo>
                  <a:lnTo>
                    <a:pt x="371867" y="233364"/>
                  </a:lnTo>
                  <a:lnTo>
                    <a:pt x="371694" y="233252"/>
                  </a:lnTo>
                  <a:lnTo>
                    <a:pt x="371427" y="233082"/>
                  </a:lnTo>
                  <a:lnTo>
                    <a:pt x="370903" y="232750"/>
                  </a:lnTo>
                  <a:lnTo>
                    <a:pt x="370619" y="232475"/>
                  </a:lnTo>
                  <a:lnTo>
                    <a:pt x="370396" y="232322"/>
                  </a:lnTo>
                  <a:lnTo>
                    <a:pt x="370048" y="232084"/>
                  </a:lnTo>
                  <a:lnTo>
                    <a:pt x="369873" y="231965"/>
                  </a:lnTo>
                  <a:lnTo>
                    <a:pt x="369566" y="231754"/>
                  </a:lnTo>
                  <a:lnTo>
                    <a:pt x="369420" y="231663"/>
                  </a:lnTo>
                  <a:lnTo>
                    <a:pt x="369088" y="231454"/>
                  </a:lnTo>
                  <a:lnTo>
                    <a:pt x="368882" y="231321"/>
                  </a:lnTo>
                  <a:lnTo>
                    <a:pt x="368692" y="231223"/>
                  </a:lnTo>
                  <a:lnTo>
                    <a:pt x="368557" y="231144"/>
                  </a:lnTo>
                  <a:lnTo>
                    <a:pt x="368292" y="230967"/>
                  </a:lnTo>
                  <a:lnTo>
                    <a:pt x="367761" y="230583"/>
                  </a:lnTo>
                  <a:lnTo>
                    <a:pt x="367522" y="230401"/>
                  </a:lnTo>
                  <a:lnTo>
                    <a:pt x="367226" y="230192"/>
                  </a:lnTo>
                  <a:lnTo>
                    <a:pt x="366891" y="229967"/>
                  </a:lnTo>
                  <a:lnTo>
                    <a:pt x="366584" y="229755"/>
                  </a:lnTo>
                  <a:lnTo>
                    <a:pt x="366159" y="229241"/>
                  </a:lnTo>
                  <a:lnTo>
                    <a:pt x="366263" y="229091"/>
                  </a:lnTo>
                  <a:lnTo>
                    <a:pt x="366455" y="228800"/>
                  </a:lnTo>
                  <a:lnTo>
                    <a:pt x="366525" y="228431"/>
                  </a:lnTo>
                  <a:lnTo>
                    <a:pt x="366150" y="227761"/>
                  </a:lnTo>
                  <a:lnTo>
                    <a:pt x="366143" y="227586"/>
                  </a:lnTo>
                  <a:lnTo>
                    <a:pt x="366192" y="227171"/>
                  </a:lnTo>
                  <a:lnTo>
                    <a:pt x="366115" y="226976"/>
                  </a:lnTo>
                  <a:lnTo>
                    <a:pt x="366029" y="226787"/>
                  </a:lnTo>
                  <a:lnTo>
                    <a:pt x="365884" y="226541"/>
                  </a:lnTo>
                  <a:lnTo>
                    <a:pt x="365712" y="226254"/>
                  </a:lnTo>
                  <a:lnTo>
                    <a:pt x="365471" y="225937"/>
                  </a:lnTo>
                  <a:lnTo>
                    <a:pt x="365284" y="225694"/>
                  </a:lnTo>
                  <a:lnTo>
                    <a:pt x="364693" y="223869"/>
                  </a:lnTo>
                  <a:lnTo>
                    <a:pt x="364646" y="223585"/>
                  </a:lnTo>
                  <a:lnTo>
                    <a:pt x="363898" y="222932"/>
                  </a:lnTo>
                  <a:lnTo>
                    <a:pt x="363754" y="222637"/>
                  </a:lnTo>
                  <a:lnTo>
                    <a:pt x="363639" y="222336"/>
                  </a:lnTo>
                  <a:lnTo>
                    <a:pt x="363470" y="221889"/>
                  </a:lnTo>
                  <a:lnTo>
                    <a:pt x="363182" y="221165"/>
                  </a:lnTo>
                  <a:lnTo>
                    <a:pt x="363068" y="220900"/>
                  </a:lnTo>
                  <a:lnTo>
                    <a:pt x="362841" y="220351"/>
                  </a:lnTo>
                  <a:lnTo>
                    <a:pt x="362501" y="219478"/>
                  </a:lnTo>
                  <a:lnTo>
                    <a:pt x="362365" y="219177"/>
                  </a:lnTo>
                  <a:lnTo>
                    <a:pt x="362289" y="218995"/>
                  </a:lnTo>
                  <a:lnTo>
                    <a:pt x="362060" y="218526"/>
                  </a:lnTo>
                  <a:lnTo>
                    <a:pt x="361778" y="218062"/>
                  </a:lnTo>
                  <a:lnTo>
                    <a:pt x="361696" y="217928"/>
                  </a:lnTo>
                  <a:lnTo>
                    <a:pt x="361524" y="217579"/>
                  </a:lnTo>
                  <a:lnTo>
                    <a:pt x="361399" y="217273"/>
                  </a:lnTo>
                  <a:lnTo>
                    <a:pt x="361288" y="217116"/>
                  </a:lnTo>
                  <a:lnTo>
                    <a:pt x="360988" y="216986"/>
                  </a:lnTo>
                  <a:lnTo>
                    <a:pt x="360803" y="216914"/>
                  </a:lnTo>
                  <a:lnTo>
                    <a:pt x="360566" y="216678"/>
                  </a:lnTo>
                  <a:lnTo>
                    <a:pt x="360379" y="216573"/>
                  </a:lnTo>
                  <a:lnTo>
                    <a:pt x="360054" y="216335"/>
                  </a:lnTo>
                  <a:lnTo>
                    <a:pt x="359524" y="215936"/>
                  </a:lnTo>
                  <a:lnTo>
                    <a:pt x="359398" y="215799"/>
                  </a:lnTo>
                  <a:lnTo>
                    <a:pt x="359257" y="215651"/>
                  </a:lnTo>
                  <a:lnTo>
                    <a:pt x="359094" y="215476"/>
                  </a:lnTo>
                  <a:lnTo>
                    <a:pt x="358933" y="215323"/>
                  </a:lnTo>
                  <a:lnTo>
                    <a:pt x="358634" y="214995"/>
                  </a:lnTo>
                  <a:lnTo>
                    <a:pt x="358386" y="214741"/>
                  </a:lnTo>
                  <a:lnTo>
                    <a:pt x="358095" y="214321"/>
                  </a:lnTo>
                  <a:lnTo>
                    <a:pt x="357989" y="214157"/>
                  </a:lnTo>
                  <a:lnTo>
                    <a:pt x="357529" y="213500"/>
                  </a:lnTo>
                  <a:lnTo>
                    <a:pt x="357458" y="213316"/>
                  </a:lnTo>
                  <a:lnTo>
                    <a:pt x="357416" y="213117"/>
                  </a:lnTo>
                  <a:lnTo>
                    <a:pt x="357200" y="212410"/>
                  </a:lnTo>
                  <a:lnTo>
                    <a:pt x="357085" y="212226"/>
                  </a:lnTo>
                  <a:lnTo>
                    <a:pt x="356900" y="212340"/>
                  </a:lnTo>
                  <a:lnTo>
                    <a:pt x="356062" y="212867"/>
                  </a:lnTo>
                  <a:lnTo>
                    <a:pt x="355897" y="212981"/>
                  </a:lnTo>
                  <a:lnTo>
                    <a:pt x="355605" y="213175"/>
                  </a:lnTo>
                  <a:lnTo>
                    <a:pt x="355431" y="213248"/>
                  </a:lnTo>
                  <a:lnTo>
                    <a:pt x="355050" y="213409"/>
                  </a:lnTo>
                  <a:lnTo>
                    <a:pt x="354824" y="213507"/>
                  </a:lnTo>
                  <a:lnTo>
                    <a:pt x="354574" y="213612"/>
                  </a:lnTo>
                  <a:lnTo>
                    <a:pt x="354171" y="213801"/>
                  </a:lnTo>
                  <a:lnTo>
                    <a:pt x="353737" y="213978"/>
                  </a:lnTo>
                  <a:lnTo>
                    <a:pt x="353512" y="214069"/>
                  </a:lnTo>
                  <a:lnTo>
                    <a:pt x="352938" y="214282"/>
                  </a:lnTo>
                  <a:lnTo>
                    <a:pt x="352687" y="214402"/>
                  </a:lnTo>
                  <a:lnTo>
                    <a:pt x="352430" y="214532"/>
                  </a:lnTo>
                  <a:lnTo>
                    <a:pt x="351563" y="214887"/>
                  </a:lnTo>
                  <a:lnTo>
                    <a:pt x="351360" y="214978"/>
                  </a:lnTo>
                  <a:lnTo>
                    <a:pt x="351209" y="215039"/>
                  </a:lnTo>
                  <a:lnTo>
                    <a:pt x="351034" y="215129"/>
                  </a:lnTo>
                  <a:lnTo>
                    <a:pt x="350731" y="215284"/>
                  </a:lnTo>
                  <a:lnTo>
                    <a:pt x="350481" y="215425"/>
                  </a:lnTo>
                  <a:lnTo>
                    <a:pt x="350237" y="215565"/>
                  </a:lnTo>
                  <a:lnTo>
                    <a:pt x="349904" y="215724"/>
                  </a:lnTo>
                  <a:lnTo>
                    <a:pt x="349297" y="216039"/>
                  </a:lnTo>
                  <a:lnTo>
                    <a:pt x="348945" y="216211"/>
                  </a:lnTo>
                  <a:lnTo>
                    <a:pt x="348724" y="216336"/>
                  </a:lnTo>
                  <a:lnTo>
                    <a:pt x="348400" y="216518"/>
                  </a:lnTo>
                  <a:lnTo>
                    <a:pt x="348177" y="216642"/>
                  </a:lnTo>
                  <a:lnTo>
                    <a:pt x="348041" y="216719"/>
                  </a:lnTo>
                  <a:lnTo>
                    <a:pt x="347822" y="216826"/>
                  </a:lnTo>
                  <a:lnTo>
                    <a:pt x="347284" y="217102"/>
                  </a:lnTo>
                  <a:lnTo>
                    <a:pt x="346932" y="217277"/>
                  </a:lnTo>
                  <a:lnTo>
                    <a:pt x="346798" y="217346"/>
                  </a:lnTo>
                  <a:lnTo>
                    <a:pt x="346646" y="217533"/>
                  </a:lnTo>
                  <a:lnTo>
                    <a:pt x="346040" y="218290"/>
                  </a:lnTo>
                  <a:lnTo>
                    <a:pt x="345849" y="218530"/>
                  </a:lnTo>
                  <a:lnTo>
                    <a:pt x="345720" y="218696"/>
                  </a:lnTo>
                  <a:lnTo>
                    <a:pt x="345187" y="219370"/>
                  </a:lnTo>
                  <a:lnTo>
                    <a:pt x="344944" y="219673"/>
                  </a:lnTo>
                  <a:lnTo>
                    <a:pt x="344800" y="219854"/>
                  </a:lnTo>
                  <a:lnTo>
                    <a:pt x="344582" y="220113"/>
                  </a:lnTo>
                  <a:lnTo>
                    <a:pt x="344335" y="220432"/>
                  </a:lnTo>
                  <a:lnTo>
                    <a:pt x="344204" y="220596"/>
                  </a:lnTo>
                  <a:lnTo>
                    <a:pt x="344044" y="220811"/>
                  </a:lnTo>
                  <a:lnTo>
                    <a:pt x="343911" y="220955"/>
                  </a:lnTo>
                  <a:lnTo>
                    <a:pt x="343745" y="221143"/>
                  </a:lnTo>
                  <a:lnTo>
                    <a:pt x="343618" y="221306"/>
                  </a:lnTo>
                  <a:lnTo>
                    <a:pt x="343350" y="221623"/>
                  </a:lnTo>
                  <a:lnTo>
                    <a:pt x="343088" y="221955"/>
                  </a:lnTo>
                  <a:lnTo>
                    <a:pt x="342907" y="222180"/>
                  </a:lnTo>
                  <a:lnTo>
                    <a:pt x="342676" y="222486"/>
                  </a:lnTo>
                  <a:lnTo>
                    <a:pt x="342508" y="222352"/>
                  </a:lnTo>
                  <a:lnTo>
                    <a:pt x="342169" y="222106"/>
                  </a:lnTo>
                  <a:lnTo>
                    <a:pt x="341863" y="221856"/>
                  </a:lnTo>
                  <a:lnTo>
                    <a:pt x="341656" y="221709"/>
                  </a:lnTo>
                  <a:lnTo>
                    <a:pt x="341226" y="221398"/>
                  </a:lnTo>
                  <a:lnTo>
                    <a:pt x="340948" y="221196"/>
                  </a:lnTo>
                  <a:lnTo>
                    <a:pt x="340677" y="220998"/>
                  </a:lnTo>
                  <a:lnTo>
                    <a:pt x="340512" y="220856"/>
                  </a:lnTo>
                  <a:lnTo>
                    <a:pt x="340283" y="220669"/>
                  </a:lnTo>
                  <a:lnTo>
                    <a:pt x="339844" y="220335"/>
                  </a:lnTo>
                  <a:lnTo>
                    <a:pt x="339708" y="220236"/>
                  </a:lnTo>
                  <a:lnTo>
                    <a:pt x="339536" y="220099"/>
                  </a:lnTo>
                  <a:lnTo>
                    <a:pt x="339403" y="219997"/>
                  </a:lnTo>
                  <a:lnTo>
                    <a:pt x="339145" y="219807"/>
                  </a:lnTo>
                  <a:lnTo>
                    <a:pt x="338861" y="219584"/>
                  </a:lnTo>
                  <a:lnTo>
                    <a:pt x="338550" y="219505"/>
                  </a:lnTo>
                  <a:lnTo>
                    <a:pt x="338273" y="219439"/>
                  </a:lnTo>
                  <a:lnTo>
                    <a:pt x="337745" y="219145"/>
                  </a:lnTo>
                  <a:lnTo>
                    <a:pt x="337582" y="218958"/>
                  </a:lnTo>
                  <a:lnTo>
                    <a:pt x="337347" y="218848"/>
                  </a:lnTo>
                  <a:lnTo>
                    <a:pt x="337045" y="218541"/>
                  </a:lnTo>
                  <a:lnTo>
                    <a:pt x="336962" y="218321"/>
                  </a:lnTo>
                  <a:lnTo>
                    <a:pt x="336949" y="218167"/>
                  </a:lnTo>
                  <a:lnTo>
                    <a:pt x="336592" y="217854"/>
                  </a:lnTo>
                  <a:lnTo>
                    <a:pt x="336449" y="217858"/>
                  </a:lnTo>
                  <a:lnTo>
                    <a:pt x="336219" y="217700"/>
                  </a:lnTo>
                  <a:lnTo>
                    <a:pt x="336039" y="217573"/>
                  </a:lnTo>
                  <a:lnTo>
                    <a:pt x="335472" y="217229"/>
                  </a:lnTo>
                  <a:lnTo>
                    <a:pt x="335479" y="216882"/>
                  </a:lnTo>
                  <a:lnTo>
                    <a:pt x="335127" y="216727"/>
                  </a:lnTo>
                  <a:lnTo>
                    <a:pt x="334932" y="216667"/>
                  </a:lnTo>
                  <a:lnTo>
                    <a:pt x="334529" y="216460"/>
                  </a:lnTo>
                  <a:lnTo>
                    <a:pt x="334273" y="216397"/>
                  </a:lnTo>
                  <a:lnTo>
                    <a:pt x="333914" y="216152"/>
                  </a:lnTo>
                  <a:lnTo>
                    <a:pt x="333737" y="216024"/>
                  </a:lnTo>
                  <a:lnTo>
                    <a:pt x="333602" y="215908"/>
                  </a:lnTo>
                  <a:lnTo>
                    <a:pt x="332774" y="215280"/>
                  </a:lnTo>
                  <a:lnTo>
                    <a:pt x="332211" y="215003"/>
                  </a:lnTo>
                  <a:lnTo>
                    <a:pt x="331859" y="214812"/>
                  </a:lnTo>
                  <a:lnTo>
                    <a:pt x="331730" y="214729"/>
                  </a:lnTo>
                  <a:lnTo>
                    <a:pt x="331579" y="214712"/>
                  </a:lnTo>
                  <a:lnTo>
                    <a:pt x="331293" y="214537"/>
                  </a:lnTo>
                  <a:lnTo>
                    <a:pt x="331042" y="214457"/>
                  </a:lnTo>
                  <a:lnTo>
                    <a:pt x="330700" y="214356"/>
                  </a:lnTo>
                  <a:lnTo>
                    <a:pt x="330518" y="214341"/>
                  </a:lnTo>
                  <a:lnTo>
                    <a:pt x="329973" y="214315"/>
                  </a:lnTo>
                  <a:lnTo>
                    <a:pt x="329721" y="214292"/>
                  </a:lnTo>
                  <a:lnTo>
                    <a:pt x="328802" y="214212"/>
                  </a:lnTo>
                  <a:lnTo>
                    <a:pt x="328626" y="214197"/>
                  </a:lnTo>
                  <a:lnTo>
                    <a:pt x="328162" y="214019"/>
                  </a:lnTo>
                  <a:lnTo>
                    <a:pt x="327735" y="213884"/>
                  </a:lnTo>
                  <a:lnTo>
                    <a:pt x="327312" y="213751"/>
                  </a:lnTo>
                  <a:lnTo>
                    <a:pt x="326542" y="213450"/>
                  </a:lnTo>
                  <a:lnTo>
                    <a:pt x="325644" y="213094"/>
                  </a:lnTo>
                  <a:lnTo>
                    <a:pt x="325175" y="212922"/>
                  </a:lnTo>
                  <a:lnTo>
                    <a:pt x="325014" y="212913"/>
                  </a:lnTo>
                  <a:lnTo>
                    <a:pt x="324606" y="212905"/>
                  </a:lnTo>
                  <a:lnTo>
                    <a:pt x="324095" y="212880"/>
                  </a:lnTo>
                  <a:lnTo>
                    <a:pt x="323652" y="212852"/>
                  </a:lnTo>
                  <a:lnTo>
                    <a:pt x="323247" y="212774"/>
                  </a:lnTo>
                  <a:lnTo>
                    <a:pt x="322542" y="212442"/>
                  </a:lnTo>
                  <a:lnTo>
                    <a:pt x="321277" y="211858"/>
                  </a:lnTo>
                  <a:lnTo>
                    <a:pt x="321098" y="211791"/>
                  </a:lnTo>
                  <a:lnTo>
                    <a:pt x="321157" y="211444"/>
                  </a:lnTo>
                  <a:lnTo>
                    <a:pt x="321088" y="211066"/>
                  </a:lnTo>
                  <a:lnTo>
                    <a:pt x="321033" y="210725"/>
                  </a:lnTo>
                  <a:lnTo>
                    <a:pt x="321012" y="210386"/>
                  </a:lnTo>
                  <a:lnTo>
                    <a:pt x="321045" y="210137"/>
                  </a:lnTo>
                  <a:lnTo>
                    <a:pt x="320963" y="209894"/>
                  </a:lnTo>
                  <a:lnTo>
                    <a:pt x="320813" y="209660"/>
                  </a:lnTo>
                  <a:lnTo>
                    <a:pt x="320680" y="209337"/>
                  </a:lnTo>
                  <a:lnTo>
                    <a:pt x="320558" y="209168"/>
                  </a:lnTo>
                  <a:lnTo>
                    <a:pt x="320500" y="209031"/>
                  </a:lnTo>
                  <a:lnTo>
                    <a:pt x="320090" y="208430"/>
                  </a:lnTo>
                  <a:lnTo>
                    <a:pt x="319661" y="207668"/>
                  </a:lnTo>
                  <a:lnTo>
                    <a:pt x="319390" y="207091"/>
                  </a:lnTo>
                  <a:lnTo>
                    <a:pt x="318748" y="206502"/>
                  </a:lnTo>
                  <a:lnTo>
                    <a:pt x="318459" y="206242"/>
                  </a:lnTo>
                  <a:lnTo>
                    <a:pt x="318179" y="206008"/>
                  </a:lnTo>
                  <a:lnTo>
                    <a:pt x="317694" y="205675"/>
                  </a:lnTo>
                  <a:lnTo>
                    <a:pt x="317556" y="205544"/>
                  </a:lnTo>
                  <a:lnTo>
                    <a:pt x="316916" y="204656"/>
                  </a:lnTo>
                  <a:lnTo>
                    <a:pt x="316668" y="204229"/>
                  </a:lnTo>
                  <a:lnTo>
                    <a:pt x="316431" y="203883"/>
                  </a:lnTo>
                  <a:lnTo>
                    <a:pt x="316020" y="203539"/>
                  </a:lnTo>
                  <a:lnTo>
                    <a:pt x="315163" y="202811"/>
                  </a:lnTo>
                  <a:lnTo>
                    <a:pt x="314956" y="202646"/>
                  </a:lnTo>
                  <a:lnTo>
                    <a:pt x="314722" y="202466"/>
                  </a:lnTo>
                  <a:lnTo>
                    <a:pt x="313944" y="201874"/>
                  </a:lnTo>
                  <a:lnTo>
                    <a:pt x="312341" y="200739"/>
                  </a:lnTo>
                  <a:lnTo>
                    <a:pt x="312262" y="200587"/>
                  </a:lnTo>
                  <a:lnTo>
                    <a:pt x="312161" y="200394"/>
                  </a:lnTo>
                  <a:lnTo>
                    <a:pt x="311968" y="200202"/>
                  </a:lnTo>
                  <a:lnTo>
                    <a:pt x="310952" y="199191"/>
                  </a:lnTo>
                  <a:lnTo>
                    <a:pt x="310660" y="197357"/>
                  </a:lnTo>
                  <a:lnTo>
                    <a:pt x="310117" y="197091"/>
                  </a:lnTo>
                  <a:lnTo>
                    <a:pt x="309653" y="196862"/>
                  </a:lnTo>
                  <a:lnTo>
                    <a:pt x="309434" y="196751"/>
                  </a:lnTo>
                  <a:lnTo>
                    <a:pt x="309079" y="196574"/>
                  </a:lnTo>
                  <a:lnTo>
                    <a:pt x="308937" y="196504"/>
                  </a:lnTo>
                  <a:lnTo>
                    <a:pt x="308791" y="196431"/>
                  </a:lnTo>
                  <a:lnTo>
                    <a:pt x="308487" y="196278"/>
                  </a:lnTo>
                  <a:lnTo>
                    <a:pt x="308119" y="196093"/>
                  </a:lnTo>
                  <a:lnTo>
                    <a:pt x="307206" y="195633"/>
                  </a:lnTo>
                  <a:lnTo>
                    <a:pt x="307015" y="195517"/>
                  </a:lnTo>
                  <a:lnTo>
                    <a:pt x="306579" y="195233"/>
                  </a:lnTo>
                  <a:lnTo>
                    <a:pt x="305647" y="194666"/>
                  </a:lnTo>
                  <a:lnTo>
                    <a:pt x="305327" y="194387"/>
                  </a:lnTo>
                  <a:lnTo>
                    <a:pt x="304960" y="194066"/>
                  </a:lnTo>
                  <a:lnTo>
                    <a:pt x="304753" y="193885"/>
                  </a:lnTo>
                  <a:lnTo>
                    <a:pt x="304388" y="193564"/>
                  </a:lnTo>
                  <a:lnTo>
                    <a:pt x="303864" y="193568"/>
                  </a:lnTo>
                  <a:lnTo>
                    <a:pt x="303205" y="193571"/>
                  </a:lnTo>
                  <a:lnTo>
                    <a:pt x="302833" y="193674"/>
                  </a:lnTo>
                  <a:lnTo>
                    <a:pt x="302537" y="193622"/>
                  </a:lnTo>
                  <a:lnTo>
                    <a:pt x="301842" y="193475"/>
                  </a:lnTo>
                  <a:lnTo>
                    <a:pt x="301600" y="193390"/>
                  </a:lnTo>
                  <a:lnTo>
                    <a:pt x="300970" y="193172"/>
                  </a:lnTo>
                  <a:lnTo>
                    <a:pt x="299794" y="192577"/>
                  </a:lnTo>
                  <a:lnTo>
                    <a:pt x="299282" y="192375"/>
                  </a:lnTo>
                  <a:lnTo>
                    <a:pt x="298491" y="192260"/>
                  </a:lnTo>
                  <a:lnTo>
                    <a:pt x="298263" y="192227"/>
                  </a:lnTo>
                  <a:lnTo>
                    <a:pt x="297788" y="192496"/>
                  </a:lnTo>
                  <a:lnTo>
                    <a:pt x="297556" y="192572"/>
                  </a:lnTo>
                  <a:lnTo>
                    <a:pt x="296990" y="192758"/>
                  </a:lnTo>
                  <a:lnTo>
                    <a:pt x="296760" y="192834"/>
                  </a:lnTo>
                  <a:lnTo>
                    <a:pt x="296233" y="193158"/>
                  </a:lnTo>
                  <a:lnTo>
                    <a:pt x="295890" y="193368"/>
                  </a:lnTo>
                  <a:lnTo>
                    <a:pt x="295577" y="193507"/>
                  </a:lnTo>
                  <a:lnTo>
                    <a:pt x="294636" y="194006"/>
                  </a:lnTo>
                  <a:lnTo>
                    <a:pt x="294329" y="194168"/>
                  </a:lnTo>
                  <a:lnTo>
                    <a:pt x="294038" y="194322"/>
                  </a:lnTo>
                  <a:lnTo>
                    <a:pt x="293546" y="194468"/>
                  </a:lnTo>
                  <a:lnTo>
                    <a:pt x="293288" y="194550"/>
                  </a:lnTo>
                  <a:lnTo>
                    <a:pt x="292854" y="194620"/>
                  </a:lnTo>
                  <a:lnTo>
                    <a:pt x="292677" y="194631"/>
                  </a:lnTo>
                  <a:lnTo>
                    <a:pt x="292491" y="194634"/>
                  </a:lnTo>
                  <a:lnTo>
                    <a:pt x="292157" y="194707"/>
                  </a:lnTo>
                  <a:lnTo>
                    <a:pt x="291513" y="194911"/>
                  </a:lnTo>
                  <a:lnTo>
                    <a:pt x="291820" y="195473"/>
                  </a:lnTo>
                  <a:lnTo>
                    <a:pt x="292622" y="196886"/>
                  </a:lnTo>
                  <a:lnTo>
                    <a:pt x="293109" y="196991"/>
                  </a:lnTo>
                  <a:lnTo>
                    <a:pt x="293801" y="197055"/>
                  </a:lnTo>
                  <a:lnTo>
                    <a:pt x="294143" y="196921"/>
                  </a:lnTo>
                  <a:lnTo>
                    <a:pt x="295164" y="197321"/>
                  </a:lnTo>
                  <a:lnTo>
                    <a:pt x="295334" y="197128"/>
                  </a:lnTo>
                  <a:lnTo>
                    <a:pt x="296810" y="197281"/>
                  </a:lnTo>
                  <a:lnTo>
                    <a:pt x="297827" y="197692"/>
                  </a:lnTo>
                  <a:lnTo>
                    <a:pt x="298080" y="197782"/>
                  </a:lnTo>
                  <a:lnTo>
                    <a:pt x="298601" y="197928"/>
                  </a:lnTo>
                  <a:lnTo>
                    <a:pt x="298869" y="198386"/>
                  </a:lnTo>
                  <a:lnTo>
                    <a:pt x="298880" y="198597"/>
                  </a:lnTo>
                  <a:lnTo>
                    <a:pt x="298749" y="198655"/>
                  </a:lnTo>
                  <a:lnTo>
                    <a:pt x="298270" y="198921"/>
                  </a:lnTo>
                  <a:lnTo>
                    <a:pt x="298137" y="199012"/>
                  </a:lnTo>
                  <a:lnTo>
                    <a:pt x="296750" y="199967"/>
                  </a:lnTo>
                  <a:lnTo>
                    <a:pt x="296486" y="200039"/>
                  </a:lnTo>
                  <a:lnTo>
                    <a:pt x="295628" y="200270"/>
                  </a:lnTo>
                  <a:lnTo>
                    <a:pt x="295324" y="200234"/>
                  </a:lnTo>
                  <a:lnTo>
                    <a:pt x="295105" y="200218"/>
                  </a:lnTo>
                  <a:lnTo>
                    <a:pt x="294945" y="200218"/>
                  </a:lnTo>
                  <a:lnTo>
                    <a:pt x="293768" y="200336"/>
                  </a:lnTo>
                  <a:lnTo>
                    <a:pt x="293372" y="200446"/>
                  </a:lnTo>
                  <a:lnTo>
                    <a:pt x="293019" y="200673"/>
                  </a:lnTo>
                  <a:lnTo>
                    <a:pt x="292390" y="201193"/>
                  </a:lnTo>
                  <a:lnTo>
                    <a:pt x="291517" y="200857"/>
                  </a:lnTo>
                  <a:lnTo>
                    <a:pt x="290684" y="200673"/>
                  </a:lnTo>
                  <a:lnTo>
                    <a:pt x="290445" y="200683"/>
                  </a:lnTo>
                  <a:lnTo>
                    <a:pt x="290115" y="200696"/>
                  </a:lnTo>
                  <a:lnTo>
                    <a:pt x="289835" y="200695"/>
                  </a:lnTo>
                  <a:lnTo>
                    <a:pt x="289348" y="200678"/>
                  </a:lnTo>
                  <a:lnTo>
                    <a:pt x="288740" y="200537"/>
                  </a:lnTo>
                  <a:lnTo>
                    <a:pt x="288324" y="200461"/>
                  </a:lnTo>
                  <a:lnTo>
                    <a:pt x="287657" y="200293"/>
                  </a:lnTo>
                  <a:lnTo>
                    <a:pt x="287209" y="200100"/>
                  </a:lnTo>
                  <a:lnTo>
                    <a:pt x="286251" y="199681"/>
                  </a:lnTo>
                  <a:lnTo>
                    <a:pt x="285708" y="199258"/>
                  </a:lnTo>
                  <a:lnTo>
                    <a:pt x="285237" y="198996"/>
                  </a:lnTo>
                  <a:lnTo>
                    <a:pt x="285095" y="198805"/>
                  </a:lnTo>
                  <a:lnTo>
                    <a:pt x="284966" y="198639"/>
                  </a:lnTo>
                  <a:lnTo>
                    <a:pt x="284801" y="198534"/>
                  </a:lnTo>
                  <a:lnTo>
                    <a:pt x="284413" y="198168"/>
                  </a:lnTo>
                  <a:lnTo>
                    <a:pt x="283861" y="197654"/>
                  </a:lnTo>
                  <a:lnTo>
                    <a:pt x="283370" y="197208"/>
                  </a:lnTo>
                  <a:lnTo>
                    <a:pt x="282993" y="196812"/>
                  </a:lnTo>
                  <a:lnTo>
                    <a:pt x="282534" y="196442"/>
                  </a:lnTo>
                  <a:lnTo>
                    <a:pt x="282185" y="196112"/>
                  </a:lnTo>
                  <a:lnTo>
                    <a:pt x="281565" y="195887"/>
                  </a:lnTo>
                  <a:lnTo>
                    <a:pt x="281264" y="195905"/>
                  </a:lnTo>
                  <a:lnTo>
                    <a:pt x="280425" y="195963"/>
                  </a:lnTo>
                  <a:lnTo>
                    <a:pt x="279932" y="195998"/>
                  </a:lnTo>
                  <a:lnTo>
                    <a:pt x="279593" y="196073"/>
                  </a:lnTo>
                  <a:lnTo>
                    <a:pt x="279276" y="196154"/>
                  </a:lnTo>
                  <a:lnTo>
                    <a:pt x="279006" y="196225"/>
                  </a:lnTo>
                  <a:lnTo>
                    <a:pt x="278577" y="196324"/>
                  </a:lnTo>
                  <a:lnTo>
                    <a:pt x="278377" y="196095"/>
                  </a:lnTo>
                  <a:lnTo>
                    <a:pt x="278105" y="195848"/>
                  </a:lnTo>
                  <a:lnTo>
                    <a:pt x="277734" y="195511"/>
                  </a:lnTo>
                  <a:lnTo>
                    <a:pt x="277266" y="195150"/>
                  </a:lnTo>
                  <a:lnTo>
                    <a:pt x="276723" y="194777"/>
                  </a:lnTo>
                  <a:lnTo>
                    <a:pt x="276420" y="194578"/>
                  </a:lnTo>
                  <a:lnTo>
                    <a:pt x="276211" y="194289"/>
                  </a:lnTo>
                  <a:lnTo>
                    <a:pt x="276168" y="194125"/>
                  </a:lnTo>
                  <a:lnTo>
                    <a:pt x="276173" y="193919"/>
                  </a:lnTo>
                  <a:lnTo>
                    <a:pt x="276162" y="193580"/>
                  </a:lnTo>
                  <a:lnTo>
                    <a:pt x="276130" y="193357"/>
                  </a:lnTo>
                  <a:lnTo>
                    <a:pt x="276082" y="193031"/>
                  </a:lnTo>
                  <a:lnTo>
                    <a:pt x="276038" y="192732"/>
                  </a:lnTo>
                  <a:lnTo>
                    <a:pt x="275526" y="192020"/>
                  </a:lnTo>
                  <a:lnTo>
                    <a:pt x="275390" y="191831"/>
                  </a:lnTo>
                  <a:lnTo>
                    <a:pt x="274397" y="190450"/>
                  </a:lnTo>
                  <a:lnTo>
                    <a:pt x="274037" y="189943"/>
                  </a:lnTo>
                  <a:lnTo>
                    <a:pt x="273448" y="189124"/>
                  </a:lnTo>
                  <a:lnTo>
                    <a:pt x="273356" y="188351"/>
                  </a:lnTo>
                  <a:lnTo>
                    <a:pt x="273311" y="187971"/>
                  </a:lnTo>
                  <a:lnTo>
                    <a:pt x="273292" y="187744"/>
                  </a:lnTo>
                  <a:lnTo>
                    <a:pt x="273250" y="187477"/>
                  </a:lnTo>
                  <a:lnTo>
                    <a:pt x="273213" y="187173"/>
                  </a:lnTo>
                  <a:lnTo>
                    <a:pt x="273128" y="186444"/>
                  </a:lnTo>
                  <a:lnTo>
                    <a:pt x="273150" y="186073"/>
                  </a:lnTo>
                  <a:lnTo>
                    <a:pt x="273217" y="185893"/>
                  </a:lnTo>
                  <a:lnTo>
                    <a:pt x="273480" y="185113"/>
                  </a:lnTo>
                  <a:lnTo>
                    <a:pt x="273583" y="184820"/>
                  </a:lnTo>
                  <a:lnTo>
                    <a:pt x="273641" y="184243"/>
                  </a:lnTo>
                  <a:lnTo>
                    <a:pt x="273468" y="184165"/>
                  </a:lnTo>
                  <a:lnTo>
                    <a:pt x="272949" y="183934"/>
                  </a:lnTo>
                  <a:lnTo>
                    <a:pt x="272266" y="183863"/>
                  </a:lnTo>
                  <a:lnTo>
                    <a:pt x="271757" y="183814"/>
                  </a:lnTo>
                  <a:lnTo>
                    <a:pt x="271573" y="183795"/>
                  </a:lnTo>
                  <a:lnTo>
                    <a:pt x="270951" y="183473"/>
                  </a:lnTo>
                  <a:lnTo>
                    <a:pt x="270785" y="183392"/>
                  </a:lnTo>
                  <a:lnTo>
                    <a:pt x="270251" y="183116"/>
                  </a:lnTo>
                  <a:lnTo>
                    <a:pt x="269932" y="182942"/>
                  </a:lnTo>
                  <a:lnTo>
                    <a:pt x="269915" y="181970"/>
                  </a:lnTo>
                  <a:lnTo>
                    <a:pt x="269682" y="181145"/>
                  </a:lnTo>
                  <a:lnTo>
                    <a:pt x="269221" y="178486"/>
                  </a:lnTo>
                  <a:lnTo>
                    <a:pt x="267276" y="176044"/>
                  </a:lnTo>
                  <a:lnTo>
                    <a:pt x="266944" y="175640"/>
                  </a:lnTo>
                  <a:lnTo>
                    <a:pt x="266160" y="174676"/>
                  </a:lnTo>
                  <a:lnTo>
                    <a:pt x="266445" y="172620"/>
                  </a:lnTo>
                  <a:lnTo>
                    <a:pt x="266377" y="172449"/>
                  </a:lnTo>
                  <a:lnTo>
                    <a:pt x="266171" y="171955"/>
                  </a:lnTo>
                  <a:lnTo>
                    <a:pt x="265439" y="170198"/>
                  </a:lnTo>
                  <a:lnTo>
                    <a:pt x="265383" y="170063"/>
                  </a:lnTo>
                  <a:lnTo>
                    <a:pt x="265364" y="169741"/>
                  </a:lnTo>
                  <a:lnTo>
                    <a:pt x="265538" y="169034"/>
                  </a:lnTo>
                  <a:lnTo>
                    <a:pt x="264421" y="166464"/>
                  </a:lnTo>
                  <a:lnTo>
                    <a:pt x="263288" y="164229"/>
                  </a:lnTo>
                  <a:lnTo>
                    <a:pt x="261903" y="162092"/>
                  </a:lnTo>
                  <a:lnTo>
                    <a:pt x="260915" y="160337"/>
                  </a:lnTo>
                  <a:lnTo>
                    <a:pt x="260810" y="160001"/>
                  </a:lnTo>
                  <a:lnTo>
                    <a:pt x="260710" y="159682"/>
                  </a:lnTo>
                  <a:lnTo>
                    <a:pt x="260635" y="159440"/>
                  </a:lnTo>
                  <a:lnTo>
                    <a:pt x="260297" y="158369"/>
                  </a:lnTo>
                  <a:lnTo>
                    <a:pt x="259716" y="156861"/>
                  </a:lnTo>
                  <a:lnTo>
                    <a:pt x="259635" y="156650"/>
                  </a:lnTo>
                  <a:lnTo>
                    <a:pt x="259574" y="156413"/>
                  </a:lnTo>
                  <a:lnTo>
                    <a:pt x="259353" y="155553"/>
                  </a:lnTo>
                  <a:lnTo>
                    <a:pt x="259298" y="155340"/>
                  </a:lnTo>
                  <a:lnTo>
                    <a:pt x="259135" y="154704"/>
                  </a:lnTo>
                  <a:lnTo>
                    <a:pt x="259084" y="154506"/>
                  </a:lnTo>
                  <a:lnTo>
                    <a:pt x="259001" y="154181"/>
                  </a:lnTo>
                  <a:lnTo>
                    <a:pt x="258767" y="153317"/>
                  </a:lnTo>
                  <a:lnTo>
                    <a:pt x="256242" y="151209"/>
                  </a:lnTo>
                  <a:lnTo>
                    <a:pt x="255602" y="150059"/>
                  </a:lnTo>
                  <a:lnTo>
                    <a:pt x="255308" y="149578"/>
                  </a:lnTo>
                  <a:lnTo>
                    <a:pt x="254648" y="148500"/>
                  </a:lnTo>
                  <a:lnTo>
                    <a:pt x="254414" y="148152"/>
                  </a:lnTo>
                  <a:lnTo>
                    <a:pt x="253655" y="147450"/>
                  </a:lnTo>
                  <a:lnTo>
                    <a:pt x="253343" y="147160"/>
                  </a:lnTo>
                  <a:lnTo>
                    <a:pt x="252839" y="146694"/>
                  </a:lnTo>
                  <a:lnTo>
                    <a:pt x="252075" y="146136"/>
                  </a:lnTo>
                  <a:lnTo>
                    <a:pt x="251678" y="145848"/>
                  </a:lnTo>
                  <a:lnTo>
                    <a:pt x="251089" y="145421"/>
                  </a:lnTo>
                  <a:lnTo>
                    <a:pt x="251046" y="144950"/>
                  </a:lnTo>
                  <a:lnTo>
                    <a:pt x="250991" y="144417"/>
                  </a:lnTo>
                  <a:lnTo>
                    <a:pt x="250821" y="143716"/>
                  </a:lnTo>
                  <a:lnTo>
                    <a:pt x="250370" y="141859"/>
                  </a:lnTo>
                  <a:lnTo>
                    <a:pt x="250146" y="140588"/>
                  </a:lnTo>
                  <a:lnTo>
                    <a:pt x="250105" y="140352"/>
                  </a:lnTo>
                  <a:lnTo>
                    <a:pt x="250074" y="140177"/>
                  </a:lnTo>
                  <a:lnTo>
                    <a:pt x="250043" y="139884"/>
                  </a:lnTo>
                  <a:lnTo>
                    <a:pt x="250036" y="139499"/>
                  </a:lnTo>
                  <a:lnTo>
                    <a:pt x="250517" y="138812"/>
                  </a:lnTo>
                  <a:lnTo>
                    <a:pt x="250675" y="138761"/>
                  </a:lnTo>
                  <a:lnTo>
                    <a:pt x="250822" y="138373"/>
                  </a:lnTo>
                  <a:lnTo>
                    <a:pt x="251046" y="138343"/>
                  </a:lnTo>
                  <a:lnTo>
                    <a:pt x="251266" y="137567"/>
                  </a:lnTo>
                  <a:lnTo>
                    <a:pt x="251315" y="137390"/>
                  </a:lnTo>
                  <a:lnTo>
                    <a:pt x="251556" y="136541"/>
                  </a:lnTo>
                  <a:lnTo>
                    <a:pt x="251647" y="136220"/>
                  </a:lnTo>
                  <a:lnTo>
                    <a:pt x="252399" y="135075"/>
                  </a:lnTo>
                  <a:lnTo>
                    <a:pt x="252489" y="134857"/>
                  </a:lnTo>
                  <a:lnTo>
                    <a:pt x="252746" y="134236"/>
                  </a:lnTo>
                  <a:lnTo>
                    <a:pt x="252944" y="133636"/>
                  </a:lnTo>
                  <a:lnTo>
                    <a:pt x="252902" y="133163"/>
                  </a:lnTo>
                  <a:lnTo>
                    <a:pt x="253141" y="132723"/>
                  </a:lnTo>
                  <a:lnTo>
                    <a:pt x="253216" y="132570"/>
                  </a:lnTo>
                  <a:lnTo>
                    <a:pt x="252837" y="131252"/>
                  </a:lnTo>
                  <a:lnTo>
                    <a:pt x="253171" y="130634"/>
                  </a:lnTo>
                  <a:lnTo>
                    <a:pt x="253470" y="130053"/>
                  </a:lnTo>
                  <a:lnTo>
                    <a:pt x="253570" y="129478"/>
                  </a:lnTo>
                  <a:lnTo>
                    <a:pt x="253735" y="129165"/>
                  </a:lnTo>
                  <a:lnTo>
                    <a:pt x="253860" y="128930"/>
                  </a:lnTo>
                  <a:lnTo>
                    <a:pt x="254399" y="128566"/>
                  </a:lnTo>
                  <a:lnTo>
                    <a:pt x="255124" y="127738"/>
                  </a:lnTo>
                  <a:lnTo>
                    <a:pt x="255844" y="127399"/>
                  </a:lnTo>
                  <a:lnTo>
                    <a:pt x="257419" y="127691"/>
                  </a:lnTo>
                  <a:lnTo>
                    <a:pt x="257826" y="127044"/>
                  </a:lnTo>
                  <a:lnTo>
                    <a:pt x="258344" y="126157"/>
                  </a:lnTo>
                  <a:lnTo>
                    <a:pt x="258379" y="126007"/>
                  </a:lnTo>
                  <a:lnTo>
                    <a:pt x="258038" y="125585"/>
                  </a:lnTo>
                  <a:lnTo>
                    <a:pt x="257836" y="125373"/>
                  </a:lnTo>
                  <a:lnTo>
                    <a:pt x="257450" y="125037"/>
                  </a:lnTo>
                  <a:lnTo>
                    <a:pt x="257015" y="124736"/>
                  </a:lnTo>
                  <a:lnTo>
                    <a:pt x="256818" y="124593"/>
                  </a:lnTo>
                  <a:lnTo>
                    <a:pt x="256436" y="124424"/>
                  </a:lnTo>
                  <a:lnTo>
                    <a:pt x="256049" y="123994"/>
                  </a:lnTo>
                  <a:lnTo>
                    <a:pt x="255580" y="123658"/>
                  </a:lnTo>
                  <a:lnTo>
                    <a:pt x="255534" y="123132"/>
                  </a:lnTo>
                  <a:lnTo>
                    <a:pt x="255239" y="122626"/>
                  </a:lnTo>
                  <a:lnTo>
                    <a:pt x="255070" y="122257"/>
                  </a:lnTo>
                  <a:lnTo>
                    <a:pt x="254893" y="121872"/>
                  </a:lnTo>
                  <a:lnTo>
                    <a:pt x="254871" y="121624"/>
                  </a:lnTo>
                  <a:lnTo>
                    <a:pt x="254827" y="121126"/>
                  </a:lnTo>
                  <a:lnTo>
                    <a:pt x="254772" y="120504"/>
                  </a:lnTo>
                  <a:lnTo>
                    <a:pt x="254708" y="119745"/>
                  </a:lnTo>
                  <a:lnTo>
                    <a:pt x="254671" y="119031"/>
                  </a:lnTo>
                  <a:lnTo>
                    <a:pt x="254646" y="118557"/>
                  </a:lnTo>
                  <a:lnTo>
                    <a:pt x="254714" y="117938"/>
                  </a:lnTo>
                  <a:lnTo>
                    <a:pt x="254696" y="117707"/>
                  </a:lnTo>
                  <a:lnTo>
                    <a:pt x="254499" y="117508"/>
                  </a:lnTo>
                  <a:lnTo>
                    <a:pt x="254323" y="117479"/>
                  </a:lnTo>
                  <a:lnTo>
                    <a:pt x="253786" y="117486"/>
                  </a:lnTo>
                  <a:lnTo>
                    <a:pt x="253542" y="117438"/>
                  </a:lnTo>
                  <a:lnTo>
                    <a:pt x="253598" y="117160"/>
                  </a:lnTo>
                  <a:lnTo>
                    <a:pt x="253371" y="116787"/>
                  </a:lnTo>
                  <a:lnTo>
                    <a:pt x="253198" y="116500"/>
                  </a:lnTo>
                  <a:lnTo>
                    <a:pt x="252711" y="115691"/>
                  </a:lnTo>
                  <a:lnTo>
                    <a:pt x="252135" y="114754"/>
                  </a:lnTo>
                  <a:lnTo>
                    <a:pt x="252074" y="113903"/>
                  </a:lnTo>
                  <a:lnTo>
                    <a:pt x="252008" y="112958"/>
                  </a:lnTo>
                  <a:lnTo>
                    <a:pt x="251949" y="112144"/>
                  </a:lnTo>
                  <a:lnTo>
                    <a:pt x="251918" y="111721"/>
                  </a:lnTo>
                  <a:lnTo>
                    <a:pt x="251850" y="110757"/>
                  </a:lnTo>
                  <a:lnTo>
                    <a:pt x="251749" y="109341"/>
                  </a:lnTo>
                  <a:lnTo>
                    <a:pt x="251731" y="109080"/>
                  </a:lnTo>
                  <a:lnTo>
                    <a:pt x="251691" y="108507"/>
                  </a:lnTo>
                  <a:lnTo>
                    <a:pt x="251755" y="107028"/>
                  </a:lnTo>
                  <a:lnTo>
                    <a:pt x="251703" y="106746"/>
                  </a:lnTo>
                  <a:lnTo>
                    <a:pt x="251675" y="106573"/>
                  </a:lnTo>
                  <a:lnTo>
                    <a:pt x="251117" y="103585"/>
                  </a:lnTo>
                  <a:lnTo>
                    <a:pt x="251009" y="103019"/>
                  </a:lnTo>
                  <a:lnTo>
                    <a:pt x="250922" y="102560"/>
                  </a:lnTo>
                  <a:lnTo>
                    <a:pt x="250772" y="101498"/>
                  </a:lnTo>
                  <a:lnTo>
                    <a:pt x="250746" y="101314"/>
                  </a:lnTo>
                  <a:lnTo>
                    <a:pt x="250710" y="101026"/>
                  </a:lnTo>
                  <a:lnTo>
                    <a:pt x="250688" y="100851"/>
                  </a:lnTo>
                  <a:lnTo>
                    <a:pt x="250559" y="99908"/>
                  </a:lnTo>
                  <a:lnTo>
                    <a:pt x="250476" y="99318"/>
                  </a:lnTo>
                  <a:lnTo>
                    <a:pt x="250326" y="98247"/>
                  </a:lnTo>
                  <a:lnTo>
                    <a:pt x="250243" y="97681"/>
                  </a:lnTo>
                  <a:lnTo>
                    <a:pt x="250175" y="97195"/>
                  </a:lnTo>
                  <a:lnTo>
                    <a:pt x="249560" y="96797"/>
                  </a:lnTo>
                  <a:lnTo>
                    <a:pt x="249282" y="96617"/>
                  </a:lnTo>
                  <a:lnTo>
                    <a:pt x="249079" y="96486"/>
                  </a:lnTo>
                  <a:lnTo>
                    <a:pt x="248865" y="96348"/>
                  </a:lnTo>
                  <a:lnTo>
                    <a:pt x="248579" y="96162"/>
                  </a:lnTo>
                  <a:lnTo>
                    <a:pt x="248105" y="95856"/>
                  </a:lnTo>
                  <a:lnTo>
                    <a:pt x="247902" y="95724"/>
                  </a:lnTo>
                  <a:lnTo>
                    <a:pt x="247539" y="95490"/>
                  </a:lnTo>
                  <a:lnTo>
                    <a:pt x="247311" y="95342"/>
                  </a:lnTo>
                  <a:lnTo>
                    <a:pt x="247018" y="95288"/>
                  </a:lnTo>
                  <a:lnTo>
                    <a:pt x="246612" y="95212"/>
                  </a:lnTo>
                  <a:lnTo>
                    <a:pt x="246220" y="95140"/>
                  </a:lnTo>
                  <a:lnTo>
                    <a:pt x="246087" y="95115"/>
                  </a:lnTo>
                  <a:lnTo>
                    <a:pt x="245795" y="95060"/>
                  </a:lnTo>
                  <a:lnTo>
                    <a:pt x="245381" y="94983"/>
                  </a:lnTo>
                  <a:lnTo>
                    <a:pt x="244970" y="94905"/>
                  </a:lnTo>
                  <a:lnTo>
                    <a:pt x="244585" y="94833"/>
                  </a:lnTo>
                  <a:lnTo>
                    <a:pt x="244087" y="94740"/>
                  </a:lnTo>
                  <a:lnTo>
                    <a:pt x="243873" y="94699"/>
                  </a:lnTo>
                  <a:lnTo>
                    <a:pt x="243643" y="94656"/>
                  </a:lnTo>
                  <a:lnTo>
                    <a:pt x="243346" y="94600"/>
                  </a:lnTo>
                  <a:lnTo>
                    <a:pt x="243097" y="94613"/>
                  </a:lnTo>
                  <a:lnTo>
                    <a:pt x="242785" y="94629"/>
                  </a:lnTo>
                  <a:lnTo>
                    <a:pt x="242430" y="94647"/>
                  </a:lnTo>
                  <a:lnTo>
                    <a:pt x="241981" y="94669"/>
                  </a:lnTo>
                  <a:lnTo>
                    <a:pt x="241385" y="94699"/>
                  </a:lnTo>
                  <a:lnTo>
                    <a:pt x="240923" y="94722"/>
                  </a:lnTo>
                  <a:lnTo>
                    <a:pt x="240546" y="94931"/>
                  </a:lnTo>
                  <a:lnTo>
                    <a:pt x="239975" y="95248"/>
                  </a:lnTo>
                  <a:lnTo>
                    <a:pt x="239436" y="92266"/>
                  </a:lnTo>
                  <a:lnTo>
                    <a:pt x="239620" y="90824"/>
                  </a:lnTo>
                  <a:lnTo>
                    <a:pt x="239664" y="90478"/>
                  </a:lnTo>
                  <a:lnTo>
                    <a:pt x="239685" y="90313"/>
                  </a:lnTo>
                  <a:lnTo>
                    <a:pt x="239425" y="89992"/>
                  </a:lnTo>
                  <a:lnTo>
                    <a:pt x="239192" y="89108"/>
                  </a:lnTo>
                  <a:lnTo>
                    <a:pt x="239059" y="88604"/>
                  </a:lnTo>
                  <a:lnTo>
                    <a:pt x="238969" y="88265"/>
                  </a:lnTo>
                  <a:lnTo>
                    <a:pt x="238850" y="87997"/>
                  </a:lnTo>
                  <a:lnTo>
                    <a:pt x="238744" y="87596"/>
                  </a:lnTo>
                  <a:lnTo>
                    <a:pt x="238695" y="87421"/>
                  </a:lnTo>
                  <a:lnTo>
                    <a:pt x="238585" y="87024"/>
                  </a:lnTo>
                  <a:lnTo>
                    <a:pt x="238479" y="86642"/>
                  </a:lnTo>
                  <a:lnTo>
                    <a:pt x="238318" y="86115"/>
                  </a:lnTo>
                  <a:lnTo>
                    <a:pt x="238097" y="85533"/>
                  </a:lnTo>
                  <a:lnTo>
                    <a:pt x="238078" y="85297"/>
                  </a:lnTo>
                  <a:lnTo>
                    <a:pt x="238081" y="85018"/>
                  </a:lnTo>
                  <a:lnTo>
                    <a:pt x="238083" y="84835"/>
                  </a:lnTo>
                  <a:lnTo>
                    <a:pt x="238111" y="84525"/>
                  </a:lnTo>
                  <a:lnTo>
                    <a:pt x="238130" y="84314"/>
                  </a:lnTo>
                  <a:lnTo>
                    <a:pt x="238182" y="83836"/>
                  </a:lnTo>
                  <a:lnTo>
                    <a:pt x="238220" y="83355"/>
                  </a:lnTo>
                  <a:lnTo>
                    <a:pt x="238231" y="83217"/>
                  </a:lnTo>
                  <a:lnTo>
                    <a:pt x="238236" y="82851"/>
                  </a:lnTo>
                  <a:lnTo>
                    <a:pt x="238238" y="82713"/>
                  </a:lnTo>
                  <a:lnTo>
                    <a:pt x="238121" y="82565"/>
                  </a:lnTo>
                  <a:lnTo>
                    <a:pt x="237994" y="82429"/>
                  </a:lnTo>
                  <a:lnTo>
                    <a:pt x="237490" y="81925"/>
                  </a:lnTo>
                  <a:lnTo>
                    <a:pt x="237363" y="81789"/>
                  </a:lnTo>
                  <a:lnTo>
                    <a:pt x="237232" y="81651"/>
                  </a:lnTo>
                  <a:lnTo>
                    <a:pt x="237019" y="81424"/>
                  </a:lnTo>
                  <a:lnTo>
                    <a:pt x="236623" y="80999"/>
                  </a:lnTo>
                  <a:lnTo>
                    <a:pt x="236262" y="80634"/>
                  </a:lnTo>
                  <a:lnTo>
                    <a:pt x="235992" y="80352"/>
                  </a:lnTo>
                  <a:lnTo>
                    <a:pt x="235868" y="80216"/>
                  </a:lnTo>
                  <a:lnTo>
                    <a:pt x="235478" y="79822"/>
                  </a:lnTo>
                  <a:lnTo>
                    <a:pt x="235280" y="79637"/>
                  </a:lnTo>
                  <a:lnTo>
                    <a:pt x="235080" y="79447"/>
                  </a:lnTo>
                  <a:lnTo>
                    <a:pt x="234667" y="79060"/>
                  </a:lnTo>
                  <a:lnTo>
                    <a:pt x="234288" y="78704"/>
                  </a:lnTo>
                  <a:lnTo>
                    <a:pt x="233676" y="78151"/>
                  </a:lnTo>
                  <a:lnTo>
                    <a:pt x="233268" y="77780"/>
                  </a:lnTo>
                  <a:lnTo>
                    <a:pt x="233087" y="77621"/>
                  </a:lnTo>
                  <a:lnTo>
                    <a:pt x="232700" y="77267"/>
                  </a:lnTo>
                  <a:lnTo>
                    <a:pt x="232330" y="76932"/>
                  </a:lnTo>
                  <a:lnTo>
                    <a:pt x="231896" y="76538"/>
                  </a:lnTo>
                  <a:lnTo>
                    <a:pt x="231530" y="76144"/>
                  </a:lnTo>
                  <a:lnTo>
                    <a:pt x="231579" y="75989"/>
                  </a:lnTo>
                  <a:lnTo>
                    <a:pt x="231739" y="75666"/>
                  </a:lnTo>
                  <a:lnTo>
                    <a:pt x="232011" y="75180"/>
                  </a:lnTo>
                  <a:lnTo>
                    <a:pt x="232278" y="74702"/>
                  </a:lnTo>
                  <a:lnTo>
                    <a:pt x="232653" y="74334"/>
                  </a:lnTo>
                  <a:lnTo>
                    <a:pt x="233021" y="73971"/>
                  </a:lnTo>
                  <a:lnTo>
                    <a:pt x="233478" y="73528"/>
                  </a:lnTo>
                  <a:lnTo>
                    <a:pt x="233858" y="73162"/>
                  </a:lnTo>
                  <a:lnTo>
                    <a:pt x="234137" y="72848"/>
                  </a:lnTo>
                  <a:lnTo>
                    <a:pt x="234290" y="72695"/>
                  </a:lnTo>
                  <a:lnTo>
                    <a:pt x="234604" y="72379"/>
                  </a:lnTo>
                  <a:lnTo>
                    <a:pt x="234765" y="72217"/>
                  </a:lnTo>
                  <a:lnTo>
                    <a:pt x="235180" y="71732"/>
                  </a:lnTo>
                  <a:lnTo>
                    <a:pt x="235616" y="71267"/>
                  </a:lnTo>
                  <a:lnTo>
                    <a:pt x="235956" y="70944"/>
                  </a:lnTo>
                  <a:lnTo>
                    <a:pt x="236116" y="70785"/>
                  </a:lnTo>
                  <a:lnTo>
                    <a:pt x="236571" y="70386"/>
                  </a:lnTo>
                  <a:lnTo>
                    <a:pt x="236918" y="70034"/>
                  </a:lnTo>
                  <a:lnTo>
                    <a:pt x="237030" y="69868"/>
                  </a:lnTo>
                  <a:lnTo>
                    <a:pt x="237187" y="69687"/>
                  </a:lnTo>
                  <a:lnTo>
                    <a:pt x="237272" y="69526"/>
                  </a:lnTo>
                  <a:lnTo>
                    <a:pt x="237349" y="69324"/>
                  </a:lnTo>
                  <a:lnTo>
                    <a:pt x="237541" y="68900"/>
                  </a:lnTo>
                  <a:lnTo>
                    <a:pt x="237837" y="68323"/>
                  </a:lnTo>
                  <a:lnTo>
                    <a:pt x="237930" y="68114"/>
                  </a:lnTo>
                  <a:lnTo>
                    <a:pt x="238090" y="67852"/>
                  </a:lnTo>
                  <a:lnTo>
                    <a:pt x="238054" y="67337"/>
                  </a:lnTo>
                  <a:lnTo>
                    <a:pt x="237832" y="67159"/>
                  </a:lnTo>
                  <a:lnTo>
                    <a:pt x="237189" y="66645"/>
                  </a:lnTo>
                  <a:lnTo>
                    <a:pt x="236760" y="66484"/>
                  </a:lnTo>
                  <a:lnTo>
                    <a:pt x="236146" y="66254"/>
                  </a:lnTo>
                  <a:lnTo>
                    <a:pt x="237988" y="65701"/>
                  </a:lnTo>
                  <a:lnTo>
                    <a:pt x="238383" y="65180"/>
                  </a:lnTo>
                  <a:lnTo>
                    <a:pt x="238578" y="64922"/>
                  </a:lnTo>
                  <a:lnTo>
                    <a:pt x="238733" y="64825"/>
                  </a:lnTo>
                  <a:lnTo>
                    <a:pt x="239014" y="64647"/>
                  </a:lnTo>
                  <a:lnTo>
                    <a:pt x="239276" y="64481"/>
                  </a:lnTo>
                  <a:lnTo>
                    <a:pt x="239495" y="64343"/>
                  </a:lnTo>
                  <a:lnTo>
                    <a:pt x="239724" y="64198"/>
                  </a:lnTo>
                  <a:lnTo>
                    <a:pt x="240132" y="63940"/>
                  </a:lnTo>
                  <a:lnTo>
                    <a:pt x="240282" y="63846"/>
                  </a:lnTo>
                  <a:lnTo>
                    <a:pt x="240526" y="63691"/>
                  </a:lnTo>
                  <a:lnTo>
                    <a:pt x="241050" y="63361"/>
                  </a:lnTo>
                  <a:lnTo>
                    <a:pt x="241578" y="63027"/>
                  </a:lnTo>
                  <a:lnTo>
                    <a:pt x="241876" y="62838"/>
                  </a:lnTo>
                  <a:lnTo>
                    <a:pt x="242157" y="62661"/>
                  </a:lnTo>
                  <a:lnTo>
                    <a:pt x="242441" y="62481"/>
                  </a:lnTo>
                  <a:lnTo>
                    <a:pt x="243071" y="62083"/>
                  </a:lnTo>
                  <a:lnTo>
                    <a:pt x="243523" y="61797"/>
                  </a:lnTo>
                  <a:lnTo>
                    <a:pt x="243802" y="61621"/>
                  </a:lnTo>
                  <a:lnTo>
                    <a:pt x="244225" y="61353"/>
                  </a:lnTo>
                  <a:lnTo>
                    <a:pt x="244554" y="61146"/>
                  </a:lnTo>
                  <a:lnTo>
                    <a:pt x="244714" y="61045"/>
                  </a:lnTo>
                  <a:lnTo>
                    <a:pt x="244218" y="60374"/>
                  </a:lnTo>
                  <a:lnTo>
                    <a:pt x="244007" y="60087"/>
                  </a:lnTo>
                  <a:lnTo>
                    <a:pt x="243619" y="59561"/>
                  </a:lnTo>
                  <a:lnTo>
                    <a:pt x="243340" y="59184"/>
                  </a:lnTo>
                  <a:lnTo>
                    <a:pt x="242928" y="58624"/>
                  </a:lnTo>
                  <a:lnTo>
                    <a:pt x="242655" y="58255"/>
                  </a:lnTo>
                  <a:lnTo>
                    <a:pt x="242349" y="57840"/>
                  </a:lnTo>
                  <a:lnTo>
                    <a:pt x="242047" y="57431"/>
                  </a:lnTo>
                  <a:lnTo>
                    <a:pt x="241585" y="56805"/>
                  </a:lnTo>
                  <a:lnTo>
                    <a:pt x="241401" y="56555"/>
                  </a:lnTo>
                  <a:lnTo>
                    <a:pt x="241109" y="56159"/>
                  </a:lnTo>
                  <a:lnTo>
                    <a:pt x="241081" y="55916"/>
                  </a:lnTo>
                  <a:lnTo>
                    <a:pt x="241037" y="55529"/>
                  </a:lnTo>
                  <a:lnTo>
                    <a:pt x="240967" y="54921"/>
                  </a:lnTo>
                  <a:lnTo>
                    <a:pt x="240916" y="54481"/>
                  </a:lnTo>
                  <a:lnTo>
                    <a:pt x="240878" y="54150"/>
                  </a:lnTo>
                  <a:lnTo>
                    <a:pt x="240839" y="53807"/>
                  </a:lnTo>
                  <a:lnTo>
                    <a:pt x="240813" y="53585"/>
                  </a:lnTo>
                  <a:lnTo>
                    <a:pt x="240767" y="53179"/>
                  </a:lnTo>
                  <a:lnTo>
                    <a:pt x="240736" y="52915"/>
                  </a:lnTo>
                  <a:lnTo>
                    <a:pt x="240721" y="52777"/>
                  </a:lnTo>
                  <a:lnTo>
                    <a:pt x="240598" y="51711"/>
                  </a:lnTo>
                  <a:lnTo>
                    <a:pt x="240565" y="51427"/>
                  </a:lnTo>
                  <a:lnTo>
                    <a:pt x="240437" y="50174"/>
                  </a:lnTo>
                  <a:lnTo>
                    <a:pt x="239918" y="49658"/>
                  </a:lnTo>
                  <a:lnTo>
                    <a:pt x="239640" y="49330"/>
                  </a:lnTo>
                  <a:lnTo>
                    <a:pt x="239379" y="49023"/>
                  </a:lnTo>
                  <a:lnTo>
                    <a:pt x="238853" y="48402"/>
                  </a:lnTo>
                  <a:lnTo>
                    <a:pt x="238560" y="48056"/>
                  </a:lnTo>
                  <a:lnTo>
                    <a:pt x="238346" y="47804"/>
                  </a:lnTo>
                  <a:lnTo>
                    <a:pt x="237700" y="47041"/>
                  </a:lnTo>
                  <a:lnTo>
                    <a:pt x="237560" y="46877"/>
                  </a:lnTo>
                  <a:lnTo>
                    <a:pt x="236974" y="46185"/>
                  </a:lnTo>
                  <a:lnTo>
                    <a:pt x="236667" y="45823"/>
                  </a:lnTo>
                  <a:lnTo>
                    <a:pt x="236473" y="45594"/>
                  </a:lnTo>
                  <a:lnTo>
                    <a:pt x="236055" y="45100"/>
                  </a:lnTo>
                  <a:lnTo>
                    <a:pt x="235754" y="44745"/>
                  </a:lnTo>
                  <a:lnTo>
                    <a:pt x="235525" y="44475"/>
                  </a:lnTo>
                  <a:lnTo>
                    <a:pt x="235157" y="44041"/>
                  </a:lnTo>
                  <a:lnTo>
                    <a:pt x="234715" y="43536"/>
                  </a:lnTo>
                  <a:lnTo>
                    <a:pt x="234599" y="42808"/>
                  </a:lnTo>
                  <a:lnTo>
                    <a:pt x="234374" y="41531"/>
                  </a:lnTo>
                  <a:lnTo>
                    <a:pt x="234245" y="40811"/>
                  </a:lnTo>
                  <a:lnTo>
                    <a:pt x="234151" y="40269"/>
                  </a:lnTo>
                  <a:lnTo>
                    <a:pt x="234108" y="40028"/>
                  </a:lnTo>
                  <a:lnTo>
                    <a:pt x="233921" y="38989"/>
                  </a:lnTo>
                  <a:lnTo>
                    <a:pt x="233874" y="38719"/>
                  </a:lnTo>
                  <a:lnTo>
                    <a:pt x="233839" y="38520"/>
                  </a:lnTo>
                  <a:lnTo>
                    <a:pt x="233699" y="37719"/>
                  </a:lnTo>
                  <a:lnTo>
                    <a:pt x="233473" y="36438"/>
                  </a:lnTo>
                  <a:lnTo>
                    <a:pt x="233312" y="35530"/>
                  </a:lnTo>
                  <a:lnTo>
                    <a:pt x="233178" y="34767"/>
                  </a:lnTo>
                  <a:lnTo>
                    <a:pt x="233136" y="34530"/>
                  </a:lnTo>
                  <a:lnTo>
                    <a:pt x="232948" y="33473"/>
                  </a:lnTo>
                  <a:lnTo>
                    <a:pt x="234205" y="32146"/>
                  </a:lnTo>
                  <a:lnTo>
                    <a:pt x="235321" y="30971"/>
                  </a:lnTo>
                  <a:lnTo>
                    <a:pt x="235600" y="30676"/>
                  </a:lnTo>
                  <a:lnTo>
                    <a:pt x="235984" y="30271"/>
                  </a:lnTo>
                  <a:lnTo>
                    <a:pt x="236500" y="29727"/>
                  </a:lnTo>
                  <a:lnTo>
                    <a:pt x="236678" y="29539"/>
                  </a:lnTo>
                  <a:lnTo>
                    <a:pt x="236929" y="29277"/>
                  </a:lnTo>
                  <a:lnTo>
                    <a:pt x="238015" y="28132"/>
                  </a:lnTo>
                  <a:lnTo>
                    <a:pt x="238355" y="27246"/>
                  </a:lnTo>
                  <a:lnTo>
                    <a:pt x="238132" y="27000"/>
                  </a:lnTo>
                  <a:lnTo>
                    <a:pt x="237773" y="26536"/>
                  </a:lnTo>
                  <a:lnTo>
                    <a:pt x="237457" y="26301"/>
                  </a:lnTo>
                  <a:lnTo>
                    <a:pt x="237225" y="26130"/>
                  </a:lnTo>
                  <a:lnTo>
                    <a:pt x="237114" y="26001"/>
                  </a:lnTo>
                  <a:lnTo>
                    <a:pt x="236714" y="25656"/>
                  </a:lnTo>
                  <a:lnTo>
                    <a:pt x="236843" y="24810"/>
                  </a:lnTo>
                  <a:lnTo>
                    <a:pt x="237030" y="24569"/>
                  </a:lnTo>
                  <a:lnTo>
                    <a:pt x="237070" y="24334"/>
                  </a:lnTo>
                  <a:lnTo>
                    <a:pt x="237206" y="23387"/>
                  </a:lnTo>
                  <a:lnTo>
                    <a:pt x="236631" y="23045"/>
                  </a:lnTo>
                  <a:lnTo>
                    <a:pt x="236036" y="22754"/>
                  </a:lnTo>
                  <a:lnTo>
                    <a:pt x="235480" y="22484"/>
                  </a:lnTo>
                  <a:lnTo>
                    <a:pt x="234920" y="22198"/>
                  </a:lnTo>
                  <a:lnTo>
                    <a:pt x="234308" y="21898"/>
                  </a:lnTo>
                  <a:lnTo>
                    <a:pt x="233748" y="21622"/>
                  </a:lnTo>
                  <a:lnTo>
                    <a:pt x="233202" y="21305"/>
                  </a:lnTo>
                  <a:lnTo>
                    <a:pt x="233131" y="21162"/>
                  </a:lnTo>
                  <a:lnTo>
                    <a:pt x="232993" y="20886"/>
                  </a:lnTo>
                  <a:lnTo>
                    <a:pt x="232887" y="20707"/>
                  </a:lnTo>
                  <a:lnTo>
                    <a:pt x="232634" y="20121"/>
                  </a:lnTo>
                  <a:lnTo>
                    <a:pt x="232346" y="19533"/>
                  </a:lnTo>
                  <a:lnTo>
                    <a:pt x="231952" y="18647"/>
                  </a:lnTo>
                  <a:lnTo>
                    <a:pt x="231715" y="18185"/>
                  </a:lnTo>
                  <a:lnTo>
                    <a:pt x="231591" y="17941"/>
                  </a:lnTo>
                  <a:lnTo>
                    <a:pt x="231528" y="17774"/>
                  </a:lnTo>
                  <a:lnTo>
                    <a:pt x="231221" y="17195"/>
                  </a:lnTo>
                  <a:lnTo>
                    <a:pt x="230942" y="16621"/>
                  </a:lnTo>
                  <a:lnTo>
                    <a:pt x="230658" y="16040"/>
                  </a:lnTo>
                  <a:lnTo>
                    <a:pt x="230292" y="15456"/>
                  </a:lnTo>
                  <a:lnTo>
                    <a:pt x="230081" y="15182"/>
                  </a:lnTo>
                  <a:lnTo>
                    <a:pt x="229767" y="14619"/>
                  </a:lnTo>
                  <a:lnTo>
                    <a:pt x="230171" y="14282"/>
                  </a:lnTo>
                  <a:lnTo>
                    <a:pt x="230529" y="13958"/>
                  </a:lnTo>
                  <a:lnTo>
                    <a:pt x="230672" y="13822"/>
                  </a:lnTo>
                  <a:lnTo>
                    <a:pt x="230864" y="13669"/>
                  </a:lnTo>
                  <a:lnTo>
                    <a:pt x="230974" y="13353"/>
                  </a:lnTo>
                  <a:lnTo>
                    <a:pt x="229766" y="11869"/>
                  </a:lnTo>
                  <a:lnTo>
                    <a:pt x="229641" y="11739"/>
                  </a:lnTo>
                  <a:lnTo>
                    <a:pt x="228981" y="11037"/>
                  </a:lnTo>
                  <a:lnTo>
                    <a:pt x="228824" y="10939"/>
                  </a:lnTo>
                  <a:lnTo>
                    <a:pt x="227884" y="10598"/>
                  </a:lnTo>
                  <a:lnTo>
                    <a:pt x="227440" y="10250"/>
                  </a:lnTo>
                  <a:lnTo>
                    <a:pt x="226914" y="10860"/>
                  </a:lnTo>
                  <a:lnTo>
                    <a:pt x="226976" y="11716"/>
                  </a:lnTo>
                  <a:lnTo>
                    <a:pt x="226196" y="7426"/>
                  </a:lnTo>
                  <a:lnTo>
                    <a:pt x="225992" y="7079"/>
                  </a:lnTo>
                  <a:lnTo>
                    <a:pt x="224790" y="7234"/>
                  </a:lnTo>
                  <a:lnTo>
                    <a:pt x="224452" y="7236"/>
                  </a:lnTo>
                  <a:lnTo>
                    <a:pt x="223920" y="7288"/>
                  </a:lnTo>
                  <a:lnTo>
                    <a:pt x="222424" y="7171"/>
                  </a:lnTo>
                  <a:lnTo>
                    <a:pt x="222330" y="7035"/>
                  </a:lnTo>
                  <a:lnTo>
                    <a:pt x="222009" y="6718"/>
                  </a:lnTo>
                  <a:lnTo>
                    <a:pt x="221880" y="6690"/>
                  </a:lnTo>
                  <a:lnTo>
                    <a:pt x="221597" y="6524"/>
                  </a:lnTo>
                  <a:lnTo>
                    <a:pt x="221219" y="6409"/>
                  </a:lnTo>
                  <a:lnTo>
                    <a:pt x="220975" y="6299"/>
                  </a:lnTo>
                  <a:lnTo>
                    <a:pt x="221025" y="6514"/>
                  </a:lnTo>
                  <a:lnTo>
                    <a:pt x="221125" y="6925"/>
                  </a:lnTo>
                  <a:lnTo>
                    <a:pt x="221114" y="7174"/>
                  </a:lnTo>
                  <a:lnTo>
                    <a:pt x="221458" y="8879"/>
                  </a:lnTo>
                  <a:lnTo>
                    <a:pt x="220354" y="9285"/>
                  </a:lnTo>
                  <a:lnTo>
                    <a:pt x="220215" y="9336"/>
                  </a:lnTo>
                  <a:lnTo>
                    <a:pt x="219924" y="9443"/>
                  </a:lnTo>
                  <a:lnTo>
                    <a:pt x="219481" y="11205"/>
                  </a:lnTo>
                  <a:lnTo>
                    <a:pt x="219447" y="11343"/>
                  </a:lnTo>
                  <a:lnTo>
                    <a:pt x="219283" y="11984"/>
                  </a:lnTo>
                  <a:lnTo>
                    <a:pt x="219108" y="12638"/>
                  </a:lnTo>
                  <a:lnTo>
                    <a:pt x="218999" y="13082"/>
                  </a:lnTo>
                  <a:lnTo>
                    <a:pt x="218092" y="12836"/>
                  </a:lnTo>
                  <a:lnTo>
                    <a:pt x="216331" y="12411"/>
                  </a:lnTo>
                  <a:lnTo>
                    <a:pt x="216188" y="12346"/>
                  </a:lnTo>
                  <a:lnTo>
                    <a:pt x="216048" y="11651"/>
                  </a:lnTo>
                  <a:lnTo>
                    <a:pt x="215785" y="11449"/>
                  </a:lnTo>
                  <a:lnTo>
                    <a:pt x="215586" y="11248"/>
                  </a:lnTo>
                  <a:lnTo>
                    <a:pt x="215445" y="11046"/>
                  </a:lnTo>
                  <a:lnTo>
                    <a:pt x="215272" y="10922"/>
                  </a:lnTo>
                  <a:lnTo>
                    <a:pt x="215035" y="10753"/>
                  </a:lnTo>
                  <a:lnTo>
                    <a:pt x="214571" y="10552"/>
                  </a:lnTo>
                  <a:lnTo>
                    <a:pt x="214292" y="10394"/>
                  </a:lnTo>
                  <a:lnTo>
                    <a:pt x="214024" y="10289"/>
                  </a:lnTo>
                  <a:lnTo>
                    <a:pt x="213609" y="10122"/>
                  </a:lnTo>
                  <a:lnTo>
                    <a:pt x="212918" y="9546"/>
                  </a:lnTo>
                  <a:lnTo>
                    <a:pt x="212786" y="9494"/>
                  </a:lnTo>
                  <a:lnTo>
                    <a:pt x="212622" y="9372"/>
                  </a:lnTo>
                  <a:lnTo>
                    <a:pt x="212444" y="9250"/>
                  </a:lnTo>
                  <a:lnTo>
                    <a:pt x="212278" y="9079"/>
                  </a:lnTo>
                  <a:lnTo>
                    <a:pt x="211945" y="8273"/>
                  </a:lnTo>
                  <a:lnTo>
                    <a:pt x="211699" y="8411"/>
                  </a:lnTo>
                  <a:lnTo>
                    <a:pt x="211352" y="8796"/>
                  </a:lnTo>
                  <a:lnTo>
                    <a:pt x="211281" y="9018"/>
                  </a:lnTo>
                  <a:lnTo>
                    <a:pt x="210843" y="9363"/>
                  </a:lnTo>
                  <a:lnTo>
                    <a:pt x="210646" y="9260"/>
                  </a:lnTo>
                  <a:lnTo>
                    <a:pt x="209725" y="8329"/>
                  </a:lnTo>
                  <a:lnTo>
                    <a:pt x="209521" y="8202"/>
                  </a:lnTo>
                  <a:lnTo>
                    <a:pt x="209483" y="8057"/>
                  </a:lnTo>
                  <a:lnTo>
                    <a:pt x="209535" y="7888"/>
                  </a:lnTo>
                  <a:lnTo>
                    <a:pt x="209722" y="7187"/>
                  </a:lnTo>
                  <a:lnTo>
                    <a:pt x="209579" y="7054"/>
                  </a:lnTo>
                  <a:lnTo>
                    <a:pt x="209176" y="6592"/>
                  </a:lnTo>
                  <a:lnTo>
                    <a:pt x="208435" y="5957"/>
                  </a:lnTo>
                  <a:lnTo>
                    <a:pt x="208238" y="5687"/>
                  </a:lnTo>
                  <a:lnTo>
                    <a:pt x="208046" y="5462"/>
                  </a:lnTo>
                  <a:lnTo>
                    <a:pt x="207669" y="5117"/>
                  </a:lnTo>
                  <a:lnTo>
                    <a:pt x="207354" y="4972"/>
                  </a:lnTo>
                  <a:lnTo>
                    <a:pt x="207097" y="4897"/>
                  </a:lnTo>
                  <a:lnTo>
                    <a:pt x="206365" y="5000"/>
                  </a:lnTo>
                  <a:lnTo>
                    <a:pt x="206243" y="5138"/>
                  </a:lnTo>
                  <a:lnTo>
                    <a:pt x="205608" y="5551"/>
                  </a:lnTo>
                  <a:lnTo>
                    <a:pt x="205352" y="5370"/>
                  </a:lnTo>
                  <a:lnTo>
                    <a:pt x="205191" y="5258"/>
                  </a:lnTo>
                  <a:lnTo>
                    <a:pt x="204977" y="5110"/>
                  </a:lnTo>
                  <a:lnTo>
                    <a:pt x="204642" y="4873"/>
                  </a:lnTo>
                  <a:lnTo>
                    <a:pt x="204054" y="4465"/>
                  </a:lnTo>
                  <a:lnTo>
                    <a:pt x="203568" y="4093"/>
                  </a:lnTo>
                  <a:lnTo>
                    <a:pt x="202942" y="3640"/>
                  </a:lnTo>
                  <a:lnTo>
                    <a:pt x="202762" y="3478"/>
                  </a:lnTo>
                  <a:lnTo>
                    <a:pt x="202544" y="3293"/>
                  </a:lnTo>
                  <a:lnTo>
                    <a:pt x="202208" y="3124"/>
                  </a:lnTo>
                  <a:lnTo>
                    <a:pt x="201922" y="2970"/>
                  </a:lnTo>
                  <a:lnTo>
                    <a:pt x="201425" y="2864"/>
                  </a:lnTo>
                  <a:lnTo>
                    <a:pt x="201111" y="2677"/>
                  </a:lnTo>
                  <a:lnTo>
                    <a:pt x="200875" y="2456"/>
                  </a:lnTo>
                  <a:lnTo>
                    <a:pt x="200528" y="2105"/>
                  </a:lnTo>
                  <a:lnTo>
                    <a:pt x="199759" y="2250"/>
                  </a:lnTo>
                  <a:lnTo>
                    <a:pt x="199278" y="2191"/>
                  </a:lnTo>
                  <a:lnTo>
                    <a:pt x="199093" y="2018"/>
                  </a:lnTo>
                  <a:lnTo>
                    <a:pt x="198896" y="1837"/>
                  </a:lnTo>
                  <a:lnTo>
                    <a:pt x="198736" y="1716"/>
                  </a:lnTo>
                  <a:lnTo>
                    <a:pt x="198528" y="1504"/>
                  </a:lnTo>
                  <a:lnTo>
                    <a:pt x="198164" y="1195"/>
                  </a:lnTo>
                  <a:lnTo>
                    <a:pt x="197123" y="161"/>
                  </a:lnTo>
                  <a:lnTo>
                    <a:pt x="196957" y="105"/>
                  </a:lnTo>
                  <a:lnTo>
                    <a:pt x="196797" y="0"/>
                  </a:lnTo>
                  <a:lnTo>
                    <a:pt x="196097" y="925"/>
                  </a:lnTo>
                  <a:lnTo>
                    <a:pt x="195918" y="962"/>
                  </a:lnTo>
                  <a:lnTo>
                    <a:pt x="194529" y="1250"/>
                  </a:lnTo>
                  <a:lnTo>
                    <a:pt x="193654" y="1279"/>
                  </a:lnTo>
                  <a:lnTo>
                    <a:pt x="191036" y="1368"/>
                  </a:lnTo>
                  <a:lnTo>
                    <a:pt x="190657" y="1381"/>
                  </a:lnTo>
                  <a:lnTo>
                    <a:pt x="189497" y="1419"/>
                  </a:lnTo>
                  <a:lnTo>
                    <a:pt x="189314" y="1425"/>
                  </a:lnTo>
                  <a:lnTo>
                    <a:pt x="189059" y="1433"/>
                  </a:lnTo>
                  <a:lnTo>
                    <a:pt x="188799" y="1441"/>
                  </a:lnTo>
                  <a:lnTo>
                    <a:pt x="187231" y="1492"/>
                  </a:lnTo>
                  <a:lnTo>
                    <a:pt x="186318" y="1570"/>
                  </a:lnTo>
                  <a:lnTo>
                    <a:pt x="185334" y="1954"/>
                  </a:lnTo>
                  <a:lnTo>
                    <a:pt x="184890" y="2132"/>
                  </a:lnTo>
                  <a:lnTo>
                    <a:pt x="184532" y="2277"/>
                  </a:lnTo>
                  <a:lnTo>
                    <a:pt x="183044" y="2876"/>
                  </a:lnTo>
                  <a:lnTo>
                    <a:pt x="180891" y="3747"/>
                  </a:lnTo>
                  <a:lnTo>
                    <a:pt x="180652" y="4955"/>
                  </a:lnTo>
                  <a:lnTo>
                    <a:pt x="180586" y="5201"/>
                  </a:lnTo>
                  <a:lnTo>
                    <a:pt x="180092" y="7034"/>
                  </a:lnTo>
                  <a:lnTo>
                    <a:pt x="179967" y="7495"/>
                  </a:lnTo>
                  <a:lnTo>
                    <a:pt x="179798" y="8125"/>
                  </a:lnTo>
                  <a:lnTo>
                    <a:pt x="179533" y="9092"/>
                  </a:lnTo>
                  <a:lnTo>
                    <a:pt x="179283" y="10003"/>
                  </a:lnTo>
                  <a:lnTo>
                    <a:pt x="178915" y="11002"/>
                  </a:lnTo>
                  <a:lnTo>
                    <a:pt x="178624" y="11793"/>
                  </a:lnTo>
                  <a:lnTo>
                    <a:pt x="176748" y="13401"/>
                  </a:lnTo>
                  <a:lnTo>
                    <a:pt x="176085" y="13828"/>
                  </a:lnTo>
                  <a:lnTo>
                    <a:pt x="175844" y="14103"/>
                  </a:lnTo>
                  <a:lnTo>
                    <a:pt x="175532" y="14460"/>
                  </a:lnTo>
                  <a:lnTo>
                    <a:pt x="175258" y="14772"/>
                  </a:lnTo>
                  <a:lnTo>
                    <a:pt x="175015" y="15050"/>
                  </a:lnTo>
                  <a:lnTo>
                    <a:pt x="174541" y="15591"/>
                  </a:lnTo>
                  <a:lnTo>
                    <a:pt x="174194" y="16223"/>
                  </a:lnTo>
                  <a:lnTo>
                    <a:pt x="173709" y="17104"/>
                  </a:lnTo>
                  <a:lnTo>
                    <a:pt x="173376" y="17710"/>
                  </a:lnTo>
                  <a:lnTo>
                    <a:pt x="173244" y="17950"/>
                  </a:lnTo>
                  <a:lnTo>
                    <a:pt x="173109" y="18196"/>
                  </a:lnTo>
                  <a:lnTo>
                    <a:pt x="172904" y="18569"/>
                  </a:lnTo>
                  <a:lnTo>
                    <a:pt x="172364" y="19549"/>
                  </a:lnTo>
                  <a:lnTo>
                    <a:pt x="172279" y="19704"/>
                  </a:lnTo>
                  <a:lnTo>
                    <a:pt x="171885" y="19432"/>
                  </a:lnTo>
                  <a:lnTo>
                    <a:pt x="171622" y="19250"/>
                  </a:lnTo>
                  <a:lnTo>
                    <a:pt x="171003" y="18821"/>
                  </a:lnTo>
                  <a:lnTo>
                    <a:pt x="170782" y="18668"/>
                  </a:lnTo>
                  <a:lnTo>
                    <a:pt x="170086" y="18187"/>
                  </a:lnTo>
                  <a:lnTo>
                    <a:pt x="168141" y="16844"/>
                  </a:lnTo>
                  <a:lnTo>
                    <a:pt x="167856" y="16634"/>
                  </a:lnTo>
                  <a:lnTo>
                    <a:pt x="167654" y="16598"/>
                  </a:lnTo>
                  <a:lnTo>
                    <a:pt x="165124" y="16151"/>
                  </a:lnTo>
                  <a:lnTo>
                    <a:pt x="164889" y="17108"/>
                  </a:lnTo>
                  <a:lnTo>
                    <a:pt x="164801" y="17469"/>
                  </a:lnTo>
                  <a:lnTo>
                    <a:pt x="164602" y="18270"/>
                  </a:lnTo>
                  <a:lnTo>
                    <a:pt x="164521" y="18587"/>
                  </a:lnTo>
                  <a:lnTo>
                    <a:pt x="164272" y="19577"/>
                  </a:lnTo>
                  <a:lnTo>
                    <a:pt x="164234" y="19732"/>
                  </a:lnTo>
                  <a:lnTo>
                    <a:pt x="164053" y="20488"/>
                  </a:lnTo>
                  <a:lnTo>
                    <a:pt x="164012" y="20671"/>
                  </a:lnTo>
                  <a:lnTo>
                    <a:pt x="163890" y="21155"/>
                  </a:lnTo>
                  <a:lnTo>
                    <a:pt x="163824" y="21416"/>
                  </a:lnTo>
                  <a:lnTo>
                    <a:pt x="163763" y="21636"/>
                  </a:lnTo>
                  <a:lnTo>
                    <a:pt x="163706" y="21911"/>
                  </a:lnTo>
                  <a:lnTo>
                    <a:pt x="163627" y="22301"/>
                  </a:lnTo>
                  <a:lnTo>
                    <a:pt x="163595" y="22457"/>
                  </a:lnTo>
                  <a:lnTo>
                    <a:pt x="163510" y="22870"/>
                  </a:lnTo>
                  <a:lnTo>
                    <a:pt x="163425" y="23100"/>
                  </a:lnTo>
                  <a:lnTo>
                    <a:pt x="163385" y="23262"/>
                  </a:lnTo>
                  <a:lnTo>
                    <a:pt x="163260" y="23774"/>
                  </a:lnTo>
                  <a:lnTo>
                    <a:pt x="163074" y="24531"/>
                  </a:lnTo>
                  <a:lnTo>
                    <a:pt x="162929" y="25118"/>
                  </a:lnTo>
                  <a:lnTo>
                    <a:pt x="162847" y="25449"/>
                  </a:lnTo>
                  <a:lnTo>
                    <a:pt x="162769" y="25772"/>
                  </a:lnTo>
                  <a:lnTo>
                    <a:pt x="162518" y="26807"/>
                  </a:lnTo>
                  <a:lnTo>
                    <a:pt x="162476" y="26979"/>
                  </a:lnTo>
                  <a:lnTo>
                    <a:pt x="162339" y="27542"/>
                  </a:lnTo>
                  <a:lnTo>
                    <a:pt x="162209" y="28079"/>
                  </a:lnTo>
                  <a:lnTo>
                    <a:pt x="162064" y="28661"/>
                  </a:lnTo>
                  <a:lnTo>
                    <a:pt x="161603" y="30409"/>
                  </a:lnTo>
                  <a:lnTo>
                    <a:pt x="161582" y="30552"/>
                  </a:lnTo>
                  <a:lnTo>
                    <a:pt x="161568" y="30810"/>
                  </a:lnTo>
                  <a:lnTo>
                    <a:pt x="161561" y="30941"/>
                  </a:lnTo>
                  <a:lnTo>
                    <a:pt x="161551" y="31190"/>
                  </a:lnTo>
                  <a:lnTo>
                    <a:pt x="161525" y="31490"/>
                  </a:lnTo>
                  <a:lnTo>
                    <a:pt x="161514" y="31630"/>
                  </a:lnTo>
                  <a:lnTo>
                    <a:pt x="161514" y="31862"/>
                  </a:lnTo>
                  <a:lnTo>
                    <a:pt x="161497" y="32045"/>
                  </a:lnTo>
                  <a:lnTo>
                    <a:pt x="161483" y="32181"/>
                  </a:lnTo>
                  <a:lnTo>
                    <a:pt x="161472" y="32322"/>
                  </a:lnTo>
                  <a:lnTo>
                    <a:pt x="161464" y="32540"/>
                  </a:lnTo>
                  <a:lnTo>
                    <a:pt x="161446" y="32723"/>
                  </a:lnTo>
                  <a:lnTo>
                    <a:pt x="161432" y="32866"/>
                  </a:lnTo>
                  <a:lnTo>
                    <a:pt x="161408" y="33128"/>
                  </a:lnTo>
                  <a:lnTo>
                    <a:pt x="161380" y="33412"/>
                  </a:lnTo>
                  <a:lnTo>
                    <a:pt x="161375" y="33555"/>
                  </a:lnTo>
                  <a:lnTo>
                    <a:pt x="161387" y="33771"/>
                  </a:lnTo>
                  <a:lnTo>
                    <a:pt x="161368" y="33956"/>
                  </a:lnTo>
                  <a:lnTo>
                    <a:pt x="161357" y="34087"/>
                  </a:lnTo>
                  <a:lnTo>
                    <a:pt x="161345" y="34228"/>
                  </a:lnTo>
                  <a:lnTo>
                    <a:pt x="161329" y="34371"/>
                  </a:lnTo>
                  <a:lnTo>
                    <a:pt x="161303" y="34655"/>
                  </a:lnTo>
                  <a:lnTo>
                    <a:pt x="161286" y="34821"/>
                  </a:lnTo>
                  <a:lnTo>
                    <a:pt x="161289" y="34959"/>
                  </a:lnTo>
                  <a:lnTo>
                    <a:pt x="161275" y="35095"/>
                  </a:lnTo>
                  <a:lnTo>
                    <a:pt x="161092" y="35215"/>
                  </a:lnTo>
                  <a:lnTo>
                    <a:pt x="160520" y="35585"/>
                  </a:lnTo>
                  <a:lnTo>
                    <a:pt x="160126" y="35820"/>
                  </a:lnTo>
                  <a:lnTo>
                    <a:pt x="159945" y="35930"/>
                  </a:lnTo>
                  <a:lnTo>
                    <a:pt x="159498" y="36251"/>
                  </a:lnTo>
                  <a:lnTo>
                    <a:pt x="159204" y="36380"/>
                  </a:lnTo>
                  <a:lnTo>
                    <a:pt x="158968" y="36528"/>
                  </a:lnTo>
                  <a:lnTo>
                    <a:pt x="158825" y="36837"/>
                  </a:lnTo>
                  <a:lnTo>
                    <a:pt x="158900" y="37051"/>
                  </a:lnTo>
                  <a:lnTo>
                    <a:pt x="159024" y="37260"/>
                  </a:lnTo>
                  <a:lnTo>
                    <a:pt x="159149" y="37457"/>
                  </a:lnTo>
                  <a:lnTo>
                    <a:pt x="159314" y="37793"/>
                  </a:lnTo>
                  <a:lnTo>
                    <a:pt x="159564" y="37931"/>
                  </a:lnTo>
                  <a:lnTo>
                    <a:pt x="160113" y="38356"/>
                  </a:lnTo>
                  <a:lnTo>
                    <a:pt x="160551" y="38852"/>
                  </a:lnTo>
                  <a:lnTo>
                    <a:pt x="161244" y="39370"/>
                  </a:lnTo>
                  <a:lnTo>
                    <a:pt x="161377" y="39433"/>
                  </a:lnTo>
                  <a:lnTo>
                    <a:pt x="161507" y="39491"/>
                  </a:lnTo>
                  <a:lnTo>
                    <a:pt x="161636" y="39551"/>
                  </a:lnTo>
                  <a:lnTo>
                    <a:pt x="162123" y="39776"/>
                  </a:lnTo>
                  <a:lnTo>
                    <a:pt x="162261" y="39840"/>
                  </a:lnTo>
                  <a:lnTo>
                    <a:pt x="162446" y="39929"/>
                  </a:lnTo>
                  <a:lnTo>
                    <a:pt x="162620" y="39924"/>
                  </a:lnTo>
                  <a:lnTo>
                    <a:pt x="162992" y="40152"/>
                  </a:lnTo>
                  <a:lnTo>
                    <a:pt x="163435" y="40466"/>
                  </a:lnTo>
                  <a:lnTo>
                    <a:pt x="163521" y="40606"/>
                  </a:lnTo>
                  <a:lnTo>
                    <a:pt x="163673" y="40794"/>
                  </a:lnTo>
                  <a:lnTo>
                    <a:pt x="163852" y="41046"/>
                  </a:lnTo>
                  <a:lnTo>
                    <a:pt x="163856" y="41469"/>
                  </a:lnTo>
                  <a:lnTo>
                    <a:pt x="163626" y="41644"/>
                  </a:lnTo>
                  <a:lnTo>
                    <a:pt x="163392" y="41994"/>
                  </a:lnTo>
                  <a:lnTo>
                    <a:pt x="163172" y="42374"/>
                  </a:lnTo>
                  <a:lnTo>
                    <a:pt x="163209" y="42645"/>
                  </a:lnTo>
                  <a:lnTo>
                    <a:pt x="163307" y="42791"/>
                  </a:lnTo>
                  <a:lnTo>
                    <a:pt x="163462" y="42928"/>
                  </a:lnTo>
                  <a:lnTo>
                    <a:pt x="163676" y="43116"/>
                  </a:lnTo>
                  <a:lnTo>
                    <a:pt x="164131" y="43396"/>
                  </a:lnTo>
                  <a:lnTo>
                    <a:pt x="164270" y="43474"/>
                  </a:lnTo>
                  <a:lnTo>
                    <a:pt x="164492" y="43582"/>
                  </a:lnTo>
                  <a:lnTo>
                    <a:pt x="164918" y="44183"/>
                  </a:lnTo>
                  <a:lnTo>
                    <a:pt x="164907" y="44508"/>
                  </a:lnTo>
                  <a:lnTo>
                    <a:pt x="164909" y="45059"/>
                  </a:lnTo>
                  <a:lnTo>
                    <a:pt x="165093" y="45238"/>
                  </a:lnTo>
                  <a:lnTo>
                    <a:pt x="165197" y="45377"/>
                  </a:lnTo>
                  <a:lnTo>
                    <a:pt x="165254" y="45644"/>
                  </a:lnTo>
                  <a:lnTo>
                    <a:pt x="165510" y="46112"/>
                  </a:lnTo>
                  <a:lnTo>
                    <a:pt x="165617" y="46335"/>
                  </a:lnTo>
                  <a:lnTo>
                    <a:pt x="165347" y="46894"/>
                  </a:lnTo>
                  <a:lnTo>
                    <a:pt x="164994" y="47085"/>
                  </a:lnTo>
                  <a:lnTo>
                    <a:pt x="164614" y="47302"/>
                  </a:lnTo>
                  <a:lnTo>
                    <a:pt x="163603" y="48222"/>
                  </a:lnTo>
                  <a:lnTo>
                    <a:pt x="163335" y="48553"/>
                  </a:lnTo>
                  <a:lnTo>
                    <a:pt x="163256" y="48697"/>
                  </a:lnTo>
                  <a:lnTo>
                    <a:pt x="163129" y="48917"/>
                  </a:lnTo>
                  <a:lnTo>
                    <a:pt x="163027" y="49076"/>
                  </a:lnTo>
                  <a:lnTo>
                    <a:pt x="162867" y="49310"/>
                  </a:lnTo>
                  <a:lnTo>
                    <a:pt x="162728" y="49547"/>
                  </a:lnTo>
                  <a:lnTo>
                    <a:pt x="162458" y="49708"/>
                  </a:lnTo>
                  <a:lnTo>
                    <a:pt x="162284" y="49890"/>
                  </a:lnTo>
                  <a:lnTo>
                    <a:pt x="162118" y="50083"/>
                  </a:lnTo>
                  <a:lnTo>
                    <a:pt x="162028" y="50256"/>
                  </a:lnTo>
                  <a:lnTo>
                    <a:pt x="161943" y="50529"/>
                  </a:lnTo>
                  <a:lnTo>
                    <a:pt x="161886" y="50846"/>
                  </a:lnTo>
                  <a:lnTo>
                    <a:pt x="161856" y="51172"/>
                  </a:lnTo>
                  <a:lnTo>
                    <a:pt x="161415" y="51629"/>
                  </a:lnTo>
                  <a:lnTo>
                    <a:pt x="160677" y="51965"/>
                  </a:lnTo>
                  <a:lnTo>
                    <a:pt x="160392" y="52111"/>
                  </a:lnTo>
                  <a:lnTo>
                    <a:pt x="160263" y="52203"/>
                  </a:lnTo>
                  <a:lnTo>
                    <a:pt x="159940" y="52422"/>
                  </a:lnTo>
                  <a:lnTo>
                    <a:pt x="159694" y="52595"/>
                  </a:lnTo>
                  <a:lnTo>
                    <a:pt x="159461" y="52772"/>
                  </a:lnTo>
                  <a:lnTo>
                    <a:pt x="158982" y="53096"/>
                  </a:lnTo>
                  <a:lnTo>
                    <a:pt x="158410" y="53478"/>
                  </a:lnTo>
                  <a:lnTo>
                    <a:pt x="158103" y="53670"/>
                  </a:lnTo>
                  <a:lnTo>
                    <a:pt x="157929" y="53776"/>
                  </a:lnTo>
                  <a:lnTo>
                    <a:pt x="157440" y="54061"/>
                  </a:lnTo>
                  <a:lnTo>
                    <a:pt x="157301" y="54137"/>
                  </a:lnTo>
                  <a:lnTo>
                    <a:pt x="156998" y="54329"/>
                  </a:lnTo>
                  <a:lnTo>
                    <a:pt x="156637" y="54556"/>
                  </a:lnTo>
                  <a:lnTo>
                    <a:pt x="155676" y="55164"/>
                  </a:lnTo>
                  <a:lnTo>
                    <a:pt x="155414" y="55208"/>
                  </a:lnTo>
                  <a:lnTo>
                    <a:pt x="154445" y="55079"/>
                  </a:lnTo>
                  <a:lnTo>
                    <a:pt x="153895" y="55471"/>
                  </a:lnTo>
                  <a:lnTo>
                    <a:pt x="153271" y="55881"/>
                  </a:lnTo>
                  <a:lnTo>
                    <a:pt x="153055" y="55940"/>
                  </a:lnTo>
                  <a:lnTo>
                    <a:pt x="152877" y="56022"/>
                  </a:lnTo>
                  <a:lnTo>
                    <a:pt x="152610" y="56165"/>
                  </a:lnTo>
                  <a:lnTo>
                    <a:pt x="152469" y="56216"/>
                  </a:lnTo>
                  <a:lnTo>
                    <a:pt x="151763" y="56556"/>
                  </a:lnTo>
                  <a:lnTo>
                    <a:pt x="151372" y="56744"/>
                  </a:lnTo>
                  <a:lnTo>
                    <a:pt x="151241" y="56772"/>
                  </a:lnTo>
                  <a:lnTo>
                    <a:pt x="151088" y="56809"/>
                  </a:lnTo>
                  <a:lnTo>
                    <a:pt x="150690" y="56887"/>
                  </a:lnTo>
                  <a:lnTo>
                    <a:pt x="150338" y="57070"/>
                  </a:lnTo>
                  <a:lnTo>
                    <a:pt x="150071" y="57114"/>
                  </a:lnTo>
                  <a:lnTo>
                    <a:pt x="149808" y="57147"/>
                  </a:lnTo>
                  <a:lnTo>
                    <a:pt x="149679" y="57182"/>
                  </a:lnTo>
                  <a:lnTo>
                    <a:pt x="149517" y="57185"/>
                  </a:lnTo>
                  <a:lnTo>
                    <a:pt x="149374" y="57156"/>
                  </a:lnTo>
                  <a:lnTo>
                    <a:pt x="148984" y="57319"/>
                  </a:lnTo>
                  <a:lnTo>
                    <a:pt x="148734" y="57403"/>
                  </a:lnTo>
                  <a:lnTo>
                    <a:pt x="148488" y="57487"/>
                  </a:lnTo>
                  <a:lnTo>
                    <a:pt x="148352" y="57510"/>
                  </a:lnTo>
                  <a:lnTo>
                    <a:pt x="148205" y="57520"/>
                  </a:lnTo>
                  <a:lnTo>
                    <a:pt x="148066" y="57560"/>
                  </a:lnTo>
                  <a:lnTo>
                    <a:pt x="147447" y="57771"/>
                  </a:lnTo>
                  <a:lnTo>
                    <a:pt x="146969" y="57822"/>
                  </a:lnTo>
                  <a:lnTo>
                    <a:pt x="146835" y="57839"/>
                  </a:lnTo>
                  <a:lnTo>
                    <a:pt x="146690" y="57728"/>
                  </a:lnTo>
                  <a:lnTo>
                    <a:pt x="146552" y="57728"/>
                  </a:lnTo>
                  <a:lnTo>
                    <a:pt x="145776" y="57731"/>
                  </a:lnTo>
                  <a:lnTo>
                    <a:pt x="145637" y="57820"/>
                  </a:lnTo>
                  <a:lnTo>
                    <a:pt x="145970" y="58943"/>
                  </a:lnTo>
                  <a:lnTo>
                    <a:pt x="146088" y="59208"/>
                  </a:lnTo>
                  <a:lnTo>
                    <a:pt x="146275" y="59679"/>
                  </a:lnTo>
                  <a:lnTo>
                    <a:pt x="146364" y="59838"/>
                  </a:lnTo>
                  <a:lnTo>
                    <a:pt x="146449" y="60068"/>
                  </a:lnTo>
                  <a:lnTo>
                    <a:pt x="146540" y="60375"/>
                  </a:lnTo>
                  <a:lnTo>
                    <a:pt x="146885" y="60783"/>
                  </a:lnTo>
                  <a:lnTo>
                    <a:pt x="147103" y="60971"/>
                  </a:lnTo>
                  <a:lnTo>
                    <a:pt x="147342" y="61229"/>
                  </a:lnTo>
                  <a:lnTo>
                    <a:pt x="147384" y="61360"/>
                  </a:lnTo>
                  <a:lnTo>
                    <a:pt x="147642" y="61634"/>
                  </a:lnTo>
                  <a:lnTo>
                    <a:pt x="147867" y="62143"/>
                  </a:lnTo>
                  <a:lnTo>
                    <a:pt x="148453" y="62809"/>
                  </a:lnTo>
                  <a:lnTo>
                    <a:pt x="148638" y="63015"/>
                  </a:lnTo>
                  <a:lnTo>
                    <a:pt x="148889" y="63292"/>
                  </a:lnTo>
                  <a:lnTo>
                    <a:pt x="149180" y="63615"/>
                  </a:lnTo>
                  <a:lnTo>
                    <a:pt x="149454" y="63922"/>
                  </a:lnTo>
                  <a:lnTo>
                    <a:pt x="149925" y="64436"/>
                  </a:lnTo>
                  <a:lnTo>
                    <a:pt x="150092" y="64682"/>
                  </a:lnTo>
                  <a:lnTo>
                    <a:pt x="150265" y="64895"/>
                  </a:lnTo>
                  <a:lnTo>
                    <a:pt x="150676" y="65474"/>
                  </a:lnTo>
                  <a:lnTo>
                    <a:pt x="150856" y="65592"/>
                  </a:lnTo>
                  <a:lnTo>
                    <a:pt x="151018" y="65772"/>
                  </a:lnTo>
                  <a:lnTo>
                    <a:pt x="151044" y="65981"/>
                  </a:lnTo>
                  <a:lnTo>
                    <a:pt x="150943" y="66332"/>
                  </a:lnTo>
                  <a:lnTo>
                    <a:pt x="150798" y="66304"/>
                  </a:lnTo>
                  <a:lnTo>
                    <a:pt x="150615" y="66182"/>
                  </a:lnTo>
                  <a:lnTo>
                    <a:pt x="150432" y="66082"/>
                  </a:lnTo>
                  <a:lnTo>
                    <a:pt x="150277" y="66000"/>
                  </a:lnTo>
                  <a:lnTo>
                    <a:pt x="150019" y="66133"/>
                  </a:lnTo>
                  <a:lnTo>
                    <a:pt x="149991" y="66759"/>
                  </a:lnTo>
                  <a:lnTo>
                    <a:pt x="148807" y="67847"/>
                  </a:lnTo>
                  <a:lnTo>
                    <a:pt x="148648" y="67688"/>
                  </a:lnTo>
                  <a:lnTo>
                    <a:pt x="148371" y="67481"/>
                  </a:lnTo>
                  <a:lnTo>
                    <a:pt x="148209" y="67294"/>
                  </a:lnTo>
                  <a:lnTo>
                    <a:pt x="147907" y="67310"/>
                  </a:lnTo>
                  <a:lnTo>
                    <a:pt x="147651" y="67387"/>
                  </a:lnTo>
                  <a:lnTo>
                    <a:pt x="147619" y="67601"/>
                  </a:lnTo>
                  <a:lnTo>
                    <a:pt x="147576" y="67861"/>
                  </a:lnTo>
                  <a:lnTo>
                    <a:pt x="147551" y="68016"/>
                  </a:lnTo>
                  <a:lnTo>
                    <a:pt x="147417" y="68046"/>
                  </a:lnTo>
                  <a:lnTo>
                    <a:pt x="146819" y="67915"/>
                  </a:lnTo>
                  <a:lnTo>
                    <a:pt x="146348" y="67223"/>
                  </a:lnTo>
                  <a:lnTo>
                    <a:pt x="146111" y="66832"/>
                  </a:lnTo>
                  <a:lnTo>
                    <a:pt x="145820" y="66398"/>
                  </a:lnTo>
                  <a:lnTo>
                    <a:pt x="145487" y="66180"/>
                  </a:lnTo>
                  <a:lnTo>
                    <a:pt x="141122" y="73504"/>
                  </a:lnTo>
                  <a:lnTo>
                    <a:pt x="140970" y="73994"/>
                  </a:lnTo>
                  <a:lnTo>
                    <a:pt x="140092" y="75621"/>
                  </a:lnTo>
                  <a:lnTo>
                    <a:pt x="140015" y="76010"/>
                  </a:lnTo>
                  <a:lnTo>
                    <a:pt x="139838" y="76560"/>
                  </a:lnTo>
                  <a:lnTo>
                    <a:pt x="139775" y="77179"/>
                  </a:lnTo>
                  <a:lnTo>
                    <a:pt x="139762" y="77310"/>
                  </a:lnTo>
                  <a:lnTo>
                    <a:pt x="139734" y="77589"/>
                  </a:lnTo>
                  <a:lnTo>
                    <a:pt x="139525" y="78082"/>
                  </a:lnTo>
                  <a:lnTo>
                    <a:pt x="139221" y="78358"/>
                  </a:lnTo>
                  <a:lnTo>
                    <a:pt x="139093" y="78474"/>
                  </a:lnTo>
                  <a:lnTo>
                    <a:pt x="138725" y="79391"/>
                  </a:lnTo>
                  <a:lnTo>
                    <a:pt x="137732" y="81870"/>
                  </a:lnTo>
                  <a:lnTo>
                    <a:pt x="136959" y="82856"/>
                  </a:lnTo>
                  <a:lnTo>
                    <a:pt x="136631" y="83879"/>
                  </a:lnTo>
                  <a:lnTo>
                    <a:pt x="135551" y="85725"/>
                  </a:lnTo>
                  <a:lnTo>
                    <a:pt x="135033" y="86224"/>
                  </a:lnTo>
                  <a:lnTo>
                    <a:pt x="134977" y="86501"/>
                  </a:lnTo>
                  <a:lnTo>
                    <a:pt x="134915" y="86808"/>
                  </a:lnTo>
                  <a:lnTo>
                    <a:pt x="134877" y="86998"/>
                  </a:lnTo>
                  <a:lnTo>
                    <a:pt x="134808" y="87340"/>
                  </a:lnTo>
                  <a:lnTo>
                    <a:pt x="134743" y="87665"/>
                  </a:lnTo>
                  <a:lnTo>
                    <a:pt x="134645" y="88149"/>
                  </a:lnTo>
                  <a:lnTo>
                    <a:pt x="134603" y="88361"/>
                  </a:lnTo>
                  <a:lnTo>
                    <a:pt x="134570" y="88521"/>
                  </a:lnTo>
                  <a:lnTo>
                    <a:pt x="132575" y="98434"/>
                  </a:lnTo>
                  <a:lnTo>
                    <a:pt x="132951" y="99684"/>
                  </a:lnTo>
                  <a:lnTo>
                    <a:pt x="132994" y="99826"/>
                  </a:lnTo>
                  <a:lnTo>
                    <a:pt x="134129" y="103600"/>
                  </a:lnTo>
                  <a:lnTo>
                    <a:pt x="133620" y="106979"/>
                  </a:lnTo>
                  <a:lnTo>
                    <a:pt x="133542" y="107498"/>
                  </a:lnTo>
                  <a:lnTo>
                    <a:pt x="133466" y="108001"/>
                  </a:lnTo>
                  <a:lnTo>
                    <a:pt x="133345" y="108809"/>
                  </a:lnTo>
                  <a:lnTo>
                    <a:pt x="133052" y="110754"/>
                  </a:lnTo>
                  <a:lnTo>
                    <a:pt x="132971" y="111290"/>
                  </a:lnTo>
                  <a:lnTo>
                    <a:pt x="131976" y="117904"/>
                  </a:lnTo>
                  <a:lnTo>
                    <a:pt x="131939" y="118146"/>
                  </a:lnTo>
                  <a:lnTo>
                    <a:pt x="131851" y="118730"/>
                  </a:lnTo>
                  <a:lnTo>
                    <a:pt x="131938" y="118905"/>
                  </a:lnTo>
                  <a:lnTo>
                    <a:pt x="132851" y="121469"/>
                  </a:lnTo>
                  <a:lnTo>
                    <a:pt x="133215" y="121521"/>
                  </a:lnTo>
                  <a:lnTo>
                    <a:pt x="133679" y="121558"/>
                  </a:lnTo>
                  <a:lnTo>
                    <a:pt x="133916" y="121565"/>
                  </a:lnTo>
                  <a:lnTo>
                    <a:pt x="134476" y="121582"/>
                  </a:lnTo>
                  <a:lnTo>
                    <a:pt x="135040" y="121599"/>
                  </a:lnTo>
                  <a:lnTo>
                    <a:pt x="135582" y="121612"/>
                  </a:lnTo>
                  <a:lnTo>
                    <a:pt x="136126" y="121626"/>
                  </a:lnTo>
                  <a:lnTo>
                    <a:pt x="136701" y="121640"/>
                  </a:lnTo>
                  <a:lnTo>
                    <a:pt x="137304" y="121661"/>
                  </a:lnTo>
                  <a:lnTo>
                    <a:pt x="137941" y="121678"/>
                  </a:lnTo>
                  <a:lnTo>
                    <a:pt x="138181" y="121684"/>
                  </a:lnTo>
                  <a:lnTo>
                    <a:pt x="139446" y="121718"/>
                  </a:lnTo>
                  <a:lnTo>
                    <a:pt x="139812" y="121696"/>
                  </a:lnTo>
                  <a:lnTo>
                    <a:pt x="140492" y="121654"/>
                  </a:lnTo>
                  <a:lnTo>
                    <a:pt x="140794" y="121788"/>
                  </a:lnTo>
                  <a:lnTo>
                    <a:pt x="140998" y="121851"/>
                  </a:lnTo>
                  <a:lnTo>
                    <a:pt x="142423" y="122304"/>
                  </a:lnTo>
                  <a:lnTo>
                    <a:pt x="143267" y="122587"/>
                  </a:lnTo>
                  <a:lnTo>
                    <a:pt x="145012" y="123284"/>
                  </a:lnTo>
                  <a:lnTo>
                    <a:pt x="144925" y="123466"/>
                  </a:lnTo>
                  <a:lnTo>
                    <a:pt x="144775" y="123715"/>
                  </a:lnTo>
                  <a:lnTo>
                    <a:pt x="144608" y="123764"/>
                  </a:lnTo>
                  <a:lnTo>
                    <a:pt x="144362" y="123806"/>
                  </a:lnTo>
                  <a:lnTo>
                    <a:pt x="144222" y="123823"/>
                  </a:lnTo>
                  <a:lnTo>
                    <a:pt x="144088" y="123938"/>
                  </a:lnTo>
                  <a:lnTo>
                    <a:pt x="143936" y="124130"/>
                  </a:lnTo>
                  <a:lnTo>
                    <a:pt x="143832" y="124308"/>
                  </a:lnTo>
                  <a:lnTo>
                    <a:pt x="143575" y="124468"/>
                  </a:lnTo>
                  <a:lnTo>
                    <a:pt x="143237" y="124580"/>
                  </a:lnTo>
                  <a:lnTo>
                    <a:pt x="142491" y="125011"/>
                  </a:lnTo>
                  <a:lnTo>
                    <a:pt x="142529" y="125152"/>
                  </a:lnTo>
                  <a:lnTo>
                    <a:pt x="142592" y="125283"/>
                  </a:lnTo>
                  <a:lnTo>
                    <a:pt x="142627" y="125452"/>
                  </a:lnTo>
                  <a:lnTo>
                    <a:pt x="142562" y="125612"/>
                  </a:lnTo>
                  <a:lnTo>
                    <a:pt x="142367" y="125933"/>
                  </a:lnTo>
                  <a:lnTo>
                    <a:pt x="142313" y="126066"/>
                  </a:lnTo>
                  <a:lnTo>
                    <a:pt x="142346" y="126331"/>
                  </a:lnTo>
                  <a:lnTo>
                    <a:pt x="142538" y="126413"/>
                  </a:lnTo>
                  <a:lnTo>
                    <a:pt x="142712" y="126481"/>
                  </a:lnTo>
                  <a:lnTo>
                    <a:pt x="142803" y="126627"/>
                  </a:lnTo>
                  <a:lnTo>
                    <a:pt x="142742" y="126901"/>
                  </a:lnTo>
                  <a:lnTo>
                    <a:pt x="142632" y="127082"/>
                  </a:lnTo>
                  <a:lnTo>
                    <a:pt x="142468" y="127159"/>
                  </a:lnTo>
                  <a:lnTo>
                    <a:pt x="142318" y="127201"/>
                  </a:lnTo>
                  <a:lnTo>
                    <a:pt x="142119" y="127267"/>
                  </a:lnTo>
                  <a:lnTo>
                    <a:pt x="141955" y="127389"/>
                  </a:lnTo>
                  <a:lnTo>
                    <a:pt x="141762" y="127583"/>
                  </a:lnTo>
                  <a:lnTo>
                    <a:pt x="141598" y="127776"/>
                  </a:lnTo>
                  <a:lnTo>
                    <a:pt x="141310" y="127860"/>
                  </a:lnTo>
                  <a:lnTo>
                    <a:pt x="140754" y="127921"/>
                  </a:lnTo>
                  <a:lnTo>
                    <a:pt x="140597" y="128198"/>
                  </a:lnTo>
                  <a:lnTo>
                    <a:pt x="140449" y="128266"/>
                  </a:lnTo>
                  <a:lnTo>
                    <a:pt x="139868" y="128331"/>
                  </a:lnTo>
                  <a:lnTo>
                    <a:pt x="139605" y="128336"/>
                  </a:lnTo>
                  <a:lnTo>
                    <a:pt x="139326" y="128383"/>
                  </a:lnTo>
                  <a:lnTo>
                    <a:pt x="139010" y="128467"/>
                  </a:lnTo>
                  <a:lnTo>
                    <a:pt x="138865" y="128559"/>
                  </a:lnTo>
                  <a:lnTo>
                    <a:pt x="138480" y="128915"/>
                  </a:lnTo>
                  <a:lnTo>
                    <a:pt x="137831" y="129527"/>
                  </a:lnTo>
                  <a:lnTo>
                    <a:pt x="137878" y="129944"/>
                  </a:lnTo>
                  <a:lnTo>
                    <a:pt x="137749" y="130050"/>
                  </a:lnTo>
                  <a:lnTo>
                    <a:pt x="137599" y="130165"/>
                  </a:lnTo>
                  <a:lnTo>
                    <a:pt x="137413" y="130291"/>
                  </a:lnTo>
                  <a:lnTo>
                    <a:pt x="137254" y="130357"/>
                  </a:lnTo>
                  <a:lnTo>
                    <a:pt x="137057" y="130500"/>
                  </a:lnTo>
                  <a:lnTo>
                    <a:pt x="136844" y="130706"/>
                  </a:lnTo>
                  <a:lnTo>
                    <a:pt x="136797" y="130868"/>
                  </a:lnTo>
                  <a:lnTo>
                    <a:pt x="136757" y="131037"/>
                  </a:lnTo>
                  <a:lnTo>
                    <a:pt x="136797" y="131194"/>
                  </a:lnTo>
                  <a:lnTo>
                    <a:pt x="136731" y="131419"/>
                  </a:lnTo>
                  <a:lnTo>
                    <a:pt x="136537" y="131597"/>
                  </a:lnTo>
                  <a:lnTo>
                    <a:pt x="136208" y="131778"/>
                  </a:lnTo>
                  <a:lnTo>
                    <a:pt x="136101" y="131911"/>
                  </a:lnTo>
                  <a:lnTo>
                    <a:pt x="136000" y="132439"/>
                  </a:lnTo>
                  <a:lnTo>
                    <a:pt x="135965" y="132994"/>
                  </a:lnTo>
                  <a:lnTo>
                    <a:pt x="136119" y="132978"/>
                  </a:lnTo>
                  <a:lnTo>
                    <a:pt x="136255" y="132966"/>
                  </a:lnTo>
                  <a:lnTo>
                    <a:pt x="136415" y="132943"/>
                  </a:lnTo>
                  <a:lnTo>
                    <a:pt x="136581" y="132931"/>
                  </a:lnTo>
                  <a:lnTo>
                    <a:pt x="136797" y="132945"/>
                  </a:lnTo>
                  <a:lnTo>
                    <a:pt x="137069" y="133034"/>
                  </a:lnTo>
                  <a:lnTo>
                    <a:pt x="137219" y="133142"/>
                  </a:lnTo>
                  <a:lnTo>
                    <a:pt x="137367" y="133381"/>
                  </a:lnTo>
                  <a:lnTo>
                    <a:pt x="137451" y="133538"/>
                  </a:lnTo>
                  <a:lnTo>
                    <a:pt x="137528" y="133707"/>
                  </a:lnTo>
                  <a:lnTo>
                    <a:pt x="137601" y="133913"/>
                  </a:lnTo>
                  <a:lnTo>
                    <a:pt x="137596" y="134174"/>
                  </a:lnTo>
                  <a:lnTo>
                    <a:pt x="137631" y="134307"/>
                  </a:lnTo>
                  <a:lnTo>
                    <a:pt x="137765" y="134599"/>
                  </a:lnTo>
                  <a:lnTo>
                    <a:pt x="137925" y="134767"/>
                  </a:lnTo>
                  <a:lnTo>
                    <a:pt x="138047" y="134972"/>
                  </a:lnTo>
                  <a:lnTo>
                    <a:pt x="138281" y="135356"/>
                  </a:lnTo>
                  <a:lnTo>
                    <a:pt x="138442" y="135673"/>
                  </a:lnTo>
                  <a:lnTo>
                    <a:pt x="138501" y="135942"/>
                  </a:lnTo>
                  <a:lnTo>
                    <a:pt x="137892" y="136824"/>
                  </a:lnTo>
                  <a:lnTo>
                    <a:pt x="137918" y="137259"/>
                  </a:lnTo>
                  <a:lnTo>
                    <a:pt x="137980" y="137609"/>
                  </a:lnTo>
                  <a:lnTo>
                    <a:pt x="137786" y="137764"/>
                  </a:lnTo>
                  <a:lnTo>
                    <a:pt x="137730" y="137908"/>
                  </a:lnTo>
                  <a:lnTo>
                    <a:pt x="138019" y="138706"/>
                  </a:lnTo>
                  <a:lnTo>
                    <a:pt x="137823" y="139068"/>
                  </a:lnTo>
                  <a:lnTo>
                    <a:pt x="137822" y="139392"/>
                  </a:lnTo>
                  <a:lnTo>
                    <a:pt x="137676" y="139543"/>
                  </a:lnTo>
                  <a:lnTo>
                    <a:pt x="137643" y="139686"/>
                  </a:lnTo>
                  <a:lnTo>
                    <a:pt x="137812" y="139942"/>
                  </a:lnTo>
                  <a:lnTo>
                    <a:pt x="137905" y="140100"/>
                  </a:lnTo>
                  <a:lnTo>
                    <a:pt x="137972" y="140525"/>
                  </a:lnTo>
                  <a:lnTo>
                    <a:pt x="135356" y="142774"/>
                  </a:lnTo>
                  <a:lnTo>
                    <a:pt x="134152" y="143716"/>
                  </a:lnTo>
                  <a:lnTo>
                    <a:pt x="133705" y="144066"/>
                  </a:lnTo>
                  <a:lnTo>
                    <a:pt x="128992" y="147753"/>
                  </a:lnTo>
                  <a:lnTo>
                    <a:pt x="126714" y="149536"/>
                  </a:lnTo>
                  <a:lnTo>
                    <a:pt x="125278" y="150659"/>
                  </a:lnTo>
                  <a:lnTo>
                    <a:pt x="125063" y="150827"/>
                  </a:lnTo>
                  <a:lnTo>
                    <a:pt x="124325" y="151405"/>
                  </a:lnTo>
                  <a:lnTo>
                    <a:pt x="124152" y="151541"/>
                  </a:lnTo>
                  <a:lnTo>
                    <a:pt x="123611" y="151963"/>
                  </a:lnTo>
                  <a:lnTo>
                    <a:pt x="123475" y="152070"/>
                  </a:lnTo>
                  <a:lnTo>
                    <a:pt x="122629" y="152732"/>
                  </a:lnTo>
                  <a:lnTo>
                    <a:pt x="121380" y="153709"/>
                  </a:lnTo>
                  <a:lnTo>
                    <a:pt x="120688" y="154251"/>
                  </a:lnTo>
                  <a:lnTo>
                    <a:pt x="119977" y="156045"/>
                  </a:lnTo>
                  <a:lnTo>
                    <a:pt x="119751" y="156616"/>
                  </a:lnTo>
                  <a:lnTo>
                    <a:pt x="119423" y="157344"/>
                  </a:lnTo>
                  <a:lnTo>
                    <a:pt x="117566" y="158307"/>
                  </a:lnTo>
                  <a:lnTo>
                    <a:pt x="117422" y="158382"/>
                  </a:lnTo>
                  <a:lnTo>
                    <a:pt x="116496" y="158863"/>
                  </a:lnTo>
                  <a:lnTo>
                    <a:pt x="115880" y="159175"/>
                  </a:lnTo>
                  <a:lnTo>
                    <a:pt x="114301" y="160479"/>
                  </a:lnTo>
                  <a:lnTo>
                    <a:pt x="113084" y="161485"/>
                  </a:lnTo>
                  <a:lnTo>
                    <a:pt x="112184" y="162226"/>
                  </a:lnTo>
                  <a:lnTo>
                    <a:pt x="111125" y="163099"/>
                  </a:lnTo>
                  <a:lnTo>
                    <a:pt x="108158" y="166147"/>
                  </a:lnTo>
                  <a:lnTo>
                    <a:pt x="107901" y="166802"/>
                  </a:lnTo>
                  <a:lnTo>
                    <a:pt x="107696" y="167324"/>
                  </a:lnTo>
                  <a:lnTo>
                    <a:pt x="107396" y="168032"/>
                  </a:lnTo>
                  <a:lnTo>
                    <a:pt x="106256" y="168393"/>
                  </a:lnTo>
                  <a:lnTo>
                    <a:pt x="105824" y="168530"/>
                  </a:lnTo>
                  <a:lnTo>
                    <a:pt x="105454" y="168647"/>
                  </a:lnTo>
                  <a:lnTo>
                    <a:pt x="105241" y="168714"/>
                  </a:lnTo>
                  <a:lnTo>
                    <a:pt x="104447" y="168966"/>
                  </a:lnTo>
                  <a:lnTo>
                    <a:pt x="104185" y="169049"/>
                  </a:lnTo>
                  <a:lnTo>
                    <a:pt x="103259" y="169342"/>
                  </a:lnTo>
                  <a:lnTo>
                    <a:pt x="102081" y="169809"/>
                  </a:lnTo>
                  <a:lnTo>
                    <a:pt x="101556" y="170824"/>
                  </a:lnTo>
                  <a:lnTo>
                    <a:pt x="101423" y="171082"/>
                  </a:lnTo>
                  <a:lnTo>
                    <a:pt x="101257" y="171402"/>
                  </a:lnTo>
                  <a:lnTo>
                    <a:pt x="100433" y="172995"/>
                  </a:lnTo>
                  <a:lnTo>
                    <a:pt x="99832" y="174158"/>
                  </a:lnTo>
                  <a:lnTo>
                    <a:pt x="99497" y="174805"/>
                  </a:lnTo>
                  <a:lnTo>
                    <a:pt x="99377" y="175038"/>
                  </a:lnTo>
                  <a:lnTo>
                    <a:pt x="99090" y="175593"/>
                  </a:lnTo>
                  <a:lnTo>
                    <a:pt x="98454" y="176822"/>
                  </a:lnTo>
                  <a:lnTo>
                    <a:pt x="98209" y="177296"/>
                  </a:lnTo>
                  <a:lnTo>
                    <a:pt x="97755" y="178172"/>
                  </a:lnTo>
                  <a:lnTo>
                    <a:pt x="97085" y="179469"/>
                  </a:lnTo>
                  <a:lnTo>
                    <a:pt x="96265" y="181004"/>
                  </a:lnTo>
                  <a:lnTo>
                    <a:pt x="95743" y="181323"/>
                  </a:lnTo>
                  <a:lnTo>
                    <a:pt x="95295" y="181596"/>
                  </a:lnTo>
                  <a:lnTo>
                    <a:pt x="94798" y="181900"/>
                  </a:lnTo>
                  <a:lnTo>
                    <a:pt x="93180" y="182889"/>
                  </a:lnTo>
                  <a:lnTo>
                    <a:pt x="92888" y="183067"/>
                  </a:lnTo>
                  <a:lnTo>
                    <a:pt x="91498" y="183917"/>
                  </a:lnTo>
                  <a:lnTo>
                    <a:pt x="90906" y="184278"/>
                  </a:lnTo>
                  <a:lnTo>
                    <a:pt x="88123" y="185979"/>
                  </a:lnTo>
                  <a:lnTo>
                    <a:pt x="87038" y="186642"/>
                  </a:lnTo>
                  <a:lnTo>
                    <a:pt x="85615" y="187511"/>
                  </a:lnTo>
                  <a:lnTo>
                    <a:pt x="85641" y="189152"/>
                  </a:lnTo>
                  <a:lnTo>
                    <a:pt x="85645" y="189376"/>
                  </a:lnTo>
                  <a:lnTo>
                    <a:pt x="85652" y="189828"/>
                  </a:lnTo>
                  <a:lnTo>
                    <a:pt x="85684" y="191854"/>
                  </a:lnTo>
                  <a:lnTo>
                    <a:pt x="85703" y="193017"/>
                  </a:lnTo>
                  <a:lnTo>
                    <a:pt x="85717" y="193921"/>
                  </a:lnTo>
                  <a:lnTo>
                    <a:pt x="86566" y="194171"/>
                  </a:lnTo>
                  <a:lnTo>
                    <a:pt x="86739" y="194219"/>
                  </a:lnTo>
                  <a:lnTo>
                    <a:pt x="86886" y="194344"/>
                  </a:lnTo>
                  <a:lnTo>
                    <a:pt x="87055" y="194648"/>
                  </a:lnTo>
                  <a:lnTo>
                    <a:pt x="87140" y="194876"/>
                  </a:lnTo>
                  <a:lnTo>
                    <a:pt x="87191" y="195100"/>
                  </a:lnTo>
                  <a:lnTo>
                    <a:pt x="90392" y="194914"/>
                  </a:lnTo>
                  <a:lnTo>
                    <a:pt x="90581" y="194977"/>
                  </a:lnTo>
                  <a:lnTo>
                    <a:pt x="90778" y="195117"/>
                  </a:lnTo>
                  <a:lnTo>
                    <a:pt x="90874" y="195366"/>
                  </a:lnTo>
                  <a:lnTo>
                    <a:pt x="90870" y="195516"/>
                  </a:lnTo>
                  <a:lnTo>
                    <a:pt x="90830" y="196345"/>
                  </a:lnTo>
                  <a:lnTo>
                    <a:pt x="90529" y="196450"/>
                  </a:lnTo>
                  <a:lnTo>
                    <a:pt x="89996" y="196685"/>
                  </a:lnTo>
                  <a:lnTo>
                    <a:pt x="90257" y="197272"/>
                  </a:lnTo>
                  <a:lnTo>
                    <a:pt x="90130" y="197448"/>
                  </a:lnTo>
                  <a:lnTo>
                    <a:pt x="89874" y="197802"/>
                  </a:lnTo>
                  <a:lnTo>
                    <a:pt x="89712" y="198026"/>
                  </a:lnTo>
                  <a:lnTo>
                    <a:pt x="88922" y="199119"/>
                  </a:lnTo>
                  <a:lnTo>
                    <a:pt x="88784" y="199309"/>
                  </a:lnTo>
                  <a:lnTo>
                    <a:pt x="88478" y="199734"/>
                  </a:lnTo>
                  <a:lnTo>
                    <a:pt x="87724" y="200776"/>
                  </a:lnTo>
                  <a:lnTo>
                    <a:pt x="87334" y="201315"/>
                  </a:lnTo>
                  <a:lnTo>
                    <a:pt x="87000" y="201776"/>
                  </a:lnTo>
                  <a:lnTo>
                    <a:pt x="86407" y="202598"/>
                  </a:lnTo>
                  <a:lnTo>
                    <a:pt x="85708" y="203566"/>
                  </a:lnTo>
                  <a:lnTo>
                    <a:pt x="85512" y="203763"/>
                  </a:lnTo>
                  <a:lnTo>
                    <a:pt x="85366" y="203910"/>
                  </a:lnTo>
                  <a:lnTo>
                    <a:pt x="84935" y="204342"/>
                  </a:lnTo>
                  <a:lnTo>
                    <a:pt x="84716" y="204561"/>
                  </a:lnTo>
                  <a:lnTo>
                    <a:pt x="84060" y="205219"/>
                  </a:lnTo>
                  <a:lnTo>
                    <a:pt x="82758" y="207523"/>
                  </a:lnTo>
                  <a:lnTo>
                    <a:pt x="81795" y="209226"/>
                  </a:lnTo>
                  <a:lnTo>
                    <a:pt x="81734" y="209547"/>
                  </a:lnTo>
                  <a:lnTo>
                    <a:pt x="81688" y="209782"/>
                  </a:lnTo>
                  <a:lnTo>
                    <a:pt x="81583" y="210327"/>
                  </a:lnTo>
                  <a:lnTo>
                    <a:pt x="81557" y="210465"/>
                  </a:lnTo>
                  <a:lnTo>
                    <a:pt x="81449" y="211024"/>
                  </a:lnTo>
                  <a:lnTo>
                    <a:pt x="81411" y="211223"/>
                  </a:lnTo>
                  <a:lnTo>
                    <a:pt x="80981" y="211929"/>
                  </a:lnTo>
                  <a:lnTo>
                    <a:pt x="80713" y="212368"/>
                  </a:lnTo>
                  <a:lnTo>
                    <a:pt x="80246" y="213132"/>
                  </a:lnTo>
                  <a:lnTo>
                    <a:pt x="79658" y="214093"/>
                  </a:lnTo>
                  <a:lnTo>
                    <a:pt x="79419" y="214486"/>
                  </a:lnTo>
                  <a:lnTo>
                    <a:pt x="78962" y="215237"/>
                  </a:lnTo>
                  <a:lnTo>
                    <a:pt x="78829" y="215455"/>
                  </a:lnTo>
                  <a:lnTo>
                    <a:pt x="78737" y="215644"/>
                  </a:lnTo>
                  <a:lnTo>
                    <a:pt x="78486" y="216156"/>
                  </a:lnTo>
                  <a:lnTo>
                    <a:pt x="78367" y="216398"/>
                  </a:lnTo>
                  <a:lnTo>
                    <a:pt x="78202" y="216734"/>
                  </a:lnTo>
                  <a:lnTo>
                    <a:pt x="77946" y="217279"/>
                  </a:lnTo>
                  <a:lnTo>
                    <a:pt x="77658" y="217892"/>
                  </a:lnTo>
                  <a:lnTo>
                    <a:pt x="77203" y="218838"/>
                  </a:lnTo>
                  <a:lnTo>
                    <a:pt x="77105" y="219076"/>
                  </a:lnTo>
                  <a:lnTo>
                    <a:pt x="76969" y="219628"/>
                  </a:lnTo>
                  <a:lnTo>
                    <a:pt x="76539" y="220438"/>
                  </a:lnTo>
                  <a:lnTo>
                    <a:pt x="76143" y="221389"/>
                  </a:lnTo>
                  <a:lnTo>
                    <a:pt x="76005" y="221723"/>
                  </a:lnTo>
                  <a:lnTo>
                    <a:pt x="75684" y="222500"/>
                  </a:lnTo>
                  <a:lnTo>
                    <a:pt x="75294" y="223446"/>
                  </a:lnTo>
                  <a:lnTo>
                    <a:pt x="75148" y="223798"/>
                  </a:lnTo>
                  <a:lnTo>
                    <a:pt x="75454" y="224125"/>
                  </a:lnTo>
                  <a:lnTo>
                    <a:pt x="75749" y="224294"/>
                  </a:lnTo>
                  <a:lnTo>
                    <a:pt x="77148" y="223864"/>
                  </a:lnTo>
                  <a:lnTo>
                    <a:pt x="78967" y="224556"/>
                  </a:lnTo>
                  <a:lnTo>
                    <a:pt x="79783" y="225182"/>
                  </a:lnTo>
                  <a:lnTo>
                    <a:pt x="80208" y="225104"/>
                  </a:lnTo>
                  <a:lnTo>
                    <a:pt x="81095" y="225165"/>
                  </a:lnTo>
                  <a:lnTo>
                    <a:pt x="81525" y="225116"/>
                  </a:lnTo>
                  <a:lnTo>
                    <a:pt x="82452" y="225288"/>
                  </a:lnTo>
                  <a:lnTo>
                    <a:pt x="82550" y="225609"/>
                  </a:lnTo>
                  <a:lnTo>
                    <a:pt x="82562" y="225736"/>
                  </a:lnTo>
                  <a:lnTo>
                    <a:pt x="82658" y="225877"/>
                  </a:lnTo>
                  <a:lnTo>
                    <a:pt x="82800" y="226006"/>
                  </a:lnTo>
                  <a:lnTo>
                    <a:pt x="82833" y="226213"/>
                  </a:lnTo>
                  <a:lnTo>
                    <a:pt x="82619" y="227184"/>
                  </a:lnTo>
                  <a:lnTo>
                    <a:pt x="82557" y="227466"/>
                  </a:lnTo>
                  <a:lnTo>
                    <a:pt x="81932" y="230377"/>
                  </a:lnTo>
                  <a:lnTo>
                    <a:pt x="81858" y="230947"/>
                  </a:lnTo>
                  <a:lnTo>
                    <a:pt x="81808" y="231330"/>
                  </a:lnTo>
                  <a:lnTo>
                    <a:pt x="81869" y="231542"/>
                  </a:lnTo>
                  <a:lnTo>
                    <a:pt x="82927" y="232472"/>
                  </a:lnTo>
                  <a:lnTo>
                    <a:pt x="83039" y="232601"/>
                  </a:lnTo>
                  <a:lnTo>
                    <a:pt x="83202" y="232785"/>
                  </a:lnTo>
                  <a:lnTo>
                    <a:pt x="83614" y="233283"/>
                  </a:lnTo>
                  <a:lnTo>
                    <a:pt x="84109" y="233869"/>
                  </a:lnTo>
                  <a:lnTo>
                    <a:pt x="84852" y="234627"/>
                  </a:lnTo>
                  <a:lnTo>
                    <a:pt x="85003" y="234809"/>
                  </a:lnTo>
                  <a:lnTo>
                    <a:pt x="85342" y="235269"/>
                  </a:lnTo>
                  <a:lnTo>
                    <a:pt x="85512" y="235553"/>
                  </a:lnTo>
                  <a:lnTo>
                    <a:pt x="85695" y="235857"/>
                  </a:lnTo>
                  <a:lnTo>
                    <a:pt x="85909" y="236723"/>
                  </a:lnTo>
                  <a:lnTo>
                    <a:pt x="86721" y="239022"/>
                  </a:lnTo>
                  <a:lnTo>
                    <a:pt x="86893" y="240088"/>
                  </a:lnTo>
                  <a:lnTo>
                    <a:pt x="87073" y="241259"/>
                  </a:lnTo>
                  <a:lnTo>
                    <a:pt x="87174" y="241871"/>
                  </a:lnTo>
                  <a:lnTo>
                    <a:pt x="87203" y="242047"/>
                  </a:lnTo>
                  <a:lnTo>
                    <a:pt x="87154" y="242283"/>
                  </a:lnTo>
                  <a:lnTo>
                    <a:pt x="87110" y="242551"/>
                  </a:lnTo>
                  <a:lnTo>
                    <a:pt x="87070" y="242810"/>
                  </a:lnTo>
                  <a:lnTo>
                    <a:pt x="86901" y="243952"/>
                  </a:lnTo>
                  <a:lnTo>
                    <a:pt x="86837" y="244111"/>
                  </a:lnTo>
                  <a:lnTo>
                    <a:pt x="86633" y="244242"/>
                  </a:lnTo>
                  <a:lnTo>
                    <a:pt x="86259" y="244483"/>
                  </a:lnTo>
                  <a:lnTo>
                    <a:pt x="86116" y="244575"/>
                  </a:lnTo>
                  <a:lnTo>
                    <a:pt x="85820" y="244766"/>
                  </a:lnTo>
                  <a:lnTo>
                    <a:pt x="85476" y="244987"/>
                  </a:lnTo>
                  <a:lnTo>
                    <a:pt x="84957" y="245321"/>
                  </a:lnTo>
                  <a:lnTo>
                    <a:pt x="84752" y="245453"/>
                  </a:lnTo>
                  <a:lnTo>
                    <a:pt x="84390" y="245684"/>
                  </a:lnTo>
                  <a:lnTo>
                    <a:pt x="83972" y="245945"/>
                  </a:lnTo>
                  <a:lnTo>
                    <a:pt x="83733" y="246094"/>
                  </a:lnTo>
                  <a:lnTo>
                    <a:pt x="83508" y="246128"/>
                  </a:lnTo>
                  <a:lnTo>
                    <a:pt x="83178" y="246178"/>
                  </a:lnTo>
                  <a:lnTo>
                    <a:pt x="82542" y="246268"/>
                  </a:lnTo>
                  <a:lnTo>
                    <a:pt x="81936" y="246347"/>
                  </a:lnTo>
                  <a:lnTo>
                    <a:pt x="81720" y="246360"/>
                  </a:lnTo>
                  <a:lnTo>
                    <a:pt x="81502" y="246373"/>
                  </a:lnTo>
                  <a:lnTo>
                    <a:pt x="81045" y="246401"/>
                  </a:lnTo>
                  <a:lnTo>
                    <a:pt x="80750" y="246444"/>
                  </a:lnTo>
                  <a:lnTo>
                    <a:pt x="80463" y="246548"/>
                  </a:lnTo>
                  <a:lnTo>
                    <a:pt x="79950" y="246746"/>
                  </a:lnTo>
                  <a:lnTo>
                    <a:pt x="79057" y="247087"/>
                  </a:lnTo>
                  <a:lnTo>
                    <a:pt x="78772" y="247197"/>
                  </a:lnTo>
                  <a:lnTo>
                    <a:pt x="78381" y="247349"/>
                  </a:lnTo>
                  <a:lnTo>
                    <a:pt x="77877" y="247548"/>
                  </a:lnTo>
                  <a:lnTo>
                    <a:pt x="77234" y="247786"/>
                  </a:lnTo>
                  <a:lnTo>
                    <a:pt x="76443" y="247901"/>
                  </a:lnTo>
                  <a:lnTo>
                    <a:pt x="74963" y="248229"/>
                  </a:lnTo>
                  <a:lnTo>
                    <a:pt x="74830" y="248261"/>
                  </a:lnTo>
                  <a:lnTo>
                    <a:pt x="74147" y="248392"/>
                  </a:lnTo>
                  <a:lnTo>
                    <a:pt x="73878" y="248462"/>
                  </a:lnTo>
                  <a:lnTo>
                    <a:pt x="73429" y="248546"/>
                  </a:lnTo>
                  <a:lnTo>
                    <a:pt x="73101" y="248614"/>
                  </a:lnTo>
                  <a:lnTo>
                    <a:pt x="72486" y="248742"/>
                  </a:lnTo>
                  <a:lnTo>
                    <a:pt x="72232" y="248795"/>
                  </a:lnTo>
                  <a:lnTo>
                    <a:pt x="71832" y="248877"/>
                  </a:lnTo>
                  <a:lnTo>
                    <a:pt x="71290" y="248988"/>
                  </a:lnTo>
                  <a:lnTo>
                    <a:pt x="70411" y="249068"/>
                  </a:lnTo>
                  <a:lnTo>
                    <a:pt x="69817" y="248918"/>
                  </a:lnTo>
                  <a:lnTo>
                    <a:pt x="68954" y="248718"/>
                  </a:lnTo>
                  <a:lnTo>
                    <a:pt x="68258" y="248556"/>
                  </a:lnTo>
                  <a:lnTo>
                    <a:pt x="67987" y="248489"/>
                  </a:lnTo>
                  <a:lnTo>
                    <a:pt x="67703" y="248390"/>
                  </a:lnTo>
                  <a:lnTo>
                    <a:pt x="67457" y="248304"/>
                  </a:lnTo>
                  <a:lnTo>
                    <a:pt x="66755" y="248083"/>
                  </a:lnTo>
                  <a:lnTo>
                    <a:pt x="66602" y="248042"/>
                  </a:lnTo>
                  <a:lnTo>
                    <a:pt x="66433" y="247990"/>
                  </a:lnTo>
                  <a:lnTo>
                    <a:pt x="65666" y="248304"/>
                  </a:lnTo>
                  <a:lnTo>
                    <a:pt x="65339" y="248440"/>
                  </a:lnTo>
                  <a:lnTo>
                    <a:pt x="65121" y="248530"/>
                  </a:lnTo>
                  <a:lnTo>
                    <a:pt x="64748" y="248668"/>
                  </a:lnTo>
                  <a:lnTo>
                    <a:pt x="64478" y="248768"/>
                  </a:lnTo>
                  <a:lnTo>
                    <a:pt x="64219" y="248874"/>
                  </a:lnTo>
                  <a:lnTo>
                    <a:pt x="64051" y="248939"/>
                  </a:lnTo>
                  <a:lnTo>
                    <a:pt x="63457" y="249210"/>
                  </a:lnTo>
                  <a:lnTo>
                    <a:pt x="63180" y="249336"/>
                  </a:lnTo>
                  <a:lnTo>
                    <a:pt x="62443" y="249823"/>
                  </a:lnTo>
                  <a:lnTo>
                    <a:pt x="62044" y="250382"/>
                  </a:lnTo>
                  <a:lnTo>
                    <a:pt x="61694" y="250903"/>
                  </a:lnTo>
                  <a:lnTo>
                    <a:pt x="61474" y="251228"/>
                  </a:lnTo>
                  <a:lnTo>
                    <a:pt x="61158" y="251677"/>
                  </a:lnTo>
                  <a:lnTo>
                    <a:pt x="60872" y="252057"/>
                  </a:lnTo>
                  <a:lnTo>
                    <a:pt x="60562" y="252471"/>
                  </a:lnTo>
                  <a:lnTo>
                    <a:pt x="60340" y="253185"/>
                  </a:lnTo>
                  <a:lnTo>
                    <a:pt x="60493" y="253288"/>
                  </a:lnTo>
                  <a:lnTo>
                    <a:pt x="60916" y="253581"/>
                  </a:lnTo>
                  <a:lnTo>
                    <a:pt x="61369" y="253906"/>
                  </a:lnTo>
                  <a:lnTo>
                    <a:pt x="61839" y="254244"/>
                  </a:lnTo>
                  <a:lnTo>
                    <a:pt x="62828" y="254963"/>
                  </a:lnTo>
                  <a:lnTo>
                    <a:pt x="63178" y="255228"/>
                  </a:lnTo>
                  <a:lnTo>
                    <a:pt x="63370" y="255455"/>
                  </a:lnTo>
                  <a:lnTo>
                    <a:pt x="63763" y="255701"/>
                  </a:lnTo>
                  <a:lnTo>
                    <a:pt x="64138" y="255925"/>
                  </a:lnTo>
                  <a:lnTo>
                    <a:pt x="64285" y="256001"/>
                  </a:lnTo>
                  <a:lnTo>
                    <a:pt x="64643" y="257009"/>
                  </a:lnTo>
                  <a:lnTo>
                    <a:pt x="65738" y="260282"/>
                  </a:lnTo>
                  <a:lnTo>
                    <a:pt x="65645" y="260634"/>
                  </a:lnTo>
                  <a:lnTo>
                    <a:pt x="65699" y="260774"/>
                  </a:lnTo>
                  <a:lnTo>
                    <a:pt x="65845" y="261157"/>
                  </a:lnTo>
                  <a:lnTo>
                    <a:pt x="66061" y="261689"/>
                  </a:lnTo>
                  <a:lnTo>
                    <a:pt x="66134" y="261880"/>
                  </a:lnTo>
                  <a:lnTo>
                    <a:pt x="66201" y="262034"/>
                  </a:lnTo>
                  <a:lnTo>
                    <a:pt x="66334" y="262177"/>
                  </a:lnTo>
                  <a:lnTo>
                    <a:pt x="66561" y="263052"/>
                  </a:lnTo>
                  <a:lnTo>
                    <a:pt x="66939" y="263844"/>
                  </a:lnTo>
                  <a:lnTo>
                    <a:pt x="67005" y="264004"/>
                  </a:lnTo>
                  <a:lnTo>
                    <a:pt x="67146" y="264345"/>
                  </a:lnTo>
                  <a:lnTo>
                    <a:pt x="67330" y="264197"/>
                  </a:lnTo>
                  <a:lnTo>
                    <a:pt x="67506" y="264056"/>
                  </a:lnTo>
                  <a:lnTo>
                    <a:pt x="67918" y="263736"/>
                  </a:lnTo>
                  <a:lnTo>
                    <a:pt x="68237" y="263488"/>
                  </a:lnTo>
                  <a:lnTo>
                    <a:pt x="68567" y="263231"/>
                  </a:lnTo>
                  <a:lnTo>
                    <a:pt x="68741" y="263096"/>
                  </a:lnTo>
                  <a:lnTo>
                    <a:pt x="68918" y="262955"/>
                  </a:lnTo>
                  <a:lnTo>
                    <a:pt x="69208" y="262735"/>
                  </a:lnTo>
                  <a:lnTo>
                    <a:pt x="69453" y="262538"/>
                  </a:lnTo>
                  <a:lnTo>
                    <a:pt x="69893" y="262186"/>
                  </a:lnTo>
                  <a:lnTo>
                    <a:pt x="70370" y="261824"/>
                  </a:lnTo>
                  <a:lnTo>
                    <a:pt x="70790" y="261518"/>
                  </a:lnTo>
                  <a:lnTo>
                    <a:pt x="71038" y="261337"/>
                  </a:lnTo>
                  <a:lnTo>
                    <a:pt x="71453" y="261090"/>
                  </a:lnTo>
                  <a:lnTo>
                    <a:pt x="71949" y="260798"/>
                  </a:lnTo>
                  <a:lnTo>
                    <a:pt x="72308" y="260591"/>
                  </a:lnTo>
                  <a:lnTo>
                    <a:pt x="72484" y="260285"/>
                  </a:lnTo>
                  <a:lnTo>
                    <a:pt x="73043" y="260603"/>
                  </a:lnTo>
                  <a:lnTo>
                    <a:pt x="73249" y="260722"/>
                  </a:lnTo>
                  <a:lnTo>
                    <a:pt x="73428" y="260828"/>
                  </a:lnTo>
                  <a:lnTo>
                    <a:pt x="73759" y="260911"/>
                  </a:lnTo>
                  <a:lnTo>
                    <a:pt x="74127" y="261113"/>
                  </a:lnTo>
                  <a:lnTo>
                    <a:pt x="74290" y="261225"/>
                  </a:lnTo>
                  <a:lnTo>
                    <a:pt x="74708" y="261623"/>
                  </a:lnTo>
                  <a:lnTo>
                    <a:pt x="74866" y="261790"/>
                  </a:lnTo>
                  <a:lnTo>
                    <a:pt x="75265" y="262001"/>
                  </a:lnTo>
                  <a:lnTo>
                    <a:pt x="75521" y="262129"/>
                  </a:lnTo>
                  <a:lnTo>
                    <a:pt x="75930" y="262299"/>
                  </a:lnTo>
                  <a:lnTo>
                    <a:pt x="76182" y="262447"/>
                  </a:lnTo>
                  <a:lnTo>
                    <a:pt x="76355" y="262554"/>
                  </a:lnTo>
                  <a:lnTo>
                    <a:pt x="76743" y="262795"/>
                  </a:lnTo>
                  <a:lnTo>
                    <a:pt x="77136" y="263037"/>
                  </a:lnTo>
                  <a:lnTo>
                    <a:pt x="77396" y="263251"/>
                  </a:lnTo>
                  <a:lnTo>
                    <a:pt x="77593" y="263411"/>
                  </a:lnTo>
                  <a:lnTo>
                    <a:pt x="78126" y="263840"/>
                  </a:lnTo>
                  <a:lnTo>
                    <a:pt x="78427" y="264077"/>
                  </a:lnTo>
                  <a:lnTo>
                    <a:pt x="78871" y="264427"/>
                  </a:lnTo>
                  <a:lnTo>
                    <a:pt x="79117" y="264360"/>
                  </a:lnTo>
                  <a:lnTo>
                    <a:pt x="79364" y="264293"/>
                  </a:lnTo>
                  <a:lnTo>
                    <a:pt x="80372" y="263690"/>
                  </a:lnTo>
                  <a:lnTo>
                    <a:pt x="80819" y="263663"/>
                  </a:lnTo>
                  <a:lnTo>
                    <a:pt x="81087" y="263550"/>
                  </a:lnTo>
                  <a:lnTo>
                    <a:pt x="81444" y="263381"/>
                  </a:lnTo>
                  <a:lnTo>
                    <a:pt x="81774" y="263178"/>
                  </a:lnTo>
                  <a:lnTo>
                    <a:pt x="82136" y="262958"/>
                  </a:lnTo>
                  <a:lnTo>
                    <a:pt x="83232" y="262535"/>
                  </a:lnTo>
                  <a:lnTo>
                    <a:pt x="83529" y="262419"/>
                  </a:lnTo>
                  <a:lnTo>
                    <a:pt x="83470" y="262567"/>
                  </a:lnTo>
                  <a:lnTo>
                    <a:pt x="83303" y="263007"/>
                  </a:lnTo>
                  <a:lnTo>
                    <a:pt x="83243" y="263156"/>
                  </a:lnTo>
                  <a:lnTo>
                    <a:pt x="83153" y="263380"/>
                  </a:lnTo>
                  <a:lnTo>
                    <a:pt x="83052" y="263632"/>
                  </a:lnTo>
                  <a:lnTo>
                    <a:pt x="82968" y="263842"/>
                  </a:lnTo>
                  <a:lnTo>
                    <a:pt x="82896" y="264030"/>
                  </a:lnTo>
                  <a:lnTo>
                    <a:pt x="82773" y="264329"/>
                  </a:lnTo>
                  <a:lnTo>
                    <a:pt x="82702" y="264482"/>
                  </a:lnTo>
                  <a:lnTo>
                    <a:pt x="82562" y="264738"/>
                  </a:lnTo>
                  <a:lnTo>
                    <a:pt x="82329" y="265157"/>
                  </a:lnTo>
                  <a:lnTo>
                    <a:pt x="82072" y="265594"/>
                  </a:lnTo>
                  <a:lnTo>
                    <a:pt x="81715" y="266344"/>
                  </a:lnTo>
                  <a:lnTo>
                    <a:pt x="81462" y="266685"/>
                  </a:lnTo>
                  <a:lnTo>
                    <a:pt x="81287" y="266796"/>
                  </a:lnTo>
                  <a:lnTo>
                    <a:pt x="80835" y="267152"/>
                  </a:lnTo>
                  <a:lnTo>
                    <a:pt x="80693" y="267267"/>
                  </a:lnTo>
                  <a:lnTo>
                    <a:pt x="80224" y="267645"/>
                  </a:lnTo>
                  <a:lnTo>
                    <a:pt x="79857" y="268390"/>
                  </a:lnTo>
                  <a:lnTo>
                    <a:pt x="79733" y="268593"/>
                  </a:lnTo>
                  <a:lnTo>
                    <a:pt x="79650" y="268731"/>
                  </a:lnTo>
                  <a:lnTo>
                    <a:pt x="79507" y="268950"/>
                  </a:lnTo>
                  <a:lnTo>
                    <a:pt x="79389" y="269134"/>
                  </a:lnTo>
                  <a:lnTo>
                    <a:pt x="79131" y="269454"/>
                  </a:lnTo>
                  <a:lnTo>
                    <a:pt x="79059" y="269963"/>
                  </a:lnTo>
                  <a:lnTo>
                    <a:pt x="78963" y="270303"/>
                  </a:lnTo>
                  <a:lnTo>
                    <a:pt x="78927" y="270431"/>
                  </a:lnTo>
                  <a:lnTo>
                    <a:pt x="78755" y="271031"/>
                  </a:lnTo>
                  <a:lnTo>
                    <a:pt x="78861" y="271618"/>
                  </a:lnTo>
                  <a:lnTo>
                    <a:pt x="79102" y="272096"/>
                  </a:lnTo>
                  <a:lnTo>
                    <a:pt x="79293" y="272086"/>
                  </a:lnTo>
                  <a:lnTo>
                    <a:pt x="79479" y="272079"/>
                  </a:lnTo>
                  <a:lnTo>
                    <a:pt x="79799" y="272328"/>
                  </a:lnTo>
                  <a:lnTo>
                    <a:pt x="79936" y="272606"/>
                  </a:lnTo>
                  <a:lnTo>
                    <a:pt x="80041" y="272762"/>
                  </a:lnTo>
                  <a:lnTo>
                    <a:pt x="80338" y="273207"/>
                  </a:lnTo>
                  <a:lnTo>
                    <a:pt x="80484" y="273422"/>
                  </a:lnTo>
                  <a:lnTo>
                    <a:pt x="80848" y="273806"/>
                  </a:lnTo>
                  <a:lnTo>
                    <a:pt x="81338" y="274407"/>
                  </a:lnTo>
                  <a:lnTo>
                    <a:pt x="81289" y="274742"/>
                  </a:lnTo>
                  <a:lnTo>
                    <a:pt x="81190" y="276343"/>
                  </a:lnTo>
                  <a:lnTo>
                    <a:pt x="80929" y="276642"/>
                  </a:lnTo>
                  <a:lnTo>
                    <a:pt x="80949" y="276783"/>
                  </a:lnTo>
                  <a:lnTo>
                    <a:pt x="80843" y="279288"/>
                  </a:lnTo>
                  <a:lnTo>
                    <a:pt x="81025" y="279622"/>
                  </a:lnTo>
                  <a:lnTo>
                    <a:pt x="81444" y="280196"/>
                  </a:lnTo>
                  <a:lnTo>
                    <a:pt x="81722" y="280609"/>
                  </a:lnTo>
                  <a:lnTo>
                    <a:pt x="81564" y="280874"/>
                  </a:lnTo>
                  <a:lnTo>
                    <a:pt x="81421" y="281123"/>
                  </a:lnTo>
                  <a:lnTo>
                    <a:pt x="80993" y="281862"/>
                  </a:lnTo>
                  <a:lnTo>
                    <a:pt x="80887" y="282049"/>
                  </a:lnTo>
                  <a:lnTo>
                    <a:pt x="80700" y="282459"/>
                  </a:lnTo>
                  <a:lnTo>
                    <a:pt x="80600" y="282699"/>
                  </a:lnTo>
                  <a:lnTo>
                    <a:pt x="80547" y="283035"/>
                  </a:lnTo>
                  <a:lnTo>
                    <a:pt x="80548" y="283357"/>
                  </a:lnTo>
                  <a:lnTo>
                    <a:pt x="80641" y="284056"/>
                  </a:lnTo>
                  <a:lnTo>
                    <a:pt x="80091" y="285778"/>
                  </a:lnTo>
                  <a:lnTo>
                    <a:pt x="79717" y="286087"/>
                  </a:lnTo>
                  <a:lnTo>
                    <a:pt x="79660" y="286234"/>
                  </a:lnTo>
                  <a:lnTo>
                    <a:pt x="79606" y="286573"/>
                  </a:lnTo>
                  <a:lnTo>
                    <a:pt x="79397" y="287031"/>
                  </a:lnTo>
                  <a:lnTo>
                    <a:pt x="79065" y="287626"/>
                  </a:lnTo>
                  <a:lnTo>
                    <a:pt x="78991" y="287792"/>
                  </a:lnTo>
                  <a:lnTo>
                    <a:pt x="78927" y="287937"/>
                  </a:lnTo>
                  <a:lnTo>
                    <a:pt x="78850" y="288103"/>
                  </a:lnTo>
                  <a:lnTo>
                    <a:pt x="78665" y="288497"/>
                  </a:lnTo>
                  <a:lnTo>
                    <a:pt x="78564" y="288673"/>
                  </a:lnTo>
                  <a:lnTo>
                    <a:pt x="78293" y="289335"/>
                  </a:lnTo>
                  <a:lnTo>
                    <a:pt x="78141" y="289605"/>
                  </a:lnTo>
                  <a:lnTo>
                    <a:pt x="78066" y="289737"/>
                  </a:lnTo>
                  <a:lnTo>
                    <a:pt x="77964" y="289910"/>
                  </a:lnTo>
                  <a:lnTo>
                    <a:pt x="77820" y="290148"/>
                  </a:lnTo>
                  <a:lnTo>
                    <a:pt x="77714" y="290345"/>
                  </a:lnTo>
                  <a:lnTo>
                    <a:pt x="77469" y="290759"/>
                  </a:lnTo>
                  <a:lnTo>
                    <a:pt x="77305" y="291030"/>
                  </a:lnTo>
                  <a:lnTo>
                    <a:pt x="77210" y="291275"/>
                  </a:lnTo>
                  <a:lnTo>
                    <a:pt x="77122" y="291498"/>
                  </a:lnTo>
                  <a:lnTo>
                    <a:pt x="77059" y="291654"/>
                  </a:lnTo>
                  <a:lnTo>
                    <a:pt x="76993" y="291811"/>
                  </a:lnTo>
                  <a:lnTo>
                    <a:pt x="76811" y="292010"/>
                  </a:lnTo>
                  <a:lnTo>
                    <a:pt x="76732" y="292218"/>
                  </a:lnTo>
                  <a:lnTo>
                    <a:pt x="76734" y="292495"/>
                  </a:lnTo>
                  <a:lnTo>
                    <a:pt x="76600" y="292845"/>
                  </a:lnTo>
                  <a:lnTo>
                    <a:pt x="76564" y="293299"/>
                  </a:lnTo>
                  <a:lnTo>
                    <a:pt x="76518" y="293963"/>
                  </a:lnTo>
                  <a:lnTo>
                    <a:pt x="76483" y="294411"/>
                  </a:lnTo>
                  <a:lnTo>
                    <a:pt x="76219" y="294953"/>
                  </a:lnTo>
                  <a:lnTo>
                    <a:pt x="75531" y="296325"/>
                  </a:lnTo>
                  <a:lnTo>
                    <a:pt x="76802" y="295473"/>
                  </a:lnTo>
                  <a:lnTo>
                    <a:pt x="77050" y="295888"/>
                  </a:lnTo>
                  <a:lnTo>
                    <a:pt x="77165" y="296072"/>
                  </a:lnTo>
                  <a:lnTo>
                    <a:pt x="77472" y="296584"/>
                  </a:lnTo>
                  <a:lnTo>
                    <a:pt x="77596" y="296787"/>
                  </a:lnTo>
                  <a:lnTo>
                    <a:pt x="77704" y="296945"/>
                  </a:lnTo>
                  <a:lnTo>
                    <a:pt x="78103" y="297531"/>
                  </a:lnTo>
                  <a:lnTo>
                    <a:pt x="78234" y="297961"/>
                  </a:lnTo>
                  <a:lnTo>
                    <a:pt x="78276" y="298100"/>
                  </a:lnTo>
                  <a:lnTo>
                    <a:pt x="78362" y="298424"/>
                  </a:lnTo>
                  <a:lnTo>
                    <a:pt x="78404" y="298801"/>
                  </a:lnTo>
                  <a:lnTo>
                    <a:pt x="78468" y="299224"/>
                  </a:lnTo>
                  <a:lnTo>
                    <a:pt x="78449" y="299390"/>
                  </a:lnTo>
                  <a:lnTo>
                    <a:pt x="78332" y="299650"/>
                  </a:lnTo>
                  <a:lnTo>
                    <a:pt x="78159" y="300092"/>
                  </a:lnTo>
                  <a:lnTo>
                    <a:pt x="78150" y="300549"/>
                  </a:lnTo>
                  <a:lnTo>
                    <a:pt x="78158" y="301508"/>
                  </a:lnTo>
                  <a:lnTo>
                    <a:pt x="78343" y="301724"/>
                  </a:lnTo>
                  <a:lnTo>
                    <a:pt x="78573" y="301993"/>
                  </a:lnTo>
                  <a:lnTo>
                    <a:pt x="78892" y="302378"/>
                  </a:lnTo>
                  <a:lnTo>
                    <a:pt x="79110" y="302646"/>
                  </a:lnTo>
                  <a:lnTo>
                    <a:pt x="78747" y="302855"/>
                  </a:lnTo>
                  <a:lnTo>
                    <a:pt x="78189" y="303253"/>
                  </a:lnTo>
                  <a:lnTo>
                    <a:pt x="78282" y="303392"/>
                  </a:lnTo>
                  <a:lnTo>
                    <a:pt x="78433" y="303509"/>
                  </a:lnTo>
                  <a:lnTo>
                    <a:pt x="78607" y="303820"/>
                  </a:lnTo>
                  <a:lnTo>
                    <a:pt x="78601" y="304206"/>
                  </a:lnTo>
                  <a:lnTo>
                    <a:pt x="78794" y="306190"/>
                  </a:lnTo>
                  <a:lnTo>
                    <a:pt x="79062" y="306571"/>
                  </a:lnTo>
                  <a:lnTo>
                    <a:pt x="79427" y="307131"/>
                  </a:lnTo>
                  <a:lnTo>
                    <a:pt x="79655" y="307165"/>
                  </a:lnTo>
                  <a:lnTo>
                    <a:pt x="80031" y="307589"/>
                  </a:lnTo>
                  <a:lnTo>
                    <a:pt x="80229" y="307832"/>
                  </a:lnTo>
                  <a:lnTo>
                    <a:pt x="80069" y="308215"/>
                  </a:lnTo>
                  <a:lnTo>
                    <a:pt x="80038" y="308702"/>
                  </a:lnTo>
                  <a:lnTo>
                    <a:pt x="79933" y="308954"/>
                  </a:lnTo>
                  <a:lnTo>
                    <a:pt x="79869" y="309136"/>
                  </a:lnTo>
                  <a:lnTo>
                    <a:pt x="79791" y="309481"/>
                  </a:lnTo>
                  <a:lnTo>
                    <a:pt x="79707" y="309791"/>
                  </a:lnTo>
                  <a:lnTo>
                    <a:pt x="78821" y="310810"/>
                  </a:lnTo>
                  <a:lnTo>
                    <a:pt x="78587" y="311074"/>
                  </a:lnTo>
                  <a:lnTo>
                    <a:pt x="77901" y="311658"/>
                  </a:lnTo>
                  <a:lnTo>
                    <a:pt x="77549" y="311891"/>
                  </a:lnTo>
                  <a:lnTo>
                    <a:pt x="77386" y="312012"/>
                  </a:lnTo>
                  <a:lnTo>
                    <a:pt x="77004" y="312319"/>
                  </a:lnTo>
                  <a:lnTo>
                    <a:pt x="76683" y="312618"/>
                  </a:lnTo>
                  <a:lnTo>
                    <a:pt x="75777" y="313821"/>
                  </a:lnTo>
                  <a:lnTo>
                    <a:pt x="74793" y="315206"/>
                  </a:lnTo>
                  <a:lnTo>
                    <a:pt x="74067" y="316316"/>
                  </a:lnTo>
                  <a:lnTo>
                    <a:pt x="73998" y="317368"/>
                  </a:lnTo>
                  <a:lnTo>
                    <a:pt x="73921" y="318201"/>
                  </a:lnTo>
                  <a:lnTo>
                    <a:pt x="74019" y="319635"/>
                  </a:lnTo>
                  <a:lnTo>
                    <a:pt x="74169" y="321836"/>
                  </a:lnTo>
                  <a:lnTo>
                    <a:pt x="74313" y="323954"/>
                  </a:lnTo>
                  <a:lnTo>
                    <a:pt x="74505" y="327535"/>
                  </a:lnTo>
                  <a:lnTo>
                    <a:pt x="74426" y="328007"/>
                  </a:lnTo>
                  <a:lnTo>
                    <a:pt x="73599" y="329534"/>
                  </a:lnTo>
                  <a:lnTo>
                    <a:pt x="73425" y="329793"/>
                  </a:lnTo>
                  <a:lnTo>
                    <a:pt x="73287" y="329983"/>
                  </a:lnTo>
                  <a:lnTo>
                    <a:pt x="73085" y="330272"/>
                  </a:lnTo>
                  <a:lnTo>
                    <a:pt x="72741" y="330528"/>
                  </a:lnTo>
                  <a:lnTo>
                    <a:pt x="71863" y="331203"/>
                  </a:lnTo>
                  <a:lnTo>
                    <a:pt x="71608" y="331399"/>
                  </a:lnTo>
                  <a:lnTo>
                    <a:pt x="71017" y="332284"/>
                  </a:lnTo>
                  <a:lnTo>
                    <a:pt x="70305" y="333106"/>
                  </a:lnTo>
                  <a:lnTo>
                    <a:pt x="69826" y="333767"/>
                  </a:lnTo>
                  <a:lnTo>
                    <a:pt x="69076" y="334623"/>
                  </a:lnTo>
                  <a:lnTo>
                    <a:pt x="68275" y="336031"/>
                  </a:lnTo>
                  <a:lnTo>
                    <a:pt x="67012" y="337882"/>
                  </a:lnTo>
                  <a:lnTo>
                    <a:pt x="66381" y="338808"/>
                  </a:lnTo>
                  <a:lnTo>
                    <a:pt x="65024" y="339642"/>
                  </a:lnTo>
                  <a:lnTo>
                    <a:pt x="64187" y="340279"/>
                  </a:lnTo>
                  <a:lnTo>
                    <a:pt x="63807" y="340568"/>
                  </a:lnTo>
                  <a:lnTo>
                    <a:pt x="60305" y="341512"/>
                  </a:lnTo>
                  <a:lnTo>
                    <a:pt x="59890" y="341624"/>
                  </a:lnTo>
                  <a:lnTo>
                    <a:pt x="55842" y="343379"/>
                  </a:lnTo>
                  <a:lnTo>
                    <a:pt x="55087" y="343694"/>
                  </a:lnTo>
                  <a:lnTo>
                    <a:pt x="54725" y="344059"/>
                  </a:lnTo>
                  <a:lnTo>
                    <a:pt x="54432" y="344178"/>
                  </a:lnTo>
                  <a:lnTo>
                    <a:pt x="53040" y="344466"/>
                  </a:lnTo>
                  <a:lnTo>
                    <a:pt x="52608" y="344585"/>
                  </a:lnTo>
                  <a:lnTo>
                    <a:pt x="52339" y="344600"/>
                  </a:lnTo>
                  <a:lnTo>
                    <a:pt x="52120" y="344655"/>
                  </a:lnTo>
                  <a:lnTo>
                    <a:pt x="51972" y="344686"/>
                  </a:lnTo>
                  <a:lnTo>
                    <a:pt x="51671" y="344749"/>
                  </a:lnTo>
                  <a:lnTo>
                    <a:pt x="51466" y="344784"/>
                  </a:lnTo>
                  <a:lnTo>
                    <a:pt x="51180" y="344969"/>
                  </a:lnTo>
                  <a:lnTo>
                    <a:pt x="50929" y="345034"/>
                  </a:lnTo>
                  <a:lnTo>
                    <a:pt x="50393" y="345252"/>
                  </a:lnTo>
                  <a:lnTo>
                    <a:pt x="50190" y="345310"/>
                  </a:lnTo>
                  <a:lnTo>
                    <a:pt x="49953" y="345335"/>
                  </a:lnTo>
                  <a:lnTo>
                    <a:pt x="49684" y="345538"/>
                  </a:lnTo>
                  <a:lnTo>
                    <a:pt x="49341" y="345775"/>
                  </a:lnTo>
                  <a:lnTo>
                    <a:pt x="48693" y="346235"/>
                  </a:lnTo>
                  <a:lnTo>
                    <a:pt x="48373" y="346142"/>
                  </a:lnTo>
                  <a:lnTo>
                    <a:pt x="47496" y="346312"/>
                  </a:lnTo>
                  <a:lnTo>
                    <a:pt x="45500" y="346983"/>
                  </a:lnTo>
                  <a:lnTo>
                    <a:pt x="45297" y="347271"/>
                  </a:lnTo>
                  <a:lnTo>
                    <a:pt x="42625" y="347858"/>
                  </a:lnTo>
                  <a:lnTo>
                    <a:pt x="41920" y="348164"/>
                  </a:lnTo>
                  <a:lnTo>
                    <a:pt x="40979" y="348572"/>
                  </a:lnTo>
                  <a:lnTo>
                    <a:pt x="39074" y="348756"/>
                  </a:lnTo>
                  <a:lnTo>
                    <a:pt x="0" y="409319"/>
                  </a:lnTo>
                  <a:lnTo>
                    <a:pt x="346" y="409722"/>
                  </a:lnTo>
                  <a:lnTo>
                    <a:pt x="922" y="410390"/>
                  </a:lnTo>
                  <a:lnTo>
                    <a:pt x="1424" y="410972"/>
                  </a:lnTo>
                  <a:lnTo>
                    <a:pt x="1802" y="411408"/>
                  </a:lnTo>
                  <a:lnTo>
                    <a:pt x="15278" y="427025"/>
                  </a:lnTo>
                  <a:lnTo>
                    <a:pt x="23668" y="436746"/>
                  </a:lnTo>
                  <a:lnTo>
                    <a:pt x="24484" y="437669"/>
                  </a:lnTo>
                  <a:lnTo>
                    <a:pt x="28373" y="441963"/>
                  </a:lnTo>
                  <a:lnTo>
                    <a:pt x="29655" y="443329"/>
                  </a:lnTo>
                  <a:lnTo>
                    <a:pt x="31332" y="444977"/>
                  </a:lnTo>
                  <a:lnTo>
                    <a:pt x="33081" y="446547"/>
                  </a:lnTo>
                  <a:lnTo>
                    <a:pt x="34899" y="448037"/>
                  </a:lnTo>
                  <a:lnTo>
                    <a:pt x="39334" y="451507"/>
                  </a:lnTo>
                  <a:lnTo>
                    <a:pt x="39757" y="451835"/>
                  </a:lnTo>
                  <a:lnTo>
                    <a:pt x="40881" y="452657"/>
                  </a:lnTo>
                  <a:lnTo>
                    <a:pt x="41655" y="453222"/>
                  </a:lnTo>
                  <a:lnTo>
                    <a:pt x="43613" y="454523"/>
                  </a:lnTo>
                  <a:lnTo>
                    <a:pt x="45627" y="455734"/>
                  </a:lnTo>
                  <a:lnTo>
                    <a:pt x="46798" y="456403"/>
                  </a:lnTo>
                  <a:lnTo>
                    <a:pt x="47153" y="456603"/>
                  </a:lnTo>
                  <a:lnTo>
                    <a:pt x="79157" y="474543"/>
                  </a:lnTo>
                  <a:lnTo>
                    <a:pt x="90844" y="481094"/>
                  </a:lnTo>
                  <a:lnTo>
                    <a:pt x="91123" y="481249"/>
                  </a:lnTo>
                  <a:lnTo>
                    <a:pt x="93205" y="482339"/>
                  </a:lnTo>
                  <a:lnTo>
                    <a:pt x="95334" y="483334"/>
                  </a:lnTo>
                  <a:lnTo>
                    <a:pt x="97505" y="484232"/>
                  </a:lnTo>
                  <a:lnTo>
                    <a:pt x="99715" y="485032"/>
                  </a:lnTo>
                  <a:lnTo>
                    <a:pt x="100705" y="485365"/>
                  </a:lnTo>
                  <a:lnTo>
                    <a:pt x="123374" y="492996"/>
                  </a:lnTo>
                  <a:lnTo>
                    <a:pt x="126433" y="494025"/>
                  </a:lnTo>
                  <a:lnTo>
                    <a:pt x="127211" y="494281"/>
                  </a:lnTo>
                  <a:lnTo>
                    <a:pt x="129465" y="494945"/>
                  </a:lnTo>
                  <a:lnTo>
                    <a:pt x="131747" y="495507"/>
                  </a:lnTo>
                  <a:lnTo>
                    <a:pt x="134051" y="495965"/>
                  </a:lnTo>
                  <a:lnTo>
                    <a:pt x="136374" y="496320"/>
                  </a:lnTo>
                  <a:lnTo>
                    <a:pt x="144755" y="497407"/>
                  </a:lnTo>
                  <a:lnTo>
                    <a:pt x="173594" y="501147"/>
                  </a:lnTo>
                  <a:lnTo>
                    <a:pt x="186314" y="502797"/>
                  </a:lnTo>
                  <a:lnTo>
                    <a:pt x="188366" y="503022"/>
                  </a:lnTo>
                  <a:lnTo>
                    <a:pt x="190709" y="503179"/>
                  </a:lnTo>
                  <a:lnTo>
                    <a:pt x="193057" y="503231"/>
                  </a:lnTo>
                  <a:lnTo>
                    <a:pt x="200040" y="503227"/>
                  </a:lnTo>
                  <a:lnTo>
                    <a:pt x="200689" y="503223"/>
                  </a:lnTo>
                  <a:lnTo>
                    <a:pt x="203036" y="503139"/>
                  </a:lnTo>
                  <a:lnTo>
                    <a:pt x="205377" y="502950"/>
                  </a:lnTo>
                  <a:lnTo>
                    <a:pt x="207708" y="502657"/>
                  </a:lnTo>
                  <a:lnTo>
                    <a:pt x="210022" y="502258"/>
                  </a:lnTo>
                  <a:lnTo>
                    <a:pt x="214490" y="501385"/>
                  </a:lnTo>
                  <a:lnTo>
                    <a:pt x="215872" y="501089"/>
                  </a:lnTo>
                  <a:lnTo>
                    <a:pt x="216359" y="500984"/>
                  </a:lnTo>
                  <a:lnTo>
                    <a:pt x="218633" y="500399"/>
                  </a:lnTo>
                  <a:lnTo>
                    <a:pt x="224325" y="498796"/>
                  </a:lnTo>
                  <a:lnTo>
                    <a:pt x="225113" y="498567"/>
                  </a:lnTo>
                  <a:lnTo>
                    <a:pt x="226810" y="498060"/>
                  </a:lnTo>
                  <a:lnTo>
                    <a:pt x="232236" y="496438"/>
                  </a:lnTo>
                  <a:lnTo>
                    <a:pt x="251040" y="490823"/>
                  </a:lnTo>
                  <a:lnTo>
                    <a:pt x="262349" y="487445"/>
                  </a:lnTo>
                  <a:lnTo>
                    <a:pt x="272981" y="484270"/>
                  </a:lnTo>
                  <a:lnTo>
                    <a:pt x="273314" y="484169"/>
                  </a:lnTo>
                  <a:lnTo>
                    <a:pt x="275543" y="483432"/>
                  </a:lnTo>
                  <a:lnTo>
                    <a:pt x="292855" y="477273"/>
                  </a:lnTo>
                  <a:lnTo>
                    <a:pt x="300819" y="474439"/>
                  </a:lnTo>
                  <a:lnTo>
                    <a:pt x="301089" y="474342"/>
                  </a:lnTo>
                  <a:lnTo>
                    <a:pt x="303586" y="473437"/>
                  </a:lnTo>
                  <a:lnTo>
                    <a:pt x="308257" y="471748"/>
                  </a:lnTo>
                  <a:lnTo>
                    <a:pt x="309638" y="471248"/>
                  </a:lnTo>
                  <a:lnTo>
                    <a:pt x="311020" y="470725"/>
                  </a:lnTo>
                  <a:lnTo>
                    <a:pt x="313184" y="469815"/>
                  </a:lnTo>
                  <a:lnTo>
                    <a:pt x="315305" y="468809"/>
                  </a:lnTo>
                  <a:lnTo>
                    <a:pt x="316175" y="468347"/>
                  </a:lnTo>
                  <a:lnTo>
                    <a:pt x="317378" y="467708"/>
                  </a:lnTo>
                  <a:lnTo>
                    <a:pt x="319400" y="466515"/>
                  </a:lnTo>
                  <a:lnTo>
                    <a:pt x="321366" y="465232"/>
                  </a:lnTo>
                  <a:lnTo>
                    <a:pt x="323273" y="463863"/>
                  </a:lnTo>
                  <a:lnTo>
                    <a:pt x="328373" y="460021"/>
                  </a:lnTo>
                  <a:lnTo>
                    <a:pt x="331178" y="457909"/>
                  </a:lnTo>
                  <a:lnTo>
                    <a:pt x="332987" y="456546"/>
                  </a:lnTo>
                  <a:lnTo>
                    <a:pt x="340803" y="450660"/>
                  </a:lnTo>
                  <a:lnTo>
                    <a:pt x="341109" y="450430"/>
                  </a:lnTo>
                  <a:lnTo>
                    <a:pt x="346215" y="446584"/>
                  </a:lnTo>
                  <a:lnTo>
                    <a:pt x="348992" y="444493"/>
                  </a:lnTo>
                  <a:lnTo>
                    <a:pt x="351864" y="442330"/>
                  </a:lnTo>
                  <a:lnTo>
                    <a:pt x="357141" y="438356"/>
                  </a:lnTo>
                  <a:lnTo>
                    <a:pt x="357729" y="437907"/>
                  </a:lnTo>
                  <a:lnTo>
                    <a:pt x="360486" y="435768"/>
                  </a:lnTo>
                  <a:lnTo>
                    <a:pt x="371969" y="426865"/>
                  </a:lnTo>
                  <a:lnTo>
                    <a:pt x="374720" y="424731"/>
                  </a:lnTo>
                  <a:lnTo>
                    <a:pt x="377396" y="422656"/>
                  </a:lnTo>
                  <a:lnTo>
                    <a:pt x="380335" y="420377"/>
                  </a:lnTo>
                  <a:lnTo>
                    <a:pt x="382812" y="418457"/>
                  </a:lnTo>
                  <a:lnTo>
                    <a:pt x="384829" y="416893"/>
                  </a:lnTo>
                  <a:lnTo>
                    <a:pt x="385169" y="416627"/>
                  </a:lnTo>
                  <a:lnTo>
                    <a:pt x="386978" y="415133"/>
                  </a:lnTo>
                  <a:lnTo>
                    <a:pt x="388386" y="413859"/>
                  </a:lnTo>
                  <a:lnTo>
                    <a:pt x="388719" y="413558"/>
                  </a:lnTo>
                  <a:lnTo>
                    <a:pt x="398748" y="404072"/>
                  </a:lnTo>
                  <a:lnTo>
                    <a:pt x="400330" y="402576"/>
                  </a:lnTo>
                  <a:lnTo>
                    <a:pt x="401498" y="401472"/>
                  </a:lnTo>
                  <a:lnTo>
                    <a:pt x="403610" y="399474"/>
                  </a:lnTo>
                  <a:lnTo>
                    <a:pt x="407598" y="395701"/>
                  </a:lnTo>
                  <a:lnTo>
                    <a:pt x="408106" y="395221"/>
                  </a:lnTo>
                  <a:lnTo>
                    <a:pt x="414493" y="389181"/>
                  </a:lnTo>
                  <a:lnTo>
                    <a:pt x="427357" y="377014"/>
                  </a:lnTo>
                  <a:lnTo>
                    <a:pt x="433832" y="370890"/>
                  </a:lnTo>
                  <a:lnTo>
                    <a:pt x="437910" y="367033"/>
                  </a:lnTo>
                  <a:lnTo>
                    <a:pt x="442614" y="362584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5"/>
            <p:cNvSpPr/>
            <p:nvPr/>
          </p:nvSpPr>
          <p:spPr>
            <a:xfrm>
              <a:off x="933947" y="5318068"/>
              <a:ext cx="379004" cy="464459"/>
            </a:xfrm>
            <a:custGeom>
              <a:avLst/>
              <a:pathLst>
                <a:path w="379004" h="464459">
                  <a:moveTo>
                    <a:pt x="75384" y="312498"/>
                  </a:moveTo>
                  <a:lnTo>
                    <a:pt x="77055" y="316822"/>
                  </a:lnTo>
                  <a:lnTo>
                    <a:pt x="77302" y="317460"/>
                  </a:lnTo>
                  <a:lnTo>
                    <a:pt x="80174" y="324889"/>
                  </a:lnTo>
                  <a:lnTo>
                    <a:pt x="80522" y="325789"/>
                  </a:lnTo>
                  <a:lnTo>
                    <a:pt x="82097" y="329865"/>
                  </a:lnTo>
                  <a:lnTo>
                    <a:pt x="85143" y="337744"/>
                  </a:lnTo>
                  <a:lnTo>
                    <a:pt x="85732" y="339203"/>
                  </a:lnTo>
                  <a:lnTo>
                    <a:pt x="86695" y="341349"/>
                  </a:lnTo>
                  <a:lnTo>
                    <a:pt x="87753" y="343450"/>
                  </a:lnTo>
                  <a:lnTo>
                    <a:pt x="88905" y="345501"/>
                  </a:lnTo>
                  <a:lnTo>
                    <a:pt x="90199" y="347690"/>
                  </a:lnTo>
                  <a:lnTo>
                    <a:pt x="93602" y="353443"/>
                  </a:lnTo>
                  <a:lnTo>
                    <a:pt x="94846" y="355440"/>
                  </a:lnTo>
                  <a:lnTo>
                    <a:pt x="97511" y="359506"/>
                  </a:lnTo>
                  <a:lnTo>
                    <a:pt x="100172" y="363568"/>
                  </a:lnTo>
                  <a:lnTo>
                    <a:pt x="100945" y="364748"/>
                  </a:lnTo>
                  <a:lnTo>
                    <a:pt x="102494" y="367112"/>
                  </a:lnTo>
                  <a:lnTo>
                    <a:pt x="106714" y="373552"/>
                  </a:lnTo>
                  <a:lnTo>
                    <a:pt x="108491" y="376265"/>
                  </a:lnTo>
                  <a:lnTo>
                    <a:pt x="109720" y="378140"/>
                  </a:lnTo>
                  <a:lnTo>
                    <a:pt x="110825" y="379828"/>
                  </a:lnTo>
                  <a:lnTo>
                    <a:pt x="113271" y="383561"/>
                  </a:lnTo>
                  <a:lnTo>
                    <a:pt x="113476" y="383871"/>
                  </a:lnTo>
                  <a:lnTo>
                    <a:pt x="114823" y="385799"/>
                  </a:lnTo>
                  <a:lnTo>
                    <a:pt x="116103" y="387547"/>
                  </a:lnTo>
                  <a:lnTo>
                    <a:pt x="117194" y="388984"/>
                  </a:lnTo>
                  <a:lnTo>
                    <a:pt x="118690" y="390799"/>
                  </a:lnTo>
                  <a:lnTo>
                    <a:pt x="123184" y="396006"/>
                  </a:lnTo>
                  <a:lnTo>
                    <a:pt x="133345" y="407780"/>
                  </a:lnTo>
                  <a:lnTo>
                    <a:pt x="148602" y="425459"/>
                  </a:lnTo>
                  <a:lnTo>
                    <a:pt x="152313" y="429758"/>
                  </a:lnTo>
                  <a:lnTo>
                    <a:pt x="158137" y="436507"/>
                  </a:lnTo>
                  <a:lnTo>
                    <a:pt x="159828" y="438466"/>
                  </a:lnTo>
                  <a:lnTo>
                    <a:pt x="162996" y="442137"/>
                  </a:lnTo>
                  <a:lnTo>
                    <a:pt x="166576" y="446285"/>
                  </a:lnTo>
                  <a:lnTo>
                    <a:pt x="169476" y="449646"/>
                  </a:lnTo>
                  <a:lnTo>
                    <a:pt x="172515" y="453167"/>
                  </a:lnTo>
                  <a:lnTo>
                    <a:pt x="174266" y="455196"/>
                  </a:lnTo>
                  <a:lnTo>
                    <a:pt x="175950" y="457147"/>
                  </a:lnTo>
                  <a:lnTo>
                    <a:pt x="182262" y="464459"/>
                  </a:lnTo>
                  <a:lnTo>
                    <a:pt x="221337" y="403895"/>
                  </a:lnTo>
                  <a:lnTo>
                    <a:pt x="223242" y="403712"/>
                  </a:lnTo>
                  <a:lnTo>
                    <a:pt x="224182" y="403304"/>
                  </a:lnTo>
                  <a:lnTo>
                    <a:pt x="224887" y="402998"/>
                  </a:lnTo>
                  <a:lnTo>
                    <a:pt x="227560" y="402411"/>
                  </a:lnTo>
                  <a:lnTo>
                    <a:pt x="227763" y="402122"/>
                  </a:lnTo>
                  <a:lnTo>
                    <a:pt x="229759" y="401451"/>
                  </a:lnTo>
                  <a:lnTo>
                    <a:pt x="230635" y="401282"/>
                  </a:lnTo>
                  <a:lnTo>
                    <a:pt x="230956" y="401374"/>
                  </a:lnTo>
                  <a:lnTo>
                    <a:pt x="231604" y="400915"/>
                  </a:lnTo>
                  <a:lnTo>
                    <a:pt x="231946" y="400677"/>
                  </a:lnTo>
                  <a:lnTo>
                    <a:pt x="232216" y="400475"/>
                  </a:lnTo>
                  <a:lnTo>
                    <a:pt x="232452" y="400450"/>
                  </a:lnTo>
                  <a:lnTo>
                    <a:pt x="232977" y="400158"/>
                  </a:lnTo>
                  <a:lnTo>
                    <a:pt x="233191" y="400174"/>
                  </a:lnTo>
                  <a:lnTo>
                    <a:pt x="233516" y="400027"/>
                  </a:lnTo>
                  <a:lnTo>
                    <a:pt x="233729" y="399924"/>
                  </a:lnTo>
                  <a:lnTo>
                    <a:pt x="233933" y="399889"/>
                  </a:lnTo>
                  <a:lnTo>
                    <a:pt x="234255" y="399821"/>
                  </a:lnTo>
                  <a:lnTo>
                    <a:pt x="234383" y="399794"/>
                  </a:lnTo>
                  <a:lnTo>
                    <a:pt x="234740" y="399710"/>
                  </a:lnTo>
                  <a:lnTo>
                    <a:pt x="235029" y="399707"/>
                  </a:lnTo>
                  <a:lnTo>
                    <a:pt x="236213" y="399397"/>
                  </a:lnTo>
                  <a:lnTo>
                    <a:pt x="236694" y="399318"/>
                  </a:lnTo>
                  <a:lnTo>
                    <a:pt x="236988" y="399199"/>
                  </a:lnTo>
                  <a:lnTo>
                    <a:pt x="237350" y="398834"/>
                  </a:lnTo>
                  <a:lnTo>
                    <a:pt x="238104" y="398518"/>
                  </a:lnTo>
                  <a:lnTo>
                    <a:pt x="242152" y="396764"/>
                  </a:lnTo>
                  <a:lnTo>
                    <a:pt x="242568" y="396652"/>
                  </a:lnTo>
                  <a:lnTo>
                    <a:pt x="246069" y="395708"/>
                  </a:lnTo>
                  <a:lnTo>
                    <a:pt x="246449" y="395419"/>
                  </a:lnTo>
                  <a:lnTo>
                    <a:pt x="247286" y="394782"/>
                  </a:lnTo>
                  <a:lnTo>
                    <a:pt x="248643" y="393947"/>
                  </a:lnTo>
                  <a:lnTo>
                    <a:pt x="249274" y="393022"/>
                  </a:lnTo>
                  <a:lnTo>
                    <a:pt x="250538" y="391171"/>
                  </a:lnTo>
                  <a:lnTo>
                    <a:pt x="251338" y="389762"/>
                  </a:lnTo>
                  <a:lnTo>
                    <a:pt x="252089" y="388906"/>
                  </a:lnTo>
                  <a:lnTo>
                    <a:pt x="252567" y="388246"/>
                  </a:lnTo>
                  <a:lnTo>
                    <a:pt x="253280" y="387423"/>
                  </a:lnTo>
                  <a:lnTo>
                    <a:pt x="253870" y="386538"/>
                  </a:lnTo>
                  <a:lnTo>
                    <a:pt x="254125" y="386342"/>
                  </a:lnTo>
                  <a:lnTo>
                    <a:pt x="255003" y="385667"/>
                  </a:lnTo>
                  <a:lnTo>
                    <a:pt x="255347" y="385412"/>
                  </a:lnTo>
                  <a:lnTo>
                    <a:pt x="255550" y="385123"/>
                  </a:lnTo>
                  <a:lnTo>
                    <a:pt x="255688" y="384933"/>
                  </a:lnTo>
                  <a:lnTo>
                    <a:pt x="255862" y="384674"/>
                  </a:lnTo>
                  <a:lnTo>
                    <a:pt x="256689" y="383147"/>
                  </a:lnTo>
                  <a:lnTo>
                    <a:pt x="256768" y="382674"/>
                  </a:lnTo>
                  <a:lnTo>
                    <a:pt x="256576" y="379094"/>
                  </a:lnTo>
                  <a:lnTo>
                    <a:pt x="256431" y="376976"/>
                  </a:lnTo>
                  <a:lnTo>
                    <a:pt x="256281" y="374774"/>
                  </a:lnTo>
                  <a:lnTo>
                    <a:pt x="256184" y="373341"/>
                  </a:lnTo>
                  <a:lnTo>
                    <a:pt x="256261" y="372508"/>
                  </a:lnTo>
                  <a:lnTo>
                    <a:pt x="256330" y="371455"/>
                  </a:lnTo>
                  <a:lnTo>
                    <a:pt x="257056" y="370345"/>
                  </a:lnTo>
                  <a:lnTo>
                    <a:pt x="258805" y="367858"/>
                  </a:lnTo>
                  <a:lnTo>
                    <a:pt x="259118" y="367592"/>
                  </a:lnTo>
                  <a:lnTo>
                    <a:pt x="259448" y="367295"/>
                  </a:lnTo>
                  <a:lnTo>
                    <a:pt x="259663" y="367141"/>
                  </a:lnTo>
                  <a:lnTo>
                    <a:pt x="259981" y="366879"/>
                  </a:lnTo>
                  <a:lnTo>
                    <a:pt x="260692" y="366385"/>
                  </a:lnTo>
                  <a:lnTo>
                    <a:pt x="260850" y="366214"/>
                  </a:lnTo>
                  <a:lnTo>
                    <a:pt x="261207" y="365824"/>
                  </a:lnTo>
                  <a:lnTo>
                    <a:pt x="262016" y="364811"/>
                  </a:lnTo>
                  <a:lnTo>
                    <a:pt x="262054" y="364621"/>
                  </a:lnTo>
                  <a:lnTo>
                    <a:pt x="262131" y="364275"/>
                  </a:lnTo>
                  <a:lnTo>
                    <a:pt x="262227" y="364005"/>
                  </a:lnTo>
                  <a:lnTo>
                    <a:pt x="262299" y="363780"/>
                  </a:lnTo>
                  <a:lnTo>
                    <a:pt x="262331" y="363355"/>
                  </a:lnTo>
                  <a:lnTo>
                    <a:pt x="262492" y="362971"/>
                  </a:lnTo>
                  <a:lnTo>
                    <a:pt x="262137" y="362520"/>
                  </a:lnTo>
                  <a:lnTo>
                    <a:pt x="261845" y="362263"/>
                  </a:lnTo>
                  <a:lnTo>
                    <a:pt x="261483" y="362029"/>
                  </a:lnTo>
                  <a:lnTo>
                    <a:pt x="261324" y="361711"/>
                  </a:lnTo>
                  <a:lnTo>
                    <a:pt x="261016" y="361202"/>
                  </a:lnTo>
                  <a:lnTo>
                    <a:pt x="260877" y="359102"/>
                  </a:lnTo>
                  <a:lnTo>
                    <a:pt x="260870" y="358959"/>
                  </a:lnTo>
                  <a:lnTo>
                    <a:pt x="260675" y="358598"/>
                  </a:lnTo>
                  <a:lnTo>
                    <a:pt x="260544" y="358532"/>
                  </a:lnTo>
                  <a:lnTo>
                    <a:pt x="260504" y="358314"/>
                  </a:lnTo>
                  <a:lnTo>
                    <a:pt x="261010" y="357995"/>
                  </a:lnTo>
                  <a:lnTo>
                    <a:pt x="261322" y="357720"/>
                  </a:lnTo>
                  <a:lnTo>
                    <a:pt x="261155" y="357518"/>
                  </a:lnTo>
                  <a:lnTo>
                    <a:pt x="260719" y="357017"/>
                  </a:lnTo>
                  <a:lnTo>
                    <a:pt x="260599" y="356857"/>
                  </a:lnTo>
                  <a:lnTo>
                    <a:pt x="260425" y="356539"/>
                  </a:lnTo>
                  <a:lnTo>
                    <a:pt x="260413" y="355689"/>
                  </a:lnTo>
                  <a:lnTo>
                    <a:pt x="260422" y="355232"/>
                  </a:lnTo>
                  <a:lnTo>
                    <a:pt x="260594" y="354790"/>
                  </a:lnTo>
                  <a:lnTo>
                    <a:pt x="260712" y="354530"/>
                  </a:lnTo>
                  <a:lnTo>
                    <a:pt x="260732" y="354360"/>
                  </a:lnTo>
                  <a:lnTo>
                    <a:pt x="260667" y="353941"/>
                  </a:lnTo>
                  <a:lnTo>
                    <a:pt x="260625" y="353563"/>
                  </a:lnTo>
                  <a:lnTo>
                    <a:pt x="260539" y="353240"/>
                  </a:lnTo>
                  <a:lnTo>
                    <a:pt x="260496" y="353100"/>
                  </a:lnTo>
                  <a:lnTo>
                    <a:pt x="260366" y="352670"/>
                  </a:lnTo>
                  <a:lnTo>
                    <a:pt x="259966" y="352085"/>
                  </a:lnTo>
                  <a:lnTo>
                    <a:pt x="259820" y="351864"/>
                  </a:lnTo>
                  <a:lnTo>
                    <a:pt x="259734" y="351724"/>
                  </a:lnTo>
                  <a:lnTo>
                    <a:pt x="259423" y="351206"/>
                  </a:lnTo>
                  <a:lnTo>
                    <a:pt x="259290" y="350990"/>
                  </a:lnTo>
                  <a:lnTo>
                    <a:pt x="259065" y="350613"/>
                  </a:lnTo>
                  <a:lnTo>
                    <a:pt x="257798" y="351455"/>
                  </a:lnTo>
                  <a:lnTo>
                    <a:pt x="258482" y="350093"/>
                  </a:lnTo>
                  <a:lnTo>
                    <a:pt x="258745" y="349551"/>
                  </a:lnTo>
                  <a:lnTo>
                    <a:pt x="258780" y="349103"/>
                  </a:lnTo>
                  <a:lnTo>
                    <a:pt x="258835" y="348319"/>
                  </a:lnTo>
                  <a:lnTo>
                    <a:pt x="258864" y="347971"/>
                  </a:lnTo>
                  <a:lnTo>
                    <a:pt x="258996" y="347635"/>
                  </a:lnTo>
                  <a:lnTo>
                    <a:pt x="258995" y="347358"/>
                  </a:lnTo>
                  <a:lnTo>
                    <a:pt x="259074" y="347149"/>
                  </a:lnTo>
                  <a:lnTo>
                    <a:pt x="259259" y="346943"/>
                  </a:lnTo>
                  <a:lnTo>
                    <a:pt x="259322" y="346794"/>
                  </a:lnTo>
                  <a:lnTo>
                    <a:pt x="259384" y="346637"/>
                  </a:lnTo>
                  <a:lnTo>
                    <a:pt x="259472" y="346414"/>
                  </a:lnTo>
                  <a:lnTo>
                    <a:pt x="259568" y="346169"/>
                  </a:lnTo>
                  <a:lnTo>
                    <a:pt x="259814" y="345762"/>
                  </a:lnTo>
                  <a:lnTo>
                    <a:pt x="259976" y="345485"/>
                  </a:lnTo>
                  <a:lnTo>
                    <a:pt x="260082" y="345288"/>
                  </a:lnTo>
                  <a:lnTo>
                    <a:pt x="260227" y="345049"/>
                  </a:lnTo>
                  <a:lnTo>
                    <a:pt x="260328" y="344877"/>
                  </a:lnTo>
                  <a:lnTo>
                    <a:pt x="260404" y="344745"/>
                  </a:lnTo>
                  <a:lnTo>
                    <a:pt x="260679" y="344123"/>
                  </a:lnTo>
                  <a:lnTo>
                    <a:pt x="260826" y="343812"/>
                  </a:lnTo>
                  <a:lnTo>
                    <a:pt x="260968" y="343526"/>
                  </a:lnTo>
                  <a:lnTo>
                    <a:pt x="261129" y="343211"/>
                  </a:lnTo>
                  <a:lnTo>
                    <a:pt x="261189" y="343076"/>
                  </a:lnTo>
                  <a:lnTo>
                    <a:pt x="261253" y="342932"/>
                  </a:lnTo>
                  <a:lnTo>
                    <a:pt x="261391" y="342622"/>
                  </a:lnTo>
                  <a:lnTo>
                    <a:pt x="261659" y="342171"/>
                  </a:lnTo>
                  <a:lnTo>
                    <a:pt x="261868" y="341712"/>
                  </a:lnTo>
                  <a:lnTo>
                    <a:pt x="261922" y="341362"/>
                  </a:lnTo>
                  <a:lnTo>
                    <a:pt x="262053" y="341205"/>
                  </a:lnTo>
                  <a:lnTo>
                    <a:pt x="262322" y="339570"/>
                  </a:lnTo>
                  <a:lnTo>
                    <a:pt x="262903" y="339195"/>
                  </a:lnTo>
                  <a:lnTo>
                    <a:pt x="262800" y="338441"/>
                  </a:lnTo>
                  <a:lnTo>
                    <a:pt x="262809" y="338175"/>
                  </a:lnTo>
                  <a:lnTo>
                    <a:pt x="262879" y="337775"/>
                  </a:lnTo>
                  <a:lnTo>
                    <a:pt x="263061" y="337381"/>
                  </a:lnTo>
                  <a:lnTo>
                    <a:pt x="263149" y="337188"/>
                  </a:lnTo>
                  <a:lnTo>
                    <a:pt x="263396" y="336761"/>
                  </a:lnTo>
                  <a:lnTo>
                    <a:pt x="263684" y="336263"/>
                  </a:lnTo>
                  <a:lnTo>
                    <a:pt x="263841" y="335992"/>
                  </a:lnTo>
                  <a:lnTo>
                    <a:pt x="263982" y="335745"/>
                  </a:lnTo>
                  <a:lnTo>
                    <a:pt x="263533" y="335172"/>
                  </a:lnTo>
                  <a:lnTo>
                    <a:pt x="263286" y="334758"/>
                  </a:lnTo>
                  <a:lnTo>
                    <a:pt x="262987" y="332858"/>
                  </a:lnTo>
                  <a:lnTo>
                    <a:pt x="263212" y="331923"/>
                  </a:lnTo>
                  <a:lnTo>
                    <a:pt x="263202" y="331740"/>
                  </a:lnTo>
                  <a:lnTo>
                    <a:pt x="263577" y="330051"/>
                  </a:lnTo>
                  <a:lnTo>
                    <a:pt x="263551" y="329882"/>
                  </a:lnTo>
                  <a:lnTo>
                    <a:pt x="263600" y="329546"/>
                  </a:lnTo>
                  <a:lnTo>
                    <a:pt x="262839" y="328700"/>
                  </a:lnTo>
                  <a:lnTo>
                    <a:pt x="262722" y="328526"/>
                  </a:lnTo>
                  <a:lnTo>
                    <a:pt x="262597" y="328340"/>
                  </a:lnTo>
                  <a:lnTo>
                    <a:pt x="262304" y="327902"/>
                  </a:lnTo>
                  <a:lnTo>
                    <a:pt x="262199" y="327746"/>
                  </a:lnTo>
                  <a:lnTo>
                    <a:pt x="262062" y="327468"/>
                  </a:lnTo>
                  <a:lnTo>
                    <a:pt x="261742" y="327219"/>
                  </a:lnTo>
                  <a:lnTo>
                    <a:pt x="261556" y="327226"/>
                  </a:lnTo>
                  <a:lnTo>
                    <a:pt x="261364" y="327236"/>
                  </a:lnTo>
                  <a:lnTo>
                    <a:pt x="261123" y="326758"/>
                  </a:lnTo>
                  <a:lnTo>
                    <a:pt x="261050" y="326063"/>
                  </a:lnTo>
                  <a:lnTo>
                    <a:pt x="261189" y="325571"/>
                  </a:lnTo>
                  <a:lnTo>
                    <a:pt x="261225" y="325443"/>
                  </a:lnTo>
                  <a:lnTo>
                    <a:pt x="261321" y="325102"/>
                  </a:lnTo>
                  <a:lnTo>
                    <a:pt x="261394" y="324594"/>
                  </a:lnTo>
                  <a:lnTo>
                    <a:pt x="261683" y="324235"/>
                  </a:lnTo>
                  <a:lnTo>
                    <a:pt x="261770" y="324090"/>
                  </a:lnTo>
                  <a:lnTo>
                    <a:pt x="261913" y="323871"/>
                  </a:lnTo>
                  <a:lnTo>
                    <a:pt x="261995" y="323733"/>
                  </a:lnTo>
                  <a:lnTo>
                    <a:pt x="262120" y="323529"/>
                  </a:lnTo>
                  <a:lnTo>
                    <a:pt x="262486" y="322784"/>
                  </a:lnTo>
                  <a:lnTo>
                    <a:pt x="262955" y="322406"/>
                  </a:lnTo>
                  <a:lnTo>
                    <a:pt x="263164" y="322224"/>
                  </a:lnTo>
                  <a:lnTo>
                    <a:pt x="263550" y="321936"/>
                  </a:lnTo>
                  <a:lnTo>
                    <a:pt x="263781" y="321786"/>
                  </a:lnTo>
                  <a:lnTo>
                    <a:pt x="263977" y="321484"/>
                  </a:lnTo>
                  <a:lnTo>
                    <a:pt x="264391" y="320637"/>
                  </a:lnTo>
                  <a:lnTo>
                    <a:pt x="264591" y="320296"/>
                  </a:lnTo>
                  <a:lnTo>
                    <a:pt x="264825" y="319877"/>
                  </a:lnTo>
                  <a:lnTo>
                    <a:pt x="264976" y="319598"/>
                  </a:lnTo>
                  <a:lnTo>
                    <a:pt x="265084" y="319359"/>
                  </a:lnTo>
                  <a:lnTo>
                    <a:pt x="265158" y="319170"/>
                  </a:lnTo>
                  <a:lnTo>
                    <a:pt x="265231" y="318982"/>
                  </a:lnTo>
                  <a:lnTo>
                    <a:pt x="265315" y="318771"/>
                  </a:lnTo>
                  <a:lnTo>
                    <a:pt x="265415" y="318520"/>
                  </a:lnTo>
                  <a:lnTo>
                    <a:pt x="265505" y="318296"/>
                  </a:lnTo>
                  <a:lnTo>
                    <a:pt x="265565" y="318147"/>
                  </a:lnTo>
                  <a:lnTo>
                    <a:pt x="265733" y="317707"/>
                  </a:lnTo>
                  <a:lnTo>
                    <a:pt x="265791" y="317558"/>
                  </a:lnTo>
                  <a:lnTo>
                    <a:pt x="265495" y="317675"/>
                  </a:lnTo>
                  <a:lnTo>
                    <a:pt x="264376" y="318105"/>
                  </a:lnTo>
                  <a:lnTo>
                    <a:pt x="264037" y="318317"/>
                  </a:lnTo>
                  <a:lnTo>
                    <a:pt x="263707" y="318521"/>
                  </a:lnTo>
                  <a:lnTo>
                    <a:pt x="263350" y="318689"/>
                  </a:lnTo>
                  <a:lnTo>
                    <a:pt x="263081" y="318803"/>
                  </a:lnTo>
                  <a:lnTo>
                    <a:pt x="262544" y="318836"/>
                  </a:lnTo>
                  <a:lnTo>
                    <a:pt x="261627" y="319432"/>
                  </a:lnTo>
                  <a:lnTo>
                    <a:pt x="261306" y="319520"/>
                  </a:lnTo>
                  <a:lnTo>
                    <a:pt x="261133" y="319567"/>
                  </a:lnTo>
                  <a:lnTo>
                    <a:pt x="260690" y="319217"/>
                  </a:lnTo>
                  <a:lnTo>
                    <a:pt x="260257" y="318875"/>
                  </a:lnTo>
                  <a:lnTo>
                    <a:pt x="259856" y="318550"/>
                  </a:lnTo>
                  <a:lnTo>
                    <a:pt x="259531" y="318288"/>
                  </a:lnTo>
                  <a:lnTo>
                    <a:pt x="259345" y="318144"/>
                  </a:lnTo>
                  <a:lnTo>
                    <a:pt x="258846" y="317836"/>
                  </a:lnTo>
                  <a:lnTo>
                    <a:pt x="258618" y="317694"/>
                  </a:lnTo>
                  <a:lnTo>
                    <a:pt x="258445" y="317587"/>
                  </a:lnTo>
                  <a:lnTo>
                    <a:pt x="258045" y="317378"/>
                  </a:lnTo>
                  <a:lnTo>
                    <a:pt x="257679" y="317220"/>
                  </a:lnTo>
                  <a:lnTo>
                    <a:pt x="257425" y="317087"/>
                  </a:lnTo>
                  <a:lnTo>
                    <a:pt x="257128" y="316930"/>
                  </a:lnTo>
                  <a:lnTo>
                    <a:pt x="256730" y="316502"/>
                  </a:lnTo>
                  <a:lnTo>
                    <a:pt x="256552" y="316364"/>
                  </a:lnTo>
                  <a:lnTo>
                    <a:pt x="256389" y="316253"/>
                  </a:lnTo>
                  <a:lnTo>
                    <a:pt x="255898" y="316088"/>
                  </a:lnTo>
                  <a:lnTo>
                    <a:pt x="255691" y="315967"/>
                  </a:lnTo>
                  <a:lnTo>
                    <a:pt x="255511" y="315862"/>
                  </a:lnTo>
                  <a:lnTo>
                    <a:pt x="255236" y="315703"/>
                  </a:lnTo>
                  <a:lnTo>
                    <a:pt x="254747" y="315425"/>
                  </a:lnTo>
                  <a:lnTo>
                    <a:pt x="254571" y="315730"/>
                  </a:lnTo>
                  <a:lnTo>
                    <a:pt x="254211" y="315938"/>
                  </a:lnTo>
                  <a:lnTo>
                    <a:pt x="253716" y="316229"/>
                  </a:lnTo>
                  <a:lnTo>
                    <a:pt x="253301" y="316477"/>
                  </a:lnTo>
                  <a:lnTo>
                    <a:pt x="253053" y="316657"/>
                  </a:lnTo>
                  <a:lnTo>
                    <a:pt x="252315" y="317203"/>
                  </a:lnTo>
                  <a:lnTo>
                    <a:pt x="252154" y="317328"/>
                  </a:lnTo>
                  <a:lnTo>
                    <a:pt x="251715" y="317677"/>
                  </a:lnTo>
                  <a:lnTo>
                    <a:pt x="251471" y="317874"/>
                  </a:lnTo>
                  <a:lnTo>
                    <a:pt x="251180" y="318095"/>
                  </a:lnTo>
                  <a:lnTo>
                    <a:pt x="251004" y="318236"/>
                  </a:lnTo>
                  <a:lnTo>
                    <a:pt x="250830" y="318371"/>
                  </a:lnTo>
                  <a:lnTo>
                    <a:pt x="250401" y="318705"/>
                  </a:lnTo>
                  <a:lnTo>
                    <a:pt x="250000" y="319016"/>
                  </a:lnTo>
                  <a:lnTo>
                    <a:pt x="249768" y="319196"/>
                  </a:lnTo>
                  <a:lnTo>
                    <a:pt x="249593" y="319336"/>
                  </a:lnTo>
                  <a:lnTo>
                    <a:pt x="249408" y="319484"/>
                  </a:lnTo>
                  <a:lnTo>
                    <a:pt x="249267" y="319144"/>
                  </a:lnTo>
                  <a:lnTo>
                    <a:pt x="249201" y="318982"/>
                  </a:lnTo>
                  <a:lnTo>
                    <a:pt x="248823" y="318192"/>
                  </a:lnTo>
                  <a:lnTo>
                    <a:pt x="248587" y="317306"/>
                  </a:lnTo>
                  <a:lnTo>
                    <a:pt x="248463" y="317173"/>
                  </a:lnTo>
                  <a:lnTo>
                    <a:pt x="248397" y="317020"/>
                  </a:lnTo>
                  <a:lnTo>
                    <a:pt x="248324" y="316829"/>
                  </a:lnTo>
                  <a:lnTo>
                    <a:pt x="248108" y="316297"/>
                  </a:lnTo>
                  <a:lnTo>
                    <a:pt x="247961" y="315914"/>
                  </a:lnTo>
                  <a:lnTo>
                    <a:pt x="247908" y="315774"/>
                  </a:lnTo>
                  <a:lnTo>
                    <a:pt x="247045" y="312199"/>
                  </a:lnTo>
                  <a:lnTo>
                    <a:pt x="246547" y="311280"/>
                  </a:lnTo>
                  <a:lnTo>
                    <a:pt x="246547" y="311141"/>
                  </a:lnTo>
                  <a:lnTo>
                    <a:pt x="246400" y="311065"/>
                  </a:lnTo>
                  <a:lnTo>
                    <a:pt x="246025" y="310840"/>
                  </a:lnTo>
                  <a:lnTo>
                    <a:pt x="245606" y="310575"/>
                  </a:lnTo>
                  <a:lnTo>
                    <a:pt x="245350" y="310299"/>
                  </a:lnTo>
                  <a:lnTo>
                    <a:pt x="244865" y="309933"/>
                  </a:lnTo>
                  <a:lnTo>
                    <a:pt x="243872" y="309219"/>
                  </a:lnTo>
                  <a:lnTo>
                    <a:pt x="243533" y="308976"/>
                  </a:lnTo>
                  <a:lnTo>
                    <a:pt x="243179" y="308720"/>
                  </a:lnTo>
                  <a:lnTo>
                    <a:pt x="242755" y="308428"/>
                  </a:lnTo>
                  <a:lnTo>
                    <a:pt x="242727" y="307740"/>
                  </a:lnTo>
                  <a:lnTo>
                    <a:pt x="242876" y="307542"/>
                  </a:lnTo>
                  <a:lnTo>
                    <a:pt x="243232" y="307067"/>
                  </a:lnTo>
                  <a:lnTo>
                    <a:pt x="243421" y="306816"/>
                  </a:lnTo>
                  <a:lnTo>
                    <a:pt x="243736" y="306367"/>
                  </a:lnTo>
                  <a:lnTo>
                    <a:pt x="243956" y="306043"/>
                  </a:lnTo>
                  <a:lnTo>
                    <a:pt x="244393" y="305401"/>
                  </a:lnTo>
                  <a:lnTo>
                    <a:pt x="244874" y="304733"/>
                  </a:lnTo>
                  <a:lnTo>
                    <a:pt x="245524" y="304438"/>
                  </a:lnTo>
                  <a:lnTo>
                    <a:pt x="245719" y="304349"/>
                  </a:lnTo>
                  <a:lnTo>
                    <a:pt x="246314" y="304078"/>
                  </a:lnTo>
                  <a:lnTo>
                    <a:pt x="246600" y="303968"/>
                  </a:lnTo>
                  <a:lnTo>
                    <a:pt x="246743" y="303907"/>
                  </a:lnTo>
                  <a:lnTo>
                    <a:pt x="247011" y="303808"/>
                  </a:lnTo>
                  <a:lnTo>
                    <a:pt x="247384" y="303670"/>
                  </a:lnTo>
                  <a:lnTo>
                    <a:pt x="247667" y="303553"/>
                  </a:lnTo>
                  <a:lnTo>
                    <a:pt x="247929" y="303444"/>
                  </a:lnTo>
                  <a:lnTo>
                    <a:pt x="248695" y="303130"/>
                  </a:lnTo>
                  <a:lnTo>
                    <a:pt x="248864" y="303181"/>
                  </a:lnTo>
                  <a:lnTo>
                    <a:pt x="249144" y="303267"/>
                  </a:lnTo>
                  <a:lnTo>
                    <a:pt x="249815" y="303477"/>
                  </a:lnTo>
                  <a:lnTo>
                    <a:pt x="249965" y="303529"/>
                  </a:lnTo>
                  <a:lnTo>
                    <a:pt x="250249" y="303628"/>
                  </a:lnTo>
                  <a:lnTo>
                    <a:pt x="250520" y="303695"/>
                  </a:lnTo>
                  <a:lnTo>
                    <a:pt x="251443" y="303911"/>
                  </a:lnTo>
                  <a:lnTo>
                    <a:pt x="252189" y="304085"/>
                  </a:lnTo>
                  <a:lnTo>
                    <a:pt x="252683" y="304210"/>
                  </a:lnTo>
                  <a:lnTo>
                    <a:pt x="253553" y="304127"/>
                  </a:lnTo>
                  <a:lnTo>
                    <a:pt x="254211" y="303993"/>
                  </a:lnTo>
                  <a:lnTo>
                    <a:pt x="254495" y="303934"/>
                  </a:lnTo>
                  <a:lnTo>
                    <a:pt x="254748" y="303882"/>
                  </a:lnTo>
                  <a:lnTo>
                    <a:pt x="255364" y="303754"/>
                  </a:lnTo>
                  <a:lnTo>
                    <a:pt x="255792" y="303667"/>
                  </a:lnTo>
                  <a:lnTo>
                    <a:pt x="256140" y="303601"/>
                  </a:lnTo>
                  <a:lnTo>
                    <a:pt x="256410" y="303532"/>
                  </a:lnTo>
                  <a:lnTo>
                    <a:pt x="257092" y="303400"/>
                  </a:lnTo>
                  <a:lnTo>
                    <a:pt x="257282" y="303356"/>
                  </a:lnTo>
                  <a:lnTo>
                    <a:pt x="258723" y="303036"/>
                  </a:lnTo>
                  <a:lnTo>
                    <a:pt x="259497" y="302926"/>
                  </a:lnTo>
                  <a:lnTo>
                    <a:pt x="260139" y="302687"/>
                  </a:lnTo>
                  <a:lnTo>
                    <a:pt x="260643" y="302488"/>
                  </a:lnTo>
                  <a:lnTo>
                    <a:pt x="261035" y="302336"/>
                  </a:lnTo>
                  <a:lnTo>
                    <a:pt x="261319" y="302227"/>
                  </a:lnTo>
                  <a:lnTo>
                    <a:pt x="262212" y="301886"/>
                  </a:lnTo>
                  <a:lnTo>
                    <a:pt x="262726" y="301687"/>
                  </a:lnTo>
                  <a:lnTo>
                    <a:pt x="263013" y="301584"/>
                  </a:lnTo>
                  <a:lnTo>
                    <a:pt x="263307" y="301540"/>
                  </a:lnTo>
                  <a:lnTo>
                    <a:pt x="263765" y="301513"/>
                  </a:lnTo>
                  <a:lnTo>
                    <a:pt x="263993" y="301499"/>
                  </a:lnTo>
                  <a:lnTo>
                    <a:pt x="264199" y="301486"/>
                  </a:lnTo>
                  <a:lnTo>
                    <a:pt x="264804" y="301408"/>
                  </a:lnTo>
                  <a:lnTo>
                    <a:pt x="265440" y="301318"/>
                  </a:lnTo>
                  <a:lnTo>
                    <a:pt x="265824" y="301260"/>
                  </a:lnTo>
                  <a:lnTo>
                    <a:pt x="265996" y="301234"/>
                  </a:lnTo>
                  <a:lnTo>
                    <a:pt x="266363" y="301004"/>
                  </a:lnTo>
                  <a:lnTo>
                    <a:pt x="266772" y="300749"/>
                  </a:lnTo>
                  <a:lnTo>
                    <a:pt x="267022" y="300587"/>
                  </a:lnTo>
                  <a:lnTo>
                    <a:pt x="267219" y="300461"/>
                  </a:lnTo>
                  <a:lnTo>
                    <a:pt x="267739" y="300127"/>
                  </a:lnTo>
                  <a:lnTo>
                    <a:pt x="268128" y="299876"/>
                  </a:lnTo>
                  <a:lnTo>
                    <a:pt x="268378" y="299715"/>
                  </a:lnTo>
                  <a:lnTo>
                    <a:pt x="268582" y="299584"/>
                  </a:lnTo>
                  <a:lnTo>
                    <a:pt x="268896" y="299382"/>
                  </a:lnTo>
                  <a:lnTo>
                    <a:pt x="269100" y="299250"/>
                  </a:lnTo>
                  <a:lnTo>
                    <a:pt x="269176" y="298978"/>
                  </a:lnTo>
                  <a:lnTo>
                    <a:pt x="269340" y="297902"/>
                  </a:lnTo>
                  <a:lnTo>
                    <a:pt x="269372" y="297690"/>
                  </a:lnTo>
                  <a:lnTo>
                    <a:pt x="269417" y="297423"/>
                  </a:lnTo>
                  <a:lnTo>
                    <a:pt x="269465" y="297186"/>
                  </a:lnTo>
                  <a:lnTo>
                    <a:pt x="269437" y="297011"/>
                  </a:lnTo>
                  <a:lnTo>
                    <a:pt x="269336" y="296399"/>
                  </a:lnTo>
                  <a:lnTo>
                    <a:pt x="269155" y="295228"/>
                  </a:lnTo>
                  <a:lnTo>
                    <a:pt x="268984" y="294161"/>
                  </a:lnTo>
                  <a:lnTo>
                    <a:pt x="268171" y="291863"/>
                  </a:lnTo>
                  <a:lnTo>
                    <a:pt x="267957" y="290997"/>
                  </a:lnTo>
                  <a:lnTo>
                    <a:pt x="267774" y="290692"/>
                  </a:lnTo>
                  <a:lnTo>
                    <a:pt x="267400" y="290108"/>
                  </a:lnTo>
                  <a:lnTo>
                    <a:pt x="267266" y="289948"/>
                  </a:lnTo>
                  <a:lnTo>
                    <a:pt x="266714" y="289427"/>
                  </a:lnTo>
                  <a:lnTo>
                    <a:pt x="266254" y="288869"/>
                  </a:lnTo>
                  <a:lnTo>
                    <a:pt x="265841" y="288381"/>
                  </a:lnTo>
                  <a:lnTo>
                    <a:pt x="265465" y="287924"/>
                  </a:lnTo>
                  <a:lnTo>
                    <a:pt x="265302" y="287740"/>
                  </a:lnTo>
                  <a:lnTo>
                    <a:pt x="265190" y="287612"/>
                  </a:lnTo>
                  <a:lnTo>
                    <a:pt x="264047" y="286634"/>
                  </a:lnTo>
                  <a:lnTo>
                    <a:pt x="264070" y="286470"/>
                  </a:lnTo>
                  <a:lnTo>
                    <a:pt x="264120" y="286087"/>
                  </a:lnTo>
                  <a:lnTo>
                    <a:pt x="264195" y="285516"/>
                  </a:lnTo>
                  <a:lnTo>
                    <a:pt x="264850" y="282467"/>
                  </a:lnTo>
                  <a:lnTo>
                    <a:pt x="264895" y="282265"/>
                  </a:lnTo>
                  <a:lnTo>
                    <a:pt x="265095" y="281352"/>
                  </a:lnTo>
                  <a:lnTo>
                    <a:pt x="265060" y="281131"/>
                  </a:lnTo>
                  <a:lnTo>
                    <a:pt x="264921" y="281016"/>
                  </a:lnTo>
                  <a:lnTo>
                    <a:pt x="264825" y="280875"/>
                  </a:lnTo>
                  <a:lnTo>
                    <a:pt x="264734" y="280601"/>
                  </a:lnTo>
                  <a:lnTo>
                    <a:pt x="264036" y="280118"/>
                  </a:lnTo>
                  <a:lnTo>
                    <a:pt x="263551" y="280318"/>
                  </a:lnTo>
                  <a:lnTo>
                    <a:pt x="262693" y="280383"/>
                  </a:lnTo>
                  <a:lnTo>
                    <a:pt x="262471" y="280243"/>
                  </a:lnTo>
                  <a:lnTo>
                    <a:pt x="261531" y="280098"/>
                  </a:lnTo>
                  <a:lnTo>
                    <a:pt x="261230" y="279696"/>
                  </a:lnTo>
                  <a:lnTo>
                    <a:pt x="259173" y="279013"/>
                  </a:lnTo>
                  <a:lnTo>
                    <a:pt x="258012" y="279433"/>
                  </a:lnTo>
                  <a:lnTo>
                    <a:pt x="257675" y="279252"/>
                  </a:lnTo>
                  <a:lnTo>
                    <a:pt x="257499" y="278723"/>
                  </a:lnTo>
                  <a:lnTo>
                    <a:pt x="257566" y="278561"/>
                  </a:lnTo>
                  <a:lnTo>
                    <a:pt x="257947" y="277639"/>
                  </a:lnTo>
                  <a:lnTo>
                    <a:pt x="258268" y="276863"/>
                  </a:lnTo>
                  <a:lnTo>
                    <a:pt x="258406" y="276528"/>
                  </a:lnTo>
                  <a:lnTo>
                    <a:pt x="258801" y="275578"/>
                  </a:lnTo>
                  <a:lnTo>
                    <a:pt x="259231" y="274768"/>
                  </a:lnTo>
                  <a:lnTo>
                    <a:pt x="259367" y="274215"/>
                  </a:lnTo>
                  <a:lnTo>
                    <a:pt x="259466" y="273978"/>
                  </a:lnTo>
                  <a:lnTo>
                    <a:pt x="259920" y="273032"/>
                  </a:lnTo>
                  <a:lnTo>
                    <a:pt x="260213" y="272409"/>
                  </a:lnTo>
                  <a:lnTo>
                    <a:pt x="260465" y="271874"/>
                  </a:lnTo>
                  <a:lnTo>
                    <a:pt x="260652" y="271492"/>
                  </a:lnTo>
                  <a:lnTo>
                    <a:pt x="260754" y="271284"/>
                  </a:lnTo>
                  <a:lnTo>
                    <a:pt x="261027" y="270727"/>
                  </a:lnTo>
                  <a:lnTo>
                    <a:pt x="261092" y="270595"/>
                  </a:lnTo>
                  <a:lnTo>
                    <a:pt x="261225" y="270376"/>
                  </a:lnTo>
                  <a:lnTo>
                    <a:pt x="261681" y="269626"/>
                  </a:lnTo>
                  <a:lnTo>
                    <a:pt x="261921" y="269232"/>
                  </a:lnTo>
                  <a:lnTo>
                    <a:pt x="262531" y="268235"/>
                  </a:lnTo>
                  <a:lnTo>
                    <a:pt x="262976" y="267508"/>
                  </a:lnTo>
                  <a:lnTo>
                    <a:pt x="263260" y="267041"/>
                  </a:lnTo>
                  <a:lnTo>
                    <a:pt x="263673" y="266362"/>
                  </a:lnTo>
                  <a:lnTo>
                    <a:pt x="263712" y="266164"/>
                  </a:lnTo>
                  <a:lnTo>
                    <a:pt x="263819" y="265604"/>
                  </a:lnTo>
                  <a:lnTo>
                    <a:pt x="263846" y="265467"/>
                  </a:lnTo>
                  <a:lnTo>
                    <a:pt x="263951" y="264922"/>
                  </a:lnTo>
                  <a:lnTo>
                    <a:pt x="263997" y="264680"/>
                  </a:lnTo>
                  <a:lnTo>
                    <a:pt x="264058" y="264366"/>
                  </a:lnTo>
                  <a:lnTo>
                    <a:pt x="265021" y="262662"/>
                  </a:lnTo>
                  <a:lnTo>
                    <a:pt x="266322" y="260359"/>
                  </a:lnTo>
                  <a:lnTo>
                    <a:pt x="266979" y="259701"/>
                  </a:lnTo>
                  <a:lnTo>
                    <a:pt x="267197" y="259482"/>
                  </a:lnTo>
                  <a:lnTo>
                    <a:pt x="267628" y="259050"/>
                  </a:lnTo>
                  <a:lnTo>
                    <a:pt x="267798" y="258880"/>
                  </a:lnTo>
                  <a:lnTo>
                    <a:pt x="267971" y="258706"/>
                  </a:lnTo>
                  <a:lnTo>
                    <a:pt x="268677" y="257728"/>
                  </a:lnTo>
                  <a:lnTo>
                    <a:pt x="269289" y="256880"/>
                  </a:lnTo>
                  <a:lnTo>
                    <a:pt x="269596" y="256455"/>
                  </a:lnTo>
                  <a:lnTo>
                    <a:pt x="269987" y="255915"/>
                  </a:lnTo>
                  <a:lnTo>
                    <a:pt x="270789" y="254805"/>
                  </a:lnTo>
                  <a:lnTo>
                    <a:pt x="271047" y="254449"/>
                  </a:lnTo>
                  <a:lnTo>
                    <a:pt x="271184" y="254259"/>
                  </a:lnTo>
                  <a:lnTo>
                    <a:pt x="271974" y="253165"/>
                  </a:lnTo>
                  <a:lnTo>
                    <a:pt x="272136" y="252941"/>
                  </a:lnTo>
                  <a:lnTo>
                    <a:pt x="272392" y="252588"/>
                  </a:lnTo>
                  <a:lnTo>
                    <a:pt x="272523" y="252406"/>
                  </a:lnTo>
                  <a:lnTo>
                    <a:pt x="272661" y="251652"/>
                  </a:lnTo>
                  <a:lnTo>
                    <a:pt x="272911" y="251555"/>
                  </a:lnTo>
                  <a:lnTo>
                    <a:pt x="273178" y="250842"/>
                  </a:lnTo>
                  <a:lnTo>
                    <a:pt x="273132" y="250655"/>
                  </a:lnTo>
                  <a:lnTo>
                    <a:pt x="273088" y="250393"/>
                  </a:lnTo>
                  <a:lnTo>
                    <a:pt x="273041" y="250257"/>
                  </a:lnTo>
                  <a:lnTo>
                    <a:pt x="272844" y="250116"/>
                  </a:lnTo>
                  <a:lnTo>
                    <a:pt x="269505" y="250391"/>
                  </a:lnTo>
                  <a:lnTo>
                    <a:pt x="269454" y="250240"/>
                  </a:lnTo>
                  <a:lnTo>
                    <a:pt x="269402" y="250015"/>
                  </a:lnTo>
                  <a:lnTo>
                    <a:pt x="269318" y="249788"/>
                  </a:lnTo>
                  <a:lnTo>
                    <a:pt x="269149" y="249483"/>
                  </a:lnTo>
                  <a:lnTo>
                    <a:pt x="269001" y="249359"/>
                  </a:lnTo>
                  <a:lnTo>
                    <a:pt x="268806" y="249304"/>
                  </a:lnTo>
                  <a:lnTo>
                    <a:pt x="267979" y="249060"/>
                  </a:lnTo>
                  <a:lnTo>
                    <a:pt x="267965" y="248156"/>
                  </a:lnTo>
                  <a:lnTo>
                    <a:pt x="267947" y="246994"/>
                  </a:lnTo>
                  <a:lnTo>
                    <a:pt x="267914" y="244968"/>
                  </a:lnTo>
                  <a:lnTo>
                    <a:pt x="267907" y="244516"/>
                  </a:lnTo>
                  <a:lnTo>
                    <a:pt x="267904" y="244292"/>
                  </a:lnTo>
                  <a:lnTo>
                    <a:pt x="267877" y="242650"/>
                  </a:lnTo>
                  <a:lnTo>
                    <a:pt x="269300" y="241782"/>
                  </a:lnTo>
                  <a:lnTo>
                    <a:pt x="270385" y="241119"/>
                  </a:lnTo>
                  <a:lnTo>
                    <a:pt x="273169" y="239418"/>
                  </a:lnTo>
                  <a:lnTo>
                    <a:pt x="274171" y="238806"/>
                  </a:lnTo>
                  <a:lnTo>
                    <a:pt x="275272" y="238133"/>
                  </a:lnTo>
                  <a:lnTo>
                    <a:pt x="275442" y="238028"/>
                  </a:lnTo>
                  <a:lnTo>
                    <a:pt x="277060" y="237039"/>
                  </a:lnTo>
                  <a:lnTo>
                    <a:pt x="277732" y="236630"/>
                  </a:lnTo>
                  <a:lnTo>
                    <a:pt x="278230" y="236325"/>
                  </a:lnTo>
                  <a:lnTo>
                    <a:pt x="278566" y="236120"/>
                  </a:lnTo>
                  <a:lnTo>
                    <a:pt x="279363" y="234577"/>
                  </a:lnTo>
                  <a:lnTo>
                    <a:pt x="280018" y="233312"/>
                  </a:lnTo>
                  <a:lnTo>
                    <a:pt x="280471" y="232435"/>
                  </a:lnTo>
                  <a:lnTo>
                    <a:pt x="280716" y="231962"/>
                  </a:lnTo>
                  <a:lnTo>
                    <a:pt x="281352" y="230733"/>
                  </a:lnTo>
                  <a:lnTo>
                    <a:pt x="281664" y="230130"/>
                  </a:lnTo>
                  <a:lnTo>
                    <a:pt x="281760" y="229944"/>
                  </a:lnTo>
                  <a:lnTo>
                    <a:pt x="282094" y="229298"/>
                  </a:lnTo>
                  <a:lnTo>
                    <a:pt x="282696" y="228135"/>
                  </a:lnTo>
                  <a:lnTo>
                    <a:pt x="283520" y="226542"/>
                  </a:lnTo>
                  <a:lnTo>
                    <a:pt x="283685" y="226221"/>
                  </a:lnTo>
                  <a:lnTo>
                    <a:pt x="283936" y="225737"/>
                  </a:lnTo>
                  <a:lnTo>
                    <a:pt x="284402" y="224835"/>
                  </a:lnTo>
                  <a:lnTo>
                    <a:pt x="285619" y="224450"/>
                  </a:lnTo>
                  <a:lnTo>
                    <a:pt x="286447" y="224188"/>
                  </a:lnTo>
                  <a:lnTo>
                    <a:pt x="286710" y="224105"/>
                  </a:lnTo>
                  <a:lnTo>
                    <a:pt x="287503" y="223854"/>
                  </a:lnTo>
                  <a:lnTo>
                    <a:pt x="287717" y="223786"/>
                  </a:lnTo>
                  <a:lnTo>
                    <a:pt x="288119" y="223659"/>
                  </a:lnTo>
                  <a:lnTo>
                    <a:pt x="288519" y="223533"/>
                  </a:lnTo>
                  <a:lnTo>
                    <a:pt x="289658" y="223171"/>
                  </a:lnTo>
                  <a:lnTo>
                    <a:pt x="289958" y="222463"/>
                  </a:lnTo>
                  <a:lnTo>
                    <a:pt x="290191" y="221871"/>
                  </a:lnTo>
                  <a:lnTo>
                    <a:pt x="290420" y="221287"/>
                  </a:lnTo>
                  <a:lnTo>
                    <a:pt x="293387" y="218239"/>
                  </a:lnTo>
                  <a:lnTo>
                    <a:pt x="294446" y="217366"/>
                  </a:lnTo>
                  <a:lnTo>
                    <a:pt x="295346" y="216624"/>
                  </a:lnTo>
                  <a:lnTo>
                    <a:pt x="296563" y="215619"/>
                  </a:lnTo>
                  <a:lnTo>
                    <a:pt x="298153" y="214309"/>
                  </a:lnTo>
                  <a:lnTo>
                    <a:pt x="298758" y="214002"/>
                  </a:lnTo>
                  <a:lnTo>
                    <a:pt x="299685" y="213522"/>
                  </a:lnTo>
                  <a:lnTo>
                    <a:pt x="300422" y="213139"/>
                  </a:lnTo>
                  <a:lnTo>
                    <a:pt x="301691" y="212471"/>
                  </a:lnTo>
                  <a:lnTo>
                    <a:pt x="302013" y="211756"/>
                  </a:lnTo>
                  <a:lnTo>
                    <a:pt x="302252" y="211153"/>
                  </a:lnTo>
                  <a:lnTo>
                    <a:pt x="302950" y="209391"/>
                  </a:lnTo>
                  <a:lnTo>
                    <a:pt x="303915" y="208636"/>
                  </a:lnTo>
                  <a:lnTo>
                    <a:pt x="304912" y="207856"/>
                  </a:lnTo>
                  <a:lnTo>
                    <a:pt x="305738" y="207209"/>
                  </a:lnTo>
                  <a:lnTo>
                    <a:pt x="305874" y="207103"/>
                  </a:lnTo>
                  <a:lnTo>
                    <a:pt x="306414" y="206680"/>
                  </a:lnTo>
                  <a:lnTo>
                    <a:pt x="306588" y="206545"/>
                  </a:lnTo>
                  <a:lnTo>
                    <a:pt x="307326" y="205967"/>
                  </a:lnTo>
                  <a:lnTo>
                    <a:pt x="307541" y="205799"/>
                  </a:lnTo>
                  <a:lnTo>
                    <a:pt x="309087" y="204589"/>
                  </a:lnTo>
                  <a:lnTo>
                    <a:pt x="311273" y="202879"/>
                  </a:lnTo>
                  <a:lnTo>
                    <a:pt x="316161" y="199054"/>
                  </a:lnTo>
                  <a:lnTo>
                    <a:pt x="316540" y="198758"/>
                  </a:lnTo>
                  <a:lnTo>
                    <a:pt x="317632" y="197903"/>
                  </a:lnTo>
                  <a:lnTo>
                    <a:pt x="320425" y="195447"/>
                  </a:lnTo>
                  <a:lnTo>
                    <a:pt x="320168" y="195240"/>
                  </a:lnTo>
                  <a:lnTo>
                    <a:pt x="319957" y="194979"/>
                  </a:lnTo>
                  <a:lnTo>
                    <a:pt x="319905" y="194826"/>
                  </a:lnTo>
                  <a:lnTo>
                    <a:pt x="319939" y="194683"/>
                  </a:lnTo>
                  <a:lnTo>
                    <a:pt x="320084" y="194531"/>
                  </a:lnTo>
                  <a:lnTo>
                    <a:pt x="320108" y="194087"/>
                  </a:lnTo>
                  <a:lnTo>
                    <a:pt x="319992" y="193288"/>
                  </a:lnTo>
                  <a:lnTo>
                    <a:pt x="319992" y="193047"/>
                  </a:lnTo>
                  <a:lnTo>
                    <a:pt x="320101" y="192817"/>
                  </a:lnTo>
                  <a:lnTo>
                    <a:pt x="320266" y="192595"/>
                  </a:lnTo>
                  <a:lnTo>
                    <a:pt x="320160" y="192218"/>
                  </a:lnTo>
                  <a:lnTo>
                    <a:pt x="320537" y="191253"/>
                  </a:lnTo>
                  <a:lnTo>
                    <a:pt x="320712" y="190945"/>
                  </a:lnTo>
                  <a:lnTo>
                    <a:pt x="320675" y="190720"/>
                  </a:lnTo>
                  <a:lnTo>
                    <a:pt x="320472" y="190329"/>
                  </a:lnTo>
                  <a:lnTo>
                    <a:pt x="320266" y="190057"/>
                  </a:lnTo>
                  <a:lnTo>
                    <a:pt x="320187" y="189907"/>
                  </a:lnTo>
                  <a:lnTo>
                    <a:pt x="319946" y="189618"/>
                  </a:lnTo>
                  <a:lnTo>
                    <a:pt x="319894" y="189447"/>
                  </a:lnTo>
                  <a:lnTo>
                    <a:pt x="319859" y="189313"/>
                  </a:lnTo>
                  <a:lnTo>
                    <a:pt x="319863" y="189053"/>
                  </a:lnTo>
                  <a:lnTo>
                    <a:pt x="319791" y="188847"/>
                  </a:lnTo>
                  <a:lnTo>
                    <a:pt x="319713" y="188678"/>
                  </a:lnTo>
                  <a:lnTo>
                    <a:pt x="319580" y="188427"/>
                  </a:lnTo>
                  <a:lnTo>
                    <a:pt x="319481" y="188282"/>
                  </a:lnTo>
                  <a:lnTo>
                    <a:pt x="319207" y="188103"/>
                  </a:lnTo>
                  <a:lnTo>
                    <a:pt x="319059" y="188085"/>
                  </a:lnTo>
                  <a:lnTo>
                    <a:pt x="318844" y="188071"/>
                  </a:lnTo>
                  <a:lnTo>
                    <a:pt x="318677" y="188082"/>
                  </a:lnTo>
                  <a:lnTo>
                    <a:pt x="318518" y="188106"/>
                  </a:lnTo>
                  <a:lnTo>
                    <a:pt x="318382" y="188118"/>
                  </a:lnTo>
                  <a:lnTo>
                    <a:pt x="318061" y="188050"/>
                  </a:lnTo>
                  <a:lnTo>
                    <a:pt x="318262" y="187578"/>
                  </a:lnTo>
                  <a:lnTo>
                    <a:pt x="318363" y="187051"/>
                  </a:lnTo>
                  <a:lnTo>
                    <a:pt x="318471" y="186917"/>
                  </a:lnTo>
                  <a:lnTo>
                    <a:pt x="318799" y="186737"/>
                  </a:lnTo>
                  <a:lnTo>
                    <a:pt x="319048" y="186483"/>
                  </a:lnTo>
                  <a:lnTo>
                    <a:pt x="319059" y="186333"/>
                  </a:lnTo>
                  <a:lnTo>
                    <a:pt x="319019" y="186176"/>
                  </a:lnTo>
                  <a:lnTo>
                    <a:pt x="319059" y="186008"/>
                  </a:lnTo>
                  <a:lnTo>
                    <a:pt x="319130" y="185815"/>
                  </a:lnTo>
                  <a:lnTo>
                    <a:pt x="319320" y="185639"/>
                  </a:lnTo>
                  <a:lnTo>
                    <a:pt x="319517" y="185496"/>
                  </a:lnTo>
                  <a:lnTo>
                    <a:pt x="319676" y="185431"/>
                  </a:lnTo>
                  <a:lnTo>
                    <a:pt x="319861" y="185304"/>
                  </a:lnTo>
                  <a:lnTo>
                    <a:pt x="320011" y="185189"/>
                  </a:lnTo>
                  <a:lnTo>
                    <a:pt x="320196" y="184840"/>
                  </a:lnTo>
                  <a:lnTo>
                    <a:pt x="320093" y="184666"/>
                  </a:lnTo>
                  <a:lnTo>
                    <a:pt x="320743" y="184055"/>
                  </a:lnTo>
                  <a:lnTo>
                    <a:pt x="321127" y="183698"/>
                  </a:lnTo>
                  <a:lnTo>
                    <a:pt x="321272" y="183607"/>
                  </a:lnTo>
                  <a:lnTo>
                    <a:pt x="321589" y="183522"/>
                  </a:lnTo>
                  <a:lnTo>
                    <a:pt x="321868" y="183476"/>
                  </a:lnTo>
                  <a:lnTo>
                    <a:pt x="322131" y="183471"/>
                  </a:lnTo>
                  <a:lnTo>
                    <a:pt x="322712" y="183405"/>
                  </a:lnTo>
                  <a:lnTo>
                    <a:pt x="322860" y="183337"/>
                  </a:lnTo>
                  <a:lnTo>
                    <a:pt x="323017" y="183061"/>
                  </a:lnTo>
                  <a:lnTo>
                    <a:pt x="323572" y="183000"/>
                  </a:lnTo>
                  <a:lnTo>
                    <a:pt x="323861" y="182915"/>
                  </a:lnTo>
                  <a:lnTo>
                    <a:pt x="324025" y="182723"/>
                  </a:lnTo>
                  <a:lnTo>
                    <a:pt x="324217" y="182528"/>
                  </a:lnTo>
                  <a:lnTo>
                    <a:pt x="324381" y="182406"/>
                  </a:lnTo>
                  <a:lnTo>
                    <a:pt x="324580" y="182341"/>
                  </a:lnTo>
                  <a:lnTo>
                    <a:pt x="324731" y="182299"/>
                  </a:lnTo>
                  <a:lnTo>
                    <a:pt x="324895" y="182221"/>
                  </a:lnTo>
                  <a:lnTo>
                    <a:pt x="325052" y="181914"/>
                  </a:lnTo>
                  <a:lnTo>
                    <a:pt x="325066" y="181766"/>
                  </a:lnTo>
                  <a:lnTo>
                    <a:pt x="324974" y="181621"/>
                  </a:lnTo>
                  <a:lnTo>
                    <a:pt x="324801" y="181553"/>
                  </a:lnTo>
                  <a:lnTo>
                    <a:pt x="324555" y="181398"/>
                  </a:lnTo>
                  <a:lnTo>
                    <a:pt x="324576" y="181206"/>
                  </a:lnTo>
                  <a:lnTo>
                    <a:pt x="324714" y="180951"/>
                  </a:lnTo>
                  <a:lnTo>
                    <a:pt x="324824" y="180751"/>
                  </a:lnTo>
                  <a:lnTo>
                    <a:pt x="324890" y="180592"/>
                  </a:lnTo>
                  <a:lnTo>
                    <a:pt x="324855" y="180423"/>
                  </a:lnTo>
                  <a:lnTo>
                    <a:pt x="324791" y="180292"/>
                  </a:lnTo>
                  <a:lnTo>
                    <a:pt x="325009" y="179867"/>
                  </a:lnTo>
                  <a:lnTo>
                    <a:pt x="325499" y="179720"/>
                  </a:lnTo>
                  <a:lnTo>
                    <a:pt x="325837" y="179607"/>
                  </a:lnTo>
                  <a:lnTo>
                    <a:pt x="326095" y="179448"/>
                  </a:lnTo>
                  <a:lnTo>
                    <a:pt x="326198" y="179270"/>
                  </a:lnTo>
                  <a:lnTo>
                    <a:pt x="326351" y="179077"/>
                  </a:lnTo>
                  <a:lnTo>
                    <a:pt x="326484" y="178962"/>
                  </a:lnTo>
                  <a:lnTo>
                    <a:pt x="326625" y="178946"/>
                  </a:lnTo>
                  <a:lnTo>
                    <a:pt x="326871" y="178904"/>
                  </a:lnTo>
                  <a:lnTo>
                    <a:pt x="327136" y="178737"/>
                  </a:lnTo>
                  <a:lnTo>
                    <a:pt x="327187" y="178606"/>
                  </a:lnTo>
                  <a:lnTo>
                    <a:pt x="326353" y="178016"/>
                  </a:lnTo>
                  <a:lnTo>
                    <a:pt x="325530" y="177727"/>
                  </a:lnTo>
                  <a:lnTo>
                    <a:pt x="324686" y="177443"/>
                  </a:lnTo>
                  <a:lnTo>
                    <a:pt x="323261" y="176991"/>
                  </a:lnTo>
                  <a:lnTo>
                    <a:pt x="323057" y="176928"/>
                  </a:lnTo>
                  <a:lnTo>
                    <a:pt x="322754" y="176794"/>
                  </a:lnTo>
                  <a:lnTo>
                    <a:pt x="322074" y="176836"/>
                  </a:lnTo>
                  <a:lnTo>
                    <a:pt x="321709" y="176857"/>
                  </a:lnTo>
                  <a:lnTo>
                    <a:pt x="320348" y="176821"/>
                  </a:lnTo>
                  <a:lnTo>
                    <a:pt x="320134" y="176816"/>
                  </a:lnTo>
                  <a:lnTo>
                    <a:pt x="319436" y="176797"/>
                  </a:lnTo>
                  <a:lnTo>
                    <a:pt x="318963" y="176780"/>
                  </a:lnTo>
                  <a:lnTo>
                    <a:pt x="318389" y="176766"/>
                  </a:lnTo>
                  <a:lnTo>
                    <a:pt x="317845" y="176752"/>
                  </a:lnTo>
                  <a:lnTo>
                    <a:pt x="317239" y="176736"/>
                  </a:lnTo>
                  <a:lnTo>
                    <a:pt x="316738" y="176721"/>
                  </a:lnTo>
                  <a:lnTo>
                    <a:pt x="316178" y="176705"/>
                  </a:lnTo>
                  <a:lnTo>
                    <a:pt x="315941" y="176698"/>
                  </a:lnTo>
                  <a:lnTo>
                    <a:pt x="315477" y="176660"/>
                  </a:lnTo>
                  <a:lnTo>
                    <a:pt x="315114" y="176609"/>
                  </a:lnTo>
                  <a:lnTo>
                    <a:pt x="314195" y="174030"/>
                  </a:lnTo>
                  <a:lnTo>
                    <a:pt x="314114" y="173870"/>
                  </a:lnTo>
                  <a:lnTo>
                    <a:pt x="314202" y="173285"/>
                  </a:lnTo>
                  <a:lnTo>
                    <a:pt x="314238" y="173044"/>
                  </a:lnTo>
                  <a:lnTo>
                    <a:pt x="315234" y="166429"/>
                  </a:lnTo>
                  <a:lnTo>
                    <a:pt x="315315" y="165893"/>
                  </a:lnTo>
                  <a:lnTo>
                    <a:pt x="315615" y="163900"/>
                  </a:lnTo>
                  <a:lnTo>
                    <a:pt x="315748" y="163015"/>
                  </a:lnTo>
                  <a:lnTo>
                    <a:pt x="315805" y="162638"/>
                  </a:lnTo>
                  <a:lnTo>
                    <a:pt x="315883" y="162118"/>
                  </a:lnTo>
                  <a:lnTo>
                    <a:pt x="316392" y="158739"/>
                  </a:lnTo>
                  <a:lnTo>
                    <a:pt x="315256" y="154966"/>
                  </a:lnTo>
                  <a:lnTo>
                    <a:pt x="315214" y="154823"/>
                  </a:lnTo>
                  <a:lnTo>
                    <a:pt x="314838" y="153574"/>
                  </a:lnTo>
                  <a:lnTo>
                    <a:pt x="316833" y="143661"/>
                  </a:lnTo>
                  <a:lnTo>
                    <a:pt x="316865" y="143501"/>
                  </a:lnTo>
                  <a:lnTo>
                    <a:pt x="316908" y="143289"/>
                  </a:lnTo>
                  <a:lnTo>
                    <a:pt x="317005" y="142804"/>
                  </a:lnTo>
                  <a:lnTo>
                    <a:pt x="317071" y="142480"/>
                  </a:lnTo>
                  <a:lnTo>
                    <a:pt x="317140" y="142137"/>
                  </a:lnTo>
                  <a:lnTo>
                    <a:pt x="317182" y="141926"/>
                  </a:lnTo>
                  <a:lnTo>
                    <a:pt x="317240" y="141640"/>
                  </a:lnTo>
                  <a:lnTo>
                    <a:pt x="317295" y="141363"/>
                  </a:lnTo>
                  <a:lnTo>
                    <a:pt x="317813" y="140864"/>
                  </a:lnTo>
                  <a:lnTo>
                    <a:pt x="318893" y="139019"/>
                  </a:lnTo>
                  <a:lnTo>
                    <a:pt x="319221" y="137996"/>
                  </a:lnTo>
                  <a:lnTo>
                    <a:pt x="319995" y="137010"/>
                  </a:lnTo>
                  <a:lnTo>
                    <a:pt x="320988" y="134531"/>
                  </a:lnTo>
                  <a:lnTo>
                    <a:pt x="321355" y="133614"/>
                  </a:lnTo>
                  <a:lnTo>
                    <a:pt x="321483" y="133498"/>
                  </a:lnTo>
                  <a:lnTo>
                    <a:pt x="321788" y="133222"/>
                  </a:lnTo>
                  <a:lnTo>
                    <a:pt x="321997" y="132729"/>
                  </a:lnTo>
                  <a:lnTo>
                    <a:pt x="322025" y="132450"/>
                  </a:lnTo>
                  <a:lnTo>
                    <a:pt x="322038" y="132319"/>
                  </a:lnTo>
                  <a:lnTo>
                    <a:pt x="322100" y="131699"/>
                  </a:lnTo>
                  <a:lnTo>
                    <a:pt x="322277" y="131150"/>
                  </a:lnTo>
                  <a:lnTo>
                    <a:pt x="322355" y="130761"/>
                  </a:lnTo>
                  <a:lnTo>
                    <a:pt x="323233" y="129133"/>
                  </a:lnTo>
                  <a:lnTo>
                    <a:pt x="323385" y="128644"/>
                  </a:lnTo>
                  <a:lnTo>
                    <a:pt x="327750" y="121320"/>
                  </a:lnTo>
                  <a:lnTo>
                    <a:pt x="328083" y="121538"/>
                  </a:lnTo>
                  <a:lnTo>
                    <a:pt x="328561" y="122199"/>
                  </a:lnTo>
                  <a:lnTo>
                    <a:pt x="328934" y="123015"/>
                  </a:lnTo>
                  <a:lnTo>
                    <a:pt x="329506" y="123132"/>
                  </a:lnTo>
                  <a:lnTo>
                    <a:pt x="329679" y="123186"/>
                  </a:lnTo>
                  <a:lnTo>
                    <a:pt x="329813" y="123155"/>
                  </a:lnTo>
                  <a:lnTo>
                    <a:pt x="329839" y="123001"/>
                  </a:lnTo>
                  <a:lnTo>
                    <a:pt x="329881" y="122740"/>
                  </a:lnTo>
                  <a:lnTo>
                    <a:pt x="330019" y="122476"/>
                  </a:lnTo>
                  <a:lnTo>
                    <a:pt x="330169" y="122450"/>
                  </a:lnTo>
                  <a:lnTo>
                    <a:pt x="330563" y="122429"/>
                  </a:lnTo>
                  <a:lnTo>
                    <a:pt x="330634" y="122621"/>
                  </a:lnTo>
                  <a:lnTo>
                    <a:pt x="330910" y="122827"/>
                  </a:lnTo>
                  <a:lnTo>
                    <a:pt x="332125" y="121882"/>
                  </a:lnTo>
                  <a:lnTo>
                    <a:pt x="332247" y="121444"/>
                  </a:lnTo>
                  <a:lnTo>
                    <a:pt x="332401" y="121055"/>
                  </a:lnTo>
                  <a:lnTo>
                    <a:pt x="332540" y="121139"/>
                  </a:lnTo>
                  <a:lnTo>
                    <a:pt x="332694" y="121221"/>
                  </a:lnTo>
                  <a:lnTo>
                    <a:pt x="332877" y="121322"/>
                  </a:lnTo>
                  <a:lnTo>
                    <a:pt x="333060" y="121444"/>
                  </a:lnTo>
                  <a:lnTo>
                    <a:pt x="333283" y="121453"/>
                  </a:lnTo>
                  <a:lnTo>
                    <a:pt x="333306" y="121120"/>
                  </a:lnTo>
                  <a:lnTo>
                    <a:pt x="333257" y="120820"/>
                  </a:lnTo>
                  <a:lnTo>
                    <a:pt x="333119" y="120731"/>
                  </a:lnTo>
                  <a:lnTo>
                    <a:pt x="332673" y="120234"/>
                  </a:lnTo>
                  <a:lnTo>
                    <a:pt x="332528" y="120035"/>
                  </a:lnTo>
                  <a:lnTo>
                    <a:pt x="332354" y="119822"/>
                  </a:lnTo>
                  <a:lnTo>
                    <a:pt x="332090" y="119468"/>
                  </a:lnTo>
                  <a:lnTo>
                    <a:pt x="331717" y="119062"/>
                  </a:lnTo>
                  <a:lnTo>
                    <a:pt x="331442" y="118755"/>
                  </a:lnTo>
                  <a:lnTo>
                    <a:pt x="331152" y="118431"/>
                  </a:lnTo>
                  <a:lnTo>
                    <a:pt x="330901" y="118155"/>
                  </a:lnTo>
                  <a:lnTo>
                    <a:pt x="330716" y="117948"/>
                  </a:lnTo>
                  <a:lnTo>
                    <a:pt x="330130" y="117283"/>
                  </a:lnTo>
                  <a:lnTo>
                    <a:pt x="329904" y="116774"/>
                  </a:lnTo>
                  <a:lnTo>
                    <a:pt x="329647" y="116500"/>
                  </a:lnTo>
                  <a:lnTo>
                    <a:pt x="329494" y="116263"/>
                  </a:lnTo>
                  <a:lnTo>
                    <a:pt x="329283" y="116017"/>
                  </a:lnTo>
                  <a:lnTo>
                    <a:pt x="328917" y="115644"/>
                  </a:lnTo>
                  <a:lnTo>
                    <a:pt x="328765" y="115341"/>
                  </a:lnTo>
                  <a:lnTo>
                    <a:pt x="328692" y="115114"/>
                  </a:lnTo>
                  <a:lnTo>
                    <a:pt x="328627" y="114978"/>
                  </a:lnTo>
                  <a:lnTo>
                    <a:pt x="328336" y="114509"/>
                  </a:lnTo>
                  <a:lnTo>
                    <a:pt x="328291" y="114235"/>
                  </a:lnTo>
                  <a:lnTo>
                    <a:pt x="327734" y="113067"/>
                  </a:lnTo>
                  <a:lnTo>
                    <a:pt x="327900" y="112959"/>
                  </a:lnTo>
                  <a:lnTo>
                    <a:pt x="328678" y="112833"/>
                  </a:lnTo>
                  <a:lnTo>
                    <a:pt x="328814" y="112868"/>
                  </a:lnTo>
                  <a:lnTo>
                    <a:pt x="328953" y="112868"/>
                  </a:lnTo>
                  <a:lnTo>
                    <a:pt x="329098" y="112978"/>
                  </a:lnTo>
                  <a:lnTo>
                    <a:pt x="329567" y="112936"/>
                  </a:lnTo>
                  <a:lnTo>
                    <a:pt x="330195" y="112739"/>
                  </a:lnTo>
                  <a:lnTo>
                    <a:pt x="330329" y="112699"/>
                  </a:lnTo>
                  <a:lnTo>
                    <a:pt x="330467" y="112659"/>
                  </a:lnTo>
                  <a:lnTo>
                    <a:pt x="330615" y="112650"/>
                  </a:lnTo>
                  <a:lnTo>
                    <a:pt x="330859" y="112594"/>
                  </a:lnTo>
                  <a:lnTo>
                    <a:pt x="331117" y="112495"/>
                  </a:lnTo>
                  <a:lnTo>
                    <a:pt x="331499" y="112392"/>
                  </a:lnTo>
                  <a:lnTo>
                    <a:pt x="331637" y="112296"/>
                  </a:lnTo>
                  <a:lnTo>
                    <a:pt x="331780" y="112324"/>
                  </a:lnTo>
                  <a:lnTo>
                    <a:pt x="331942" y="112322"/>
                  </a:lnTo>
                  <a:lnTo>
                    <a:pt x="332174" y="112280"/>
                  </a:lnTo>
                  <a:lnTo>
                    <a:pt x="332453" y="112235"/>
                  </a:lnTo>
                  <a:lnTo>
                    <a:pt x="332821" y="112057"/>
                  </a:lnTo>
                  <a:lnTo>
                    <a:pt x="333208" y="111994"/>
                  </a:lnTo>
                  <a:lnTo>
                    <a:pt x="333351" y="111949"/>
                  </a:lnTo>
                  <a:lnTo>
                    <a:pt x="333503" y="111911"/>
                  </a:lnTo>
                  <a:lnTo>
                    <a:pt x="333883" y="111764"/>
                  </a:lnTo>
                  <a:lnTo>
                    <a:pt x="334591" y="111424"/>
                  </a:lnTo>
                  <a:lnTo>
                    <a:pt x="334732" y="111356"/>
                  </a:lnTo>
                  <a:lnTo>
                    <a:pt x="334982" y="111246"/>
                  </a:lnTo>
                  <a:lnTo>
                    <a:pt x="335140" y="111161"/>
                  </a:lnTo>
                  <a:lnTo>
                    <a:pt x="335318" y="111079"/>
                  </a:lnTo>
                  <a:lnTo>
                    <a:pt x="335993" y="110716"/>
                  </a:lnTo>
                  <a:lnTo>
                    <a:pt x="336607" y="110350"/>
                  </a:lnTo>
                  <a:lnTo>
                    <a:pt x="337400" y="110313"/>
                  </a:lnTo>
                  <a:lnTo>
                    <a:pt x="337791" y="110323"/>
                  </a:lnTo>
                  <a:lnTo>
                    <a:pt x="337939" y="110303"/>
                  </a:lnTo>
                  <a:lnTo>
                    <a:pt x="338926" y="109680"/>
                  </a:lnTo>
                  <a:lnTo>
                    <a:pt x="339345" y="109415"/>
                  </a:lnTo>
                  <a:lnTo>
                    <a:pt x="339572" y="109272"/>
                  </a:lnTo>
                  <a:lnTo>
                    <a:pt x="339997" y="109037"/>
                  </a:lnTo>
                  <a:lnTo>
                    <a:pt x="340192" y="108915"/>
                  </a:lnTo>
                  <a:lnTo>
                    <a:pt x="340520" y="108716"/>
                  </a:lnTo>
                  <a:lnTo>
                    <a:pt x="341066" y="108362"/>
                  </a:lnTo>
                  <a:lnTo>
                    <a:pt x="341459" y="108097"/>
                  </a:lnTo>
                  <a:lnTo>
                    <a:pt x="341827" y="107833"/>
                  </a:lnTo>
                  <a:lnTo>
                    <a:pt x="342048" y="107667"/>
                  </a:lnTo>
                  <a:lnTo>
                    <a:pt x="342369" y="107449"/>
                  </a:lnTo>
                  <a:lnTo>
                    <a:pt x="342526" y="107343"/>
                  </a:lnTo>
                  <a:lnTo>
                    <a:pt x="342780" y="107180"/>
                  </a:lnTo>
                  <a:lnTo>
                    <a:pt x="343539" y="106833"/>
                  </a:lnTo>
                  <a:lnTo>
                    <a:pt x="344035" y="106473"/>
                  </a:lnTo>
                  <a:lnTo>
                    <a:pt x="344119" y="106311"/>
                  </a:lnTo>
                  <a:lnTo>
                    <a:pt x="344149" y="105986"/>
                  </a:lnTo>
                  <a:lnTo>
                    <a:pt x="344206" y="105669"/>
                  </a:lnTo>
                  <a:lnTo>
                    <a:pt x="344290" y="105396"/>
                  </a:lnTo>
                  <a:lnTo>
                    <a:pt x="344380" y="105223"/>
                  </a:lnTo>
                  <a:lnTo>
                    <a:pt x="344546" y="105030"/>
                  </a:lnTo>
                  <a:lnTo>
                    <a:pt x="344720" y="104847"/>
                  </a:lnTo>
                  <a:lnTo>
                    <a:pt x="344999" y="104591"/>
                  </a:lnTo>
                  <a:lnTo>
                    <a:pt x="345192" y="104356"/>
                  </a:lnTo>
                  <a:lnTo>
                    <a:pt x="345290" y="104215"/>
                  </a:lnTo>
                  <a:lnTo>
                    <a:pt x="345442" y="103966"/>
                  </a:lnTo>
                  <a:lnTo>
                    <a:pt x="345519" y="103836"/>
                  </a:lnTo>
                  <a:lnTo>
                    <a:pt x="345750" y="103498"/>
                  </a:lnTo>
                  <a:lnTo>
                    <a:pt x="346702" y="102572"/>
                  </a:lnTo>
                  <a:lnTo>
                    <a:pt x="347095" y="102319"/>
                  </a:lnTo>
                  <a:lnTo>
                    <a:pt x="347462" y="102108"/>
                  </a:lnTo>
                  <a:lnTo>
                    <a:pt x="347919" y="101656"/>
                  </a:lnTo>
                  <a:lnTo>
                    <a:pt x="347842" y="101403"/>
                  </a:lnTo>
                  <a:lnTo>
                    <a:pt x="347656" y="101065"/>
                  </a:lnTo>
                  <a:lnTo>
                    <a:pt x="347516" y="100783"/>
                  </a:lnTo>
                  <a:lnTo>
                    <a:pt x="347460" y="100517"/>
                  </a:lnTo>
                  <a:lnTo>
                    <a:pt x="347355" y="100377"/>
                  </a:lnTo>
                  <a:lnTo>
                    <a:pt x="347164" y="99780"/>
                  </a:lnTo>
                  <a:lnTo>
                    <a:pt x="347181" y="99531"/>
                  </a:lnTo>
                  <a:lnTo>
                    <a:pt x="346928" y="98878"/>
                  </a:lnTo>
                  <a:lnTo>
                    <a:pt x="346660" y="98671"/>
                  </a:lnTo>
                  <a:lnTo>
                    <a:pt x="346532" y="98613"/>
                  </a:lnTo>
                  <a:lnTo>
                    <a:pt x="346175" y="98413"/>
                  </a:lnTo>
                  <a:lnTo>
                    <a:pt x="345938" y="98256"/>
                  </a:lnTo>
                  <a:lnTo>
                    <a:pt x="345724" y="98068"/>
                  </a:lnTo>
                  <a:lnTo>
                    <a:pt x="345570" y="97931"/>
                  </a:lnTo>
                  <a:lnTo>
                    <a:pt x="345429" y="97672"/>
                  </a:lnTo>
                  <a:lnTo>
                    <a:pt x="345523" y="97298"/>
                  </a:lnTo>
                  <a:lnTo>
                    <a:pt x="345744" y="96944"/>
                  </a:lnTo>
                  <a:lnTo>
                    <a:pt x="345954" y="96738"/>
                  </a:lnTo>
                  <a:lnTo>
                    <a:pt x="346134" y="96324"/>
                  </a:lnTo>
                  <a:lnTo>
                    <a:pt x="346013" y="96099"/>
                  </a:lnTo>
                  <a:lnTo>
                    <a:pt x="345860" y="95877"/>
                  </a:lnTo>
                  <a:lnTo>
                    <a:pt x="345783" y="95745"/>
                  </a:lnTo>
                  <a:lnTo>
                    <a:pt x="345418" y="95359"/>
                  </a:lnTo>
                  <a:lnTo>
                    <a:pt x="345168" y="95176"/>
                  </a:lnTo>
                  <a:lnTo>
                    <a:pt x="344882" y="95064"/>
                  </a:lnTo>
                  <a:lnTo>
                    <a:pt x="344708" y="95068"/>
                  </a:lnTo>
                  <a:lnTo>
                    <a:pt x="344524" y="94979"/>
                  </a:lnTo>
                  <a:lnTo>
                    <a:pt x="344037" y="94757"/>
                  </a:lnTo>
                  <a:lnTo>
                    <a:pt x="343899" y="94691"/>
                  </a:lnTo>
                  <a:lnTo>
                    <a:pt x="343770" y="94631"/>
                  </a:lnTo>
                  <a:lnTo>
                    <a:pt x="343640" y="94573"/>
                  </a:lnTo>
                  <a:lnTo>
                    <a:pt x="342967" y="94114"/>
                  </a:lnTo>
                  <a:lnTo>
                    <a:pt x="342461" y="93633"/>
                  </a:lnTo>
                  <a:lnTo>
                    <a:pt x="341973" y="93159"/>
                  </a:lnTo>
                  <a:lnTo>
                    <a:pt x="341749" y="93010"/>
                  </a:lnTo>
                  <a:lnTo>
                    <a:pt x="341556" y="92839"/>
                  </a:lnTo>
                  <a:lnTo>
                    <a:pt x="341411" y="92597"/>
                  </a:lnTo>
                  <a:lnTo>
                    <a:pt x="341286" y="92400"/>
                  </a:lnTo>
                  <a:lnTo>
                    <a:pt x="341163" y="92191"/>
                  </a:lnTo>
                  <a:lnTo>
                    <a:pt x="341033" y="91764"/>
                  </a:lnTo>
                  <a:lnTo>
                    <a:pt x="341230" y="91667"/>
                  </a:lnTo>
                  <a:lnTo>
                    <a:pt x="341467" y="91520"/>
                  </a:lnTo>
                  <a:lnTo>
                    <a:pt x="341791" y="91327"/>
                  </a:lnTo>
                  <a:lnTo>
                    <a:pt x="342208" y="91070"/>
                  </a:lnTo>
                  <a:lnTo>
                    <a:pt x="342388" y="90959"/>
                  </a:lnTo>
                  <a:lnTo>
                    <a:pt x="342782" y="90725"/>
                  </a:lnTo>
                  <a:lnTo>
                    <a:pt x="343354" y="90355"/>
                  </a:lnTo>
                  <a:lnTo>
                    <a:pt x="343537" y="90235"/>
                  </a:lnTo>
                  <a:lnTo>
                    <a:pt x="343551" y="90099"/>
                  </a:lnTo>
                  <a:lnTo>
                    <a:pt x="343549" y="89961"/>
                  </a:lnTo>
                  <a:lnTo>
                    <a:pt x="343565" y="89794"/>
                  </a:lnTo>
                  <a:lnTo>
                    <a:pt x="343591" y="89511"/>
                  </a:lnTo>
                  <a:lnTo>
                    <a:pt x="343607" y="89368"/>
                  </a:lnTo>
                  <a:lnTo>
                    <a:pt x="343619" y="89227"/>
                  </a:lnTo>
                  <a:lnTo>
                    <a:pt x="343631" y="89096"/>
                  </a:lnTo>
                  <a:lnTo>
                    <a:pt x="343633" y="88833"/>
                  </a:lnTo>
                  <a:lnTo>
                    <a:pt x="343638" y="88695"/>
                  </a:lnTo>
                  <a:lnTo>
                    <a:pt x="343654" y="88427"/>
                  </a:lnTo>
                  <a:lnTo>
                    <a:pt x="343671" y="88268"/>
                  </a:lnTo>
                  <a:lnTo>
                    <a:pt x="343694" y="88005"/>
                  </a:lnTo>
                  <a:lnTo>
                    <a:pt x="343708" y="87862"/>
                  </a:lnTo>
                  <a:lnTo>
                    <a:pt x="343722" y="87605"/>
                  </a:lnTo>
                  <a:lnTo>
                    <a:pt x="343734" y="87462"/>
                  </a:lnTo>
                  <a:lnTo>
                    <a:pt x="343746" y="87321"/>
                  </a:lnTo>
                  <a:lnTo>
                    <a:pt x="343760" y="87185"/>
                  </a:lnTo>
                  <a:lnTo>
                    <a:pt x="343764" y="86929"/>
                  </a:lnTo>
                  <a:lnTo>
                    <a:pt x="343776" y="86770"/>
                  </a:lnTo>
                  <a:lnTo>
                    <a:pt x="343800" y="86507"/>
                  </a:lnTo>
                  <a:lnTo>
                    <a:pt x="343818" y="86231"/>
                  </a:lnTo>
                  <a:lnTo>
                    <a:pt x="343823" y="86081"/>
                  </a:lnTo>
                  <a:lnTo>
                    <a:pt x="343825" y="85825"/>
                  </a:lnTo>
                  <a:lnTo>
                    <a:pt x="343844" y="85691"/>
                  </a:lnTo>
                  <a:lnTo>
                    <a:pt x="343887" y="85472"/>
                  </a:lnTo>
                  <a:lnTo>
                    <a:pt x="344373" y="83624"/>
                  </a:lnTo>
                  <a:lnTo>
                    <a:pt x="344471" y="83218"/>
                  </a:lnTo>
                  <a:lnTo>
                    <a:pt x="344604" y="82671"/>
                  </a:lnTo>
                  <a:lnTo>
                    <a:pt x="344738" y="82119"/>
                  </a:lnTo>
                  <a:lnTo>
                    <a:pt x="344855" y="81637"/>
                  </a:lnTo>
                  <a:lnTo>
                    <a:pt x="345031" y="80912"/>
                  </a:lnTo>
                  <a:lnTo>
                    <a:pt x="345149" y="80430"/>
                  </a:lnTo>
                  <a:lnTo>
                    <a:pt x="345204" y="80205"/>
                  </a:lnTo>
                  <a:lnTo>
                    <a:pt x="345336" y="79671"/>
                  </a:lnTo>
                  <a:lnTo>
                    <a:pt x="345522" y="78914"/>
                  </a:lnTo>
                  <a:lnTo>
                    <a:pt x="345648" y="78402"/>
                  </a:lnTo>
                  <a:lnTo>
                    <a:pt x="345688" y="78239"/>
                  </a:lnTo>
                  <a:lnTo>
                    <a:pt x="345773" y="78009"/>
                  </a:lnTo>
                  <a:lnTo>
                    <a:pt x="345857" y="77597"/>
                  </a:lnTo>
                  <a:lnTo>
                    <a:pt x="345889" y="77441"/>
                  </a:lnTo>
                  <a:lnTo>
                    <a:pt x="345969" y="77051"/>
                  </a:lnTo>
                  <a:lnTo>
                    <a:pt x="346025" y="76775"/>
                  </a:lnTo>
                  <a:lnTo>
                    <a:pt x="346111" y="76456"/>
                  </a:lnTo>
                  <a:lnTo>
                    <a:pt x="346154" y="76286"/>
                  </a:lnTo>
                  <a:lnTo>
                    <a:pt x="346274" y="75811"/>
                  </a:lnTo>
                  <a:lnTo>
                    <a:pt x="346329" y="75570"/>
                  </a:lnTo>
                  <a:lnTo>
                    <a:pt x="346501" y="74855"/>
                  </a:lnTo>
                  <a:lnTo>
                    <a:pt x="346534" y="74717"/>
                  </a:lnTo>
                  <a:lnTo>
                    <a:pt x="346784" y="73727"/>
                  </a:lnTo>
                  <a:lnTo>
                    <a:pt x="346864" y="73410"/>
                  </a:lnTo>
                  <a:lnTo>
                    <a:pt x="347063" y="72609"/>
                  </a:lnTo>
                  <a:lnTo>
                    <a:pt x="347176" y="72148"/>
                  </a:lnTo>
                  <a:lnTo>
                    <a:pt x="347386" y="71290"/>
                  </a:lnTo>
                  <a:lnTo>
                    <a:pt x="349917" y="71738"/>
                  </a:lnTo>
                  <a:lnTo>
                    <a:pt x="350119" y="71774"/>
                  </a:lnTo>
                  <a:lnTo>
                    <a:pt x="350404" y="71984"/>
                  </a:lnTo>
                  <a:lnTo>
                    <a:pt x="352354" y="73327"/>
                  </a:lnTo>
                  <a:lnTo>
                    <a:pt x="353045" y="73808"/>
                  </a:lnTo>
                  <a:lnTo>
                    <a:pt x="353385" y="74044"/>
                  </a:lnTo>
                  <a:lnTo>
                    <a:pt x="353924" y="74417"/>
                  </a:lnTo>
                  <a:lnTo>
                    <a:pt x="354155" y="74577"/>
                  </a:lnTo>
                  <a:lnTo>
                    <a:pt x="354541" y="74844"/>
                  </a:lnTo>
                  <a:lnTo>
                    <a:pt x="354663" y="74623"/>
                  </a:lnTo>
                  <a:lnTo>
                    <a:pt x="355167" y="73708"/>
                  </a:lnTo>
                  <a:lnTo>
                    <a:pt x="355372" y="73336"/>
                  </a:lnTo>
                  <a:lnTo>
                    <a:pt x="355507" y="73090"/>
                  </a:lnTo>
                  <a:lnTo>
                    <a:pt x="355639" y="72850"/>
                  </a:lnTo>
                  <a:lnTo>
                    <a:pt x="356029" y="72140"/>
                  </a:lnTo>
                  <a:lnTo>
                    <a:pt x="356458" y="71360"/>
                  </a:lnTo>
                  <a:lnTo>
                    <a:pt x="356804" y="70731"/>
                  </a:lnTo>
                  <a:lnTo>
                    <a:pt x="357355" y="70101"/>
                  </a:lnTo>
                  <a:lnTo>
                    <a:pt x="357553" y="69875"/>
                  </a:lnTo>
                  <a:lnTo>
                    <a:pt x="357798" y="69595"/>
                  </a:lnTo>
                  <a:lnTo>
                    <a:pt x="358107" y="69243"/>
                  </a:lnTo>
                  <a:lnTo>
                    <a:pt x="358409" y="68898"/>
                  </a:lnTo>
                  <a:lnTo>
                    <a:pt x="359014" y="68537"/>
                  </a:lnTo>
                  <a:lnTo>
                    <a:pt x="360887" y="66933"/>
                  </a:lnTo>
                  <a:lnTo>
                    <a:pt x="361178" y="66142"/>
                  </a:lnTo>
                  <a:lnTo>
                    <a:pt x="361546" y="65142"/>
                  </a:lnTo>
                  <a:lnTo>
                    <a:pt x="361795" y="64231"/>
                  </a:lnTo>
                  <a:lnTo>
                    <a:pt x="362060" y="63265"/>
                  </a:lnTo>
                  <a:lnTo>
                    <a:pt x="362230" y="62635"/>
                  </a:lnTo>
                  <a:lnTo>
                    <a:pt x="362354" y="62174"/>
                  </a:lnTo>
                  <a:lnTo>
                    <a:pt x="362848" y="60341"/>
                  </a:lnTo>
                  <a:lnTo>
                    <a:pt x="362915" y="60095"/>
                  </a:lnTo>
                  <a:lnTo>
                    <a:pt x="363154" y="58886"/>
                  </a:lnTo>
                  <a:lnTo>
                    <a:pt x="365479" y="57946"/>
                  </a:lnTo>
                  <a:lnTo>
                    <a:pt x="366826" y="57404"/>
                  </a:lnTo>
                  <a:lnTo>
                    <a:pt x="367280" y="57221"/>
                  </a:lnTo>
                  <a:lnTo>
                    <a:pt x="367597" y="57093"/>
                  </a:lnTo>
                  <a:lnTo>
                    <a:pt x="368844" y="56652"/>
                  </a:lnTo>
                  <a:lnTo>
                    <a:pt x="369623" y="56627"/>
                  </a:lnTo>
                  <a:lnTo>
                    <a:pt x="371062" y="56581"/>
                  </a:lnTo>
                  <a:lnTo>
                    <a:pt x="371340" y="56572"/>
                  </a:lnTo>
                  <a:lnTo>
                    <a:pt x="371577" y="56565"/>
                  </a:lnTo>
                  <a:lnTo>
                    <a:pt x="371822" y="56556"/>
                  </a:lnTo>
                  <a:lnTo>
                    <a:pt x="372920" y="56520"/>
                  </a:lnTo>
                  <a:lnTo>
                    <a:pt x="373299" y="56508"/>
                  </a:lnTo>
                  <a:lnTo>
                    <a:pt x="375917" y="56419"/>
                  </a:lnTo>
                  <a:lnTo>
                    <a:pt x="376792" y="56389"/>
                  </a:lnTo>
                  <a:lnTo>
                    <a:pt x="378188" y="56100"/>
                  </a:lnTo>
                  <a:lnTo>
                    <a:pt x="378675" y="55713"/>
                  </a:lnTo>
                  <a:lnTo>
                    <a:pt x="379004" y="55041"/>
                  </a:lnTo>
                  <a:lnTo>
                    <a:pt x="378884" y="54708"/>
                  </a:lnTo>
                  <a:lnTo>
                    <a:pt x="374164" y="51035"/>
                  </a:lnTo>
                  <a:lnTo>
                    <a:pt x="373982" y="50926"/>
                  </a:lnTo>
                  <a:lnTo>
                    <a:pt x="373458" y="50612"/>
                  </a:lnTo>
                  <a:lnTo>
                    <a:pt x="373276" y="50503"/>
                  </a:lnTo>
                  <a:lnTo>
                    <a:pt x="372742" y="50183"/>
                  </a:lnTo>
                  <a:lnTo>
                    <a:pt x="372354" y="49950"/>
                  </a:lnTo>
                  <a:lnTo>
                    <a:pt x="367283" y="46912"/>
                  </a:lnTo>
                  <a:lnTo>
                    <a:pt x="366180" y="46251"/>
                  </a:lnTo>
                  <a:lnTo>
                    <a:pt x="366658" y="44942"/>
                  </a:lnTo>
                  <a:lnTo>
                    <a:pt x="367415" y="42871"/>
                  </a:lnTo>
                  <a:lnTo>
                    <a:pt x="367532" y="40892"/>
                  </a:lnTo>
                  <a:lnTo>
                    <a:pt x="367552" y="40550"/>
                  </a:lnTo>
                  <a:lnTo>
                    <a:pt x="367655" y="38820"/>
                  </a:lnTo>
                  <a:lnTo>
                    <a:pt x="367698" y="38080"/>
                  </a:lnTo>
                  <a:lnTo>
                    <a:pt x="367714" y="37808"/>
                  </a:lnTo>
                  <a:lnTo>
                    <a:pt x="367761" y="37016"/>
                  </a:lnTo>
                  <a:lnTo>
                    <a:pt x="367948" y="33868"/>
                  </a:lnTo>
                  <a:lnTo>
                    <a:pt x="367980" y="33329"/>
                  </a:lnTo>
                  <a:lnTo>
                    <a:pt x="368088" y="31497"/>
                  </a:lnTo>
                  <a:lnTo>
                    <a:pt x="368179" y="29960"/>
                  </a:lnTo>
                  <a:lnTo>
                    <a:pt x="367248" y="26027"/>
                  </a:lnTo>
                  <a:lnTo>
                    <a:pt x="366929" y="24681"/>
                  </a:lnTo>
                  <a:lnTo>
                    <a:pt x="363291" y="24885"/>
                  </a:lnTo>
                  <a:lnTo>
                    <a:pt x="359178" y="25116"/>
                  </a:lnTo>
                  <a:lnTo>
                    <a:pt x="358953" y="25129"/>
                  </a:lnTo>
                  <a:lnTo>
                    <a:pt x="357735" y="25198"/>
                  </a:lnTo>
                  <a:lnTo>
                    <a:pt x="356922" y="25243"/>
                  </a:lnTo>
                  <a:lnTo>
                    <a:pt x="355457" y="25326"/>
                  </a:lnTo>
                  <a:lnTo>
                    <a:pt x="355008" y="25351"/>
                  </a:lnTo>
                  <a:lnTo>
                    <a:pt x="354668" y="25371"/>
                  </a:lnTo>
                  <a:lnTo>
                    <a:pt x="352154" y="25512"/>
                  </a:lnTo>
                  <a:lnTo>
                    <a:pt x="351685" y="25539"/>
                  </a:lnTo>
                  <a:lnTo>
                    <a:pt x="351527" y="25547"/>
                  </a:lnTo>
                  <a:lnTo>
                    <a:pt x="350994" y="25578"/>
                  </a:lnTo>
                  <a:lnTo>
                    <a:pt x="349296" y="26398"/>
                  </a:lnTo>
                  <a:lnTo>
                    <a:pt x="348987" y="26547"/>
                  </a:lnTo>
                  <a:lnTo>
                    <a:pt x="347820" y="27108"/>
                  </a:lnTo>
                  <a:lnTo>
                    <a:pt x="346698" y="27647"/>
                  </a:lnTo>
                  <a:lnTo>
                    <a:pt x="345729" y="28112"/>
                  </a:lnTo>
                  <a:lnTo>
                    <a:pt x="345122" y="28403"/>
                  </a:lnTo>
                  <a:lnTo>
                    <a:pt x="344086" y="28901"/>
                  </a:lnTo>
                  <a:lnTo>
                    <a:pt x="343656" y="29108"/>
                  </a:lnTo>
                  <a:lnTo>
                    <a:pt x="343270" y="29293"/>
                  </a:lnTo>
                  <a:lnTo>
                    <a:pt x="342836" y="29502"/>
                  </a:lnTo>
                  <a:lnTo>
                    <a:pt x="342574" y="29628"/>
                  </a:lnTo>
                  <a:lnTo>
                    <a:pt x="342434" y="29695"/>
                  </a:lnTo>
                  <a:lnTo>
                    <a:pt x="341576" y="30067"/>
                  </a:lnTo>
                  <a:lnTo>
                    <a:pt x="338871" y="31238"/>
                  </a:lnTo>
                  <a:lnTo>
                    <a:pt x="338152" y="31550"/>
                  </a:lnTo>
                  <a:lnTo>
                    <a:pt x="337670" y="31759"/>
                  </a:lnTo>
                  <a:lnTo>
                    <a:pt x="337469" y="31846"/>
                  </a:lnTo>
                  <a:lnTo>
                    <a:pt x="336895" y="32095"/>
                  </a:lnTo>
                  <a:lnTo>
                    <a:pt x="336413" y="32303"/>
                  </a:lnTo>
                  <a:lnTo>
                    <a:pt x="335997" y="32484"/>
                  </a:lnTo>
                  <a:lnTo>
                    <a:pt x="335555" y="32675"/>
                  </a:lnTo>
                  <a:lnTo>
                    <a:pt x="334542" y="33114"/>
                  </a:lnTo>
                  <a:lnTo>
                    <a:pt x="334228" y="33250"/>
                  </a:lnTo>
                  <a:lnTo>
                    <a:pt x="333325" y="33641"/>
                  </a:lnTo>
                  <a:lnTo>
                    <a:pt x="332691" y="33916"/>
                  </a:lnTo>
                  <a:lnTo>
                    <a:pt x="332490" y="34003"/>
                  </a:lnTo>
                  <a:lnTo>
                    <a:pt x="332342" y="34067"/>
                  </a:lnTo>
                  <a:lnTo>
                    <a:pt x="329140" y="35455"/>
                  </a:lnTo>
                  <a:lnTo>
                    <a:pt x="328276" y="35829"/>
                  </a:lnTo>
                  <a:lnTo>
                    <a:pt x="327007" y="36567"/>
                  </a:lnTo>
                  <a:lnTo>
                    <a:pt x="326492" y="36866"/>
                  </a:lnTo>
                  <a:lnTo>
                    <a:pt x="326058" y="37118"/>
                  </a:lnTo>
                  <a:lnTo>
                    <a:pt x="324735" y="37669"/>
                  </a:lnTo>
                  <a:lnTo>
                    <a:pt x="324147" y="37981"/>
                  </a:lnTo>
                  <a:lnTo>
                    <a:pt x="323754" y="38189"/>
                  </a:lnTo>
                  <a:lnTo>
                    <a:pt x="323379" y="38515"/>
                  </a:lnTo>
                  <a:lnTo>
                    <a:pt x="322719" y="38748"/>
                  </a:lnTo>
                  <a:lnTo>
                    <a:pt x="322284" y="38902"/>
                  </a:lnTo>
                  <a:lnTo>
                    <a:pt x="321957" y="39326"/>
                  </a:lnTo>
                  <a:lnTo>
                    <a:pt x="321874" y="39516"/>
                  </a:lnTo>
                  <a:lnTo>
                    <a:pt x="321791" y="40051"/>
                  </a:lnTo>
                  <a:lnTo>
                    <a:pt x="321758" y="40294"/>
                  </a:lnTo>
                  <a:lnTo>
                    <a:pt x="321193" y="40779"/>
                  </a:lnTo>
                  <a:lnTo>
                    <a:pt x="320566" y="40867"/>
                  </a:lnTo>
                  <a:lnTo>
                    <a:pt x="320283" y="40803"/>
                  </a:lnTo>
                  <a:lnTo>
                    <a:pt x="319908" y="40492"/>
                  </a:lnTo>
                  <a:lnTo>
                    <a:pt x="319085" y="40573"/>
                  </a:lnTo>
                  <a:lnTo>
                    <a:pt x="318810" y="40510"/>
                  </a:lnTo>
                  <a:lnTo>
                    <a:pt x="318682" y="40456"/>
                  </a:lnTo>
                  <a:lnTo>
                    <a:pt x="318467" y="40366"/>
                  </a:lnTo>
                  <a:lnTo>
                    <a:pt x="317258" y="40485"/>
                  </a:lnTo>
                  <a:lnTo>
                    <a:pt x="316627" y="40665"/>
                  </a:lnTo>
                  <a:lnTo>
                    <a:pt x="315966" y="40854"/>
                  </a:lnTo>
                  <a:lnTo>
                    <a:pt x="315067" y="41106"/>
                  </a:lnTo>
                  <a:lnTo>
                    <a:pt x="314527" y="41258"/>
                  </a:lnTo>
                  <a:lnTo>
                    <a:pt x="314084" y="41382"/>
                  </a:lnTo>
                  <a:lnTo>
                    <a:pt x="313672" y="41498"/>
                  </a:lnTo>
                  <a:lnTo>
                    <a:pt x="313368" y="41561"/>
                  </a:lnTo>
                  <a:lnTo>
                    <a:pt x="313210" y="41533"/>
                  </a:lnTo>
                  <a:lnTo>
                    <a:pt x="312801" y="41460"/>
                  </a:lnTo>
                  <a:lnTo>
                    <a:pt x="312658" y="41434"/>
                  </a:lnTo>
                  <a:lnTo>
                    <a:pt x="310665" y="40715"/>
                  </a:lnTo>
                  <a:lnTo>
                    <a:pt x="310301" y="40521"/>
                  </a:lnTo>
                  <a:lnTo>
                    <a:pt x="310077" y="40401"/>
                  </a:lnTo>
                  <a:lnTo>
                    <a:pt x="308775" y="39707"/>
                  </a:lnTo>
                  <a:lnTo>
                    <a:pt x="306770" y="38637"/>
                  </a:lnTo>
                  <a:lnTo>
                    <a:pt x="306572" y="37343"/>
                  </a:lnTo>
                  <a:lnTo>
                    <a:pt x="306492" y="36819"/>
                  </a:lnTo>
                  <a:lnTo>
                    <a:pt x="306378" y="36033"/>
                  </a:lnTo>
                  <a:lnTo>
                    <a:pt x="306487" y="35265"/>
                  </a:lnTo>
                  <a:lnTo>
                    <a:pt x="306595" y="34542"/>
                  </a:lnTo>
                  <a:lnTo>
                    <a:pt x="306634" y="34278"/>
                  </a:lnTo>
                  <a:lnTo>
                    <a:pt x="306977" y="33504"/>
                  </a:lnTo>
                  <a:lnTo>
                    <a:pt x="307178" y="33050"/>
                  </a:lnTo>
                  <a:lnTo>
                    <a:pt x="307677" y="31922"/>
                  </a:lnTo>
                  <a:lnTo>
                    <a:pt x="308048" y="31084"/>
                  </a:lnTo>
                  <a:lnTo>
                    <a:pt x="308194" y="30860"/>
                  </a:lnTo>
                  <a:lnTo>
                    <a:pt x="308640" y="30176"/>
                  </a:lnTo>
                  <a:lnTo>
                    <a:pt x="309092" y="29327"/>
                  </a:lnTo>
                  <a:lnTo>
                    <a:pt x="309452" y="28652"/>
                  </a:lnTo>
                  <a:lnTo>
                    <a:pt x="309645" y="28291"/>
                  </a:lnTo>
                  <a:lnTo>
                    <a:pt x="309787" y="27563"/>
                  </a:lnTo>
                  <a:lnTo>
                    <a:pt x="309829" y="27351"/>
                  </a:lnTo>
                  <a:lnTo>
                    <a:pt x="309932" y="26821"/>
                  </a:lnTo>
                  <a:lnTo>
                    <a:pt x="310252" y="26572"/>
                  </a:lnTo>
                  <a:lnTo>
                    <a:pt x="310508" y="26374"/>
                  </a:lnTo>
                  <a:lnTo>
                    <a:pt x="311202" y="24793"/>
                  </a:lnTo>
                  <a:lnTo>
                    <a:pt x="312333" y="23068"/>
                  </a:lnTo>
                  <a:lnTo>
                    <a:pt x="313301" y="21595"/>
                  </a:lnTo>
                  <a:lnTo>
                    <a:pt x="313258" y="21087"/>
                  </a:lnTo>
                  <a:lnTo>
                    <a:pt x="312999" y="20777"/>
                  </a:lnTo>
                  <a:lnTo>
                    <a:pt x="312669" y="20328"/>
                  </a:lnTo>
                  <a:lnTo>
                    <a:pt x="312135" y="18236"/>
                  </a:lnTo>
                  <a:lnTo>
                    <a:pt x="312576" y="16965"/>
                  </a:lnTo>
                  <a:lnTo>
                    <a:pt x="312514" y="15399"/>
                  </a:lnTo>
                  <a:lnTo>
                    <a:pt x="313106" y="14977"/>
                  </a:lnTo>
                  <a:lnTo>
                    <a:pt x="313138" y="14833"/>
                  </a:lnTo>
                  <a:lnTo>
                    <a:pt x="313493" y="13265"/>
                  </a:lnTo>
                  <a:lnTo>
                    <a:pt x="313696" y="12411"/>
                  </a:lnTo>
                  <a:lnTo>
                    <a:pt x="313980" y="11211"/>
                  </a:lnTo>
                  <a:lnTo>
                    <a:pt x="314330" y="9652"/>
                  </a:lnTo>
                  <a:lnTo>
                    <a:pt x="315201" y="8068"/>
                  </a:lnTo>
                  <a:lnTo>
                    <a:pt x="315495" y="7755"/>
                  </a:lnTo>
                  <a:lnTo>
                    <a:pt x="315384" y="7555"/>
                  </a:lnTo>
                  <a:lnTo>
                    <a:pt x="315281" y="7380"/>
                  </a:lnTo>
                  <a:lnTo>
                    <a:pt x="315115" y="7115"/>
                  </a:lnTo>
                  <a:lnTo>
                    <a:pt x="315010" y="6868"/>
                  </a:lnTo>
                  <a:lnTo>
                    <a:pt x="314942" y="6635"/>
                  </a:lnTo>
                  <a:lnTo>
                    <a:pt x="314606" y="5889"/>
                  </a:lnTo>
                  <a:lnTo>
                    <a:pt x="314729" y="5634"/>
                  </a:lnTo>
                  <a:lnTo>
                    <a:pt x="314364" y="5147"/>
                  </a:lnTo>
                  <a:lnTo>
                    <a:pt x="314148" y="4878"/>
                  </a:lnTo>
                  <a:lnTo>
                    <a:pt x="312738" y="3121"/>
                  </a:lnTo>
                  <a:lnTo>
                    <a:pt x="312375" y="2763"/>
                  </a:lnTo>
                  <a:lnTo>
                    <a:pt x="311482" y="1764"/>
                  </a:lnTo>
                  <a:lnTo>
                    <a:pt x="311328" y="1523"/>
                  </a:lnTo>
                  <a:lnTo>
                    <a:pt x="311051" y="1758"/>
                  </a:lnTo>
                  <a:lnTo>
                    <a:pt x="310922" y="1828"/>
                  </a:lnTo>
                  <a:lnTo>
                    <a:pt x="310621" y="1935"/>
                  </a:lnTo>
                  <a:lnTo>
                    <a:pt x="310071" y="2353"/>
                  </a:lnTo>
                  <a:lnTo>
                    <a:pt x="309491" y="2456"/>
                  </a:lnTo>
                  <a:lnTo>
                    <a:pt x="308524" y="2629"/>
                  </a:lnTo>
                  <a:lnTo>
                    <a:pt x="307513" y="2853"/>
                  </a:lnTo>
                  <a:lnTo>
                    <a:pt x="306543" y="3068"/>
                  </a:lnTo>
                  <a:lnTo>
                    <a:pt x="305982" y="3199"/>
                  </a:lnTo>
                  <a:lnTo>
                    <a:pt x="304943" y="3458"/>
                  </a:lnTo>
                  <a:lnTo>
                    <a:pt x="304354" y="3359"/>
                  </a:lnTo>
                  <a:lnTo>
                    <a:pt x="303820" y="3558"/>
                  </a:lnTo>
                  <a:lnTo>
                    <a:pt x="303539" y="3571"/>
                  </a:lnTo>
                  <a:lnTo>
                    <a:pt x="303096" y="3558"/>
                  </a:lnTo>
                  <a:lnTo>
                    <a:pt x="302919" y="3551"/>
                  </a:lnTo>
                  <a:lnTo>
                    <a:pt x="299546" y="3348"/>
                  </a:lnTo>
                  <a:lnTo>
                    <a:pt x="299235" y="2730"/>
                  </a:lnTo>
                  <a:lnTo>
                    <a:pt x="299133" y="2526"/>
                  </a:lnTo>
                  <a:lnTo>
                    <a:pt x="298826" y="1914"/>
                  </a:lnTo>
                  <a:lnTo>
                    <a:pt x="297241" y="900"/>
                  </a:lnTo>
                  <a:lnTo>
                    <a:pt x="296820" y="631"/>
                  </a:lnTo>
                  <a:lnTo>
                    <a:pt x="295832" y="0"/>
                  </a:lnTo>
                  <a:lnTo>
                    <a:pt x="294005" y="1102"/>
                  </a:lnTo>
                  <a:lnTo>
                    <a:pt x="292372" y="2087"/>
                  </a:lnTo>
                  <a:lnTo>
                    <a:pt x="288396" y="4958"/>
                  </a:lnTo>
                  <a:lnTo>
                    <a:pt x="287865" y="5198"/>
                  </a:lnTo>
                  <a:lnTo>
                    <a:pt x="287572" y="5331"/>
                  </a:lnTo>
                  <a:lnTo>
                    <a:pt x="286636" y="5755"/>
                  </a:lnTo>
                  <a:lnTo>
                    <a:pt x="285999" y="6044"/>
                  </a:lnTo>
                  <a:lnTo>
                    <a:pt x="284971" y="6510"/>
                  </a:lnTo>
                  <a:lnTo>
                    <a:pt x="284721" y="6623"/>
                  </a:lnTo>
                  <a:lnTo>
                    <a:pt x="284389" y="6773"/>
                  </a:lnTo>
                  <a:lnTo>
                    <a:pt x="284250" y="6836"/>
                  </a:lnTo>
                  <a:lnTo>
                    <a:pt x="282050" y="7833"/>
                  </a:lnTo>
                  <a:lnTo>
                    <a:pt x="281770" y="8244"/>
                  </a:lnTo>
                  <a:lnTo>
                    <a:pt x="280596" y="9972"/>
                  </a:lnTo>
                  <a:lnTo>
                    <a:pt x="280451" y="10184"/>
                  </a:lnTo>
                  <a:lnTo>
                    <a:pt x="279327" y="11838"/>
                  </a:lnTo>
                  <a:lnTo>
                    <a:pt x="274771" y="12048"/>
                  </a:lnTo>
                  <a:lnTo>
                    <a:pt x="274526" y="12060"/>
                  </a:lnTo>
                  <a:lnTo>
                    <a:pt x="273645" y="12100"/>
                  </a:lnTo>
                  <a:lnTo>
                    <a:pt x="273446" y="12110"/>
                  </a:lnTo>
                  <a:lnTo>
                    <a:pt x="269286" y="12302"/>
                  </a:lnTo>
                  <a:lnTo>
                    <a:pt x="268197" y="12352"/>
                  </a:lnTo>
                  <a:lnTo>
                    <a:pt x="267030" y="11825"/>
                  </a:lnTo>
                  <a:lnTo>
                    <a:pt x="265649" y="14717"/>
                  </a:lnTo>
                  <a:lnTo>
                    <a:pt x="264857" y="14926"/>
                  </a:lnTo>
                  <a:lnTo>
                    <a:pt x="262459" y="15560"/>
                  </a:lnTo>
                  <a:lnTo>
                    <a:pt x="261096" y="18141"/>
                  </a:lnTo>
                  <a:lnTo>
                    <a:pt x="258961" y="20783"/>
                  </a:lnTo>
                  <a:lnTo>
                    <a:pt x="258512" y="21330"/>
                  </a:lnTo>
                  <a:lnTo>
                    <a:pt x="258188" y="21724"/>
                  </a:lnTo>
                  <a:lnTo>
                    <a:pt x="257813" y="22180"/>
                  </a:lnTo>
                  <a:lnTo>
                    <a:pt x="257289" y="23222"/>
                  </a:lnTo>
                  <a:lnTo>
                    <a:pt x="256945" y="24181"/>
                  </a:lnTo>
                  <a:lnTo>
                    <a:pt x="256919" y="24715"/>
                  </a:lnTo>
                  <a:lnTo>
                    <a:pt x="256681" y="26187"/>
                  </a:lnTo>
                  <a:lnTo>
                    <a:pt x="256179" y="29243"/>
                  </a:lnTo>
                  <a:lnTo>
                    <a:pt x="256107" y="29682"/>
                  </a:lnTo>
                  <a:lnTo>
                    <a:pt x="255795" y="31636"/>
                  </a:lnTo>
                  <a:lnTo>
                    <a:pt x="254942" y="31917"/>
                  </a:lnTo>
                  <a:lnTo>
                    <a:pt x="252181" y="32826"/>
                  </a:lnTo>
                  <a:lnTo>
                    <a:pt x="250943" y="33285"/>
                  </a:lnTo>
                  <a:lnTo>
                    <a:pt x="249044" y="36787"/>
                  </a:lnTo>
                  <a:lnTo>
                    <a:pt x="248884" y="36976"/>
                  </a:lnTo>
                  <a:lnTo>
                    <a:pt x="248627" y="37314"/>
                  </a:lnTo>
                  <a:lnTo>
                    <a:pt x="248317" y="37642"/>
                  </a:lnTo>
                  <a:lnTo>
                    <a:pt x="248142" y="38346"/>
                  </a:lnTo>
                  <a:lnTo>
                    <a:pt x="248041" y="38644"/>
                  </a:lnTo>
                  <a:lnTo>
                    <a:pt x="247914" y="39216"/>
                  </a:lnTo>
                  <a:lnTo>
                    <a:pt x="247683" y="39955"/>
                  </a:lnTo>
                  <a:lnTo>
                    <a:pt x="247501" y="40767"/>
                  </a:lnTo>
                  <a:lnTo>
                    <a:pt x="247354" y="41117"/>
                  </a:lnTo>
                  <a:lnTo>
                    <a:pt x="247273" y="41313"/>
                  </a:lnTo>
                  <a:lnTo>
                    <a:pt x="247035" y="41956"/>
                  </a:lnTo>
                  <a:lnTo>
                    <a:pt x="246914" y="43009"/>
                  </a:lnTo>
                  <a:lnTo>
                    <a:pt x="245994" y="44716"/>
                  </a:lnTo>
                  <a:lnTo>
                    <a:pt x="245895" y="44923"/>
                  </a:lnTo>
                  <a:lnTo>
                    <a:pt x="245733" y="45316"/>
                  </a:lnTo>
                  <a:lnTo>
                    <a:pt x="244558" y="46640"/>
                  </a:lnTo>
                  <a:lnTo>
                    <a:pt x="243990" y="45683"/>
                  </a:lnTo>
                  <a:lnTo>
                    <a:pt x="242771" y="46718"/>
                  </a:lnTo>
                  <a:lnTo>
                    <a:pt x="242874" y="47084"/>
                  </a:lnTo>
                  <a:lnTo>
                    <a:pt x="243091" y="47881"/>
                  </a:lnTo>
                  <a:lnTo>
                    <a:pt x="242658" y="48425"/>
                  </a:lnTo>
                  <a:lnTo>
                    <a:pt x="242525" y="48592"/>
                  </a:lnTo>
                  <a:lnTo>
                    <a:pt x="242277" y="48903"/>
                  </a:lnTo>
                  <a:lnTo>
                    <a:pt x="241920" y="50605"/>
                  </a:lnTo>
                  <a:lnTo>
                    <a:pt x="242334" y="51439"/>
                  </a:lnTo>
                  <a:lnTo>
                    <a:pt x="241998" y="52213"/>
                  </a:lnTo>
                  <a:lnTo>
                    <a:pt x="241516" y="52554"/>
                  </a:lnTo>
                  <a:lnTo>
                    <a:pt x="240872" y="53012"/>
                  </a:lnTo>
                  <a:lnTo>
                    <a:pt x="241040" y="53369"/>
                  </a:lnTo>
                  <a:lnTo>
                    <a:pt x="241493" y="54312"/>
                  </a:lnTo>
                  <a:lnTo>
                    <a:pt x="241627" y="54509"/>
                  </a:lnTo>
                  <a:lnTo>
                    <a:pt x="241992" y="55417"/>
                  </a:lnTo>
                  <a:lnTo>
                    <a:pt x="241983" y="55959"/>
                  </a:lnTo>
                  <a:lnTo>
                    <a:pt x="241987" y="56798"/>
                  </a:lnTo>
                  <a:lnTo>
                    <a:pt x="241711" y="57494"/>
                  </a:lnTo>
                  <a:lnTo>
                    <a:pt x="241626" y="58018"/>
                  </a:lnTo>
                  <a:lnTo>
                    <a:pt x="241542" y="58591"/>
                  </a:lnTo>
                  <a:lnTo>
                    <a:pt x="241096" y="59444"/>
                  </a:lnTo>
                  <a:lnTo>
                    <a:pt x="240894" y="59837"/>
                  </a:lnTo>
                  <a:lnTo>
                    <a:pt x="240759" y="60100"/>
                  </a:lnTo>
                  <a:lnTo>
                    <a:pt x="240525" y="60554"/>
                  </a:lnTo>
                  <a:lnTo>
                    <a:pt x="238355" y="60409"/>
                  </a:lnTo>
                  <a:lnTo>
                    <a:pt x="238206" y="60399"/>
                  </a:lnTo>
                  <a:lnTo>
                    <a:pt x="237820" y="60376"/>
                  </a:lnTo>
                  <a:lnTo>
                    <a:pt x="235269" y="60221"/>
                  </a:lnTo>
                  <a:lnTo>
                    <a:pt x="233485" y="59305"/>
                  </a:lnTo>
                  <a:lnTo>
                    <a:pt x="233045" y="59522"/>
                  </a:lnTo>
                  <a:lnTo>
                    <a:pt x="232467" y="59780"/>
                  </a:lnTo>
                  <a:lnTo>
                    <a:pt x="232239" y="59697"/>
                  </a:lnTo>
                  <a:lnTo>
                    <a:pt x="231955" y="59594"/>
                  </a:lnTo>
                  <a:lnTo>
                    <a:pt x="231008" y="58803"/>
                  </a:lnTo>
                  <a:lnTo>
                    <a:pt x="229775" y="57773"/>
                  </a:lnTo>
                  <a:lnTo>
                    <a:pt x="228929" y="56968"/>
                  </a:lnTo>
                  <a:lnTo>
                    <a:pt x="228495" y="56555"/>
                  </a:lnTo>
                  <a:lnTo>
                    <a:pt x="228344" y="56498"/>
                  </a:lnTo>
                  <a:lnTo>
                    <a:pt x="227929" y="56344"/>
                  </a:lnTo>
                  <a:lnTo>
                    <a:pt x="227799" y="56294"/>
                  </a:lnTo>
                  <a:lnTo>
                    <a:pt x="226534" y="55803"/>
                  </a:lnTo>
                  <a:lnTo>
                    <a:pt x="224652" y="55195"/>
                  </a:lnTo>
                  <a:lnTo>
                    <a:pt x="224022" y="55290"/>
                  </a:lnTo>
                  <a:lnTo>
                    <a:pt x="223629" y="55486"/>
                  </a:lnTo>
                  <a:lnTo>
                    <a:pt x="223045" y="55779"/>
                  </a:lnTo>
                  <a:lnTo>
                    <a:pt x="222885" y="55875"/>
                  </a:lnTo>
                  <a:lnTo>
                    <a:pt x="222715" y="56204"/>
                  </a:lnTo>
                  <a:lnTo>
                    <a:pt x="222204" y="56762"/>
                  </a:lnTo>
                  <a:lnTo>
                    <a:pt x="217845" y="55063"/>
                  </a:lnTo>
                  <a:lnTo>
                    <a:pt x="217380" y="56526"/>
                  </a:lnTo>
                  <a:lnTo>
                    <a:pt x="217219" y="57229"/>
                  </a:lnTo>
                  <a:lnTo>
                    <a:pt x="217011" y="57629"/>
                  </a:lnTo>
                  <a:lnTo>
                    <a:pt x="216577" y="57743"/>
                  </a:lnTo>
                  <a:lnTo>
                    <a:pt x="215700" y="57974"/>
                  </a:lnTo>
                  <a:lnTo>
                    <a:pt x="213137" y="58648"/>
                  </a:lnTo>
                  <a:lnTo>
                    <a:pt x="212158" y="58588"/>
                  </a:lnTo>
                  <a:lnTo>
                    <a:pt x="212449" y="56474"/>
                  </a:lnTo>
                  <a:lnTo>
                    <a:pt x="212723" y="54589"/>
                  </a:lnTo>
                  <a:lnTo>
                    <a:pt x="212753" y="54382"/>
                  </a:lnTo>
                  <a:lnTo>
                    <a:pt x="212843" y="53741"/>
                  </a:lnTo>
                  <a:lnTo>
                    <a:pt x="212025" y="52688"/>
                  </a:lnTo>
                  <a:lnTo>
                    <a:pt x="211189" y="52104"/>
                  </a:lnTo>
                  <a:lnTo>
                    <a:pt x="210799" y="51833"/>
                  </a:lnTo>
                  <a:lnTo>
                    <a:pt x="210262" y="51459"/>
                  </a:lnTo>
                  <a:lnTo>
                    <a:pt x="210087" y="51356"/>
                  </a:lnTo>
                  <a:lnTo>
                    <a:pt x="209856" y="51222"/>
                  </a:lnTo>
                  <a:lnTo>
                    <a:pt x="209041" y="50742"/>
                  </a:lnTo>
                  <a:lnTo>
                    <a:pt x="208627" y="50501"/>
                  </a:lnTo>
                  <a:lnTo>
                    <a:pt x="207308" y="49732"/>
                  </a:lnTo>
                  <a:lnTo>
                    <a:pt x="206020" y="49431"/>
                  </a:lnTo>
                  <a:lnTo>
                    <a:pt x="205681" y="49352"/>
                  </a:lnTo>
                  <a:lnTo>
                    <a:pt x="205438" y="49685"/>
                  </a:lnTo>
                  <a:lnTo>
                    <a:pt x="204982" y="49959"/>
                  </a:lnTo>
                  <a:lnTo>
                    <a:pt x="204459" y="49507"/>
                  </a:lnTo>
                  <a:lnTo>
                    <a:pt x="204104" y="48857"/>
                  </a:lnTo>
                  <a:lnTo>
                    <a:pt x="204083" y="48627"/>
                  </a:lnTo>
                  <a:lnTo>
                    <a:pt x="204195" y="47730"/>
                  </a:lnTo>
                  <a:lnTo>
                    <a:pt x="203714" y="45280"/>
                  </a:lnTo>
                  <a:lnTo>
                    <a:pt x="203582" y="45054"/>
                  </a:lnTo>
                  <a:lnTo>
                    <a:pt x="203370" y="45001"/>
                  </a:lnTo>
                  <a:lnTo>
                    <a:pt x="202979" y="44904"/>
                  </a:lnTo>
                  <a:lnTo>
                    <a:pt x="202633" y="44819"/>
                  </a:lnTo>
                  <a:lnTo>
                    <a:pt x="202492" y="44786"/>
                  </a:lnTo>
                  <a:lnTo>
                    <a:pt x="202307" y="44748"/>
                  </a:lnTo>
                  <a:lnTo>
                    <a:pt x="201983" y="44691"/>
                  </a:lnTo>
                  <a:lnTo>
                    <a:pt x="201735" y="44645"/>
                  </a:lnTo>
                  <a:lnTo>
                    <a:pt x="201556" y="44506"/>
                  </a:lnTo>
                  <a:lnTo>
                    <a:pt x="201243" y="44276"/>
                  </a:lnTo>
                  <a:lnTo>
                    <a:pt x="200896" y="44087"/>
                  </a:lnTo>
                  <a:lnTo>
                    <a:pt x="200589" y="43954"/>
                  </a:lnTo>
                  <a:lnTo>
                    <a:pt x="200182" y="43777"/>
                  </a:lnTo>
                  <a:lnTo>
                    <a:pt x="199882" y="43634"/>
                  </a:lnTo>
                  <a:lnTo>
                    <a:pt x="199731" y="43562"/>
                  </a:lnTo>
                  <a:lnTo>
                    <a:pt x="199357" y="43520"/>
                  </a:lnTo>
                  <a:lnTo>
                    <a:pt x="199132" y="43494"/>
                  </a:lnTo>
                  <a:lnTo>
                    <a:pt x="198760" y="43447"/>
                  </a:lnTo>
                  <a:lnTo>
                    <a:pt x="198533" y="43418"/>
                  </a:lnTo>
                  <a:lnTo>
                    <a:pt x="198363" y="43396"/>
                  </a:lnTo>
                  <a:lnTo>
                    <a:pt x="197455" y="43288"/>
                  </a:lnTo>
                  <a:lnTo>
                    <a:pt x="197112" y="43052"/>
                  </a:lnTo>
                  <a:lnTo>
                    <a:pt x="196257" y="42464"/>
                  </a:lnTo>
                  <a:lnTo>
                    <a:pt x="195647" y="41536"/>
                  </a:lnTo>
                  <a:lnTo>
                    <a:pt x="195465" y="41260"/>
                  </a:lnTo>
                  <a:lnTo>
                    <a:pt x="195270" y="40621"/>
                  </a:lnTo>
                  <a:lnTo>
                    <a:pt x="195205" y="40410"/>
                  </a:lnTo>
                  <a:lnTo>
                    <a:pt x="195444" y="38563"/>
                  </a:lnTo>
                  <a:lnTo>
                    <a:pt x="195523" y="37948"/>
                  </a:lnTo>
                  <a:lnTo>
                    <a:pt x="191819" y="38091"/>
                  </a:lnTo>
                  <a:lnTo>
                    <a:pt x="190653" y="37610"/>
                  </a:lnTo>
                  <a:lnTo>
                    <a:pt x="190302" y="37465"/>
                  </a:lnTo>
                  <a:lnTo>
                    <a:pt x="189334" y="34875"/>
                  </a:lnTo>
                  <a:lnTo>
                    <a:pt x="189483" y="27038"/>
                  </a:lnTo>
                  <a:lnTo>
                    <a:pt x="189550" y="23524"/>
                  </a:lnTo>
                  <a:lnTo>
                    <a:pt x="178994" y="25633"/>
                  </a:lnTo>
                  <a:lnTo>
                    <a:pt x="175898" y="23368"/>
                  </a:lnTo>
                  <a:lnTo>
                    <a:pt x="172618" y="20968"/>
                  </a:lnTo>
                  <a:lnTo>
                    <a:pt x="169596" y="6692"/>
                  </a:lnTo>
                  <a:lnTo>
                    <a:pt x="167497" y="6147"/>
                  </a:lnTo>
                  <a:lnTo>
                    <a:pt x="164022" y="13197"/>
                  </a:lnTo>
                  <a:lnTo>
                    <a:pt x="164039" y="21062"/>
                  </a:lnTo>
                  <a:lnTo>
                    <a:pt x="160218" y="27980"/>
                  </a:lnTo>
                  <a:lnTo>
                    <a:pt x="159432" y="29402"/>
                  </a:lnTo>
                  <a:lnTo>
                    <a:pt x="156790" y="41062"/>
                  </a:lnTo>
                  <a:lnTo>
                    <a:pt x="156694" y="47616"/>
                  </a:lnTo>
                  <a:lnTo>
                    <a:pt x="156684" y="48300"/>
                  </a:lnTo>
                  <a:lnTo>
                    <a:pt x="156596" y="54362"/>
                  </a:lnTo>
                  <a:lnTo>
                    <a:pt x="153416" y="58281"/>
                  </a:lnTo>
                  <a:lnTo>
                    <a:pt x="151616" y="60002"/>
                  </a:lnTo>
                  <a:lnTo>
                    <a:pt x="149714" y="64750"/>
                  </a:lnTo>
                  <a:lnTo>
                    <a:pt x="147619" y="65853"/>
                  </a:lnTo>
                  <a:lnTo>
                    <a:pt x="144619" y="64355"/>
                  </a:lnTo>
                  <a:lnTo>
                    <a:pt x="143675" y="64990"/>
                  </a:lnTo>
                  <a:lnTo>
                    <a:pt x="142738" y="65620"/>
                  </a:lnTo>
                  <a:lnTo>
                    <a:pt x="142372" y="70021"/>
                  </a:lnTo>
                  <a:lnTo>
                    <a:pt x="142034" y="70080"/>
                  </a:lnTo>
                  <a:lnTo>
                    <a:pt x="141175" y="70082"/>
                  </a:lnTo>
                  <a:lnTo>
                    <a:pt x="140771" y="70035"/>
                  </a:lnTo>
                  <a:lnTo>
                    <a:pt x="140322" y="69983"/>
                  </a:lnTo>
                  <a:lnTo>
                    <a:pt x="140036" y="69949"/>
                  </a:lnTo>
                  <a:lnTo>
                    <a:pt x="139691" y="69908"/>
                  </a:lnTo>
                  <a:lnTo>
                    <a:pt x="139557" y="69892"/>
                  </a:lnTo>
                  <a:lnTo>
                    <a:pt x="139270" y="69858"/>
                  </a:lnTo>
                  <a:lnTo>
                    <a:pt x="139140" y="69843"/>
                  </a:lnTo>
                  <a:lnTo>
                    <a:pt x="138555" y="69622"/>
                  </a:lnTo>
                  <a:lnTo>
                    <a:pt x="138327" y="69282"/>
                  </a:lnTo>
                  <a:lnTo>
                    <a:pt x="138129" y="69228"/>
                  </a:lnTo>
                  <a:lnTo>
                    <a:pt x="137959" y="69181"/>
                  </a:lnTo>
                  <a:lnTo>
                    <a:pt x="137738" y="69121"/>
                  </a:lnTo>
                  <a:lnTo>
                    <a:pt x="137374" y="69023"/>
                  </a:lnTo>
                  <a:lnTo>
                    <a:pt x="137172" y="69101"/>
                  </a:lnTo>
                  <a:lnTo>
                    <a:pt x="136903" y="69478"/>
                  </a:lnTo>
                  <a:lnTo>
                    <a:pt x="136711" y="69813"/>
                  </a:lnTo>
                  <a:lnTo>
                    <a:pt x="136503" y="70126"/>
                  </a:lnTo>
                  <a:lnTo>
                    <a:pt x="136140" y="70164"/>
                  </a:lnTo>
                  <a:lnTo>
                    <a:pt x="135644" y="70216"/>
                  </a:lnTo>
                  <a:lnTo>
                    <a:pt x="135469" y="70235"/>
                  </a:lnTo>
                  <a:lnTo>
                    <a:pt x="135099" y="70273"/>
                  </a:lnTo>
                  <a:lnTo>
                    <a:pt x="134950" y="70289"/>
                  </a:lnTo>
                  <a:lnTo>
                    <a:pt x="134380" y="70349"/>
                  </a:lnTo>
                  <a:lnTo>
                    <a:pt x="134103" y="70379"/>
                  </a:lnTo>
                  <a:lnTo>
                    <a:pt x="133658" y="70426"/>
                  </a:lnTo>
                  <a:lnTo>
                    <a:pt x="133248" y="70469"/>
                  </a:lnTo>
                  <a:lnTo>
                    <a:pt x="132599" y="70644"/>
                  </a:lnTo>
                  <a:lnTo>
                    <a:pt x="132824" y="70954"/>
                  </a:lnTo>
                  <a:lnTo>
                    <a:pt x="132978" y="71202"/>
                  </a:lnTo>
                  <a:lnTo>
                    <a:pt x="133317" y="71744"/>
                  </a:lnTo>
                  <a:lnTo>
                    <a:pt x="133592" y="72185"/>
                  </a:lnTo>
                  <a:lnTo>
                    <a:pt x="133845" y="72590"/>
                  </a:lnTo>
                  <a:lnTo>
                    <a:pt x="133198" y="72665"/>
                  </a:lnTo>
                  <a:lnTo>
                    <a:pt x="132498" y="72231"/>
                  </a:lnTo>
                  <a:lnTo>
                    <a:pt x="131915" y="71967"/>
                  </a:lnTo>
                  <a:lnTo>
                    <a:pt x="131551" y="71916"/>
                  </a:lnTo>
                  <a:lnTo>
                    <a:pt x="130481" y="71916"/>
                  </a:lnTo>
                  <a:lnTo>
                    <a:pt x="130184" y="71648"/>
                  </a:lnTo>
                  <a:lnTo>
                    <a:pt x="130304" y="71238"/>
                  </a:lnTo>
                  <a:lnTo>
                    <a:pt x="130201" y="69108"/>
                  </a:lnTo>
                  <a:lnTo>
                    <a:pt x="129932" y="69092"/>
                  </a:lnTo>
                  <a:lnTo>
                    <a:pt x="129751" y="69089"/>
                  </a:lnTo>
                  <a:lnTo>
                    <a:pt x="129280" y="69251"/>
                  </a:lnTo>
                  <a:lnTo>
                    <a:pt x="128878" y="69433"/>
                  </a:lnTo>
                  <a:lnTo>
                    <a:pt x="128371" y="69650"/>
                  </a:lnTo>
                  <a:lnTo>
                    <a:pt x="128049" y="69802"/>
                  </a:lnTo>
                  <a:lnTo>
                    <a:pt x="127925" y="70033"/>
                  </a:lnTo>
                  <a:lnTo>
                    <a:pt x="128037" y="70323"/>
                  </a:lnTo>
                  <a:lnTo>
                    <a:pt x="127693" y="70727"/>
                  </a:lnTo>
                  <a:lnTo>
                    <a:pt x="127620" y="70966"/>
                  </a:lnTo>
                  <a:lnTo>
                    <a:pt x="127524" y="71163"/>
                  </a:lnTo>
                  <a:lnTo>
                    <a:pt x="127356" y="71416"/>
                  </a:lnTo>
                  <a:lnTo>
                    <a:pt x="126972" y="71487"/>
                  </a:lnTo>
                  <a:lnTo>
                    <a:pt x="126781" y="71528"/>
                  </a:lnTo>
                  <a:lnTo>
                    <a:pt x="126644" y="71558"/>
                  </a:lnTo>
                  <a:lnTo>
                    <a:pt x="126464" y="71594"/>
                  </a:lnTo>
                  <a:lnTo>
                    <a:pt x="126332" y="71620"/>
                  </a:lnTo>
                  <a:lnTo>
                    <a:pt x="125909" y="71707"/>
                  </a:lnTo>
                  <a:lnTo>
                    <a:pt x="125733" y="71744"/>
                  </a:lnTo>
                  <a:lnTo>
                    <a:pt x="125124" y="71874"/>
                  </a:lnTo>
                  <a:lnTo>
                    <a:pt x="124296" y="72083"/>
                  </a:lnTo>
                  <a:lnTo>
                    <a:pt x="123995" y="72302"/>
                  </a:lnTo>
                  <a:lnTo>
                    <a:pt x="123731" y="72407"/>
                  </a:lnTo>
                  <a:lnTo>
                    <a:pt x="123481" y="72509"/>
                  </a:lnTo>
                  <a:lnTo>
                    <a:pt x="122635" y="72945"/>
                  </a:lnTo>
                  <a:lnTo>
                    <a:pt x="122347" y="73026"/>
                  </a:lnTo>
                  <a:lnTo>
                    <a:pt x="122241" y="73170"/>
                  </a:lnTo>
                  <a:lnTo>
                    <a:pt x="122078" y="73192"/>
                  </a:lnTo>
                  <a:lnTo>
                    <a:pt x="121927" y="73121"/>
                  </a:lnTo>
                  <a:lnTo>
                    <a:pt x="121747" y="72954"/>
                  </a:lnTo>
                  <a:lnTo>
                    <a:pt x="121622" y="72641"/>
                  </a:lnTo>
                  <a:lnTo>
                    <a:pt x="121408" y="72262"/>
                  </a:lnTo>
                  <a:lnTo>
                    <a:pt x="120738" y="71471"/>
                  </a:lnTo>
                  <a:lnTo>
                    <a:pt x="120611" y="71317"/>
                  </a:lnTo>
                  <a:lnTo>
                    <a:pt x="119306" y="69439"/>
                  </a:lnTo>
                  <a:lnTo>
                    <a:pt x="118982" y="69290"/>
                  </a:lnTo>
                  <a:lnTo>
                    <a:pt x="118146" y="68904"/>
                  </a:lnTo>
                  <a:lnTo>
                    <a:pt x="117935" y="68807"/>
                  </a:lnTo>
                  <a:lnTo>
                    <a:pt x="117519" y="68286"/>
                  </a:lnTo>
                  <a:lnTo>
                    <a:pt x="116959" y="67585"/>
                  </a:lnTo>
                  <a:lnTo>
                    <a:pt x="116385" y="67273"/>
                  </a:lnTo>
                  <a:lnTo>
                    <a:pt x="115995" y="66895"/>
                  </a:lnTo>
                  <a:lnTo>
                    <a:pt x="115671" y="66818"/>
                  </a:lnTo>
                  <a:lnTo>
                    <a:pt x="115340" y="66486"/>
                  </a:lnTo>
                  <a:lnTo>
                    <a:pt x="115149" y="66192"/>
                  </a:lnTo>
                  <a:lnTo>
                    <a:pt x="115082" y="65891"/>
                  </a:lnTo>
                  <a:lnTo>
                    <a:pt x="114411" y="65216"/>
                  </a:lnTo>
                  <a:lnTo>
                    <a:pt x="114349" y="64856"/>
                  </a:lnTo>
                  <a:lnTo>
                    <a:pt x="113767" y="64218"/>
                  </a:lnTo>
                  <a:lnTo>
                    <a:pt x="112580" y="64216"/>
                  </a:lnTo>
                  <a:lnTo>
                    <a:pt x="109710" y="62271"/>
                  </a:lnTo>
                  <a:lnTo>
                    <a:pt x="106838" y="60325"/>
                  </a:lnTo>
                  <a:lnTo>
                    <a:pt x="103320" y="60428"/>
                  </a:lnTo>
                  <a:lnTo>
                    <a:pt x="101256" y="60489"/>
                  </a:lnTo>
                  <a:lnTo>
                    <a:pt x="78349" y="61161"/>
                  </a:lnTo>
                  <a:lnTo>
                    <a:pt x="31732" y="37468"/>
                  </a:lnTo>
                  <a:lnTo>
                    <a:pt x="24921" y="50870"/>
                  </a:lnTo>
                  <a:lnTo>
                    <a:pt x="17516" y="65440"/>
                  </a:lnTo>
                  <a:lnTo>
                    <a:pt x="8103" y="83961"/>
                  </a:lnTo>
                  <a:lnTo>
                    <a:pt x="7314" y="85584"/>
                  </a:lnTo>
                  <a:lnTo>
                    <a:pt x="6370" y="87739"/>
                  </a:lnTo>
                  <a:lnTo>
                    <a:pt x="4043" y="93392"/>
                  </a:lnTo>
                  <a:lnTo>
                    <a:pt x="3242" y="95463"/>
                  </a:lnTo>
                  <a:lnTo>
                    <a:pt x="2489" y="97693"/>
                  </a:lnTo>
                  <a:lnTo>
                    <a:pt x="1837" y="99955"/>
                  </a:lnTo>
                  <a:lnTo>
                    <a:pt x="1288" y="102243"/>
                  </a:lnTo>
                  <a:lnTo>
                    <a:pt x="843" y="104554"/>
                  </a:lnTo>
                  <a:lnTo>
                    <a:pt x="502" y="106883"/>
                  </a:lnTo>
                  <a:lnTo>
                    <a:pt x="266" y="109225"/>
                  </a:lnTo>
                  <a:lnTo>
                    <a:pt x="135" y="111575"/>
                  </a:lnTo>
                  <a:lnTo>
                    <a:pt x="24" y="114949"/>
                  </a:lnTo>
                  <a:lnTo>
                    <a:pt x="0" y="117260"/>
                  </a:lnTo>
                  <a:lnTo>
                    <a:pt x="79" y="119612"/>
                  </a:lnTo>
                  <a:lnTo>
                    <a:pt x="264" y="121958"/>
                  </a:lnTo>
                  <a:lnTo>
                    <a:pt x="555" y="124294"/>
                  </a:lnTo>
                  <a:lnTo>
                    <a:pt x="951" y="126614"/>
                  </a:lnTo>
                  <a:lnTo>
                    <a:pt x="1450" y="128914"/>
                  </a:lnTo>
                  <a:lnTo>
                    <a:pt x="2053" y="131189"/>
                  </a:lnTo>
                  <a:lnTo>
                    <a:pt x="2757" y="133435"/>
                  </a:lnTo>
                  <a:lnTo>
                    <a:pt x="3561" y="135647"/>
                  </a:lnTo>
                  <a:lnTo>
                    <a:pt x="4465" y="137820"/>
                  </a:lnTo>
                  <a:lnTo>
                    <a:pt x="4623" y="138178"/>
                  </a:lnTo>
                  <a:lnTo>
                    <a:pt x="5332" y="139713"/>
                  </a:lnTo>
                  <a:lnTo>
                    <a:pt x="6400" y="141810"/>
                  </a:lnTo>
                  <a:lnTo>
                    <a:pt x="7562" y="143857"/>
                  </a:lnTo>
                  <a:lnTo>
                    <a:pt x="8815" y="145849"/>
                  </a:lnTo>
                  <a:lnTo>
                    <a:pt x="10156" y="147783"/>
                  </a:lnTo>
                  <a:lnTo>
                    <a:pt x="11582" y="149655"/>
                  </a:lnTo>
                  <a:lnTo>
                    <a:pt x="13092" y="151461"/>
                  </a:lnTo>
                  <a:lnTo>
                    <a:pt x="14681" y="153197"/>
                  </a:lnTo>
                  <a:lnTo>
                    <a:pt x="26981" y="166038"/>
                  </a:lnTo>
                  <a:lnTo>
                    <a:pt x="32206" y="171493"/>
                  </a:lnTo>
                  <a:lnTo>
                    <a:pt x="35601" y="175036"/>
                  </a:lnTo>
                  <a:lnTo>
                    <a:pt x="36620" y="176100"/>
                  </a:lnTo>
                  <a:lnTo>
                    <a:pt x="40646" y="180303"/>
                  </a:lnTo>
                  <a:lnTo>
                    <a:pt x="45206" y="185064"/>
                  </a:lnTo>
                  <a:lnTo>
                    <a:pt x="47919" y="187896"/>
                  </a:lnTo>
                  <a:lnTo>
                    <a:pt x="48457" y="188917"/>
                  </a:lnTo>
                  <a:lnTo>
                    <a:pt x="54712" y="200778"/>
                  </a:lnTo>
                  <a:lnTo>
                    <a:pt x="59697" y="210229"/>
                  </a:lnTo>
                  <a:lnTo>
                    <a:pt x="59780" y="211253"/>
                  </a:lnTo>
                  <a:lnTo>
                    <a:pt x="61658" y="234577"/>
                  </a:lnTo>
                  <a:lnTo>
                    <a:pt x="61774" y="235833"/>
                  </a:lnTo>
                  <a:lnTo>
                    <a:pt x="62134" y="239256"/>
                  </a:lnTo>
                  <a:lnTo>
                    <a:pt x="63063" y="248105"/>
                  </a:lnTo>
                  <a:lnTo>
                    <a:pt x="63694" y="254112"/>
                  </a:lnTo>
                  <a:lnTo>
                    <a:pt x="63745" y="254602"/>
                  </a:lnTo>
                  <a:lnTo>
                    <a:pt x="63980" y="256839"/>
                  </a:lnTo>
                  <a:lnTo>
                    <a:pt x="64308" y="259966"/>
                  </a:lnTo>
                  <a:lnTo>
                    <a:pt x="65358" y="269956"/>
                  </a:lnTo>
                  <a:lnTo>
                    <a:pt x="65642" y="272192"/>
                  </a:lnTo>
                  <a:lnTo>
                    <a:pt x="66041" y="274511"/>
                  </a:lnTo>
                  <a:lnTo>
                    <a:pt x="66418" y="276443"/>
                  </a:lnTo>
                  <a:lnTo>
                    <a:pt x="67890" y="283976"/>
                  </a:lnTo>
                  <a:lnTo>
                    <a:pt x="69000" y="289660"/>
                  </a:lnTo>
                  <a:lnTo>
                    <a:pt x="69193" y="290648"/>
                  </a:lnTo>
                  <a:lnTo>
                    <a:pt x="69270" y="291037"/>
                  </a:lnTo>
                  <a:lnTo>
                    <a:pt x="69873" y="294130"/>
                  </a:lnTo>
                  <a:lnTo>
                    <a:pt x="70335" y="296493"/>
                  </a:lnTo>
                  <a:lnTo>
                    <a:pt x="70370" y="296672"/>
                  </a:lnTo>
                  <a:lnTo>
                    <a:pt x="70522" y="297409"/>
                  </a:lnTo>
                  <a:lnTo>
                    <a:pt x="70578" y="297685"/>
                  </a:lnTo>
                  <a:lnTo>
                    <a:pt x="71127" y="299973"/>
                  </a:lnTo>
                  <a:lnTo>
                    <a:pt x="71778" y="302234"/>
                  </a:lnTo>
                  <a:lnTo>
                    <a:pt x="72787" y="305465"/>
                  </a:lnTo>
                  <a:lnTo>
                    <a:pt x="73125" y="306507"/>
                  </a:lnTo>
                  <a:lnTo>
                    <a:pt x="73923" y="308720"/>
                  </a:lnTo>
                  <a:lnTo>
                    <a:pt x="74664" y="310636"/>
                  </a:lnTo>
                  <a:close/>
                </a:path>
              </a:pathLst>
            </a:custGeom>
            <a:solidFill>
              <a:srgbClr val="DBEBF3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6"/>
            <p:cNvSpPr/>
            <p:nvPr/>
          </p:nvSpPr>
          <p:spPr>
            <a:xfrm>
              <a:off x="1859608" y="2839568"/>
              <a:ext cx="786046" cy="1213681"/>
            </a:xfrm>
            <a:custGeom>
              <a:avLst/>
              <a:pathLst>
                <a:path w="786046" h="1213681">
                  <a:moveTo>
                    <a:pt x="283675" y="1170913"/>
                  </a:moveTo>
                  <a:lnTo>
                    <a:pt x="285617" y="1171330"/>
                  </a:lnTo>
                  <a:lnTo>
                    <a:pt x="286010" y="1171436"/>
                  </a:lnTo>
                  <a:lnTo>
                    <a:pt x="287462" y="1171829"/>
                  </a:lnTo>
                  <a:lnTo>
                    <a:pt x="288753" y="1172179"/>
                  </a:lnTo>
                  <a:lnTo>
                    <a:pt x="288959" y="1172235"/>
                  </a:lnTo>
                  <a:lnTo>
                    <a:pt x="293179" y="1173378"/>
                  </a:lnTo>
                  <a:lnTo>
                    <a:pt x="297411" y="1173773"/>
                  </a:lnTo>
                  <a:lnTo>
                    <a:pt x="297841" y="1173814"/>
                  </a:lnTo>
                  <a:lnTo>
                    <a:pt x="298100" y="1173838"/>
                  </a:lnTo>
                  <a:lnTo>
                    <a:pt x="298596" y="1173884"/>
                  </a:lnTo>
                  <a:lnTo>
                    <a:pt x="299354" y="1173955"/>
                  </a:lnTo>
                  <a:lnTo>
                    <a:pt x="304968" y="1174480"/>
                  </a:lnTo>
                  <a:lnTo>
                    <a:pt x="311644" y="1172312"/>
                  </a:lnTo>
                  <a:lnTo>
                    <a:pt x="312496" y="1172025"/>
                  </a:lnTo>
                  <a:lnTo>
                    <a:pt x="313527" y="1171695"/>
                  </a:lnTo>
                  <a:lnTo>
                    <a:pt x="314981" y="1171226"/>
                  </a:lnTo>
                  <a:lnTo>
                    <a:pt x="315740" y="1170975"/>
                  </a:lnTo>
                  <a:lnTo>
                    <a:pt x="317126" y="1170539"/>
                  </a:lnTo>
                  <a:lnTo>
                    <a:pt x="317881" y="1170284"/>
                  </a:lnTo>
                  <a:lnTo>
                    <a:pt x="318129" y="1170185"/>
                  </a:lnTo>
                  <a:lnTo>
                    <a:pt x="319475" y="1170488"/>
                  </a:lnTo>
                  <a:lnTo>
                    <a:pt x="320483" y="1170738"/>
                  </a:lnTo>
                  <a:lnTo>
                    <a:pt x="322019" y="1171186"/>
                  </a:lnTo>
                  <a:lnTo>
                    <a:pt x="323257" y="1171575"/>
                  </a:lnTo>
                  <a:lnTo>
                    <a:pt x="324241" y="1171885"/>
                  </a:lnTo>
                  <a:lnTo>
                    <a:pt x="325479" y="1172269"/>
                  </a:lnTo>
                  <a:lnTo>
                    <a:pt x="326328" y="1172537"/>
                  </a:lnTo>
                  <a:lnTo>
                    <a:pt x="327116" y="1172834"/>
                  </a:lnTo>
                  <a:lnTo>
                    <a:pt x="328246" y="1173184"/>
                  </a:lnTo>
                  <a:lnTo>
                    <a:pt x="328974" y="1173412"/>
                  </a:lnTo>
                  <a:lnTo>
                    <a:pt x="330124" y="1173177"/>
                  </a:lnTo>
                  <a:lnTo>
                    <a:pt x="331549" y="1172902"/>
                  </a:lnTo>
                  <a:lnTo>
                    <a:pt x="332531" y="1172710"/>
                  </a:lnTo>
                  <a:lnTo>
                    <a:pt x="332674" y="1172682"/>
                  </a:lnTo>
                  <a:lnTo>
                    <a:pt x="333788" y="1172485"/>
                  </a:lnTo>
                  <a:lnTo>
                    <a:pt x="335326" y="1172192"/>
                  </a:lnTo>
                  <a:lnTo>
                    <a:pt x="336348" y="1172016"/>
                  </a:lnTo>
                  <a:lnTo>
                    <a:pt x="337696" y="1171768"/>
                  </a:lnTo>
                  <a:lnTo>
                    <a:pt x="337907" y="1171702"/>
                  </a:lnTo>
                  <a:lnTo>
                    <a:pt x="338814" y="1171751"/>
                  </a:lnTo>
                  <a:lnTo>
                    <a:pt x="339309" y="1171829"/>
                  </a:lnTo>
                  <a:lnTo>
                    <a:pt x="340008" y="1171859"/>
                  </a:lnTo>
                  <a:lnTo>
                    <a:pt x="340566" y="1171925"/>
                  </a:lnTo>
                  <a:lnTo>
                    <a:pt x="341309" y="1171990"/>
                  </a:lnTo>
                  <a:lnTo>
                    <a:pt x="342064" y="1172056"/>
                  </a:lnTo>
                  <a:lnTo>
                    <a:pt x="342713" y="1172105"/>
                  </a:lnTo>
                  <a:lnTo>
                    <a:pt x="343431" y="1172178"/>
                  </a:lnTo>
                  <a:lnTo>
                    <a:pt x="344042" y="1172201"/>
                  </a:lnTo>
                  <a:lnTo>
                    <a:pt x="344694" y="1172272"/>
                  </a:lnTo>
                  <a:lnTo>
                    <a:pt x="345182" y="1172321"/>
                  </a:lnTo>
                  <a:lnTo>
                    <a:pt x="345693" y="1172370"/>
                  </a:lnTo>
                  <a:lnTo>
                    <a:pt x="345984" y="1172286"/>
                  </a:lnTo>
                  <a:lnTo>
                    <a:pt x="346457" y="1172145"/>
                  </a:lnTo>
                  <a:lnTo>
                    <a:pt x="347135" y="1171925"/>
                  </a:lnTo>
                  <a:lnTo>
                    <a:pt x="347836" y="1171716"/>
                  </a:lnTo>
                  <a:lnTo>
                    <a:pt x="348401" y="1171536"/>
                  </a:lnTo>
                  <a:lnTo>
                    <a:pt x="348945" y="1171357"/>
                  </a:lnTo>
                  <a:lnTo>
                    <a:pt x="349446" y="1171196"/>
                  </a:lnTo>
                  <a:lnTo>
                    <a:pt x="350096" y="1171015"/>
                  </a:lnTo>
                  <a:lnTo>
                    <a:pt x="350628" y="1170844"/>
                  </a:lnTo>
                  <a:lnTo>
                    <a:pt x="351198" y="1170685"/>
                  </a:lnTo>
                  <a:lnTo>
                    <a:pt x="351627" y="1170485"/>
                  </a:lnTo>
                  <a:lnTo>
                    <a:pt x="351866" y="1170483"/>
                  </a:lnTo>
                  <a:lnTo>
                    <a:pt x="353186" y="1170483"/>
                  </a:lnTo>
                  <a:lnTo>
                    <a:pt x="354004" y="1170497"/>
                  </a:lnTo>
                  <a:lnTo>
                    <a:pt x="354620" y="1170513"/>
                  </a:lnTo>
                  <a:lnTo>
                    <a:pt x="355113" y="1170513"/>
                  </a:lnTo>
                  <a:lnTo>
                    <a:pt x="355851" y="1170518"/>
                  </a:lnTo>
                  <a:lnTo>
                    <a:pt x="356646" y="1170523"/>
                  </a:lnTo>
                  <a:lnTo>
                    <a:pt x="357410" y="1170520"/>
                  </a:lnTo>
                  <a:lnTo>
                    <a:pt x="359133" y="1170520"/>
                  </a:lnTo>
                  <a:lnTo>
                    <a:pt x="359731" y="1170544"/>
                  </a:lnTo>
                  <a:lnTo>
                    <a:pt x="360521" y="1170544"/>
                  </a:lnTo>
                  <a:lnTo>
                    <a:pt x="361365" y="1170542"/>
                  </a:lnTo>
                  <a:lnTo>
                    <a:pt x="362362" y="1170563"/>
                  </a:lnTo>
                  <a:lnTo>
                    <a:pt x="362758" y="1170127"/>
                  </a:lnTo>
                  <a:lnTo>
                    <a:pt x="363283" y="1169578"/>
                  </a:lnTo>
                  <a:lnTo>
                    <a:pt x="363808" y="1169011"/>
                  </a:lnTo>
                  <a:lnTo>
                    <a:pt x="364293" y="1168467"/>
                  </a:lnTo>
                  <a:lnTo>
                    <a:pt x="364519" y="1168446"/>
                  </a:lnTo>
                  <a:lnTo>
                    <a:pt x="365358" y="1168415"/>
                  </a:lnTo>
                  <a:lnTo>
                    <a:pt x="366617" y="1168298"/>
                  </a:lnTo>
                  <a:lnTo>
                    <a:pt x="367421" y="1168235"/>
                  </a:lnTo>
                  <a:lnTo>
                    <a:pt x="368157" y="1168188"/>
                  </a:lnTo>
                  <a:lnTo>
                    <a:pt x="368839" y="1168129"/>
                  </a:lnTo>
                  <a:lnTo>
                    <a:pt x="369700" y="1168038"/>
                  </a:lnTo>
                  <a:lnTo>
                    <a:pt x="370396" y="1167967"/>
                  </a:lnTo>
                  <a:lnTo>
                    <a:pt x="371275" y="1167881"/>
                  </a:lnTo>
                  <a:lnTo>
                    <a:pt x="371721" y="1168045"/>
                  </a:lnTo>
                  <a:lnTo>
                    <a:pt x="372304" y="1168263"/>
                  </a:lnTo>
                  <a:lnTo>
                    <a:pt x="372886" y="1168490"/>
                  </a:lnTo>
                  <a:lnTo>
                    <a:pt x="373613" y="1168713"/>
                  </a:lnTo>
                  <a:lnTo>
                    <a:pt x="374278" y="1168969"/>
                  </a:lnTo>
                  <a:lnTo>
                    <a:pt x="375059" y="1169238"/>
                  </a:lnTo>
                  <a:lnTo>
                    <a:pt x="375732" y="1169491"/>
                  </a:lnTo>
                  <a:lnTo>
                    <a:pt x="376386" y="1169719"/>
                  </a:lnTo>
                  <a:lnTo>
                    <a:pt x="376928" y="1169939"/>
                  </a:lnTo>
                  <a:lnTo>
                    <a:pt x="377415" y="1169770"/>
                  </a:lnTo>
                  <a:lnTo>
                    <a:pt x="377905" y="1169602"/>
                  </a:lnTo>
                  <a:lnTo>
                    <a:pt x="378294" y="1169468"/>
                  </a:lnTo>
                  <a:lnTo>
                    <a:pt x="378812" y="1169318"/>
                  </a:lnTo>
                  <a:lnTo>
                    <a:pt x="379321" y="1169116"/>
                  </a:lnTo>
                  <a:lnTo>
                    <a:pt x="379741" y="1168971"/>
                  </a:lnTo>
                  <a:lnTo>
                    <a:pt x="380245" y="1168800"/>
                  </a:lnTo>
                  <a:lnTo>
                    <a:pt x="380728" y="1168643"/>
                  </a:lnTo>
                  <a:lnTo>
                    <a:pt x="381016" y="1168549"/>
                  </a:lnTo>
                  <a:lnTo>
                    <a:pt x="381441" y="1168399"/>
                  </a:lnTo>
                  <a:lnTo>
                    <a:pt x="381877" y="1168275"/>
                  </a:lnTo>
                  <a:lnTo>
                    <a:pt x="382090" y="1168162"/>
                  </a:lnTo>
                  <a:lnTo>
                    <a:pt x="382322" y="1168066"/>
                  </a:lnTo>
                  <a:lnTo>
                    <a:pt x="382887" y="1167846"/>
                  </a:lnTo>
                  <a:lnTo>
                    <a:pt x="383478" y="1167579"/>
                  </a:lnTo>
                  <a:lnTo>
                    <a:pt x="383879" y="1167386"/>
                  </a:lnTo>
                  <a:lnTo>
                    <a:pt x="384402" y="1167175"/>
                  </a:lnTo>
                  <a:lnTo>
                    <a:pt x="384803" y="1166997"/>
                  </a:lnTo>
                  <a:lnTo>
                    <a:pt x="385199" y="1166821"/>
                  </a:lnTo>
                  <a:lnTo>
                    <a:pt x="385604" y="1166653"/>
                  </a:lnTo>
                  <a:lnTo>
                    <a:pt x="385944" y="1166526"/>
                  </a:lnTo>
                  <a:lnTo>
                    <a:pt x="386289" y="1166362"/>
                  </a:lnTo>
                  <a:lnTo>
                    <a:pt x="386591" y="1166233"/>
                  </a:lnTo>
                  <a:lnTo>
                    <a:pt x="387093" y="1165996"/>
                  </a:lnTo>
                  <a:lnTo>
                    <a:pt x="387510" y="1165837"/>
                  </a:lnTo>
                  <a:lnTo>
                    <a:pt x="387843" y="1165677"/>
                  </a:lnTo>
                  <a:lnTo>
                    <a:pt x="388040" y="1165577"/>
                  </a:lnTo>
                  <a:lnTo>
                    <a:pt x="388357" y="1165635"/>
                  </a:lnTo>
                  <a:lnTo>
                    <a:pt x="388685" y="1165745"/>
                  </a:lnTo>
                  <a:lnTo>
                    <a:pt x="388969" y="1165895"/>
                  </a:lnTo>
                  <a:lnTo>
                    <a:pt x="389257" y="1166121"/>
                  </a:lnTo>
                  <a:lnTo>
                    <a:pt x="389684" y="1166587"/>
                  </a:lnTo>
                  <a:lnTo>
                    <a:pt x="389927" y="1166878"/>
                  </a:lnTo>
                  <a:lnTo>
                    <a:pt x="390153" y="1167171"/>
                  </a:lnTo>
                  <a:lnTo>
                    <a:pt x="390380" y="1167333"/>
                  </a:lnTo>
                  <a:lnTo>
                    <a:pt x="390701" y="1167562"/>
                  </a:lnTo>
                  <a:lnTo>
                    <a:pt x="391006" y="1167750"/>
                  </a:lnTo>
                  <a:lnTo>
                    <a:pt x="391454" y="1167741"/>
                  </a:lnTo>
                  <a:lnTo>
                    <a:pt x="392356" y="1167734"/>
                  </a:lnTo>
                  <a:lnTo>
                    <a:pt x="393282" y="1167710"/>
                  </a:lnTo>
                  <a:lnTo>
                    <a:pt x="394002" y="1167673"/>
                  </a:lnTo>
                  <a:lnTo>
                    <a:pt x="394183" y="1167658"/>
                  </a:lnTo>
                  <a:lnTo>
                    <a:pt x="394778" y="1167654"/>
                  </a:lnTo>
                  <a:lnTo>
                    <a:pt x="395005" y="1167668"/>
                  </a:lnTo>
                  <a:lnTo>
                    <a:pt x="395341" y="1167658"/>
                  </a:lnTo>
                  <a:lnTo>
                    <a:pt x="395842" y="1167672"/>
                  </a:lnTo>
                  <a:lnTo>
                    <a:pt x="396410" y="1167689"/>
                  </a:lnTo>
                  <a:lnTo>
                    <a:pt x="396968" y="1167710"/>
                  </a:lnTo>
                  <a:lnTo>
                    <a:pt x="397509" y="1167731"/>
                  </a:lnTo>
                  <a:lnTo>
                    <a:pt x="397758" y="1167855"/>
                  </a:lnTo>
                  <a:lnTo>
                    <a:pt x="397898" y="1168209"/>
                  </a:lnTo>
                  <a:lnTo>
                    <a:pt x="398093" y="1168734"/>
                  </a:lnTo>
                  <a:lnTo>
                    <a:pt x="398264" y="1169187"/>
                  </a:lnTo>
                  <a:lnTo>
                    <a:pt x="398468" y="1169721"/>
                  </a:lnTo>
                  <a:lnTo>
                    <a:pt x="398670" y="1169864"/>
                  </a:lnTo>
                  <a:lnTo>
                    <a:pt x="398939" y="1169813"/>
                  </a:lnTo>
                  <a:lnTo>
                    <a:pt x="399143" y="1169806"/>
                  </a:lnTo>
                  <a:lnTo>
                    <a:pt x="399486" y="1169796"/>
                  </a:lnTo>
                  <a:lnTo>
                    <a:pt x="400512" y="1169799"/>
                  </a:lnTo>
                  <a:lnTo>
                    <a:pt x="400623" y="1169930"/>
                  </a:lnTo>
                  <a:lnTo>
                    <a:pt x="401138" y="1170537"/>
                  </a:lnTo>
                  <a:lnTo>
                    <a:pt x="401335" y="1170755"/>
                  </a:lnTo>
                  <a:lnTo>
                    <a:pt x="401771" y="1171227"/>
                  </a:lnTo>
                  <a:lnTo>
                    <a:pt x="402069" y="1171562"/>
                  </a:lnTo>
                  <a:lnTo>
                    <a:pt x="402526" y="1172075"/>
                  </a:lnTo>
                  <a:lnTo>
                    <a:pt x="404744" y="1170416"/>
                  </a:lnTo>
                  <a:lnTo>
                    <a:pt x="405765" y="1171102"/>
                  </a:lnTo>
                  <a:lnTo>
                    <a:pt x="406823" y="1165114"/>
                  </a:lnTo>
                  <a:lnTo>
                    <a:pt x="407808" y="1159563"/>
                  </a:lnTo>
                  <a:lnTo>
                    <a:pt x="409223" y="1151580"/>
                  </a:lnTo>
                  <a:lnTo>
                    <a:pt x="410276" y="1146072"/>
                  </a:lnTo>
                  <a:lnTo>
                    <a:pt x="411908" y="1137534"/>
                  </a:lnTo>
                  <a:lnTo>
                    <a:pt x="412400" y="1136974"/>
                  </a:lnTo>
                  <a:lnTo>
                    <a:pt x="415537" y="1133404"/>
                  </a:lnTo>
                  <a:lnTo>
                    <a:pt x="422498" y="1125485"/>
                  </a:lnTo>
                  <a:lnTo>
                    <a:pt x="426059" y="1121429"/>
                  </a:lnTo>
                  <a:lnTo>
                    <a:pt x="425810" y="1110740"/>
                  </a:lnTo>
                  <a:lnTo>
                    <a:pt x="425665" y="1104649"/>
                  </a:lnTo>
                  <a:lnTo>
                    <a:pt x="425665" y="1104513"/>
                  </a:lnTo>
                  <a:lnTo>
                    <a:pt x="425667" y="1092710"/>
                  </a:lnTo>
                  <a:lnTo>
                    <a:pt x="425667" y="1091669"/>
                  </a:lnTo>
                  <a:lnTo>
                    <a:pt x="425667" y="1089017"/>
                  </a:lnTo>
                  <a:lnTo>
                    <a:pt x="425667" y="1086287"/>
                  </a:lnTo>
                  <a:lnTo>
                    <a:pt x="425657" y="1082410"/>
                  </a:lnTo>
                  <a:lnTo>
                    <a:pt x="425638" y="1074641"/>
                  </a:lnTo>
                  <a:lnTo>
                    <a:pt x="425634" y="1073099"/>
                  </a:lnTo>
                  <a:lnTo>
                    <a:pt x="425618" y="1066141"/>
                  </a:lnTo>
                  <a:lnTo>
                    <a:pt x="426122" y="1061560"/>
                  </a:lnTo>
                  <a:lnTo>
                    <a:pt x="426481" y="1058306"/>
                  </a:lnTo>
                  <a:lnTo>
                    <a:pt x="427422" y="1049700"/>
                  </a:lnTo>
                  <a:lnTo>
                    <a:pt x="428253" y="1042210"/>
                  </a:lnTo>
                  <a:lnTo>
                    <a:pt x="428275" y="1042001"/>
                  </a:lnTo>
                  <a:lnTo>
                    <a:pt x="429239" y="1032488"/>
                  </a:lnTo>
                  <a:lnTo>
                    <a:pt x="430588" y="1019285"/>
                  </a:lnTo>
                  <a:lnTo>
                    <a:pt x="432274" y="1013954"/>
                  </a:lnTo>
                  <a:lnTo>
                    <a:pt x="432552" y="1013073"/>
                  </a:lnTo>
                  <a:lnTo>
                    <a:pt x="434699" y="1006286"/>
                  </a:lnTo>
                  <a:lnTo>
                    <a:pt x="437076" y="998775"/>
                  </a:lnTo>
                  <a:lnTo>
                    <a:pt x="439804" y="990326"/>
                  </a:lnTo>
                  <a:lnTo>
                    <a:pt x="437993" y="980350"/>
                  </a:lnTo>
                  <a:lnTo>
                    <a:pt x="437404" y="977130"/>
                  </a:lnTo>
                  <a:lnTo>
                    <a:pt x="436539" y="972342"/>
                  </a:lnTo>
                  <a:lnTo>
                    <a:pt x="435556" y="966902"/>
                  </a:lnTo>
                  <a:lnTo>
                    <a:pt x="435038" y="959987"/>
                  </a:lnTo>
                  <a:lnTo>
                    <a:pt x="434507" y="952869"/>
                  </a:lnTo>
                  <a:lnTo>
                    <a:pt x="434452" y="952125"/>
                  </a:lnTo>
                  <a:lnTo>
                    <a:pt x="433877" y="947856"/>
                  </a:lnTo>
                  <a:lnTo>
                    <a:pt x="432888" y="940436"/>
                  </a:lnTo>
                  <a:lnTo>
                    <a:pt x="432208" y="935315"/>
                  </a:lnTo>
                  <a:lnTo>
                    <a:pt x="431673" y="930175"/>
                  </a:lnTo>
                  <a:lnTo>
                    <a:pt x="431257" y="926709"/>
                  </a:lnTo>
                  <a:lnTo>
                    <a:pt x="429998" y="916109"/>
                  </a:lnTo>
                  <a:lnTo>
                    <a:pt x="428747" y="906425"/>
                  </a:lnTo>
                  <a:lnTo>
                    <a:pt x="438749" y="905541"/>
                  </a:lnTo>
                  <a:lnTo>
                    <a:pt x="446491" y="904858"/>
                  </a:lnTo>
                  <a:lnTo>
                    <a:pt x="452825" y="904276"/>
                  </a:lnTo>
                  <a:lnTo>
                    <a:pt x="459253" y="903670"/>
                  </a:lnTo>
                  <a:lnTo>
                    <a:pt x="465531" y="903102"/>
                  </a:lnTo>
                  <a:lnTo>
                    <a:pt x="470697" y="902500"/>
                  </a:lnTo>
                  <a:lnTo>
                    <a:pt x="471221" y="902439"/>
                  </a:lnTo>
                  <a:lnTo>
                    <a:pt x="483723" y="901140"/>
                  </a:lnTo>
                  <a:lnTo>
                    <a:pt x="493347" y="894180"/>
                  </a:lnTo>
                  <a:lnTo>
                    <a:pt x="500579" y="888980"/>
                  </a:lnTo>
                  <a:lnTo>
                    <a:pt x="503831" y="886544"/>
                  </a:lnTo>
                  <a:lnTo>
                    <a:pt x="504138" y="886315"/>
                  </a:lnTo>
                  <a:lnTo>
                    <a:pt x="512166" y="880370"/>
                  </a:lnTo>
                  <a:lnTo>
                    <a:pt x="516385" y="877426"/>
                  </a:lnTo>
                  <a:lnTo>
                    <a:pt x="524690" y="871632"/>
                  </a:lnTo>
                  <a:lnTo>
                    <a:pt x="527372" y="869760"/>
                  </a:lnTo>
                  <a:lnTo>
                    <a:pt x="530956" y="867258"/>
                  </a:lnTo>
                  <a:lnTo>
                    <a:pt x="529810" y="861654"/>
                  </a:lnTo>
                  <a:lnTo>
                    <a:pt x="527596" y="850848"/>
                  </a:lnTo>
                  <a:lnTo>
                    <a:pt x="526306" y="844661"/>
                  </a:lnTo>
                  <a:lnTo>
                    <a:pt x="525041" y="838618"/>
                  </a:lnTo>
                  <a:lnTo>
                    <a:pt x="522692" y="828742"/>
                  </a:lnTo>
                  <a:lnTo>
                    <a:pt x="520266" y="818541"/>
                  </a:lnTo>
                  <a:lnTo>
                    <a:pt x="519325" y="814588"/>
                  </a:lnTo>
                  <a:lnTo>
                    <a:pt x="525009" y="806832"/>
                  </a:lnTo>
                  <a:lnTo>
                    <a:pt x="526957" y="804171"/>
                  </a:lnTo>
                  <a:lnTo>
                    <a:pt x="533800" y="796979"/>
                  </a:lnTo>
                  <a:lnTo>
                    <a:pt x="535459" y="795248"/>
                  </a:lnTo>
                  <a:lnTo>
                    <a:pt x="537773" y="792793"/>
                  </a:lnTo>
                  <a:lnTo>
                    <a:pt x="544523" y="785630"/>
                  </a:lnTo>
                  <a:lnTo>
                    <a:pt x="547573" y="779602"/>
                  </a:lnTo>
                  <a:lnTo>
                    <a:pt x="547684" y="779382"/>
                  </a:lnTo>
                  <a:lnTo>
                    <a:pt x="552209" y="770445"/>
                  </a:lnTo>
                  <a:lnTo>
                    <a:pt x="554178" y="766528"/>
                  </a:lnTo>
                  <a:lnTo>
                    <a:pt x="556131" y="762731"/>
                  </a:lnTo>
                  <a:lnTo>
                    <a:pt x="558467" y="758162"/>
                  </a:lnTo>
                  <a:lnTo>
                    <a:pt x="559413" y="756310"/>
                  </a:lnTo>
                  <a:lnTo>
                    <a:pt x="563400" y="748524"/>
                  </a:lnTo>
                  <a:lnTo>
                    <a:pt x="568816" y="738225"/>
                  </a:lnTo>
                  <a:lnTo>
                    <a:pt x="573373" y="729555"/>
                  </a:lnTo>
                  <a:lnTo>
                    <a:pt x="575218" y="725870"/>
                  </a:lnTo>
                  <a:lnTo>
                    <a:pt x="578354" y="719615"/>
                  </a:lnTo>
                  <a:lnTo>
                    <a:pt x="580120" y="716094"/>
                  </a:lnTo>
                  <a:lnTo>
                    <a:pt x="582047" y="712251"/>
                  </a:lnTo>
                  <a:lnTo>
                    <a:pt x="586512" y="701927"/>
                  </a:lnTo>
                  <a:lnTo>
                    <a:pt x="590697" y="696945"/>
                  </a:lnTo>
                  <a:lnTo>
                    <a:pt x="595606" y="691099"/>
                  </a:lnTo>
                  <a:lnTo>
                    <a:pt x="597507" y="688814"/>
                  </a:lnTo>
                  <a:lnTo>
                    <a:pt x="602086" y="683312"/>
                  </a:lnTo>
                  <a:lnTo>
                    <a:pt x="610508" y="676087"/>
                  </a:lnTo>
                  <a:lnTo>
                    <a:pt x="613382" y="673623"/>
                  </a:lnTo>
                  <a:lnTo>
                    <a:pt x="618859" y="668821"/>
                  </a:lnTo>
                  <a:lnTo>
                    <a:pt x="619042" y="668660"/>
                  </a:lnTo>
                  <a:lnTo>
                    <a:pt x="621535" y="666473"/>
                  </a:lnTo>
                  <a:lnTo>
                    <a:pt x="621589" y="660307"/>
                  </a:lnTo>
                  <a:lnTo>
                    <a:pt x="621630" y="656373"/>
                  </a:lnTo>
                  <a:lnTo>
                    <a:pt x="621760" y="649688"/>
                  </a:lnTo>
                  <a:lnTo>
                    <a:pt x="621948" y="637073"/>
                  </a:lnTo>
                  <a:lnTo>
                    <a:pt x="622129" y="631161"/>
                  </a:lnTo>
                  <a:lnTo>
                    <a:pt x="622261" y="624755"/>
                  </a:lnTo>
                  <a:lnTo>
                    <a:pt x="618168" y="617057"/>
                  </a:lnTo>
                  <a:lnTo>
                    <a:pt x="614430" y="610006"/>
                  </a:lnTo>
                  <a:lnTo>
                    <a:pt x="610518" y="602986"/>
                  </a:lnTo>
                  <a:lnTo>
                    <a:pt x="607571" y="597679"/>
                  </a:lnTo>
                  <a:lnTo>
                    <a:pt x="602003" y="587680"/>
                  </a:lnTo>
                  <a:lnTo>
                    <a:pt x="598721" y="581782"/>
                  </a:lnTo>
                  <a:lnTo>
                    <a:pt x="595802" y="576619"/>
                  </a:lnTo>
                  <a:lnTo>
                    <a:pt x="589355" y="565209"/>
                  </a:lnTo>
                  <a:lnTo>
                    <a:pt x="591552" y="557669"/>
                  </a:lnTo>
                  <a:lnTo>
                    <a:pt x="593282" y="551753"/>
                  </a:lnTo>
                  <a:lnTo>
                    <a:pt x="595789" y="543165"/>
                  </a:lnTo>
                  <a:lnTo>
                    <a:pt x="604528" y="541398"/>
                  </a:lnTo>
                  <a:lnTo>
                    <a:pt x="608503" y="540605"/>
                  </a:lnTo>
                  <a:lnTo>
                    <a:pt x="617832" y="539191"/>
                  </a:lnTo>
                  <a:lnTo>
                    <a:pt x="620662" y="538763"/>
                  </a:lnTo>
                  <a:lnTo>
                    <a:pt x="624117" y="532137"/>
                  </a:lnTo>
                  <a:lnTo>
                    <a:pt x="629008" y="522767"/>
                  </a:lnTo>
                  <a:lnTo>
                    <a:pt x="631147" y="517606"/>
                  </a:lnTo>
                  <a:lnTo>
                    <a:pt x="634784" y="508837"/>
                  </a:lnTo>
                  <a:lnTo>
                    <a:pt x="636976" y="500201"/>
                  </a:lnTo>
                  <a:lnTo>
                    <a:pt x="638802" y="492034"/>
                  </a:lnTo>
                  <a:lnTo>
                    <a:pt x="640272" y="485420"/>
                  </a:lnTo>
                  <a:lnTo>
                    <a:pt x="642076" y="477319"/>
                  </a:lnTo>
                  <a:lnTo>
                    <a:pt x="643406" y="471822"/>
                  </a:lnTo>
                  <a:lnTo>
                    <a:pt x="645727" y="462209"/>
                  </a:lnTo>
                  <a:lnTo>
                    <a:pt x="646913" y="456812"/>
                  </a:lnTo>
                  <a:lnTo>
                    <a:pt x="647892" y="452349"/>
                  </a:lnTo>
                  <a:lnTo>
                    <a:pt x="648458" y="449763"/>
                  </a:lnTo>
                  <a:lnTo>
                    <a:pt x="649742" y="443898"/>
                  </a:lnTo>
                  <a:lnTo>
                    <a:pt x="650911" y="438587"/>
                  </a:lnTo>
                  <a:lnTo>
                    <a:pt x="655507" y="434350"/>
                  </a:lnTo>
                  <a:lnTo>
                    <a:pt x="660039" y="430214"/>
                  </a:lnTo>
                  <a:lnTo>
                    <a:pt x="667154" y="423512"/>
                  </a:lnTo>
                  <a:lnTo>
                    <a:pt x="669250" y="421538"/>
                  </a:lnTo>
                  <a:lnTo>
                    <a:pt x="671532" y="419612"/>
                  </a:lnTo>
                  <a:lnTo>
                    <a:pt x="677346" y="414707"/>
                  </a:lnTo>
                  <a:lnTo>
                    <a:pt x="680460" y="412078"/>
                  </a:lnTo>
                  <a:lnTo>
                    <a:pt x="686513" y="407089"/>
                  </a:lnTo>
                  <a:lnTo>
                    <a:pt x="693155" y="401613"/>
                  </a:lnTo>
                  <a:lnTo>
                    <a:pt x="695723" y="396285"/>
                  </a:lnTo>
                  <a:lnTo>
                    <a:pt x="699717" y="388006"/>
                  </a:lnTo>
                  <a:lnTo>
                    <a:pt x="702368" y="383399"/>
                  </a:lnTo>
                  <a:lnTo>
                    <a:pt x="709412" y="386955"/>
                  </a:lnTo>
                  <a:lnTo>
                    <a:pt x="709660" y="387083"/>
                  </a:lnTo>
                  <a:lnTo>
                    <a:pt x="714529" y="389515"/>
                  </a:lnTo>
                  <a:lnTo>
                    <a:pt x="714817" y="389659"/>
                  </a:lnTo>
                  <a:lnTo>
                    <a:pt x="718210" y="391361"/>
                  </a:lnTo>
                  <a:lnTo>
                    <a:pt x="723672" y="394081"/>
                  </a:lnTo>
                  <a:lnTo>
                    <a:pt x="728721" y="396711"/>
                  </a:lnTo>
                  <a:lnTo>
                    <a:pt x="734057" y="399493"/>
                  </a:lnTo>
                  <a:lnTo>
                    <a:pt x="740617" y="402911"/>
                  </a:lnTo>
                  <a:lnTo>
                    <a:pt x="745421" y="406339"/>
                  </a:lnTo>
                  <a:lnTo>
                    <a:pt x="753273" y="411944"/>
                  </a:lnTo>
                  <a:lnTo>
                    <a:pt x="759228" y="416184"/>
                  </a:lnTo>
                  <a:lnTo>
                    <a:pt x="764439" y="419897"/>
                  </a:lnTo>
                  <a:lnTo>
                    <a:pt x="766212" y="414914"/>
                  </a:lnTo>
                  <a:lnTo>
                    <a:pt x="769113" y="406766"/>
                  </a:lnTo>
                  <a:lnTo>
                    <a:pt x="770845" y="401901"/>
                  </a:lnTo>
                  <a:lnTo>
                    <a:pt x="772568" y="397064"/>
                  </a:lnTo>
                  <a:lnTo>
                    <a:pt x="774370" y="392006"/>
                  </a:lnTo>
                  <a:lnTo>
                    <a:pt x="774906" y="390494"/>
                  </a:lnTo>
                  <a:lnTo>
                    <a:pt x="776086" y="387165"/>
                  </a:lnTo>
                  <a:lnTo>
                    <a:pt x="777604" y="382919"/>
                  </a:lnTo>
                  <a:lnTo>
                    <a:pt x="778467" y="380579"/>
                  </a:lnTo>
                  <a:lnTo>
                    <a:pt x="781344" y="372803"/>
                  </a:lnTo>
                  <a:lnTo>
                    <a:pt x="783846" y="365326"/>
                  </a:lnTo>
                  <a:lnTo>
                    <a:pt x="785009" y="361870"/>
                  </a:lnTo>
                  <a:lnTo>
                    <a:pt x="786046" y="358787"/>
                  </a:lnTo>
                  <a:lnTo>
                    <a:pt x="784943" y="351137"/>
                  </a:lnTo>
                  <a:lnTo>
                    <a:pt x="784168" y="345733"/>
                  </a:lnTo>
                  <a:lnTo>
                    <a:pt x="783720" y="342930"/>
                  </a:lnTo>
                  <a:lnTo>
                    <a:pt x="783380" y="340641"/>
                  </a:lnTo>
                  <a:lnTo>
                    <a:pt x="783231" y="339614"/>
                  </a:lnTo>
                  <a:lnTo>
                    <a:pt x="782403" y="333930"/>
                  </a:lnTo>
                  <a:lnTo>
                    <a:pt x="781822" y="330082"/>
                  </a:lnTo>
                  <a:lnTo>
                    <a:pt x="780609" y="321959"/>
                  </a:lnTo>
                  <a:lnTo>
                    <a:pt x="779489" y="313202"/>
                  </a:lnTo>
                  <a:lnTo>
                    <a:pt x="778443" y="304917"/>
                  </a:lnTo>
                  <a:lnTo>
                    <a:pt x="778494" y="301745"/>
                  </a:lnTo>
                  <a:lnTo>
                    <a:pt x="778578" y="298453"/>
                  </a:lnTo>
                  <a:lnTo>
                    <a:pt x="778724" y="292206"/>
                  </a:lnTo>
                  <a:lnTo>
                    <a:pt x="778787" y="289379"/>
                  </a:lnTo>
                  <a:lnTo>
                    <a:pt x="778936" y="282964"/>
                  </a:lnTo>
                  <a:lnTo>
                    <a:pt x="778987" y="279094"/>
                  </a:lnTo>
                  <a:lnTo>
                    <a:pt x="779037" y="275410"/>
                  </a:lnTo>
                  <a:lnTo>
                    <a:pt x="779100" y="270728"/>
                  </a:lnTo>
                  <a:lnTo>
                    <a:pt x="778618" y="269974"/>
                  </a:lnTo>
                  <a:lnTo>
                    <a:pt x="778118" y="269209"/>
                  </a:lnTo>
                  <a:lnTo>
                    <a:pt x="777811" y="268694"/>
                  </a:lnTo>
                  <a:lnTo>
                    <a:pt x="777514" y="268171"/>
                  </a:lnTo>
                  <a:lnTo>
                    <a:pt x="777263" y="267716"/>
                  </a:lnTo>
                  <a:lnTo>
                    <a:pt x="776789" y="266855"/>
                  </a:lnTo>
                  <a:lnTo>
                    <a:pt x="776398" y="266145"/>
                  </a:lnTo>
                  <a:lnTo>
                    <a:pt x="776044" y="265578"/>
                  </a:lnTo>
                  <a:lnTo>
                    <a:pt x="775704" y="264966"/>
                  </a:lnTo>
                  <a:lnTo>
                    <a:pt x="775230" y="264244"/>
                  </a:lnTo>
                  <a:lnTo>
                    <a:pt x="774818" y="263569"/>
                  </a:lnTo>
                  <a:lnTo>
                    <a:pt x="774468" y="262982"/>
                  </a:lnTo>
                  <a:lnTo>
                    <a:pt x="774135" y="262347"/>
                  </a:lnTo>
                  <a:lnTo>
                    <a:pt x="773777" y="261714"/>
                  </a:lnTo>
                  <a:lnTo>
                    <a:pt x="773268" y="260854"/>
                  </a:lnTo>
                  <a:lnTo>
                    <a:pt x="772895" y="260160"/>
                  </a:lnTo>
                  <a:lnTo>
                    <a:pt x="772480" y="259461"/>
                  </a:lnTo>
                  <a:lnTo>
                    <a:pt x="772039" y="258770"/>
                  </a:lnTo>
                  <a:lnTo>
                    <a:pt x="771657" y="258212"/>
                  </a:lnTo>
                  <a:lnTo>
                    <a:pt x="771263" y="257527"/>
                  </a:lnTo>
                  <a:lnTo>
                    <a:pt x="770865" y="256817"/>
                  </a:lnTo>
                  <a:lnTo>
                    <a:pt x="770637" y="256395"/>
                  </a:lnTo>
                  <a:lnTo>
                    <a:pt x="770309" y="255830"/>
                  </a:lnTo>
                  <a:lnTo>
                    <a:pt x="770026" y="255283"/>
                  </a:lnTo>
                  <a:lnTo>
                    <a:pt x="769704" y="254770"/>
                  </a:lnTo>
                  <a:lnTo>
                    <a:pt x="769268" y="254041"/>
                  </a:lnTo>
                  <a:lnTo>
                    <a:pt x="768361" y="252433"/>
                  </a:lnTo>
                  <a:lnTo>
                    <a:pt x="767566" y="252758"/>
                  </a:lnTo>
                  <a:lnTo>
                    <a:pt x="767015" y="252803"/>
                  </a:lnTo>
                  <a:lnTo>
                    <a:pt x="766554" y="252829"/>
                  </a:lnTo>
                  <a:lnTo>
                    <a:pt x="766019" y="252862"/>
                  </a:lnTo>
                  <a:lnTo>
                    <a:pt x="765777" y="252871"/>
                  </a:lnTo>
                  <a:lnTo>
                    <a:pt x="765609" y="252878"/>
                  </a:lnTo>
                  <a:lnTo>
                    <a:pt x="765339" y="252904"/>
                  </a:lnTo>
                  <a:lnTo>
                    <a:pt x="765069" y="252899"/>
                  </a:lnTo>
                  <a:lnTo>
                    <a:pt x="764530" y="252922"/>
                  </a:lnTo>
                  <a:lnTo>
                    <a:pt x="763989" y="252965"/>
                  </a:lnTo>
                  <a:lnTo>
                    <a:pt x="763351" y="253014"/>
                  </a:lnTo>
                  <a:lnTo>
                    <a:pt x="762896" y="253023"/>
                  </a:lnTo>
                  <a:lnTo>
                    <a:pt x="762681" y="253049"/>
                  </a:lnTo>
                  <a:lnTo>
                    <a:pt x="762552" y="253026"/>
                  </a:lnTo>
                  <a:lnTo>
                    <a:pt x="762275" y="253016"/>
                  </a:lnTo>
                  <a:lnTo>
                    <a:pt x="761989" y="253080"/>
                  </a:lnTo>
                  <a:lnTo>
                    <a:pt x="761855" y="253131"/>
                  </a:lnTo>
                  <a:lnTo>
                    <a:pt x="761344" y="253211"/>
                  </a:lnTo>
                  <a:lnTo>
                    <a:pt x="761098" y="253258"/>
                  </a:lnTo>
                  <a:lnTo>
                    <a:pt x="760753" y="253333"/>
                  </a:lnTo>
                  <a:lnTo>
                    <a:pt x="760418" y="253396"/>
                  </a:lnTo>
                  <a:lnTo>
                    <a:pt x="759830" y="253509"/>
                  </a:lnTo>
                  <a:lnTo>
                    <a:pt x="759694" y="253530"/>
                  </a:lnTo>
                  <a:lnTo>
                    <a:pt x="759197" y="253616"/>
                  </a:lnTo>
                  <a:lnTo>
                    <a:pt x="758615" y="253717"/>
                  </a:lnTo>
                  <a:lnTo>
                    <a:pt x="758069" y="253809"/>
                  </a:lnTo>
                  <a:lnTo>
                    <a:pt x="757933" y="253830"/>
                  </a:lnTo>
                  <a:lnTo>
                    <a:pt x="757525" y="253898"/>
                  </a:lnTo>
                  <a:lnTo>
                    <a:pt x="756904" y="254008"/>
                  </a:lnTo>
                  <a:lnTo>
                    <a:pt x="756468" y="254067"/>
                  </a:lnTo>
                  <a:lnTo>
                    <a:pt x="756027" y="254149"/>
                  </a:lnTo>
                  <a:lnTo>
                    <a:pt x="755563" y="254233"/>
                  </a:lnTo>
                  <a:lnTo>
                    <a:pt x="755387" y="254254"/>
                  </a:lnTo>
                  <a:lnTo>
                    <a:pt x="755066" y="254313"/>
                  </a:lnTo>
                  <a:lnTo>
                    <a:pt x="754482" y="254418"/>
                  </a:lnTo>
                  <a:lnTo>
                    <a:pt x="754320" y="254439"/>
                  </a:lnTo>
                  <a:lnTo>
                    <a:pt x="753781" y="254531"/>
                  </a:lnTo>
                  <a:lnTo>
                    <a:pt x="753242" y="254625"/>
                  </a:lnTo>
                  <a:lnTo>
                    <a:pt x="752806" y="254697"/>
                  </a:lnTo>
                  <a:lnTo>
                    <a:pt x="752178" y="254805"/>
                  </a:lnTo>
                  <a:lnTo>
                    <a:pt x="751463" y="254925"/>
                  </a:lnTo>
                  <a:lnTo>
                    <a:pt x="751099" y="254971"/>
                  </a:lnTo>
                  <a:lnTo>
                    <a:pt x="750661" y="255054"/>
                  </a:lnTo>
                  <a:lnTo>
                    <a:pt x="749821" y="255185"/>
                  </a:lnTo>
                  <a:lnTo>
                    <a:pt x="748970" y="255365"/>
                  </a:lnTo>
                  <a:lnTo>
                    <a:pt x="748286" y="255487"/>
                  </a:lnTo>
                  <a:lnTo>
                    <a:pt x="747911" y="255548"/>
                  </a:lnTo>
                  <a:lnTo>
                    <a:pt x="747350" y="255640"/>
                  </a:lnTo>
                  <a:lnTo>
                    <a:pt x="746865" y="255717"/>
                  </a:lnTo>
                  <a:lnTo>
                    <a:pt x="746328" y="255808"/>
                  </a:lnTo>
                  <a:lnTo>
                    <a:pt x="745787" y="255905"/>
                  </a:lnTo>
                  <a:lnTo>
                    <a:pt x="745308" y="255991"/>
                  </a:lnTo>
                  <a:lnTo>
                    <a:pt x="744736" y="256092"/>
                  </a:lnTo>
                  <a:lnTo>
                    <a:pt x="744047" y="256209"/>
                  </a:lnTo>
                  <a:lnTo>
                    <a:pt x="743660" y="256275"/>
                  </a:lnTo>
                  <a:lnTo>
                    <a:pt x="743201" y="256357"/>
                  </a:lnTo>
                  <a:lnTo>
                    <a:pt x="742610" y="256451"/>
                  </a:lnTo>
                  <a:lnTo>
                    <a:pt x="742465" y="256474"/>
                  </a:lnTo>
                  <a:lnTo>
                    <a:pt x="742254" y="256505"/>
                  </a:lnTo>
                  <a:lnTo>
                    <a:pt x="742024" y="256540"/>
                  </a:lnTo>
                  <a:lnTo>
                    <a:pt x="737321" y="256766"/>
                  </a:lnTo>
                  <a:lnTo>
                    <a:pt x="732990" y="256974"/>
                  </a:lnTo>
                  <a:lnTo>
                    <a:pt x="732442" y="257004"/>
                  </a:lnTo>
                  <a:lnTo>
                    <a:pt x="731080" y="257073"/>
                  </a:lnTo>
                  <a:lnTo>
                    <a:pt x="730597" y="257097"/>
                  </a:lnTo>
                  <a:lnTo>
                    <a:pt x="730090" y="257123"/>
                  </a:lnTo>
                  <a:lnTo>
                    <a:pt x="729941" y="257131"/>
                  </a:lnTo>
                  <a:lnTo>
                    <a:pt x="729510" y="257152"/>
                  </a:lnTo>
                  <a:lnTo>
                    <a:pt x="729273" y="257164"/>
                  </a:lnTo>
                  <a:lnTo>
                    <a:pt x="729132" y="257171"/>
                  </a:lnTo>
                  <a:lnTo>
                    <a:pt x="728949" y="257180"/>
                  </a:lnTo>
                  <a:lnTo>
                    <a:pt x="728768" y="257189"/>
                  </a:lnTo>
                  <a:lnTo>
                    <a:pt x="728343" y="257209"/>
                  </a:lnTo>
                  <a:lnTo>
                    <a:pt x="728172" y="257218"/>
                  </a:lnTo>
                  <a:lnTo>
                    <a:pt x="727761" y="257238"/>
                  </a:lnTo>
                  <a:lnTo>
                    <a:pt x="727626" y="257244"/>
                  </a:lnTo>
                  <a:lnTo>
                    <a:pt x="727451" y="257253"/>
                  </a:lnTo>
                  <a:lnTo>
                    <a:pt x="727058" y="257274"/>
                  </a:lnTo>
                  <a:lnTo>
                    <a:pt x="725873" y="257337"/>
                  </a:lnTo>
                  <a:lnTo>
                    <a:pt x="723746" y="257446"/>
                  </a:lnTo>
                  <a:lnTo>
                    <a:pt x="723129" y="257477"/>
                  </a:lnTo>
                  <a:lnTo>
                    <a:pt x="715134" y="261468"/>
                  </a:lnTo>
                  <a:lnTo>
                    <a:pt x="714396" y="261835"/>
                  </a:lnTo>
                  <a:lnTo>
                    <a:pt x="712226" y="262917"/>
                  </a:lnTo>
                  <a:lnTo>
                    <a:pt x="710819" y="263618"/>
                  </a:lnTo>
                  <a:lnTo>
                    <a:pt x="709014" y="264518"/>
                  </a:lnTo>
                  <a:lnTo>
                    <a:pt x="706225" y="265912"/>
                  </a:lnTo>
                  <a:lnTo>
                    <a:pt x="706034" y="266008"/>
                  </a:lnTo>
                  <a:lnTo>
                    <a:pt x="705877" y="266086"/>
                  </a:lnTo>
                  <a:lnTo>
                    <a:pt x="705641" y="266204"/>
                  </a:lnTo>
                  <a:lnTo>
                    <a:pt x="705367" y="266341"/>
                  </a:lnTo>
                  <a:lnTo>
                    <a:pt x="705077" y="266486"/>
                  </a:lnTo>
                  <a:lnTo>
                    <a:pt x="704836" y="266607"/>
                  </a:lnTo>
                  <a:lnTo>
                    <a:pt x="704497" y="266775"/>
                  </a:lnTo>
                  <a:lnTo>
                    <a:pt x="704091" y="266978"/>
                  </a:lnTo>
                  <a:lnTo>
                    <a:pt x="703666" y="267190"/>
                  </a:lnTo>
                  <a:lnTo>
                    <a:pt x="703031" y="267359"/>
                  </a:lnTo>
                  <a:lnTo>
                    <a:pt x="702851" y="267385"/>
                  </a:lnTo>
                  <a:lnTo>
                    <a:pt x="702656" y="267413"/>
                  </a:lnTo>
                  <a:lnTo>
                    <a:pt x="702473" y="267438"/>
                  </a:lnTo>
                  <a:lnTo>
                    <a:pt x="701837" y="267529"/>
                  </a:lnTo>
                  <a:lnTo>
                    <a:pt x="701452" y="267583"/>
                  </a:lnTo>
                  <a:lnTo>
                    <a:pt x="701051" y="267640"/>
                  </a:lnTo>
                  <a:lnTo>
                    <a:pt x="700566" y="267709"/>
                  </a:lnTo>
                  <a:lnTo>
                    <a:pt x="700119" y="267772"/>
                  </a:lnTo>
                  <a:lnTo>
                    <a:pt x="699831" y="267813"/>
                  </a:lnTo>
                  <a:lnTo>
                    <a:pt x="699657" y="267837"/>
                  </a:lnTo>
                  <a:lnTo>
                    <a:pt x="699409" y="267873"/>
                  </a:lnTo>
                  <a:lnTo>
                    <a:pt x="699081" y="267920"/>
                  </a:lnTo>
                  <a:lnTo>
                    <a:pt x="698803" y="267958"/>
                  </a:lnTo>
                  <a:lnTo>
                    <a:pt x="698083" y="268060"/>
                  </a:lnTo>
                  <a:lnTo>
                    <a:pt x="697666" y="268119"/>
                  </a:lnTo>
                  <a:lnTo>
                    <a:pt x="697363" y="268162"/>
                  </a:lnTo>
                  <a:lnTo>
                    <a:pt x="693786" y="268643"/>
                  </a:lnTo>
                  <a:lnTo>
                    <a:pt x="693504" y="268675"/>
                  </a:lnTo>
                  <a:lnTo>
                    <a:pt x="693328" y="268694"/>
                  </a:lnTo>
                  <a:lnTo>
                    <a:pt x="692768" y="268757"/>
                  </a:lnTo>
                  <a:lnTo>
                    <a:pt x="692511" y="268785"/>
                  </a:lnTo>
                  <a:lnTo>
                    <a:pt x="691775" y="268868"/>
                  </a:lnTo>
                  <a:lnTo>
                    <a:pt x="690765" y="269108"/>
                  </a:lnTo>
                  <a:lnTo>
                    <a:pt x="689905" y="269101"/>
                  </a:lnTo>
                  <a:lnTo>
                    <a:pt x="689550" y="268989"/>
                  </a:lnTo>
                  <a:lnTo>
                    <a:pt x="689420" y="268947"/>
                  </a:lnTo>
                  <a:lnTo>
                    <a:pt x="688995" y="268813"/>
                  </a:lnTo>
                  <a:lnTo>
                    <a:pt x="687853" y="268719"/>
                  </a:lnTo>
                  <a:lnTo>
                    <a:pt x="686801" y="268628"/>
                  </a:lnTo>
                  <a:lnTo>
                    <a:pt x="685558" y="268473"/>
                  </a:lnTo>
                  <a:lnTo>
                    <a:pt x="684407" y="268318"/>
                  </a:lnTo>
                  <a:lnTo>
                    <a:pt x="683891" y="268267"/>
                  </a:lnTo>
                  <a:lnTo>
                    <a:pt x="682740" y="268173"/>
                  </a:lnTo>
                  <a:lnTo>
                    <a:pt x="681219" y="268086"/>
                  </a:lnTo>
                  <a:lnTo>
                    <a:pt x="678944" y="267866"/>
                  </a:lnTo>
                  <a:lnTo>
                    <a:pt x="677775" y="267772"/>
                  </a:lnTo>
                  <a:lnTo>
                    <a:pt x="676891" y="267713"/>
                  </a:lnTo>
                  <a:lnTo>
                    <a:pt x="675946" y="267636"/>
                  </a:lnTo>
                  <a:lnTo>
                    <a:pt x="674875" y="267554"/>
                  </a:lnTo>
                  <a:lnTo>
                    <a:pt x="673712" y="267434"/>
                  </a:lnTo>
                  <a:lnTo>
                    <a:pt x="672457" y="267331"/>
                  </a:lnTo>
                  <a:lnTo>
                    <a:pt x="671379" y="267244"/>
                  </a:lnTo>
                  <a:lnTo>
                    <a:pt x="668751" y="267047"/>
                  </a:lnTo>
                  <a:lnTo>
                    <a:pt x="665616" y="266862"/>
                  </a:lnTo>
                  <a:lnTo>
                    <a:pt x="664990" y="266740"/>
                  </a:lnTo>
                  <a:lnTo>
                    <a:pt x="664171" y="266681"/>
                  </a:lnTo>
                  <a:lnTo>
                    <a:pt x="663380" y="266623"/>
                  </a:lnTo>
                  <a:lnTo>
                    <a:pt x="661509" y="266454"/>
                  </a:lnTo>
                  <a:lnTo>
                    <a:pt x="659806" y="266279"/>
                  </a:lnTo>
                  <a:lnTo>
                    <a:pt x="658364" y="266143"/>
                  </a:lnTo>
                  <a:lnTo>
                    <a:pt x="656345" y="268710"/>
                  </a:lnTo>
                  <a:lnTo>
                    <a:pt x="656095" y="269028"/>
                  </a:lnTo>
                  <a:lnTo>
                    <a:pt x="654321" y="271284"/>
                  </a:lnTo>
                  <a:lnTo>
                    <a:pt x="654115" y="271546"/>
                  </a:lnTo>
                  <a:lnTo>
                    <a:pt x="653888" y="271840"/>
                  </a:lnTo>
                  <a:lnTo>
                    <a:pt x="653010" y="272977"/>
                  </a:lnTo>
                  <a:lnTo>
                    <a:pt x="652459" y="273652"/>
                  </a:lnTo>
                  <a:lnTo>
                    <a:pt x="651480" y="274249"/>
                  </a:lnTo>
                  <a:lnTo>
                    <a:pt x="645799" y="281044"/>
                  </a:lnTo>
                  <a:lnTo>
                    <a:pt x="645365" y="281530"/>
                  </a:lnTo>
                  <a:lnTo>
                    <a:pt x="645061" y="281869"/>
                  </a:lnTo>
                  <a:lnTo>
                    <a:pt x="644769" y="282185"/>
                  </a:lnTo>
                  <a:lnTo>
                    <a:pt x="644460" y="282519"/>
                  </a:lnTo>
                  <a:lnTo>
                    <a:pt x="644236" y="282765"/>
                  </a:lnTo>
                  <a:lnTo>
                    <a:pt x="643765" y="282985"/>
                  </a:lnTo>
                  <a:lnTo>
                    <a:pt x="643502" y="283107"/>
                  </a:lnTo>
                  <a:lnTo>
                    <a:pt x="643345" y="283180"/>
                  </a:lnTo>
                  <a:lnTo>
                    <a:pt x="643161" y="283266"/>
                  </a:lnTo>
                  <a:lnTo>
                    <a:pt x="642950" y="283366"/>
                  </a:lnTo>
                  <a:lnTo>
                    <a:pt x="642753" y="283457"/>
                  </a:lnTo>
                  <a:lnTo>
                    <a:pt x="642488" y="283580"/>
                  </a:lnTo>
                  <a:lnTo>
                    <a:pt x="642247" y="283692"/>
                  </a:lnTo>
                  <a:lnTo>
                    <a:pt x="641840" y="283885"/>
                  </a:lnTo>
                  <a:lnTo>
                    <a:pt x="641040" y="284248"/>
                  </a:lnTo>
                  <a:lnTo>
                    <a:pt x="640535" y="284481"/>
                  </a:lnTo>
                  <a:lnTo>
                    <a:pt x="640180" y="284645"/>
                  </a:lnTo>
                  <a:lnTo>
                    <a:pt x="639895" y="284783"/>
                  </a:lnTo>
                  <a:lnTo>
                    <a:pt x="639417" y="284927"/>
                  </a:lnTo>
                  <a:lnTo>
                    <a:pt x="639079" y="285030"/>
                  </a:lnTo>
                  <a:lnTo>
                    <a:pt x="638273" y="285304"/>
                  </a:lnTo>
                  <a:lnTo>
                    <a:pt x="637885" y="285438"/>
                  </a:lnTo>
                  <a:lnTo>
                    <a:pt x="636941" y="285779"/>
                  </a:lnTo>
                  <a:lnTo>
                    <a:pt x="636670" y="285875"/>
                  </a:lnTo>
                  <a:lnTo>
                    <a:pt x="636364" y="285981"/>
                  </a:lnTo>
                  <a:lnTo>
                    <a:pt x="636121" y="286072"/>
                  </a:lnTo>
                  <a:lnTo>
                    <a:pt x="635813" y="286076"/>
                  </a:lnTo>
                  <a:lnTo>
                    <a:pt x="635575" y="286094"/>
                  </a:lnTo>
                  <a:lnTo>
                    <a:pt x="634770" y="285961"/>
                  </a:lnTo>
                  <a:lnTo>
                    <a:pt x="634473" y="285913"/>
                  </a:lnTo>
                  <a:lnTo>
                    <a:pt x="634264" y="285878"/>
                  </a:lnTo>
                  <a:lnTo>
                    <a:pt x="634091" y="285850"/>
                  </a:lnTo>
                  <a:lnTo>
                    <a:pt x="632786" y="285656"/>
                  </a:lnTo>
                  <a:lnTo>
                    <a:pt x="631188" y="285331"/>
                  </a:lnTo>
                  <a:lnTo>
                    <a:pt x="630930" y="285206"/>
                  </a:lnTo>
                  <a:lnTo>
                    <a:pt x="630762" y="285293"/>
                  </a:lnTo>
                  <a:lnTo>
                    <a:pt x="630389" y="285468"/>
                  </a:lnTo>
                  <a:lnTo>
                    <a:pt x="630257" y="285531"/>
                  </a:lnTo>
                  <a:lnTo>
                    <a:pt x="630189" y="285665"/>
                  </a:lnTo>
                  <a:lnTo>
                    <a:pt x="629953" y="286120"/>
                  </a:lnTo>
                  <a:lnTo>
                    <a:pt x="629896" y="286255"/>
                  </a:lnTo>
                  <a:lnTo>
                    <a:pt x="629840" y="286391"/>
                  </a:lnTo>
                  <a:lnTo>
                    <a:pt x="629788" y="286522"/>
                  </a:lnTo>
                  <a:lnTo>
                    <a:pt x="629695" y="286754"/>
                  </a:lnTo>
                  <a:lnTo>
                    <a:pt x="629633" y="286909"/>
                  </a:lnTo>
                  <a:lnTo>
                    <a:pt x="629573" y="287060"/>
                  </a:lnTo>
                  <a:lnTo>
                    <a:pt x="629355" y="287589"/>
                  </a:lnTo>
                  <a:lnTo>
                    <a:pt x="629219" y="287920"/>
                  </a:lnTo>
                  <a:lnTo>
                    <a:pt x="629078" y="288299"/>
                  </a:lnTo>
                  <a:lnTo>
                    <a:pt x="628985" y="288515"/>
                  </a:lnTo>
                  <a:lnTo>
                    <a:pt x="628970" y="288862"/>
                  </a:lnTo>
                  <a:lnTo>
                    <a:pt x="628941" y="289449"/>
                  </a:lnTo>
                  <a:lnTo>
                    <a:pt x="628933" y="289655"/>
                  </a:lnTo>
                  <a:lnTo>
                    <a:pt x="628927" y="289797"/>
                  </a:lnTo>
                  <a:lnTo>
                    <a:pt x="628922" y="289981"/>
                  </a:lnTo>
                  <a:lnTo>
                    <a:pt x="628931" y="290363"/>
                  </a:lnTo>
                  <a:lnTo>
                    <a:pt x="628940" y="290749"/>
                  </a:lnTo>
                  <a:lnTo>
                    <a:pt x="628949" y="291076"/>
                  </a:lnTo>
                  <a:lnTo>
                    <a:pt x="628958" y="291520"/>
                  </a:lnTo>
                  <a:lnTo>
                    <a:pt x="628968" y="292093"/>
                  </a:lnTo>
                  <a:lnTo>
                    <a:pt x="628973" y="292299"/>
                  </a:lnTo>
                  <a:lnTo>
                    <a:pt x="629214" y="292796"/>
                  </a:lnTo>
                  <a:lnTo>
                    <a:pt x="629436" y="293251"/>
                  </a:lnTo>
                  <a:lnTo>
                    <a:pt x="629531" y="293455"/>
                  </a:lnTo>
                  <a:lnTo>
                    <a:pt x="629572" y="293638"/>
                  </a:lnTo>
                  <a:lnTo>
                    <a:pt x="629627" y="293887"/>
                  </a:lnTo>
                  <a:lnTo>
                    <a:pt x="629669" y="294055"/>
                  </a:lnTo>
                  <a:lnTo>
                    <a:pt x="629763" y="294251"/>
                  </a:lnTo>
                  <a:lnTo>
                    <a:pt x="629819" y="294379"/>
                  </a:lnTo>
                  <a:lnTo>
                    <a:pt x="629791" y="294599"/>
                  </a:lnTo>
                  <a:lnTo>
                    <a:pt x="629760" y="294813"/>
                  </a:lnTo>
                  <a:lnTo>
                    <a:pt x="629596" y="295042"/>
                  </a:lnTo>
                  <a:lnTo>
                    <a:pt x="629502" y="295175"/>
                  </a:lnTo>
                  <a:lnTo>
                    <a:pt x="629409" y="295390"/>
                  </a:lnTo>
                  <a:lnTo>
                    <a:pt x="629326" y="295581"/>
                  </a:lnTo>
                  <a:lnTo>
                    <a:pt x="629231" y="296026"/>
                  </a:lnTo>
                  <a:lnTo>
                    <a:pt x="629172" y="296297"/>
                  </a:lnTo>
                  <a:lnTo>
                    <a:pt x="629150" y="296569"/>
                  </a:lnTo>
                  <a:lnTo>
                    <a:pt x="629384" y="296762"/>
                  </a:lnTo>
                  <a:lnTo>
                    <a:pt x="629567" y="296929"/>
                  </a:lnTo>
                  <a:lnTo>
                    <a:pt x="629845" y="297179"/>
                  </a:lnTo>
                  <a:lnTo>
                    <a:pt x="630000" y="297317"/>
                  </a:lnTo>
                  <a:lnTo>
                    <a:pt x="630155" y="297461"/>
                  </a:lnTo>
                  <a:lnTo>
                    <a:pt x="630489" y="297765"/>
                  </a:lnTo>
                  <a:lnTo>
                    <a:pt x="630478" y="298049"/>
                  </a:lnTo>
                  <a:lnTo>
                    <a:pt x="630231" y="298458"/>
                  </a:lnTo>
                  <a:lnTo>
                    <a:pt x="630139" y="298687"/>
                  </a:lnTo>
                  <a:lnTo>
                    <a:pt x="630056" y="298929"/>
                  </a:lnTo>
                  <a:lnTo>
                    <a:pt x="629897" y="299322"/>
                  </a:lnTo>
                  <a:lnTo>
                    <a:pt x="629625" y="299786"/>
                  </a:lnTo>
                  <a:lnTo>
                    <a:pt x="630696" y="303136"/>
                  </a:lnTo>
                  <a:lnTo>
                    <a:pt x="624085" y="305011"/>
                  </a:lnTo>
                  <a:lnTo>
                    <a:pt x="618488" y="308922"/>
                  </a:lnTo>
                  <a:lnTo>
                    <a:pt x="615832" y="310779"/>
                  </a:lnTo>
                  <a:lnTo>
                    <a:pt x="603946" y="313358"/>
                  </a:lnTo>
                  <a:lnTo>
                    <a:pt x="597371" y="317155"/>
                  </a:lnTo>
                  <a:lnTo>
                    <a:pt x="595240" y="318386"/>
                  </a:lnTo>
                  <a:lnTo>
                    <a:pt x="592013" y="320250"/>
                  </a:lnTo>
                  <a:lnTo>
                    <a:pt x="579236" y="319242"/>
                  </a:lnTo>
                  <a:lnTo>
                    <a:pt x="580056" y="307309"/>
                  </a:lnTo>
                  <a:lnTo>
                    <a:pt x="580878" y="305364"/>
                  </a:lnTo>
                  <a:lnTo>
                    <a:pt x="589267" y="285499"/>
                  </a:lnTo>
                  <a:lnTo>
                    <a:pt x="590768" y="281945"/>
                  </a:lnTo>
                  <a:lnTo>
                    <a:pt x="591145" y="281051"/>
                  </a:lnTo>
                  <a:lnTo>
                    <a:pt x="587793" y="280254"/>
                  </a:lnTo>
                  <a:lnTo>
                    <a:pt x="587640" y="276705"/>
                  </a:lnTo>
                  <a:lnTo>
                    <a:pt x="586432" y="276742"/>
                  </a:lnTo>
                  <a:lnTo>
                    <a:pt x="585840" y="276758"/>
                  </a:lnTo>
                  <a:lnTo>
                    <a:pt x="585173" y="277016"/>
                  </a:lnTo>
                  <a:lnTo>
                    <a:pt x="584862" y="277135"/>
                  </a:lnTo>
                  <a:lnTo>
                    <a:pt x="584117" y="277238"/>
                  </a:lnTo>
                  <a:lnTo>
                    <a:pt x="583894" y="277281"/>
                  </a:lnTo>
                  <a:lnTo>
                    <a:pt x="583463" y="277367"/>
                  </a:lnTo>
                  <a:lnTo>
                    <a:pt x="583083" y="277506"/>
                  </a:lnTo>
                  <a:lnTo>
                    <a:pt x="582787" y="277681"/>
                  </a:lnTo>
                  <a:lnTo>
                    <a:pt x="582492" y="277918"/>
                  </a:lnTo>
                  <a:lnTo>
                    <a:pt x="582382" y="278064"/>
                  </a:lnTo>
                  <a:lnTo>
                    <a:pt x="582157" y="278350"/>
                  </a:lnTo>
                  <a:lnTo>
                    <a:pt x="581972" y="278535"/>
                  </a:lnTo>
                  <a:lnTo>
                    <a:pt x="581826" y="278603"/>
                  </a:lnTo>
                  <a:lnTo>
                    <a:pt x="581334" y="278673"/>
                  </a:lnTo>
                  <a:lnTo>
                    <a:pt x="581015" y="278821"/>
                  </a:lnTo>
                  <a:lnTo>
                    <a:pt x="580687" y="279112"/>
                  </a:lnTo>
                  <a:lnTo>
                    <a:pt x="580556" y="279041"/>
                  </a:lnTo>
                  <a:lnTo>
                    <a:pt x="580007" y="278673"/>
                  </a:lnTo>
                  <a:lnTo>
                    <a:pt x="579243" y="278136"/>
                  </a:lnTo>
                  <a:lnTo>
                    <a:pt x="578938" y="277975"/>
                  </a:lnTo>
                  <a:lnTo>
                    <a:pt x="578546" y="277677"/>
                  </a:lnTo>
                  <a:lnTo>
                    <a:pt x="577984" y="277320"/>
                  </a:lnTo>
                  <a:lnTo>
                    <a:pt x="577585" y="277058"/>
                  </a:lnTo>
                  <a:lnTo>
                    <a:pt x="577184" y="276774"/>
                  </a:lnTo>
                  <a:lnTo>
                    <a:pt x="576779" y="276514"/>
                  </a:lnTo>
                  <a:lnTo>
                    <a:pt x="576418" y="276254"/>
                  </a:lnTo>
                  <a:lnTo>
                    <a:pt x="576284" y="276111"/>
                  </a:lnTo>
                  <a:lnTo>
                    <a:pt x="576195" y="275942"/>
                  </a:lnTo>
                  <a:lnTo>
                    <a:pt x="576162" y="275780"/>
                  </a:lnTo>
                  <a:lnTo>
                    <a:pt x="576331" y="275307"/>
                  </a:lnTo>
                  <a:lnTo>
                    <a:pt x="576336" y="275135"/>
                  </a:lnTo>
                  <a:lnTo>
                    <a:pt x="576239" y="274784"/>
                  </a:lnTo>
                  <a:lnTo>
                    <a:pt x="576045" y="274507"/>
                  </a:lnTo>
                  <a:lnTo>
                    <a:pt x="575825" y="274254"/>
                  </a:lnTo>
                  <a:lnTo>
                    <a:pt x="575447" y="273797"/>
                  </a:lnTo>
                  <a:lnTo>
                    <a:pt x="575349" y="273649"/>
                  </a:lnTo>
                  <a:lnTo>
                    <a:pt x="575337" y="273330"/>
                  </a:lnTo>
                  <a:lnTo>
                    <a:pt x="575290" y="272864"/>
                  </a:lnTo>
                  <a:lnTo>
                    <a:pt x="575281" y="272535"/>
                  </a:lnTo>
                  <a:lnTo>
                    <a:pt x="575327" y="272385"/>
                  </a:lnTo>
                  <a:lnTo>
                    <a:pt x="575822" y="272053"/>
                  </a:lnTo>
                  <a:lnTo>
                    <a:pt x="576296" y="271713"/>
                  </a:lnTo>
                  <a:lnTo>
                    <a:pt x="576500" y="271499"/>
                  </a:lnTo>
                  <a:lnTo>
                    <a:pt x="576891" y="271155"/>
                  </a:lnTo>
                  <a:lnTo>
                    <a:pt x="577369" y="270601"/>
                  </a:lnTo>
                  <a:lnTo>
                    <a:pt x="577602" y="270346"/>
                  </a:lnTo>
                  <a:lnTo>
                    <a:pt x="577988" y="269856"/>
                  </a:lnTo>
                  <a:lnTo>
                    <a:pt x="578333" y="269446"/>
                  </a:lnTo>
                  <a:lnTo>
                    <a:pt x="578270" y="269129"/>
                  </a:lnTo>
                  <a:lnTo>
                    <a:pt x="578089" y="268808"/>
                  </a:lnTo>
                  <a:lnTo>
                    <a:pt x="578150" y="268201"/>
                  </a:lnTo>
                  <a:lnTo>
                    <a:pt x="578181" y="267727"/>
                  </a:lnTo>
                  <a:lnTo>
                    <a:pt x="578124" y="267443"/>
                  </a:lnTo>
                  <a:lnTo>
                    <a:pt x="578061" y="267286"/>
                  </a:lnTo>
                  <a:lnTo>
                    <a:pt x="577683" y="266823"/>
                  </a:lnTo>
                  <a:lnTo>
                    <a:pt x="577517" y="266555"/>
                  </a:lnTo>
                  <a:lnTo>
                    <a:pt x="577365" y="266260"/>
                  </a:lnTo>
                  <a:lnTo>
                    <a:pt x="576767" y="266208"/>
                  </a:lnTo>
                  <a:lnTo>
                    <a:pt x="576471" y="265983"/>
                  </a:lnTo>
                  <a:lnTo>
                    <a:pt x="576063" y="265723"/>
                  </a:lnTo>
                  <a:lnTo>
                    <a:pt x="575698" y="265348"/>
                  </a:lnTo>
                  <a:lnTo>
                    <a:pt x="575299" y="264989"/>
                  </a:lnTo>
                  <a:lnTo>
                    <a:pt x="575184" y="264574"/>
                  </a:lnTo>
                  <a:lnTo>
                    <a:pt x="575592" y="264305"/>
                  </a:lnTo>
                  <a:lnTo>
                    <a:pt x="575782" y="264180"/>
                  </a:lnTo>
                  <a:lnTo>
                    <a:pt x="575972" y="264105"/>
                  </a:lnTo>
                  <a:lnTo>
                    <a:pt x="576211" y="264061"/>
                  </a:lnTo>
                  <a:lnTo>
                    <a:pt x="576183" y="263887"/>
                  </a:lnTo>
                  <a:lnTo>
                    <a:pt x="576141" y="263711"/>
                  </a:lnTo>
                  <a:lnTo>
                    <a:pt x="576047" y="263250"/>
                  </a:lnTo>
                  <a:lnTo>
                    <a:pt x="575963" y="262699"/>
                  </a:lnTo>
                  <a:lnTo>
                    <a:pt x="575831" y="262310"/>
                  </a:lnTo>
                  <a:lnTo>
                    <a:pt x="575576" y="261848"/>
                  </a:lnTo>
                  <a:lnTo>
                    <a:pt x="575341" y="261707"/>
                  </a:lnTo>
                  <a:lnTo>
                    <a:pt x="574959" y="261461"/>
                  </a:lnTo>
                  <a:lnTo>
                    <a:pt x="574725" y="261257"/>
                  </a:lnTo>
                  <a:lnTo>
                    <a:pt x="574216" y="260947"/>
                  </a:lnTo>
                  <a:lnTo>
                    <a:pt x="573787" y="260469"/>
                  </a:lnTo>
                  <a:lnTo>
                    <a:pt x="573524" y="260132"/>
                  </a:lnTo>
                  <a:lnTo>
                    <a:pt x="573339" y="259588"/>
                  </a:lnTo>
                  <a:lnTo>
                    <a:pt x="573086" y="259030"/>
                  </a:lnTo>
                  <a:lnTo>
                    <a:pt x="572744" y="258589"/>
                  </a:lnTo>
                  <a:lnTo>
                    <a:pt x="572427" y="258188"/>
                  </a:lnTo>
                  <a:lnTo>
                    <a:pt x="572104" y="257778"/>
                  </a:lnTo>
                  <a:lnTo>
                    <a:pt x="571759" y="257379"/>
                  </a:lnTo>
                  <a:lnTo>
                    <a:pt x="571677" y="257588"/>
                  </a:lnTo>
                  <a:lnTo>
                    <a:pt x="571447" y="258173"/>
                  </a:lnTo>
                  <a:lnTo>
                    <a:pt x="571137" y="258445"/>
                  </a:lnTo>
                  <a:lnTo>
                    <a:pt x="570243" y="258550"/>
                  </a:lnTo>
                  <a:lnTo>
                    <a:pt x="570121" y="258768"/>
                  </a:lnTo>
                  <a:lnTo>
                    <a:pt x="569945" y="259190"/>
                  </a:lnTo>
                  <a:lnTo>
                    <a:pt x="570076" y="260175"/>
                  </a:lnTo>
                  <a:lnTo>
                    <a:pt x="569605" y="260637"/>
                  </a:lnTo>
                  <a:lnTo>
                    <a:pt x="569038" y="260790"/>
                  </a:lnTo>
                  <a:lnTo>
                    <a:pt x="568868" y="261428"/>
                  </a:lnTo>
                  <a:lnTo>
                    <a:pt x="568922" y="261684"/>
                  </a:lnTo>
                  <a:lnTo>
                    <a:pt x="568906" y="261944"/>
                  </a:lnTo>
                  <a:lnTo>
                    <a:pt x="568763" y="262234"/>
                  </a:lnTo>
                  <a:lnTo>
                    <a:pt x="568643" y="262415"/>
                  </a:lnTo>
                  <a:lnTo>
                    <a:pt x="568650" y="262596"/>
                  </a:lnTo>
                  <a:lnTo>
                    <a:pt x="568538" y="263325"/>
                  </a:lnTo>
                  <a:lnTo>
                    <a:pt x="568585" y="263639"/>
                  </a:lnTo>
                  <a:lnTo>
                    <a:pt x="568660" y="263958"/>
                  </a:lnTo>
                  <a:lnTo>
                    <a:pt x="568690" y="264326"/>
                  </a:lnTo>
                  <a:lnTo>
                    <a:pt x="568592" y="264567"/>
                  </a:lnTo>
                  <a:lnTo>
                    <a:pt x="568669" y="264853"/>
                  </a:lnTo>
                  <a:lnTo>
                    <a:pt x="568704" y="265116"/>
                  </a:lnTo>
                  <a:lnTo>
                    <a:pt x="568690" y="265439"/>
                  </a:lnTo>
                  <a:lnTo>
                    <a:pt x="568512" y="265690"/>
                  </a:lnTo>
                  <a:lnTo>
                    <a:pt x="568355" y="265885"/>
                  </a:lnTo>
                  <a:lnTo>
                    <a:pt x="568128" y="266201"/>
                  </a:lnTo>
                  <a:lnTo>
                    <a:pt x="567954" y="266393"/>
                  </a:lnTo>
                  <a:lnTo>
                    <a:pt x="567813" y="266663"/>
                  </a:lnTo>
                  <a:lnTo>
                    <a:pt x="567649" y="266963"/>
                  </a:lnTo>
                  <a:lnTo>
                    <a:pt x="567628" y="267104"/>
                  </a:lnTo>
                  <a:lnTo>
                    <a:pt x="567513" y="267390"/>
                  </a:lnTo>
                  <a:lnTo>
                    <a:pt x="567384" y="267603"/>
                  </a:lnTo>
                  <a:lnTo>
                    <a:pt x="567223" y="267817"/>
                  </a:lnTo>
                  <a:lnTo>
                    <a:pt x="567087" y="268077"/>
                  </a:lnTo>
                  <a:lnTo>
                    <a:pt x="566944" y="268328"/>
                  </a:lnTo>
                  <a:lnTo>
                    <a:pt x="566906" y="268559"/>
                  </a:lnTo>
                  <a:lnTo>
                    <a:pt x="566862" y="268907"/>
                  </a:lnTo>
                  <a:lnTo>
                    <a:pt x="566770" y="269420"/>
                  </a:lnTo>
                  <a:lnTo>
                    <a:pt x="566639" y="269706"/>
                  </a:lnTo>
                  <a:lnTo>
                    <a:pt x="566618" y="269995"/>
                  </a:lnTo>
                  <a:lnTo>
                    <a:pt x="566641" y="270379"/>
                  </a:lnTo>
                  <a:lnTo>
                    <a:pt x="566449" y="270953"/>
                  </a:lnTo>
                  <a:lnTo>
                    <a:pt x="566229" y="271045"/>
                  </a:lnTo>
                  <a:lnTo>
                    <a:pt x="565966" y="271160"/>
                  </a:lnTo>
                  <a:lnTo>
                    <a:pt x="565734" y="271279"/>
                  </a:lnTo>
                  <a:lnTo>
                    <a:pt x="565420" y="271509"/>
                  </a:lnTo>
                  <a:lnTo>
                    <a:pt x="565225" y="271657"/>
                  </a:lnTo>
                  <a:lnTo>
                    <a:pt x="565017" y="271833"/>
                  </a:lnTo>
                  <a:lnTo>
                    <a:pt x="564958" y="271992"/>
                  </a:lnTo>
                  <a:lnTo>
                    <a:pt x="564916" y="272126"/>
                  </a:lnTo>
                  <a:lnTo>
                    <a:pt x="564960" y="272362"/>
                  </a:lnTo>
                  <a:lnTo>
                    <a:pt x="565066" y="272644"/>
                  </a:lnTo>
                  <a:lnTo>
                    <a:pt x="565225" y="273054"/>
                  </a:lnTo>
                  <a:lnTo>
                    <a:pt x="565342" y="273364"/>
                  </a:lnTo>
                  <a:lnTo>
                    <a:pt x="565324" y="273537"/>
                  </a:lnTo>
                  <a:lnTo>
                    <a:pt x="565366" y="273722"/>
                  </a:lnTo>
                  <a:lnTo>
                    <a:pt x="565603" y="274090"/>
                  </a:lnTo>
                  <a:lnTo>
                    <a:pt x="565760" y="274545"/>
                  </a:lnTo>
                  <a:lnTo>
                    <a:pt x="565624" y="274719"/>
                  </a:lnTo>
                  <a:lnTo>
                    <a:pt x="565624" y="275131"/>
                  </a:lnTo>
                  <a:lnTo>
                    <a:pt x="565619" y="275459"/>
                  </a:lnTo>
                  <a:lnTo>
                    <a:pt x="565591" y="275984"/>
                  </a:lnTo>
                  <a:lnTo>
                    <a:pt x="565483" y="276275"/>
                  </a:lnTo>
                  <a:lnTo>
                    <a:pt x="565310" y="276836"/>
                  </a:lnTo>
                  <a:lnTo>
                    <a:pt x="565299" y="277179"/>
                  </a:lnTo>
                  <a:lnTo>
                    <a:pt x="565280" y="277774"/>
                  </a:lnTo>
                  <a:lnTo>
                    <a:pt x="565272" y="278099"/>
                  </a:lnTo>
                  <a:lnTo>
                    <a:pt x="565261" y="278358"/>
                  </a:lnTo>
                  <a:lnTo>
                    <a:pt x="565065" y="278402"/>
                  </a:lnTo>
                  <a:lnTo>
                    <a:pt x="564195" y="278597"/>
                  </a:lnTo>
                  <a:lnTo>
                    <a:pt x="563470" y="278760"/>
                  </a:lnTo>
                  <a:lnTo>
                    <a:pt x="562765" y="278681"/>
                  </a:lnTo>
                  <a:lnTo>
                    <a:pt x="562280" y="278632"/>
                  </a:lnTo>
                  <a:lnTo>
                    <a:pt x="561769" y="278577"/>
                  </a:lnTo>
                  <a:lnTo>
                    <a:pt x="560696" y="278465"/>
                  </a:lnTo>
                  <a:lnTo>
                    <a:pt x="559857" y="278376"/>
                  </a:lnTo>
                  <a:lnTo>
                    <a:pt x="559281" y="278434"/>
                  </a:lnTo>
                  <a:lnTo>
                    <a:pt x="558584" y="280029"/>
                  </a:lnTo>
                  <a:lnTo>
                    <a:pt x="558421" y="280403"/>
                  </a:lnTo>
                  <a:lnTo>
                    <a:pt x="557523" y="281851"/>
                  </a:lnTo>
                  <a:lnTo>
                    <a:pt x="557381" y="282087"/>
                  </a:lnTo>
                  <a:lnTo>
                    <a:pt x="557273" y="282314"/>
                  </a:lnTo>
                  <a:lnTo>
                    <a:pt x="557170" y="282581"/>
                  </a:lnTo>
                  <a:lnTo>
                    <a:pt x="557118" y="282809"/>
                  </a:lnTo>
                  <a:lnTo>
                    <a:pt x="557055" y="282975"/>
                  </a:lnTo>
                  <a:lnTo>
                    <a:pt x="556877" y="283156"/>
                  </a:lnTo>
                  <a:lnTo>
                    <a:pt x="556671" y="283278"/>
                  </a:lnTo>
                  <a:lnTo>
                    <a:pt x="556378" y="283432"/>
                  </a:lnTo>
                  <a:lnTo>
                    <a:pt x="556070" y="283643"/>
                  </a:lnTo>
                  <a:lnTo>
                    <a:pt x="555641" y="283950"/>
                  </a:lnTo>
                  <a:lnTo>
                    <a:pt x="555505" y="284098"/>
                  </a:lnTo>
                  <a:lnTo>
                    <a:pt x="555156" y="284305"/>
                  </a:lnTo>
                  <a:lnTo>
                    <a:pt x="554893" y="284619"/>
                  </a:lnTo>
                  <a:lnTo>
                    <a:pt x="554889" y="284757"/>
                  </a:lnTo>
                  <a:lnTo>
                    <a:pt x="554893" y="285027"/>
                  </a:lnTo>
                  <a:lnTo>
                    <a:pt x="554922" y="285315"/>
                  </a:lnTo>
                  <a:lnTo>
                    <a:pt x="554936" y="285563"/>
                  </a:lnTo>
                  <a:lnTo>
                    <a:pt x="554875" y="285763"/>
                  </a:lnTo>
                  <a:lnTo>
                    <a:pt x="554786" y="285922"/>
                  </a:lnTo>
                  <a:lnTo>
                    <a:pt x="554614" y="286046"/>
                  </a:lnTo>
                  <a:lnTo>
                    <a:pt x="554378" y="286042"/>
                  </a:lnTo>
                  <a:lnTo>
                    <a:pt x="553932" y="286014"/>
                  </a:lnTo>
                  <a:lnTo>
                    <a:pt x="547826" y="291984"/>
                  </a:lnTo>
                  <a:lnTo>
                    <a:pt x="547504" y="292253"/>
                  </a:lnTo>
                  <a:lnTo>
                    <a:pt x="547326" y="292522"/>
                  </a:lnTo>
                  <a:lnTo>
                    <a:pt x="547194" y="292744"/>
                  </a:lnTo>
                  <a:lnTo>
                    <a:pt x="547054" y="292986"/>
                  </a:lnTo>
                  <a:lnTo>
                    <a:pt x="546883" y="293242"/>
                  </a:lnTo>
                  <a:lnTo>
                    <a:pt x="546672" y="293741"/>
                  </a:lnTo>
                  <a:lnTo>
                    <a:pt x="546580" y="293933"/>
                  </a:lnTo>
                  <a:lnTo>
                    <a:pt x="546383" y="294090"/>
                  </a:lnTo>
                  <a:lnTo>
                    <a:pt x="546198" y="294233"/>
                  </a:lnTo>
                  <a:lnTo>
                    <a:pt x="545971" y="294507"/>
                  </a:lnTo>
                  <a:lnTo>
                    <a:pt x="545874" y="294679"/>
                  </a:lnTo>
                  <a:lnTo>
                    <a:pt x="545851" y="294862"/>
                  </a:lnTo>
                  <a:lnTo>
                    <a:pt x="546001" y="295401"/>
                  </a:lnTo>
                  <a:lnTo>
                    <a:pt x="546168" y="296013"/>
                  </a:lnTo>
                  <a:lnTo>
                    <a:pt x="546247" y="296376"/>
                  </a:lnTo>
                  <a:lnTo>
                    <a:pt x="546371" y="296704"/>
                  </a:lnTo>
                  <a:lnTo>
                    <a:pt x="546179" y="297152"/>
                  </a:lnTo>
                  <a:lnTo>
                    <a:pt x="545872" y="297476"/>
                  </a:lnTo>
                  <a:lnTo>
                    <a:pt x="545649" y="297764"/>
                  </a:lnTo>
                  <a:lnTo>
                    <a:pt x="545490" y="297935"/>
                  </a:lnTo>
                  <a:lnTo>
                    <a:pt x="545256" y="298083"/>
                  </a:lnTo>
                  <a:lnTo>
                    <a:pt x="545108" y="298167"/>
                  </a:lnTo>
                  <a:lnTo>
                    <a:pt x="544793" y="298431"/>
                  </a:lnTo>
                  <a:lnTo>
                    <a:pt x="544735" y="298608"/>
                  </a:lnTo>
                  <a:lnTo>
                    <a:pt x="544599" y="298643"/>
                  </a:lnTo>
                  <a:lnTo>
                    <a:pt x="544426" y="298727"/>
                  </a:lnTo>
                  <a:lnTo>
                    <a:pt x="544243" y="298793"/>
                  </a:lnTo>
                  <a:lnTo>
                    <a:pt x="543961" y="298908"/>
                  </a:lnTo>
                  <a:lnTo>
                    <a:pt x="543701" y="299006"/>
                  </a:lnTo>
                  <a:lnTo>
                    <a:pt x="543476" y="299119"/>
                  </a:lnTo>
                  <a:lnTo>
                    <a:pt x="543328" y="299164"/>
                  </a:lnTo>
                  <a:lnTo>
                    <a:pt x="543192" y="299328"/>
                  </a:lnTo>
                  <a:lnTo>
                    <a:pt x="543042" y="299564"/>
                  </a:lnTo>
                  <a:lnTo>
                    <a:pt x="542768" y="299986"/>
                  </a:lnTo>
                  <a:lnTo>
                    <a:pt x="542656" y="300195"/>
                  </a:lnTo>
                  <a:lnTo>
                    <a:pt x="542564" y="300399"/>
                  </a:lnTo>
                  <a:lnTo>
                    <a:pt x="542459" y="300584"/>
                  </a:lnTo>
                  <a:lnTo>
                    <a:pt x="542409" y="300741"/>
                  </a:lnTo>
                  <a:lnTo>
                    <a:pt x="542348" y="300997"/>
                  </a:lnTo>
                  <a:lnTo>
                    <a:pt x="542323" y="301304"/>
                  </a:lnTo>
                  <a:lnTo>
                    <a:pt x="542372" y="301454"/>
                  </a:lnTo>
                  <a:lnTo>
                    <a:pt x="542374" y="301679"/>
                  </a:lnTo>
                  <a:lnTo>
                    <a:pt x="542285" y="302193"/>
                  </a:lnTo>
                  <a:lnTo>
                    <a:pt x="542121" y="302221"/>
                  </a:lnTo>
                  <a:lnTo>
                    <a:pt x="541514" y="301646"/>
                  </a:lnTo>
                  <a:lnTo>
                    <a:pt x="541326" y="301501"/>
                  </a:lnTo>
                  <a:lnTo>
                    <a:pt x="541104" y="301344"/>
                  </a:lnTo>
                  <a:lnTo>
                    <a:pt x="540703" y="301121"/>
                  </a:lnTo>
                  <a:lnTo>
                    <a:pt x="540522" y="300997"/>
                  </a:lnTo>
                  <a:lnTo>
                    <a:pt x="540384" y="300833"/>
                  </a:lnTo>
                  <a:lnTo>
                    <a:pt x="540168" y="300636"/>
                  </a:lnTo>
                  <a:lnTo>
                    <a:pt x="540006" y="300495"/>
                  </a:lnTo>
                  <a:lnTo>
                    <a:pt x="539788" y="300310"/>
                  </a:lnTo>
                  <a:lnTo>
                    <a:pt x="539620" y="300127"/>
                  </a:lnTo>
                  <a:lnTo>
                    <a:pt x="539474" y="299993"/>
                  </a:lnTo>
                  <a:lnTo>
                    <a:pt x="539343" y="299848"/>
                  </a:lnTo>
                  <a:lnTo>
                    <a:pt x="539298" y="299553"/>
                  </a:lnTo>
                  <a:lnTo>
                    <a:pt x="539123" y="299147"/>
                  </a:lnTo>
                  <a:lnTo>
                    <a:pt x="539151" y="298896"/>
                  </a:lnTo>
                  <a:lnTo>
                    <a:pt x="539202" y="298744"/>
                  </a:lnTo>
                  <a:lnTo>
                    <a:pt x="539064" y="298390"/>
                  </a:lnTo>
                  <a:lnTo>
                    <a:pt x="539498" y="297734"/>
                  </a:lnTo>
                  <a:lnTo>
                    <a:pt x="539568" y="297605"/>
                  </a:lnTo>
                  <a:lnTo>
                    <a:pt x="539587" y="297453"/>
                  </a:lnTo>
                  <a:lnTo>
                    <a:pt x="539830" y="297047"/>
                  </a:lnTo>
                  <a:lnTo>
                    <a:pt x="540046" y="296930"/>
                  </a:lnTo>
                  <a:lnTo>
                    <a:pt x="540245" y="296813"/>
                  </a:lnTo>
                  <a:lnTo>
                    <a:pt x="540520" y="296672"/>
                  </a:lnTo>
                  <a:lnTo>
                    <a:pt x="540792" y="296463"/>
                  </a:lnTo>
                  <a:lnTo>
                    <a:pt x="540778" y="296235"/>
                  </a:lnTo>
                  <a:lnTo>
                    <a:pt x="540735" y="295978"/>
                  </a:lnTo>
                  <a:lnTo>
                    <a:pt x="540660" y="295777"/>
                  </a:lnTo>
                  <a:lnTo>
                    <a:pt x="540602" y="295584"/>
                  </a:lnTo>
                  <a:lnTo>
                    <a:pt x="540747" y="295171"/>
                  </a:lnTo>
                  <a:lnTo>
                    <a:pt x="541090" y="294840"/>
                  </a:lnTo>
                  <a:lnTo>
                    <a:pt x="541258" y="294735"/>
                  </a:lnTo>
                  <a:lnTo>
                    <a:pt x="541446" y="294641"/>
                  </a:lnTo>
                  <a:lnTo>
                    <a:pt x="541636" y="294557"/>
                  </a:lnTo>
                  <a:lnTo>
                    <a:pt x="541826" y="294547"/>
                  </a:lnTo>
                  <a:lnTo>
                    <a:pt x="542072" y="294498"/>
                  </a:lnTo>
                  <a:lnTo>
                    <a:pt x="542487" y="294498"/>
                  </a:lnTo>
                  <a:lnTo>
                    <a:pt x="542721" y="294357"/>
                  </a:lnTo>
                  <a:lnTo>
                    <a:pt x="542860" y="294175"/>
                  </a:lnTo>
                  <a:lnTo>
                    <a:pt x="542993" y="293994"/>
                  </a:lnTo>
                  <a:lnTo>
                    <a:pt x="543073" y="293851"/>
                  </a:lnTo>
                  <a:lnTo>
                    <a:pt x="543127" y="293700"/>
                  </a:lnTo>
                  <a:lnTo>
                    <a:pt x="543235" y="293436"/>
                  </a:lnTo>
                  <a:lnTo>
                    <a:pt x="543385" y="293218"/>
                  </a:lnTo>
                  <a:lnTo>
                    <a:pt x="543638" y="293105"/>
                  </a:lnTo>
                  <a:lnTo>
                    <a:pt x="543767" y="293063"/>
                  </a:lnTo>
                  <a:lnTo>
                    <a:pt x="543940" y="292829"/>
                  </a:lnTo>
                  <a:lnTo>
                    <a:pt x="544264" y="292386"/>
                  </a:lnTo>
                  <a:lnTo>
                    <a:pt x="544675" y="291081"/>
                  </a:lnTo>
                  <a:lnTo>
                    <a:pt x="544585" y="290906"/>
                  </a:lnTo>
                  <a:lnTo>
                    <a:pt x="544466" y="290676"/>
                  </a:lnTo>
                  <a:lnTo>
                    <a:pt x="543774" y="286480"/>
                  </a:lnTo>
                  <a:lnTo>
                    <a:pt x="543722" y="286185"/>
                  </a:lnTo>
                  <a:lnTo>
                    <a:pt x="543692" y="285960"/>
                  </a:lnTo>
                  <a:lnTo>
                    <a:pt x="543629" y="285774"/>
                  </a:lnTo>
                  <a:lnTo>
                    <a:pt x="543631" y="285456"/>
                  </a:lnTo>
                  <a:lnTo>
                    <a:pt x="543667" y="285149"/>
                  </a:lnTo>
                  <a:lnTo>
                    <a:pt x="543727" y="284919"/>
                  </a:lnTo>
                  <a:lnTo>
                    <a:pt x="543928" y="284554"/>
                  </a:lnTo>
                  <a:lnTo>
                    <a:pt x="543699" y="284373"/>
                  </a:lnTo>
                  <a:lnTo>
                    <a:pt x="543422" y="284178"/>
                  </a:lnTo>
                  <a:lnTo>
                    <a:pt x="543132" y="284009"/>
                  </a:lnTo>
                  <a:lnTo>
                    <a:pt x="542953" y="283864"/>
                  </a:lnTo>
                  <a:lnTo>
                    <a:pt x="542897" y="283728"/>
                  </a:lnTo>
                  <a:lnTo>
                    <a:pt x="542775" y="283580"/>
                  </a:lnTo>
                  <a:lnTo>
                    <a:pt x="542747" y="283423"/>
                  </a:lnTo>
                  <a:lnTo>
                    <a:pt x="542707" y="283135"/>
                  </a:lnTo>
                  <a:lnTo>
                    <a:pt x="542625" y="282699"/>
                  </a:lnTo>
                  <a:lnTo>
                    <a:pt x="542564" y="282438"/>
                  </a:lnTo>
                  <a:lnTo>
                    <a:pt x="542477" y="282131"/>
                  </a:lnTo>
                  <a:lnTo>
                    <a:pt x="542459" y="281909"/>
                  </a:lnTo>
                  <a:lnTo>
                    <a:pt x="542480" y="281547"/>
                  </a:lnTo>
                  <a:lnTo>
                    <a:pt x="542515" y="281130"/>
                  </a:lnTo>
                  <a:lnTo>
                    <a:pt x="542414" y="280767"/>
                  </a:lnTo>
                  <a:lnTo>
                    <a:pt x="542229" y="280647"/>
                  </a:lnTo>
                  <a:lnTo>
                    <a:pt x="540435" y="280153"/>
                  </a:lnTo>
                  <a:lnTo>
                    <a:pt x="540278" y="279986"/>
                  </a:lnTo>
                  <a:lnTo>
                    <a:pt x="540128" y="279761"/>
                  </a:lnTo>
                  <a:lnTo>
                    <a:pt x="540032" y="279522"/>
                  </a:lnTo>
                  <a:lnTo>
                    <a:pt x="540037" y="279255"/>
                  </a:lnTo>
                  <a:lnTo>
                    <a:pt x="540119" y="278990"/>
                  </a:lnTo>
                  <a:lnTo>
                    <a:pt x="540124" y="278725"/>
                  </a:lnTo>
                  <a:lnTo>
                    <a:pt x="540166" y="278441"/>
                  </a:lnTo>
                  <a:lnTo>
                    <a:pt x="540253" y="278132"/>
                  </a:lnTo>
                  <a:lnTo>
                    <a:pt x="540234" y="277935"/>
                  </a:lnTo>
                  <a:lnTo>
                    <a:pt x="540006" y="277806"/>
                  </a:lnTo>
                  <a:lnTo>
                    <a:pt x="539877" y="277684"/>
                  </a:lnTo>
                  <a:lnTo>
                    <a:pt x="539873" y="277433"/>
                  </a:lnTo>
                  <a:lnTo>
                    <a:pt x="539838" y="277208"/>
                  </a:lnTo>
                  <a:lnTo>
                    <a:pt x="539760" y="276997"/>
                  </a:lnTo>
                  <a:lnTo>
                    <a:pt x="539648" y="276812"/>
                  </a:lnTo>
                  <a:lnTo>
                    <a:pt x="539369" y="276575"/>
                  </a:lnTo>
                  <a:lnTo>
                    <a:pt x="539153" y="276460"/>
                  </a:lnTo>
                  <a:lnTo>
                    <a:pt x="538929" y="276298"/>
                  </a:lnTo>
                  <a:lnTo>
                    <a:pt x="539240" y="275340"/>
                  </a:lnTo>
                  <a:lnTo>
                    <a:pt x="539064" y="275232"/>
                  </a:lnTo>
                  <a:lnTo>
                    <a:pt x="538623" y="274991"/>
                  </a:lnTo>
                  <a:lnTo>
                    <a:pt x="538515" y="274587"/>
                  </a:lnTo>
                  <a:lnTo>
                    <a:pt x="538504" y="274374"/>
                  </a:lnTo>
                  <a:lnTo>
                    <a:pt x="538471" y="274198"/>
                  </a:lnTo>
                  <a:lnTo>
                    <a:pt x="538515" y="273830"/>
                  </a:lnTo>
                  <a:lnTo>
                    <a:pt x="538548" y="273664"/>
                  </a:lnTo>
                  <a:lnTo>
                    <a:pt x="538464" y="273448"/>
                  </a:lnTo>
                  <a:lnTo>
                    <a:pt x="538375" y="273190"/>
                  </a:lnTo>
                  <a:lnTo>
                    <a:pt x="537988" y="272498"/>
                  </a:lnTo>
                  <a:lnTo>
                    <a:pt x="538004" y="272369"/>
                  </a:lnTo>
                  <a:lnTo>
                    <a:pt x="538056" y="272083"/>
                  </a:lnTo>
                  <a:lnTo>
                    <a:pt x="538103" y="271296"/>
                  </a:lnTo>
                  <a:lnTo>
                    <a:pt x="538070" y="270944"/>
                  </a:lnTo>
                  <a:lnTo>
                    <a:pt x="537969" y="270773"/>
                  </a:lnTo>
                  <a:lnTo>
                    <a:pt x="537758" y="270499"/>
                  </a:lnTo>
                  <a:lnTo>
                    <a:pt x="536640" y="269671"/>
                  </a:lnTo>
                  <a:lnTo>
                    <a:pt x="536593" y="269514"/>
                  </a:lnTo>
                  <a:lnTo>
                    <a:pt x="537249" y="269010"/>
                  </a:lnTo>
                  <a:lnTo>
                    <a:pt x="537390" y="268942"/>
                  </a:lnTo>
                  <a:lnTo>
                    <a:pt x="537622" y="268785"/>
                  </a:lnTo>
                  <a:lnTo>
                    <a:pt x="537824" y="268548"/>
                  </a:lnTo>
                  <a:lnTo>
                    <a:pt x="538142" y="268238"/>
                  </a:lnTo>
                  <a:lnTo>
                    <a:pt x="538217" y="268105"/>
                  </a:lnTo>
                  <a:lnTo>
                    <a:pt x="538506" y="267756"/>
                  </a:lnTo>
                  <a:lnTo>
                    <a:pt x="538686" y="267641"/>
                  </a:lnTo>
                  <a:lnTo>
                    <a:pt x="538996" y="267683"/>
                  </a:lnTo>
                  <a:lnTo>
                    <a:pt x="539415" y="267718"/>
                  </a:lnTo>
                  <a:lnTo>
                    <a:pt x="539922" y="267756"/>
                  </a:lnTo>
                  <a:lnTo>
                    <a:pt x="540264" y="267800"/>
                  </a:lnTo>
                  <a:lnTo>
                    <a:pt x="540428" y="267805"/>
                  </a:lnTo>
                  <a:lnTo>
                    <a:pt x="541962" y="266203"/>
                  </a:lnTo>
                  <a:lnTo>
                    <a:pt x="543719" y="264516"/>
                  </a:lnTo>
                  <a:lnTo>
                    <a:pt x="543713" y="264145"/>
                  </a:lnTo>
                  <a:lnTo>
                    <a:pt x="543953" y="263334"/>
                  </a:lnTo>
                  <a:lnTo>
                    <a:pt x="544195" y="262890"/>
                  </a:lnTo>
                  <a:lnTo>
                    <a:pt x="544358" y="262172"/>
                  </a:lnTo>
                  <a:lnTo>
                    <a:pt x="543968" y="261153"/>
                  </a:lnTo>
                  <a:lnTo>
                    <a:pt x="543881" y="260925"/>
                  </a:lnTo>
                  <a:lnTo>
                    <a:pt x="543282" y="260307"/>
                  </a:lnTo>
                  <a:lnTo>
                    <a:pt x="543143" y="260315"/>
                  </a:lnTo>
                  <a:lnTo>
                    <a:pt x="542918" y="259904"/>
                  </a:lnTo>
                  <a:lnTo>
                    <a:pt x="543265" y="259271"/>
                  </a:lnTo>
                  <a:lnTo>
                    <a:pt x="543400" y="259025"/>
                  </a:lnTo>
                  <a:lnTo>
                    <a:pt x="543272" y="258302"/>
                  </a:lnTo>
                  <a:lnTo>
                    <a:pt x="543164" y="257688"/>
                  </a:lnTo>
                  <a:lnTo>
                    <a:pt x="543016" y="257407"/>
                  </a:lnTo>
                  <a:lnTo>
                    <a:pt x="542927" y="257238"/>
                  </a:lnTo>
                  <a:lnTo>
                    <a:pt x="542630" y="256673"/>
                  </a:lnTo>
                  <a:lnTo>
                    <a:pt x="542310" y="256066"/>
                  </a:lnTo>
                  <a:lnTo>
                    <a:pt x="541943" y="255370"/>
                  </a:lnTo>
                  <a:lnTo>
                    <a:pt x="541785" y="254523"/>
                  </a:lnTo>
                  <a:lnTo>
                    <a:pt x="541583" y="253460"/>
                  </a:lnTo>
                  <a:lnTo>
                    <a:pt x="543176" y="252880"/>
                  </a:lnTo>
                  <a:lnTo>
                    <a:pt x="543352" y="252753"/>
                  </a:lnTo>
                  <a:lnTo>
                    <a:pt x="543626" y="252524"/>
                  </a:lnTo>
                  <a:lnTo>
                    <a:pt x="543907" y="252301"/>
                  </a:lnTo>
                  <a:lnTo>
                    <a:pt x="544147" y="252036"/>
                  </a:lnTo>
                  <a:lnTo>
                    <a:pt x="544393" y="251846"/>
                  </a:lnTo>
                  <a:lnTo>
                    <a:pt x="544554" y="251703"/>
                  </a:lnTo>
                  <a:lnTo>
                    <a:pt x="544517" y="251457"/>
                  </a:lnTo>
                  <a:lnTo>
                    <a:pt x="544503" y="251194"/>
                  </a:lnTo>
                  <a:lnTo>
                    <a:pt x="544545" y="251018"/>
                  </a:lnTo>
                  <a:lnTo>
                    <a:pt x="544641" y="250775"/>
                  </a:lnTo>
                  <a:lnTo>
                    <a:pt x="544707" y="250585"/>
                  </a:lnTo>
                  <a:lnTo>
                    <a:pt x="544810" y="250390"/>
                  </a:lnTo>
                  <a:lnTo>
                    <a:pt x="545028" y="250233"/>
                  </a:lnTo>
                  <a:lnTo>
                    <a:pt x="545267" y="249994"/>
                  </a:lnTo>
                  <a:lnTo>
                    <a:pt x="545572" y="249837"/>
                  </a:lnTo>
                  <a:lnTo>
                    <a:pt x="545839" y="249527"/>
                  </a:lnTo>
                  <a:lnTo>
                    <a:pt x="546125" y="249291"/>
                  </a:lnTo>
                  <a:lnTo>
                    <a:pt x="546411" y="249049"/>
                  </a:lnTo>
                  <a:lnTo>
                    <a:pt x="546550" y="248885"/>
                  </a:lnTo>
                  <a:lnTo>
                    <a:pt x="546728" y="248700"/>
                  </a:lnTo>
                  <a:lnTo>
                    <a:pt x="546962" y="248648"/>
                  </a:lnTo>
                  <a:lnTo>
                    <a:pt x="547234" y="248816"/>
                  </a:lnTo>
                  <a:lnTo>
                    <a:pt x="547473" y="249009"/>
                  </a:lnTo>
                  <a:lnTo>
                    <a:pt x="547834" y="249312"/>
                  </a:lnTo>
                  <a:lnTo>
                    <a:pt x="548062" y="249579"/>
                  </a:lnTo>
                  <a:lnTo>
                    <a:pt x="548263" y="249577"/>
                  </a:lnTo>
                  <a:lnTo>
                    <a:pt x="548657" y="249434"/>
                  </a:lnTo>
                  <a:lnTo>
                    <a:pt x="548803" y="249499"/>
                  </a:lnTo>
                  <a:lnTo>
                    <a:pt x="549063" y="249607"/>
                  </a:lnTo>
                  <a:lnTo>
                    <a:pt x="549203" y="249792"/>
                  </a:lnTo>
                  <a:lnTo>
                    <a:pt x="549297" y="250041"/>
                  </a:lnTo>
                  <a:lnTo>
                    <a:pt x="549421" y="250259"/>
                  </a:lnTo>
                  <a:lnTo>
                    <a:pt x="549618" y="250385"/>
                  </a:lnTo>
                  <a:lnTo>
                    <a:pt x="549895" y="250517"/>
                  </a:lnTo>
                  <a:lnTo>
                    <a:pt x="550106" y="250622"/>
                  </a:lnTo>
                  <a:lnTo>
                    <a:pt x="550570" y="250592"/>
                  </a:lnTo>
                  <a:lnTo>
                    <a:pt x="550802" y="250536"/>
                  </a:lnTo>
                  <a:lnTo>
                    <a:pt x="550992" y="250489"/>
                  </a:lnTo>
                  <a:lnTo>
                    <a:pt x="552835" y="248573"/>
                  </a:lnTo>
                  <a:lnTo>
                    <a:pt x="552983" y="248381"/>
                  </a:lnTo>
                  <a:lnTo>
                    <a:pt x="553100" y="248247"/>
                  </a:lnTo>
                  <a:lnTo>
                    <a:pt x="553351" y="248060"/>
                  </a:lnTo>
                  <a:lnTo>
                    <a:pt x="553573" y="247989"/>
                  </a:lnTo>
                  <a:lnTo>
                    <a:pt x="553756" y="247896"/>
                  </a:lnTo>
                  <a:lnTo>
                    <a:pt x="553988" y="247722"/>
                  </a:lnTo>
                  <a:lnTo>
                    <a:pt x="554009" y="247560"/>
                  </a:lnTo>
                  <a:lnTo>
                    <a:pt x="554047" y="247382"/>
                  </a:lnTo>
                  <a:lnTo>
                    <a:pt x="554143" y="247084"/>
                  </a:lnTo>
                  <a:lnTo>
                    <a:pt x="554410" y="246698"/>
                  </a:lnTo>
                  <a:lnTo>
                    <a:pt x="554150" y="246257"/>
                  </a:lnTo>
                  <a:lnTo>
                    <a:pt x="554302" y="245837"/>
                  </a:lnTo>
                  <a:lnTo>
                    <a:pt x="554393" y="245584"/>
                  </a:lnTo>
                  <a:lnTo>
                    <a:pt x="554562" y="245118"/>
                  </a:lnTo>
                  <a:lnTo>
                    <a:pt x="555028" y="243845"/>
                  </a:lnTo>
                  <a:lnTo>
                    <a:pt x="555256" y="243326"/>
                  </a:lnTo>
                  <a:lnTo>
                    <a:pt x="554070" y="238841"/>
                  </a:lnTo>
                  <a:lnTo>
                    <a:pt x="553917" y="238698"/>
                  </a:lnTo>
                  <a:lnTo>
                    <a:pt x="553880" y="238551"/>
                  </a:lnTo>
                  <a:lnTo>
                    <a:pt x="553906" y="238328"/>
                  </a:lnTo>
                  <a:lnTo>
                    <a:pt x="554477" y="236839"/>
                  </a:lnTo>
                  <a:lnTo>
                    <a:pt x="554433" y="232689"/>
                  </a:lnTo>
                  <a:lnTo>
                    <a:pt x="554598" y="232698"/>
                  </a:lnTo>
                  <a:lnTo>
                    <a:pt x="554778" y="232838"/>
                  </a:lnTo>
                  <a:lnTo>
                    <a:pt x="555147" y="232779"/>
                  </a:lnTo>
                  <a:lnTo>
                    <a:pt x="555348" y="232902"/>
                  </a:lnTo>
                  <a:lnTo>
                    <a:pt x="555495" y="232886"/>
                  </a:lnTo>
                  <a:lnTo>
                    <a:pt x="555717" y="232790"/>
                  </a:lnTo>
                  <a:lnTo>
                    <a:pt x="556248" y="232211"/>
                  </a:lnTo>
                  <a:lnTo>
                    <a:pt x="557180" y="232318"/>
                  </a:lnTo>
                  <a:lnTo>
                    <a:pt x="557601" y="232386"/>
                  </a:lnTo>
                  <a:lnTo>
                    <a:pt x="559073" y="232533"/>
                  </a:lnTo>
                  <a:lnTo>
                    <a:pt x="559493" y="232089"/>
                  </a:lnTo>
                  <a:lnTo>
                    <a:pt x="560152" y="232733"/>
                  </a:lnTo>
                  <a:lnTo>
                    <a:pt x="560445" y="232709"/>
                  </a:lnTo>
                  <a:lnTo>
                    <a:pt x="560854" y="232555"/>
                  </a:lnTo>
                  <a:lnTo>
                    <a:pt x="561101" y="232662"/>
                  </a:lnTo>
                  <a:lnTo>
                    <a:pt x="561228" y="232498"/>
                  </a:lnTo>
                  <a:lnTo>
                    <a:pt x="562496" y="232498"/>
                  </a:lnTo>
                  <a:lnTo>
                    <a:pt x="562508" y="232756"/>
                  </a:lnTo>
                  <a:lnTo>
                    <a:pt x="563563" y="232615"/>
                  </a:lnTo>
                  <a:lnTo>
                    <a:pt x="563880" y="232428"/>
                  </a:lnTo>
                  <a:lnTo>
                    <a:pt x="564208" y="232053"/>
                  </a:lnTo>
                  <a:lnTo>
                    <a:pt x="564636" y="230508"/>
                  </a:lnTo>
                  <a:lnTo>
                    <a:pt x="564747" y="230107"/>
                  </a:lnTo>
                  <a:lnTo>
                    <a:pt x="564618" y="230036"/>
                  </a:lnTo>
                  <a:lnTo>
                    <a:pt x="564348" y="229403"/>
                  </a:lnTo>
                  <a:lnTo>
                    <a:pt x="564325" y="228442"/>
                  </a:lnTo>
                  <a:lnTo>
                    <a:pt x="564536" y="228184"/>
                  </a:lnTo>
                  <a:lnTo>
                    <a:pt x="564466" y="228044"/>
                  </a:lnTo>
                  <a:lnTo>
                    <a:pt x="564454" y="227762"/>
                  </a:lnTo>
                  <a:lnTo>
                    <a:pt x="564888" y="227493"/>
                  </a:lnTo>
                  <a:lnTo>
                    <a:pt x="565110" y="227446"/>
                  </a:lnTo>
                  <a:lnTo>
                    <a:pt x="565427" y="227141"/>
                  </a:lnTo>
                  <a:lnTo>
                    <a:pt x="566552" y="226672"/>
                  </a:lnTo>
                  <a:lnTo>
                    <a:pt x="566810" y="226578"/>
                  </a:lnTo>
                  <a:lnTo>
                    <a:pt x="567115" y="226672"/>
                  </a:lnTo>
                  <a:lnTo>
                    <a:pt x="567455" y="226895"/>
                  </a:lnTo>
                  <a:lnTo>
                    <a:pt x="568031" y="227018"/>
                  </a:lnTo>
                  <a:lnTo>
                    <a:pt x="568223" y="226981"/>
                  </a:lnTo>
                  <a:lnTo>
                    <a:pt x="568559" y="226915"/>
                  </a:lnTo>
                  <a:lnTo>
                    <a:pt x="568870" y="226854"/>
                  </a:lnTo>
                  <a:lnTo>
                    <a:pt x="569091" y="226572"/>
                  </a:lnTo>
                  <a:lnTo>
                    <a:pt x="569236" y="226386"/>
                  </a:lnTo>
                  <a:lnTo>
                    <a:pt x="570871" y="224296"/>
                  </a:lnTo>
                  <a:lnTo>
                    <a:pt x="570911" y="224502"/>
                  </a:lnTo>
                  <a:lnTo>
                    <a:pt x="571054" y="224877"/>
                  </a:lnTo>
                  <a:lnTo>
                    <a:pt x="571393" y="225064"/>
                  </a:lnTo>
                  <a:lnTo>
                    <a:pt x="571636" y="224824"/>
                  </a:lnTo>
                  <a:lnTo>
                    <a:pt x="571765" y="224665"/>
                  </a:lnTo>
                  <a:lnTo>
                    <a:pt x="572124" y="223925"/>
                  </a:lnTo>
                  <a:lnTo>
                    <a:pt x="572073" y="223784"/>
                  </a:lnTo>
                  <a:lnTo>
                    <a:pt x="572120" y="223646"/>
                  </a:lnTo>
                  <a:lnTo>
                    <a:pt x="572042" y="223369"/>
                  </a:lnTo>
                  <a:lnTo>
                    <a:pt x="572114" y="222828"/>
                  </a:lnTo>
                  <a:lnTo>
                    <a:pt x="572340" y="222537"/>
                  </a:lnTo>
                  <a:lnTo>
                    <a:pt x="572368" y="222398"/>
                  </a:lnTo>
                  <a:lnTo>
                    <a:pt x="572158" y="221741"/>
                  </a:lnTo>
                  <a:lnTo>
                    <a:pt x="572547" y="221647"/>
                  </a:lnTo>
                  <a:lnTo>
                    <a:pt x="573378" y="221080"/>
                  </a:lnTo>
                  <a:lnTo>
                    <a:pt x="574060" y="220909"/>
                  </a:lnTo>
                  <a:lnTo>
                    <a:pt x="574676" y="220602"/>
                  </a:lnTo>
                  <a:lnTo>
                    <a:pt x="574821" y="220503"/>
                  </a:lnTo>
                  <a:lnTo>
                    <a:pt x="575290" y="220278"/>
                  </a:lnTo>
                  <a:lnTo>
                    <a:pt x="578094" y="219795"/>
                  </a:lnTo>
                  <a:lnTo>
                    <a:pt x="579072" y="219627"/>
                  </a:lnTo>
                  <a:lnTo>
                    <a:pt x="576774" y="205068"/>
                  </a:lnTo>
                  <a:lnTo>
                    <a:pt x="575604" y="205170"/>
                  </a:lnTo>
                  <a:lnTo>
                    <a:pt x="568709" y="205771"/>
                  </a:lnTo>
                  <a:lnTo>
                    <a:pt x="567912" y="202184"/>
                  </a:lnTo>
                  <a:lnTo>
                    <a:pt x="569366" y="195362"/>
                  </a:lnTo>
                  <a:lnTo>
                    <a:pt x="574359" y="187016"/>
                  </a:lnTo>
                  <a:lnTo>
                    <a:pt x="576586" y="180076"/>
                  </a:lnTo>
                  <a:lnTo>
                    <a:pt x="584558" y="174051"/>
                  </a:lnTo>
                  <a:lnTo>
                    <a:pt x="580980" y="162100"/>
                  </a:lnTo>
                  <a:lnTo>
                    <a:pt x="578575" y="154065"/>
                  </a:lnTo>
                  <a:lnTo>
                    <a:pt x="579883" y="151752"/>
                  </a:lnTo>
                  <a:lnTo>
                    <a:pt x="581851" y="148271"/>
                  </a:lnTo>
                  <a:lnTo>
                    <a:pt x="584730" y="143180"/>
                  </a:lnTo>
                  <a:lnTo>
                    <a:pt x="585043" y="142627"/>
                  </a:lnTo>
                  <a:lnTo>
                    <a:pt x="590655" y="132702"/>
                  </a:lnTo>
                  <a:lnTo>
                    <a:pt x="591867" y="130560"/>
                  </a:lnTo>
                  <a:lnTo>
                    <a:pt x="600215" y="115797"/>
                  </a:lnTo>
                  <a:lnTo>
                    <a:pt x="602089" y="112483"/>
                  </a:lnTo>
                  <a:lnTo>
                    <a:pt x="606406" y="96243"/>
                  </a:lnTo>
                  <a:lnTo>
                    <a:pt x="612346" y="73898"/>
                  </a:lnTo>
                  <a:lnTo>
                    <a:pt x="613936" y="67917"/>
                  </a:lnTo>
                  <a:lnTo>
                    <a:pt x="614749" y="64858"/>
                  </a:lnTo>
                  <a:lnTo>
                    <a:pt x="617147" y="55840"/>
                  </a:lnTo>
                  <a:lnTo>
                    <a:pt x="619547" y="46811"/>
                  </a:lnTo>
                  <a:lnTo>
                    <a:pt x="607857" y="25085"/>
                  </a:lnTo>
                  <a:lnTo>
                    <a:pt x="594360" y="0"/>
                  </a:lnTo>
                  <a:lnTo>
                    <a:pt x="565006" y="14895"/>
                  </a:lnTo>
                  <a:lnTo>
                    <a:pt x="555167" y="19888"/>
                  </a:lnTo>
                  <a:lnTo>
                    <a:pt x="554368" y="20293"/>
                  </a:lnTo>
                  <a:lnTo>
                    <a:pt x="552475" y="21253"/>
                  </a:lnTo>
                  <a:lnTo>
                    <a:pt x="552272" y="21356"/>
                  </a:lnTo>
                  <a:lnTo>
                    <a:pt x="551855" y="21570"/>
                  </a:lnTo>
                  <a:lnTo>
                    <a:pt x="549800" y="22696"/>
                  </a:lnTo>
                  <a:lnTo>
                    <a:pt x="549196" y="23063"/>
                  </a:lnTo>
                  <a:lnTo>
                    <a:pt x="547797" y="23913"/>
                  </a:lnTo>
                  <a:lnTo>
                    <a:pt x="545851" y="25219"/>
                  </a:lnTo>
                  <a:lnTo>
                    <a:pt x="543966" y="26611"/>
                  </a:lnTo>
                  <a:lnTo>
                    <a:pt x="542150" y="28016"/>
                  </a:lnTo>
                  <a:lnTo>
                    <a:pt x="538040" y="31196"/>
                  </a:lnTo>
                  <a:lnTo>
                    <a:pt x="523165" y="42705"/>
                  </a:lnTo>
                  <a:lnTo>
                    <a:pt x="506472" y="55622"/>
                  </a:lnTo>
                  <a:lnTo>
                    <a:pt x="502338" y="58820"/>
                  </a:lnTo>
                  <a:lnTo>
                    <a:pt x="494293" y="65045"/>
                  </a:lnTo>
                  <a:lnTo>
                    <a:pt x="481990" y="74564"/>
                  </a:lnTo>
                  <a:lnTo>
                    <a:pt x="462885" y="89346"/>
                  </a:lnTo>
                  <a:lnTo>
                    <a:pt x="461955" y="90083"/>
                  </a:lnTo>
                  <a:lnTo>
                    <a:pt x="460168" y="91599"/>
                  </a:lnTo>
                  <a:lnTo>
                    <a:pt x="458452" y="93195"/>
                  </a:lnTo>
                  <a:lnTo>
                    <a:pt x="456809" y="94865"/>
                  </a:lnTo>
                  <a:lnTo>
                    <a:pt x="455242" y="96608"/>
                  </a:lnTo>
                  <a:lnTo>
                    <a:pt x="444469" y="109154"/>
                  </a:lnTo>
                  <a:lnTo>
                    <a:pt x="441713" y="112364"/>
                  </a:lnTo>
                  <a:lnTo>
                    <a:pt x="432476" y="123121"/>
                  </a:lnTo>
                  <a:lnTo>
                    <a:pt x="425812" y="130881"/>
                  </a:lnTo>
                  <a:lnTo>
                    <a:pt x="421465" y="135944"/>
                  </a:lnTo>
                  <a:lnTo>
                    <a:pt x="418671" y="139197"/>
                  </a:lnTo>
                  <a:lnTo>
                    <a:pt x="403903" y="156396"/>
                  </a:lnTo>
                  <a:lnTo>
                    <a:pt x="400946" y="159839"/>
                  </a:lnTo>
                  <a:lnTo>
                    <a:pt x="391068" y="171342"/>
                  </a:lnTo>
                  <a:lnTo>
                    <a:pt x="380910" y="183171"/>
                  </a:lnTo>
                  <a:lnTo>
                    <a:pt x="379581" y="184720"/>
                  </a:lnTo>
                  <a:lnTo>
                    <a:pt x="375454" y="189526"/>
                  </a:lnTo>
                  <a:lnTo>
                    <a:pt x="374458" y="190721"/>
                  </a:lnTo>
                  <a:lnTo>
                    <a:pt x="373026" y="192576"/>
                  </a:lnTo>
                  <a:lnTo>
                    <a:pt x="371680" y="194494"/>
                  </a:lnTo>
                  <a:lnTo>
                    <a:pt x="370421" y="196470"/>
                  </a:lnTo>
                  <a:lnTo>
                    <a:pt x="369252" y="198501"/>
                  </a:lnTo>
                  <a:lnTo>
                    <a:pt x="368176" y="200583"/>
                  </a:lnTo>
                  <a:lnTo>
                    <a:pt x="367194" y="202711"/>
                  </a:lnTo>
                  <a:lnTo>
                    <a:pt x="365624" y="206328"/>
                  </a:lnTo>
                  <a:lnTo>
                    <a:pt x="363394" y="211464"/>
                  </a:lnTo>
                  <a:lnTo>
                    <a:pt x="360347" y="218479"/>
                  </a:lnTo>
                  <a:lnTo>
                    <a:pt x="358710" y="222249"/>
                  </a:lnTo>
                  <a:lnTo>
                    <a:pt x="356683" y="225493"/>
                  </a:lnTo>
                  <a:lnTo>
                    <a:pt x="336014" y="258578"/>
                  </a:lnTo>
                  <a:lnTo>
                    <a:pt x="330842" y="266858"/>
                  </a:lnTo>
                  <a:lnTo>
                    <a:pt x="325670" y="275136"/>
                  </a:lnTo>
                  <a:lnTo>
                    <a:pt x="321360" y="282035"/>
                  </a:lnTo>
                  <a:lnTo>
                    <a:pt x="316510" y="289800"/>
                  </a:lnTo>
                  <a:lnTo>
                    <a:pt x="313232" y="295047"/>
                  </a:lnTo>
                  <a:lnTo>
                    <a:pt x="310332" y="297045"/>
                  </a:lnTo>
                  <a:lnTo>
                    <a:pt x="308590" y="298245"/>
                  </a:lnTo>
                  <a:lnTo>
                    <a:pt x="299646" y="304409"/>
                  </a:lnTo>
                  <a:lnTo>
                    <a:pt x="294936" y="307655"/>
                  </a:lnTo>
                  <a:lnTo>
                    <a:pt x="288867" y="311837"/>
                  </a:lnTo>
                  <a:lnTo>
                    <a:pt x="287646" y="312678"/>
                  </a:lnTo>
                  <a:lnTo>
                    <a:pt x="270734" y="324332"/>
                  </a:lnTo>
                  <a:lnTo>
                    <a:pt x="269578" y="325151"/>
                  </a:lnTo>
                  <a:lnTo>
                    <a:pt x="267717" y="326575"/>
                  </a:lnTo>
                  <a:lnTo>
                    <a:pt x="265922" y="328082"/>
                  </a:lnTo>
                  <a:lnTo>
                    <a:pt x="264196" y="329667"/>
                  </a:lnTo>
                  <a:lnTo>
                    <a:pt x="262543" y="331329"/>
                  </a:lnTo>
                  <a:lnTo>
                    <a:pt x="260967" y="333063"/>
                  </a:lnTo>
                  <a:lnTo>
                    <a:pt x="256130" y="338631"/>
                  </a:lnTo>
                  <a:lnTo>
                    <a:pt x="255090" y="339829"/>
                  </a:lnTo>
                  <a:lnTo>
                    <a:pt x="251747" y="343677"/>
                  </a:lnTo>
                  <a:lnTo>
                    <a:pt x="250932" y="344639"/>
                  </a:lnTo>
                  <a:lnTo>
                    <a:pt x="249479" y="346478"/>
                  </a:lnTo>
                  <a:lnTo>
                    <a:pt x="248110" y="348381"/>
                  </a:lnTo>
                  <a:lnTo>
                    <a:pt x="246829" y="350343"/>
                  </a:lnTo>
                  <a:lnTo>
                    <a:pt x="246225" y="351366"/>
                  </a:lnTo>
                  <a:lnTo>
                    <a:pt x="245637" y="352361"/>
                  </a:lnTo>
                  <a:lnTo>
                    <a:pt x="238860" y="364446"/>
                  </a:lnTo>
                  <a:lnTo>
                    <a:pt x="233687" y="373669"/>
                  </a:lnTo>
                  <a:lnTo>
                    <a:pt x="228339" y="383214"/>
                  </a:lnTo>
                  <a:lnTo>
                    <a:pt x="225696" y="387927"/>
                  </a:lnTo>
                  <a:lnTo>
                    <a:pt x="225201" y="388810"/>
                  </a:lnTo>
                  <a:lnTo>
                    <a:pt x="219063" y="399758"/>
                  </a:lnTo>
                  <a:lnTo>
                    <a:pt x="216330" y="404633"/>
                  </a:lnTo>
                  <a:lnTo>
                    <a:pt x="215485" y="406201"/>
                  </a:lnTo>
                  <a:lnTo>
                    <a:pt x="214457" y="408307"/>
                  </a:lnTo>
                  <a:lnTo>
                    <a:pt x="213524" y="410457"/>
                  </a:lnTo>
                  <a:lnTo>
                    <a:pt x="212689" y="412647"/>
                  </a:lnTo>
                  <a:lnTo>
                    <a:pt x="200776" y="446129"/>
                  </a:lnTo>
                  <a:lnTo>
                    <a:pt x="196448" y="458303"/>
                  </a:lnTo>
                  <a:lnTo>
                    <a:pt x="182040" y="468342"/>
                  </a:lnTo>
                  <a:lnTo>
                    <a:pt x="162641" y="481858"/>
                  </a:lnTo>
                  <a:lnTo>
                    <a:pt x="153099" y="488506"/>
                  </a:lnTo>
                  <a:lnTo>
                    <a:pt x="152080" y="489217"/>
                  </a:lnTo>
                  <a:lnTo>
                    <a:pt x="151314" y="489761"/>
                  </a:lnTo>
                  <a:lnTo>
                    <a:pt x="149447" y="491178"/>
                  </a:lnTo>
                  <a:lnTo>
                    <a:pt x="145147" y="494595"/>
                  </a:lnTo>
                  <a:lnTo>
                    <a:pt x="144267" y="495311"/>
                  </a:lnTo>
                  <a:lnTo>
                    <a:pt x="132311" y="505247"/>
                  </a:lnTo>
                  <a:lnTo>
                    <a:pt x="131810" y="505668"/>
                  </a:lnTo>
                  <a:lnTo>
                    <a:pt x="130061" y="507229"/>
                  </a:lnTo>
                  <a:lnTo>
                    <a:pt x="128384" y="508866"/>
                  </a:lnTo>
                  <a:lnTo>
                    <a:pt x="126782" y="510578"/>
                  </a:lnTo>
                  <a:lnTo>
                    <a:pt x="125259" y="512359"/>
                  </a:lnTo>
                  <a:lnTo>
                    <a:pt x="123817" y="514208"/>
                  </a:lnTo>
                  <a:lnTo>
                    <a:pt x="122461" y="516119"/>
                  </a:lnTo>
                  <a:lnTo>
                    <a:pt x="121191" y="518089"/>
                  </a:lnTo>
                  <a:lnTo>
                    <a:pt x="120011" y="520115"/>
                  </a:lnTo>
                  <a:lnTo>
                    <a:pt x="118924" y="522191"/>
                  </a:lnTo>
                  <a:lnTo>
                    <a:pt x="117931" y="524315"/>
                  </a:lnTo>
                  <a:lnTo>
                    <a:pt x="117035" y="526481"/>
                  </a:lnTo>
                  <a:lnTo>
                    <a:pt x="116237" y="528685"/>
                  </a:lnTo>
                  <a:lnTo>
                    <a:pt x="111569" y="542547"/>
                  </a:lnTo>
                  <a:lnTo>
                    <a:pt x="111220" y="543620"/>
                  </a:lnTo>
                  <a:lnTo>
                    <a:pt x="110553" y="545942"/>
                  </a:lnTo>
                  <a:lnTo>
                    <a:pt x="110143" y="547606"/>
                  </a:lnTo>
                  <a:lnTo>
                    <a:pt x="109671" y="549902"/>
                  </a:lnTo>
                  <a:lnTo>
                    <a:pt x="109302" y="552216"/>
                  </a:lnTo>
                  <a:lnTo>
                    <a:pt x="109039" y="554546"/>
                  </a:lnTo>
                  <a:lnTo>
                    <a:pt x="108880" y="556884"/>
                  </a:lnTo>
                  <a:lnTo>
                    <a:pt x="108826" y="559228"/>
                  </a:lnTo>
                  <a:lnTo>
                    <a:pt x="108879" y="561571"/>
                  </a:lnTo>
                  <a:lnTo>
                    <a:pt x="109036" y="563910"/>
                  </a:lnTo>
                  <a:lnTo>
                    <a:pt x="109299" y="566239"/>
                  </a:lnTo>
                  <a:lnTo>
                    <a:pt x="109666" y="568554"/>
                  </a:lnTo>
                  <a:lnTo>
                    <a:pt x="110136" y="570850"/>
                  </a:lnTo>
                  <a:lnTo>
                    <a:pt x="111893" y="578533"/>
                  </a:lnTo>
                  <a:lnTo>
                    <a:pt x="112355" y="580398"/>
                  </a:lnTo>
                  <a:lnTo>
                    <a:pt x="113013" y="582648"/>
                  </a:lnTo>
                  <a:lnTo>
                    <a:pt x="139645" y="666743"/>
                  </a:lnTo>
                  <a:lnTo>
                    <a:pt x="156527" y="720033"/>
                  </a:lnTo>
                  <a:lnTo>
                    <a:pt x="134155" y="742833"/>
                  </a:lnTo>
                  <a:lnTo>
                    <a:pt x="133507" y="743505"/>
                  </a:lnTo>
                  <a:lnTo>
                    <a:pt x="131934" y="745243"/>
                  </a:lnTo>
                  <a:lnTo>
                    <a:pt x="130441" y="747050"/>
                  </a:lnTo>
                  <a:lnTo>
                    <a:pt x="129031" y="748922"/>
                  </a:lnTo>
                  <a:lnTo>
                    <a:pt x="127706" y="750856"/>
                  </a:lnTo>
                  <a:lnTo>
                    <a:pt x="126470" y="752848"/>
                  </a:lnTo>
                  <a:lnTo>
                    <a:pt x="125325" y="754893"/>
                  </a:lnTo>
                  <a:lnTo>
                    <a:pt x="124445" y="756644"/>
                  </a:lnTo>
                  <a:lnTo>
                    <a:pt x="124273" y="756987"/>
                  </a:lnTo>
                  <a:lnTo>
                    <a:pt x="119125" y="767839"/>
                  </a:lnTo>
                  <a:lnTo>
                    <a:pt x="92443" y="824088"/>
                  </a:lnTo>
                  <a:lnTo>
                    <a:pt x="67719" y="876206"/>
                  </a:lnTo>
                  <a:lnTo>
                    <a:pt x="67489" y="876697"/>
                  </a:lnTo>
                  <a:lnTo>
                    <a:pt x="66555" y="878846"/>
                  </a:lnTo>
                  <a:lnTo>
                    <a:pt x="65718" y="881036"/>
                  </a:lnTo>
                  <a:lnTo>
                    <a:pt x="64981" y="883262"/>
                  </a:lnTo>
                  <a:lnTo>
                    <a:pt x="49176" y="934837"/>
                  </a:lnTo>
                  <a:lnTo>
                    <a:pt x="42248" y="957444"/>
                  </a:lnTo>
                  <a:lnTo>
                    <a:pt x="27958" y="1004076"/>
                  </a:lnTo>
                  <a:lnTo>
                    <a:pt x="12340" y="1036924"/>
                  </a:lnTo>
                  <a:lnTo>
                    <a:pt x="8137" y="1045764"/>
                  </a:lnTo>
                  <a:lnTo>
                    <a:pt x="3934" y="1054605"/>
                  </a:lnTo>
                  <a:lnTo>
                    <a:pt x="0" y="1062856"/>
                  </a:lnTo>
                  <a:lnTo>
                    <a:pt x="46811" y="1085828"/>
                  </a:lnTo>
                  <a:lnTo>
                    <a:pt x="47019" y="1085976"/>
                  </a:lnTo>
                  <a:lnTo>
                    <a:pt x="86565" y="1114074"/>
                  </a:lnTo>
                  <a:lnTo>
                    <a:pt x="95061" y="1129959"/>
                  </a:lnTo>
                  <a:lnTo>
                    <a:pt x="113303" y="1141031"/>
                  </a:lnTo>
                  <a:lnTo>
                    <a:pt x="128672" y="1150359"/>
                  </a:lnTo>
                  <a:lnTo>
                    <a:pt x="132353" y="1152593"/>
                  </a:lnTo>
                  <a:lnTo>
                    <a:pt x="141089" y="1152366"/>
                  </a:lnTo>
                  <a:lnTo>
                    <a:pt x="143497" y="1158520"/>
                  </a:lnTo>
                  <a:lnTo>
                    <a:pt x="143221" y="1159837"/>
                  </a:lnTo>
                  <a:lnTo>
                    <a:pt x="143088" y="1160470"/>
                  </a:lnTo>
                  <a:lnTo>
                    <a:pt x="142908" y="1161304"/>
                  </a:lnTo>
                  <a:lnTo>
                    <a:pt x="143249" y="1161847"/>
                  </a:lnTo>
                  <a:lnTo>
                    <a:pt x="143557" y="1162339"/>
                  </a:lnTo>
                  <a:lnTo>
                    <a:pt x="143851" y="1162793"/>
                  </a:lnTo>
                  <a:lnTo>
                    <a:pt x="144310" y="1163508"/>
                  </a:lnTo>
                  <a:lnTo>
                    <a:pt x="144715" y="1163681"/>
                  </a:lnTo>
                  <a:lnTo>
                    <a:pt x="144963" y="1163785"/>
                  </a:lnTo>
                  <a:lnTo>
                    <a:pt x="145452" y="1163992"/>
                  </a:lnTo>
                  <a:lnTo>
                    <a:pt x="145209" y="1164255"/>
                  </a:lnTo>
                  <a:lnTo>
                    <a:pt x="144723" y="1164783"/>
                  </a:lnTo>
                  <a:lnTo>
                    <a:pt x="144252" y="1165295"/>
                  </a:lnTo>
                  <a:lnTo>
                    <a:pt x="143823" y="1165759"/>
                  </a:lnTo>
                  <a:lnTo>
                    <a:pt x="143672" y="1165889"/>
                  </a:lnTo>
                  <a:lnTo>
                    <a:pt x="143534" y="1166006"/>
                  </a:lnTo>
                  <a:lnTo>
                    <a:pt x="142795" y="1166640"/>
                  </a:lnTo>
                  <a:lnTo>
                    <a:pt x="142437" y="1166952"/>
                  </a:lnTo>
                  <a:lnTo>
                    <a:pt x="142220" y="1167143"/>
                  </a:lnTo>
                  <a:lnTo>
                    <a:pt x="142049" y="1167278"/>
                  </a:lnTo>
                  <a:lnTo>
                    <a:pt x="141505" y="1167746"/>
                  </a:lnTo>
                  <a:lnTo>
                    <a:pt x="141212" y="1167997"/>
                  </a:lnTo>
                  <a:lnTo>
                    <a:pt x="140915" y="1168251"/>
                  </a:lnTo>
                  <a:lnTo>
                    <a:pt x="141350" y="1168922"/>
                  </a:lnTo>
                  <a:lnTo>
                    <a:pt x="141444" y="1169070"/>
                  </a:lnTo>
                  <a:lnTo>
                    <a:pt x="141090" y="1169300"/>
                  </a:lnTo>
                  <a:lnTo>
                    <a:pt x="141226" y="1169584"/>
                  </a:lnTo>
                  <a:lnTo>
                    <a:pt x="141216" y="1170029"/>
                  </a:lnTo>
                  <a:lnTo>
                    <a:pt x="141147" y="1170242"/>
                  </a:lnTo>
                  <a:lnTo>
                    <a:pt x="140933" y="1170971"/>
                  </a:lnTo>
                  <a:lnTo>
                    <a:pt x="140521" y="1172421"/>
                  </a:lnTo>
                  <a:lnTo>
                    <a:pt x="140242" y="1173404"/>
                  </a:lnTo>
                  <a:lnTo>
                    <a:pt x="138225" y="1174243"/>
                  </a:lnTo>
                  <a:lnTo>
                    <a:pt x="137610" y="1175499"/>
                  </a:lnTo>
                  <a:lnTo>
                    <a:pt x="136036" y="1176113"/>
                  </a:lnTo>
                  <a:lnTo>
                    <a:pt x="135827" y="1176727"/>
                  </a:lnTo>
                  <a:lnTo>
                    <a:pt x="137339" y="1176793"/>
                  </a:lnTo>
                  <a:lnTo>
                    <a:pt x="137512" y="1176800"/>
                  </a:lnTo>
                  <a:lnTo>
                    <a:pt x="137799" y="1176812"/>
                  </a:lnTo>
                  <a:lnTo>
                    <a:pt x="138107" y="1176828"/>
                  </a:lnTo>
                  <a:lnTo>
                    <a:pt x="138504" y="1176864"/>
                  </a:lnTo>
                  <a:lnTo>
                    <a:pt x="138761" y="1176888"/>
                  </a:lnTo>
                  <a:lnTo>
                    <a:pt x="138994" y="1176909"/>
                  </a:lnTo>
                  <a:lnTo>
                    <a:pt x="139572" y="1176848"/>
                  </a:lnTo>
                  <a:lnTo>
                    <a:pt x="140199" y="1176637"/>
                  </a:lnTo>
                  <a:lnTo>
                    <a:pt x="140877" y="1176582"/>
                  </a:lnTo>
                  <a:lnTo>
                    <a:pt x="142830" y="1176804"/>
                  </a:lnTo>
                  <a:lnTo>
                    <a:pt x="143947" y="1175372"/>
                  </a:lnTo>
                  <a:lnTo>
                    <a:pt x="144067" y="1175084"/>
                  </a:lnTo>
                  <a:lnTo>
                    <a:pt x="144111" y="1174824"/>
                  </a:lnTo>
                  <a:lnTo>
                    <a:pt x="144246" y="1174598"/>
                  </a:lnTo>
                  <a:lnTo>
                    <a:pt x="144892" y="1174184"/>
                  </a:lnTo>
                  <a:lnTo>
                    <a:pt x="145062" y="1174380"/>
                  </a:lnTo>
                  <a:lnTo>
                    <a:pt x="145389" y="1174740"/>
                  </a:lnTo>
                  <a:lnTo>
                    <a:pt x="145537" y="1174895"/>
                  </a:lnTo>
                  <a:lnTo>
                    <a:pt x="145668" y="1174986"/>
                  </a:lnTo>
                  <a:lnTo>
                    <a:pt x="145932" y="1175125"/>
                  </a:lnTo>
                  <a:lnTo>
                    <a:pt x="146332" y="1175381"/>
                  </a:lnTo>
                  <a:lnTo>
                    <a:pt x="146827" y="1175773"/>
                  </a:lnTo>
                  <a:lnTo>
                    <a:pt x="147097" y="1176059"/>
                  </a:lnTo>
                  <a:lnTo>
                    <a:pt x="147246" y="1176111"/>
                  </a:lnTo>
                  <a:lnTo>
                    <a:pt x="147528" y="1176184"/>
                  </a:lnTo>
                  <a:lnTo>
                    <a:pt x="147474" y="1176857"/>
                  </a:lnTo>
                  <a:lnTo>
                    <a:pt x="152347" y="1177013"/>
                  </a:lnTo>
                  <a:lnTo>
                    <a:pt x="153090" y="1177276"/>
                  </a:lnTo>
                  <a:lnTo>
                    <a:pt x="153669" y="1177269"/>
                  </a:lnTo>
                  <a:lnTo>
                    <a:pt x="154592" y="1177496"/>
                  </a:lnTo>
                  <a:lnTo>
                    <a:pt x="154570" y="1177831"/>
                  </a:lnTo>
                  <a:lnTo>
                    <a:pt x="154099" y="1179923"/>
                  </a:lnTo>
                  <a:lnTo>
                    <a:pt x="154075" y="1180301"/>
                  </a:lnTo>
                  <a:lnTo>
                    <a:pt x="153128" y="1182436"/>
                  </a:lnTo>
                  <a:lnTo>
                    <a:pt x="152977" y="1183395"/>
                  </a:lnTo>
                  <a:lnTo>
                    <a:pt x="153200" y="1184654"/>
                  </a:lnTo>
                  <a:lnTo>
                    <a:pt x="153236" y="1185831"/>
                  </a:lnTo>
                  <a:lnTo>
                    <a:pt x="152728" y="1187018"/>
                  </a:lnTo>
                  <a:lnTo>
                    <a:pt x="153278" y="1187126"/>
                  </a:lnTo>
                  <a:lnTo>
                    <a:pt x="153493" y="1188618"/>
                  </a:lnTo>
                  <a:lnTo>
                    <a:pt x="153572" y="1189037"/>
                  </a:lnTo>
                  <a:lnTo>
                    <a:pt x="153637" y="1189299"/>
                  </a:lnTo>
                  <a:lnTo>
                    <a:pt x="153863" y="1190381"/>
                  </a:lnTo>
                  <a:lnTo>
                    <a:pt x="157138" y="1194515"/>
                  </a:lnTo>
                  <a:lnTo>
                    <a:pt x="157773" y="1195152"/>
                  </a:lnTo>
                  <a:lnTo>
                    <a:pt x="158736" y="1194864"/>
                  </a:lnTo>
                  <a:lnTo>
                    <a:pt x="159538" y="1194624"/>
                  </a:lnTo>
                  <a:lnTo>
                    <a:pt x="159721" y="1194570"/>
                  </a:lnTo>
                  <a:lnTo>
                    <a:pt x="161037" y="1194176"/>
                  </a:lnTo>
                  <a:lnTo>
                    <a:pt x="161911" y="1194852"/>
                  </a:lnTo>
                  <a:lnTo>
                    <a:pt x="162301" y="1195154"/>
                  </a:lnTo>
                  <a:lnTo>
                    <a:pt x="162916" y="1195629"/>
                  </a:lnTo>
                  <a:lnTo>
                    <a:pt x="162116" y="1193015"/>
                  </a:lnTo>
                  <a:lnTo>
                    <a:pt x="161787" y="1191942"/>
                  </a:lnTo>
                  <a:lnTo>
                    <a:pt x="162088" y="1192038"/>
                  </a:lnTo>
                  <a:lnTo>
                    <a:pt x="162708" y="1190624"/>
                  </a:lnTo>
                  <a:lnTo>
                    <a:pt x="163474" y="1189699"/>
                  </a:lnTo>
                  <a:lnTo>
                    <a:pt x="165015" y="1190450"/>
                  </a:lnTo>
                  <a:lnTo>
                    <a:pt x="165163" y="1190523"/>
                  </a:lnTo>
                  <a:lnTo>
                    <a:pt x="165261" y="1190701"/>
                  </a:lnTo>
                  <a:lnTo>
                    <a:pt x="165437" y="1191013"/>
                  </a:lnTo>
                  <a:lnTo>
                    <a:pt x="165451" y="1191263"/>
                  </a:lnTo>
                  <a:lnTo>
                    <a:pt x="165468" y="1191571"/>
                  </a:lnTo>
                  <a:lnTo>
                    <a:pt x="165817" y="1192527"/>
                  </a:lnTo>
                  <a:lnTo>
                    <a:pt x="165911" y="1192797"/>
                  </a:lnTo>
                  <a:lnTo>
                    <a:pt x="166211" y="1193638"/>
                  </a:lnTo>
                  <a:lnTo>
                    <a:pt x="166358" y="1193888"/>
                  </a:lnTo>
                  <a:lnTo>
                    <a:pt x="169055" y="1195609"/>
                  </a:lnTo>
                  <a:lnTo>
                    <a:pt x="169535" y="1195914"/>
                  </a:lnTo>
                  <a:lnTo>
                    <a:pt x="168557" y="1197253"/>
                  </a:lnTo>
                  <a:lnTo>
                    <a:pt x="168119" y="1198252"/>
                  </a:lnTo>
                  <a:lnTo>
                    <a:pt x="168147" y="1200241"/>
                  </a:lnTo>
                  <a:lnTo>
                    <a:pt x="168411" y="1200605"/>
                  </a:lnTo>
                  <a:lnTo>
                    <a:pt x="168580" y="1200919"/>
                  </a:lnTo>
                  <a:lnTo>
                    <a:pt x="168824" y="1201368"/>
                  </a:lnTo>
                  <a:lnTo>
                    <a:pt x="169057" y="1201599"/>
                  </a:lnTo>
                  <a:lnTo>
                    <a:pt x="169556" y="1202016"/>
                  </a:lnTo>
                  <a:lnTo>
                    <a:pt x="169747" y="1202148"/>
                  </a:lnTo>
                  <a:lnTo>
                    <a:pt x="169970" y="1202330"/>
                  </a:lnTo>
                  <a:lnTo>
                    <a:pt x="170201" y="1202565"/>
                  </a:lnTo>
                  <a:lnTo>
                    <a:pt x="170462" y="1202814"/>
                  </a:lnTo>
                  <a:lnTo>
                    <a:pt x="170752" y="1202924"/>
                  </a:lnTo>
                  <a:lnTo>
                    <a:pt x="171324" y="1202647"/>
                  </a:lnTo>
                  <a:lnTo>
                    <a:pt x="171507" y="1202795"/>
                  </a:lnTo>
                  <a:lnTo>
                    <a:pt x="171789" y="1203030"/>
                  </a:lnTo>
                  <a:lnTo>
                    <a:pt x="172056" y="1203201"/>
                  </a:lnTo>
                  <a:lnTo>
                    <a:pt x="172337" y="1203381"/>
                  </a:lnTo>
                  <a:lnTo>
                    <a:pt x="172810" y="1203618"/>
                  </a:lnTo>
                  <a:lnTo>
                    <a:pt x="173760" y="1204060"/>
                  </a:lnTo>
                  <a:lnTo>
                    <a:pt x="174304" y="1204245"/>
                  </a:lnTo>
                  <a:lnTo>
                    <a:pt x="174531" y="1204077"/>
                  </a:lnTo>
                  <a:lnTo>
                    <a:pt x="175420" y="1203418"/>
                  </a:lnTo>
                  <a:lnTo>
                    <a:pt x="176715" y="1205320"/>
                  </a:lnTo>
                  <a:lnTo>
                    <a:pt x="177028" y="1205541"/>
                  </a:lnTo>
                  <a:lnTo>
                    <a:pt x="178124" y="1206314"/>
                  </a:lnTo>
                  <a:lnTo>
                    <a:pt x="178506" y="1206584"/>
                  </a:lnTo>
                  <a:lnTo>
                    <a:pt x="178838" y="1206392"/>
                  </a:lnTo>
                  <a:lnTo>
                    <a:pt x="179237" y="1206108"/>
                  </a:lnTo>
                  <a:lnTo>
                    <a:pt x="179565" y="1205909"/>
                  </a:lnTo>
                  <a:lnTo>
                    <a:pt x="179970" y="1205656"/>
                  </a:lnTo>
                  <a:lnTo>
                    <a:pt x="180281" y="1205471"/>
                  </a:lnTo>
                  <a:lnTo>
                    <a:pt x="180510" y="1205335"/>
                  </a:lnTo>
                  <a:lnTo>
                    <a:pt x="181232" y="1204915"/>
                  </a:lnTo>
                  <a:lnTo>
                    <a:pt x="181940" y="1204512"/>
                  </a:lnTo>
                  <a:lnTo>
                    <a:pt x="182531" y="1204097"/>
                  </a:lnTo>
                  <a:lnTo>
                    <a:pt x="183269" y="1203675"/>
                  </a:lnTo>
                  <a:lnTo>
                    <a:pt x="184151" y="1203143"/>
                  </a:lnTo>
                  <a:lnTo>
                    <a:pt x="184791" y="1202730"/>
                  </a:lnTo>
                  <a:lnTo>
                    <a:pt x="185538" y="1202296"/>
                  </a:lnTo>
                  <a:lnTo>
                    <a:pt x="186193" y="1201912"/>
                  </a:lnTo>
                  <a:lnTo>
                    <a:pt x="186767" y="1201544"/>
                  </a:lnTo>
                  <a:lnTo>
                    <a:pt x="187344" y="1201227"/>
                  </a:lnTo>
                  <a:lnTo>
                    <a:pt x="188267" y="1200681"/>
                  </a:lnTo>
                  <a:lnTo>
                    <a:pt x="188854" y="1200358"/>
                  </a:lnTo>
                  <a:lnTo>
                    <a:pt x="189205" y="1200069"/>
                  </a:lnTo>
                  <a:lnTo>
                    <a:pt x="189864" y="1199678"/>
                  </a:lnTo>
                  <a:lnTo>
                    <a:pt x="190617" y="1199235"/>
                  </a:lnTo>
                  <a:lnTo>
                    <a:pt x="190847" y="1199120"/>
                  </a:lnTo>
                  <a:lnTo>
                    <a:pt x="191046" y="1199021"/>
                  </a:lnTo>
                  <a:lnTo>
                    <a:pt x="191275" y="1198902"/>
                  </a:lnTo>
                  <a:lnTo>
                    <a:pt x="192007" y="1198754"/>
                  </a:lnTo>
                  <a:lnTo>
                    <a:pt x="193069" y="1198613"/>
                  </a:lnTo>
                  <a:lnTo>
                    <a:pt x="193392" y="1198592"/>
                  </a:lnTo>
                  <a:lnTo>
                    <a:pt x="194454" y="1198808"/>
                  </a:lnTo>
                  <a:lnTo>
                    <a:pt x="195076" y="1198967"/>
                  </a:lnTo>
                  <a:lnTo>
                    <a:pt x="195677" y="1199169"/>
                  </a:lnTo>
                  <a:lnTo>
                    <a:pt x="196020" y="1199284"/>
                  </a:lnTo>
                  <a:lnTo>
                    <a:pt x="196989" y="1199605"/>
                  </a:lnTo>
                  <a:lnTo>
                    <a:pt x="198158" y="1200022"/>
                  </a:lnTo>
                  <a:lnTo>
                    <a:pt x="198662" y="1200475"/>
                  </a:lnTo>
                  <a:lnTo>
                    <a:pt x="199293" y="1201117"/>
                  </a:lnTo>
                  <a:lnTo>
                    <a:pt x="199619" y="1201476"/>
                  </a:lnTo>
                  <a:lnTo>
                    <a:pt x="200121" y="1201258"/>
                  </a:lnTo>
                  <a:lnTo>
                    <a:pt x="200428" y="1201112"/>
                  </a:lnTo>
                  <a:lnTo>
                    <a:pt x="200770" y="1201103"/>
                  </a:lnTo>
                  <a:lnTo>
                    <a:pt x="200958" y="1201126"/>
                  </a:lnTo>
                  <a:lnTo>
                    <a:pt x="201136" y="1201216"/>
                  </a:lnTo>
                  <a:lnTo>
                    <a:pt x="201666" y="1201502"/>
                  </a:lnTo>
                  <a:lnTo>
                    <a:pt x="202031" y="1201762"/>
                  </a:lnTo>
                  <a:lnTo>
                    <a:pt x="202484" y="1202060"/>
                  </a:lnTo>
                  <a:lnTo>
                    <a:pt x="203138" y="1202493"/>
                  </a:lnTo>
                  <a:lnTo>
                    <a:pt x="203921" y="1203009"/>
                  </a:lnTo>
                  <a:lnTo>
                    <a:pt x="204240" y="1203119"/>
                  </a:lnTo>
                  <a:lnTo>
                    <a:pt x="205738" y="1202885"/>
                  </a:lnTo>
                  <a:lnTo>
                    <a:pt x="206669" y="1202268"/>
                  </a:lnTo>
                  <a:lnTo>
                    <a:pt x="208741" y="1200880"/>
                  </a:lnTo>
                  <a:lnTo>
                    <a:pt x="209677" y="1200231"/>
                  </a:lnTo>
                  <a:lnTo>
                    <a:pt x="210286" y="1199898"/>
                  </a:lnTo>
                  <a:lnTo>
                    <a:pt x="211224" y="1200278"/>
                  </a:lnTo>
                  <a:lnTo>
                    <a:pt x="211946" y="1200571"/>
                  </a:lnTo>
                  <a:lnTo>
                    <a:pt x="212423" y="1200833"/>
                  </a:lnTo>
                  <a:lnTo>
                    <a:pt x="212516" y="1201776"/>
                  </a:lnTo>
                  <a:lnTo>
                    <a:pt x="212572" y="1202958"/>
                  </a:lnTo>
                  <a:lnTo>
                    <a:pt x="212623" y="1203658"/>
                  </a:lnTo>
                  <a:lnTo>
                    <a:pt x="212687" y="1204519"/>
                  </a:lnTo>
                  <a:lnTo>
                    <a:pt x="212788" y="1205553"/>
                  </a:lnTo>
                  <a:lnTo>
                    <a:pt x="212809" y="1206505"/>
                  </a:lnTo>
                  <a:lnTo>
                    <a:pt x="212872" y="1207264"/>
                  </a:lnTo>
                  <a:lnTo>
                    <a:pt x="213364" y="1207979"/>
                  </a:lnTo>
                  <a:lnTo>
                    <a:pt x="214072" y="1208987"/>
                  </a:lnTo>
                  <a:lnTo>
                    <a:pt x="214792" y="1209956"/>
                  </a:lnTo>
                  <a:lnTo>
                    <a:pt x="215514" y="1211039"/>
                  </a:lnTo>
                  <a:lnTo>
                    <a:pt x="216217" y="1212002"/>
                  </a:lnTo>
                  <a:lnTo>
                    <a:pt x="216883" y="1212956"/>
                  </a:lnTo>
                  <a:lnTo>
                    <a:pt x="217240" y="1213451"/>
                  </a:lnTo>
                  <a:lnTo>
                    <a:pt x="218159" y="1212917"/>
                  </a:lnTo>
                  <a:lnTo>
                    <a:pt x="219396" y="1212246"/>
                  </a:lnTo>
                  <a:lnTo>
                    <a:pt x="220172" y="1211876"/>
                  </a:lnTo>
                  <a:lnTo>
                    <a:pt x="221792" y="1211491"/>
                  </a:lnTo>
                  <a:lnTo>
                    <a:pt x="222847" y="1211243"/>
                  </a:lnTo>
                  <a:lnTo>
                    <a:pt x="223926" y="1210994"/>
                  </a:lnTo>
                  <a:lnTo>
                    <a:pt x="225037" y="1210727"/>
                  </a:lnTo>
                  <a:lnTo>
                    <a:pt x="226198" y="1210467"/>
                  </a:lnTo>
                  <a:lnTo>
                    <a:pt x="226935" y="1210380"/>
                  </a:lnTo>
                  <a:lnTo>
                    <a:pt x="228330" y="1211556"/>
                  </a:lnTo>
                  <a:lnTo>
                    <a:pt x="230473" y="1213071"/>
                  </a:lnTo>
                  <a:lnTo>
                    <a:pt x="231605" y="1213380"/>
                  </a:lnTo>
                  <a:lnTo>
                    <a:pt x="232718" y="1213681"/>
                  </a:lnTo>
                  <a:lnTo>
                    <a:pt x="235380" y="1210460"/>
                  </a:lnTo>
                  <a:lnTo>
                    <a:pt x="233741" y="1204629"/>
                  </a:lnTo>
                  <a:lnTo>
                    <a:pt x="241606" y="1205078"/>
                  </a:lnTo>
                  <a:lnTo>
                    <a:pt x="248362" y="1205463"/>
                  </a:lnTo>
                  <a:lnTo>
                    <a:pt x="251467" y="1202853"/>
                  </a:lnTo>
                  <a:lnTo>
                    <a:pt x="253125" y="1198881"/>
                  </a:lnTo>
                  <a:lnTo>
                    <a:pt x="252920" y="1198402"/>
                  </a:lnTo>
                  <a:lnTo>
                    <a:pt x="252808" y="1198223"/>
                  </a:lnTo>
                  <a:lnTo>
                    <a:pt x="252650" y="1198112"/>
                  </a:lnTo>
                  <a:lnTo>
                    <a:pt x="251739" y="1197272"/>
                  </a:lnTo>
                  <a:lnTo>
                    <a:pt x="251560" y="1196939"/>
                  </a:lnTo>
                  <a:lnTo>
                    <a:pt x="251288" y="1196166"/>
                  </a:lnTo>
                  <a:lnTo>
                    <a:pt x="250328" y="1195164"/>
                  </a:lnTo>
                  <a:lnTo>
                    <a:pt x="249174" y="1194279"/>
                  </a:lnTo>
                  <a:lnTo>
                    <a:pt x="248939" y="1191152"/>
                  </a:lnTo>
                  <a:lnTo>
                    <a:pt x="251449" y="1188699"/>
                  </a:lnTo>
                  <a:lnTo>
                    <a:pt x="255561" y="1190370"/>
                  </a:lnTo>
                  <a:lnTo>
                    <a:pt x="258987" y="1181179"/>
                  </a:lnTo>
                  <a:lnTo>
                    <a:pt x="260284" y="1180786"/>
                  </a:lnTo>
                  <a:lnTo>
                    <a:pt x="261677" y="1180213"/>
                  </a:lnTo>
                  <a:lnTo>
                    <a:pt x="261891" y="1180147"/>
                  </a:lnTo>
                  <a:lnTo>
                    <a:pt x="262925" y="1180111"/>
                  </a:lnTo>
                  <a:lnTo>
                    <a:pt x="263486" y="1180086"/>
                  </a:lnTo>
                  <a:lnTo>
                    <a:pt x="264559" y="1179842"/>
                  </a:lnTo>
                  <a:lnTo>
                    <a:pt x="265343" y="1179982"/>
                  </a:lnTo>
                  <a:lnTo>
                    <a:pt x="269174" y="1170641"/>
                  </a:lnTo>
                  <a:lnTo>
                    <a:pt x="276610" y="1169317"/>
                  </a:lnTo>
                  <a:close/>
                </a:path>
              </a:pathLst>
            </a:custGeom>
            <a:solidFill>
              <a:srgbClr val="DFEFF6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7"/>
            <p:cNvSpPr/>
            <p:nvPr/>
          </p:nvSpPr>
          <p:spPr>
            <a:xfrm>
              <a:off x="1490952" y="3902424"/>
              <a:ext cx="774422" cy="834769"/>
            </a:xfrm>
            <a:custGeom>
              <a:avLst/>
              <a:pathLst>
                <a:path w="774422" h="834769">
                  <a:moveTo>
                    <a:pt x="211289" y="229464"/>
                  </a:moveTo>
                  <a:lnTo>
                    <a:pt x="163448" y="274820"/>
                  </a:lnTo>
                  <a:lnTo>
                    <a:pt x="124685" y="301921"/>
                  </a:lnTo>
                  <a:lnTo>
                    <a:pt x="118383" y="306326"/>
                  </a:lnTo>
                  <a:lnTo>
                    <a:pt x="92047" y="324739"/>
                  </a:lnTo>
                  <a:lnTo>
                    <a:pt x="90009" y="326164"/>
                  </a:lnTo>
                  <a:lnTo>
                    <a:pt x="76825" y="335381"/>
                  </a:lnTo>
                  <a:lnTo>
                    <a:pt x="67791" y="341697"/>
                  </a:lnTo>
                  <a:lnTo>
                    <a:pt x="67120" y="342174"/>
                  </a:lnTo>
                  <a:lnTo>
                    <a:pt x="65250" y="343592"/>
                  </a:lnTo>
                  <a:lnTo>
                    <a:pt x="63445" y="345092"/>
                  </a:lnTo>
                  <a:lnTo>
                    <a:pt x="62249" y="346133"/>
                  </a:lnTo>
                  <a:lnTo>
                    <a:pt x="61655" y="346658"/>
                  </a:lnTo>
                  <a:lnTo>
                    <a:pt x="60598" y="347650"/>
                  </a:lnTo>
                  <a:lnTo>
                    <a:pt x="59944" y="348263"/>
                  </a:lnTo>
                  <a:lnTo>
                    <a:pt x="58307" y="349945"/>
                  </a:lnTo>
                  <a:lnTo>
                    <a:pt x="56625" y="351752"/>
                  </a:lnTo>
                  <a:lnTo>
                    <a:pt x="31508" y="378746"/>
                  </a:lnTo>
                  <a:lnTo>
                    <a:pt x="15273" y="396195"/>
                  </a:lnTo>
                  <a:lnTo>
                    <a:pt x="0" y="412613"/>
                  </a:lnTo>
                  <a:lnTo>
                    <a:pt x="4208" y="416542"/>
                  </a:lnTo>
                  <a:lnTo>
                    <a:pt x="9896" y="421854"/>
                  </a:lnTo>
                  <a:lnTo>
                    <a:pt x="25521" y="436444"/>
                  </a:lnTo>
                  <a:lnTo>
                    <a:pt x="38182" y="448267"/>
                  </a:lnTo>
                  <a:lnTo>
                    <a:pt x="48205" y="462770"/>
                  </a:lnTo>
                  <a:lnTo>
                    <a:pt x="49320" y="467847"/>
                  </a:lnTo>
                  <a:lnTo>
                    <a:pt x="50424" y="472873"/>
                  </a:lnTo>
                  <a:lnTo>
                    <a:pt x="52869" y="484009"/>
                  </a:lnTo>
                  <a:lnTo>
                    <a:pt x="52989" y="484555"/>
                  </a:lnTo>
                  <a:lnTo>
                    <a:pt x="54196" y="490053"/>
                  </a:lnTo>
                  <a:lnTo>
                    <a:pt x="56186" y="499114"/>
                  </a:lnTo>
                  <a:lnTo>
                    <a:pt x="56382" y="500008"/>
                  </a:lnTo>
                  <a:lnTo>
                    <a:pt x="56623" y="501105"/>
                  </a:lnTo>
                  <a:lnTo>
                    <a:pt x="56802" y="501923"/>
                  </a:lnTo>
                  <a:lnTo>
                    <a:pt x="58526" y="509771"/>
                  </a:lnTo>
                  <a:lnTo>
                    <a:pt x="58621" y="510205"/>
                  </a:lnTo>
                  <a:lnTo>
                    <a:pt x="60200" y="512914"/>
                  </a:lnTo>
                  <a:lnTo>
                    <a:pt x="61044" y="514364"/>
                  </a:lnTo>
                  <a:lnTo>
                    <a:pt x="64725" y="520681"/>
                  </a:lnTo>
                  <a:lnTo>
                    <a:pt x="65386" y="521815"/>
                  </a:lnTo>
                  <a:lnTo>
                    <a:pt x="68854" y="527768"/>
                  </a:lnTo>
                  <a:lnTo>
                    <a:pt x="71448" y="526286"/>
                  </a:lnTo>
                  <a:lnTo>
                    <a:pt x="80266" y="521248"/>
                  </a:lnTo>
                  <a:lnTo>
                    <a:pt x="88562" y="518668"/>
                  </a:lnTo>
                  <a:lnTo>
                    <a:pt x="89454" y="518390"/>
                  </a:lnTo>
                  <a:lnTo>
                    <a:pt x="92064" y="517579"/>
                  </a:lnTo>
                  <a:lnTo>
                    <a:pt x="96809" y="516103"/>
                  </a:lnTo>
                  <a:lnTo>
                    <a:pt x="96988" y="516047"/>
                  </a:lnTo>
                  <a:lnTo>
                    <a:pt x="97643" y="515844"/>
                  </a:lnTo>
                  <a:lnTo>
                    <a:pt x="101009" y="514797"/>
                  </a:lnTo>
                  <a:lnTo>
                    <a:pt x="101598" y="514614"/>
                  </a:lnTo>
                  <a:lnTo>
                    <a:pt x="117815" y="509570"/>
                  </a:lnTo>
                  <a:lnTo>
                    <a:pt x="119356" y="518281"/>
                  </a:lnTo>
                  <a:lnTo>
                    <a:pt x="119640" y="518465"/>
                  </a:lnTo>
                  <a:lnTo>
                    <a:pt x="119931" y="518652"/>
                  </a:lnTo>
                  <a:lnTo>
                    <a:pt x="120096" y="518758"/>
                  </a:lnTo>
                  <a:lnTo>
                    <a:pt x="120456" y="519158"/>
                  </a:lnTo>
                  <a:lnTo>
                    <a:pt x="120683" y="519410"/>
                  </a:lnTo>
                  <a:lnTo>
                    <a:pt x="120818" y="519562"/>
                  </a:lnTo>
                  <a:lnTo>
                    <a:pt x="121827" y="520683"/>
                  </a:lnTo>
                  <a:lnTo>
                    <a:pt x="122181" y="520932"/>
                  </a:lnTo>
                  <a:lnTo>
                    <a:pt x="123715" y="522015"/>
                  </a:lnTo>
                  <a:lnTo>
                    <a:pt x="123680" y="522274"/>
                  </a:lnTo>
                  <a:lnTo>
                    <a:pt x="122889" y="525436"/>
                  </a:lnTo>
                  <a:lnTo>
                    <a:pt x="122388" y="527264"/>
                  </a:lnTo>
                  <a:lnTo>
                    <a:pt x="122502" y="527880"/>
                  </a:lnTo>
                  <a:lnTo>
                    <a:pt x="122575" y="528268"/>
                  </a:lnTo>
                  <a:lnTo>
                    <a:pt x="122546" y="528630"/>
                  </a:lnTo>
                  <a:lnTo>
                    <a:pt x="122438" y="529987"/>
                  </a:lnTo>
                  <a:lnTo>
                    <a:pt x="123290" y="530123"/>
                  </a:lnTo>
                  <a:lnTo>
                    <a:pt x="124475" y="530314"/>
                  </a:lnTo>
                  <a:lnTo>
                    <a:pt x="125056" y="530407"/>
                  </a:lnTo>
                  <a:lnTo>
                    <a:pt x="125394" y="530262"/>
                  </a:lnTo>
                  <a:lnTo>
                    <a:pt x="125608" y="530180"/>
                  </a:lnTo>
                  <a:lnTo>
                    <a:pt x="125857" y="530356"/>
                  </a:lnTo>
                  <a:lnTo>
                    <a:pt x="126187" y="530590"/>
                  </a:lnTo>
                  <a:lnTo>
                    <a:pt x="126393" y="530736"/>
                  </a:lnTo>
                  <a:lnTo>
                    <a:pt x="126840" y="531052"/>
                  </a:lnTo>
                  <a:lnTo>
                    <a:pt x="127152" y="531273"/>
                  </a:lnTo>
                  <a:lnTo>
                    <a:pt x="127747" y="531694"/>
                  </a:lnTo>
                  <a:lnTo>
                    <a:pt x="128121" y="531960"/>
                  </a:lnTo>
                  <a:lnTo>
                    <a:pt x="129082" y="531771"/>
                  </a:lnTo>
                  <a:lnTo>
                    <a:pt x="130479" y="530960"/>
                  </a:lnTo>
                  <a:lnTo>
                    <a:pt x="131130" y="533085"/>
                  </a:lnTo>
                  <a:lnTo>
                    <a:pt x="131612" y="533813"/>
                  </a:lnTo>
                  <a:lnTo>
                    <a:pt x="131769" y="534049"/>
                  </a:lnTo>
                  <a:lnTo>
                    <a:pt x="131897" y="534242"/>
                  </a:lnTo>
                  <a:lnTo>
                    <a:pt x="132337" y="534902"/>
                  </a:lnTo>
                  <a:lnTo>
                    <a:pt x="132881" y="535720"/>
                  </a:lnTo>
                  <a:lnTo>
                    <a:pt x="134594" y="535293"/>
                  </a:lnTo>
                  <a:lnTo>
                    <a:pt x="135170" y="535154"/>
                  </a:lnTo>
                  <a:lnTo>
                    <a:pt x="135103" y="535301"/>
                  </a:lnTo>
                  <a:lnTo>
                    <a:pt x="134681" y="536152"/>
                  </a:lnTo>
                  <a:lnTo>
                    <a:pt x="134570" y="536376"/>
                  </a:lnTo>
                  <a:lnTo>
                    <a:pt x="134469" y="536569"/>
                  </a:lnTo>
                  <a:lnTo>
                    <a:pt x="134381" y="536747"/>
                  </a:lnTo>
                  <a:lnTo>
                    <a:pt x="134222" y="537078"/>
                  </a:lnTo>
                  <a:lnTo>
                    <a:pt x="133862" y="537227"/>
                  </a:lnTo>
                  <a:lnTo>
                    <a:pt x="133277" y="537466"/>
                  </a:lnTo>
                  <a:lnTo>
                    <a:pt x="133111" y="537536"/>
                  </a:lnTo>
                  <a:lnTo>
                    <a:pt x="132945" y="537604"/>
                  </a:lnTo>
                  <a:lnTo>
                    <a:pt x="132717" y="537698"/>
                  </a:lnTo>
                  <a:lnTo>
                    <a:pt x="132205" y="537907"/>
                  </a:lnTo>
                  <a:lnTo>
                    <a:pt x="131817" y="538066"/>
                  </a:lnTo>
                  <a:lnTo>
                    <a:pt x="131516" y="538198"/>
                  </a:lnTo>
                  <a:lnTo>
                    <a:pt x="131414" y="539156"/>
                  </a:lnTo>
                  <a:lnTo>
                    <a:pt x="131310" y="540112"/>
                  </a:lnTo>
                  <a:lnTo>
                    <a:pt x="129719" y="541626"/>
                  </a:lnTo>
                  <a:lnTo>
                    <a:pt x="129456" y="542151"/>
                  </a:lnTo>
                  <a:lnTo>
                    <a:pt x="128982" y="543097"/>
                  </a:lnTo>
                  <a:lnTo>
                    <a:pt x="128698" y="543665"/>
                  </a:lnTo>
                  <a:lnTo>
                    <a:pt x="128818" y="545192"/>
                  </a:lnTo>
                  <a:lnTo>
                    <a:pt x="128550" y="547274"/>
                  </a:lnTo>
                  <a:lnTo>
                    <a:pt x="128484" y="547755"/>
                  </a:lnTo>
                  <a:lnTo>
                    <a:pt x="128417" y="548274"/>
                  </a:lnTo>
                  <a:lnTo>
                    <a:pt x="128413" y="548462"/>
                  </a:lnTo>
                  <a:lnTo>
                    <a:pt x="128408" y="548685"/>
                  </a:lnTo>
                  <a:lnTo>
                    <a:pt x="128397" y="549216"/>
                  </a:lnTo>
                  <a:lnTo>
                    <a:pt x="128391" y="549454"/>
                  </a:lnTo>
                  <a:lnTo>
                    <a:pt x="128376" y="550151"/>
                  </a:lnTo>
                  <a:lnTo>
                    <a:pt x="128367" y="550604"/>
                  </a:lnTo>
                  <a:lnTo>
                    <a:pt x="127480" y="551089"/>
                  </a:lnTo>
                  <a:lnTo>
                    <a:pt x="126287" y="551742"/>
                  </a:lnTo>
                  <a:lnTo>
                    <a:pt x="125795" y="552377"/>
                  </a:lnTo>
                  <a:lnTo>
                    <a:pt x="124718" y="553771"/>
                  </a:lnTo>
                  <a:lnTo>
                    <a:pt x="124106" y="554562"/>
                  </a:lnTo>
                  <a:lnTo>
                    <a:pt x="123704" y="555082"/>
                  </a:lnTo>
                  <a:lnTo>
                    <a:pt x="123557" y="555272"/>
                  </a:lnTo>
                  <a:lnTo>
                    <a:pt x="122982" y="556015"/>
                  </a:lnTo>
                  <a:lnTo>
                    <a:pt x="122218" y="557002"/>
                  </a:lnTo>
                  <a:lnTo>
                    <a:pt x="121914" y="557393"/>
                  </a:lnTo>
                  <a:lnTo>
                    <a:pt x="121751" y="557608"/>
                  </a:lnTo>
                  <a:lnTo>
                    <a:pt x="121888" y="557922"/>
                  </a:lnTo>
                  <a:lnTo>
                    <a:pt x="122255" y="559158"/>
                  </a:lnTo>
                  <a:lnTo>
                    <a:pt x="122413" y="560937"/>
                  </a:lnTo>
                  <a:lnTo>
                    <a:pt x="122733" y="563545"/>
                  </a:lnTo>
                  <a:lnTo>
                    <a:pt x="123000" y="563811"/>
                  </a:lnTo>
                  <a:lnTo>
                    <a:pt x="124779" y="565594"/>
                  </a:lnTo>
                  <a:lnTo>
                    <a:pt x="125472" y="566286"/>
                  </a:lnTo>
                  <a:lnTo>
                    <a:pt x="126386" y="567199"/>
                  </a:lnTo>
                  <a:lnTo>
                    <a:pt x="126292" y="567900"/>
                  </a:lnTo>
                  <a:lnTo>
                    <a:pt x="126274" y="568032"/>
                  </a:lnTo>
                  <a:lnTo>
                    <a:pt x="125974" y="570215"/>
                  </a:lnTo>
                  <a:lnTo>
                    <a:pt x="124149" y="570772"/>
                  </a:lnTo>
                  <a:lnTo>
                    <a:pt x="123039" y="571113"/>
                  </a:lnTo>
                  <a:lnTo>
                    <a:pt x="122977" y="571323"/>
                  </a:lnTo>
                  <a:lnTo>
                    <a:pt x="122367" y="573442"/>
                  </a:lnTo>
                  <a:lnTo>
                    <a:pt x="122258" y="573820"/>
                  </a:lnTo>
                  <a:lnTo>
                    <a:pt x="122218" y="573958"/>
                  </a:lnTo>
                  <a:lnTo>
                    <a:pt x="122067" y="574494"/>
                  </a:lnTo>
                  <a:lnTo>
                    <a:pt x="122115" y="575323"/>
                  </a:lnTo>
                  <a:lnTo>
                    <a:pt x="120341" y="576220"/>
                  </a:lnTo>
                  <a:lnTo>
                    <a:pt x="113559" y="576861"/>
                  </a:lnTo>
                  <a:lnTo>
                    <a:pt x="102882" y="576476"/>
                  </a:lnTo>
                  <a:lnTo>
                    <a:pt x="94801" y="578334"/>
                  </a:lnTo>
                  <a:lnTo>
                    <a:pt x="94405" y="578425"/>
                  </a:lnTo>
                  <a:lnTo>
                    <a:pt x="91258" y="579148"/>
                  </a:lnTo>
                  <a:lnTo>
                    <a:pt x="90533" y="579314"/>
                  </a:lnTo>
                  <a:lnTo>
                    <a:pt x="90259" y="579397"/>
                  </a:lnTo>
                  <a:lnTo>
                    <a:pt x="86262" y="581141"/>
                  </a:lnTo>
                  <a:lnTo>
                    <a:pt x="85793" y="581345"/>
                  </a:lnTo>
                  <a:lnTo>
                    <a:pt x="79634" y="584033"/>
                  </a:lnTo>
                  <a:lnTo>
                    <a:pt x="78784" y="583975"/>
                  </a:lnTo>
                  <a:lnTo>
                    <a:pt x="78134" y="583931"/>
                  </a:lnTo>
                  <a:lnTo>
                    <a:pt x="68375" y="583272"/>
                  </a:lnTo>
                  <a:lnTo>
                    <a:pt x="66902" y="583173"/>
                  </a:lnTo>
                  <a:lnTo>
                    <a:pt x="66588" y="583152"/>
                  </a:lnTo>
                  <a:lnTo>
                    <a:pt x="66185" y="583125"/>
                  </a:lnTo>
                  <a:lnTo>
                    <a:pt x="62248" y="580061"/>
                  </a:lnTo>
                  <a:lnTo>
                    <a:pt x="60310" y="580068"/>
                  </a:lnTo>
                  <a:lnTo>
                    <a:pt x="58745" y="580073"/>
                  </a:lnTo>
                  <a:lnTo>
                    <a:pt x="53949" y="580090"/>
                  </a:lnTo>
                  <a:lnTo>
                    <a:pt x="50084" y="580535"/>
                  </a:lnTo>
                  <a:lnTo>
                    <a:pt x="49678" y="580582"/>
                  </a:lnTo>
                  <a:lnTo>
                    <a:pt x="46402" y="580959"/>
                  </a:lnTo>
                  <a:lnTo>
                    <a:pt x="45796" y="581029"/>
                  </a:lnTo>
                  <a:lnTo>
                    <a:pt x="43327" y="581313"/>
                  </a:lnTo>
                  <a:lnTo>
                    <a:pt x="43172" y="581331"/>
                  </a:lnTo>
                  <a:lnTo>
                    <a:pt x="40289" y="581662"/>
                  </a:lnTo>
                  <a:lnTo>
                    <a:pt x="39543" y="582032"/>
                  </a:lnTo>
                  <a:lnTo>
                    <a:pt x="38077" y="582759"/>
                  </a:lnTo>
                  <a:lnTo>
                    <a:pt x="34329" y="584617"/>
                  </a:lnTo>
                  <a:lnTo>
                    <a:pt x="35487" y="586945"/>
                  </a:lnTo>
                  <a:lnTo>
                    <a:pt x="36383" y="588744"/>
                  </a:lnTo>
                  <a:lnTo>
                    <a:pt x="39032" y="594066"/>
                  </a:lnTo>
                  <a:lnTo>
                    <a:pt x="40706" y="601930"/>
                  </a:lnTo>
                  <a:lnTo>
                    <a:pt x="40828" y="602507"/>
                  </a:lnTo>
                  <a:lnTo>
                    <a:pt x="43190" y="613603"/>
                  </a:lnTo>
                  <a:lnTo>
                    <a:pt x="46349" y="615909"/>
                  </a:lnTo>
                  <a:lnTo>
                    <a:pt x="47711" y="616902"/>
                  </a:lnTo>
                  <a:lnTo>
                    <a:pt x="50900" y="613727"/>
                  </a:lnTo>
                  <a:lnTo>
                    <a:pt x="51643" y="613679"/>
                  </a:lnTo>
                  <a:lnTo>
                    <a:pt x="52913" y="612659"/>
                  </a:lnTo>
                  <a:lnTo>
                    <a:pt x="53466" y="612084"/>
                  </a:lnTo>
                  <a:lnTo>
                    <a:pt x="53933" y="611598"/>
                  </a:lnTo>
                  <a:lnTo>
                    <a:pt x="54698" y="610804"/>
                  </a:lnTo>
                  <a:lnTo>
                    <a:pt x="57003" y="609957"/>
                  </a:lnTo>
                  <a:lnTo>
                    <a:pt x="58643" y="609354"/>
                  </a:lnTo>
                  <a:lnTo>
                    <a:pt x="58834" y="609772"/>
                  </a:lnTo>
                  <a:lnTo>
                    <a:pt x="59532" y="611974"/>
                  </a:lnTo>
                  <a:lnTo>
                    <a:pt x="60441" y="610626"/>
                  </a:lnTo>
                  <a:lnTo>
                    <a:pt x="61826" y="610237"/>
                  </a:lnTo>
                  <a:lnTo>
                    <a:pt x="62652" y="609528"/>
                  </a:lnTo>
                  <a:lnTo>
                    <a:pt x="63473" y="609007"/>
                  </a:lnTo>
                  <a:lnTo>
                    <a:pt x="63606" y="608924"/>
                  </a:lnTo>
                  <a:lnTo>
                    <a:pt x="64972" y="608068"/>
                  </a:lnTo>
                  <a:lnTo>
                    <a:pt x="66004" y="607912"/>
                  </a:lnTo>
                  <a:lnTo>
                    <a:pt x="67721" y="607210"/>
                  </a:lnTo>
                  <a:lnTo>
                    <a:pt x="67860" y="607382"/>
                  </a:lnTo>
                  <a:lnTo>
                    <a:pt x="68175" y="607982"/>
                  </a:lnTo>
                  <a:lnTo>
                    <a:pt x="70091" y="610119"/>
                  </a:lnTo>
                  <a:lnTo>
                    <a:pt x="70740" y="609496"/>
                  </a:lnTo>
                  <a:lnTo>
                    <a:pt x="71615" y="609005"/>
                  </a:lnTo>
                  <a:lnTo>
                    <a:pt x="71772" y="607525"/>
                  </a:lnTo>
                  <a:lnTo>
                    <a:pt x="71815" y="607156"/>
                  </a:lnTo>
                  <a:lnTo>
                    <a:pt x="71902" y="606419"/>
                  </a:lnTo>
                  <a:lnTo>
                    <a:pt x="71959" y="605907"/>
                  </a:lnTo>
                  <a:lnTo>
                    <a:pt x="72015" y="605372"/>
                  </a:lnTo>
                  <a:lnTo>
                    <a:pt x="73276" y="604396"/>
                  </a:lnTo>
                  <a:lnTo>
                    <a:pt x="73765" y="604017"/>
                  </a:lnTo>
                  <a:lnTo>
                    <a:pt x="74183" y="603628"/>
                  </a:lnTo>
                  <a:lnTo>
                    <a:pt x="74269" y="603397"/>
                  </a:lnTo>
                  <a:lnTo>
                    <a:pt x="74800" y="603216"/>
                  </a:lnTo>
                  <a:lnTo>
                    <a:pt x="76053" y="602778"/>
                  </a:lnTo>
                  <a:lnTo>
                    <a:pt x="77447" y="602295"/>
                  </a:lnTo>
                  <a:lnTo>
                    <a:pt x="77616" y="602236"/>
                  </a:lnTo>
                  <a:lnTo>
                    <a:pt x="78341" y="604415"/>
                  </a:lnTo>
                  <a:lnTo>
                    <a:pt x="78593" y="605173"/>
                  </a:lnTo>
                  <a:lnTo>
                    <a:pt x="78656" y="605355"/>
                  </a:lnTo>
                  <a:lnTo>
                    <a:pt x="78764" y="605892"/>
                  </a:lnTo>
                  <a:lnTo>
                    <a:pt x="78813" y="606131"/>
                  </a:lnTo>
                  <a:lnTo>
                    <a:pt x="79016" y="607149"/>
                  </a:lnTo>
                  <a:lnTo>
                    <a:pt x="79230" y="610461"/>
                  </a:lnTo>
                  <a:lnTo>
                    <a:pt x="80142" y="609858"/>
                  </a:lnTo>
                  <a:lnTo>
                    <a:pt x="81244" y="609129"/>
                  </a:lnTo>
                  <a:lnTo>
                    <a:pt x="82297" y="608433"/>
                  </a:lnTo>
                  <a:lnTo>
                    <a:pt x="83270" y="608726"/>
                  </a:lnTo>
                  <a:lnTo>
                    <a:pt x="84732" y="609165"/>
                  </a:lnTo>
                  <a:lnTo>
                    <a:pt x="85654" y="607795"/>
                  </a:lnTo>
                  <a:lnTo>
                    <a:pt x="86532" y="607625"/>
                  </a:lnTo>
                  <a:lnTo>
                    <a:pt x="87538" y="607431"/>
                  </a:lnTo>
                  <a:lnTo>
                    <a:pt x="88296" y="607284"/>
                  </a:lnTo>
                  <a:lnTo>
                    <a:pt x="88811" y="607319"/>
                  </a:lnTo>
                  <a:lnTo>
                    <a:pt x="90348" y="607425"/>
                  </a:lnTo>
                  <a:lnTo>
                    <a:pt x="91203" y="607133"/>
                  </a:lnTo>
                  <a:lnTo>
                    <a:pt x="92404" y="606723"/>
                  </a:lnTo>
                  <a:lnTo>
                    <a:pt x="92941" y="606540"/>
                  </a:lnTo>
                  <a:lnTo>
                    <a:pt x="93088" y="606490"/>
                  </a:lnTo>
                  <a:lnTo>
                    <a:pt x="94003" y="606177"/>
                  </a:lnTo>
                  <a:lnTo>
                    <a:pt x="95213" y="606899"/>
                  </a:lnTo>
                  <a:lnTo>
                    <a:pt x="96203" y="606638"/>
                  </a:lnTo>
                  <a:lnTo>
                    <a:pt x="97041" y="606060"/>
                  </a:lnTo>
                  <a:lnTo>
                    <a:pt x="97401" y="608293"/>
                  </a:lnTo>
                  <a:lnTo>
                    <a:pt x="98264" y="607889"/>
                  </a:lnTo>
                  <a:lnTo>
                    <a:pt x="99031" y="607528"/>
                  </a:lnTo>
                  <a:lnTo>
                    <a:pt x="99197" y="607450"/>
                  </a:lnTo>
                  <a:lnTo>
                    <a:pt x="100021" y="607063"/>
                  </a:lnTo>
                  <a:lnTo>
                    <a:pt x="100932" y="606652"/>
                  </a:lnTo>
                  <a:lnTo>
                    <a:pt x="101905" y="606314"/>
                  </a:lnTo>
                  <a:lnTo>
                    <a:pt x="102441" y="605739"/>
                  </a:lnTo>
                  <a:lnTo>
                    <a:pt x="102890" y="605295"/>
                  </a:lnTo>
                  <a:lnTo>
                    <a:pt x="103718" y="604468"/>
                  </a:lnTo>
                  <a:lnTo>
                    <a:pt x="104185" y="604060"/>
                  </a:lnTo>
                  <a:lnTo>
                    <a:pt x="104480" y="604013"/>
                  </a:lnTo>
                  <a:lnTo>
                    <a:pt x="106054" y="603562"/>
                  </a:lnTo>
                  <a:lnTo>
                    <a:pt x="107882" y="601357"/>
                  </a:lnTo>
                  <a:lnTo>
                    <a:pt x="108366" y="601268"/>
                  </a:lnTo>
                  <a:lnTo>
                    <a:pt x="109525" y="600437"/>
                  </a:lnTo>
                  <a:lnTo>
                    <a:pt x="110163" y="600112"/>
                  </a:lnTo>
                  <a:lnTo>
                    <a:pt x="111581" y="599389"/>
                  </a:lnTo>
                  <a:lnTo>
                    <a:pt x="113211" y="598557"/>
                  </a:lnTo>
                  <a:lnTo>
                    <a:pt x="112782" y="597417"/>
                  </a:lnTo>
                  <a:lnTo>
                    <a:pt x="113080" y="596713"/>
                  </a:lnTo>
                  <a:lnTo>
                    <a:pt x="113444" y="596536"/>
                  </a:lnTo>
                  <a:lnTo>
                    <a:pt x="114134" y="596199"/>
                  </a:lnTo>
                  <a:lnTo>
                    <a:pt x="114462" y="595805"/>
                  </a:lnTo>
                  <a:lnTo>
                    <a:pt x="115415" y="594659"/>
                  </a:lnTo>
                  <a:lnTo>
                    <a:pt x="115864" y="594565"/>
                  </a:lnTo>
                  <a:lnTo>
                    <a:pt x="117225" y="593826"/>
                  </a:lnTo>
                  <a:lnTo>
                    <a:pt x="117687" y="593874"/>
                  </a:lnTo>
                  <a:lnTo>
                    <a:pt x="118062" y="593944"/>
                  </a:lnTo>
                  <a:lnTo>
                    <a:pt x="118350" y="593986"/>
                  </a:lnTo>
                  <a:lnTo>
                    <a:pt x="118632" y="594174"/>
                  </a:lnTo>
                  <a:lnTo>
                    <a:pt x="118835" y="594169"/>
                  </a:lnTo>
                  <a:lnTo>
                    <a:pt x="119039" y="594167"/>
                  </a:lnTo>
                  <a:lnTo>
                    <a:pt x="119234" y="594197"/>
                  </a:lnTo>
                  <a:lnTo>
                    <a:pt x="119562" y="594246"/>
                  </a:lnTo>
                  <a:lnTo>
                    <a:pt x="120324" y="594262"/>
                  </a:lnTo>
                  <a:lnTo>
                    <a:pt x="120900" y="594931"/>
                  </a:lnTo>
                  <a:lnTo>
                    <a:pt x="121130" y="595199"/>
                  </a:lnTo>
                  <a:lnTo>
                    <a:pt x="121277" y="595370"/>
                  </a:lnTo>
                  <a:lnTo>
                    <a:pt x="121625" y="595417"/>
                  </a:lnTo>
                  <a:lnTo>
                    <a:pt x="121866" y="595483"/>
                  </a:lnTo>
                  <a:lnTo>
                    <a:pt x="122349" y="596053"/>
                  </a:lnTo>
                  <a:lnTo>
                    <a:pt x="122847" y="596681"/>
                  </a:lnTo>
                  <a:lnTo>
                    <a:pt x="122961" y="597032"/>
                  </a:lnTo>
                  <a:lnTo>
                    <a:pt x="123162" y="597629"/>
                  </a:lnTo>
                  <a:lnTo>
                    <a:pt x="124930" y="596913"/>
                  </a:lnTo>
                  <a:lnTo>
                    <a:pt x="126433" y="596301"/>
                  </a:lnTo>
                  <a:lnTo>
                    <a:pt x="127148" y="596109"/>
                  </a:lnTo>
                  <a:lnTo>
                    <a:pt x="127905" y="596036"/>
                  </a:lnTo>
                  <a:lnTo>
                    <a:pt x="128074" y="596167"/>
                  </a:lnTo>
                  <a:lnTo>
                    <a:pt x="128611" y="596586"/>
                  </a:lnTo>
                  <a:lnTo>
                    <a:pt x="129256" y="597268"/>
                  </a:lnTo>
                  <a:lnTo>
                    <a:pt x="129861" y="596978"/>
                  </a:lnTo>
                  <a:lnTo>
                    <a:pt x="130920" y="596471"/>
                  </a:lnTo>
                  <a:lnTo>
                    <a:pt x="132244" y="595838"/>
                  </a:lnTo>
                  <a:lnTo>
                    <a:pt x="132982" y="595484"/>
                  </a:lnTo>
                  <a:lnTo>
                    <a:pt x="133147" y="595405"/>
                  </a:lnTo>
                  <a:lnTo>
                    <a:pt x="133331" y="595317"/>
                  </a:lnTo>
                  <a:lnTo>
                    <a:pt x="134067" y="594965"/>
                  </a:lnTo>
                  <a:lnTo>
                    <a:pt x="135192" y="594426"/>
                  </a:lnTo>
                  <a:lnTo>
                    <a:pt x="136589" y="593758"/>
                  </a:lnTo>
                  <a:lnTo>
                    <a:pt x="136663" y="593935"/>
                  </a:lnTo>
                  <a:lnTo>
                    <a:pt x="136948" y="594622"/>
                  </a:lnTo>
                  <a:lnTo>
                    <a:pt x="137183" y="595190"/>
                  </a:lnTo>
                  <a:lnTo>
                    <a:pt x="137489" y="595927"/>
                  </a:lnTo>
                  <a:lnTo>
                    <a:pt x="137612" y="596227"/>
                  </a:lnTo>
                  <a:lnTo>
                    <a:pt x="137707" y="596771"/>
                  </a:lnTo>
                  <a:lnTo>
                    <a:pt x="137768" y="598331"/>
                  </a:lnTo>
                  <a:lnTo>
                    <a:pt x="137863" y="598654"/>
                  </a:lnTo>
                  <a:lnTo>
                    <a:pt x="138028" y="599218"/>
                  </a:lnTo>
                  <a:lnTo>
                    <a:pt x="138235" y="599927"/>
                  </a:lnTo>
                  <a:lnTo>
                    <a:pt x="138415" y="600542"/>
                  </a:lnTo>
                  <a:lnTo>
                    <a:pt x="138495" y="600813"/>
                  </a:lnTo>
                  <a:lnTo>
                    <a:pt x="138819" y="601921"/>
                  </a:lnTo>
                  <a:lnTo>
                    <a:pt x="138558" y="602208"/>
                  </a:lnTo>
                  <a:lnTo>
                    <a:pt x="137880" y="602536"/>
                  </a:lnTo>
                  <a:lnTo>
                    <a:pt x="137391" y="602691"/>
                  </a:lnTo>
                  <a:lnTo>
                    <a:pt x="135888" y="603699"/>
                  </a:lnTo>
                  <a:lnTo>
                    <a:pt x="135102" y="603997"/>
                  </a:lnTo>
                  <a:lnTo>
                    <a:pt x="134297" y="604272"/>
                  </a:lnTo>
                  <a:lnTo>
                    <a:pt x="134411" y="604722"/>
                  </a:lnTo>
                  <a:lnTo>
                    <a:pt x="134502" y="605077"/>
                  </a:lnTo>
                  <a:lnTo>
                    <a:pt x="134575" y="605365"/>
                  </a:lnTo>
                  <a:lnTo>
                    <a:pt x="134708" y="605885"/>
                  </a:lnTo>
                  <a:lnTo>
                    <a:pt x="134858" y="606474"/>
                  </a:lnTo>
                  <a:lnTo>
                    <a:pt x="135319" y="608285"/>
                  </a:lnTo>
                  <a:lnTo>
                    <a:pt x="135401" y="608606"/>
                  </a:lnTo>
                  <a:lnTo>
                    <a:pt x="135423" y="609771"/>
                  </a:lnTo>
                  <a:lnTo>
                    <a:pt x="136362" y="609709"/>
                  </a:lnTo>
                  <a:lnTo>
                    <a:pt x="136714" y="609733"/>
                  </a:lnTo>
                  <a:lnTo>
                    <a:pt x="137346" y="609775"/>
                  </a:lnTo>
                  <a:lnTo>
                    <a:pt x="138331" y="609919"/>
                  </a:lnTo>
                  <a:lnTo>
                    <a:pt x="138565" y="609954"/>
                  </a:lnTo>
                  <a:lnTo>
                    <a:pt x="139178" y="609871"/>
                  </a:lnTo>
                  <a:lnTo>
                    <a:pt x="139510" y="609883"/>
                  </a:lnTo>
                  <a:lnTo>
                    <a:pt x="140250" y="609876"/>
                  </a:lnTo>
                  <a:lnTo>
                    <a:pt x="141469" y="609403"/>
                  </a:lnTo>
                  <a:lnTo>
                    <a:pt x="142500" y="608664"/>
                  </a:lnTo>
                  <a:lnTo>
                    <a:pt x="142805" y="607905"/>
                  </a:lnTo>
                  <a:lnTo>
                    <a:pt x="142887" y="607555"/>
                  </a:lnTo>
                  <a:lnTo>
                    <a:pt x="143573" y="606993"/>
                  </a:lnTo>
                  <a:lnTo>
                    <a:pt x="144514" y="606526"/>
                  </a:lnTo>
                  <a:lnTo>
                    <a:pt x="145319" y="606256"/>
                  </a:lnTo>
                  <a:lnTo>
                    <a:pt x="147001" y="606154"/>
                  </a:lnTo>
                  <a:lnTo>
                    <a:pt x="148727" y="606404"/>
                  </a:lnTo>
                  <a:lnTo>
                    <a:pt x="148949" y="606344"/>
                  </a:lnTo>
                  <a:lnTo>
                    <a:pt x="149008" y="607284"/>
                  </a:lnTo>
                  <a:lnTo>
                    <a:pt x="149088" y="608397"/>
                  </a:lnTo>
                  <a:lnTo>
                    <a:pt x="149198" y="610033"/>
                  </a:lnTo>
                  <a:lnTo>
                    <a:pt x="149207" y="610178"/>
                  </a:lnTo>
                  <a:lnTo>
                    <a:pt x="149263" y="611071"/>
                  </a:lnTo>
                  <a:lnTo>
                    <a:pt x="149287" y="611453"/>
                  </a:lnTo>
                  <a:lnTo>
                    <a:pt x="149333" y="612189"/>
                  </a:lnTo>
                  <a:lnTo>
                    <a:pt x="149528" y="613462"/>
                  </a:lnTo>
                  <a:lnTo>
                    <a:pt x="149553" y="613649"/>
                  </a:lnTo>
                  <a:lnTo>
                    <a:pt x="149603" y="614167"/>
                  </a:lnTo>
                  <a:lnTo>
                    <a:pt x="149767" y="615073"/>
                  </a:lnTo>
                  <a:lnTo>
                    <a:pt x="149849" y="616001"/>
                  </a:lnTo>
                  <a:lnTo>
                    <a:pt x="149908" y="616666"/>
                  </a:lnTo>
                  <a:lnTo>
                    <a:pt x="150016" y="617246"/>
                  </a:lnTo>
                  <a:lnTo>
                    <a:pt x="150107" y="617682"/>
                  </a:lnTo>
                  <a:lnTo>
                    <a:pt x="150122" y="617814"/>
                  </a:lnTo>
                  <a:lnTo>
                    <a:pt x="150147" y="618019"/>
                  </a:lnTo>
                  <a:lnTo>
                    <a:pt x="150244" y="618469"/>
                  </a:lnTo>
                  <a:lnTo>
                    <a:pt x="150255" y="618671"/>
                  </a:lnTo>
                  <a:lnTo>
                    <a:pt x="150958" y="618812"/>
                  </a:lnTo>
                  <a:lnTo>
                    <a:pt x="151026" y="618992"/>
                  </a:lnTo>
                  <a:lnTo>
                    <a:pt x="151226" y="619420"/>
                  </a:lnTo>
                  <a:lnTo>
                    <a:pt x="151256" y="619774"/>
                  </a:lnTo>
                  <a:lnTo>
                    <a:pt x="150997" y="619835"/>
                  </a:lnTo>
                  <a:lnTo>
                    <a:pt x="150784" y="619893"/>
                  </a:lnTo>
                  <a:lnTo>
                    <a:pt x="150297" y="620443"/>
                  </a:lnTo>
                  <a:lnTo>
                    <a:pt x="150198" y="620583"/>
                  </a:lnTo>
                  <a:lnTo>
                    <a:pt x="150014" y="620983"/>
                  </a:lnTo>
                  <a:lnTo>
                    <a:pt x="149911" y="621393"/>
                  </a:lnTo>
                  <a:lnTo>
                    <a:pt x="149897" y="621597"/>
                  </a:lnTo>
                  <a:lnTo>
                    <a:pt x="149939" y="621780"/>
                  </a:lnTo>
                  <a:lnTo>
                    <a:pt x="149986" y="621936"/>
                  </a:lnTo>
                  <a:lnTo>
                    <a:pt x="149994" y="622240"/>
                  </a:lnTo>
                  <a:lnTo>
                    <a:pt x="150838" y="622988"/>
                  </a:lnTo>
                  <a:lnTo>
                    <a:pt x="151191" y="623338"/>
                  </a:lnTo>
                  <a:lnTo>
                    <a:pt x="151547" y="623697"/>
                  </a:lnTo>
                  <a:lnTo>
                    <a:pt x="151742" y="623801"/>
                  </a:lnTo>
                  <a:lnTo>
                    <a:pt x="151941" y="624018"/>
                  </a:lnTo>
                  <a:lnTo>
                    <a:pt x="152046" y="624178"/>
                  </a:lnTo>
                  <a:lnTo>
                    <a:pt x="152124" y="624346"/>
                  </a:lnTo>
                  <a:lnTo>
                    <a:pt x="152280" y="624634"/>
                  </a:lnTo>
                  <a:lnTo>
                    <a:pt x="152430" y="624885"/>
                  </a:lnTo>
                  <a:lnTo>
                    <a:pt x="152483" y="625014"/>
                  </a:lnTo>
                  <a:lnTo>
                    <a:pt x="152722" y="625568"/>
                  </a:lnTo>
                  <a:lnTo>
                    <a:pt x="152910" y="626080"/>
                  </a:lnTo>
                  <a:lnTo>
                    <a:pt x="153367" y="625999"/>
                  </a:lnTo>
                  <a:lnTo>
                    <a:pt x="153821" y="626015"/>
                  </a:lnTo>
                  <a:lnTo>
                    <a:pt x="154111" y="625969"/>
                  </a:lnTo>
                  <a:lnTo>
                    <a:pt x="154269" y="625944"/>
                  </a:lnTo>
                  <a:lnTo>
                    <a:pt x="154493" y="625909"/>
                  </a:lnTo>
                  <a:lnTo>
                    <a:pt x="154880" y="625893"/>
                  </a:lnTo>
                  <a:lnTo>
                    <a:pt x="155078" y="625972"/>
                  </a:lnTo>
                  <a:lnTo>
                    <a:pt x="155260" y="626044"/>
                  </a:lnTo>
                  <a:lnTo>
                    <a:pt x="155494" y="626137"/>
                  </a:lnTo>
                  <a:lnTo>
                    <a:pt x="155762" y="626243"/>
                  </a:lnTo>
                  <a:lnTo>
                    <a:pt x="155704" y="626396"/>
                  </a:lnTo>
                  <a:lnTo>
                    <a:pt x="154209" y="629099"/>
                  </a:lnTo>
                  <a:lnTo>
                    <a:pt x="154965" y="631812"/>
                  </a:lnTo>
                  <a:lnTo>
                    <a:pt x="155614" y="632158"/>
                  </a:lnTo>
                  <a:lnTo>
                    <a:pt x="156472" y="632612"/>
                  </a:lnTo>
                  <a:lnTo>
                    <a:pt x="157726" y="632719"/>
                  </a:lnTo>
                  <a:lnTo>
                    <a:pt x="157651" y="632960"/>
                  </a:lnTo>
                  <a:lnTo>
                    <a:pt x="157288" y="634125"/>
                  </a:lnTo>
                  <a:lnTo>
                    <a:pt x="157156" y="634556"/>
                  </a:lnTo>
                  <a:lnTo>
                    <a:pt x="154995" y="633425"/>
                  </a:lnTo>
                  <a:lnTo>
                    <a:pt x="153371" y="633463"/>
                  </a:lnTo>
                  <a:lnTo>
                    <a:pt x="153241" y="633524"/>
                  </a:lnTo>
                  <a:lnTo>
                    <a:pt x="149308" y="640413"/>
                  </a:lnTo>
                  <a:lnTo>
                    <a:pt x="151005" y="641140"/>
                  </a:lnTo>
                  <a:lnTo>
                    <a:pt x="151174" y="641268"/>
                  </a:lnTo>
                  <a:lnTo>
                    <a:pt x="151356" y="641409"/>
                  </a:lnTo>
                  <a:lnTo>
                    <a:pt x="151203" y="641606"/>
                  </a:lnTo>
                  <a:lnTo>
                    <a:pt x="151076" y="641772"/>
                  </a:lnTo>
                  <a:lnTo>
                    <a:pt x="150892" y="642010"/>
                  </a:lnTo>
                  <a:lnTo>
                    <a:pt x="150640" y="641823"/>
                  </a:lnTo>
                  <a:lnTo>
                    <a:pt x="150355" y="641604"/>
                  </a:lnTo>
                  <a:lnTo>
                    <a:pt x="150214" y="641492"/>
                  </a:lnTo>
                  <a:lnTo>
                    <a:pt x="149984" y="647417"/>
                  </a:lnTo>
                  <a:lnTo>
                    <a:pt x="150081" y="647556"/>
                  </a:lnTo>
                  <a:lnTo>
                    <a:pt x="150345" y="647600"/>
                  </a:lnTo>
                  <a:lnTo>
                    <a:pt x="153747" y="650288"/>
                  </a:lnTo>
                  <a:lnTo>
                    <a:pt x="153883" y="650529"/>
                  </a:lnTo>
                  <a:lnTo>
                    <a:pt x="154224" y="651134"/>
                  </a:lnTo>
                  <a:lnTo>
                    <a:pt x="154725" y="651874"/>
                  </a:lnTo>
                  <a:lnTo>
                    <a:pt x="154831" y="652031"/>
                  </a:lnTo>
                  <a:lnTo>
                    <a:pt x="155280" y="652279"/>
                  </a:lnTo>
                  <a:lnTo>
                    <a:pt x="155539" y="652432"/>
                  </a:lnTo>
                  <a:lnTo>
                    <a:pt x="155927" y="652474"/>
                  </a:lnTo>
                  <a:lnTo>
                    <a:pt x="157496" y="651606"/>
                  </a:lnTo>
                  <a:lnTo>
                    <a:pt x="159166" y="650678"/>
                  </a:lnTo>
                  <a:lnTo>
                    <a:pt x="160673" y="650776"/>
                  </a:lnTo>
                  <a:lnTo>
                    <a:pt x="161919" y="650856"/>
                  </a:lnTo>
                  <a:lnTo>
                    <a:pt x="162130" y="650871"/>
                  </a:lnTo>
                  <a:lnTo>
                    <a:pt x="163201" y="650940"/>
                  </a:lnTo>
                  <a:lnTo>
                    <a:pt x="166118" y="651131"/>
                  </a:lnTo>
                  <a:lnTo>
                    <a:pt x="166453" y="651151"/>
                  </a:lnTo>
                  <a:lnTo>
                    <a:pt x="166711" y="651166"/>
                  </a:lnTo>
                  <a:lnTo>
                    <a:pt x="167045" y="651604"/>
                  </a:lnTo>
                  <a:lnTo>
                    <a:pt x="167853" y="652666"/>
                  </a:lnTo>
                  <a:lnTo>
                    <a:pt x="168413" y="653401"/>
                  </a:lnTo>
                  <a:lnTo>
                    <a:pt x="168890" y="654029"/>
                  </a:lnTo>
                  <a:lnTo>
                    <a:pt x="169772" y="655191"/>
                  </a:lnTo>
                  <a:lnTo>
                    <a:pt x="169943" y="655416"/>
                  </a:lnTo>
                  <a:lnTo>
                    <a:pt x="170287" y="655867"/>
                  </a:lnTo>
                  <a:lnTo>
                    <a:pt x="171117" y="656958"/>
                  </a:lnTo>
                  <a:lnTo>
                    <a:pt x="171405" y="659967"/>
                  </a:lnTo>
                  <a:lnTo>
                    <a:pt x="171317" y="660604"/>
                  </a:lnTo>
                  <a:lnTo>
                    <a:pt x="169823" y="660957"/>
                  </a:lnTo>
                  <a:lnTo>
                    <a:pt x="169625" y="661272"/>
                  </a:lnTo>
                  <a:lnTo>
                    <a:pt x="168423" y="663168"/>
                  </a:lnTo>
                  <a:lnTo>
                    <a:pt x="167889" y="664010"/>
                  </a:lnTo>
                  <a:lnTo>
                    <a:pt x="169543" y="665469"/>
                  </a:lnTo>
                  <a:lnTo>
                    <a:pt x="172896" y="668438"/>
                  </a:lnTo>
                  <a:lnTo>
                    <a:pt x="171878" y="670992"/>
                  </a:lnTo>
                  <a:lnTo>
                    <a:pt x="171849" y="671277"/>
                  </a:lnTo>
                  <a:lnTo>
                    <a:pt x="171599" y="674238"/>
                  </a:lnTo>
                  <a:lnTo>
                    <a:pt x="171520" y="675074"/>
                  </a:lnTo>
                  <a:lnTo>
                    <a:pt x="171322" y="677228"/>
                  </a:lnTo>
                  <a:lnTo>
                    <a:pt x="171121" y="679492"/>
                  </a:lnTo>
                  <a:lnTo>
                    <a:pt x="171085" y="679746"/>
                  </a:lnTo>
                  <a:lnTo>
                    <a:pt x="171012" y="680290"/>
                  </a:lnTo>
                  <a:lnTo>
                    <a:pt x="170830" y="681658"/>
                  </a:lnTo>
                  <a:lnTo>
                    <a:pt x="170775" y="682078"/>
                  </a:lnTo>
                  <a:lnTo>
                    <a:pt x="171117" y="683683"/>
                  </a:lnTo>
                  <a:lnTo>
                    <a:pt x="171388" y="684951"/>
                  </a:lnTo>
                  <a:lnTo>
                    <a:pt x="172788" y="685503"/>
                  </a:lnTo>
                  <a:lnTo>
                    <a:pt x="174440" y="686149"/>
                  </a:lnTo>
                  <a:lnTo>
                    <a:pt x="175344" y="686508"/>
                  </a:lnTo>
                  <a:lnTo>
                    <a:pt x="165806" y="689176"/>
                  </a:lnTo>
                  <a:lnTo>
                    <a:pt x="162283" y="690161"/>
                  </a:lnTo>
                  <a:lnTo>
                    <a:pt x="161953" y="690253"/>
                  </a:lnTo>
                  <a:lnTo>
                    <a:pt x="157227" y="691571"/>
                  </a:lnTo>
                  <a:lnTo>
                    <a:pt x="148341" y="694003"/>
                  </a:lnTo>
                  <a:lnTo>
                    <a:pt x="148048" y="694049"/>
                  </a:lnTo>
                  <a:lnTo>
                    <a:pt x="147915" y="694045"/>
                  </a:lnTo>
                  <a:lnTo>
                    <a:pt x="146839" y="693927"/>
                  </a:lnTo>
                  <a:lnTo>
                    <a:pt x="146674" y="693927"/>
                  </a:lnTo>
                  <a:lnTo>
                    <a:pt x="146386" y="693960"/>
                  </a:lnTo>
                  <a:lnTo>
                    <a:pt x="145964" y="694000"/>
                  </a:lnTo>
                  <a:lnTo>
                    <a:pt x="145730" y="694106"/>
                  </a:lnTo>
                  <a:lnTo>
                    <a:pt x="145476" y="694099"/>
                  </a:lnTo>
                  <a:lnTo>
                    <a:pt x="145108" y="693885"/>
                  </a:lnTo>
                  <a:lnTo>
                    <a:pt x="144888" y="693850"/>
                  </a:lnTo>
                  <a:lnTo>
                    <a:pt x="144567" y="693883"/>
                  </a:lnTo>
                  <a:lnTo>
                    <a:pt x="144389" y="693916"/>
                  </a:lnTo>
                  <a:lnTo>
                    <a:pt x="144145" y="693965"/>
                  </a:lnTo>
                  <a:lnTo>
                    <a:pt x="143849" y="694019"/>
                  </a:lnTo>
                  <a:lnTo>
                    <a:pt x="143474" y="694087"/>
                  </a:lnTo>
                  <a:lnTo>
                    <a:pt x="143141" y="694124"/>
                  </a:lnTo>
                  <a:lnTo>
                    <a:pt x="142839" y="694035"/>
                  </a:lnTo>
                  <a:lnTo>
                    <a:pt x="142572" y="693923"/>
                  </a:lnTo>
                  <a:lnTo>
                    <a:pt x="142222" y="693768"/>
                  </a:lnTo>
                  <a:lnTo>
                    <a:pt x="142049" y="693665"/>
                  </a:lnTo>
                  <a:lnTo>
                    <a:pt x="142187" y="693262"/>
                  </a:lnTo>
                  <a:lnTo>
                    <a:pt x="142042" y="692959"/>
                  </a:lnTo>
                  <a:lnTo>
                    <a:pt x="141850" y="692875"/>
                  </a:lnTo>
                  <a:lnTo>
                    <a:pt x="141564" y="692732"/>
                  </a:lnTo>
                  <a:lnTo>
                    <a:pt x="141095" y="692471"/>
                  </a:lnTo>
                  <a:lnTo>
                    <a:pt x="140757" y="692476"/>
                  </a:lnTo>
                  <a:lnTo>
                    <a:pt x="140155" y="692469"/>
                  </a:lnTo>
                  <a:lnTo>
                    <a:pt x="138963" y="693984"/>
                  </a:lnTo>
                  <a:lnTo>
                    <a:pt x="138281" y="694849"/>
                  </a:lnTo>
                  <a:lnTo>
                    <a:pt x="137573" y="695646"/>
                  </a:lnTo>
                  <a:lnTo>
                    <a:pt x="136766" y="695682"/>
                  </a:lnTo>
                  <a:lnTo>
                    <a:pt x="128951" y="696026"/>
                  </a:lnTo>
                  <a:lnTo>
                    <a:pt x="120275" y="703104"/>
                  </a:lnTo>
                  <a:lnTo>
                    <a:pt x="120336" y="703238"/>
                  </a:lnTo>
                  <a:lnTo>
                    <a:pt x="126382" y="716708"/>
                  </a:lnTo>
                  <a:lnTo>
                    <a:pt x="130132" y="716589"/>
                  </a:lnTo>
                  <a:lnTo>
                    <a:pt x="130254" y="716770"/>
                  </a:lnTo>
                  <a:lnTo>
                    <a:pt x="132392" y="719963"/>
                  </a:lnTo>
                  <a:lnTo>
                    <a:pt x="133044" y="720931"/>
                  </a:lnTo>
                  <a:lnTo>
                    <a:pt x="133661" y="721851"/>
                  </a:lnTo>
                  <a:lnTo>
                    <a:pt x="134094" y="722497"/>
                  </a:lnTo>
                  <a:lnTo>
                    <a:pt x="135083" y="723972"/>
                  </a:lnTo>
                  <a:lnTo>
                    <a:pt x="135995" y="725461"/>
                  </a:lnTo>
                  <a:lnTo>
                    <a:pt x="136248" y="725667"/>
                  </a:lnTo>
                  <a:lnTo>
                    <a:pt x="136384" y="726007"/>
                  </a:lnTo>
                  <a:lnTo>
                    <a:pt x="137046" y="726933"/>
                  </a:lnTo>
                  <a:lnTo>
                    <a:pt x="137397" y="727425"/>
                  </a:lnTo>
                  <a:lnTo>
                    <a:pt x="139470" y="730944"/>
                  </a:lnTo>
                  <a:lnTo>
                    <a:pt x="140276" y="732314"/>
                  </a:lnTo>
                  <a:lnTo>
                    <a:pt x="140652" y="733024"/>
                  </a:lnTo>
                  <a:lnTo>
                    <a:pt x="141531" y="736588"/>
                  </a:lnTo>
                  <a:lnTo>
                    <a:pt x="141655" y="737089"/>
                  </a:lnTo>
                  <a:lnTo>
                    <a:pt x="141763" y="737525"/>
                  </a:lnTo>
                  <a:lnTo>
                    <a:pt x="141796" y="737659"/>
                  </a:lnTo>
                  <a:lnTo>
                    <a:pt x="142030" y="738315"/>
                  </a:lnTo>
                  <a:lnTo>
                    <a:pt x="142274" y="738468"/>
                  </a:lnTo>
                  <a:lnTo>
                    <a:pt x="142462" y="738566"/>
                  </a:lnTo>
                  <a:lnTo>
                    <a:pt x="142703" y="738698"/>
                  </a:lnTo>
                  <a:lnTo>
                    <a:pt x="143001" y="738911"/>
                  </a:lnTo>
                  <a:lnTo>
                    <a:pt x="143146" y="739089"/>
                  </a:lnTo>
                  <a:lnTo>
                    <a:pt x="143411" y="739197"/>
                  </a:lnTo>
                  <a:lnTo>
                    <a:pt x="143383" y="739396"/>
                  </a:lnTo>
                  <a:lnTo>
                    <a:pt x="143514" y="739485"/>
                  </a:lnTo>
                  <a:lnTo>
                    <a:pt x="143642" y="739482"/>
                  </a:lnTo>
                  <a:lnTo>
                    <a:pt x="144106" y="739890"/>
                  </a:lnTo>
                  <a:lnTo>
                    <a:pt x="144162" y="740131"/>
                  </a:lnTo>
                  <a:lnTo>
                    <a:pt x="144563" y="740446"/>
                  </a:lnTo>
                  <a:lnTo>
                    <a:pt x="144335" y="740849"/>
                  </a:lnTo>
                  <a:lnTo>
                    <a:pt x="144550" y="741050"/>
                  </a:lnTo>
                  <a:lnTo>
                    <a:pt x="144778" y="741390"/>
                  </a:lnTo>
                  <a:lnTo>
                    <a:pt x="144843" y="741589"/>
                  </a:lnTo>
                  <a:lnTo>
                    <a:pt x="144752" y="741848"/>
                  </a:lnTo>
                  <a:lnTo>
                    <a:pt x="144998" y="741880"/>
                  </a:lnTo>
                  <a:lnTo>
                    <a:pt x="145704" y="741671"/>
                  </a:lnTo>
                  <a:lnTo>
                    <a:pt x="145928" y="741542"/>
                  </a:lnTo>
                  <a:lnTo>
                    <a:pt x="146393" y="741493"/>
                  </a:lnTo>
                  <a:lnTo>
                    <a:pt x="146767" y="741421"/>
                  </a:lnTo>
                  <a:lnTo>
                    <a:pt x="147152" y="741521"/>
                  </a:lnTo>
                  <a:lnTo>
                    <a:pt x="147325" y="741744"/>
                  </a:lnTo>
                  <a:lnTo>
                    <a:pt x="147671" y="741676"/>
                  </a:lnTo>
                  <a:lnTo>
                    <a:pt x="148296" y="741563"/>
                  </a:lnTo>
                  <a:lnTo>
                    <a:pt x="148595" y="741509"/>
                  </a:lnTo>
                  <a:lnTo>
                    <a:pt x="149015" y="741384"/>
                  </a:lnTo>
                  <a:lnTo>
                    <a:pt x="149270" y="741284"/>
                  </a:lnTo>
                  <a:lnTo>
                    <a:pt x="149444" y="741262"/>
                  </a:lnTo>
                  <a:lnTo>
                    <a:pt x="150649" y="742591"/>
                  </a:lnTo>
                  <a:lnTo>
                    <a:pt x="150791" y="742565"/>
                  </a:lnTo>
                  <a:lnTo>
                    <a:pt x="151095" y="742506"/>
                  </a:lnTo>
                  <a:lnTo>
                    <a:pt x="151429" y="742439"/>
                  </a:lnTo>
                  <a:lnTo>
                    <a:pt x="151810" y="742363"/>
                  </a:lnTo>
                  <a:lnTo>
                    <a:pt x="152189" y="742285"/>
                  </a:lnTo>
                  <a:lnTo>
                    <a:pt x="152513" y="742221"/>
                  </a:lnTo>
                  <a:lnTo>
                    <a:pt x="152800" y="742167"/>
                  </a:lnTo>
                  <a:lnTo>
                    <a:pt x="153055" y="742113"/>
                  </a:lnTo>
                  <a:lnTo>
                    <a:pt x="153129" y="742908"/>
                  </a:lnTo>
                  <a:lnTo>
                    <a:pt x="153233" y="743266"/>
                  </a:lnTo>
                  <a:lnTo>
                    <a:pt x="153632" y="743421"/>
                  </a:lnTo>
                  <a:lnTo>
                    <a:pt x="154280" y="744777"/>
                  </a:lnTo>
                  <a:lnTo>
                    <a:pt x="154435" y="745255"/>
                  </a:lnTo>
                  <a:lnTo>
                    <a:pt x="154522" y="745640"/>
                  </a:lnTo>
                  <a:lnTo>
                    <a:pt x="154590" y="745883"/>
                  </a:lnTo>
                  <a:lnTo>
                    <a:pt x="154801" y="746472"/>
                  </a:lnTo>
                  <a:lnTo>
                    <a:pt x="154918" y="746666"/>
                  </a:lnTo>
                  <a:lnTo>
                    <a:pt x="155352" y="747217"/>
                  </a:lnTo>
                  <a:lnTo>
                    <a:pt x="155345" y="747421"/>
                  </a:lnTo>
                  <a:lnTo>
                    <a:pt x="155314" y="747621"/>
                  </a:lnTo>
                  <a:lnTo>
                    <a:pt x="155281" y="747827"/>
                  </a:lnTo>
                  <a:lnTo>
                    <a:pt x="155202" y="748061"/>
                  </a:lnTo>
                  <a:lnTo>
                    <a:pt x="155012" y="748263"/>
                  </a:lnTo>
                  <a:lnTo>
                    <a:pt x="154805" y="748573"/>
                  </a:lnTo>
                  <a:lnTo>
                    <a:pt x="154747" y="748744"/>
                  </a:lnTo>
                  <a:lnTo>
                    <a:pt x="154590" y="748994"/>
                  </a:lnTo>
                  <a:lnTo>
                    <a:pt x="154529" y="749276"/>
                  </a:lnTo>
                  <a:lnTo>
                    <a:pt x="154470" y="749552"/>
                  </a:lnTo>
                  <a:lnTo>
                    <a:pt x="154433" y="749827"/>
                  </a:lnTo>
                  <a:lnTo>
                    <a:pt x="154351" y="750122"/>
                  </a:lnTo>
                  <a:lnTo>
                    <a:pt x="154322" y="750286"/>
                  </a:lnTo>
                  <a:lnTo>
                    <a:pt x="154264" y="750493"/>
                  </a:lnTo>
                  <a:lnTo>
                    <a:pt x="154292" y="750687"/>
                  </a:lnTo>
                  <a:lnTo>
                    <a:pt x="154318" y="750856"/>
                  </a:lnTo>
                  <a:lnTo>
                    <a:pt x="154304" y="750992"/>
                  </a:lnTo>
                  <a:lnTo>
                    <a:pt x="154325" y="751323"/>
                  </a:lnTo>
                  <a:lnTo>
                    <a:pt x="154189" y="752298"/>
                  </a:lnTo>
                  <a:lnTo>
                    <a:pt x="153406" y="751262"/>
                  </a:lnTo>
                  <a:lnTo>
                    <a:pt x="152615" y="753115"/>
                  </a:lnTo>
                  <a:lnTo>
                    <a:pt x="152496" y="753414"/>
                  </a:lnTo>
                  <a:lnTo>
                    <a:pt x="152376" y="753655"/>
                  </a:lnTo>
                  <a:lnTo>
                    <a:pt x="152058" y="754209"/>
                  </a:lnTo>
                  <a:lnTo>
                    <a:pt x="151950" y="754532"/>
                  </a:lnTo>
                  <a:lnTo>
                    <a:pt x="151891" y="754844"/>
                  </a:lnTo>
                  <a:lnTo>
                    <a:pt x="151882" y="755046"/>
                  </a:lnTo>
                  <a:lnTo>
                    <a:pt x="151790" y="755233"/>
                  </a:lnTo>
                  <a:lnTo>
                    <a:pt x="151889" y="755414"/>
                  </a:lnTo>
                  <a:lnTo>
                    <a:pt x="151987" y="755552"/>
                  </a:lnTo>
                  <a:lnTo>
                    <a:pt x="152039" y="755871"/>
                  </a:lnTo>
                  <a:lnTo>
                    <a:pt x="152053" y="756162"/>
                  </a:lnTo>
                  <a:lnTo>
                    <a:pt x="151926" y="756295"/>
                  </a:lnTo>
                  <a:lnTo>
                    <a:pt x="151797" y="756344"/>
                  </a:lnTo>
                  <a:lnTo>
                    <a:pt x="151659" y="756398"/>
                  </a:lnTo>
                  <a:lnTo>
                    <a:pt x="151134" y="756213"/>
                  </a:lnTo>
                  <a:lnTo>
                    <a:pt x="150883" y="756087"/>
                  </a:lnTo>
                  <a:lnTo>
                    <a:pt x="150557" y="755711"/>
                  </a:lnTo>
                  <a:lnTo>
                    <a:pt x="150055" y="755800"/>
                  </a:lnTo>
                  <a:lnTo>
                    <a:pt x="150027" y="756375"/>
                  </a:lnTo>
                  <a:lnTo>
                    <a:pt x="150203" y="756788"/>
                  </a:lnTo>
                  <a:lnTo>
                    <a:pt x="150292" y="757113"/>
                  </a:lnTo>
                  <a:lnTo>
                    <a:pt x="150374" y="757367"/>
                  </a:lnTo>
                  <a:lnTo>
                    <a:pt x="150341" y="757573"/>
                  </a:lnTo>
                  <a:lnTo>
                    <a:pt x="150489" y="757939"/>
                  </a:lnTo>
                  <a:lnTo>
                    <a:pt x="150515" y="758234"/>
                  </a:lnTo>
                  <a:lnTo>
                    <a:pt x="150521" y="758596"/>
                  </a:lnTo>
                  <a:lnTo>
                    <a:pt x="150524" y="758745"/>
                  </a:lnTo>
                  <a:lnTo>
                    <a:pt x="150484" y="758973"/>
                  </a:lnTo>
                  <a:lnTo>
                    <a:pt x="150501" y="759212"/>
                  </a:lnTo>
                  <a:lnTo>
                    <a:pt x="150496" y="759430"/>
                  </a:lnTo>
                  <a:lnTo>
                    <a:pt x="150457" y="759763"/>
                  </a:lnTo>
                  <a:lnTo>
                    <a:pt x="150113" y="761329"/>
                  </a:lnTo>
                  <a:lnTo>
                    <a:pt x="149753" y="761519"/>
                  </a:lnTo>
                  <a:lnTo>
                    <a:pt x="148946" y="763710"/>
                  </a:lnTo>
                  <a:lnTo>
                    <a:pt x="147896" y="766549"/>
                  </a:lnTo>
                  <a:lnTo>
                    <a:pt x="147002" y="769016"/>
                  </a:lnTo>
                  <a:lnTo>
                    <a:pt x="145911" y="772062"/>
                  </a:lnTo>
                  <a:lnTo>
                    <a:pt x="146763" y="773749"/>
                  </a:lnTo>
                  <a:lnTo>
                    <a:pt x="147002" y="774225"/>
                  </a:lnTo>
                  <a:lnTo>
                    <a:pt x="147394" y="775004"/>
                  </a:lnTo>
                  <a:lnTo>
                    <a:pt x="147075" y="775733"/>
                  </a:lnTo>
                  <a:lnTo>
                    <a:pt x="146751" y="776471"/>
                  </a:lnTo>
                  <a:lnTo>
                    <a:pt x="146533" y="776968"/>
                  </a:lnTo>
                  <a:lnTo>
                    <a:pt x="146069" y="778021"/>
                  </a:lnTo>
                  <a:lnTo>
                    <a:pt x="145818" y="778595"/>
                  </a:lnTo>
                  <a:lnTo>
                    <a:pt x="145485" y="779353"/>
                  </a:lnTo>
                  <a:lnTo>
                    <a:pt x="145255" y="779880"/>
                  </a:lnTo>
                  <a:lnTo>
                    <a:pt x="145082" y="780274"/>
                  </a:lnTo>
                  <a:lnTo>
                    <a:pt x="140756" y="785537"/>
                  </a:lnTo>
                  <a:lnTo>
                    <a:pt x="139411" y="787176"/>
                  </a:lnTo>
                  <a:lnTo>
                    <a:pt x="137113" y="789007"/>
                  </a:lnTo>
                  <a:lnTo>
                    <a:pt x="134935" y="790733"/>
                  </a:lnTo>
                  <a:lnTo>
                    <a:pt x="134487" y="791028"/>
                  </a:lnTo>
                  <a:lnTo>
                    <a:pt x="133869" y="791253"/>
                  </a:lnTo>
                  <a:lnTo>
                    <a:pt x="132755" y="791659"/>
                  </a:lnTo>
                  <a:lnTo>
                    <a:pt x="132317" y="791860"/>
                  </a:lnTo>
                  <a:lnTo>
                    <a:pt x="132075" y="791949"/>
                  </a:lnTo>
                  <a:lnTo>
                    <a:pt x="131784" y="792055"/>
                  </a:lnTo>
                  <a:lnTo>
                    <a:pt x="130267" y="792615"/>
                  </a:lnTo>
                  <a:lnTo>
                    <a:pt x="129620" y="792836"/>
                  </a:lnTo>
                  <a:lnTo>
                    <a:pt x="129111" y="793006"/>
                  </a:lnTo>
                  <a:lnTo>
                    <a:pt x="129402" y="793212"/>
                  </a:lnTo>
                  <a:lnTo>
                    <a:pt x="129892" y="793559"/>
                  </a:lnTo>
                  <a:lnTo>
                    <a:pt x="130612" y="794070"/>
                  </a:lnTo>
                  <a:lnTo>
                    <a:pt x="131184" y="794473"/>
                  </a:lnTo>
                  <a:lnTo>
                    <a:pt x="131908" y="794989"/>
                  </a:lnTo>
                  <a:lnTo>
                    <a:pt x="132621" y="795496"/>
                  </a:lnTo>
                  <a:lnTo>
                    <a:pt x="133158" y="795875"/>
                  </a:lnTo>
                  <a:lnTo>
                    <a:pt x="134255" y="796403"/>
                  </a:lnTo>
                  <a:lnTo>
                    <a:pt x="134857" y="796689"/>
                  </a:lnTo>
                  <a:lnTo>
                    <a:pt x="135875" y="797179"/>
                  </a:lnTo>
                  <a:lnTo>
                    <a:pt x="136911" y="797676"/>
                  </a:lnTo>
                  <a:lnTo>
                    <a:pt x="137861" y="798128"/>
                  </a:lnTo>
                  <a:lnTo>
                    <a:pt x="138916" y="798635"/>
                  </a:lnTo>
                  <a:lnTo>
                    <a:pt x="139628" y="798977"/>
                  </a:lnTo>
                  <a:lnTo>
                    <a:pt x="140515" y="799404"/>
                  </a:lnTo>
                  <a:lnTo>
                    <a:pt x="140899" y="799589"/>
                  </a:lnTo>
                  <a:lnTo>
                    <a:pt x="141511" y="799882"/>
                  </a:lnTo>
                  <a:lnTo>
                    <a:pt x="142522" y="800365"/>
                  </a:lnTo>
                  <a:lnTo>
                    <a:pt x="143513" y="800841"/>
                  </a:lnTo>
                  <a:lnTo>
                    <a:pt x="144617" y="801371"/>
                  </a:lnTo>
                  <a:lnTo>
                    <a:pt x="146160" y="802109"/>
                  </a:lnTo>
                  <a:lnTo>
                    <a:pt x="146643" y="802341"/>
                  </a:lnTo>
                  <a:lnTo>
                    <a:pt x="147198" y="802611"/>
                  </a:lnTo>
                  <a:lnTo>
                    <a:pt x="147951" y="802836"/>
                  </a:lnTo>
                  <a:lnTo>
                    <a:pt x="148936" y="803309"/>
                  </a:lnTo>
                  <a:lnTo>
                    <a:pt x="149871" y="803759"/>
                  </a:lnTo>
                  <a:lnTo>
                    <a:pt x="151440" y="804512"/>
                  </a:lnTo>
                  <a:lnTo>
                    <a:pt x="152005" y="804784"/>
                  </a:lnTo>
                  <a:lnTo>
                    <a:pt x="152891" y="805211"/>
                  </a:lnTo>
                  <a:lnTo>
                    <a:pt x="153913" y="805703"/>
                  </a:lnTo>
                  <a:lnTo>
                    <a:pt x="154419" y="805947"/>
                  </a:lnTo>
                  <a:lnTo>
                    <a:pt x="155413" y="806427"/>
                  </a:lnTo>
                  <a:lnTo>
                    <a:pt x="156543" y="806971"/>
                  </a:lnTo>
                  <a:lnTo>
                    <a:pt x="157418" y="807391"/>
                  </a:lnTo>
                  <a:lnTo>
                    <a:pt x="158337" y="807834"/>
                  </a:lnTo>
                  <a:lnTo>
                    <a:pt x="159181" y="808242"/>
                  </a:lnTo>
                  <a:lnTo>
                    <a:pt x="159694" y="808486"/>
                  </a:lnTo>
                  <a:lnTo>
                    <a:pt x="160367" y="808812"/>
                  </a:lnTo>
                  <a:lnTo>
                    <a:pt x="161471" y="809344"/>
                  </a:lnTo>
                  <a:lnTo>
                    <a:pt x="162557" y="809867"/>
                  </a:lnTo>
                  <a:lnTo>
                    <a:pt x="163539" y="810336"/>
                  </a:lnTo>
                  <a:lnTo>
                    <a:pt x="163959" y="810544"/>
                  </a:lnTo>
                  <a:lnTo>
                    <a:pt x="164454" y="810816"/>
                  </a:lnTo>
                  <a:lnTo>
                    <a:pt x="165101" y="811173"/>
                  </a:lnTo>
                  <a:lnTo>
                    <a:pt x="165975" y="811656"/>
                  </a:lnTo>
                  <a:lnTo>
                    <a:pt x="166535" y="811960"/>
                  </a:lnTo>
                  <a:lnTo>
                    <a:pt x="167061" y="812251"/>
                  </a:lnTo>
                  <a:lnTo>
                    <a:pt x="167595" y="812549"/>
                  </a:lnTo>
                  <a:lnTo>
                    <a:pt x="168125" y="812837"/>
                  </a:lnTo>
                  <a:lnTo>
                    <a:pt x="168500" y="813044"/>
                  </a:lnTo>
                  <a:lnTo>
                    <a:pt x="168953" y="813294"/>
                  </a:lnTo>
                  <a:lnTo>
                    <a:pt x="169241" y="813454"/>
                  </a:lnTo>
                  <a:lnTo>
                    <a:pt x="169457" y="813571"/>
                  </a:lnTo>
                  <a:lnTo>
                    <a:pt x="169764" y="813742"/>
                  </a:lnTo>
                  <a:lnTo>
                    <a:pt x="169977" y="813862"/>
                  </a:lnTo>
                  <a:lnTo>
                    <a:pt x="170200" y="813984"/>
                  </a:lnTo>
                  <a:lnTo>
                    <a:pt x="170530" y="814164"/>
                  </a:lnTo>
                  <a:lnTo>
                    <a:pt x="170966" y="814406"/>
                  </a:lnTo>
                  <a:lnTo>
                    <a:pt x="171184" y="814525"/>
                  </a:lnTo>
                  <a:lnTo>
                    <a:pt x="171468" y="814682"/>
                  </a:lnTo>
                  <a:lnTo>
                    <a:pt x="171993" y="814971"/>
                  </a:lnTo>
                  <a:lnTo>
                    <a:pt x="172436" y="815215"/>
                  </a:lnTo>
                  <a:lnTo>
                    <a:pt x="172912" y="815477"/>
                  </a:lnTo>
                  <a:lnTo>
                    <a:pt x="173449" y="815773"/>
                  </a:lnTo>
                  <a:lnTo>
                    <a:pt x="173927" y="816038"/>
                  </a:lnTo>
                  <a:lnTo>
                    <a:pt x="174385" y="816289"/>
                  </a:lnTo>
                  <a:lnTo>
                    <a:pt x="174947" y="816598"/>
                  </a:lnTo>
                  <a:lnTo>
                    <a:pt x="175444" y="816872"/>
                  </a:lnTo>
                  <a:lnTo>
                    <a:pt x="175693" y="817008"/>
                  </a:lnTo>
                  <a:lnTo>
                    <a:pt x="176337" y="817365"/>
                  </a:lnTo>
                  <a:lnTo>
                    <a:pt x="176708" y="817569"/>
                  </a:lnTo>
                  <a:lnTo>
                    <a:pt x="176968" y="817712"/>
                  </a:lnTo>
                  <a:lnTo>
                    <a:pt x="177341" y="817920"/>
                  </a:lnTo>
                  <a:lnTo>
                    <a:pt x="177840" y="818192"/>
                  </a:lnTo>
                  <a:lnTo>
                    <a:pt x="178340" y="818467"/>
                  </a:lnTo>
                  <a:lnTo>
                    <a:pt x="178665" y="818675"/>
                  </a:lnTo>
                  <a:lnTo>
                    <a:pt x="178841" y="818893"/>
                  </a:lnTo>
                  <a:lnTo>
                    <a:pt x="179216" y="819351"/>
                  </a:lnTo>
                  <a:lnTo>
                    <a:pt x="179524" y="819723"/>
                  </a:lnTo>
                  <a:lnTo>
                    <a:pt x="179908" y="820190"/>
                  </a:lnTo>
                  <a:lnTo>
                    <a:pt x="180194" y="820539"/>
                  </a:lnTo>
                  <a:lnTo>
                    <a:pt x="180473" y="820877"/>
                  </a:lnTo>
                  <a:lnTo>
                    <a:pt x="180724" y="821181"/>
                  </a:lnTo>
                  <a:lnTo>
                    <a:pt x="181256" y="821831"/>
                  </a:lnTo>
                  <a:lnTo>
                    <a:pt x="181603" y="822255"/>
                  </a:lnTo>
                  <a:lnTo>
                    <a:pt x="181807" y="822501"/>
                  </a:lnTo>
                  <a:lnTo>
                    <a:pt x="182182" y="822757"/>
                  </a:lnTo>
                  <a:lnTo>
                    <a:pt x="182651" y="823071"/>
                  </a:lnTo>
                  <a:lnTo>
                    <a:pt x="183094" y="823371"/>
                  </a:lnTo>
                  <a:lnTo>
                    <a:pt x="185033" y="824681"/>
                  </a:lnTo>
                  <a:lnTo>
                    <a:pt x="185523" y="825012"/>
                  </a:lnTo>
                  <a:lnTo>
                    <a:pt x="185997" y="825187"/>
                  </a:lnTo>
                  <a:lnTo>
                    <a:pt x="187558" y="826255"/>
                  </a:lnTo>
                  <a:lnTo>
                    <a:pt x="187983" y="826552"/>
                  </a:lnTo>
                  <a:lnTo>
                    <a:pt x="189358" y="827485"/>
                  </a:lnTo>
                  <a:lnTo>
                    <a:pt x="191861" y="829198"/>
                  </a:lnTo>
                  <a:lnTo>
                    <a:pt x="192191" y="829059"/>
                  </a:lnTo>
                  <a:lnTo>
                    <a:pt x="192770" y="828814"/>
                  </a:lnTo>
                  <a:lnTo>
                    <a:pt x="195079" y="827863"/>
                  </a:lnTo>
                  <a:lnTo>
                    <a:pt x="195914" y="827607"/>
                  </a:lnTo>
                  <a:lnTo>
                    <a:pt x="198385" y="826573"/>
                  </a:lnTo>
                  <a:lnTo>
                    <a:pt x="200652" y="825622"/>
                  </a:lnTo>
                  <a:lnTo>
                    <a:pt x="202713" y="824756"/>
                  </a:lnTo>
                  <a:lnTo>
                    <a:pt x="202877" y="824689"/>
                  </a:lnTo>
                  <a:lnTo>
                    <a:pt x="203287" y="824508"/>
                  </a:lnTo>
                  <a:lnTo>
                    <a:pt x="203943" y="824269"/>
                  </a:lnTo>
                  <a:lnTo>
                    <a:pt x="206546" y="823315"/>
                  </a:lnTo>
                  <a:lnTo>
                    <a:pt x="207652" y="823242"/>
                  </a:lnTo>
                  <a:lnTo>
                    <a:pt x="209202" y="823139"/>
                  </a:lnTo>
                  <a:lnTo>
                    <a:pt x="210859" y="823029"/>
                  </a:lnTo>
                  <a:lnTo>
                    <a:pt x="212465" y="822921"/>
                  </a:lnTo>
                  <a:lnTo>
                    <a:pt x="213005" y="822883"/>
                  </a:lnTo>
                  <a:lnTo>
                    <a:pt x="214205" y="822806"/>
                  </a:lnTo>
                  <a:lnTo>
                    <a:pt x="215126" y="822745"/>
                  </a:lnTo>
                  <a:lnTo>
                    <a:pt x="216397" y="822797"/>
                  </a:lnTo>
                  <a:lnTo>
                    <a:pt x="216845" y="822518"/>
                  </a:lnTo>
                  <a:lnTo>
                    <a:pt x="217040" y="822202"/>
                  </a:lnTo>
                  <a:lnTo>
                    <a:pt x="217544" y="821906"/>
                  </a:lnTo>
                  <a:lnTo>
                    <a:pt x="217694" y="821768"/>
                  </a:lnTo>
                  <a:lnTo>
                    <a:pt x="218099" y="821398"/>
                  </a:lnTo>
                  <a:lnTo>
                    <a:pt x="219044" y="820647"/>
                  </a:lnTo>
                  <a:lnTo>
                    <a:pt x="219295" y="820591"/>
                  </a:lnTo>
                  <a:lnTo>
                    <a:pt x="219438" y="820504"/>
                  </a:lnTo>
                  <a:lnTo>
                    <a:pt x="219745" y="820317"/>
                  </a:lnTo>
                  <a:lnTo>
                    <a:pt x="220013" y="820164"/>
                  </a:lnTo>
                  <a:lnTo>
                    <a:pt x="220146" y="820113"/>
                  </a:lnTo>
                  <a:lnTo>
                    <a:pt x="220139" y="819958"/>
                  </a:lnTo>
                  <a:lnTo>
                    <a:pt x="220219" y="819548"/>
                  </a:lnTo>
                  <a:lnTo>
                    <a:pt x="220296" y="819271"/>
                  </a:lnTo>
                  <a:lnTo>
                    <a:pt x="220376" y="819020"/>
                  </a:lnTo>
                  <a:lnTo>
                    <a:pt x="220367" y="818765"/>
                  </a:lnTo>
                  <a:lnTo>
                    <a:pt x="220519" y="818535"/>
                  </a:lnTo>
                  <a:lnTo>
                    <a:pt x="220758" y="818451"/>
                  </a:lnTo>
                  <a:lnTo>
                    <a:pt x="221000" y="818355"/>
                  </a:lnTo>
                  <a:lnTo>
                    <a:pt x="221222" y="818078"/>
                  </a:lnTo>
                  <a:lnTo>
                    <a:pt x="221208" y="817536"/>
                  </a:lnTo>
                  <a:lnTo>
                    <a:pt x="221075" y="817332"/>
                  </a:lnTo>
                  <a:lnTo>
                    <a:pt x="221365" y="816704"/>
                  </a:lnTo>
                  <a:lnTo>
                    <a:pt x="221961" y="816057"/>
                  </a:lnTo>
                  <a:lnTo>
                    <a:pt x="221930" y="815848"/>
                  </a:lnTo>
                  <a:lnTo>
                    <a:pt x="221815" y="815597"/>
                  </a:lnTo>
                  <a:lnTo>
                    <a:pt x="221522" y="814746"/>
                  </a:lnTo>
                  <a:lnTo>
                    <a:pt x="221487" y="814535"/>
                  </a:lnTo>
                  <a:lnTo>
                    <a:pt x="221429" y="814106"/>
                  </a:lnTo>
                  <a:lnTo>
                    <a:pt x="221438" y="813827"/>
                  </a:lnTo>
                  <a:lnTo>
                    <a:pt x="221433" y="813581"/>
                  </a:lnTo>
                  <a:lnTo>
                    <a:pt x="221438" y="813382"/>
                  </a:lnTo>
                  <a:lnTo>
                    <a:pt x="221384" y="813089"/>
                  </a:lnTo>
                  <a:lnTo>
                    <a:pt x="221438" y="812883"/>
                  </a:lnTo>
                  <a:lnTo>
                    <a:pt x="221520" y="812489"/>
                  </a:lnTo>
                  <a:lnTo>
                    <a:pt x="221682" y="812196"/>
                  </a:lnTo>
                  <a:lnTo>
                    <a:pt x="221881" y="812132"/>
                  </a:lnTo>
                  <a:lnTo>
                    <a:pt x="222015" y="812090"/>
                  </a:lnTo>
                  <a:lnTo>
                    <a:pt x="222388" y="812104"/>
                  </a:lnTo>
                  <a:lnTo>
                    <a:pt x="222627" y="812205"/>
                  </a:lnTo>
                  <a:lnTo>
                    <a:pt x="222941" y="812252"/>
                  </a:lnTo>
                  <a:lnTo>
                    <a:pt x="223239" y="812332"/>
                  </a:lnTo>
                  <a:lnTo>
                    <a:pt x="223393" y="812339"/>
                  </a:lnTo>
                  <a:lnTo>
                    <a:pt x="223600" y="812350"/>
                  </a:lnTo>
                  <a:lnTo>
                    <a:pt x="223937" y="812301"/>
                  </a:lnTo>
                  <a:lnTo>
                    <a:pt x="224136" y="812097"/>
                  </a:lnTo>
                  <a:lnTo>
                    <a:pt x="224111" y="811889"/>
                  </a:lnTo>
                  <a:lnTo>
                    <a:pt x="223970" y="811837"/>
                  </a:lnTo>
                  <a:lnTo>
                    <a:pt x="223775" y="811757"/>
                  </a:lnTo>
                  <a:lnTo>
                    <a:pt x="223506" y="811696"/>
                  </a:lnTo>
                  <a:lnTo>
                    <a:pt x="223323" y="811621"/>
                  </a:lnTo>
                  <a:lnTo>
                    <a:pt x="223021" y="811474"/>
                  </a:lnTo>
                  <a:lnTo>
                    <a:pt x="222882" y="811380"/>
                  </a:lnTo>
                  <a:lnTo>
                    <a:pt x="223006" y="810869"/>
                  </a:lnTo>
                  <a:lnTo>
                    <a:pt x="222950" y="810540"/>
                  </a:lnTo>
                  <a:lnTo>
                    <a:pt x="222870" y="810301"/>
                  </a:lnTo>
                  <a:lnTo>
                    <a:pt x="222582" y="809692"/>
                  </a:lnTo>
                  <a:lnTo>
                    <a:pt x="222409" y="809619"/>
                  </a:lnTo>
                  <a:lnTo>
                    <a:pt x="221937" y="809636"/>
                  </a:lnTo>
                  <a:lnTo>
                    <a:pt x="221447" y="809488"/>
                  </a:lnTo>
                  <a:lnTo>
                    <a:pt x="221246" y="809382"/>
                  </a:lnTo>
                  <a:lnTo>
                    <a:pt x="220918" y="808885"/>
                  </a:lnTo>
                  <a:lnTo>
                    <a:pt x="220662" y="808763"/>
                  </a:lnTo>
                  <a:lnTo>
                    <a:pt x="220378" y="808588"/>
                  </a:lnTo>
                  <a:lnTo>
                    <a:pt x="220456" y="808332"/>
                  </a:lnTo>
                  <a:lnTo>
                    <a:pt x="220674" y="807945"/>
                  </a:lnTo>
                  <a:lnTo>
                    <a:pt x="220784" y="807744"/>
                  </a:lnTo>
                  <a:lnTo>
                    <a:pt x="220918" y="807462"/>
                  </a:lnTo>
                  <a:lnTo>
                    <a:pt x="221072" y="807228"/>
                  </a:lnTo>
                  <a:lnTo>
                    <a:pt x="221204" y="806953"/>
                  </a:lnTo>
                  <a:lnTo>
                    <a:pt x="221377" y="806663"/>
                  </a:lnTo>
                  <a:lnTo>
                    <a:pt x="221511" y="806398"/>
                  </a:lnTo>
                  <a:lnTo>
                    <a:pt x="221586" y="806259"/>
                  </a:lnTo>
                  <a:lnTo>
                    <a:pt x="221952" y="805615"/>
                  </a:lnTo>
                  <a:lnTo>
                    <a:pt x="222521" y="804553"/>
                  </a:lnTo>
                  <a:lnTo>
                    <a:pt x="222913" y="803840"/>
                  </a:lnTo>
                  <a:lnTo>
                    <a:pt x="229927" y="809045"/>
                  </a:lnTo>
                  <a:lnTo>
                    <a:pt x="230373" y="808787"/>
                  </a:lnTo>
                  <a:lnTo>
                    <a:pt x="230839" y="808517"/>
                  </a:lnTo>
                  <a:lnTo>
                    <a:pt x="234260" y="806541"/>
                  </a:lnTo>
                  <a:lnTo>
                    <a:pt x="237118" y="799899"/>
                  </a:lnTo>
                  <a:lnTo>
                    <a:pt x="237146" y="799123"/>
                  </a:lnTo>
                  <a:lnTo>
                    <a:pt x="237179" y="798061"/>
                  </a:lnTo>
                  <a:lnTo>
                    <a:pt x="237223" y="796662"/>
                  </a:lnTo>
                  <a:lnTo>
                    <a:pt x="237244" y="795923"/>
                  </a:lnTo>
                  <a:lnTo>
                    <a:pt x="237249" y="795768"/>
                  </a:lnTo>
                  <a:lnTo>
                    <a:pt x="237809" y="795564"/>
                  </a:lnTo>
                  <a:lnTo>
                    <a:pt x="238517" y="795306"/>
                  </a:lnTo>
                  <a:lnTo>
                    <a:pt x="238841" y="795192"/>
                  </a:lnTo>
                  <a:lnTo>
                    <a:pt x="239202" y="795060"/>
                  </a:lnTo>
                  <a:lnTo>
                    <a:pt x="239774" y="794852"/>
                  </a:lnTo>
                  <a:lnTo>
                    <a:pt x="239983" y="794777"/>
                  </a:lnTo>
                  <a:lnTo>
                    <a:pt x="245372" y="792819"/>
                  </a:lnTo>
                  <a:lnTo>
                    <a:pt x="247780" y="791945"/>
                  </a:lnTo>
                  <a:lnTo>
                    <a:pt x="248633" y="791635"/>
                  </a:lnTo>
                  <a:lnTo>
                    <a:pt x="249552" y="791302"/>
                  </a:lnTo>
                  <a:lnTo>
                    <a:pt x="250174" y="791077"/>
                  </a:lnTo>
                  <a:lnTo>
                    <a:pt x="250720" y="790880"/>
                  </a:lnTo>
                  <a:lnTo>
                    <a:pt x="251702" y="790522"/>
                  </a:lnTo>
                  <a:lnTo>
                    <a:pt x="252450" y="790252"/>
                  </a:lnTo>
                  <a:lnTo>
                    <a:pt x="253608" y="789830"/>
                  </a:lnTo>
                  <a:lnTo>
                    <a:pt x="254506" y="789504"/>
                  </a:lnTo>
                  <a:lnTo>
                    <a:pt x="255484" y="789150"/>
                  </a:lnTo>
                  <a:lnTo>
                    <a:pt x="254045" y="783967"/>
                  </a:lnTo>
                  <a:lnTo>
                    <a:pt x="251611" y="775196"/>
                  </a:lnTo>
                  <a:lnTo>
                    <a:pt x="250769" y="772197"/>
                  </a:lnTo>
                  <a:lnTo>
                    <a:pt x="250123" y="769898"/>
                  </a:lnTo>
                  <a:lnTo>
                    <a:pt x="249861" y="768957"/>
                  </a:lnTo>
                  <a:lnTo>
                    <a:pt x="249336" y="766212"/>
                  </a:lnTo>
                  <a:lnTo>
                    <a:pt x="248249" y="761057"/>
                  </a:lnTo>
                  <a:lnTo>
                    <a:pt x="248257" y="760679"/>
                  </a:lnTo>
                  <a:lnTo>
                    <a:pt x="248074" y="759739"/>
                  </a:lnTo>
                  <a:lnTo>
                    <a:pt x="247064" y="754310"/>
                  </a:lnTo>
                  <a:lnTo>
                    <a:pt x="251145" y="752081"/>
                  </a:lnTo>
                  <a:lnTo>
                    <a:pt x="250681" y="751024"/>
                  </a:lnTo>
                  <a:lnTo>
                    <a:pt x="250523" y="750947"/>
                  </a:lnTo>
                  <a:lnTo>
                    <a:pt x="250486" y="750716"/>
                  </a:lnTo>
                  <a:lnTo>
                    <a:pt x="250401" y="750256"/>
                  </a:lnTo>
                  <a:lnTo>
                    <a:pt x="250299" y="749707"/>
                  </a:lnTo>
                  <a:lnTo>
                    <a:pt x="250192" y="749572"/>
                  </a:lnTo>
                  <a:lnTo>
                    <a:pt x="250101" y="749060"/>
                  </a:lnTo>
                  <a:lnTo>
                    <a:pt x="250059" y="748668"/>
                  </a:lnTo>
                  <a:lnTo>
                    <a:pt x="250093" y="747363"/>
                  </a:lnTo>
                  <a:lnTo>
                    <a:pt x="250790" y="746935"/>
                  </a:lnTo>
                  <a:lnTo>
                    <a:pt x="251655" y="746405"/>
                  </a:lnTo>
                  <a:lnTo>
                    <a:pt x="252228" y="745519"/>
                  </a:lnTo>
                  <a:lnTo>
                    <a:pt x="252754" y="744705"/>
                  </a:lnTo>
                  <a:lnTo>
                    <a:pt x="253684" y="744068"/>
                  </a:lnTo>
                  <a:lnTo>
                    <a:pt x="253988" y="743859"/>
                  </a:lnTo>
                  <a:lnTo>
                    <a:pt x="254363" y="743807"/>
                  </a:lnTo>
                  <a:lnTo>
                    <a:pt x="255114" y="743693"/>
                  </a:lnTo>
                  <a:lnTo>
                    <a:pt x="255422" y="743650"/>
                  </a:lnTo>
                  <a:lnTo>
                    <a:pt x="255696" y="743625"/>
                  </a:lnTo>
                  <a:lnTo>
                    <a:pt x="256125" y="743520"/>
                  </a:lnTo>
                  <a:lnTo>
                    <a:pt x="256427" y="742496"/>
                  </a:lnTo>
                  <a:lnTo>
                    <a:pt x="256518" y="742211"/>
                  </a:lnTo>
                  <a:lnTo>
                    <a:pt x="256799" y="741352"/>
                  </a:lnTo>
                  <a:lnTo>
                    <a:pt x="257005" y="740721"/>
                  </a:lnTo>
                  <a:lnTo>
                    <a:pt x="257429" y="739425"/>
                  </a:lnTo>
                  <a:lnTo>
                    <a:pt x="257821" y="738228"/>
                  </a:lnTo>
                  <a:lnTo>
                    <a:pt x="258046" y="737539"/>
                  </a:lnTo>
                  <a:lnTo>
                    <a:pt x="259094" y="736155"/>
                  </a:lnTo>
                  <a:lnTo>
                    <a:pt x="260146" y="734764"/>
                  </a:lnTo>
                  <a:lnTo>
                    <a:pt x="261329" y="730397"/>
                  </a:lnTo>
                  <a:lnTo>
                    <a:pt x="262805" y="727700"/>
                  </a:lnTo>
                  <a:lnTo>
                    <a:pt x="263791" y="727126"/>
                  </a:lnTo>
                  <a:lnTo>
                    <a:pt x="264868" y="726034"/>
                  </a:lnTo>
                  <a:lnTo>
                    <a:pt x="264849" y="725788"/>
                  </a:lnTo>
                  <a:lnTo>
                    <a:pt x="265096" y="725323"/>
                  </a:lnTo>
                  <a:lnTo>
                    <a:pt x="266414" y="724735"/>
                  </a:lnTo>
                  <a:lnTo>
                    <a:pt x="266407" y="724485"/>
                  </a:lnTo>
                  <a:lnTo>
                    <a:pt x="266374" y="724273"/>
                  </a:lnTo>
                  <a:lnTo>
                    <a:pt x="266363" y="724045"/>
                  </a:lnTo>
                  <a:lnTo>
                    <a:pt x="266346" y="723609"/>
                  </a:lnTo>
                  <a:lnTo>
                    <a:pt x="266400" y="722619"/>
                  </a:lnTo>
                  <a:lnTo>
                    <a:pt x="266389" y="722461"/>
                  </a:lnTo>
                  <a:lnTo>
                    <a:pt x="266263" y="721885"/>
                  </a:lnTo>
                  <a:lnTo>
                    <a:pt x="266585" y="721946"/>
                  </a:lnTo>
                  <a:lnTo>
                    <a:pt x="266660" y="722410"/>
                  </a:lnTo>
                  <a:lnTo>
                    <a:pt x="266784" y="722613"/>
                  </a:lnTo>
                  <a:lnTo>
                    <a:pt x="266818" y="722863"/>
                  </a:lnTo>
                  <a:lnTo>
                    <a:pt x="267504" y="722775"/>
                  </a:lnTo>
                  <a:lnTo>
                    <a:pt x="267694" y="722750"/>
                  </a:lnTo>
                  <a:lnTo>
                    <a:pt x="267959" y="722664"/>
                  </a:lnTo>
                  <a:lnTo>
                    <a:pt x="268286" y="722513"/>
                  </a:lnTo>
                  <a:lnTo>
                    <a:pt x="268441" y="722436"/>
                  </a:lnTo>
                  <a:lnTo>
                    <a:pt x="268202" y="720998"/>
                  </a:lnTo>
                  <a:lnTo>
                    <a:pt x="268424" y="720861"/>
                  </a:lnTo>
                  <a:lnTo>
                    <a:pt x="268951" y="720533"/>
                  </a:lnTo>
                  <a:lnTo>
                    <a:pt x="269156" y="720413"/>
                  </a:lnTo>
                  <a:lnTo>
                    <a:pt x="269513" y="720167"/>
                  </a:lnTo>
                  <a:lnTo>
                    <a:pt x="269951" y="719835"/>
                  </a:lnTo>
                  <a:lnTo>
                    <a:pt x="271768" y="720750"/>
                  </a:lnTo>
                  <a:lnTo>
                    <a:pt x="271903" y="721009"/>
                  </a:lnTo>
                  <a:lnTo>
                    <a:pt x="272011" y="721316"/>
                  </a:lnTo>
                  <a:lnTo>
                    <a:pt x="273541" y="721365"/>
                  </a:lnTo>
                  <a:lnTo>
                    <a:pt x="273748" y="721191"/>
                  </a:lnTo>
                  <a:lnTo>
                    <a:pt x="275139" y="721063"/>
                  </a:lnTo>
                  <a:lnTo>
                    <a:pt x="275290" y="721049"/>
                  </a:lnTo>
                  <a:lnTo>
                    <a:pt x="277504" y="720784"/>
                  </a:lnTo>
                  <a:lnTo>
                    <a:pt x="277688" y="720758"/>
                  </a:lnTo>
                  <a:lnTo>
                    <a:pt x="282145" y="721067"/>
                  </a:lnTo>
                  <a:lnTo>
                    <a:pt x="288033" y="721459"/>
                  </a:lnTo>
                  <a:lnTo>
                    <a:pt x="292708" y="722937"/>
                  </a:lnTo>
                  <a:lnTo>
                    <a:pt x="295823" y="723939"/>
                  </a:lnTo>
                  <a:lnTo>
                    <a:pt x="296072" y="724019"/>
                  </a:lnTo>
                  <a:lnTo>
                    <a:pt x="302019" y="725942"/>
                  </a:lnTo>
                  <a:lnTo>
                    <a:pt x="307215" y="727688"/>
                  </a:lnTo>
                  <a:lnTo>
                    <a:pt x="319539" y="731932"/>
                  </a:lnTo>
                  <a:lnTo>
                    <a:pt x="319846" y="731967"/>
                  </a:lnTo>
                  <a:lnTo>
                    <a:pt x="320088" y="731984"/>
                  </a:lnTo>
                  <a:lnTo>
                    <a:pt x="326561" y="729065"/>
                  </a:lnTo>
                  <a:lnTo>
                    <a:pt x="329358" y="729653"/>
                  </a:lnTo>
                  <a:lnTo>
                    <a:pt x="333838" y="732321"/>
                  </a:lnTo>
                  <a:lnTo>
                    <a:pt x="334072" y="734363"/>
                  </a:lnTo>
                  <a:lnTo>
                    <a:pt x="334321" y="736501"/>
                  </a:lnTo>
                  <a:lnTo>
                    <a:pt x="336912" y="737907"/>
                  </a:lnTo>
                  <a:lnTo>
                    <a:pt x="343131" y="730281"/>
                  </a:lnTo>
                  <a:lnTo>
                    <a:pt x="343727" y="729550"/>
                  </a:lnTo>
                  <a:lnTo>
                    <a:pt x="345856" y="728443"/>
                  </a:lnTo>
                  <a:lnTo>
                    <a:pt x="347832" y="727402"/>
                  </a:lnTo>
                  <a:lnTo>
                    <a:pt x="351023" y="726418"/>
                  </a:lnTo>
                  <a:lnTo>
                    <a:pt x="352382" y="726372"/>
                  </a:lnTo>
                  <a:lnTo>
                    <a:pt x="359020" y="726152"/>
                  </a:lnTo>
                  <a:lnTo>
                    <a:pt x="359901" y="726122"/>
                  </a:lnTo>
                  <a:lnTo>
                    <a:pt x="360640" y="726615"/>
                  </a:lnTo>
                  <a:lnTo>
                    <a:pt x="360891" y="726769"/>
                  </a:lnTo>
                  <a:lnTo>
                    <a:pt x="361916" y="727402"/>
                  </a:lnTo>
                  <a:lnTo>
                    <a:pt x="366655" y="730326"/>
                  </a:lnTo>
                  <a:lnTo>
                    <a:pt x="366880" y="730464"/>
                  </a:lnTo>
                  <a:lnTo>
                    <a:pt x="373675" y="734656"/>
                  </a:lnTo>
                  <a:lnTo>
                    <a:pt x="376445" y="735217"/>
                  </a:lnTo>
                  <a:lnTo>
                    <a:pt x="383139" y="736631"/>
                  </a:lnTo>
                  <a:lnTo>
                    <a:pt x="383355" y="736914"/>
                  </a:lnTo>
                  <a:lnTo>
                    <a:pt x="383390" y="737221"/>
                  </a:lnTo>
                  <a:lnTo>
                    <a:pt x="383456" y="737798"/>
                  </a:lnTo>
                  <a:lnTo>
                    <a:pt x="383477" y="737964"/>
                  </a:lnTo>
                  <a:lnTo>
                    <a:pt x="383784" y="738335"/>
                  </a:lnTo>
                  <a:lnTo>
                    <a:pt x="384361" y="739036"/>
                  </a:lnTo>
                  <a:lnTo>
                    <a:pt x="384342" y="739251"/>
                  </a:lnTo>
                  <a:lnTo>
                    <a:pt x="384091" y="739418"/>
                  </a:lnTo>
                  <a:lnTo>
                    <a:pt x="383960" y="739572"/>
                  </a:lnTo>
                  <a:lnTo>
                    <a:pt x="383920" y="739718"/>
                  </a:lnTo>
                  <a:lnTo>
                    <a:pt x="384142" y="739926"/>
                  </a:lnTo>
                  <a:lnTo>
                    <a:pt x="384759" y="739610"/>
                  </a:lnTo>
                  <a:lnTo>
                    <a:pt x="384998" y="739643"/>
                  </a:lnTo>
                  <a:lnTo>
                    <a:pt x="385165" y="739692"/>
                  </a:lnTo>
                  <a:lnTo>
                    <a:pt x="385430" y="739601"/>
                  </a:lnTo>
                  <a:lnTo>
                    <a:pt x="385662" y="739806"/>
                  </a:lnTo>
                  <a:lnTo>
                    <a:pt x="386167" y="740041"/>
                  </a:lnTo>
                  <a:lnTo>
                    <a:pt x="387403" y="740570"/>
                  </a:lnTo>
                  <a:lnTo>
                    <a:pt x="387475" y="743874"/>
                  </a:lnTo>
                  <a:lnTo>
                    <a:pt x="387496" y="744798"/>
                  </a:lnTo>
                  <a:lnTo>
                    <a:pt x="387507" y="745303"/>
                  </a:lnTo>
                  <a:lnTo>
                    <a:pt x="387525" y="746131"/>
                  </a:lnTo>
                  <a:lnTo>
                    <a:pt x="387537" y="746686"/>
                  </a:lnTo>
                  <a:lnTo>
                    <a:pt x="387427" y="748173"/>
                  </a:lnTo>
                  <a:lnTo>
                    <a:pt x="387365" y="748480"/>
                  </a:lnTo>
                  <a:lnTo>
                    <a:pt x="387355" y="748788"/>
                  </a:lnTo>
                  <a:lnTo>
                    <a:pt x="387433" y="749061"/>
                  </a:lnTo>
                  <a:lnTo>
                    <a:pt x="387697" y="749567"/>
                  </a:lnTo>
                  <a:lnTo>
                    <a:pt x="388409" y="750337"/>
                  </a:lnTo>
                  <a:lnTo>
                    <a:pt x="389201" y="751210"/>
                  </a:lnTo>
                  <a:lnTo>
                    <a:pt x="389713" y="751681"/>
                  </a:lnTo>
                  <a:lnTo>
                    <a:pt x="390146" y="752482"/>
                  </a:lnTo>
                  <a:lnTo>
                    <a:pt x="390455" y="753489"/>
                  </a:lnTo>
                  <a:lnTo>
                    <a:pt x="390506" y="759387"/>
                  </a:lnTo>
                  <a:lnTo>
                    <a:pt x="390475" y="760041"/>
                  </a:lnTo>
                  <a:lnTo>
                    <a:pt x="390471" y="760223"/>
                  </a:lnTo>
                  <a:lnTo>
                    <a:pt x="390625" y="760774"/>
                  </a:lnTo>
                  <a:lnTo>
                    <a:pt x="390956" y="760695"/>
                  </a:lnTo>
                  <a:lnTo>
                    <a:pt x="391116" y="760650"/>
                  </a:lnTo>
                  <a:lnTo>
                    <a:pt x="391526" y="760591"/>
                  </a:lnTo>
                  <a:lnTo>
                    <a:pt x="396156" y="762228"/>
                  </a:lnTo>
                  <a:lnTo>
                    <a:pt x="396154" y="762696"/>
                  </a:lnTo>
                  <a:lnTo>
                    <a:pt x="396180" y="763443"/>
                  </a:lnTo>
                  <a:lnTo>
                    <a:pt x="396200" y="764020"/>
                  </a:lnTo>
                  <a:lnTo>
                    <a:pt x="396557" y="764743"/>
                  </a:lnTo>
                  <a:lnTo>
                    <a:pt x="396934" y="770705"/>
                  </a:lnTo>
                  <a:lnTo>
                    <a:pt x="396903" y="770981"/>
                  </a:lnTo>
                  <a:lnTo>
                    <a:pt x="397523" y="771410"/>
                  </a:lnTo>
                  <a:lnTo>
                    <a:pt x="400123" y="772318"/>
                  </a:lnTo>
                  <a:lnTo>
                    <a:pt x="400164" y="772116"/>
                  </a:lnTo>
                  <a:lnTo>
                    <a:pt x="400272" y="771938"/>
                  </a:lnTo>
                  <a:lnTo>
                    <a:pt x="400482" y="771788"/>
                  </a:lnTo>
                  <a:lnTo>
                    <a:pt x="400622" y="771744"/>
                  </a:lnTo>
                  <a:lnTo>
                    <a:pt x="400851" y="771868"/>
                  </a:lnTo>
                  <a:lnTo>
                    <a:pt x="401006" y="772049"/>
                  </a:lnTo>
                  <a:lnTo>
                    <a:pt x="401219" y="772310"/>
                  </a:lnTo>
                  <a:lnTo>
                    <a:pt x="402021" y="773934"/>
                  </a:lnTo>
                  <a:lnTo>
                    <a:pt x="409324" y="780376"/>
                  </a:lnTo>
                  <a:lnTo>
                    <a:pt x="410373" y="782124"/>
                  </a:lnTo>
                  <a:lnTo>
                    <a:pt x="420690" y="792499"/>
                  </a:lnTo>
                  <a:lnTo>
                    <a:pt x="420984" y="793106"/>
                  </a:lnTo>
                  <a:lnTo>
                    <a:pt x="423820" y="797331"/>
                  </a:lnTo>
                  <a:lnTo>
                    <a:pt x="424145" y="797920"/>
                  </a:lnTo>
                  <a:lnTo>
                    <a:pt x="424514" y="798749"/>
                  </a:lnTo>
                  <a:lnTo>
                    <a:pt x="424816" y="799515"/>
                  </a:lnTo>
                  <a:lnTo>
                    <a:pt x="425142" y="800327"/>
                  </a:lnTo>
                  <a:lnTo>
                    <a:pt x="425543" y="801332"/>
                  </a:lnTo>
                  <a:lnTo>
                    <a:pt x="425742" y="801836"/>
                  </a:lnTo>
                  <a:lnTo>
                    <a:pt x="425869" y="802155"/>
                  </a:lnTo>
                  <a:lnTo>
                    <a:pt x="426056" y="802627"/>
                  </a:lnTo>
                  <a:lnTo>
                    <a:pt x="426441" y="803585"/>
                  </a:lnTo>
                  <a:lnTo>
                    <a:pt x="426799" y="804465"/>
                  </a:lnTo>
                  <a:lnTo>
                    <a:pt x="426902" y="804819"/>
                  </a:lnTo>
                  <a:lnTo>
                    <a:pt x="427299" y="806188"/>
                  </a:lnTo>
                  <a:lnTo>
                    <a:pt x="427601" y="807352"/>
                  </a:lnTo>
                  <a:lnTo>
                    <a:pt x="427734" y="807871"/>
                  </a:lnTo>
                  <a:lnTo>
                    <a:pt x="427823" y="808221"/>
                  </a:lnTo>
                  <a:lnTo>
                    <a:pt x="427966" y="808782"/>
                  </a:lnTo>
                  <a:lnTo>
                    <a:pt x="428063" y="809161"/>
                  </a:lnTo>
                  <a:lnTo>
                    <a:pt x="428225" y="809799"/>
                  </a:lnTo>
                  <a:lnTo>
                    <a:pt x="428353" y="810301"/>
                  </a:lnTo>
                  <a:lnTo>
                    <a:pt x="428537" y="810780"/>
                  </a:lnTo>
                  <a:lnTo>
                    <a:pt x="428680" y="811155"/>
                  </a:lnTo>
                  <a:lnTo>
                    <a:pt x="428818" y="811515"/>
                  </a:lnTo>
                  <a:lnTo>
                    <a:pt x="428979" y="811762"/>
                  </a:lnTo>
                  <a:lnTo>
                    <a:pt x="429092" y="811936"/>
                  </a:lnTo>
                  <a:lnTo>
                    <a:pt x="429316" y="812291"/>
                  </a:lnTo>
                  <a:lnTo>
                    <a:pt x="429545" y="812652"/>
                  </a:lnTo>
                  <a:lnTo>
                    <a:pt x="429759" y="813213"/>
                  </a:lnTo>
                  <a:lnTo>
                    <a:pt x="429949" y="813711"/>
                  </a:lnTo>
                  <a:lnTo>
                    <a:pt x="430161" y="813985"/>
                  </a:lnTo>
                  <a:lnTo>
                    <a:pt x="430466" y="814450"/>
                  </a:lnTo>
                  <a:lnTo>
                    <a:pt x="431139" y="815251"/>
                  </a:lnTo>
                  <a:lnTo>
                    <a:pt x="431587" y="815336"/>
                  </a:lnTo>
                  <a:lnTo>
                    <a:pt x="432238" y="815460"/>
                  </a:lnTo>
                  <a:lnTo>
                    <a:pt x="432503" y="815333"/>
                  </a:lnTo>
                  <a:lnTo>
                    <a:pt x="432713" y="815252"/>
                  </a:lnTo>
                  <a:lnTo>
                    <a:pt x="432900" y="815259"/>
                  </a:lnTo>
                  <a:lnTo>
                    <a:pt x="433116" y="815256"/>
                  </a:lnTo>
                  <a:lnTo>
                    <a:pt x="435360" y="815139"/>
                  </a:lnTo>
                  <a:lnTo>
                    <a:pt x="438170" y="814327"/>
                  </a:lnTo>
                  <a:lnTo>
                    <a:pt x="438315" y="814303"/>
                  </a:lnTo>
                  <a:lnTo>
                    <a:pt x="438541" y="814264"/>
                  </a:lnTo>
                  <a:lnTo>
                    <a:pt x="438921" y="814202"/>
                  </a:lnTo>
                  <a:lnTo>
                    <a:pt x="440210" y="813983"/>
                  </a:lnTo>
                  <a:lnTo>
                    <a:pt x="441902" y="813696"/>
                  </a:lnTo>
                  <a:lnTo>
                    <a:pt x="443321" y="813456"/>
                  </a:lnTo>
                  <a:lnTo>
                    <a:pt x="444484" y="813354"/>
                  </a:lnTo>
                  <a:lnTo>
                    <a:pt x="445161" y="813296"/>
                  </a:lnTo>
                  <a:lnTo>
                    <a:pt x="445212" y="813538"/>
                  </a:lnTo>
                  <a:lnTo>
                    <a:pt x="445412" y="814415"/>
                  </a:lnTo>
                  <a:lnTo>
                    <a:pt x="445691" y="814919"/>
                  </a:lnTo>
                  <a:lnTo>
                    <a:pt x="445766" y="815054"/>
                  </a:lnTo>
                  <a:lnTo>
                    <a:pt x="446028" y="815523"/>
                  </a:lnTo>
                  <a:lnTo>
                    <a:pt x="446298" y="816042"/>
                  </a:lnTo>
                  <a:lnTo>
                    <a:pt x="446549" y="816522"/>
                  </a:lnTo>
                  <a:lnTo>
                    <a:pt x="446729" y="816832"/>
                  </a:lnTo>
                  <a:lnTo>
                    <a:pt x="446908" y="817141"/>
                  </a:lnTo>
                  <a:lnTo>
                    <a:pt x="447060" y="817507"/>
                  </a:lnTo>
                  <a:lnTo>
                    <a:pt x="447020" y="817971"/>
                  </a:lnTo>
                  <a:lnTo>
                    <a:pt x="446933" y="819019"/>
                  </a:lnTo>
                  <a:lnTo>
                    <a:pt x="446847" y="820020"/>
                  </a:lnTo>
                  <a:lnTo>
                    <a:pt x="446797" y="820585"/>
                  </a:lnTo>
                  <a:lnTo>
                    <a:pt x="446767" y="821349"/>
                  </a:lnTo>
                  <a:lnTo>
                    <a:pt x="447252" y="821795"/>
                  </a:lnTo>
                  <a:lnTo>
                    <a:pt x="447618" y="821882"/>
                  </a:lnTo>
                  <a:lnTo>
                    <a:pt x="448452" y="821957"/>
                  </a:lnTo>
                  <a:lnTo>
                    <a:pt x="448584" y="822011"/>
                  </a:lnTo>
                  <a:lnTo>
                    <a:pt x="448963" y="822006"/>
                  </a:lnTo>
                  <a:lnTo>
                    <a:pt x="451656" y="822298"/>
                  </a:lnTo>
                  <a:lnTo>
                    <a:pt x="451507" y="821952"/>
                  </a:lnTo>
                  <a:lnTo>
                    <a:pt x="451507" y="821687"/>
                  </a:lnTo>
                  <a:lnTo>
                    <a:pt x="451601" y="821577"/>
                  </a:lnTo>
                  <a:lnTo>
                    <a:pt x="451789" y="821603"/>
                  </a:lnTo>
                  <a:lnTo>
                    <a:pt x="451932" y="821504"/>
                  </a:lnTo>
                  <a:lnTo>
                    <a:pt x="451843" y="821223"/>
                  </a:lnTo>
                  <a:lnTo>
                    <a:pt x="451927" y="821040"/>
                  </a:lnTo>
                  <a:lnTo>
                    <a:pt x="451885" y="820428"/>
                  </a:lnTo>
                  <a:lnTo>
                    <a:pt x="451948" y="820210"/>
                  </a:lnTo>
                  <a:lnTo>
                    <a:pt x="451810" y="819870"/>
                  </a:lnTo>
                  <a:lnTo>
                    <a:pt x="451521" y="819282"/>
                  </a:lnTo>
                  <a:lnTo>
                    <a:pt x="452166" y="819089"/>
                  </a:lnTo>
                  <a:lnTo>
                    <a:pt x="452532" y="819380"/>
                  </a:lnTo>
                  <a:lnTo>
                    <a:pt x="452724" y="819380"/>
                  </a:lnTo>
                  <a:lnTo>
                    <a:pt x="453022" y="819354"/>
                  </a:lnTo>
                  <a:lnTo>
                    <a:pt x="453184" y="819364"/>
                  </a:lnTo>
                  <a:lnTo>
                    <a:pt x="453735" y="819216"/>
                  </a:lnTo>
                  <a:lnTo>
                    <a:pt x="454110" y="818949"/>
                  </a:lnTo>
                  <a:lnTo>
                    <a:pt x="454220" y="818663"/>
                  </a:lnTo>
                  <a:lnTo>
                    <a:pt x="454468" y="818459"/>
                  </a:lnTo>
                  <a:lnTo>
                    <a:pt x="454628" y="818152"/>
                  </a:lnTo>
                  <a:lnTo>
                    <a:pt x="454764" y="817875"/>
                  </a:lnTo>
                  <a:lnTo>
                    <a:pt x="454979" y="817516"/>
                  </a:lnTo>
                  <a:lnTo>
                    <a:pt x="455270" y="817090"/>
                  </a:lnTo>
                  <a:lnTo>
                    <a:pt x="455268" y="816850"/>
                  </a:lnTo>
                  <a:lnTo>
                    <a:pt x="455284" y="816593"/>
                  </a:lnTo>
                  <a:lnTo>
                    <a:pt x="455221" y="816396"/>
                  </a:lnTo>
                  <a:lnTo>
                    <a:pt x="455345" y="815976"/>
                  </a:lnTo>
                  <a:lnTo>
                    <a:pt x="455528" y="815648"/>
                  </a:lnTo>
                  <a:lnTo>
                    <a:pt x="455732" y="815275"/>
                  </a:lnTo>
                  <a:lnTo>
                    <a:pt x="455915" y="814862"/>
                  </a:lnTo>
                  <a:lnTo>
                    <a:pt x="456020" y="814635"/>
                  </a:lnTo>
                  <a:lnTo>
                    <a:pt x="456349" y="814173"/>
                  </a:lnTo>
                  <a:lnTo>
                    <a:pt x="456710" y="813838"/>
                  </a:lnTo>
                  <a:lnTo>
                    <a:pt x="456902" y="813739"/>
                  </a:lnTo>
                  <a:lnTo>
                    <a:pt x="457045" y="813709"/>
                  </a:lnTo>
                  <a:lnTo>
                    <a:pt x="457392" y="813676"/>
                  </a:lnTo>
                  <a:lnTo>
                    <a:pt x="457762" y="813711"/>
                  </a:lnTo>
                  <a:lnTo>
                    <a:pt x="458034" y="813824"/>
                  </a:lnTo>
                  <a:lnTo>
                    <a:pt x="458182" y="813887"/>
                  </a:lnTo>
                  <a:lnTo>
                    <a:pt x="458578" y="814138"/>
                  </a:lnTo>
                  <a:lnTo>
                    <a:pt x="458749" y="814304"/>
                  </a:lnTo>
                  <a:lnTo>
                    <a:pt x="459176" y="814641"/>
                  </a:lnTo>
                  <a:lnTo>
                    <a:pt x="459312" y="814670"/>
                  </a:lnTo>
                  <a:lnTo>
                    <a:pt x="459741" y="814776"/>
                  </a:lnTo>
                  <a:lnTo>
                    <a:pt x="460449" y="814961"/>
                  </a:lnTo>
                  <a:lnTo>
                    <a:pt x="460852" y="815078"/>
                  </a:lnTo>
                  <a:lnTo>
                    <a:pt x="461103" y="815144"/>
                  </a:lnTo>
                  <a:lnTo>
                    <a:pt x="461757" y="815320"/>
                  </a:lnTo>
                  <a:lnTo>
                    <a:pt x="462578" y="815540"/>
                  </a:lnTo>
                  <a:lnTo>
                    <a:pt x="463509" y="815789"/>
                  </a:lnTo>
                  <a:lnTo>
                    <a:pt x="464151" y="815960"/>
                  </a:lnTo>
                  <a:lnTo>
                    <a:pt x="464735" y="816117"/>
                  </a:lnTo>
                  <a:lnTo>
                    <a:pt x="465075" y="816208"/>
                  </a:lnTo>
                  <a:lnTo>
                    <a:pt x="465775" y="816386"/>
                  </a:lnTo>
                  <a:lnTo>
                    <a:pt x="466304" y="816522"/>
                  </a:lnTo>
                  <a:lnTo>
                    <a:pt x="467491" y="816827"/>
                  </a:lnTo>
                  <a:lnTo>
                    <a:pt x="468368" y="817054"/>
                  </a:lnTo>
                  <a:lnTo>
                    <a:pt x="469174" y="817261"/>
                  </a:lnTo>
                  <a:lnTo>
                    <a:pt x="470056" y="817486"/>
                  </a:lnTo>
                  <a:lnTo>
                    <a:pt x="471148" y="817767"/>
                  </a:lnTo>
                  <a:lnTo>
                    <a:pt x="471390" y="817828"/>
                  </a:lnTo>
                  <a:lnTo>
                    <a:pt x="471654" y="817896"/>
                  </a:lnTo>
                  <a:lnTo>
                    <a:pt x="472402" y="818088"/>
                  </a:lnTo>
                  <a:lnTo>
                    <a:pt x="472719" y="818182"/>
                  </a:lnTo>
                  <a:lnTo>
                    <a:pt x="474266" y="818590"/>
                  </a:lnTo>
                  <a:lnTo>
                    <a:pt x="475335" y="818869"/>
                  </a:lnTo>
                  <a:lnTo>
                    <a:pt x="475601" y="818950"/>
                  </a:lnTo>
                  <a:lnTo>
                    <a:pt x="475764" y="819000"/>
                  </a:lnTo>
                  <a:lnTo>
                    <a:pt x="475914" y="819019"/>
                  </a:lnTo>
                  <a:lnTo>
                    <a:pt x="476381" y="819134"/>
                  </a:lnTo>
                  <a:lnTo>
                    <a:pt x="476955" y="819279"/>
                  </a:lnTo>
                  <a:lnTo>
                    <a:pt x="477244" y="819357"/>
                  </a:lnTo>
                  <a:lnTo>
                    <a:pt x="477863" y="819500"/>
                  </a:lnTo>
                  <a:lnTo>
                    <a:pt x="478423" y="819648"/>
                  </a:lnTo>
                  <a:lnTo>
                    <a:pt x="479253" y="819866"/>
                  </a:lnTo>
                  <a:lnTo>
                    <a:pt x="479555" y="819941"/>
                  </a:lnTo>
                  <a:lnTo>
                    <a:pt x="479712" y="819978"/>
                  </a:lnTo>
                  <a:lnTo>
                    <a:pt x="480186" y="820098"/>
                  </a:lnTo>
                  <a:lnTo>
                    <a:pt x="480917" y="820309"/>
                  </a:lnTo>
                  <a:lnTo>
                    <a:pt x="481726" y="820529"/>
                  </a:lnTo>
                  <a:lnTo>
                    <a:pt x="482120" y="820642"/>
                  </a:lnTo>
                  <a:lnTo>
                    <a:pt x="482898" y="821012"/>
                  </a:lnTo>
                  <a:lnTo>
                    <a:pt x="483229" y="821132"/>
                  </a:lnTo>
                  <a:lnTo>
                    <a:pt x="483224" y="821286"/>
                  </a:lnTo>
                  <a:lnTo>
                    <a:pt x="483574" y="822013"/>
                  </a:lnTo>
                  <a:lnTo>
                    <a:pt x="483752" y="822423"/>
                  </a:lnTo>
                  <a:lnTo>
                    <a:pt x="484050" y="822557"/>
                  </a:lnTo>
                  <a:lnTo>
                    <a:pt x="484284" y="822569"/>
                  </a:lnTo>
                  <a:lnTo>
                    <a:pt x="484493" y="822550"/>
                  </a:lnTo>
                  <a:lnTo>
                    <a:pt x="484805" y="822529"/>
                  </a:lnTo>
                  <a:lnTo>
                    <a:pt x="484994" y="822536"/>
                  </a:lnTo>
                  <a:lnTo>
                    <a:pt x="485241" y="822564"/>
                  </a:lnTo>
                  <a:lnTo>
                    <a:pt x="485585" y="822634"/>
                  </a:lnTo>
                  <a:lnTo>
                    <a:pt x="485808" y="822684"/>
                  </a:lnTo>
                  <a:lnTo>
                    <a:pt x="486073" y="822761"/>
                  </a:lnTo>
                  <a:lnTo>
                    <a:pt x="486378" y="822677"/>
                  </a:lnTo>
                  <a:lnTo>
                    <a:pt x="486586" y="822752"/>
                  </a:lnTo>
                  <a:lnTo>
                    <a:pt x="487076" y="823082"/>
                  </a:lnTo>
                  <a:lnTo>
                    <a:pt x="487388" y="823237"/>
                  </a:lnTo>
                  <a:lnTo>
                    <a:pt x="487674" y="823349"/>
                  </a:lnTo>
                  <a:lnTo>
                    <a:pt x="488178" y="823586"/>
                  </a:lnTo>
                  <a:lnTo>
                    <a:pt x="488523" y="823727"/>
                  </a:lnTo>
                  <a:lnTo>
                    <a:pt x="488793" y="823870"/>
                  </a:lnTo>
                  <a:lnTo>
                    <a:pt x="489182" y="823992"/>
                  </a:lnTo>
                  <a:lnTo>
                    <a:pt x="489660" y="823992"/>
                  </a:lnTo>
                  <a:lnTo>
                    <a:pt x="489976" y="824149"/>
                  </a:lnTo>
                  <a:lnTo>
                    <a:pt x="490375" y="824308"/>
                  </a:lnTo>
                  <a:lnTo>
                    <a:pt x="490642" y="824215"/>
                  </a:lnTo>
                  <a:lnTo>
                    <a:pt x="490760" y="824374"/>
                  </a:lnTo>
                  <a:lnTo>
                    <a:pt x="490830" y="824562"/>
                  </a:lnTo>
                  <a:lnTo>
                    <a:pt x="490865" y="824988"/>
                  </a:lnTo>
                  <a:lnTo>
                    <a:pt x="491036" y="824967"/>
                  </a:lnTo>
                  <a:lnTo>
                    <a:pt x="491261" y="824927"/>
                  </a:lnTo>
                  <a:lnTo>
                    <a:pt x="491439" y="824869"/>
                  </a:lnTo>
                  <a:lnTo>
                    <a:pt x="491707" y="824855"/>
                  </a:lnTo>
                  <a:lnTo>
                    <a:pt x="492047" y="825176"/>
                  </a:lnTo>
                  <a:lnTo>
                    <a:pt x="492605" y="825973"/>
                  </a:lnTo>
                  <a:lnTo>
                    <a:pt x="492633" y="826109"/>
                  </a:lnTo>
                  <a:lnTo>
                    <a:pt x="492710" y="826271"/>
                  </a:lnTo>
                  <a:lnTo>
                    <a:pt x="492842" y="826540"/>
                  </a:lnTo>
                  <a:lnTo>
                    <a:pt x="492914" y="826693"/>
                  </a:lnTo>
                  <a:lnTo>
                    <a:pt x="493090" y="827007"/>
                  </a:lnTo>
                  <a:lnTo>
                    <a:pt x="493221" y="827337"/>
                  </a:lnTo>
                  <a:lnTo>
                    <a:pt x="493418" y="827710"/>
                  </a:lnTo>
                  <a:lnTo>
                    <a:pt x="493507" y="827898"/>
                  </a:lnTo>
                  <a:lnTo>
                    <a:pt x="493763" y="828289"/>
                  </a:lnTo>
                  <a:lnTo>
                    <a:pt x="494089" y="828730"/>
                  </a:lnTo>
                  <a:lnTo>
                    <a:pt x="494478" y="829262"/>
                  </a:lnTo>
                  <a:lnTo>
                    <a:pt x="494748" y="829520"/>
                  </a:lnTo>
                  <a:lnTo>
                    <a:pt x="495174" y="829928"/>
                  </a:lnTo>
                  <a:lnTo>
                    <a:pt x="495512" y="830322"/>
                  </a:lnTo>
                  <a:lnTo>
                    <a:pt x="495669" y="830498"/>
                  </a:lnTo>
                  <a:lnTo>
                    <a:pt x="495812" y="830631"/>
                  </a:lnTo>
                  <a:lnTo>
                    <a:pt x="496093" y="830896"/>
                  </a:lnTo>
                  <a:lnTo>
                    <a:pt x="496333" y="831145"/>
                  </a:lnTo>
                  <a:lnTo>
                    <a:pt x="496436" y="831323"/>
                  </a:lnTo>
                  <a:lnTo>
                    <a:pt x="496581" y="831569"/>
                  </a:lnTo>
                  <a:lnTo>
                    <a:pt x="496733" y="831789"/>
                  </a:lnTo>
                  <a:lnTo>
                    <a:pt x="496928" y="832031"/>
                  </a:lnTo>
                  <a:lnTo>
                    <a:pt x="497139" y="832350"/>
                  </a:lnTo>
                  <a:lnTo>
                    <a:pt x="497514" y="832741"/>
                  </a:lnTo>
                  <a:lnTo>
                    <a:pt x="497887" y="833020"/>
                  </a:lnTo>
                  <a:lnTo>
                    <a:pt x="498332" y="833304"/>
                  </a:lnTo>
                  <a:lnTo>
                    <a:pt x="498492" y="833409"/>
                  </a:lnTo>
                  <a:lnTo>
                    <a:pt x="498649" y="833440"/>
                  </a:lnTo>
                  <a:lnTo>
                    <a:pt x="499008" y="833700"/>
                  </a:lnTo>
                  <a:lnTo>
                    <a:pt x="499174" y="833806"/>
                  </a:lnTo>
                  <a:lnTo>
                    <a:pt x="499784" y="834291"/>
                  </a:lnTo>
                  <a:lnTo>
                    <a:pt x="499838" y="834448"/>
                  </a:lnTo>
                  <a:lnTo>
                    <a:pt x="500079" y="834708"/>
                  </a:lnTo>
                  <a:lnTo>
                    <a:pt x="500213" y="834732"/>
                  </a:lnTo>
                  <a:lnTo>
                    <a:pt x="500391" y="834727"/>
                  </a:lnTo>
                  <a:lnTo>
                    <a:pt x="500848" y="834769"/>
                  </a:lnTo>
                  <a:lnTo>
                    <a:pt x="501136" y="834547"/>
                  </a:lnTo>
                  <a:lnTo>
                    <a:pt x="501345" y="834350"/>
                  </a:lnTo>
                  <a:lnTo>
                    <a:pt x="501521" y="834331"/>
                  </a:lnTo>
                  <a:lnTo>
                    <a:pt x="501664" y="834310"/>
                  </a:lnTo>
                  <a:lnTo>
                    <a:pt x="502231" y="834436"/>
                  </a:lnTo>
                  <a:lnTo>
                    <a:pt x="502461" y="834361"/>
                  </a:lnTo>
                  <a:lnTo>
                    <a:pt x="502620" y="834052"/>
                  </a:lnTo>
                  <a:lnTo>
                    <a:pt x="502984" y="833740"/>
                  </a:lnTo>
                  <a:lnTo>
                    <a:pt x="503131" y="833735"/>
                  </a:lnTo>
                  <a:lnTo>
                    <a:pt x="503272" y="833663"/>
                  </a:lnTo>
                  <a:lnTo>
                    <a:pt x="503596" y="833897"/>
                  </a:lnTo>
                  <a:lnTo>
                    <a:pt x="503685" y="834047"/>
                  </a:lnTo>
                  <a:lnTo>
                    <a:pt x="503924" y="834197"/>
                  </a:lnTo>
                  <a:lnTo>
                    <a:pt x="504487" y="833953"/>
                  </a:lnTo>
                  <a:lnTo>
                    <a:pt x="504604" y="833470"/>
                  </a:lnTo>
                  <a:lnTo>
                    <a:pt x="504606" y="833313"/>
                  </a:lnTo>
                  <a:lnTo>
                    <a:pt x="504803" y="833065"/>
                  </a:lnTo>
                  <a:lnTo>
                    <a:pt x="505080" y="833053"/>
                  </a:lnTo>
                  <a:lnTo>
                    <a:pt x="505230" y="833034"/>
                  </a:lnTo>
                  <a:lnTo>
                    <a:pt x="505490" y="832969"/>
                  </a:lnTo>
                  <a:lnTo>
                    <a:pt x="505830" y="832844"/>
                  </a:lnTo>
                  <a:lnTo>
                    <a:pt x="506121" y="832683"/>
                  </a:lnTo>
                  <a:lnTo>
                    <a:pt x="506477" y="832352"/>
                  </a:lnTo>
                  <a:lnTo>
                    <a:pt x="506632" y="832134"/>
                  </a:lnTo>
                  <a:lnTo>
                    <a:pt x="506887" y="831710"/>
                  </a:lnTo>
                  <a:lnTo>
                    <a:pt x="507281" y="831070"/>
                  </a:lnTo>
                  <a:lnTo>
                    <a:pt x="507424" y="830800"/>
                  </a:lnTo>
                  <a:lnTo>
                    <a:pt x="507588" y="830533"/>
                  </a:lnTo>
                  <a:lnTo>
                    <a:pt x="507839" y="830409"/>
                  </a:lnTo>
                  <a:lnTo>
                    <a:pt x="508027" y="830319"/>
                  </a:lnTo>
                  <a:lnTo>
                    <a:pt x="508165" y="830251"/>
                  </a:lnTo>
                  <a:lnTo>
                    <a:pt x="508390" y="830191"/>
                  </a:lnTo>
                  <a:lnTo>
                    <a:pt x="508819" y="830024"/>
                  </a:lnTo>
                  <a:lnTo>
                    <a:pt x="509093" y="829897"/>
                  </a:lnTo>
                  <a:lnTo>
                    <a:pt x="509499" y="829722"/>
                  </a:lnTo>
                  <a:lnTo>
                    <a:pt x="509874" y="829618"/>
                  </a:lnTo>
                  <a:lnTo>
                    <a:pt x="510118" y="829726"/>
                  </a:lnTo>
                  <a:lnTo>
                    <a:pt x="510423" y="829762"/>
                  </a:lnTo>
                  <a:lnTo>
                    <a:pt x="510751" y="829787"/>
                  </a:lnTo>
                  <a:lnTo>
                    <a:pt x="511027" y="829935"/>
                  </a:lnTo>
                  <a:lnTo>
                    <a:pt x="511156" y="830005"/>
                  </a:lnTo>
                  <a:lnTo>
                    <a:pt x="511337" y="830101"/>
                  </a:lnTo>
                  <a:lnTo>
                    <a:pt x="511438" y="830275"/>
                  </a:lnTo>
                  <a:lnTo>
                    <a:pt x="511513" y="830411"/>
                  </a:lnTo>
                  <a:lnTo>
                    <a:pt x="511843" y="830598"/>
                  </a:lnTo>
                  <a:lnTo>
                    <a:pt x="512132" y="830673"/>
                  </a:lnTo>
                  <a:lnTo>
                    <a:pt x="512380" y="830669"/>
                  </a:lnTo>
                  <a:lnTo>
                    <a:pt x="512596" y="830577"/>
                  </a:lnTo>
                  <a:lnTo>
                    <a:pt x="512938" y="830460"/>
                  </a:lnTo>
                  <a:lnTo>
                    <a:pt x="513128" y="830409"/>
                  </a:lnTo>
                  <a:lnTo>
                    <a:pt x="513367" y="830303"/>
                  </a:lnTo>
                  <a:lnTo>
                    <a:pt x="513498" y="830230"/>
                  </a:lnTo>
                  <a:lnTo>
                    <a:pt x="513667" y="830108"/>
                  </a:lnTo>
                  <a:lnTo>
                    <a:pt x="513756" y="829937"/>
                  </a:lnTo>
                  <a:lnTo>
                    <a:pt x="513925" y="829914"/>
                  </a:lnTo>
                  <a:lnTo>
                    <a:pt x="514134" y="829930"/>
                  </a:lnTo>
                  <a:lnTo>
                    <a:pt x="514357" y="829907"/>
                  </a:lnTo>
                  <a:lnTo>
                    <a:pt x="514652" y="829881"/>
                  </a:lnTo>
                  <a:lnTo>
                    <a:pt x="514889" y="829860"/>
                  </a:lnTo>
                  <a:lnTo>
                    <a:pt x="515227" y="829865"/>
                  </a:lnTo>
                  <a:lnTo>
                    <a:pt x="514194" y="826209"/>
                  </a:lnTo>
                  <a:lnTo>
                    <a:pt x="512355" y="819701"/>
                  </a:lnTo>
                  <a:lnTo>
                    <a:pt x="509983" y="811313"/>
                  </a:lnTo>
                  <a:lnTo>
                    <a:pt x="507528" y="802567"/>
                  </a:lnTo>
                  <a:lnTo>
                    <a:pt x="505831" y="796348"/>
                  </a:lnTo>
                  <a:lnTo>
                    <a:pt x="503315" y="787564"/>
                  </a:lnTo>
                  <a:lnTo>
                    <a:pt x="499581" y="774253"/>
                  </a:lnTo>
                  <a:lnTo>
                    <a:pt x="495784" y="760307"/>
                  </a:lnTo>
                  <a:lnTo>
                    <a:pt x="494475" y="755494"/>
                  </a:lnTo>
                  <a:lnTo>
                    <a:pt x="495778" y="751440"/>
                  </a:lnTo>
                  <a:lnTo>
                    <a:pt x="496954" y="747788"/>
                  </a:lnTo>
                  <a:lnTo>
                    <a:pt x="498004" y="744505"/>
                  </a:lnTo>
                  <a:lnTo>
                    <a:pt x="499412" y="740117"/>
                  </a:lnTo>
                  <a:lnTo>
                    <a:pt x="499546" y="739693"/>
                  </a:lnTo>
                  <a:lnTo>
                    <a:pt x="500214" y="737596"/>
                  </a:lnTo>
                  <a:lnTo>
                    <a:pt x="502268" y="731175"/>
                  </a:lnTo>
                  <a:lnTo>
                    <a:pt x="505700" y="720432"/>
                  </a:lnTo>
                  <a:lnTo>
                    <a:pt x="504011" y="708087"/>
                  </a:lnTo>
                  <a:lnTo>
                    <a:pt x="502762" y="698951"/>
                  </a:lnTo>
                  <a:lnTo>
                    <a:pt x="502288" y="695463"/>
                  </a:lnTo>
                  <a:lnTo>
                    <a:pt x="501689" y="691054"/>
                  </a:lnTo>
                  <a:lnTo>
                    <a:pt x="500151" y="679741"/>
                  </a:lnTo>
                  <a:lnTo>
                    <a:pt x="503025" y="675861"/>
                  </a:lnTo>
                  <a:lnTo>
                    <a:pt x="507778" y="669446"/>
                  </a:lnTo>
                  <a:lnTo>
                    <a:pt x="509712" y="666822"/>
                  </a:lnTo>
                  <a:lnTo>
                    <a:pt x="512293" y="663320"/>
                  </a:lnTo>
                  <a:lnTo>
                    <a:pt x="513300" y="661931"/>
                  </a:lnTo>
                  <a:lnTo>
                    <a:pt x="518346" y="654974"/>
                  </a:lnTo>
                  <a:lnTo>
                    <a:pt x="516360" y="649395"/>
                  </a:lnTo>
                  <a:lnTo>
                    <a:pt x="513235" y="640622"/>
                  </a:lnTo>
                  <a:lnTo>
                    <a:pt x="510214" y="632132"/>
                  </a:lnTo>
                  <a:lnTo>
                    <a:pt x="507831" y="625574"/>
                  </a:lnTo>
                  <a:lnTo>
                    <a:pt x="505948" y="620386"/>
                  </a:lnTo>
                  <a:lnTo>
                    <a:pt x="502997" y="612260"/>
                  </a:lnTo>
                  <a:lnTo>
                    <a:pt x="500869" y="606302"/>
                  </a:lnTo>
                  <a:lnTo>
                    <a:pt x="500313" y="604744"/>
                  </a:lnTo>
                  <a:lnTo>
                    <a:pt x="497906" y="598015"/>
                  </a:lnTo>
                  <a:lnTo>
                    <a:pt x="495208" y="590572"/>
                  </a:lnTo>
                  <a:lnTo>
                    <a:pt x="492743" y="583486"/>
                  </a:lnTo>
                  <a:lnTo>
                    <a:pt x="498257" y="574745"/>
                  </a:lnTo>
                  <a:lnTo>
                    <a:pt x="500036" y="571919"/>
                  </a:lnTo>
                  <a:lnTo>
                    <a:pt x="500277" y="571536"/>
                  </a:lnTo>
                  <a:lnTo>
                    <a:pt x="503631" y="566278"/>
                  </a:lnTo>
                  <a:lnTo>
                    <a:pt x="506643" y="561543"/>
                  </a:lnTo>
                  <a:lnTo>
                    <a:pt x="508484" y="557939"/>
                  </a:lnTo>
                  <a:lnTo>
                    <a:pt x="513851" y="547449"/>
                  </a:lnTo>
                  <a:lnTo>
                    <a:pt x="517910" y="539863"/>
                  </a:lnTo>
                  <a:lnTo>
                    <a:pt x="520048" y="535867"/>
                  </a:lnTo>
                  <a:lnTo>
                    <a:pt x="520586" y="534861"/>
                  </a:lnTo>
                  <a:lnTo>
                    <a:pt x="523137" y="530104"/>
                  </a:lnTo>
                  <a:lnTo>
                    <a:pt x="521112" y="519989"/>
                  </a:lnTo>
                  <a:lnTo>
                    <a:pt x="520215" y="515505"/>
                  </a:lnTo>
                  <a:lnTo>
                    <a:pt x="517933" y="503860"/>
                  </a:lnTo>
                  <a:lnTo>
                    <a:pt x="517113" y="499668"/>
                  </a:lnTo>
                  <a:lnTo>
                    <a:pt x="520004" y="496830"/>
                  </a:lnTo>
                  <a:lnTo>
                    <a:pt x="522911" y="493979"/>
                  </a:lnTo>
                  <a:lnTo>
                    <a:pt x="526539" y="490423"/>
                  </a:lnTo>
                  <a:lnTo>
                    <a:pt x="530459" y="485820"/>
                  </a:lnTo>
                  <a:lnTo>
                    <a:pt x="535376" y="480052"/>
                  </a:lnTo>
                  <a:lnTo>
                    <a:pt x="536954" y="475776"/>
                  </a:lnTo>
                  <a:lnTo>
                    <a:pt x="539453" y="468955"/>
                  </a:lnTo>
                  <a:lnTo>
                    <a:pt x="541490" y="466045"/>
                  </a:lnTo>
                  <a:lnTo>
                    <a:pt x="545615" y="460153"/>
                  </a:lnTo>
                  <a:lnTo>
                    <a:pt x="548318" y="456299"/>
                  </a:lnTo>
                  <a:lnTo>
                    <a:pt x="550655" y="452952"/>
                  </a:lnTo>
                  <a:lnTo>
                    <a:pt x="553010" y="449586"/>
                  </a:lnTo>
                  <a:lnTo>
                    <a:pt x="557847" y="442586"/>
                  </a:lnTo>
                  <a:lnTo>
                    <a:pt x="560102" y="439061"/>
                  </a:lnTo>
                  <a:lnTo>
                    <a:pt x="564962" y="431478"/>
                  </a:lnTo>
                  <a:lnTo>
                    <a:pt x="569850" y="423670"/>
                  </a:lnTo>
                  <a:lnTo>
                    <a:pt x="573766" y="417408"/>
                  </a:lnTo>
                  <a:lnTo>
                    <a:pt x="578874" y="409214"/>
                  </a:lnTo>
                  <a:lnTo>
                    <a:pt x="582777" y="402882"/>
                  </a:lnTo>
                  <a:lnTo>
                    <a:pt x="591676" y="396371"/>
                  </a:lnTo>
                  <a:lnTo>
                    <a:pt x="600525" y="389896"/>
                  </a:lnTo>
                  <a:lnTo>
                    <a:pt x="611384" y="381977"/>
                  </a:lnTo>
                  <a:lnTo>
                    <a:pt x="619644" y="379780"/>
                  </a:lnTo>
                  <a:lnTo>
                    <a:pt x="621648" y="379249"/>
                  </a:lnTo>
                  <a:lnTo>
                    <a:pt x="629642" y="377131"/>
                  </a:lnTo>
                  <a:lnTo>
                    <a:pt x="636586" y="375247"/>
                  </a:lnTo>
                  <a:lnTo>
                    <a:pt x="644191" y="373192"/>
                  </a:lnTo>
                  <a:lnTo>
                    <a:pt x="654117" y="375556"/>
                  </a:lnTo>
                  <a:lnTo>
                    <a:pt x="663206" y="377805"/>
                  </a:lnTo>
                  <a:lnTo>
                    <a:pt x="671280" y="379644"/>
                  </a:lnTo>
                  <a:lnTo>
                    <a:pt x="681323" y="381939"/>
                  </a:lnTo>
                  <a:lnTo>
                    <a:pt x="688384" y="383847"/>
                  </a:lnTo>
                  <a:lnTo>
                    <a:pt x="691333" y="384644"/>
                  </a:lnTo>
                  <a:lnTo>
                    <a:pt x="695390" y="385734"/>
                  </a:lnTo>
                  <a:lnTo>
                    <a:pt x="701550" y="387402"/>
                  </a:lnTo>
                  <a:lnTo>
                    <a:pt x="711665" y="391139"/>
                  </a:lnTo>
                  <a:lnTo>
                    <a:pt x="716005" y="392744"/>
                  </a:lnTo>
                  <a:lnTo>
                    <a:pt x="721250" y="394682"/>
                  </a:lnTo>
                  <a:lnTo>
                    <a:pt x="724368" y="395816"/>
                  </a:lnTo>
                  <a:lnTo>
                    <a:pt x="730248" y="397937"/>
                  </a:lnTo>
                  <a:lnTo>
                    <a:pt x="732936" y="392379"/>
                  </a:lnTo>
                  <a:lnTo>
                    <a:pt x="735545" y="386972"/>
                  </a:lnTo>
                  <a:lnTo>
                    <a:pt x="737241" y="383301"/>
                  </a:lnTo>
                  <a:lnTo>
                    <a:pt x="740417" y="376404"/>
                  </a:lnTo>
                  <a:lnTo>
                    <a:pt x="742448" y="371998"/>
                  </a:lnTo>
                  <a:lnTo>
                    <a:pt x="745318" y="365625"/>
                  </a:lnTo>
                  <a:lnTo>
                    <a:pt x="747297" y="361220"/>
                  </a:lnTo>
                  <a:lnTo>
                    <a:pt x="748259" y="359086"/>
                  </a:lnTo>
                  <a:lnTo>
                    <a:pt x="748819" y="357842"/>
                  </a:lnTo>
                  <a:lnTo>
                    <a:pt x="752626" y="349384"/>
                  </a:lnTo>
                  <a:lnTo>
                    <a:pt x="752261" y="341617"/>
                  </a:lnTo>
                  <a:lnTo>
                    <a:pt x="751847" y="332818"/>
                  </a:lnTo>
                  <a:lnTo>
                    <a:pt x="751528" y="326055"/>
                  </a:lnTo>
                  <a:lnTo>
                    <a:pt x="751027" y="318054"/>
                  </a:lnTo>
                  <a:lnTo>
                    <a:pt x="750087" y="303007"/>
                  </a:lnTo>
                  <a:lnTo>
                    <a:pt x="749686" y="296269"/>
                  </a:lnTo>
                  <a:lnTo>
                    <a:pt x="749108" y="286630"/>
                  </a:lnTo>
                  <a:lnTo>
                    <a:pt x="748677" y="279454"/>
                  </a:lnTo>
                  <a:lnTo>
                    <a:pt x="745507" y="275289"/>
                  </a:lnTo>
                  <a:lnTo>
                    <a:pt x="742134" y="274046"/>
                  </a:lnTo>
                  <a:lnTo>
                    <a:pt x="729888" y="269606"/>
                  </a:lnTo>
                  <a:lnTo>
                    <a:pt x="723769" y="267395"/>
                  </a:lnTo>
                  <a:lnTo>
                    <a:pt x="718173" y="263248"/>
                  </a:lnTo>
                  <a:lnTo>
                    <a:pt x="712201" y="258816"/>
                  </a:lnTo>
                  <a:lnTo>
                    <a:pt x="708195" y="255845"/>
                  </a:lnTo>
                  <a:lnTo>
                    <a:pt x="702615" y="251619"/>
                  </a:lnTo>
                  <a:lnTo>
                    <a:pt x="697505" y="247756"/>
                  </a:lnTo>
                  <a:lnTo>
                    <a:pt x="700927" y="239045"/>
                  </a:lnTo>
                  <a:lnTo>
                    <a:pt x="703572" y="232303"/>
                  </a:lnTo>
                  <a:lnTo>
                    <a:pt x="709599" y="221511"/>
                  </a:lnTo>
                  <a:lnTo>
                    <a:pt x="713920" y="213788"/>
                  </a:lnTo>
                  <a:lnTo>
                    <a:pt x="716542" y="208998"/>
                  </a:lnTo>
                  <a:lnTo>
                    <a:pt x="720926" y="201005"/>
                  </a:lnTo>
                  <a:lnTo>
                    <a:pt x="723013" y="197198"/>
                  </a:lnTo>
                  <a:lnTo>
                    <a:pt x="727971" y="188255"/>
                  </a:lnTo>
                  <a:lnTo>
                    <a:pt x="729671" y="185185"/>
                  </a:lnTo>
                  <a:lnTo>
                    <a:pt x="734980" y="175462"/>
                  </a:lnTo>
                  <a:lnTo>
                    <a:pt x="739288" y="167654"/>
                  </a:lnTo>
                  <a:lnTo>
                    <a:pt x="742849" y="161248"/>
                  </a:lnTo>
                  <a:lnTo>
                    <a:pt x="744181" y="158851"/>
                  </a:lnTo>
                  <a:lnTo>
                    <a:pt x="746366" y="154921"/>
                  </a:lnTo>
                  <a:lnTo>
                    <a:pt x="748229" y="151711"/>
                  </a:lnTo>
                  <a:lnTo>
                    <a:pt x="752335" y="144652"/>
                  </a:lnTo>
                  <a:lnTo>
                    <a:pt x="757646" y="135849"/>
                  </a:lnTo>
                  <a:lnTo>
                    <a:pt x="763302" y="126471"/>
                  </a:lnTo>
                  <a:lnTo>
                    <a:pt x="765411" y="123010"/>
                  </a:lnTo>
                  <a:lnTo>
                    <a:pt x="770771" y="114223"/>
                  </a:lnTo>
                  <a:lnTo>
                    <a:pt x="774422" y="108246"/>
                  </a:lnTo>
                  <a:lnTo>
                    <a:pt x="773401" y="107560"/>
                  </a:lnTo>
                  <a:lnTo>
                    <a:pt x="771183" y="109219"/>
                  </a:lnTo>
                  <a:lnTo>
                    <a:pt x="770726" y="108706"/>
                  </a:lnTo>
                  <a:lnTo>
                    <a:pt x="770348" y="108293"/>
                  </a:lnTo>
                  <a:lnTo>
                    <a:pt x="769992" y="107899"/>
                  </a:lnTo>
                  <a:lnTo>
                    <a:pt x="769795" y="107681"/>
                  </a:lnTo>
                  <a:lnTo>
                    <a:pt x="769279" y="107074"/>
                  </a:lnTo>
                  <a:lnTo>
                    <a:pt x="769129" y="106896"/>
                  </a:lnTo>
                  <a:lnTo>
                    <a:pt x="768142" y="106940"/>
                  </a:lnTo>
                  <a:lnTo>
                    <a:pt x="767800" y="106950"/>
                  </a:lnTo>
                  <a:lnTo>
                    <a:pt x="767596" y="106957"/>
                  </a:lnTo>
                  <a:lnTo>
                    <a:pt x="767254" y="106957"/>
                  </a:lnTo>
                  <a:lnTo>
                    <a:pt x="767125" y="106865"/>
                  </a:lnTo>
                  <a:lnTo>
                    <a:pt x="766921" y="106331"/>
                  </a:lnTo>
                  <a:lnTo>
                    <a:pt x="766705" y="105771"/>
                  </a:lnTo>
                  <a:lnTo>
                    <a:pt x="766527" y="105281"/>
                  </a:lnTo>
                  <a:lnTo>
                    <a:pt x="766368" y="104884"/>
                  </a:lnTo>
                  <a:lnTo>
                    <a:pt x="766166" y="104875"/>
                  </a:lnTo>
                  <a:lnTo>
                    <a:pt x="765624" y="104854"/>
                  </a:lnTo>
                  <a:lnTo>
                    <a:pt x="765005" y="104854"/>
                  </a:lnTo>
                  <a:lnTo>
                    <a:pt x="764499" y="104816"/>
                  </a:lnTo>
                  <a:lnTo>
                    <a:pt x="763997" y="104802"/>
                  </a:lnTo>
                  <a:lnTo>
                    <a:pt x="763662" y="104812"/>
                  </a:lnTo>
                  <a:lnTo>
                    <a:pt x="763435" y="104798"/>
                  </a:lnTo>
                  <a:lnTo>
                    <a:pt x="762839" y="104802"/>
                  </a:lnTo>
                  <a:lnTo>
                    <a:pt x="762609" y="104816"/>
                  </a:lnTo>
                  <a:lnTo>
                    <a:pt x="761939" y="104854"/>
                  </a:lnTo>
                  <a:lnTo>
                    <a:pt x="761013" y="104877"/>
                  </a:lnTo>
                  <a:lnTo>
                    <a:pt x="760110" y="104885"/>
                  </a:lnTo>
                  <a:lnTo>
                    <a:pt x="759663" y="104894"/>
                  </a:lnTo>
                  <a:lnTo>
                    <a:pt x="759358" y="104706"/>
                  </a:lnTo>
                  <a:lnTo>
                    <a:pt x="759037" y="104477"/>
                  </a:lnTo>
                  <a:lnTo>
                    <a:pt x="758809" y="104315"/>
                  </a:lnTo>
                  <a:lnTo>
                    <a:pt x="758584" y="104022"/>
                  </a:lnTo>
                  <a:lnTo>
                    <a:pt x="758340" y="103731"/>
                  </a:lnTo>
                  <a:lnTo>
                    <a:pt x="757914" y="103264"/>
                  </a:lnTo>
                  <a:lnTo>
                    <a:pt x="757625" y="103039"/>
                  </a:lnTo>
                  <a:lnTo>
                    <a:pt x="757342" y="102889"/>
                  </a:lnTo>
                  <a:lnTo>
                    <a:pt x="757013" y="102779"/>
                  </a:lnTo>
                  <a:lnTo>
                    <a:pt x="756697" y="102720"/>
                  </a:lnTo>
                  <a:lnTo>
                    <a:pt x="756500" y="102821"/>
                  </a:lnTo>
                  <a:lnTo>
                    <a:pt x="756167" y="102981"/>
                  </a:lnTo>
                  <a:lnTo>
                    <a:pt x="755750" y="103140"/>
                  </a:lnTo>
                  <a:lnTo>
                    <a:pt x="755248" y="103377"/>
                  </a:lnTo>
                  <a:lnTo>
                    <a:pt x="754946" y="103506"/>
                  </a:lnTo>
                  <a:lnTo>
                    <a:pt x="754601" y="103670"/>
                  </a:lnTo>
                  <a:lnTo>
                    <a:pt x="754261" y="103797"/>
                  </a:lnTo>
                  <a:lnTo>
                    <a:pt x="753855" y="103965"/>
                  </a:lnTo>
                  <a:lnTo>
                    <a:pt x="753459" y="104141"/>
                  </a:lnTo>
                  <a:lnTo>
                    <a:pt x="753058" y="104319"/>
                  </a:lnTo>
                  <a:lnTo>
                    <a:pt x="752535" y="104530"/>
                  </a:lnTo>
                  <a:lnTo>
                    <a:pt x="752135" y="104722"/>
                  </a:lnTo>
                  <a:lnTo>
                    <a:pt x="751544" y="104990"/>
                  </a:lnTo>
                  <a:lnTo>
                    <a:pt x="750979" y="105210"/>
                  </a:lnTo>
                  <a:lnTo>
                    <a:pt x="750747" y="105306"/>
                  </a:lnTo>
                  <a:lnTo>
                    <a:pt x="750533" y="105419"/>
                  </a:lnTo>
                  <a:lnTo>
                    <a:pt x="750097" y="105543"/>
                  </a:lnTo>
                  <a:lnTo>
                    <a:pt x="749673" y="105693"/>
                  </a:lnTo>
                  <a:lnTo>
                    <a:pt x="749385" y="105787"/>
                  </a:lnTo>
                  <a:lnTo>
                    <a:pt x="748902" y="105944"/>
                  </a:lnTo>
                  <a:lnTo>
                    <a:pt x="748398" y="106115"/>
                  </a:lnTo>
                  <a:lnTo>
                    <a:pt x="747978" y="106260"/>
                  </a:lnTo>
                  <a:lnTo>
                    <a:pt x="747469" y="106462"/>
                  </a:lnTo>
                  <a:lnTo>
                    <a:pt x="746951" y="106612"/>
                  </a:lnTo>
                  <a:lnTo>
                    <a:pt x="746562" y="106746"/>
                  </a:lnTo>
                  <a:lnTo>
                    <a:pt x="746072" y="106914"/>
                  </a:lnTo>
                  <a:lnTo>
                    <a:pt x="745584" y="107083"/>
                  </a:lnTo>
                  <a:lnTo>
                    <a:pt x="745043" y="106863"/>
                  </a:lnTo>
                  <a:lnTo>
                    <a:pt x="744389" y="106635"/>
                  </a:lnTo>
                  <a:lnTo>
                    <a:pt x="743716" y="106382"/>
                  </a:lnTo>
                  <a:lnTo>
                    <a:pt x="742935" y="106113"/>
                  </a:lnTo>
                  <a:lnTo>
                    <a:pt x="742269" y="105857"/>
                  </a:lnTo>
                  <a:lnTo>
                    <a:pt x="741542" y="105634"/>
                  </a:lnTo>
                  <a:lnTo>
                    <a:pt x="740961" y="105407"/>
                  </a:lnTo>
                  <a:lnTo>
                    <a:pt x="740377" y="105189"/>
                  </a:lnTo>
                  <a:lnTo>
                    <a:pt x="739932" y="105025"/>
                  </a:lnTo>
                  <a:lnTo>
                    <a:pt x="739053" y="105111"/>
                  </a:lnTo>
                  <a:lnTo>
                    <a:pt x="738356" y="105182"/>
                  </a:lnTo>
                  <a:lnTo>
                    <a:pt x="737496" y="105273"/>
                  </a:lnTo>
                  <a:lnTo>
                    <a:pt x="736814" y="105332"/>
                  </a:lnTo>
                  <a:lnTo>
                    <a:pt x="736078" y="105379"/>
                  </a:lnTo>
                  <a:lnTo>
                    <a:pt x="735274" y="105442"/>
                  </a:lnTo>
                  <a:lnTo>
                    <a:pt x="734015" y="105559"/>
                  </a:lnTo>
                  <a:lnTo>
                    <a:pt x="733175" y="105590"/>
                  </a:lnTo>
                  <a:lnTo>
                    <a:pt x="732950" y="105611"/>
                  </a:lnTo>
                  <a:lnTo>
                    <a:pt x="732465" y="106155"/>
                  </a:lnTo>
                  <a:lnTo>
                    <a:pt x="731940" y="106722"/>
                  </a:lnTo>
                  <a:lnTo>
                    <a:pt x="731415" y="107271"/>
                  </a:lnTo>
                  <a:lnTo>
                    <a:pt x="731018" y="107707"/>
                  </a:lnTo>
                  <a:lnTo>
                    <a:pt x="730022" y="107685"/>
                  </a:lnTo>
                  <a:lnTo>
                    <a:pt x="729178" y="107688"/>
                  </a:lnTo>
                  <a:lnTo>
                    <a:pt x="728388" y="107688"/>
                  </a:lnTo>
                  <a:lnTo>
                    <a:pt x="727790" y="107664"/>
                  </a:lnTo>
                  <a:lnTo>
                    <a:pt x="726067" y="107664"/>
                  </a:lnTo>
                  <a:lnTo>
                    <a:pt x="725303" y="107667"/>
                  </a:lnTo>
                  <a:lnTo>
                    <a:pt x="724508" y="107662"/>
                  </a:lnTo>
                  <a:lnTo>
                    <a:pt x="723769" y="107657"/>
                  </a:lnTo>
                  <a:lnTo>
                    <a:pt x="723277" y="107657"/>
                  </a:lnTo>
                  <a:lnTo>
                    <a:pt x="722661" y="107641"/>
                  </a:lnTo>
                  <a:lnTo>
                    <a:pt x="721842" y="107627"/>
                  </a:lnTo>
                  <a:lnTo>
                    <a:pt x="720522" y="107627"/>
                  </a:lnTo>
                  <a:lnTo>
                    <a:pt x="720283" y="107629"/>
                  </a:lnTo>
                  <a:lnTo>
                    <a:pt x="719854" y="107829"/>
                  </a:lnTo>
                  <a:lnTo>
                    <a:pt x="719285" y="107988"/>
                  </a:lnTo>
                  <a:lnTo>
                    <a:pt x="718752" y="108159"/>
                  </a:lnTo>
                  <a:lnTo>
                    <a:pt x="718103" y="108340"/>
                  </a:lnTo>
                  <a:lnTo>
                    <a:pt x="717601" y="108501"/>
                  </a:lnTo>
                  <a:lnTo>
                    <a:pt x="717057" y="108680"/>
                  </a:lnTo>
                  <a:lnTo>
                    <a:pt x="716492" y="108860"/>
                  </a:lnTo>
                  <a:lnTo>
                    <a:pt x="715791" y="109069"/>
                  </a:lnTo>
                  <a:lnTo>
                    <a:pt x="715114" y="109289"/>
                  </a:lnTo>
                  <a:lnTo>
                    <a:pt x="714640" y="109430"/>
                  </a:lnTo>
                  <a:lnTo>
                    <a:pt x="714350" y="109514"/>
                  </a:lnTo>
                  <a:lnTo>
                    <a:pt x="713839" y="109465"/>
                  </a:lnTo>
                  <a:lnTo>
                    <a:pt x="713351" y="109416"/>
                  </a:lnTo>
                  <a:lnTo>
                    <a:pt x="712699" y="109345"/>
                  </a:lnTo>
                  <a:lnTo>
                    <a:pt x="712087" y="109322"/>
                  </a:lnTo>
                  <a:lnTo>
                    <a:pt x="711370" y="109249"/>
                  </a:lnTo>
                  <a:lnTo>
                    <a:pt x="710720" y="109200"/>
                  </a:lnTo>
                  <a:lnTo>
                    <a:pt x="709966" y="109134"/>
                  </a:lnTo>
                  <a:lnTo>
                    <a:pt x="709222" y="109069"/>
                  </a:lnTo>
                  <a:lnTo>
                    <a:pt x="708664" y="109003"/>
                  </a:lnTo>
                  <a:lnTo>
                    <a:pt x="707966" y="108973"/>
                  </a:lnTo>
                  <a:lnTo>
                    <a:pt x="707471" y="108895"/>
                  </a:lnTo>
                  <a:lnTo>
                    <a:pt x="706564" y="108846"/>
                  </a:lnTo>
                  <a:lnTo>
                    <a:pt x="706353" y="108912"/>
                  </a:lnTo>
                  <a:lnTo>
                    <a:pt x="705005" y="109160"/>
                  </a:lnTo>
                  <a:lnTo>
                    <a:pt x="703983" y="109336"/>
                  </a:lnTo>
                  <a:lnTo>
                    <a:pt x="702445" y="109629"/>
                  </a:lnTo>
                  <a:lnTo>
                    <a:pt x="701331" y="109826"/>
                  </a:lnTo>
                  <a:lnTo>
                    <a:pt x="701188" y="109854"/>
                  </a:lnTo>
                  <a:lnTo>
                    <a:pt x="700206" y="110046"/>
                  </a:lnTo>
                  <a:lnTo>
                    <a:pt x="698780" y="110321"/>
                  </a:lnTo>
                  <a:lnTo>
                    <a:pt x="697631" y="110556"/>
                  </a:lnTo>
                  <a:lnTo>
                    <a:pt x="696902" y="110328"/>
                  </a:lnTo>
                  <a:lnTo>
                    <a:pt x="695772" y="109978"/>
                  </a:lnTo>
                  <a:lnTo>
                    <a:pt x="694985" y="109681"/>
                  </a:lnTo>
                  <a:lnTo>
                    <a:pt x="694136" y="109413"/>
                  </a:lnTo>
                  <a:lnTo>
                    <a:pt x="692898" y="109029"/>
                  </a:lnTo>
                  <a:lnTo>
                    <a:pt x="691913" y="108719"/>
                  </a:lnTo>
                  <a:lnTo>
                    <a:pt x="690676" y="108330"/>
                  </a:lnTo>
                  <a:lnTo>
                    <a:pt x="689140" y="107882"/>
                  </a:lnTo>
                  <a:lnTo>
                    <a:pt x="688132" y="107631"/>
                  </a:lnTo>
                  <a:lnTo>
                    <a:pt x="686786" y="107329"/>
                  </a:lnTo>
                  <a:lnTo>
                    <a:pt x="686538" y="107427"/>
                  </a:lnTo>
                  <a:lnTo>
                    <a:pt x="685783" y="107683"/>
                  </a:lnTo>
                  <a:lnTo>
                    <a:pt x="684397" y="108119"/>
                  </a:lnTo>
                  <a:lnTo>
                    <a:pt x="683638" y="108370"/>
                  </a:lnTo>
                  <a:lnTo>
                    <a:pt x="682184" y="108839"/>
                  </a:lnTo>
                  <a:lnTo>
                    <a:pt x="681153" y="109169"/>
                  </a:lnTo>
                  <a:lnTo>
                    <a:pt x="680301" y="109456"/>
                  </a:lnTo>
                  <a:lnTo>
                    <a:pt x="673625" y="111624"/>
                  </a:lnTo>
                  <a:lnTo>
                    <a:pt x="668010" y="111099"/>
                  </a:lnTo>
                  <a:lnTo>
                    <a:pt x="667253" y="111028"/>
                  </a:lnTo>
                  <a:lnTo>
                    <a:pt x="666757" y="110982"/>
                  </a:lnTo>
                  <a:lnTo>
                    <a:pt x="666298" y="110939"/>
                  </a:lnTo>
                  <a:lnTo>
                    <a:pt x="665992" y="110910"/>
                  </a:lnTo>
                  <a:lnTo>
                    <a:pt x="661836" y="110522"/>
                  </a:lnTo>
                  <a:lnTo>
                    <a:pt x="657616" y="109378"/>
                  </a:lnTo>
                  <a:lnTo>
                    <a:pt x="657410" y="109323"/>
                  </a:lnTo>
                  <a:lnTo>
                    <a:pt x="656119" y="108973"/>
                  </a:lnTo>
                  <a:lnTo>
                    <a:pt x="654666" y="108580"/>
                  </a:lnTo>
                  <a:lnTo>
                    <a:pt x="654274" y="108473"/>
                  </a:lnTo>
                  <a:lnTo>
                    <a:pt x="652331" y="108057"/>
                  </a:lnTo>
                  <a:lnTo>
                    <a:pt x="645266" y="106461"/>
                  </a:lnTo>
                  <a:lnTo>
                    <a:pt x="637831" y="107784"/>
                  </a:lnTo>
                  <a:lnTo>
                    <a:pt x="634000" y="117126"/>
                  </a:lnTo>
                  <a:lnTo>
                    <a:pt x="633215" y="116986"/>
                  </a:lnTo>
                  <a:lnTo>
                    <a:pt x="632143" y="117230"/>
                  </a:lnTo>
                  <a:lnTo>
                    <a:pt x="631582" y="117254"/>
                  </a:lnTo>
                  <a:lnTo>
                    <a:pt x="630547" y="117291"/>
                  </a:lnTo>
                  <a:lnTo>
                    <a:pt x="630334" y="117357"/>
                  </a:lnTo>
                  <a:lnTo>
                    <a:pt x="628940" y="117930"/>
                  </a:lnTo>
                  <a:lnTo>
                    <a:pt x="627643" y="118323"/>
                  </a:lnTo>
                  <a:lnTo>
                    <a:pt x="624218" y="127514"/>
                  </a:lnTo>
                  <a:lnTo>
                    <a:pt x="620106" y="125843"/>
                  </a:lnTo>
                  <a:lnTo>
                    <a:pt x="617595" y="128296"/>
                  </a:lnTo>
                  <a:lnTo>
                    <a:pt x="617831" y="131423"/>
                  </a:lnTo>
                  <a:lnTo>
                    <a:pt x="618985" y="132308"/>
                  </a:lnTo>
                  <a:lnTo>
                    <a:pt x="619945" y="133310"/>
                  </a:lnTo>
                  <a:lnTo>
                    <a:pt x="620217" y="134083"/>
                  </a:lnTo>
                  <a:lnTo>
                    <a:pt x="620495" y="134519"/>
                  </a:lnTo>
                  <a:lnTo>
                    <a:pt x="621307" y="135256"/>
                  </a:lnTo>
                  <a:lnTo>
                    <a:pt x="621465" y="135367"/>
                  </a:lnTo>
                  <a:lnTo>
                    <a:pt x="621577" y="135546"/>
                  </a:lnTo>
                  <a:lnTo>
                    <a:pt x="621782" y="136025"/>
                  </a:lnTo>
                  <a:lnTo>
                    <a:pt x="620123" y="139997"/>
                  </a:lnTo>
                  <a:lnTo>
                    <a:pt x="617018" y="142607"/>
                  </a:lnTo>
                  <a:lnTo>
                    <a:pt x="610263" y="142222"/>
                  </a:lnTo>
                  <a:lnTo>
                    <a:pt x="602398" y="141773"/>
                  </a:lnTo>
                  <a:lnTo>
                    <a:pt x="604037" y="147604"/>
                  </a:lnTo>
                  <a:lnTo>
                    <a:pt x="601375" y="150824"/>
                  </a:lnTo>
                  <a:lnTo>
                    <a:pt x="600262" y="150524"/>
                  </a:lnTo>
                  <a:lnTo>
                    <a:pt x="599129" y="150215"/>
                  </a:lnTo>
                  <a:lnTo>
                    <a:pt x="596986" y="148700"/>
                  </a:lnTo>
                  <a:lnTo>
                    <a:pt x="595592" y="147524"/>
                  </a:lnTo>
                  <a:lnTo>
                    <a:pt x="594854" y="147611"/>
                  </a:lnTo>
                  <a:lnTo>
                    <a:pt x="593694" y="147871"/>
                  </a:lnTo>
                  <a:lnTo>
                    <a:pt x="592583" y="148138"/>
                  </a:lnTo>
                  <a:lnTo>
                    <a:pt x="591504" y="148387"/>
                  </a:lnTo>
                  <a:lnTo>
                    <a:pt x="590449" y="148635"/>
                  </a:lnTo>
                  <a:lnTo>
                    <a:pt x="588829" y="149020"/>
                  </a:lnTo>
                  <a:lnTo>
                    <a:pt x="588053" y="149390"/>
                  </a:lnTo>
                  <a:lnTo>
                    <a:pt x="586815" y="150061"/>
                  </a:lnTo>
                  <a:lnTo>
                    <a:pt x="585896" y="150595"/>
                  </a:lnTo>
                  <a:lnTo>
                    <a:pt x="585540" y="150100"/>
                  </a:lnTo>
                  <a:lnTo>
                    <a:pt x="584874" y="149146"/>
                  </a:lnTo>
                  <a:lnTo>
                    <a:pt x="584171" y="148183"/>
                  </a:lnTo>
                  <a:lnTo>
                    <a:pt x="583449" y="147100"/>
                  </a:lnTo>
                  <a:lnTo>
                    <a:pt x="582729" y="146131"/>
                  </a:lnTo>
                  <a:lnTo>
                    <a:pt x="582021" y="145123"/>
                  </a:lnTo>
                  <a:lnTo>
                    <a:pt x="581529" y="144408"/>
                  </a:lnTo>
                  <a:lnTo>
                    <a:pt x="581465" y="143649"/>
                  </a:lnTo>
                  <a:lnTo>
                    <a:pt x="581444" y="142697"/>
                  </a:lnTo>
                  <a:lnTo>
                    <a:pt x="581343" y="141663"/>
                  </a:lnTo>
                  <a:lnTo>
                    <a:pt x="581280" y="140802"/>
                  </a:lnTo>
                  <a:lnTo>
                    <a:pt x="581229" y="140101"/>
                  </a:lnTo>
                  <a:lnTo>
                    <a:pt x="581172" y="138920"/>
                  </a:lnTo>
                  <a:lnTo>
                    <a:pt x="581080" y="137977"/>
                  </a:lnTo>
                  <a:lnTo>
                    <a:pt x="580603" y="137715"/>
                  </a:lnTo>
                  <a:lnTo>
                    <a:pt x="579881" y="137422"/>
                  </a:lnTo>
                  <a:lnTo>
                    <a:pt x="578943" y="137042"/>
                  </a:lnTo>
                  <a:lnTo>
                    <a:pt x="578333" y="137375"/>
                  </a:lnTo>
                  <a:lnTo>
                    <a:pt x="577398" y="138024"/>
                  </a:lnTo>
                  <a:lnTo>
                    <a:pt x="575325" y="139412"/>
                  </a:lnTo>
                  <a:lnTo>
                    <a:pt x="574395" y="140029"/>
                  </a:lnTo>
                  <a:lnTo>
                    <a:pt x="572897" y="140263"/>
                  </a:lnTo>
                  <a:lnTo>
                    <a:pt x="572578" y="140153"/>
                  </a:lnTo>
                  <a:lnTo>
                    <a:pt x="571795" y="139637"/>
                  </a:lnTo>
                  <a:lnTo>
                    <a:pt x="571141" y="139203"/>
                  </a:lnTo>
                  <a:lnTo>
                    <a:pt x="570688" y="138906"/>
                  </a:lnTo>
                  <a:lnTo>
                    <a:pt x="570322" y="138646"/>
                  </a:lnTo>
                  <a:lnTo>
                    <a:pt x="569793" y="138359"/>
                  </a:lnTo>
                  <a:lnTo>
                    <a:pt x="569614" y="138270"/>
                  </a:lnTo>
                  <a:lnTo>
                    <a:pt x="569427" y="138247"/>
                  </a:lnTo>
                  <a:lnTo>
                    <a:pt x="569085" y="138256"/>
                  </a:lnTo>
                  <a:lnTo>
                    <a:pt x="568777" y="138402"/>
                  </a:lnTo>
                  <a:lnTo>
                    <a:pt x="568276" y="138620"/>
                  </a:lnTo>
                  <a:lnTo>
                    <a:pt x="567950" y="138261"/>
                  </a:lnTo>
                  <a:lnTo>
                    <a:pt x="567319" y="137619"/>
                  </a:lnTo>
                  <a:lnTo>
                    <a:pt x="566815" y="137166"/>
                  </a:lnTo>
                  <a:lnTo>
                    <a:pt x="565645" y="136749"/>
                  </a:lnTo>
                  <a:lnTo>
                    <a:pt x="564677" y="136428"/>
                  </a:lnTo>
                  <a:lnTo>
                    <a:pt x="564333" y="136313"/>
                  </a:lnTo>
                  <a:lnTo>
                    <a:pt x="563732" y="136111"/>
                  </a:lnTo>
                  <a:lnTo>
                    <a:pt x="563111" y="135952"/>
                  </a:lnTo>
                  <a:lnTo>
                    <a:pt x="562049" y="135736"/>
                  </a:lnTo>
                  <a:lnTo>
                    <a:pt x="561725" y="135757"/>
                  </a:lnTo>
                  <a:lnTo>
                    <a:pt x="560663" y="135898"/>
                  </a:lnTo>
                  <a:lnTo>
                    <a:pt x="559932" y="136046"/>
                  </a:lnTo>
                  <a:lnTo>
                    <a:pt x="559702" y="136165"/>
                  </a:lnTo>
                  <a:lnTo>
                    <a:pt x="559503" y="136264"/>
                  </a:lnTo>
                  <a:lnTo>
                    <a:pt x="559273" y="136379"/>
                  </a:lnTo>
                  <a:lnTo>
                    <a:pt x="558521" y="136822"/>
                  </a:lnTo>
                  <a:lnTo>
                    <a:pt x="557862" y="137213"/>
                  </a:lnTo>
                  <a:lnTo>
                    <a:pt x="557510" y="137501"/>
                  </a:lnTo>
                  <a:lnTo>
                    <a:pt x="556924" y="137825"/>
                  </a:lnTo>
                  <a:lnTo>
                    <a:pt x="556000" y="138371"/>
                  </a:lnTo>
                  <a:lnTo>
                    <a:pt x="555424" y="138688"/>
                  </a:lnTo>
                  <a:lnTo>
                    <a:pt x="554849" y="139056"/>
                  </a:lnTo>
                  <a:lnTo>
                    <a:pt x="554195" y="139440"/>
                  </a:lnTo>
                  <a:lnTo>
                    <a:pt x="553447" y="139874"/>
                  </a:lnTo>
                  <a:lnTo>
                    <a:pt x="552807" y="140287"/>
                  </a:lnTo>
                  <a:lnTo>
                    <a:pt x="551926" y="140819"/>
                  </a:lnTo>
                  <a:lnTo>
                    <a:pt x="551187" y="141241"/>
                  </a:lnTo>
                  <a:lnTo>
                    <a:pt x="550596" y="141656"/>
                  </a:lnTo>
                  <a:lnTo>
                    <a:pt x="549888" y="142059"/>
                  </a:lnTo>
                  <a:lnTo>
                    <a:pt x="549166" y="142479"/>
                  </a:lnTo>
                  <a:lnTo>
                    <a:pt x="548938" y="142615"/>
                  </a:lnTo>
                  <a:lnTo>
                    <a:pt x="548627" y="142800"/>
                  </a:lnTo>
                  <a:lnTo>
                    <a:pt x="548222" y="143053"/>
                  </a:lnTo>
                  <a:lnTo>
                    <a:pt x="547893" y="143252"/>
                  </a:lnTo>
                  <a:lnTo>
                    <a:pt x="547495" y="143536"/>
                  </a:lnTo>
                  <a:lnTo>
                    <a:pt x="547162" y="143727"/>
                  </a:lnTo>
                  <a:lnTo>
                    <a:pt x="546781" y="143458"/>
                  </a:lnTo>
                  <a:lnTo>
                    <a:pt x="545685" y="142685"/>
                  </a:lnTo>
                  <a:lnTo>
                    <a:pt x="545372" y="142464"/>
                  </a:lnTo>
                  <a:lnTo>
                    <a:pt x="544076" y="140562"/>
                  </a:lnTo>
                  <a:lnTo>
                    <a:pt x="543187" y="141221"/>
                  </a:lnTo>
                  <a:lnTo>
                    <a:pt x="542961" y="141389"/>
                  </a:lnTo>
                  <a:lnTo>
                    <a:pt x="542417" y="141204"/>
                  </a:lnTo>
                  <a:lnTo>
                    <a:pt x="541467" y="140762"/>
                  </a:lnTo>
                  <a:lnTo>
                    <a:pt x="540994" y="140525"/>
                  </a:lnTo>
                  <a:lnTo>
                    <a:pt x="540712" y="140345"/>
                  </a:lnTo>
                  <a:lnTo>
                    <a:pt x="540364" y="140136"/>
                  </a:lnTo>
                  <a:lnTo>
                    <a:pt x="540164" y="139938"/>
                  </a:lnTo>
                  <a:lnTo>
                    <a:pt x="539980" y="139791"/>
                  </a:lnTo>
                  <a:lnTo>
                    <a:pt x="539404" y="140071"/>
                  </a:lnTo>
                  <a:lnTo>
                    <a:pt x="539118" y="139957"/>
                  </a:lnTo>
                  <a:lnTo>
                    <a:pt x="538858" y="139709"/>
                  </a:lnTo>
                  <a:lnTo>
                    <a:pt x="538569" y="139427"/>
                  </a:lnTo>
                  <a:lnTo>
                    <a:pt x="538404" y="139292"/>
                  </a:lnTo>
                  <a:lnTo>
                    <a:pt x="538134" y="139061"/>
                  </a:lnTo>
                  <a:lnTo>
                    <a:pt x="537628" y="138683"/>
                  </a:lnTo>
                  <a:lnTo>
                    <a:pt x="537480" y="138512"/>
                  </a:lnTo>
                  <a:lnTo>
                    <a:pt x="537237" y="138063"/>
                  </a:lnTo>
                  <a:lnTo>
                    <a:pt x="536963" y="137638"/>
                  </a:lnTo>
                  <a:lnTo>
                    <a:pt x="536804" y="137385"/>
                  </a:lnTo>
                  <a:lnTo>
                    <a:pt x="536776" y="135396"/>
                  </a:lnTo>
                  <a:lnTo>
                    <a:pt x="537214" y="134397"/>
                  </a:lnTo>
                  <a:lnTo>
                    <a:pt x="538192" y="133058"/>
                  </a:lnTo>
                  <a:lnTo>
                    <a:pt x="537647" y="132712"/>
                  </a:lnTo>
                  <a:lnTo>
                    <a:pt x="534941" y="130984"/>
                  </a:lnTo>
                  <a:lnTo>
                    <a:pt x="534868" y="130782"/>
                  </a:lnTo>
                  <a:lnTo>
                    <a:pt x="534546" y="129882"/>
                  </a:lnTo>
                  <a:lnTo>
                    <a:pt x="534441" y="129577"/>
                  </a:lnTo>
                  <a:lnTo>
                    <a:pt x="534124" y="128715"/>
                  </a:lnTo>
                  <a:lnTo>
                    <a:pt x="534103" y="128337"/>
                  </a:lnTo>
                  <a:lnTo>
                    <a:pt x="534094" y="128140"/>
                  </a:lnTo>
                  <a:lnTo>
                    <a:pt x="533918" y="127845"/>
                  </a:lnTo>
                  <a:lnTo>
                    <a:pt x="533820" y="127667"/>
                  </a:lnTo>
                  <a:lnTo>
                    <a:pt x="533604" y="127561"/>
                  </a:lnTo>
                  <a:lnTo>
                    <a:pt x="531459" y="127614"/>
                  </a:lnTo>
                  <a:lnTo>
                    <a:pt x="530889" y="129228"/>
                  </a:lnTo>
                  <a:lnTo>
                    <a:pt x="530745" y="129182"/>
                  </a:lnTo>
                  <a:lnTo>
                    <a:pt x="530444" y="129086"/>
                  </a:lnTo>
                  <a:lnTo>
                    <a:pt x="530773" y="130159"/>
                  </a:lnTo>
                  <a:lnTo>
                    <a:pt x="531573" y="132773"/>
                  </a:lnTo>
                  <a:lnTo>
                    <a:pt x="530958" y="132297"/>
                  </a:lnTo>
                  <a:lnTo>
                    <a:pt x="530568" y="131996"/>
                  </a:lnTo>
                  <a:lnTo>
                    <a:pt x="529693" y="131320"/>
                  </a:lnTo>
                  <a:lnTo>
                    <a:pt x="528377" y="131714"/>
                  </a:lnTo>
                  <a:lnTo>
                    <a:pt x="528195" y="131768"/>
                  </a:lnTo>
                  <a:lnTo>
                    <a:pt x="527393" y="132008"/>
                  </a:lnTo>
                  <a:lnTo>
                    <a:pt x="526430" y="132296"/>
                  </a:lnTo>
                  <a:lnTo>
                    <a:pt x="522652" y="128037"/>
                  </a:lnTo>
                  <a:lnTo>
                    <a:pt x="522520" y="127525"/>
                  </a:lnTo>
                  <a:lnTo>
                    <a:pt x="522294" y="126443"/>
                  </a:lnTo>
                  <a:lnTo>
                    <a:pt x="522229" y="126181"/>
                  </a:lnTo>
                  <a:lnTo>
                    <a:pt x="522146" y="125752"/>
                  </a:lnTo>
                  <a:lnTo>
                    <a:pt x="521934" y="124269"/>
                  </a:lnTo>
                  <a:lnTo>
                    <a:pt x="521385" y="124162"/>
                  </a:lnTo>
                  <a:lnTo>
                    <a:pt x="521893" y="122975"/>
                  </a:lnTo>
                  <a:lnTo>
                    <a:pt x="521857" y="121798"/>
                  </a:lnTo>
                  <a:lnTo>
                    <a:pt x="521633" y="120539"/>
                  </a:lnTo>
                  <a:lnTo>
                    <a:pt x="521785" y="119580"/>
                  </a:lnTo>
                  <a:lnTo>
                    <a:pt x="522732" y="117444"/>
                  </a:lnTo>
                  <a:lnTo>
                    <a:pt x="522863" y="115704"/>
                  </a:lnTo>
                  <a:lnTo>
                    <a:pt x="523227" y="114975"/>
                  </a:lnTo>
                  <a:lnTo>
                    <a:pt x="523248" y="114640"/>
                  </a:lnTo>
                  <a:lnTo>
                    <a:pt x="522326" y="114413"/>
                  </a:lnTo>
                  <a:lnTo>
                    <a:pt x="521747" y="114420"/>
                  </a:lnTo>
                  <a:lnTo>
                    <a:pt x="521004" y="114157"/>
                  </a:lnTo>
                  <a:lnTo>
                    <a:pt x="516131" y="114001"/>
                  </a:lnTo>
                  <a:lnTo>
                    <a:pt x="516185" y="113327"/>
                  </a:lnTo>
                  <a:lnTo>
                    <a:pt x="515882" y="113248"/>
                  </a:lnTo>
                  <a:lnTo>
                    <a:pt x="515649" y="113121"/>
                  </a:lnTo>
                  <a:lnTo>
                    <a:pt x="515484" y="112917"/>
                  </a:lnTo>
                  <a:lnTo>
                    <a:pt x="514989" y="112525"/>
                  </a:lnTo>
                  <a:lnTo>
                    <a:pt x="514589" y="112269"/>
                  </a:lnTo>
                  <a:lnTo>
                    <a:pt x="514324" y="112130"/>
                  </a:lnTo>
                  <a:lnTo>
                    <a:pt x="514194" y="112039"/>
                  </a:lnTo>
                  <a:lnTo>
                    <a:pt x="513928" y="111755"/>
                  </a:lnTo>
                  <a:lnTo>
                    <a:pt x="513699" y="111502"/>
                  </a:lnTo>
                  <a:lnTo>
                    <a:pt x="513548" y="111328"/>
                  </a:lnTo>
                  <a:lnTo>
                    <a:pt x="512902" y="111742"/>
                  </a:lnTo>
                  <a:lnTo>
                    <a:pt x="512767" y="111968"/>
                  </a:lnTo>
                  <a:lnTo>
                    <a:pt x="512682" y="112328"/>
                  </a:lnTo>
                  <a:lnTo>
                    <a:pt x="512603" y="112516"/>
                  </a:lnTo>
                  <a:lnTo>
                    <a:pt x="511486" y="113948"/>
                  </a:lnTo>
                  <a:lnTo>
                    <a:pt x="509438" y="113734"/>
                  </a:lnTo>
                  <a:lnTo>
                    <a:pt x="508855" y="113781"/>
                  </a:lnTo>
                  <a:lnTo>
                    <a:pt x="508228" y="113991"/>
                  </a:lnTo>
                  <a:lnTo>
                    <a:pt x="507651" y="114053"/>
                  </a:lnTo>
                  <a:lnTo>
                    <a:pt x="507417" y="114031"/>
                  </a:lnTo>
                  <a:lnTo>
                    <a:pt x="507161" y="114008"/>
                  </a:lnTo>
                  <a:lnTo>
                    <a:pt x="506629" y="113964"/>
                  </a:lnTo>
                  <a:lnTo>
                    <a:pt x="506455" y="113956"/>
                  </a:lnTo>
                  <a:lnTo>
                    <a:pt x="506169" y="113944"/>
                  </a:lnTo>
                  <a:lnTo>
                    <a:pt x="505995" y="113937"/>
                  </a:lnTo>
                  <a:lnTo>
                    <a:pt x="504484" y="113871"/>
                  </a:lnTo>
                  <a:lnTo>
                    <a:pt x="504693" y="113257"/>
                  </a:lnTo>
                  <a:lnTo>
                    <a:pt x="506267" y="112643"/>
                  </a:lnTo>
                  <a:lnTo>
                    <a:pt x="506882" y="111387"/>
                  </a:lnTo>
                  <a:lnTo>
                    <a:pt x="508898" y="110548"/>
                  </a:lnTo>
                  <a:lnTo>
                    <a:pt x="509177" y="109565"/>
                  </a:lnTo>
                  <a:lnTo>
                    <a:pt x="509590" y="108115"/>
                  </a:lnTo>
                  <a:lnTo>
                    <a:pt x="509803" y="107386"/>
                  </a:lnTo>
                  <a:lnTo>
                    <a:pt x="509873" y="107173"/>
                  </a:lnTo>
                  <a:lnTo>
                    <a:pt x="509852" y="106680"/>
                  </a:lnTo>
                  <a:lnTo>
                    <a:pt x="509747" y="106444"/>
                  </a:lnTo>
                  <a:lnTo>
                    <a:pt x="510101" y="106213"/>
                  </a:lnTo>
                  <a:lnTo>
                    <a:pt x="509998" y="106053"/>
                  </a:lnTo>
                  <a:lnTo>
                    <a:pt x="509572" y="105395"/>
                  </a:lnTo>
                  <a:lnTo>
                    <a:pt x="509868" y="105140"/>
                  </a:lnTo>
                  <a:lnTo>
                    <a:pt x="510162" y="104890"/>
                  </a:lnTo>
                  <a:lnTo>
                    <a:pt x="510705" y="104422"/>
                  </a:lnTo>
                  <a:lnTo>
                    <a:pt x="510876" y="104287"/>
                  </a:lnTo>
                  <a:lnTo>
                    <a:pt x="511094" y="104096"/>
                  </a:lnTo>
                  <a:lnTo>
                    <a:pt x="511472" y="103766"/>
                  </a:lnTo>
                  <a:lnTo>
                    <a:pt x="512191" y="103150"/>
                  </a:lnTo>
                  <a:lnTo>
                    <a:pt x="512328" y="103033"/>
                  </a:lnTo>
                  <a:lnTo>
                    <a:pt x="512480" y="102903"/>
                  </a:lnTo>
                  <a:lnTo>
                    <a:pt x="512909" y="102439"/>
                  </a:lnTo>
                  <a:lnTo>
                    <a:pt x="513380" y="101927"/>
                  </a:lnTo>
                  <a:lnTo>
                    <a:pt x="513970" y="101286"/>
                  </a:lnTo>
                  <a:lnTo>
                    <a:pt x="514108" y="101136"/>
                  </a:lnTo>
                  <a:lnTo>
                    <a:pt x="513620" y="100928"/>
                  </a:lnTo>
                  <a:lnTo>
                    <a:pt x="513371" y="100825"/>
                  </a:lnTo>
                  <a:lnTo>
                    <a:pt x="512959" y="100649"/>
                  </a:lnTo>
                  <a:lnTo>
                    <a:pt x="512507" y="99937"/>
                  </a:lnTo>
                  <a:lnTo>
                    <a:pt x="512213" y="99483"/>
                  </a:lnTo>
                  <a:lnTo>
                    <a:pt x="511906" y="98991"/>
                  </a:lnTo>
                  <a:lnTo>
                    <a:pt x="511565" y="98448"/>
                  </a:lnTo>
                  <a:lnTo>
                    <a:pt x="511745" y="97614"/>
                  </a:lnTo>
                  <a:lnTo>
                    <a:pt x="511878" y="96981"/>
                  </a:lnTo>
                  <a:lnTo>
                    <a:pt x="512157" y="92644"/>
                  </a:lnTo>
                  <a:lnTo>
                    <a:pt x="509746" y="89510"/>
                  </a:lnTo>
                  <a:lnTo>
                    <a:pt x="501009" y="89737"/>
                  </a:lnTo>
                  <a:lnTo>
                    <a:pt x="497328" y="87503"/>
                  </a:lnTo>
                  <a:lnTo>
                    <a:pt x="481960" y="78175"/>
                  </a:lnTo>
                  <a:lnTo>
                    <a:pt x="463718" y="67103"/>
                  </a:lnTo>
                  <a:lnTo>
                    <a:pt x="455222" y="51217"/>
                  </a:lnTo>
                  <a:lnTo>
                    <a:pt x="415676" y="23120"/>
                  </a:lnTo>
                  <a:lnTo>
                    <a:pt x="415468" y="22972"/>
                  </a:lnTo>
                  <a:lnTo>
                    <a:pt x="368656" y="0"/>
                  </a:lnTo>
                  <a:lnTo>
                    <a:pt x="355340" y="25609"/>
                  </a:lnTo>
                  <a:lnTo>
                    <a:pt x="353195" y="29733"/>
                  </a:lnTo>
                  <a:lnTo>
                    <a:pt x="352652" y="30777"/>
                  </a:lnTo>
                  <a:lnTo>
                    <a:pt x="341728" y="51786"/>
                  </a:lnTo>
                  <a:lnTo>
                    <a:pt x="313723" y="105644"/>
                  </a:lnTo>
                  <a:lnTo>
                    <a:pt x="311446" y="110023"/>
                  </a:lnTo>
                  <a:lnTo>
                    <a:pt x="305986" y="120523"/>
                  </a:lnTo>
                  <a:lnTo>
                    <a:pt x="305050" y="122418"/>
                  </a:lnTo>
                  <a:lnTo>
                    <a:pt x="304102" y="124562"/>
                  </a:lnTo>
                  <a:lnTo>
                    <a:pt x="295385" y="145542"/>
                  </a:lnTo>
                  <a:lnTo>
                    <a:pt x="294693" y="147295"/>
                  </a:lnTo>
                  <a:lnTo>
                    <a:pt x="293922" y="149510"/>
                  </a:lnTo>
                  <a:lnTo>
                    <a:pt x="293251" y="151757"/>
                  </a:lnTo>
                  <a:lnTo>
                    <a:pt x="269881" y="173914"/>
                  </a:lnTo>
                  <a:lnTo>
                    <a:pt x="263554" y="179912"/>
                  </a:lnTo>
                  <a:lnTo>
                    <a:pt x="257234" y="185904"/>
                  </a:lnTo>
                  <a:close/>
                </a:path>
              </a:pathLst>
            </a:custGeom>
            <a:solidFill>
              <a:srgbClr val="DCEDF4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8"/>
            <p:cNvSpPr/>
            <p:nvPr/>
          </p:nvSpPr>
          <p:spPr>
            <a:xfrm>
              <a:off x="1401867" y="4622150"/>
              <a:ext cx="670776" cy="757553"/>
            </a:xfrm>
            <a:custGeom>
              <a:avLst/>
              <a:pathLst>
                <a:path w="670776" h="757553">
                  <a:moveTo>
                    <a:pt x="474935" y="621352"/>
                  </a:moveTo>
                  <a:lnTo>
                    <a:pt x="475329" y="621996"/>
                  </a:lnTo>
                  <a:lnTo>
                    <a:pt x="475491" y="622311"/>
                  </a:lnTo>
                  <a:lnTo>
                    <a:pt x="475682" y="622700"/>
                  </a:lnTo>
                  <a:lnTo>
                    <a:pt x="475750" y="622850"/>
                  </a:lnTo>
                  <a:lnTo>
                    <a:pt x="476026" y="623631"/>
                  </a:lnTo>
                  <a:lnTo>
                    <a:pt x="476133" y="624773"/>
                  </a:lnTo>
                  <a:lnTo>
                    <a:pt x="476309" y="624856"/>
                  </a:lnTo>
                  <a:lnTo>
                    <a:pt x="477641" y="625618"/>
                  </a:lnTo>
                  <a:lnTo>
                    <a:pt x="478177" y="626229"/>
                  </a:lnTo>
                  <a:lnTo>
                    <a:pt x="478657" y="626798"/>
                  </a:lnTo>
                  <a:lnTo>
                    <a:pt x="479073" y="626895"/>
                  </a:lnTo>
                  <a:lnTo>
                    <a:pt x="479698" y="627003"/>
                  </a:lnTo>
                  <a:lnTo>
                    <a:pt x="479895" y="627036"/>
                  </a:lnTo>
                  <a:lnTo>
                    <a:pt x="480177" y="627079"/>
                  </a:lnTo>
                  <a:lnTo>
                    <a:pt x="480693" y="627059"/>
                  </a:lnTo>
                  <a:lnTo>
                    <a:pt x="480988" y="627050"/>
                  </a:lnTo>
                  <a:lnTo>
                    <a:pt x="481495" y="627181"/>
                  </a:lnTo>
                  <a:lnTo>
                    <a:pt x="481571" y="627332"/>
                  </a:lnTo>
                  <a:lnTo>
                    <a:pt x="481738" y="627631"/>
                  </a:lnTo>
                  <a:lnTo>
                    <a:pt x="482129" y="628329"/>
                  </a:lnTo>
                  <a:lnTo>
                    <a:pt x="482512" y="629074"/>
                  </a:lnTo>
                  <a:lnTo>
                    <a:pt x="482602" y="629245"/>
                  </a:lnTo>
                  <a:lnTo>
                    <a:pt x="483161" y="630299"/>
                  </a:lnTo>
                  <a:lnTo>
                    <a:pt x="483715" y="631267"/>
                  </a:lnTo>
                  <a:lnTo>
                    <a:pt x="484050" y="631659"/>
                  </a:lnTo>
                  <a:lnTo>
                    <a:pt x="484411" y="632090"/>
                  </a:lnTo>
                  <a:lnTo>
                    <a:pt x="484529" y="632233"/>
                  </a:lnTo>
                  <a:lnTo>
                    <a:pt x="484698" y="632429"/>
                  </a:lnTo>
                  <a:lnTo>
                    <a:pt x="485030" y="632946"/>
                  </a:lnTo>
                  <a:lnTo>
                    <a:pt x="485171" y="633199"/>
                  </a:lnTo>
                  <a:lnTo>
                    <a:pt x="485286" y="633523"/>
                  </a:lnTo>
                  <a:lnTo>
                    <a:pt x="485400" y="633761"/>
                  </a:lnTo>
                  <a:lnTo>
                    <a:pt x="485605" y="634093"/>
                  </a:lnTo>
                  <a:lnTo>
                    <a:pt x="485741" y="634377"/>
                  </a:lnTo>
                  <a:lnTo>
                    <a:pt x="485833" y="634603"/>
                  </a:lnTo>
                  <a:lnTo>
                    <a:pt x="485952" y="634802"/>
                  </a:lnTo>
                  <a:lnTo>
                    <a:pt x="486078" y="635100"/>
                  </a:lnTo>
                  <a:lnTo>
                    <a:pt x="486166" y="635285"/>
                  </a:lnTo>
                  <a:lnTo>
                    <a:pt x="486257" y="635546"/>
                  </a:lnTo>
                  <a:lnTo>
                    <a:pt x="486314" y="635939"/>
                  </a:lnTo>
                  <a:lnTo>
                    <a:pt x="486868" y="636907"/>
                  </a:lnTo>
                  <a:lnTo>
                    <a:pt x="487015" y="637030"/>
                  </a:lnTo>
                  <a:lnTo>
                    <a:pt x="487238" y="637222"/>
                  </a:lnTo>
                  <a:lnTo>
                    <a:pt x="487922" y="637804"/>
                  </a:lnTo>
                  <a:lnTo>
                    <a:pt x="488177" y="638032"/>
                  </a:lnTo>
                  <a:lnTo>
                    <a:pt x="488494" y="638286"/>
                  </a:lnTo>
                  <a:lnTo>
                    <a:pt x="488889" y="638629"/>
                  </a:lnTo>
                  <a:lnTo>
                    <a:pt x="489259" y="638936"/>
                  </a:lnTo>
                  <a:lnTo>
                    <a:pt x="489712" y="639322"/>
                  </a:lnTo>
                  <a:lnTo>
                    <a:pt x="490203" y="639738"/>
                  </a:lnTo>
                  <a:lnTo>
                    <a:pt x="490736" y="640180"/>
                  </a:lnTo>
                  <a:lnTo>
                    <a:pt x="491066" y="640457"/>
                  </a:lnTo>
                  <a:lnTo>
                    <a:pt x="491496" y="640877"/>
                  </a:lnTo>
                  <a:lnTo>
                    <a:pt x="491599" y="641034"/>
                  </a:lnTo>
                  <a:lnTo>
                    <a:pt x="491925" y="641338"/>
                  </a:lnTo>
                  <a:lnTo>
                    <a:pt x="492341" y="641454"/>
                  </a:lnTo>
                  <a:lnTo>
                    <a:pt x="492612" y="641575"/>
                  </a:lnTo>
                  <a:lnTo>
                    <a:pt x="492911" y="641686"/>
                  </a:lnTo>
                  <a:lnTo>
                    <a:pt x="493323" y="641951"/>
                  </a:lnTo>
                  <a:lnTo>
                    <a:pt x="493481" y="642053"/>
                  </a:lnTo>
                  <a:lnTo>
                    <a:pt x="493657" y="642142"/>
                  </a:lnTo>
                  <a:lnTo>
                    <a:pt x="494172" y="642413"/>
                  </a:lnTo>
                  <a:lnTo>
                    <a:pt x="494766" y="642921"/>
                  </a:lnTo>
                  <a:lnTo>
                    <a:pt x="495079" y="643212"/>
                  </a:lnTo>
                  <a:lnTo>
                    <a:pt x="495318" y="643438"/>
                  </a:lnTo>
                  <a:lnTo>
                    <a:pt x="495697" y="643702"/>
                  </a:lnTo>
                  <a:lnTo>
                    <a:pt x="495876" y="643864"/>
                  </a:lnTo>
                  <a:lnTo>
                    <a:pt x="496153" y="644206"/>
                  </a:lnTo>
                  <a:lnTo>
                    <a:pt x="496208" y="644370"/>
                  </a:lnTo>
                  <a:lnTo>
                    <a:pt x="496420" y="644489"/>
                  </a:lnTo>
                  <a:lnTo>
                    <a:pt x="496567" y="644534"/>
                  </a:lnTo>
                  <a:lnTo>
                    <a:pt x="496709" y="644607"/>
                  </a:lnTo>
                  <a:lnTo>
                    <a:pt x="496841" y="644701"/>
                  </a:lnTo>
                  <a:lnTo>
                    <a:pt x="496904" y="645055"/>
                  </a:lnTo>
                  <a:lnTo>
                    <a:pt x="496628" y="645644"/>
                  </a:lnTo>
                  <a:lnTo>
                    <a:pt x="496591" y="647608"/>
                  </a:lnTo>
                  <a:lnTo>
                    <a:pt x="496590" y="647860"/>
                  </a:lnTo>
                  <a:lnTo>
                    <a:pt x="496206" y="648986"/>
                  </a:lnTo>
                  <a:lnTo>
                    <a:pt x="495942" y="649659"/>
                  </a:lnTo>
                  <a:lnTo>
                    <a:pt x="493993" y="659066"/>
                  </a:lnTo>
                  <a:lnTo>
                    <a:pt x="494056" y="659966"/>
                  </a:lnTo>
                  <a:lnTo>
                    <a:pt x="494011" y="660286"/>
                  </a:lnTo>
                  <a:lnTo>
                    <a:pt x="493802" y="660344"/>
                  </a:lnTo>
                  <a:lnTo>
                    <a:pt x="493864" y="660829"/>
                  </a:lnTo>
                  <a:lnTo>
                    <a:pt x="494191" y="672610"/>
                  </a:lnTo>
                  <a:lnTo>
                    <a:pt x="497077" y="676282"/>
                  </a:lnTo>
                  <a:lnTo>
                    <a:pt x="499882" y="680657"/>
                  </a:lnTo>
                  <a:lnTo>
                    <a:pt x="502833" y="683316"/>
                  </a:lnTo>
                  <a:lnTo>
                    <a:pt x="502990" y="683533"/>
                  </a:lnTo>
                  <a:lnTo>
                    <a:pt x="504397" y="684726"/>
                  </a:lnTo>
                  <a:lnTo>
                    <a:pt x="506444" y="685843"/>
                  </a:lnTo>
                  <a:lnTo>
                    <a:pt x="506840" y="686026"/>
                  </a:lnTo>
                  <a:lnTo>
                    <a:pt x="512534" y="690290"/>
                  </a:lnTo>
                  <a:lnTo>
                    <a:pt x="513017" y="690269"/>
                  </a:lnTo>
                  <a:lnTo>
                    <a:pt x="513165" y="690256"/>
                  </a:lnTo>
                  <a:lnTo>
                    <a:pt x="513445" y="690248"/>
                  </a:lnTo>
                  <a:lnTo>
                    <a:pt x="514068" y="690264"/>
                  </a:lnTo>
                  <a:lnTo>
                    <a:pt x="514322" y="690303"/>
                  </a:lnTo>
                  <a:lnTo>
                    <a:pt x="514486" y="690369"/>
                  </a:lnTo>
                  <a:lnTo>
                    <a:pt x="516510" y="691756"/>
                  </a:lnTo>
                  <a:lnTo>
                    <a:pt x="517673" y="693618"/>
                  </a:lnTo>
                  <a:lnTo>
                    <a:pt x="517822" y="694339"/>
                  </a:lnTo>
                  <a:lnTo>
                    <a:pt x="517894" y="695081"/>
                  </a:lnTo>
                  <a:lnTo>
                    <a:pt x="518342" y="695726"/>
                  </a:lnTo>
                  <a:lnTo>
                    <a:pt x="518356" y="695912"/>
                  </a:lnTo>
                  <a:lnTo>
                    <a:pt x="518983" y="697170"/>
                  </a:lnTo>
                  <a:lnTo>
                    <a:pt x="518452" y="698521"/>
                  </a:lnTo>
                  <a:lnTo>
                    <a:pt x="518451" y="698776"/>
                  </a:lnTo>
                  <a:lnTo>
                    <a:pt x="518605" y="700196"/>
                  </a:lnTo>
                  <a:lnTo>
                    <a:pt x="518524" y="701518"/>
                  </a:lnTo>
                  <a:lnTo>
                    <a:pt x="518284" y="702158"/>
                  </a:lnTo>
                  <a:lnTo>
                    <a:pt x="519161" y="703104"/>
                  </a:lnTo>
                  <a:lnTo>
                    <a:pt x="519470" y="702935"/>
                  </a:lnTo>
                  <a:lnTo>
                    <a:pt x="519877" y="702698"/>
                  </a:lnTo>
                  <a:lnTo>
                    <a:pt x="520383" y="702432"/>
                  </a:lnTo>
                  <a:lnTo>
                    <a:pt x="521104" y="702000"/>
                  </a:lnTo>
                  <a:lnTo>
                    <a:pt x="521288" y="701746"/>
                  </a:lnTo>
                  <a:lnTo>
                    <a:pt x="521421" y="701588"/>
                  </a:lnTo>
                  <a:lnTo>
                    <a:pt x="521623" y="701310"/>
                  </a:lnTo>
                  <a:lnTo>
                    <a:pt x="521934" y="700968"/>
                  </a:lnTo>
                  <a:lnTo>
                    <a:pt x="522244" y="700647"/>
                  </a:lnTo>
                  <a:lnTo>
                    <a:pt x="522438" y="700669"/>
                  </a:lnTo>
                  <a:lnTo>
                    <a:pt x="522294" y="701137"/>
                  </a:lnTo>
                  <a:lnTo>
                    <a:pt x="522430" y="701372"/>
                  </a:lnTo>
                  <a:lnTo>
                    <a:pt x="522615" y="701726"/>
                  </a:lnTo>
                  <a:lnTo>
                    <a:pt x="522681" y="701862"/>
                  </a:lnTo>
                  <a:lnTo>
                    <a:pt x="522782" y="702091"/>
                  </a:lnTo>
                  <a:lnTo>
                    <a:pt x="522888" y="702677"/>
                  </a:lnTo>
                  <a:lnTo>
                    <a:pt x="522899" y="702836"/>
                  </a:lnTo>
                  <a:lnTo>
                    <a:pt x="522878" y="703221"/>
                  </a:lnTo>
                  <a:lnTo>
                    <a:pt x="522867" y="703364"/>
                  </a:lnTo>
                  <a:lnTo>
                    <a:pt x="522857" y="703529"/>
                  </a:lnTo>
                  <a:lnTo>
                    <a:pt x="522885" y="703702"/>
                  </a:lnTo>
                  <a:lnTo>
                    <a:pt x="522830" y="704698"/>
                  </a:lnTo>
                  <a:lnTo>
                    <a:pt x="522770" y="704985"/>
                  </a:lnTo>
                  <a:lnTo>
                    <a:pt x="522736" y="706641"/>
                  </a:lnTo>
                  <a:lnTo>
                    <a:pt x="522649" y="707494"/>
                  </a:lnTo>
                  <a:lnTo>
                    <a:pt x="522622" y="708157"/>
                  </a:lnTo>
                  <a:lnTo>
                    <a:pt x="522173" y="709774"/>
                  </a:lnTo>
                  <a:lnTo>
                    <a:pt x="524433" y="711760"/>
                  </a:lnTo>
                  <a:lnTo>
                    <a:pt x="524360" y="714006"/>
                  </a:lnTo>
                  <a:lnTo>
                    <a:pt x="524311" y="714194"/>
                  </a:lnTo>
                  <a:lnTo>
                    <a:pt x="524213" y="714612"/>
                  </a:lnTo>
                  <a:lnTo>
                    <a:pt x="524131" y="715029"/>
                  </a:lnTo>
                  <a:lnTo>
                    <a:pt x="524058" y="715475"/>
                  </a:lnTo>
                  <a:lnTo>
                    <a:pt x="523905" y="716370"/>
                  </a:lnTo>
                  <a:lnTo>
                    <a:pt x="523838" y="716567"/>
                  </a:lnTo>
                  <a:lnTo>
                    <a:pt x="523712" y="716833"/>
                  </a:lnTo>
                  <a:lnTo>
                    <a:pt x="523325" y="717336"/>
                  </a:lnTo>
                  <a:lnTo>
                    <a:pt x="523061" y="717434"/>
                  </a:lnTo>
                  <a:lnTo>
                    <a:pt x="522407" y="717411"/>
                  </a:lnTo>
                  <a:lnTo>
                    <a:pt x="521598" y="717589"/>
                  </a:lnTo>
                  <a:lnTo>
                    <a:pt x="521437" y="717844"/>
                  </a:lnTo>
                  <a:lnTo>
                    <a:pt x="521330" y="718035"/>
                  </a:lnTo>
                  <a:lnTo>
                    <a:pt x="521252" y="718182"/>
                  </a:lnTo>
                  <a:lnTo>
                    <a:pt x="520381" y="719555"/>
                  </a:lnTo>
                  <a:lnTo>
                    <a:pt x="520193" y="720002"/>
                  </a:lnTo>
                  <a:lnTo>
                    <a:pt x="520191" y="720168"/>
                  </a:lnTo>
                  <a:lnTo>
                    <a:pt x="519046" y="723176"/>
                  </a:lnTo>
                  <a:lnTo>
                    <a:pt x="518591" y="724069"/>
                  </a:lnTo>
                  <a:lnTo>
                    <a:pt x="518315" y="724863"/>
                  </a:lnTo>
                  <a:lnTo>
                    <a:pt x="518146" y="725954"/>
                  </a:lnTo>
                  <a:lnTo>
                    <a:pt x="518100" y="726259"/>
                  </a:lnTo>
                  <a:lnTo>
                    <a:pt x="517998" y="726582"/>
                  </a:lnTo>
                  <a:lnTo>
                    <a:pt x="517897" y="726931"/>
                  </a:lnTo>
                  <a:lnTo>
                    <a:pt x="517884" y="727133"/>
                  </a:lnTo>
                  <a:lnTo>
                    <a:pt x="517920" y="727360"/>
                  </a:lnTo>
                  <a:lnTo>
                    <a:pt x="518278" y="727858"/>
                  </a:lnTo>
                  <a:lnTo>
                    <a:pt x="518413" y="728054"/>
                  </a:lnTo>
                  <a:lnTo>
                    <a:pt x="519808" y="729684"/>
                  </a:lnTo>
                  <a:lnTo>
                    <a:pt x="519859" y="729837"/>
                  </a:lnTo>
                  <a:lnTo>
                    <a:pt x="519793" y="730189"/>
                  </a:lnTo>
                  <a:lnTo>
                    <a:pt x="519797" y="730357"/>
                  </a:lnTo>
                  <a:lnTo>
                    <a:pt x="519780" y="730525"/>
                  </a:lnTo>
                  <a:lnTo>
                    <a:pt x="520510" y="731399"/>
                  </a:lnTo>
                  <a:lnTo>
                    <a:pt x="520538" y="731532"/>
                  </a:lnTo>
                  <a:lnTo>
                    <a:pt x="520620" y="731746"/>
                  </a:lnTo>
                  <a:lnTo>
                    <a:pt x="520732" y="731992"/>
                  </a:lnTo>
                  <a:lnTo>
                    <a:pt x="520924" y="732396"/>
                  </a:lnTo>
                  <a:lnTo>
                    <a:pt x="521038" y="732772"/>
                  </a:lnTo>
                  <a:lnTo>
                    <a:pt x="520826" y="733173"/>
                  </a:lnTo>
                  <a:lnTo>
                    <a:pt x="520708" y="733376"/>
                  </a:lnTo>
                  <a:lnTo>
                    <a:pt x="520991" y="733825"/>
                  </a:lnTo>
                  <a:lnTo>
                    <a:pt x="521150" y="734219"/>
                  </a:lnTo>
                  <a:lnTo>
                    <a:pt x="520783" y="734520"/>
                  </a:lnTo>
                  <a:lnTo>
                    <a:pt x="520488" y="735024"/>
                  </a:lnTo>
                  <a:lnTo>
                    <a:pt x="520403" y="735179"/>
                  </a:lnTo>
                  <a:lnTo>
                    <a:pt x="522309" y="751764"/>
                  </a:lnTo>
                  <a:lnTo>
                    <a:pt x="522331" y="752076"/>
                  </a:lnTo>
                  <a:lnTo>
                    <a:pt x="522303" y="752312"/>
                  </a:lnTo>
                  <a:lnTo>
                    <a:pt x="522375" y="752639"/>
                  </a:lnTo>
                  <a:lnTo>
                    <a:pt x="522288" y="753095"/>
                  </a:lnTo>
                  <a:lnTo>
                    <a:pt x="522263" y="753294"/>
                  </a:lnTo>
                  <a:lnTo>
                    <a:pt x="522236" y="753483"/>
                  </a:lnTo>
                  <a:lnTo>
                    <a:pt x="522009" y="753964"/>
                  </a:lnTo>
                  <a:lnTo>
                    <a:pt x="521973" y="754594"/>
                  </a:lnTo>
                  <a:lnTo>
                    <a:pt x="522297" y="755424"/>
                  </a:lnTo>
                  <a:lnTo>
                    <a:pt x="522335" y="756063"/>
                  </a:lnTo>
                  <a:lnTo>
                    <a:pt x="521855" y="756299"/>
                  </a:lnTo>
                  <a:lnTo>
                    <a:pt x="522303" y="757553"/>
                  </a:lnTo>
                  <a:lnTo>
                    <a:pt x="522753" y="757340"/>
                  </a:lnTo>
                  <a:lnTo>
                    <a:pt x="523073" y="757243"/>
                  </a:lnTo>
                  <a:lnTo>
                    <a:pt x="523716" y="756874"/>
                  </a:lnTo>
                  <a:lnTo>
                    <a:pt x="524748" y="756430"/>
                  </a:lnTo>
                  <a:lnTo>
                    <a:pt x="528155" y="754266"/>
                  </a:lnTo>
                  <a:lnTo>
                    <a:pt x="528451" y="751434"/>
                  </a:lnTo>
                  <a:lnTo>
                    <a:pt x="528396" y="751296"/>
                  </a:lnTo>
                  <a:lnTo>
                    <a:pt x="528359" y="751152"/>
                  </a:lnTo>
                  <a:lnTo>
                    <a:pt x="528341" y="751005"/>
                  </a:lnTo>
                  <a:lnTo>
                    <a:pt x="528341" y="750857"/>
                  </a:lnTo>
                  <a:lnTo>
                    <a:pt x="528360" y="750710"/>
                  </a:lnTo>
                  <a:lnTo>
                    <a:pt x="528397" y="750567"/>
                  </a:lnTo>
                  <a:lnTo>
                    <a:pt x="532076" y="749880"/>
                  </a:lnTo>
                  <a:lnTo>
                    <a:pt x="532221" y="749910"/>
                  </a:lnTo>
                  <a:lnTo>
                    <a:pt x="532369" y="749922"/>
                  </a:lnTo>
                  <a:lnTo>
                    <a:pt x="532517" y="749916"/>
                  </a:lnTo>
                  <a:lnTo>
                    <a:pt x="532663" y="749890"/>
                  </a:lnTo>
                  <a:lnTo>
                    <a:pt x="532805" y="749847"/>
                  </a:lnTo>
                  <a:lnTo>
                    <a:pt x="533013" y="749743"/>
                  </a:lnTo>
                  <a:lnTo>
                    <a:pt x="533205" y="749658"/>
                  </a:lnTo>
                  <a:lnTo>
                    <a:pt x="533388" y="749556"/>
                  </a:lnTo>
                  <a:lnTo>
                    <a:pt x="533853" y="748723"/>
                  </a:lnTo>
                  <a:lnTo>
                    <a:pt x="533785" y="748175"/>
                  </a:lnTo>
                  <a:lnTo>
                    <a:pt x="533751" y="748047"/>
                  </a:lnTo>
                  <a:lnTo>
                    <a:pt x="533736" y="747915"/>
                  </a:lnTo>
                  <a:lnTo>
                    <a:pt x="533739" y="747783"/>
                  </a:lnTo>
                  <a:lnTo>
                    <a:pt x="533799" y="747533"/>
                  </a:lnTo>
                  <a:lnTo>
                    <a:pt x="533917" y="747336"/>
                  </a:lnTo>
                  <a:lnTo>
                    <a:pt x="534051" y="747150"/>
                  </a:lnTo>
                  <a:lnTo>
                    <a:pt x="534200" y="746975"/>
                  </a:lnTo>
                  <a:lnTo>
                    <a:pt x="534363" y="746813"/>
                  </a:lnTo>
                  <a:lnTo>
                    <a:pt x="534538" y="746664"/>
                  </a:lnTo>
                  <a:lnTo>
                    <a:pt x="534725" y="746531"/>
                  </a:lnTo>
                  <a:lnTo>
                    <a:pt x="534922" y="746413"/>
                  </a:lnTo>
                  <a:lnTo>
                    <a:pt x="536583" y="745374"/>
                  </a:lnTo>
                  <a:lnTo>
                    <a:pt x="542642" y="743349"/>
                  </a:lnTo>
                  <a:lnTo>
                    <a:pt x="547348" y="745646"/>
                  </a:lnTo>
                  <a:lnTo>
                    <a:pt x="547666" y="745800"/>
                  </a:lnTo>
                  <a:lnTo>
                    <a:pt x="548417" y="746165"/>
                  </a:lnTo>
                  <a:lnTo>
                    <a:pt x="548544" y="746227"/>
                  </a:lnTo>
                  <a:lnTo>
                    <a:pt x="549494" y="746554"/>
                  </a:lnTo>
                  <a:lnTo>
                    <a:pt x="550120" y="746770"/>
                  </a:lnTo>
                  <a:lnTo>
                    <a:pt x="551138" y="747119"/>
                  </a:lnTo>
                  <a:lnTo>
                    <a:pt x="557267" y="746156"/>
                  </a:lnTo>
                  <a:lnTo>
                    <a:pt x="560756" y="745450"/>
                  </a:lnTo>
                  <a:lnTo>
                    <a:pt x="561742" y="745988"/>
                  </a:lnTo>
                  <a:lnTo>
                    <a:pt x="564499" y="747493"/>
                  </a:lnTo>
                  <a:lnTo>
                    <a:pt x="567026" y="746800"/>
                  </a:lnTo>
                  <a:lnTo>
                    <a:pt x="569314" y="743879"/>
                  </a:lnTo>
                  <a:lnTo>
                    <a:pt x="571689" y="741059"/>
                  </a:lnTo>
                  <a:lnTo>
                    <a:pt x="574880" y="737256"/>
                  </a:lnTo>
                  <a:lnTo>
                    <a:pt x="575305" y="736990"/>
                  </a:lnTo>
                  <a:lnTo>
                    <a:pt x="576429" y="736286"/>
                  </a:lnTo>
                  <a:lnTo>
                    <a:pt x="581509" y="733080"/>
                  </a:lnTo>
                  <a:lnTo>
                    <a:pt x="586840" y="729715"/>
                  </a:lnTo>
                  <a:lnTo>
                    <a:pt x="589283" y="728173"/>
                  </a:lnTo>
                  <a:lnTo>
                    <a:pt x="589700" y="727910"/>
                  </a:lnTo>
                  <a:lnTo>
                    <a:pt x="592162" y="723818"/>
                  </a:lnTo>
                  <a:lnTo>
                    <a:pt x="593659" y="721330"/>
                  </a:lnTo>
                  <a:lnTo>
                    <a:pt x="594776" y="719462"/>
                  </a:lnTo>
                  <a:lnTo>
                    <a:pt x="597347" y="715165"/>
                  </a:lnTo>
                  <a:lnTo>
                    <a:pt x="597921" y="714769"/>
                  </a:lnTo>
                  <a:lnTo>
                    <a:pt x="601271" y="712458"/>
                  </a:lnTo>
                  <a:lnTo>
                    <a:pt x="604495" y="709281"/>
                  </a:lnTo>
                  <a:lnTo>
                    <a:pt x="606080" y="706234"/>
                  </a:lnTo>
                  <a:lnTo>
                    <a:pt x="609004" y="700609"/>
                  </a:lnTo>
                  <a:lnTo>
                    <a:pt x="609179" y="700201"/>
                  </a:lnTo>
                  <a:lnTo>
                    <a:pt x="611424" y="694986"/>
                  </a:lnTo>
                  <a:lnTo>
                    <a:pt x="611729" y="694275"/>
                  </a:lnTo>
                  <a:lnTo>
                    <a:pt x="611885" y="693909"/>
                  </a:lnTo>
                  <a:lnTo>
                    <a:pt x="612149" y="692881"/>
                  </a:lnTo>
                  <a:lnTo>
                    <a:pt x="612606" y="691079"/>
                  </a:lnTo>
                  <a:lnTo>
                    <a:pt x="614343" y="684268"/>
                  </a:lnTo>
                  <a:lnTo>
                    <a:pt x="615369" y="680303"/>
                  </a:lnTo>
                  <a:lnTo>
                    <a:pt x="616306" y="676716"/>
                  </a:lnTo>
                  <a:lnTo>
                    <a:pt x="616343" y="676572"/>
                  </a:lnTo>
                  <a:lnTo>
                    <a:pt x="618179" y="669500"/>
                  </a:lnTo>
                  <a:lnTo>
                    <a:pt x="616397" y="662010"/>
                  </a:lnTo>
                  <a:lnTo>
                    <a:pt x="616280" y="661522"/>
                  </a:lnTo>
                  <a:lnTo>
                    <a:pt x="615774" y="657885"/>
                  </a:lnTo>
                  <a:lnTo>
                    <a:pt x="615239" y="654040"/>
                  </a:lnTo>
                  <a:lnTo>
                    <a:pt x="615103" y="653082"/>
                  </a:lnTo>
                  <a:lnTo>
                    <a:pt x="614335" y="647546"/>
                  </a:lnTo>
                  <a:lnTo>
                    <a:pt x="614175" y="646395"/>
                  </a:lnTo>
                  <a:lnTo>
                    <a:pt x="614019" y="641589"/>
                  </a:lnTo>
                  <a:lnTo>
                    <a:pt x="613988" y="639700"/>
                  </a:lnTo>
                  <a:lnTo>
                    <a:pt x="613867" y="635291"/>
                  </a:lnTo>
                  <a:lnTo>
                    <a:pt x="616630" y="632653"/>
                  </a:lnTo>
                  <a:lnTo>
                    <a:pt x="618822" y="630564"/>
                  </a:lnTo>
                  <a:lnTo>
                    <a:pt x="620114" y="629333"/>
                  </a:lnTo>
                  <a:lnTo>
                    <a:pt x="620441" y="628758"/>
                  </a:lnTo>
                  <a:lnTo>
                    <a:pt x="620760" y="628200"/>
                  </a:lnTo>
                  <a:lnTo>
                    <a:pt x="623451" y="623477"/>
                  </a:lnTo>
                  <a:lnTo>
                    <a:pt x="623524" y="623349"/>
                  </a:lnTo>
                  <a:lnTo>
                    <a:pt x="625734" y="619366"/>
                  </a:lnTo>
                  <a:lnTo>
                    <a:pt x="626028" y="618837"/>
                  </a:lnTo>
                  <a:lnTo>
                    <a:pt x="628529" y="614334"/>
                  </a:lnTo>
                  <a:lnTo>
                    <a:pt x="628558" y="613590"/>
                  </a:lnTo>
                  <a:lnTo>
                    <a:pt x="628748" y="608699"/>
                  </a:lnTo>
                  <a:lnTo>
                    <a:pt x="628915" y="604442"/>
                  </a:lnTo>
                  <a:lnTo>
                    <a:pt x="629157" y="598224"/>
                  </a:lnTo>
                  <a:lnTo>
                    <a:pt x="629253" y="595716"/>
                  </a:lnTo>
                  <a:lnTo>
                    <a:pt x="629419" y="591851"/>
                  </a:lnTo>
                  <a:lnTo>
                    <a:pt x="629650" y="586459"/>
                  </a:lnTo>
                  <a:lnTo>
                    <a:pt x="629594" y="586262"/>
                  </a:lnTo>
                  <a:lnTo>
                    <a:pt x="628669" y="582994"/>
                  </a:lnTo>
                  <a:lnTo>
                    <a:pt x="626796" y="576381"/>
                  </a:lnTo>
                  <a:lnTo>
                    <a:pt x="625248" y="573867"/>
                  </a:lnTo>
                  <a:lnTo>
                    <a:pt x="622841" y="569960"/>
                  </a:lnTo>
                  <a:lnTo>
                    <a:pt x="620893" y="566716"/>
                  </a:lnTo>
                  <a:lnTo>
                    <a:pt x="618789" y="563211"/>
                  </a:lnTo>
                  <a:lnTo>
                    <a:pt x="618678" y="556818"/>
                  </a:lnTo>
                  <a:lnTo>
                    <a:pt x="618596" y="552146"/>
                  </a:lnTo>
                  <a:lnTo>
                    <a:pt x="615083" y="545397"/>
                  </a:lnTo>
                  <a:lnTo>
                    <a:pt x="612624" y="540742"/>
                  </a:lnTo>
                  <a:lnTo>
                    <a:pt x="612451" y="540458"/>
                  </a:lnTo>
                  <a:lnTo>
                    <a:pt x="608792" y="534454"/>
                  </a:lnTo>
                  <a:lnTo>
                    <a:pt x="606554" y="530747"/>
                  </a:lnTo>
                  <a:lnTo>
                    <a:pt x="604721" y="527711"/>
                  </a:lnTo>
                  <a:lnTo>
                    <a:pt x="603270" y="521231"/>
                  </a:lnTo>
                  <a:lnTo>
                    <a:pt x="602471" y="517649"/>
                  </a:lnTo>
                  <a:lnTo>
                    <a:pt x="601378" y="512756"/>
                  </a:lnTo>
                  <a:lnTo>
                    <a:pt x="599737" y="505551"/>
                  </a:lnTo>
                  <a:lnTo>
                    <a:pt x="598823" y="500166"/>
                  </a:lnTo>
                  <a:lnTo>
                    <a:pt x="598570" y="498676"/>
                  </a:lnTo>
                  <a:lnTo>
                    <a:pt x="598197" y="496479"/>
                  </a:lnTo>
                  <a:lnTo>
                    <a:pt x="598335" y="489126"/>
                  </a:lnTo>
                  <a:lnTo>
                    <a:pt x="598365" y="487542"/>
                  </a:lnTo>
                  <a:lnTo>
                    <a:pt x="598383" y="486603"/>
                  </a:lnTo>
                  <a:lnTo>
                    <a:pt x="597698" y="484847"/>
                  </a:lnTo>
                  <a:lnTo>
                    <a:pt x="596477" y="481722"/>
                  </a:lnTo>
                  <a:lnTo>
                    <a:pt x="595157" y="478302"/>
                  </a:lnTo>
                  <a:lnTo>
                    <a:pt x="592831" y="472347"/>
                  </a:lnTo>
                  <a:lnTo>
                    <a:pt x="590926" y="467295"/>
                  </a:lnTo>
                  <a:lnTo>
                    <a:pt x="589345" y="463100"/>
                  </a:lnTo>
                  <a:lnTo>
                    <a:pt x="587302" y="457669"/>
                  </a:lnTo>
                  <a:lnTo>
                    <a:pt x="585907" y="453953"/>
                  </a:lnTo>
                  <a:lnTo>
                    <a:pt x="587967" y="452500"/>
                  </a:lnTo>
                  <a:lnTo>
                    <a:pt x="588322" y="452256"/>
                  </a:lnTo>
                  <a:lnTo>
                    <a:pt x="588940" y="452106"/>
                  </a:lnTo>
                  <a:lnTo>
                    <a:pt x="589918" y="451873"/>
                  </a:lnTo>
                  <a:lnTo>
                    <a:pt x="595029" y="450656"/>
                  </a:lnTo>
                  <a:lnTo>
                    <a:pt x="601109" y="448973"/>
                  </a:lnTo>
                  <a:lnTo>
                    <a:pt x="605869" y="447653"/>
                  </a:lnTo>
                  <a:lnTo>
                    <a:pt x="608012" y="447072"/>
                  </a:lnTo>
                  <a:lnTo>
                    <a:pt x="614618" y="445279"/>
                  </a:lnTo>
                  <a:lnTo>
                    <a:pt x="619686" y="445240"/>
                  </a:lnTo>
                  <a:lnTo>
                    <a:pt x="620943" y="445403"/>
                  </a:lnTo>
                  <a:lnTo>
                    <a:pt x="621824" y="445517"/>
                  </a:lnTo>
                  <a:lnTo>
                    <a:pt x="626384" y="446107"/>
                  </a:lnTo>
                  <a:lnTo>
                    <a:pt x="633617" y="446966"/>
                  </a:lnTo>
                  <a:lnTo>
                    <a:pt x="633878" y="447126"/>
                  </a:lnTo>
                  <a:lnTo>
                    <a:pt x="634103" y="447129"/>
                  </a:lnTo>
                  <a:lnTo>
                    <a:pt x="635169" y="447151"/>
                  </a:lnTo>
                  <a:lnTo>
                    <a:pt x="635446" y="447084"/>
                  </a:lnTo>
                  <a:lnTo>
                    <a:pt x="640454" y="445871"/>
                  </a:lnTo>
                  <a:lnTo>
                    <a:pt x="641213" y="445758"/>
                  </a:lnTo>
                  <a:lnTo>
                    <a:pt x="642599" y="445191"/>
                  </a:lnTo>
                  <a:lnTo>
                    <a:pt x="642968" y="444822"/>
                  </a:lnTo>
                  <a:lnTo>
                    <a:pt x="644283" y="444082"/>
                  </a:lnTo>
                  <a:lnTo>
                    <a:pt x="644448" y="443647"/>
                  </a:lnTo>
                  <a:lnTo>
                    <a:pt x="645183" y="439648"/>
                  </a:lnTo>
                  <a:lnTo>
                    <a:pt x="646367" y="433206"/>
                  </a:lnTo>
                  <a:lnTo>
                    <a:pt x="647253" y="428203"/>
                  </a:lnTo>
                  <a:lnTo>
                    <a:pt x="647352" y="427642"/>
                  </a:lnTo>
                  <a:lnTo>
                    <a:pt x="647791" y="425163"/>
                  </a:lnTo>
                  <a:lnTo>
                    <a:pt x="648291" y="422339"/>
                  </a:lnTo>
                  <a:lnTo>
                    <a:pt x="652698" y="416854"/>
                  </a:lnTo>
                  <a:lnTo>
                    <a:pt x="654193" y="414996"/>
                  </a:lnTo>
                  <a:lnTo>
                    <a:pt x="656474" y="412155"/>
                  </a:lnTo>
                  <a:lnTo>
                    <a:pt x="659279" y="408663"/>
                  </a:lnTo>
                  <a:lnTo>
                    <a:pt x="659711" y="407523"/>
                  </a:lnTo>
                  <a:lnTo>
                    <a:pt x="661383" y="403110"/>
                  </a:lnTo>
                  <a:lnTo>
                    <a:pt x="661580" y="402590"/>
                  </a:lnTo>
                  <a:lnTo>
                    <a:pt x="663906" y="396453"/>
                  </a:lnTo>
                  <a:lnTo>
                    <a:pt x="665287" y="392814"/>
                  </a:lnTo>
                  <a:lnTo>
                    <a:pt x="665737" y="390778"/>
                  </a:lnTo>
                  <a:lnTo>
                    <a:pt x="665787" y="390551"/>
                  </a:lnTo>
                  <a:lnTo>
                    <a:pt x="666915" y="385458"/>
                  </a:lnTo>
                  <a:lnTo>
                    <a:pt x="668136" y="379932"/>
                  </a:lnTo>
                  <a:lnTo>
                    <a:pt x="668640" y="377537"/>
                  </a:lnTo>
                  <a:lnTo>
                    <a:pt x="669244" y="374669"/>
                  </a:lnTo>
                  <a:lnTo>
                    <a:pt x="670776" y="367376"/>
                  </a:lnTo>
                  <a:lnTo>
                    <a:pt x="667514" y="362036"/>
                  </a:lnTo>
                  <a:lnTo>
                    <a:pt x="662957" y="354579"/>
                  </a:lnTo>
                  <a:lnTo>
                    <a:pt x="658804" y="348111"/>
                  </a:lnTo>
                  <a:lnTo>
                    <a:pt x="655650" y="343200"/>
                  </a:lnTo>
                  <a:lnTo>
                    <a:pt x="654362" y="341194"/>
                  </a:lnTo>
                  <a:lnTo>
                    <a:pt x="653191" y="339371"/>
                  </a:lnTo>
                  <a:lnTo>
                    <a:pt x="648247" y="331562"/>
                  </a:lnTo>
                  <a:lnTo>
                    <a:pt x="645119" y="326631"/>
                  </a:lnTo>
                  <a:lnTo>
                    <a:pt x="641167" y="320358"/>
                  </a:lnTo>
                  <a:lnTo>
                    <a:pt x="635053" y="310653"/>
                  </a:lnTo>
                  <a:lnTo>
                    <a:pt x="625411" y="310552"/>
                  </a:lnTo>
                  <a:lnTo>
                    <a:pt x="619763" y="310493"/>
                  </a:lnTo>
                  <a:lnTo>
                    <a:pt x="616360" y="311441"/>
                  </a:lnTo>
                  <a:lnTo>
                    <a:pt x="613262" y="306769"/>
                  </a:lnTo>
                  <a:lnTo>
                    <a:pt x="611495" y="304105"/>
                  </a:lnTo>
                  <a:lnTo>
                    <a:pt x="609735" y="301451"/>
                  </a:lnTo>
                  <a:lnTo>
                    <a:pt x="607154" y="297557"/>
                  </a:lnTo>
                  <a:lnTo>
                    <a:pt x="603998" y="294746"/>
                  </a:lnTo>
                  <a:lnTo>
                    <a:pt x="599283" y="290545"/>
                  </a:lnTo>
                  <a:lnTo>
                    <a:pt x="595877" y="285809"/>
                  </a:lnTo>
                  <a:lnTo>
                    <a:pt x="592895" y="281657"/>
                  </a:lnTo>
                  <a:lnTo>
                    <a:pt x="588246" y="275168"/>
                  </a:lnTo>
                  <a:lnTo>
                    <a:pt x="587105" y="273573"/>
                  </a:lnTo>
                  <a:lnTo>
                    <a:pt x="583113" y="267999"/>
                  </a:lnTo>
                  <a:lnTo>
                    <a:pt x="584171" y="262510"/>
                  </a:lnTo>
                  <a:lnTo>
                    <a:pt x="585255" y="256907"/>
                  </a:lnTo>
                  <a:lnTo>
                    <a:pt x="586894" y="248423"/>
                  </a:lnTo>
                  <a:lnTo>
                    <a:pt x="588018" y="242371"/>
                  </a:lnTo>
                  <a:lnTo>
                    <a:pt x="588587" y="239316"/>
                  </a:lnTo>
                  <a:lnTo>
                    <a:pt x="589471" y="234548"/>
                  </a:lnTo>
                  <a:lnTo>
                    <a:pt x="589517" y="234301"/>
                  </a:lnTo>
                  <a:lnTo>
                    <a:pt x="590303" y="230076"/>
                  </a:lnTo>
                  <a:lnTo>
                    <a:pt x="590353" y="229802"/>
                  </a:lnTo>
                  <a:lnTo>
                    <a:pt x="590700" y="227930"/>
                  </a:lnTo>
                  <a:lnTo>
                    <a:pt x="591422" y="223928"/>
                  </a:lnTo>
                  <a:lnTo>
                    <a:pt x="592154" y="219855"/>
                  </a:lnTo>
                  <a:lnTo>
                    <a:pt x="593123" y="214476"/>
                  </a:lnTo>
                  <a:lnTo>
                    <a:pt x="593324" y="213357"/>
                  </a:lnTo>
                  <a:lnTo>
                    <a:pt x="593893" y="210194"/>
                  </a:lnTo>
                  <a:lnTo>
                    <a:pt x="594671" y="205834"/>
                  </a:lnTo>
                  <a:lnTo>
                    <a:pt x="595365" y="201940"/>
                  </a:lnTo>
                  <a:lnTo>
                    <a:pt x="595807" y="199462"/>
                  </a:lnTo>
                  <a:lnTo>
                    <a:pt x="596517" y="195481"/>
                  </a:lnTo>
                  <a:lnTo>
                    <a:pt x="597170" y="191839"/>
                  </a:lnTo>
                  <a:lnTo>
                    <a:pt x="598362" y="185201"/>
                  </a:lnTo>
                  <a:lnTo>
                    <a:pt x="599264" y="180148"/>
                  </a:lnTo>
                  <a:lnTo>
                    <a:pt x="600390" y="173867"/>
                  </a:lnTo>
                  <a:lnTo>
                    <a:pt x="602510" y="163282"/>
                  </a:lnTo>
                  <a:lnTo>
                    <a:pt x="602956" y="161048"/>
                  </a:lnTo>
                  <a:lnTo>
                    <a:pt x="604493" y="152075"/>
                  </a:lnTo>
                  <a:lnTo>
                    <a:pt x="605630" y="145428"/>
                  </a:lnTo>
                  <a:lnTo>
                    <a:pt x="606862" y="138761"/>
                  </a:lnTo>
                  <a:lnTo>
                    <a:pt x="607504" y="135286"/>
                  </a:lnTo>
                  <a:lnTo>
                    <a:pt x="609046" y="126950"/>
                  </a:lnTo>
                  <a:lnTo>
                    <a:pt x="606824" y="119067"/>
                  </a:lnTo>
                  <a:lnTo>
                    <a:pt x="605156" y="113128"/>
                  </a:lnTo>
                  <a:lnTo>
                    <a:pt x="604312" y="110139"/>
                  </a:lnTo>
                  <a:lnTo>
                    <a:pt x="603973" y="110134"/>
                  </a:lnTo>
                  <a:lnTo>
                    <a:pt x="603736" y="110155"/>
                  </a:lnTo>
                  <a:lnTo>
                    <a:pt x="603441" y="110180"/>
                  </a:lnTo>
                  <a:lnTo>
                    <a:pt x="603218" y="110204"/>
                  </a:lnTo>
                  <a:lnTo>
                    <a:pt x="603010" y="110187"/>
                  </a:lnTo>
                  <a:lnTo>
                    <a:pt x="602841" y="110211"/>
                  </a:lnTo>
                  <a:lnTo>
                    <a:pt x="602752" y="110382"/>
                  </a:lnTo>
                  <a:lnTo>
                    <a:pt x="602583" y="110504"/>
                  </a:lnTo>
                  <a:lnTo>
                    <a:pt x="602452" y="110577"/>
                  </a:lnTo>
                  <a:lnTo>
                    <a:pt x="602213" y="110682"/>
                  </a:lnTo>
                  <a:lnTo>
                    <a:pt x="601812" y="110792"/>
                  </a:lnTo>
                  <a:lnTo>
                    <a:pt x="601680" y="110851"/>
                  </a:lnTo>
                  <a:lnTo>
                    <a:pt x="601465" y="110942"/>
                  </a:lnTo>
                  <a:lnTo>
                    <a:pt x="601216" y="110947"/>
                  </a:lnTo>
                  <a:lnTo>
                    <a:pt x="600928" y="110872"/>
                  </a:lnTo>
                  <a:lnTo>
                    <a:pt x="600597" y="110684"/>
                  </a:lnTo>
                  <a:lnTo>
                    <a:pt x="600522" y="110549"/>
                  </a:lnTo>
                  <a:lnTo>
                    <a:pt x="600421" y="110375"/>
                  </a:lnTo>
                  <a:lnTo>
                    <a:pt x="600241" y="110279"/>
                  </a:lnTo>
                  <a:lnTo>
                    <a:pt x="599999" y="110148"/>
                  </a:lnTo>
                  <a:lnTo>
                    <a:pt x="599835" y="110061"/>
                  </a:lnTo>
                  <a:lnTo>
                    <a:pt x="599507" y="110035"/>
                  </a:lnTo>
                  <a:lnTo>
                    <a:pt x="599101" y="109955"/>
                  </a:lnTo>
                  <a:lnTo>
                    <a:pt x="598762" y="109876"/>
                  </a:lnTo>
                  <a:lnTo>
                    <a:pt x="598361" y="110089"/>
                  </a:lnTo>
                  <a:lnTo>
                    <a:pt x="598178" y="110171"/>
                  </a:lnTo>
                  <a:lnTo>
                    <a:pt x="597903" y="110298"/>
                  </a:lnTo>
                  <a:lnTo>
                    <a:pt x="597474" y="110464"/>
                  </a:lnTo>
                  <a:lnTo>
                    <a:pt x="597249" y="110525"/>
                  </a:lnTo>
                  <a:lnTo>
                    <a:pt x="597111" y="110593"/>
                  </a:lnTo>
                  <a:lnTo>
                    <a:pt x="596924" y="110682"/>
                  </a:lnTo>
                  <a:lnTo>
                    <a:pt x="596673" y="110806"/>
                  </a:lnTo>
                  <a:lnTo>
                    <a:pt x="596509" y="111074"/>
                  </a:lnTo>
                  <a:lnTo>
                    <a:pt x="595988" y="111838"/>
                  </a:lnTo>
                  <a:lnTo>
                    <a:pt x="595829" y="112258"/>
                  </a:lnTo>
                  <a:lnTo>
                    <a:pt x="595716" y="112408"/>
                  </a:lnTo>
                  <a:lnTo>
                    <a:pt x="595472" y="112750"/>
                  </a:lnTo>
                  <a:lnTo>
                    <a:pt x="595205" y="112956"/>
                  </a:lnTo>
                  <a:lnTo>
                    <a:pt x="594797" y="113151"/>
                  </a:lnTo>
                  <a:lnTo>
                    <a:pt x="594460" y="113289"/>
                  </a:lnTo>
                  <a:lnTo>
                    <a:pt x="594314" y="113308"/>
                  </a:lnTo>
                  <a:lnTo>
                    <a:pt x="594164" y="113327"/>
                  </a:lnTo>
                  <a:lnTo>
                    <a:pt x="593780" y="113374"/>
                  </a:lnTo>
                  <a:lnTo>
                    <a:pt x="593691" y="113587"/>
                  </a:lnTo>
                  <a:lnTo>
                    <a:pt x="593646" y="114058"/>
                  </a:lnTo>
                  <a:lnTo>
                    <a:pt x="593208" y="114473"/>
                  </a:lnTo>
                  <a:lnTo>
                    <a:pt x="592896" y="114473"/>
                  </a:lnTo>
                  <a:lnTo>
                    <a:pt x="592769" y="114321"/>
                  </a:lnTo>
                  <a:lnTo>
                    <a:pt x="592629" y="114077"/>
                  </a:lnTo>
                  <a:lnTo>
                    <a:pt x="592357" y="113936"/>
                  </a:lnTo>
                  <a:lnTo>
                    <a:pt x="592216" y="114009"/>
                  </a:lnTo>
                  <a:lnTo>
                    <a:pt x="591808" y="114164"/>
                  </a:lnTo>
                  <a:lnTo>
                    <a:pt x="591611" y="114480"/>
                  </a:lnTo>
                  <a:lnTo>
                    <a:pt x="591454" y="114717"/>
                  </a:lnTo>
                  <a:lnTo>
                    <a:pt x="590915" y="114623"/>
                  </a:lnTo>
                  <a:lnTo>
                    <a:pt x="590748" y="114583"/>
                  </a:lnTo>
                  <a:lnTo>
                    <a:pt x="590605" y="114604"/>
                  </a:lnTo>
                  <a:lnTo>
                    <a:pt x="590324" y="114635"/>
                  </a:lnTo>
                  <a:lnTo>
                    <a:pt x="590078" y="115005"/>
                  </a:lnTo>
                  <a:lnTo>
                    <a:pt x="589700" y="115024"/>
                  </a:lnTo>
                  <a:lnTo>
                    <a:pt x="589475" y="115001"/>
                  </a:lnTo>
                  <a:lnTo>
                    <a:pt x="589297" y="115005"/>
                  </a:lnTo>
                  <a:lnTo>
                    <a:pt x="588969" y="114874"/>
                  </a:lnTo>
                  <a:lnTo>
                    <a:pt x="588922" y="114722"/>
                  </a:lnTo>
                  <a:lnTo>
                    <a:pt x="588418" y="114178"/>
                  </a:lnTo>
                  <a:lnTo>
                    <a:pt x="588259" y="114079"/>
                  </a:lnTo>
                  <a:lnTo>
                    <a:pt x="588092" y="113974"/>
                  </a:lnTo>
                  <a:lnTo>
                    <a:pt x="587733" y="113714"/>
                  </a:lnTo>
                  <a:lnTo>
                    <a:pt x="587576" y="113683"/>
                  </a:lnTo>
                  <a:lnTo>
                    <a:pt x="587351" y="113535"/>
                  </a:lnTo>
                  <a:lnTo>
                    <a:pt x="586971" y="113294"/>
                  </a:lnTo>
                  <a:lnTo>
                    <a:pt x="586599" y="113015"/>
                  </a:lnTo>
                  <a:lnTo>
                    <a:pt x="586224" y="112623"/>
                  </a:lnTo>
                  <a:lnTo>
                    <a:pt x="586013" y="112304"/>
                  </a:lnTo>
                  <a:lnTo>
                    <a:pt x="585818" y="112063"/>
                  </a:lnTo>
                  <a:lnTo>
                    <a:pt x="585666" y="111843"/>
                  </a:lnTo>
                  <a:lnTo>
                    <a:pt x="585520" y="111597"/>
                  </a:lnTo>
                  <a:lnTo>
                    <a:pt x="585372" y="111350"/>
                  </a:lnTo>
                  <a:lnTo>
                    <a:pt x="585178" y="111170"/>
                  </a:lnTo>
                  <a:lnTo>
                    <a:pt x="584897" y="110905"/>
                  </a:lnTo>
                  <a:lnTo>
                    <a:pt x="584754" y="110771"/>
                  </a:lnTo>
                  <a:lnTo>
                    <a:pt x="584596" y="110595"/>
                  </a:lnTo>
                  <a:lnTo>
                    <a:pt x="584259" y="110202"/>
                  </a:lnTo>
                  <a:lnTo>
                    <a:pt x="583832" y="109794"/>
                  </a:lnTo>
                  <a:lnTo>
                    <a:pt x="583534" y="109442"/>
                  </a:lnTo>
                  <a:lnTo>
                    <a:pt x="583173" y="109004"/>
                  </a:lnTo>
                  <a:lnTo>
                    <a:pt x="582812" y="108492"/>
                  </a:lnTo>
                  <a:lnTo>
                    <a:pt x="582592" y="108171"/>
                  </a:lnTo>
                  <a:lnTo>
                    <a:pt x="582503" y="107984"/>
                  </a:lnTo>
                  <a:lnTo>
                    <a:pt x="582254" y="107527"/>
                  </a:lnTo>
                  <a:lnTo>
                    <a:pt x="582175" y="107280"/>
                  </a:lnTo>
                  <a:lnTo>
                    <a:pt x="581999" y="106966"/>
                  </a:lnTo>
                  <a:lnTo>
                    <a:pt x="581926" y="106814"/>
                  </a:lnTo>
                  <a:lnTo>
                    <a:pt x="581795" y="106544"/>
                  </a:lnTo>
                  <a:lnTo>
                    <a:pt x="581717" y="106382"/>
                  </a:lnTo>
                  <a:lnTo>
                    <a:pt x="581269" y="105599"/>
                  </a:lnTo>
                  <a:lnTo>
                    <a:pt x="580925" y="105180"/>
                  </a:lnTo>
                  <a:lnTo>
                    <a:pt x="580672" y="105088"/>
                  </a:lnTo>
                  <a:lnTo>
                    <a:pt x="580524" y="105142"/>
                  </a:lnTo>
                  <a:lnTo>
                    <a:pt x="580264" y="105231"/>
                  </a:lnTo>
                  <a:lnTo>
                    <a:pt x="580121" y="105241"/>
                  </a:lnTo>
                  <a:lnTo>
                    <a:pt x="579802" y="104983"/>
                  </a:lnTo>
                  <a:lnTo>
                    <a:pt x="579914" y="104835"/>
                  </a:lnTo>
                  <a:lnTo>
                    <a:pt x="579844" y="104648"/>
                  </a:lnTo>
                  <a:lnTo>
                    <a:pt x="579727" y="104488"/>
                  </a:lnTo>
                  <a:lnTo>
                    <a:pt x="579460" y="104582"/>
                  </a:lnTo>
                  <a:lnTo>
                    <a:pt x="579061" y="104423"/>
                  </a:lnTo>
                  <a:lnTo>
                    <a:pt x="578744" y="104265"/>
                  </a:lnTo>
                  <a:lnTo>
                    <a:pt x="578266" y="104265"/>
                  </a:lnTo>
                  <a:lnTo>
                    <a:pt x="577807" y="104073"/>
                  </a:lnTo>
                  <a:lnTo>
                    <a:pt x="577425" y="103933"/>
                  </a:lnTo>
                  <a:lnTo>
                    <a:pt x="576935" y="103632"/>
                  </a:lnTo>
                  <a:lnTo>
                    <a:pt x="576606" y="103571"/>
                  </a:lnTo>
                  <a:lnTo>
                    <a:pt x="576358" y="103358"/>
                  </a:lnTo>
                  <a:lnTo>
                    <a:pt x="575823" y="103081"/>
                  </a:lnTo>
                  <a:lnTo>
                    <a:pt x="575671" y="103025"/>
                  </a:lnTo>
                  <a:lnTo>
                    <a:pt x="575298" y="103002"/>
                  </a:lnTo>
                  <a:lnTo>
                    <a:pt x="575157" y="103035"/>
                  </a:lnTo>
                  <a:lnTo>
                    <a:pt x="574810" y="102929"/>
                  </a:lnTo>
                  <a:lnTo>
                    <a:pt x="574578" y="102889"/>
                  </a:lnTo>
                  <a:lnTo>
                    <a:pt x="574217" y="102814"/>
                  </a:lnTo>
                  <a:lnTo>
                    <a:pt x="574079" y="102810"/>
                  </a:lnTo>
                  <a:lnTo>
                    <a:pt x="573889" y="102802"/>
                  </a:lnTo>
                  <a:lnTo>
                    <a:pt x="573577" y="102824"/>
                  </a:lnTo>
                  <a:lnTo>
                    <a:pt x="573369" y="102842"/>
                  </a:lnTo>
                  <a:lnTo>
                    <a:pt x="573134" y="102831"/>
                  </a:lnTo>
                  <a:lnTo>
                    <a:pt x="572754" y="102545"/>
                  </a:lnTo>
                  <a:lnTo>
                    <a:pt x="572360" y="101708"/>
                  </a:lnTo>
                  <a:lnTo>
                    <a:pt x="572309" y="101560"/>
                  </a:lnTo>
                  <a:lnTo>
                    <a:pt x="572152" y="101290"/>
                  </a:lnTo>
                  <a:lnTo>
                    <a:pt x="571563" y="100988"/>
                  </a:lnTo>
                  <a:lnTo>
                    <a:pt x="571205" y="100915"/>
                  </a:lnTo>
                  <a:lnTo>
                    <a:pt x="570731" y="100782"/>
                  </a:lnTo>
                  <a:lnTo>
                    <a:pt x="570002" y="100582"/>
                  </a:lnTo>
                  <a:lnTo>
                    <a:pt x="569270" y="100371"/>
                  </a:lnTo>
                  <a:lnTo>
                    <a:pt x="568797" y="100252"/>
                  </a:lnTo>
                  <a:lnTo>
                    <a:pt x="568640" y="100214"/>
                  </a:lnTo>
                  <a:lnTo>
                    <a:pt x="568232" y="100120"/>
                  </a:lnTo>
                  <a:lnTo>
                    <a:pt x="567507" y="99921"/>
                  </a:lnTo>
                  <a:lnTo>
                    <a:pt x="566947" y="99773"/>
                  </a:lnTo>
                  <a:lnTo>
                    <a:pt x="566328" y="99630"/>
                  </a:lnTo>
                  <a:lnTo>
                    <a:pt x="566040" y="99553"/>
                  </a:lnTo>
                  <a:lnTo>
                    <a:pt x="565465" y="99408"/>
                  </a:lnTo>
                  <a:lnTo>
                    <a:pt x="564999" y="99293"/>
                  </a:lnTo>
                  <a:lnTo>
                    <a:pt x="564849" y="99274"/>
                  </a:lnTo>
                  <a:lnTo>
                    <a:pt x="564685" y="99224"/>
                  </a:lnTo>
                  <a:lnTo>
                    <a:pt x="564420" y="99143"/>
                  </a:lnTo>
                  <a:lnTo>
                    <a:pt x="563351" y="98864"/>
                  </a:lnTo>
                  <a:lnTo>
                    <a:pt x="561803" y="98456"/>
                  </a:lnTo>
                  <a:lnTo>
                    <a:pt x="561487" y="98362"/>
                  </a:lnTo>
                  <a:lnTo>
                    <a:pt x="560739" y="98170"/>
                  </a:lnTo>
                  <a:lnTo>
                    <a:pt x="560474" y="98102"/>
                  </a:lnTo>
                  <a:lnTo>
                    <a:pt x="560233" y="98041"/>
                  </a:lnTo>
                  <a:lnTo>
                    <a:pt x="559140" y="97759"/>
                  </a:lnTo>
                  <a:lnTo>
                    <a:pt x="558259" y="97534"/>
                  </a:lnTo>
                  <a:lnTo>
                    <a:pt x="557362" y="97305"/>
                  </a:lnTo>
                  <a:lnTo>
                    <a:pt x="556575" y="97101"/>
                  </a:lnTo>
                  <a:lnTo>
                    <a:pt x="555389" y="96796"/>
                  </a:lnTo>
                  <a:lnTo>
                    <a:pt x="554859" y="96660"/>
                  </a:lnTo>
                  <a:lnTo>
                    <a:pt x="554159" y="96481"/>
                  </a:lnTo>
                  <a:lnTo>
                    <a:pt x="553819" y="96390"/>
                  </a:lnTo>
                  <a:lnTo>
                    <a:pt x="553235" y="96233"/>
                  </a:lnTo>
                  <a:lnTo>
                    <a:pt x="552593" y="96062"/>
                  </a:lnTo>
                  <a:lnTo>
                    <a:pt x="551662" y="95814"/>
                  </a:lnTo>
                  <a:lnTo>
                    <a:pt x="550842" y="95593"/>
                  </a:lnTo>
                  <a:lnTo>
                    <a:pt x="550188" y="95417"/>
                  </a:lnTo>
                  <a:lnTo>
                    <a:pt x="549820" y="95310"/>
                  </a:lnTo>
                  <a:lnTo>
                    <a:pt x="549534" y="95235"/>
                  </a:lnTo>
                  <a:lnTo>
                    <a:pt x="548826" y="95049"/>
                  </a:lnTo>
                  <a:lnTo>
                    <a:pt x="548396" y="94944"/>
                  </a:lnTo>
                  <a:lnTo>
                    <a:pt x="548042" y="94784"/>
                  </a:lnTo>
                  <a:lnTo>
                    <a:pt x="547834" y="94578"/>
                  </a:lnTo>
                  <a:lnTo>
                    <a:pt x="547557" y="94311"/>
                  </a:lnTo>
                  <a:lnTo>
                    <a:pt x="547266" y="94161"/>
                  </a:lnTo>
                  <a:lnTo>
                    <a:pt x="547119" y="94097"/>
                  </a:lnTo>
                  <a:lnTo>
                    <a:pt x="546758" y="93964"/>
                  </a:lnTo>
                  <a:lnTo>
                    <a:pt x="546317" y="93943"/>
                  </a:lnTo>
                  <a:lnTo>
                    <a:pt x="546129" y="93983"/>
                  </a:lnTo>
                  <a:lnTo>
                    <a:pt x="545986" y="94013"/>
                  </a:lnTo>
                  <a:lnTo>
                    <a:pt x="545560" y="94290"/>
                  </a:lnTo>
                  <a:lnTo>
                    <a:pt x="545346" y="94571"/>
                  </a:lnTo>
                  <a:lnTo>
                    <a:pt x="545105" y="94909"/>
                  </a:lnTo>
                  <a:lnTo>
                    <a:pt x="544953" y="95234"/>
                  </a:lnTo>
                  <a:lnTo>
                    <a:pt x="544704" y="95746"/>
                  </a:lnTo>
                  <a:lnTo>
                    <a:pt x="544549" y="96034"/>
                  </a:lnTo>
                  <a:lnTo>
                    <a:pt x="544369" y="96414"/>
                  </a:lnTo>
                  <a:lnTo>
                    <a:pt x="544316" y="96703"/>
                  </a:lnTo>
                  <a:lnTo>
                    <a:pt x="544352" y="96988"/>
                  </a:lnTo>
                  <a:lnTo>
                    <a:pt x="544353" y="97236"/>
                  </a:lnTo>
                  <a:lnTo>
                    <a:pt x="544179" y="97635"/>
                  </a:lnTo>
                  <a:lnTo>
                    <a:pt x="543968" y="97940"/>
                  </a:lnTo>
                  <a:lnTo>
                    <a:pt x="543797" y="98259"/>
                  </a:lnTo>
                  <a:lnTo>
                    <a:pt x="543637" y="98573"/>
                  </a:lnTo>
                  <a:lnTo>
                    <a:pt x="543443" y="98824"/>
                  </a:lnTo>
                  <a:lnTo>
                    <a:pt x="543264" y="99037"/>
                  </a:lnTo>
                  <a:lnTo>
                    <a:pt x="542995" y="99347"/>
                  </a:lnTo>
                  <a:lnTo>
                    <a:pt x="542404" y="99691"/>
                  </a:lnTo>
                  <a:lnTo>
                    <a:pt x="542268" y="99637"/>
                  </a:lnTo>
                  <a:lnTo>
                    <a:pt x="542001" y="99595"/>
                  </a:lnTo>
                  <a:lnTo>
                    <a:pt x="541750" y="99733"/>
                  </a:lnTo>
                  <a:lnTo>
                    <a:pt x="541396" y="99429"/>
                  </a:lnTo>
                  <a:lnTo>
                    <a:pt x="540817" y="99534"/>
                  </a:lnTo>
                  <a:lnTo>
                    <a:pt x="540737" y="100064"/>
                  </a:lnTo>
                  <a:lnTo>
                    <a:pt x="540983" y="100315"/>
                  </a:lnTo>
                  <a:lnTo>
                    <a:pt x="541011" y="100563"/>
                  </a:lnTo>
                  <a:lnTo>
                    <a:pt x="541101" y="101149"/>
                  </a:lnTo>
                  <a:lnTo>
                    <a:pt x="540920" y="101314"/>
                  </a:lnTo>
                  <a:lnTo>
                    <a:pt x="541025" y="101583"/>
                  </a:lnTo>
                  <a:lnTo>
                    <a:pt x="541007" y="101862"/>
                  </a:lnTo>
                  <a:lnTo>
                    <a:pt x="540873" y="101876"/>
                  </a:lnTo>
                  <a:lnTo>
                    <a:pt x="540606" y="101792"/>
                  </a:lnTo>
                  <a:lnTo>
                    <a:pt x="540543" y="102094"/>
                  </a:lnTo>
                  <a:lnTo>
                    <a:pt x="540592" y="102322"/>
                  </a:lnTo>
                  <a:lnTo>
                    <a:pt x="538179" y="102315"/>
                  </a:lnTo>
                  <a:lnTo>
                    <a:pt x="537835" y="102244"/>
                  </a:lnTo>
                  <a:lnTo>
                    <a:pt x="537668" y="102284"/>
                  </a:lnTo>
                  <a:lnTo>
                    <a:pt x="536883" y="102143"/>
                  </a:lnTo>
                  <a:lnTo>
                    <a:pt x="536475" y="102038"/>
                  </a:lnTo>
                  <a:lnTo>
                    <a:pt x="535901" y="101853"/>
                  </a:lnTo>
                  <a:lnTo>
                    <a:pt x="535828" y="101532"/>
                  </a:lnTo>
                  <a:lnTo>
                    <a:pt x="535882" y="100859"/>
                  </a:lnTo>
                  <a:lnTo>
                    <a:pt x="535931" y="100294"/>
                  </a:lnTo>
                  <a:lnTo>
                    <a:pt x="536018" y="99293"/>
                  </a:lnTo>
                  <a:lnTo>
                    <a:pt x="536105" y="98245"/>
                  </a:lnTo>
                  <a:lnTo>
                    <a:pt x="536107" y="97637"/>
                  </a:lnTo>
                  <a:lnTo>
                    <a:pt x="535992" y="97415"/>
                  </a:lnTo>
                  <a:lnTo>
                    <a:pt x="535814" y="97105"/>
                  </a:lnTo>
                  <a:lnTo>
                    <a:pt x="535633" y="96796"/>
                  </a:lnTo>
                  <a:lnTo>
                    <a:pt x="535382" y="96315"/>
                  </a:lnTo>
                  <a:lnTo>
                    <a:pt x="535113" y="95797"/>
                  </a:lnTo>
                  <a:lnTo>
                    <a:pt x="534851" y="95327"/>
                  </a:lnTo>
                  <a:lnTo>
                    <a:pt x="534775" y="95192"/>
                  </a:lnTo>
                  <a:lnTo>
                    <a:pt x="534496" y="94688"/>
                  </a:lnTo>
                  <a:lnTo>
                    <a:pt x="534297" y="93811"/>
                  </a:lnTo>
                  <a:lnTo>
                    <a:pt x="534246" y="93569"/>
                  </a:lnTo>
                  <a:lnTo>
                    <a:pt x="533569" y="93628"/>
                  </a:lnTo>
                  <a:lnTo>
                    <a:pt x="532406" y="93729"/>
                  </a:lnTo>
                  <a:lnTo>
                    <a:pt x="530986" y="93970"/>
                  </a:lnTo>
                  <a:lnTo>
                    <a:pt x="529295" y="94257"/>
                  </a:lnTo>
                  <a:lnTo>
                    <a:pt x="528006" y="94475"/>
                  </a:lnTo>
                  <a:lnTo>
                    <a:pt x="527626" y="94538"/>
                  </a:lnTo>
                  <a:lnTo>
                    <a:pt x="527399" y="94576"/>
                  </a:lnTo>
                  <a:lnTo>
                    <a:pt x="527255" y="94601"/>
                  </a:lnTo>
                  <a:lnTo>
                    <a:pt x="524445" y="95412"/>
                  </a:lnTo>
                  <a:lnTo>
                    <a:pt x="522154" y="95539"/>
                  </a:lnTo>
                  <a:lnTo>
                    <a:pt x="521984" y="95533"/>
                  </a:lnTo>
                  <a:lnTo>
                    <a:pt x="521780" y="95525"/>
                  </a:lnTo>
                  <a:lnTo>
                    <a:pt x="521588" y="95607"/>
                  </a:lnTo>
                  <a:lnTo>
                    <a:pt x="521238" y="95795"/>
                  </a:lnTo>
                  <a:lnTo>
                    <a:pt x="520671" y="95609"/>
                  </a:lnTo>
                  <a:lnTo>
                    <a:pt x="520099" y="95497"/>
                  </a:lnTo>
                  <a:lnTo>
                    <a:pt x="519550" y="94723"/>
                  </a:lnTo>
                  <a:lnTo>
                    <a:pt x="519246" y="94259"/>
                  </a:lnTo>
                  <a:lnTo>
                    <a:pt x="519033" y="93984"/>
                  </a:lnTo>
                  <a:lnTo>
                    <a:pt x="518843" y="93486"/>
                  </a:lnTo>
                  <a:lnTo>
                    <a:pt x="518629" y="92926"/>
                  </a:lnTo>
                  <a:lnTo>
                    <a:pt x="518401" y="92564"/>
                  </a:lnTo>
                  <a:lnTo>
                    <a:pt x="518177" y="92210"/>
                  </a:lnTo>
                  <a:lnTo>
                    <a:pt x="518064" y="92036"/>
                  </a:lnTo>
                  <a:lnTo>
                    <a:pt x="517903" y="91789"/>
                  </a:lnTo>
                  <a:lnTo>
                    <a:pt x="517765" y="91428"/>
                  </a:lnTo>
                  <a:lnTo>
                    <a:pt x="517621" y="91054"/>
                  </a:lnTo>
                  <a:lnTo>
                    <a:pt x="517438" y="90574"/>
                  </a:lnTo>
                  <a:lnTo>
                    <a:pt x="517310" y="90072"/>
                  </a:lnTo>
                  <a:lnTo>
                    <a:pt x="517147" y="89435"/>
                  </a:lnTo>
                  <a:lnTo>
                    <a:pt x="517051" y="89056"/>
                  </a:lnTo>
                  <a:lnTo>
                    <a:pt x="516907" y="88494"/>
                  </a:lnTo>
                  <a:lnTo>
                    <a:pt x="516818" y="88145"/>
                  </a:lnTo>
                  <a:lnTo>
                    <a:pt x="516686" y="87626"/>
                  </a:lnTo>
                  <a:lnTo>
                    <a:pt x="516383" y="86461"/>
                  </a:lnTo>
                  <a:lnTo>
                    <a:pt x="515987" y="85092"/>
                  </a:lnTo>
                  <a:lnTo>
                    <a:pt x="515856" y="84635"/>
                  </a:lnTo>
                  <a:lnTo>
                    <a:pt x="515525" y="83859"/>
                  </a:lnTo>
                  <a:lnTo>
                    <a:pt x="515141" y="82900"/>
                  </a:lnTo>
                  <a:lnTo>
                    <a:pt x="514953" y="82429"/>
                  </a:lnTo>
                  <a:lnTo>
                    <a:pt x="514827" y="82110"/>
                  </a:lnTo>
                  <a:lnTo>
                    <a:pt x="514627" y="81606"/>
                  </a:lnTo>
                  <a:lnTo>
                    <a:pt x="514226" y="80600"/>
                  </a:lnTo>
                  <a:lnTo>
                    <a:pt x="513901" y="79789"/>
                  </a:lnTo>
                  <a:lnTo>
                    <a:pt x="513598" y="79022"/>
                  </a:lnTo>
                  <a:lnTo>
                    <a:pt x="513173" y="77928"/>
                  </a:lnTo>
                  <a:lnTo>
                    <a:pt x="510205" y="73339"/>
                  </a:lnTo>
                  <a:lnTo>
                    <a:pt x="509786" y="72925"/>
                  </a:lnTo>
                  <a:lnTo>
                    <a:pt x="499598" y="62480"/>
                  </a:lnTo>
                  <a:lnTo>
                    <a:pt x="498515" y="60828"/>
                  </a:lnTo>
                  <a:lnTo>
                    <a:pt x="491060" y="54336"/>
                  </a:lnTo>
                  <a:lnTo>
                    <a:pt x="490857" y="53802"/>
                  </a:lnTo>
                  <a:lnTo>
                    <a:pt x="490273" y="52524"/>
                  </a:lnTo>
                  <a:lnTo>
                    <a:pt x="490091" y="52322"/>
                  </a:lnTo>
                  <a:lnTo>
                    <a:pt x="489935" y="52142"/>
                  </a:lnTo>
                  <a:lnTo>
                    <a:pt x="489706" y="52018"/>
                  </a:lnTo>
                  <a:lnTo>
                    <a:pt x="489566" y="52062"/>
                  </a:lnTo>
                  <a:lnTo>
                    <a:pt x="489357" y="52212"/>
                  </a:lnTo>
                  <a:lnTo>
                    <a:pt x="489248" y="52389"/>
                  </a:lnTo>
                  <a:lnTo>
                    <a:pt x="486738" y="51684"/>
                  </a:lnTo>
                  <a:lnTo>
                    <a:pt x="485962" y="51487"/>
                  </a:lnTo>
                  <a:lnTo>
                    <a:pt x="485988" y="51254"/>
                  </a:lnTo>
                  <a:lnTo>
                    <a:pt x="485898" y="46098"/>
                  </a:lnTo>
                  <a:lnTo>
                    <a:pt x="485642" y="45017"/>
                  </a:lnTo>
                  <a:lnTo>
                    <a:pt x="485285" y="44294"/>
                  </a:lnTo>
                  <a:lnTo>
                    <a:pt x="485265" y="43717"/>
                  </a:lnTo>
                  <a:lnTo>
                    <a:pt x="485236" y="42868"/>
                  </a:lnTo>
                  <a:lnTo>
                    <a:pt x="480741" y="40932"/>
                  </a:lnTo>
                  <a:lnTo>
                    <a:pt x="480452" y="40860"/>
                  </a:lnTo>
                  <a:lnTo>
                    <a:pt x="480201" y="40924"/>
                  </a:lnTo>
                  <a:lnTo>
                    <a:pt x="480041" y="40968"/>
                  </a:lnTo>
                  <a:lnTo>
                    <a:pt x="479551" y="40919"/>
                  </a:lnTo>
                  <a:lnTo>
                    <a:pt x="479555" y="40496"/>
                  </a:lnTo>
                  <a:lnTo>
                    <a:pt x="479559" y="40315"/>
                  </a:lnTo>
                  <a:lnTo>
                    <a:pt x="479910" y="34956"/>
                  </a:lnTo>
                  <a:lnTo>
                    <a:pt x="479539" y="33762"/>
                  </a:lnTo>
                  <a:lnTo>
                    <a:pt x="479231" y="32756"/>
                  </a:lnTo>
                  <a:lnTo>
                    <a:pt x="478789" y="31946"/>
                  </a:lnTo>
                  <a:lnTo>
                    <a:pt x="478286" y="31484"/>
                  </a:lnTo>
                  <a:lnTo>
                    <a:pt x="477493" y="30610"/>
                  </a:lnTo>
                  <a:lnTo>
                    <a:pt x="476682" y="29727"/>
                  </a:lnTo>
                  <a:lnTo>
                    <a:pt x="476517" y="29334"/>
                  </a:lnTo>
                  <a:lnTo>
                    <a:pt x="476439" y="29061"/>
                  </a:lnTo>
                  <a:lnTo>
                    <a:pt x="476449" y="28753"/>
                  </a:lnTo>
                  <a:lnTo>
                    <a:pt x="476648" y="28153"/>
                  </a:lnTo>
                  <a:lnTo>
                    <a:pt x="476621" y="26959"/>
                  </a:lnTo>
                  <a:lnTo>
                    <a:pt x="476609" y="26404"/>
                  </a:lnTo>
                  <a:lnTo>
                    <a:pt x="476591" y="25576"/>
                  </a:lnTo>
                  <a:lnTo>
                    <a:pt x="476580" y="25072"/>
                  </a:lnTo>
                  <a:lnTo>
                    <a:pt x="476560" y="24148"/>
                  </a:lnTo>
                  <a:lnTo>
                    <a:pt x="476487" y="20844"/>
                  </a:lnTo>
                  <a:lnTo>
                    <a:pt x="475251" y="20314"/>
                  </a:lnTo>
                  <a:lnTo>
                    <a:pt x="474747" y="20079"/>
                  </a:lnTo>
                  <a:lnTo>
                    <a:pt x="474409" y="19909"/>
                  </a:lnTo>
                  <a:lnTo>
                    <a:pt x="474249" y="19966"/>
                  </a:lnTo>
                  <a:lnTo>
                    <a:pt x="473994" y="19886"/>
                  </a:lnTo>
                  <a:lnTo>
                    <a:pt x="473417" y="20303"/>
                  </a:lnTo>
                  <a:lnTo>
                    <a:pt x="473178" y="20130"/>
                  </a:lnTo>
                  <a:lnTo>
                    <a:pt x="473004" y="19991"/>
                  </a:lnTo>
                  <a:lnTo>
                    <a:pt x="473044" y="19846"/>
                  </a:lnTo>
                  <a:lnTo>
                    <a:pt x="473279" y="19532"/>
                  </a:lnTo>
                  <a:lnTo>
                    <a:pt x="473426" y="19525"/>
                  </a:lnTo>
                  <a:lnTo>
                    <a:pt x="473412" y="19267"/>
                  </a:lnTo>
                  <a:lnTo>
                    <a:pt x="472868" y="18608"/>
                  </a:lnTo>
                  <a:lnTo>
                    <a:pt x="472561" y="18238"/>
                  </a:lnTo>
                  <a:lnTo>
                    <a:pt x="472540" y="18071"/>
                  </a:lnTo>
                  <a:lnTo>
                    <a:pt x="472471" y="17468"/>
                  </a:lnTo>
                  <a:lnTo>
                    <a:pt x="472418" y="17103"/>
                  </a:lnTo>
                  <a:lnTo>
                    <a:pt x="472120" y="16818"/>
                  </a:lnTo>
                  <a:lnTo>
                    <a:pt x="465529" y="15491"/>
                  </a:lnTo>
                  <a:lnTo>
                    <a:pt x="462759" y="14930"/>
                  </a:lnTo>
                  <a:lnTo>
                    <a:pt x="455964" y="10738"/>
                  </a:lnTo>
                  <a:lnTo>
                    <a:pt x="455740" y="10600"/>
                  </a:lnTo>
                  <a:lnTo>
                    <a:pt x="451000" y="7675"/>
                  </a:lnTo>
                  <a:lnTo>
                    <a:pt x="449975" y="7043"/>
                  </a:lnTo>
                  <a:lnTo>
                    <a:pt x="449384" y="6382"/>
                  </a:lnTo>
                  <a:lnTo>
                    <a:pt x="448986" y="6396"/>
                  </a:lnTo>
                  <a:lnTo>
                    <a:pt x="448104" y="6425"/>
                  </a:lnTo>
                  <a:lnTo>
                    <a:pt x="441389" y="6648"/>
                  </a:lnTo>
                  <a:lnTo>
                    <a:pt x="440107" y="6691"/>
                  </a:lnTo>
                  <a:lnTo>
                    <a:pt x="436916" y="7676"/>
                  </a:lnTo>
                  <a:lnTo>
                    <a:pt x="434940" y="8717"/>
                  </a:lnTo>
                  <a:lnTo>
                    <a:pt x="432811" y="9823"/>
                  </a:lnTo>
                  <a:lnTo>
                    <a:pt x="432215" y="10554"/>
                  </a:lnTo>
                  <a:lnTo>
                    <a:pt x="425996" y="18180"/>
                  </a:lnTo>
                  <a:lnTo>
                    <a:pt x="423405" y="16775"/>
                  </a:lnTo>
                  <a:lnTo>
                    <a:pt x="423157" y="14637"/>
                  </a:lnTo>
                  <a:lnTo>
                    <a:pt x="422923" y="12595"/>
                  </a:lnTo>
                  <a:lnTo>
                    <a:pt x="418319" y="9901"/>
                  </a:lnTo>
                  <a:lnTo>
                    <a:pt x="415645" y="9338"/>
                  </a:lnTo>
                  <a:lnTo>
                    <a:pt x="409172" y="12257"/>
                  </a:lnTo>
                  <a:lnTo>
                    <a:pt x="408807" y="12231"/>
                  </a:lnTo>
                  <a:lnTo>
                    <a:pt x="408624" y="12206"/>
                  </a:lnTo>
                  <a:lnTo>
                    <a:pt x="396299" y="7962"/>
                  </a:lnTo>
                  <a:lnTo>
                    <a:pt x="391104" y="6215"/>
                  </a:lnTo>
                  <a:lnTo>
                    <a:pt x="385080" y="4268"/>
                  </a:lnTo>
                  <a:lnTo>
                    <a:pt x="384907" y="4213"/>
                  </a:lnTo>
                  <a:lnTo>
                    <a:pt x="381792" y="3210"/>
                  </a:lnTo>
                  <a:lnTo>
                    <a:pt x="377117" y="1733"/>
                  </a:lnTo>
                  <a:lnTo>
                    <a:pt x="371229" y="1341"/>
                  </a:lnTo>
                  <a:lnTo>
                    <a:pt x="366772" y="1032"/>
                  </a:lnTo>
                  <a:lnTo>
                    <a:pt x="366588" y="1058"/>
                  </a:lnTo>
                  <a:lnTo>
                    <a:pt x="364374" y="1322"/>
                  </a:lnTo>
                  <a:lnTo>
                    <a:pt x="364222" y="1336"/>
                  </a:lnTo>
                  <a:lnTo>
                    <a:pt x="362833" y="1465"/>
                  </a:lnTo>
                  <a:lnTo>
                    <a:pt x="361127" y="1736"/>
                  </a:lnTo>
                  <a:lnTo>
                    <a:pt x="361023" y="1420"/>
                  </a:lnTo>
                  <a:lnTo>
                    <a:pt x="360920" y="1163"/>
                  </a:lnTo>
                  <a:lnTo>
                    <a:pt x="359337" y="0"/>
                  </a:lnTo>
                  <a:lnTo>
                    <a:pt x="358894" y="307"/>
                  </a:lnTo>
                  <a:lnTo>
                    <a:pt x="358597" y="441"/>
                  </a:lnTo>
                  <a:lnTo>
                    <a:pt x="358241" y="687"/>
                  </a:lnTo>
                  <a:lnTo>
                    <a:pt x="358035" y="806"/>
                  </a:lnTo>
                  <a:lnTo>
                    <a:pt x="357509" y="1134"/>
                  </a:lnTo>
                  <a:lnTo>
                    <a:pt x="357236" y="1298"/>
                  </a:lnTo>
                  <a:lnTo>
                    <a:pt x="357526" y="2710"/>
                  </a:lnTo>
                  <a:lnTo>
                    <a:pt x="357357" y="2792"/>
                  </a:lnTo>
                  <a:lnTo>
                    <a:pt x="357044" y="2938"/>
                  </a:lnTo>
                  <a:lnTo>
                    <a:pt x="356779" y="3024"/>
                  </a:lnTo>
                  <a:lnTo>
                    <a:pt x="356589" y="3048"/>
                  </a:lnTo>
                  <a:lnTo>
                    <a:pt x="355903" y="3136"/>
                  </a:lnTo>
                  <a:lnTo>
                    <a:pt x="355869" y="2887"/>
                  </a:lnTo>
                  <a:lnTo>
                    <a:pt x="355748" y="2636"/>
                  </a:lnTo>
                  <a:lnTo>
                    <a:pt x="355683" y="2197"/>
                  </a:lnTo>
                  <a:lnTo>
                    <a:pt x="355500" y="2477"/>
                  </a:lnTo>
                  <a:lnTo>
                    <a:pt x="355474" y="2735"/>
                  </a:lnTo>
                  <a:lnTo>
                    <a:pt x="355410" y="3548"/>
                  </a:lnTo>
                  <a:lnTo>
                    <a:pt x="355430" y="3882"/>
                  </a:lnTo>
                  <a:lnTo>
                    <a:pt x="355447" y="4318"/>
                  </a:lnTo>
                  <a:lnTo>
                    <a:pt x="355458" y="4546"/>
                  </a:lnTo>
                  <a:lnTo>
                    <a:pt x="355491" y="4759"/>
                  </a:lnTo>
                  <a:lnTo>
                    <a:pt x="354206" y="5743"/>
                  </a:lnTo>
                  <a:lnTo>
                    <a:pt x="353963" y="5889"/>
                  </a:lnTo>
                  <a:lnTo>
                    <a:pt x="353941" y="6179"/>
                  </a:lnTo>
                  <a:lnTo>
                    <a:pt x="353662" y="6941"/>
                  </a:lnTo>
                  <a:lnTo>
                    <a:pt x="352876" y="7400"/>
                  </a:lnTo>
                  <a:lnTo>
                    <a:pt x="351889" y="7974"/>
                  </a:lnTo>
                  <a:lnTo>
                    <a:pt x="350414" y="10671"/>
                  </a:lnTo>
                  <a:lnTo>
                    <a:pt x="349230" y="15038"/>
                  </a:lnTo>
                  <a:lnTo>
                    <a:pt x="348178" y="16429"/>
                  </a:lnTo>
                  <a:lnTo>
                    <a:pt x="347124" y="17832"/>
                  </a:lnTo>
                  <a:lnTo>
                    <a:pt x="346905" y="18501"/>
                  </a:lnTo>
                  <a:lnTo>
                    <a:pt x="346514" y="19699"/>
                  </a:lnTo>
                  <a:lnTo>
                    <a:pt x="346090" y="20994"/>
                  </a:lnTo>
                  <a:lnTo>
                    <a:pt x="345883" y="21626"/>
                  </a:lnTo>
                  <a:lnTo>
                    <a:pt x="345603" y="22484"/>
                  </a:lnTo>
                  <a:lnTo>
                    <a:pt x="345215" y="23528"/>
                  </a:lnTo>
                  <a:lnTo>
                    <a:pt x="345209" y="23833"/>
                  </a:lnTo>
                  <a:lnTo>
                    <a:pt x="344781" y="23898"/>
                  </a:lnTo>
                  <a:lnTo>
                    <a:pt x="344507" y="23923"/>
                  </a:lnTo>
                  <a:lnTo>
                    <a:pt x="344199" y="23966"/>
                  </a:lnTo>
                  <a:lnTo>
                    <a:pt x="343448" y="24080"/>
                  </a:lnTo>
                  <a:lnTo>
                    <a:pt x="342995" y="24186"/>
                  </a:lnTo>
                  <a:lnTo>
                    <a:pt x="342768" y="24341"/>
                  </a:lnTo>
                  <a:lnTo>
                    <a:pt x="341839" y="24979"/>
                  </a:lnTo>
                  <a:lnTo>
                    <a:pt x="341264" y="25868"/>
                  </a:lnTo>
                  <a:lnTo>
                    <a:pt x="340739" y="26678"/>
                  </a:lnTo>
                  <a:lnTo>
                    <a:pt x="339874" y="27209"/>
                  </a:lnTo>
                  <a:lnTo>
                    <a:pt x="339177" y="27637"/>
                  </a:lnTo>
                  <a:lnTo>
                    <a:pt x="339213" y="29081"/>
                  </a:lnTo>
                  <a:lnTo>
                    <a:pt x="339247" y="29678"/>
                  </a:lnTo>
                  <a:lnTo>
                    <a:pt x="339276" y="29845"/>
                  </a:lnTo>
                  <a:lnTo>
                    <a:pt x="339480" y="30258"/>
                  </a:lnTo>
                  <a:lnTo>
                    <a:pt x="339608" y="30861"/>
                  </a:lnTo>
                  <a:lnTo>
                    <a:pt x="339598" y="31091"/>
                  </a:lnTo>
                  <a:lnTo>
                    <a:pt x="339608" y="31220"/>
                  </a:lnTo>
                  <a:lnTo>
                    <a:pt x="340123" y="32210"/>
                  </a:lnTo>
                  <a:lnTo>
                    <a:pt x="340173" y="32452"/>
                  </a:lnTo>
                  <a:lnTo>
                    <a:pt x="336105" y="34607"/>
                  </a:lnTo>
                  <a:lnTo>
                    <a:pt x="337159" y="40013"/>
                  </a:lnTo>
                  <a:lnTo>
                    <a:pt x="337356" y="41023"/>
                  </a:lnTo>
                  <a:lnTo>
                    <a:pt x="337334" y="41330"/>
                  </a:lnTo>
                  <a:lnTo>
                    <a:pt x="338421" y="46485"/>
                  </a:lnTo>
                  <a:lnTo>
                    <a:pt x="338946" y="49230"/>
                  </a:lnTo>
                  <a:lnTo>
                    <a:pt x="339208" y="50172"/>
                  </a:lnTo>
                  <a:lnTo>
                    <a:pt x="339853" y="52470"/>
                  </a:lnTo>
                  <a:lnTo>
                    <a:pt x="340695" y="55470"/>
                  </a:lnTo>
                  <a:lnTo>
                    <a:pt x="343142" y="64283"/>
                  </a:lnTo>
                  <a:lnTo>
                    <a:pt x="344569" y="69424"/>
                  </a:lnTo>
                  <a:lnTo>
                    <a:pt x="343591" y="69778"/>
                  </a:lnTo>
                  <a:lnTo>
                    <a:pt x="342693" y="70104"/>
                  </a:lnTo>
                  <a:lnTo>
                    <a:pt x="341535" y="70526"/>
                  </a:lnTo>
                  <a:lnTo>
                    <a:pt x="340787" y="70795"/>
                  </a:lnTo>
                  <a:lnTo>
                    <a:pt x="339805" y="71154"/>
                  </a:lnTo>
                  <a:lnTo>
                    <a:pt x="339258" y="71351"/>
                  </a:lnTo>
                  <a:lnTo>
                    <a:pt x="338637" y="71576"/>
                  </a:lnTo>
                  <a:lnTo>
                    <a:pt x="337718" y="71909"/>
                  </a:lnTo>
                  <a:lnTo>
                    <a:pt x="336865" y="72218"/>
                  </a:lnTo>
                  <a:lnTo>
                    <a:pt x="334457" y="73093"/>
                  </a:lnTo>
                  <a:lnTo>
                    <a:pt x="329067" y="75050"/>
                  </a:lnTo>
                  <a:lnTo>
                    <a:pt x="328858" y="75125"/>
                  </a:lnTo>
                  <a:lnTo>
                    <a:pt x="328286" y="75334"/>
                  </a:lnTo>
                  <a:lnTo>
                    <a:pt x="327925" y="75465"/>
                  </a:lnTo>
                  <a:lnTo>
                    <a:pt x="327602" y="75580"/>
                  </a:lnTo>
                  <a:lnTo>
                    <a:pt x="326894" y="75838"/>
                  </a:lnTo>
                  <a:lnTo>
                    <a:pt x="326333" y="76042"/>
                  </a:lnTo>
                  <a:lnTo>
                    <a:pt x="326329" y="76197"/>
                  </a:lnTo>
                  <a:lnTo>
                    <a:pt x="326308" y="76935"/>
                  </a:lnTo>
                  <a:lnTo>
                    <a:pt x="326263" y="78335"/>
                  </a:lnTo>
                  <a:lnTo>
                    <a:pt x="326230" y="79397"/>
                  </a:lnTo>
                  <a:lnTo>
                    <a:pt x="326150" y="80290"/>
                  </a:lnTo>
                  <a:lnTo>
                    <a:pt x="323344" y="86815"/>
                  </a:lnTo>
                  <a:lnTo>
                    <a:pt x="319924" y="88791"/>
                  </a:lnTo>
                  <a:lnTo>
                    <a:pt x="319457" y="89061"/>
                  </a:lnTo>
                  <a:lnTo>
                    <a:pt x="319012" y="89318"/>
                  </a:lnTo>
                  <a:lnTo>
                    <a:pt x="311997" y="84114"/>
                  </a:lnTo>
                  <a:lnTo>
                    <a:pt x="311606" y="84826"/>
                  </a:lnTo>
                  <a:lnTo>
                    <a:pt x="311036" y="85888"/>
                  </a:lnTo>
                  <a:lnTo>
                    <a:pt x="310670" y="86533"/>
                  </a:lnTo>
                  <a:lnTo>
                    <a:pt x="310595" y="86671"/>
                  </a:lnTo>
                  <a:lnTo>
                    <a:pt x="310462" y="86936"/>
                  </a:lnTo>
                  <a:lnTo>
                    <a:pt x="310288" y="87227"/>
                  </a:lnTo>
                  <a:lnTo>
                    <a:pt x="310157" y="87501"/>
                  </a:lnTo>
                  <a:lnTo>
                    <a:pt x="310002" y="87736"/>
                  </a:lnTo>
                  <a:lnTo>
                    <a:pt x="309868" y="88017"/>
                  </a:lnTo>
                  <a:lnTo>
                    <a:pt x="309758" y="88219"/>
                  </a:lnTo>
                  <a:lnTo>
                    <a:pt x="309540" y="88606"/>
                  </a:lnTo>
                  <a:lnTo>
                    <a:pt x="309547" y="89002"/>
                  </a:lnTo>
                  <a:lnTo>
                    <a:pt x="309833" y="89077"/>
                  </a:lnTo>
                  <a:lnTo>
                    <a:pt x="310265" y="89478"/>
                  </a:lnTo>
                  <a:lnTo>
                    <a:pt x="310330" y="89656"/>
                  </a:lnTo>
                  <a:lnTo>
                    <a:pt x="310858" y="89930"/>
                  </a:lnTo>
                  <a:lnTo>
                    <a:pt x="311362" y="89855"/>
                  </a:lnTo>
                  <a:lnTo>
                    <a:pt x="311493" y="89893"/>
                  </a:lnTo>
                  <a:lnTo>
                    <a:pt x="311978" y="90415"/>
                  </a:lnTo>
                  <a:lnTo>
                    <a:pt x="311990" y="90685"/>
                  </a:lnTo>
                  <a:lnTo>
                    <a:pt x="312236" y="91067"/>
                  </a:lnTo>
                  <a:lnTo>
                    <a:pt x="311934" y="91485"/>
                  </a:lnTo>
                  <a:lnTo>
                    <a:pt x="311967" y="91653"/>
                  </a:lnTo>
                  <a:lnTo>
                    <a:pt x="312271" y="91836"/>
                  </a:lnTo>
                  <a:lnTo>
                    <a:pt x="312407" y="91895"/>
                  </a:lnTo>
                  <a:lnTo>
                    <a:pt x="312590" y="91970"/>
                  </a:lnTo>
                  <a:lnTo>
                    <a:pt x="312860" y="92031"/>
                  </a:lnTo>
                  <a:lnTo>
                    <a:pt x="313055" y="92111"/>
                  </a:lnTo>
                  <a:lnTo>
                    <a:pt x="313205" y="92230"/>
                  </a:lnTo>
                  <a:lnTo>
                    <a:pt x="313190" y="92439"/>
                  </a:lnTo>
                  <a:lnTo>
                    <a:pt x="313022" y="92575"/>
                  </a:lnTo>
                  <a:lnTo>
                    <a:pt x="312684" y="92624"/>
                  </a:lnTo>
                  <a:lnTo>
                    <a:pt x="312478" y="92612"/>
                  </a:lnTo>
                  <a:lnTo>
                    <a:pt x="312218" y="92577"/>
                  </a:lnTo>
                  <a:lnTo>
                    <a:pt x="312025" y="92526"/>
                  </a:lnTo>
                  <a:lnTo>
                    <a:pt x="311601" y="92429"/>
                  </a:lnTo>
                  <a:lnTo>
                    <a:pt x="311242" y="92361"/>
                  </a:lnTo>
                  <a:lnTo>
                    <a:pt x="311099" y="92364"/>
                  </a:lnTo>
                  <a:lnTo>
                    <a:pt x="310966" y="92406"/>
                  </a:lnTo>
                  <a:lnTo>
                    <a:pt x="310766" y="92469"/>
                  </a:lnTo>
                  <a:lnTo>
                    <a:pt x="310579" y="92931"/>
                  </a:lnTo>
                  <a:lnTo>
                    <a:pt x="310523" y="93156"/>
                  </a:lnTo>
                  <a:lnTo>
                    <a:pt x="310469" y="93362"/>
                  </a:lnTo>
                  <a:lnTo>
                    <a:pt x="310523" y="93656"/>
                  </a:lnTo>
                  <a:lnTo>
                    <a:pt x="310518" y="93970"/>
                  </a:lnTo>
                  <a:lnTo>
                    <a:pt x="310522" y="94101"/>
                  </a:lnTo>
                  <a:lnTo>
                    <a:pt x="310612" y="94638"/>
                  </a:lnTo>
                  <a:lnTo>
                    <a:pt x="310572" y="94809"/>
                  </a:lnTo>
                  <a:lnTo>
                    <a:pt x="310855" y="95740"/>
                  </a:lnTo>
                  <a:lnTo>
                    <a:pt x="310937" y="95951"/>
                  </a:lnTo>
                  <a:lnTo>
                    <a:pt x="311015" y="96122"/>
                  </a:lnTo>
                  <a:lnTo>
                    <a:pt x="310609" y="96884"/>
                  </a:lnTo>
                  <a:lnTo>
                    <a:pt x="310201" y="97273"/>
                  </a:lnTo>
                  <a:lnTo>
                    <a:pt x="310333" y="97665"/>
                  </a:lnTo>
                  <a:lnTo>
                    <a:pt x="310344" y="98150"/>
                  </a:lnTo>
                  <a:lnTo>
                    <a:pt x="310243" y="98459"/>
                  </a:lnTo>
                  <a:lnTo>
                    <a:pt x="309979" y="98670"/>
                  </a:lnTo>
                  <a:lnTo>
                    <a:pt x="309843" y="98724"/>
                  </a:lnTo>
                  <a:lnTo>
                    <a:pt x="309603" y="98809"/>
                  </a:lnTo>
                  <a:lnTo>
                    <a:pt x="309451" y="99038"/>
                  </a:lnTo>
                  <a:lnTo>
                    <a:pt x="309437" y="99364"/>
                  </a:lnTo>
                  <a:lnTo>
                    <a:pt x="309374" y="99632"/>
                  </a:lnTo>
                  <a:lnTo>
                    <a:pt x="309219" y="100075"/>
                  </a:lnTo>
                  <a:lnTo>
                    <a:pt x="309224" y="100232"/>
                  </a:lnTo>
                  <a:lnTo>
                    <a:pt x="309230" y="100387"/>
                  </a:lnTo>
                  <a:lnTo>
                    <a:pt x="309024" y="100466"/>
                  </a:lnTo>
                  <a:lnTo>
                    <a:pt x="308715" y="100663"/>
                  </a:lnTo>
                  <a:lnTo>
                    <a:pt x="308523" y="100778"/>
                  </a:lnTo>
                  <a:lnTo>
                    <a:pt x="308279" y="100886"/>
                  </a:lnTo>
                  <a:lnTo>
                    <a:pt x="307364" y="101505"/>
                  </a:lnTo>
                  <a:lnTo>
                    <a:pt x="306982" y="101840"/>
                  </a:lnTo>
                  <a:lnTo>
                    <a:pt x="306778" y="102042"/>
                  </a:lnTo>
                  <a:lnTo>
                    <a:pt x="306307" y="102309"/>
                  </a:lnTo>
                  <a:lnTo>
                    <a:pt x="306124" y="102475"/>
                  </a:lnTo>
                  <a:lnTo>
                    <a:pt x="305618" y="102944"/>
                  </a:lnTo>
                  <a:lnTo>
                    <a:pt x="304766" y="102981"/>
                  </a:lnTo>
                  <a:lnTo>
                    <a:pt x="304211" y="103019"/>
                  </a:lnTo>
                  <a:lnTo>
                    <a:pt x="303289" y="103080"/>
                  </a:lnTo>
                  <a:lnTo>
                    <a:pt x="302089" y="103157"/>
                  </a:lnTo>
                  <a:lnTo>
                    <a:pt x="301550" y="103195"/>
                  </a:lnTo>
                  <a:lnTo>
                    <a:pt x="299944" y="103302"/>
                  </a:lnTo>
                  <a:lnTo>
                    <a:pt x="298286" y="103413"/>
                  </a:lnTo>
                  <a:lnTo>
                    <a:pt x="296737" y="103516"/>
                  </a:lnTo>
                  <a:lnTo>
                    <a:pt x="295630" y="103588"/>
                  </a:lnTo>
                  <a:lnTo>
                    <a:pt x="293028" y="104543"/>
                  </a:lnTo>
                  <a:lnTo>
                    <a:pt x="292372" y="104782"/>
                  </a:lnTo>
                  <a:lnTo>
                    <a:pt x="291961" y="104962"/>
                  </a:lnTo>
                  <a:lnTo>
                    <a:pt x="291797" y="105030"/>
                  </a:lnTo>
                  <a:lnTo>
                    <a:pt x="289736" y="105895"/>
                  </a:lnTo>
                  <a:lnTo>
                    <a:pt x="287469" y="106847"/>
                  </a:lnTo>
                  <a:lnTo>
                    <a:pt x="284998" y="107881"/>
                  </a:lnTo>
                  <a:lnTo>
                    <a:pt x="284163" y="108137"/>
                  </a:lnTo>
                  <a:lnTo>
                    <a:pt x="281855" y="109087"/>
                  </a:lnTo>
                  <a:lnTo>
                    <a:pt x="281275" y="109332"/>
                  </a:lnTo>
                  <a:lnTo>
                    <a:pt x="280946" y="109472"/>
                  </a:lnTo>
                  <a:lnTo>
                    <a:pt x="278443" y="107758"/>
                  </a:lnTo>
                  <a:lnTo>
                    <a:pt x="276994" y="106774"/>
                  </a:lnTo>
                  <a:lnTo>
                    <a:pt x="276642" y="106528"/>
                  </a:lnTo>
                  <a:lnTo>
                    <a:pt x="275082" y="105461"/>
                  </a:lnTo>
                  <a:lnTo>
                    <a:pt x="274607" y="105286"/>
                  </a:lnTo>
                  <a:lnTo>
                    <a:pt x="274117" y="104955"/>
                  </a:lnTo>
                  <a:lnTo>
                    <a:pt x="272178" y="103645"/>
                  </a:lnTo>
                  <a:lnTo>
                    <a:pt x="271735" y="103345"/>
                  </a:lnTo>
                  <a:lnTo>
                    <a:pt x="271266" y="103030"/>
                  </a:lnTo>
                  <a:lnTo>
                    <a:pt x="270891" y="102775"/>
                  </a:lnTo>
                  <a:lnTo>
                    <a:pt x="270687" y="102529"/>
                  </a:lnTo>
                  <a:lnTo>
                    <a:pt x="270340" y="102104"/>
                  </a:lnTo>
                  <a:lnTo>
                    <a:pt x="269808" y="101455"/>
                  </a:lnTo>
                  <a:lnTo>
                    <a:pt x="269557" y="101150"/>
                  </a:lnTo>
                  <a:lnTo>
                    <a:pt x="269279" y="100813"/>
                  </a:lnTo>
                  <a:lnTo>
                    <a:pt x="268889" y="100339"/>
                  </a:lnTo>
                  <a:lnTo>
                    <a:pt x="268608" y="99997"/>
                  </a:lnTo>
                  <a:lnTo>
                    <a:pt x="268301" y="99624"/>
                  </a:lnTo>
                  <a:lnTo>
                    <a:pt x="267926" y="99167"/>
                  </a:lnTo>
                  <a:lnTo>
                    <a:pt x="267750" y="98949"/>
                  </a:lnTo>
                  <a:lnTo>
                    <a:pt x="267424" y="98740"/>
                  </a:lnTo>
                  <a:lnTo>
                    <a:pt x="266925" y="98466"/>
                  </a:lnTo>
                  <a:lnTo>
                    <a:pt x="266425" y="98194"/>
                  </a:lnTo>
                  <a:lnTo>
                    <a:pt x="266053" y="97985"/>
                  </a:lnTo>
                  <a:lnTo>
                    <a:pt x="265792" y="97842"/>
                  </a:lnTo>
                  <a:lnTo>
                    <a:pt x="265422" y="97638"/>
                  </a:lnTo>
                  <a:lnTo>
                    <a:pt x="264777" y="97282"/>
                  </a:lnTo>
                  <a:lnTo>
                    <a:pt x="264529" y="97146"/>
                  </a:lnTo>
                  <a:lnTo>
                    <a:pt x="264032" y="96872"/>
                  </a:lnTo>
                  <a:lnTo>
                    <a:pt x="263469" y="96562"/>
                  </a:lnTo>
                  <a:lnTo>
                    <a:pt x="263012" y="96311"/>
                  </a:lnTo>
                  <a:lnTo>
                    <a:pt x="262534" y="96046"/>
                  </a:lnTo>
                  <a:lnTo>
                    <a:pt x="261997" y="95751"/>
                  </a:lnTo>
                  <a:lnTo>
                    <a:pt x="261521" y="95488"/>
                  </a:lnTo>
                  <a:lnTo>
                    <a:pt x="261078" y="95244"/>
                  </a:lnTo>
                  <a:lnTo>
                    <a:pt x="260553" y="94956"/>
                  </a:lnTo>
                  <a:lnTo>
                    <a:pt x="260269" y="94799"/>
                  </a:lnTo>
                  <a:lnTo>
                    <a:pt x="260051" y="94679"/>
                  </a:lnTo>
                  <a:lnTo>
                    <a:pt x="259498" y="94372"/>
                  </a:lnTo>
                  <a:lnTo>
                    <a:pt x="259284" y="94257"/>
                  </a:lnTo>
                  <a:lnTo>
                    <a:pt x="259062" y="94135"/>
                  </a:lnTo>
                  <a:lnTo>
                    <a:pt x="258848" y="94016"/>
                  </a:lnTo>
                  <a:lnTo>
                    <a:pt x="258541" y="93845"/>
                  </a:lnTo>
                  <a:lnTo>
                    <a:pt x="258325" y="93727"/>
                  </a:lnTo>
                  <a:lnTo>
                    <a:pt x="258037" y="93568"/>
                  </a:lnTo>
                  <a:lnTo>
                    <a:pt x="257585" y="93317"/>
                  </a:lnTo>
                  <a:lnTo>
                    <a:pt x="257209" y="93111"/>
                  </a:lnTo>
                  <a:lnTo>
                    <a:pt x="256680" y="92822"/>
                  </a:lnTo>
                  <a:lnTo>
                    <a:pt x="256145" y="92525"/>
                  </a:lnTo>
                  <a:lnTo>
                    <a:pt x="255620" y="92234"/>
                  </a:lnTo>
                  <a:lnTo>
                    <a:pt x="255060" y="91929"/>
                  </a:lnTo>
                  <a:lnTo>
                    <a:pt x="254185" y="91446"/>
                  </a:lnTo>
                  <a:lnTo>
                    <a:pt x="253538" y="91090"/>
                  </a:lnTo>
                  <a:lnTo>
                    <a:pt x="253043" y="90818"/>
                  </a:lnTo>
                  <a:lnTo>
                    <a:pt x="252624" y="90609"/>
                  </a:lnTo>
                  <a:lnTo>
                    <a:pt x="251641" y="90140"/>
                  </a:lnTo>
                  <a:lnTo>
                    <a:pt x="250556" y="89618"/>
                  </a:lnTo>
                  <a:lnTo>
                    <a:pt x="249452" y="89085"/>
                  </a:lnTo>
                  <a:lnTo>
                    <a:pt x="248779" y="88759"/>
                  </a:lnTo>
                  <a:lnTo>
                    <a:pt x="248265" y="88516"/>
                  </a:lnTo>
                  <a:lnTo>
                    <a:pt x="247421" y="88108"/>
                  </a:lnTo>
                  <a:lnTo>
                    <a:pt x="246502" y="87665"/>
                  </a:lnTo>
                  <a:lnTo>
                    <a:pt x="245628" y="87245"/>
                  </a:lnTo>
                  <a:lnTo>
                    <a:pt x="244498" y="86701"/>
                  </a:lnTo>
                  <a:lnTo>
                    <a:pt x="243504" y="86220"/>
                  </a:lnTo>
                  <a:lnTo>
                    <a:pt x="242998" y="85977"/>
                  </a:lnTo>
                  <a:lnTo>
                    <a:pt x="241975" y="85484"/>
                  </a:lnTo>
                  <a:lnTo>
                    <a:pt x="241089" y="85058"/>
                  </a:lnTo>
                  <a:lnTo>
                    <a:pt x="240524" y="84786"/>
                  </a:lnTo>
                  <a:lnTo>
                    <a:pt x="238956" y="84033"/>
                  </a:lnTo>
                  <a:lnTo>
                    <a:pt x="238020" y="83583"/>
                  </a:lnTo>
                  <a:lnTo>
                    <a:pt x="237035" y="83109"/>
                  </a:lnTo>
                  <a:lnTo>
                    <a:pt x="236283" y="82884"/>
                  </a:lnTo>
                  <a:lnTo>
                    <a:pt x="235727" y="82614"/>
                  </a:lnTo>
                  <a:lnTo>
                    <a:pt x="235245" y="82383"/>
                  </a:lnTo>
                  <a:lnTo>
                    <a:pt x="233702" y="81644"/>
                  </a:lnTo>
                  <a:lnTo>
                    <a:pt x="232598" y="81115"/>
                  </a:lnTo>
                  <a:lnTo>
                    <a:pt x="231606" y="80639"/>
                  </a:lnTo>
                  <a:lnTo>
                    <a:pt x="230596" y="80156"/>
                  </a:lnTo>
                  <a:lnTo>
                    <a:pt x="229984" y="79863"/>
                  </a:lnTo>
                  <a:lnTo>
                    <a:pt x="229599" y="79677"/>
                  </a:lnTo>
                  <a:lnTo>
                    <a:pt x="228713" y="79251"/>
                  </a:lnTo>
                  <a:lnTo>
                    <a:pt x="228000" y="78908"/>
                  </a:lnTo>
                  <a:lnTo>
                    <a:pt x="226945" y="78402"/>
                  </a:lnTo>
                  <a:lnTo>
                    <a:pt x="225996" y="77949"/>
                  </a:lnTo>
                  <a:lnTo>
                    <a:pt x="224959" y="77452"/>
                  </a:lnTo>
                  <a:lnTo>
                    <a:pt x="223942" y="76962"/>
                  </a:lnTo>
                  <a:lnTo>
                    <a:pt x="223339" y="76676"/>
                  </a:lnTo>
                  <a:lnTo>
                    <a:pt x="222242" y="76149"/>
                  </a:lnTo>
                  <a:lnTo>
                    <a:pt x="221705" y="75769"/>
                  </a:lnTo>
                  <a:lnTo>
                    <a:pt x="220993" y="75263"/>
                  </a:lnTo>
                  <a:lnTo>
                    <a:pt x="220268" y="74747"/>
                  </a:lnTo>
                  <a:lnTo>
                    <a:pt x="219696" y="74344"/>
                  </a:lnTo>
                  <a:lnTo>
                    <a:pt x="218976" y="73833"/>
                  </a:lnTo>
                  <a:lnTo>
                    <a:pt x="218486" y="73486"/>
                  </a:lnTo>
                  <a:lnTo>
                    <a:pt x="218196" y="73279"/>
                  </a:lnTo>
                  <a:lnTo>
                    <a:pt x="217619" y="73598"/>
                  </a:lnTo>
                  <a:lnTo>
                    <a:pt x="216580" y="74173"/>
                  </a:lnTo>
                  <a:lnTo>
                    <a:pt x="214913" y="75094"/>
                  </a:lnTo>
                  <a:lnTo>
                    <a:pt x="213115" y="76121"/>
                  </a:lnTo>
                  <a:lnTo>
                    <a:pt x="212836" y="76325"/>
                  </a:lnTo>
                  <a:lnTo>
                    <a:pt x="212695" y="76330"/>
                  </a:lnTo>
                  <a:lnTo>
                    <a:pt x="212299" y="76400"/>
                  </a:lnTo>
                  <a:lnTo>
                    <a:pt x="212074" y="76426"/>
                  </a:lnTo>
                  <a:lnTo>
                    <a:pt x="211814" y="76456"/>
                  </a:lnTo>
                  <a:lnTo>
                    <a:pt x="211514" y="76489"/>
                  </a:lnTo>
                  <a:lnTo>
                    <a:pt x="211209" y="76527"/>
                  </a:lnTo>
                  <a:lnTo>
                    <a:pt x="210827" y="76573"/>
                  </a:lnTo>
                  <a:lnTo>
                    <a:pt x="209371" y="76810"/>
                  </a:lnTo>
                  <a:lnTo>
                    <a:pt x="206745" y="77129"/>
                  </a:lnTo>
                  <a:lnTo>
                    <a:pt x="201970" y="76867"/>
                  </a:lnTo>
                  <a:lnTo>
                    <a:pt x="200434" y="76651"/>
                  </a:lnTo>
                  <a:lnTo>
                    <a:pt x="197417" y="70578"/>
                  </a:lnTo>
                  <a:lnTo>
                    <a:pt x="196545" y="70438"/>
                  </a:lnTo>
                  <a:lnTo>
                    <a:pt x="194889" y="70171"/>
                  </a:lnTo>
                  <a:lnTo>
                    <a:pt x="190838" y="69516"/>
                  </a:lnTo>
                  <a:lnTo>
                    <a:pt x="185765" y="68700"/>
                  </a:lnTo>
                  <a:lnTo>
                    <a:pt x="183481" y="68602"/>
                  </a:lnTo>
                  <a:lnTo>
                    <a:pt x="181308" y="68508"/>
                  </a:lnTo>
                  <a:lnTo>
                    <a:pt x="180005" y="68454"/>
                  </a:lnTo>
                  <a:lnTo>
                    <a:pt x="179010" y="68412"/>
                  </a:lnTo>
                  <a:lnTo>
                    <a:pt x="178357" y="68385"/>
                  </a:lnTo>
                  <a:lnTo>
                    <a:pt x="176687" y="68330"/>
                  </a:lnTo>
                  <a:lnTo>
                    <a:pt x="174277" y="68241"/>
                  </a:lnTo>
                  <a:lnTo>
                    <a:pt x="168723" y="68032"/>
                  </a:lnTo>
                  <a:lnTo>
                    <a:pt x="166625" y="67953"/>
                  </a:lnTo>
                  <a:lnTo>
                    <a:pt x="165499" y="67941"/>
                  </a:lnTo>
                  <a:lnTo>
                    <a:pt x="165176" y="67955"/>
                  </a:lnTo>
                  <a:lnTo>
                    <a:pt x="163893" y="67999"/>
                  </a:lnTo>
                  <a:lnTo>
                    <a:pt x="162796" y="68039"/>
                  </a:lnTo>
                  <a:lnTo>
                    <a:pt x="157111" y="68243"/>
                  </a:lnTo>
                  <a:lnTo>
                    <a:pt x="145572" y="68656"/>
                  </a:lnTo>
                  <a:lnTo>
                    <a:pt x="136932" y="67662"/>
                  </a:lnTo>
                  <a:lnTo>
                    <a:pt x="136644" y="67632"/>
                  </a:lnTo>
                  <a:lnTo>
                    <a:pt x="136438" y="67669"/>
                  </a:lnTo>
                  <a:lnTo>
                    <a:pt x="136278" y="67702"/>
                  </a:lnTo>
                  <a:lnTo>
                    <a:pt x="126446" y="69568"/>
                  </a:lnTo>
                  <a:lnTo>
                    <a:pt x="122420" y="70335"/>
                  </a:lnTo>
                  <a:lnTo>
                    <a:pt x="117438" y="72536"/>
                  </a:lnTo>
                  <a:lnTo>
                    <a:pt x="115108" y="73134"/>
                  </a:lnTo>
                  <a:lnTo>
                    <a:pt x="114852" y="73218"/>
                  </a:lnTo>
                  <a:lnTo>
                    <a:pt x="113802" y="73572"/>
                  </a:lnTo>
                  <a:lnTo>
                    <a:pt x="113589" y="73680"/>
                  </a:lnTo>
                  <a:lnTo>
                    <a:pt x="113106" y="74299"/>
                  </a:lnTo>
                  <a:lnTo>
                    <a:pt x="112440" y="75148"/>
                  </a:lnTo>
                  <a:lnTo>
                    <a:pt x="111976" y="75743"/>
                  </a:lnTo>
                  <a:lnTo>
                    <a:pt x="111636" y="76172"/>
                  </a:lnTo>
                  <a:lnTo>
                    <a:pt x="111007" y="76972"/>
                  </a:lnTo>
                  <a:lnTo>
                    <a:pt x="110674" y="77396"/>
                  </a:lnTo>
                  <a:lnTo>
                    <a:pt x="110560" y="77544"/>
                  </a:lnTo>
                  <a:lnTo>
                    <a:pt x="109981" y="78282"/>
                  </a:lnTo>
                  <a:lnTo>
                    <a:pt x="109380" y="79054"/>
                  </a:lnTo>
                  <a:lnTo>
                    <a:pt x="109198" y="79204"/>
                  </a:lnTo>
                  <a:lnTo>
                    <a:pt x="108461" y="80131"/>
                  </a:lnTo>
                  <a:lnTo>
                    <a:pt x="106957" y="81017"/>
                  </a:lnTo>
                  <a:lnTo>
                    <a:pt x="105173" y="81992"/>
                  </a:lnTo>
                  <a:lnTo>
                    <a:pt x="104947" y="82198"/>
                  </a:lnTo>
                  <a:lnTo>
                    <a:pt x="104692" y="82429"/>
                  </a:lnTo>
                  <a:lnTo>
                    <a:pt x="104088" y="83007"/>
                  </a:lnTo>
                  <a:lnTo>
                    <a:pt x="103782" y="83271"/>
                  </a:lnTo>
                  <a:lnTo>
                    <a:pt x="103371" y="83650"/>
                  </a:lnTo>
                  <a:lnTo>
                    <a:pt x="103327" y="83795"/>
                  </a:lnTo>
                  <a:lnTo>
                    <a:pt x="103236" y="84435"/>
                  </a:lnTo>
                  <a:lnTo>
                    <a:pt x="103138" y="84582"/>
                  </a:lnTo>
                  <a:lnTo>
                    <a:pt x="103098" y="84710"/>
                  </a:lnTo>
                  <a:lnTo>
                    <a:pt x="102855" y="84868"/>
                  </a:lnTo>
                  <a:lnTo>
                    <a:pt x="102672" y="85125"/>
                  </a:lnTo>
                  <a:lnTo>
                    <a:pt x="102535" y="85281"/>
                  </a:lnTo>
                  <a:lnTo>
                    <a:pt x="102379" y="85438"/>
                  </a:lnTo>
                  <a:lnTo>
                    <a:pt x="102295" y="85625"/>
                  </a:lnTo>
                  <a:lnTo>
                    <a:pt x="102159" y="85700"/>
                  </a:lnTo>
                  <a:lnTo>
                    <a:pt x="101630" y="85961"/>
                  </a:lnTo>
                  <a:lnTo>
                    <a:pt x="101053" y="86957"/>
                  </a:lnTo>
                  <a:lnTo>
                    <a:pt x="100268" y="87884"/>
                  </a:lnTo>
                  <a:lnTo>
                    <a:pt x="100007" y="88573"/>
                  </a:lnTo>
                  <a:lnTo>
                    <a:pt x="98995" y="89932"/>
                  </a:lnTo>
                  <a:lnTo>
                    <a:pt x="98480" y="90575"/>
                  </a:lnTo>
                  <a:lnTo>
                    <a:pt x="96003" y="93068"/>
                  </a:lnTo>
                  <a:lnTo>
                    <a:pt x="95670" y="93508"/>
                  </a:lnTo>
                  <a:lnTo>
                    <a:pt x="95129" y="94209"/>
                  </a:lnTo>
                  <a:lnTo>
                    <a:pt x="94742" y="94705"/>
                  </a:lnTo>
                  <a:lnTo>
                    <a:pt x="94630" y="94848"/>
                  </a:lnTo>
                  <a:lnTo>
                    <a:pt x="94405" y="95141"/>
                  </a:lnTo>
                  <a:lnTo>
                    <a:pt x="94262" y="95327"/>
                  </a:lnTo>
                  <a:lnTo>
                    <a:pt x="94120" y="95512"/>
                  </a:lnTo>
                  <a:lnTo>
                    <a:pt x="93835" y="95887"/>
                  </a:lnTo>
                  <a:lnTo>
                    <a:pt x="93263" y="96632"/>
                  </a:lnTo>
                  <a:lnTo>
                    <a:pt x="92973" y="97009"/>
                  </a:lnTo>
                  <a:lnTo>
                    <a:pt x="92756" y="97292"/>
                  </a:lnTo>
                  <a:lnTo>
                    <a:pt x="92255" y="97946"/>
                  </a:lnTo>
                  <a:lnTo>
                    <a:pt x="91897" y="98409"/>
                  </a:lnTo>
                  <a:lnTo>
                    <a:pt x="91685" y="98690"/>
                  </a:lnTo>
                  <a:lnTo>
                    <a:pt x="91585" y="98820"/>
                  </a:lnTo>
                  <a:lnTo>
                    <a:pt x="91325" y="99158"/>
                  </a:lnTo>
                  <a:lnTo>
                    <a:pt x="91040" y="99530"/>
                  </a:lnTo>
                  <a:lnTo>
                    <a:pt x="90900" y="99716"/>
                  </a:lnTo>
                  <a:lnTo>
                    <a:pt x="90713" y="99960"/>
                  </a:lnTo>
                  <a:lnTo>
                    <a:pt x="85691" y="106536"/>
                  </a:lnTo>
                  <a:lnTo>
                    <a:pt x="82337" y="110922"/>
                  </a:lnTo>
                  <a:lnTo>
                    <a:pt x="74593" y="111271"/>
                  </a:lnTo>
                  <a:lnTo>
                    <a:pt x="72380" y="111205"/>
                  </a:lnTo>
                  <a:lnTo>
                    <a:pt x="71885" y="111190"/>
                  </a:lnTo>
                  <a:lnTo>
                    <a:pt x="71454" y="111177"/>
                  </a:lnTo>
                  <a:lnTo>
                    <a:pt x="70983" y="111163"/>
                  </a:lnTo>
                  <a:lnTo>
                    <a:pt x="70460" y="111147"/>
                  </a:lnTo>
                  <a:lnTo>
                    <a:pt x="67602" y="111062"/>
                  </a:lnTo>
                  <a:lnTo>
                    <a:pt x="63696" y="105651"/>
                  </a:lnTo>
                  <a:lnTo>
                    <a:pt x="59200" y="105879"/>
                  </a:lnTo>
                  <a:lnTo>
                    <a:pt x="58203" y="105928"/>
                  </a:lnTo>
                  <a:lnTo>
                    <a:pt x="55392" y="105820"/>
                  </a:lnTo>
                  <a:lnTo>
                    <a:pt x="52281" y="105703"/>
                  </a:lnTo>
                  <a:lnTo>
                    <a:pt x="49974" y="107876"/>
                  </a:lnTo>
                  <a:lnTo>
                    <a:pt x="48830" y="108948"/>
                  </a:lnTo>
                  <a:lnTo>
                    <a:pt x="41347" y="115981"/>
                  </a:lnTo>
                  <a:lnTo>
                    <a:pt x="31547" y="119861"/>
                  </a:lnTo>
                  <a:lnTo>
                    <a:pt x="34719" y="125261"/>
                  </a:lnTo>
                  <a:lnTo>
                    <a:pt x="34865" y="126372"/>
                  </a:lnTo>
                  <a:lnTo>
                    <a:pt x="36839" y="130163"/>
                  </a:lnTo>
                  <a:lnTo>
                    <a:pt x="31676" y="132357"/>
                  </a:lnTo>
                  <a:lnTo>
                    <a:pt x="31156" y="133274"/>
                  </a:lnTo>
                  <a:lnTo>
                    <a:pt x="30391" y="134624"/>
                  </a:lnTo>
                  <a:lnTo>
                    <a:pt x="26894" y="133126"/>
                  </a:lnTo>
                  <a:lnTo>
                    <a:pt x="22882" y="125303"/>
                  </a:lnTo>
                  <a:lnTo>
                    <a:pt x="19187" y="126951"/>
                  </a:lnTo>
                  <a:lnTo>
                    <a:pt x="14855" y="126831"/>
                  </a:lnTo>
                  <a:lnTo>
                    <a:pt x="10594" y="125275"/>
                  </a:lnTo>
                  <a:lnTo>
                    <a:pt x="9671" y="126233"/>
                  </a:lnTo>
                  <a:lnTo>
                    <a:pt x="10569" y="127019"/>
                  </a:lnTo>
                  <a:lnTo>
                    <a:pt x="10642" y="127368"/>
                  </a:lnTo>
                  <a:lnTo>
                    <a:pt x="10759" y="127931"/>
                  </a:lnTo>
                  <a:lnTo>
                    <a:pt x="10825" y="128292"/>
                  </a:lnTo>
                  <a:lnTo>
                    <a:pt x="10663" y="128299"/>
                  </a:lnTo>
                  <a:lnTo>
                    <a:pt x="10203" y="128311"/>
                  </a:lnTo>
                  <a:lnTo>
                    <a:pt x="9988" y="128613"/>
                  </a:lnTo>
                  <a:lnTo>
                    <a:pt x="9781" y="128904"/>
                  </a:lnTo>
                  <a:lnTo>
                    <a:pt x="9561" y="129215"/>
                  </a:lnTo>
                  <a:lnTo>
                    <a:pt x="9514" y="129466"/>
                  </a:lnTo>
                  <a:lnTo>
                    <a:pt x="9460" y="129687"/>
                  </a:lnTo>
                  <a:lnTo>
                    <a:pt x="9420" y="129956"/>
                  </a:lnTo>
                  <a:lnTo>
                    <a:pt x="9303" y="130181"/>
                  </a:lnTo>
                  <a:lnTo>
                    <a:pt x="9179" y="130430"/>
                  </a:lnTo>
                  <a:lnTo>
                    <a:pt x="8586" y="131185"/>
                  </a:lnTo>
                  <a:lnTo>
                    <a:pt x="8424" y="131243"/>
                  </a:lnTo>
                  <a:lnTo>
                    <a:pt x="8227" y="131215"/>
                  </a:lnTo>
                  <a:lnTo>
                    <a:pt x="8098" y="131302"/>
                  </a:lnTo>
                  <a:lnTo>
                    <a:pt x="7993" y="131476"/>
                  </a:lnTo>
                  <a:lnTo>
                    <a:pt x="7955" y="131635"/>
                  </a:lnTo>
                  <a:lnTo>
                    <a:pt x="7967" y="131811"/>
                  </a:lnTo>
                  <a:lnTo>
                    <a:pt x="7934" y="132200"/>
                  </a:lnTo>
                  <a:lnTo>
                    <a:pt x="7899" y="132397"/>
                  </a:lnTo>
                  <a:lnTo>
                    <a:pt x="7829" y="132528"/>
                  </a:lnTo>
                  <a:lnTo>
                    <a:pt x="7739" y="132666"/>
                  </a:lnTo>
                  <a:lnTo>
                    <a:pt x="7739" y="132877"/>
                  </a:lnTo>
                  <a:lnTo>
                    <a:pt x="7988" y="133077"/>
                  </a:lnTo>
                  <a:lnTo>
                    <a:pt x="8159" y="133210"/>
                  </a:lnTo>
                  <a:lnTo>
                    <a:pt x="7948" y="133529"/>
                  </a:lnTo>
                  <a:lnTo>
                    <a:pt x="7707" y="133773"/>
                  </a:lnTo>
                  <a:lnTo>
                    <a:pt x="7573" y="133750"/>
                  </a:lnTo>
                  <a:lnTo>
                    <a:pt x="7439" y="133893"/>
                  </a:lnTo>
                  <a:lnTo>
                    <a:pt x="7184" y="134240"/>
                  </a:lnTo>
                  <a:lnTo>
                    <a:pt x="6300" y="134875"/>
                  </a:lnTo>
                  <a:lnTo>
                    <a:pt x="6009" y="135018"/>
                  </a:lnTo>
                  <a:lnTo>
                    <a:pt x="5826" y="135276"/>
                  </a:lnTo>
                  <a:lnTo>
                    <a:pt x="5557" y="135412"/>
                  </a:lnTo>
                  <a:lnTo>
                    <a:pt x="52" y="138959"/>
                  </a:lnTo>
                  <a:lnTo>
                    <a:pt x="1105" y="140708"/>
                  </a:lnTo>
                  <a:lnTo>
                    <a:pt x="908" y="142075"/>
                  </a:lnTo>
                  <a:lnTo>
                    <a:pt x="772" y="142952"/>
                  </a:lnTo>
                  <a:lnTo>
                    <a:pt x="640" y="143746"/>
                  </a:lnTo>
                  <a:lnTo>
                    <a:pt x="0" y="146264"/>
                  </a:lnTo>
                  <a:lnTo>
                    <a:pt x="2100" y="147766"/>
                  </a:lnTo>
                  <a:lnTo>
                    <a:pt x="3735" y="147951"/>
                  </a:lnTo>
                  <a:lnTo>
                    <a:pt x="4406" y="149216"/>
                  </a:lnTo>
                  <a:lnTo>
                    <a:pt x="4653" y="149804"/>
                  </a:lnTo>
                  <a:lnTo>
                    <a:pt x="4944" y="150843"/>
                  </a:lnTo>
                  <a:lnTo>
                    <a:pt x="5190" y="154576"/>
                  </a:lnTo>
                  <a:lnTo>
                    <a:pt x="5182" y="154723"/>
                  </a:lnTo>
                  <a:lnTo>
                    <a:pt x="4877" y="156055"/>
                  </a:lnTo>
                  <a:lnTo>
                    <a:pt x="4471" y="157839"/>
                  </a:lnTo>
                  <a:lnTo>
                    <a:pt x="4407" y="158123"/>
                  </a:lnTo>
                  <a:lnTo>
                    <a:pt x="3482" y="162183"/>
                  </a:lnTo>
                  <a:lnTo>
                    <a:pt x="2561" y="166227"/>
                  </a:lnTo>
                  <a:lnTo>
                    <a:pt x="4041" y="175187"/>
                  </a:lnTo>
                  <a:lnTo>
                    <a:pt x="4406" y="177394"/>
                  </a:lnTo>
                  <a:lnTo>
                    <a:pt x="4308" y="178083"/>
                  </a:lnTo>
                  <a:lnTo>
                    <a:pt x="3156" y="186207"/>
                  </a:lnTo>
                  <a:lnTo>
                    <a:pt x="3353" y="186936"/>
                  </a:lnTo>
                  <a:lnTo>
                    <a:pt x="3491" y="187454"/>
                  </a:lnTo>
                  <a:lnTo>
                    <a:pt x="3639" y="188000"/>
                  </a:lnTo>
                  <a:lnTo>
                    <a:pt x="3773" y="188495"/>
                  </a:lnTo>
                  <a:lnTo>
                    <a:pt x="3920" y="189044"/>
                  </a:lnTo>
                  <a:lnTo>
                    <a:pt x="4070" y="189604"/>
                  </a:lnTo>
                  <a:lnTo>
                    <a:pt x="4155" y="189859"/>
                  </a:lnTo>
                  <a:lnTo>
                    <a:pt x="4417" y="190605"/>
                  </a:lnTo>
                  <a:lnTo>
                    <a:pt x="4619" y="191184"/>
                  </a:lnTo>
                  <a:lnTo>
                    <a:pt x="4802" y="191712"/>
                  </a:lnTo>
                  <a:lnTo>
                    <a:pt x="4931" y="192080"/>
                  </a:lnTo>
                  <a:lnTo>
                    <a:pt x="5172" y="192766"/>
                  </a:lnTo>
                  <a:lnTo>
                    <a:pt x="5350" y="193275"/>
                  </a:lnTo>
                  <a:lnTo>
                    <a:pt x="5533" y="193796"/>
                  </a:lnTo>
                  <a:lnTo>
                    <a:pt x="5747" y="194410"/>
                  </a:lnTo>
                  <a:lnTo>
                    <a:pt x="5929" y="194924"/>
                  </a:lnTo>
                  <a:lnTo>
                    <a:pt x="6140" y="195531"/>
                  </a:lnTo>
                  <a:lnTo>
                    <a:pt x="6438" y="196389"/>
                  </a:lnTo>
                  <a:lnTo>
                    <a:pt x="6607" y="196869"/>
                  </a:lnTo>
                  <a:lnTo>
                    <a:pt x="6799" y="197413"/>
                  </a:lnTo>
                  <a:lnTo>
                    <a:pt x="6970" y="197903"/>
                  </a:lnTo>
                  <a:lnTo>
                    <a:pt x="7144" y="198398"/>
                  </a:lnTo>
                  <a:lnTo>
                    <a:pt x="7329" y="198928"/>
                  </a:lnTo>
                  <a:lnTo>
                    <a:pt x="7535" y="199519"/>
                  </a:lnTo>
                  <a:lnTo>
                    <a:pt x="7711" y="200020"/>
                  </a:lnTo>
                  <a:lnTo>
                    <a:pt x="7908" y="200581"/>
                  </a:lnTo>
                  <a:lnTo>
                    <a:pt x="8079" y="201068"/>
                  </a:lnTo>
                  <a:lnTo>
                    <a:pt x="8255" y="201570"/>
                  </a:lnTo>
                  <a:lnTo>
                    <a:pt x="8426" y="202067"/>
                  </a:lnTo>
                  <a:lnTo>
                    <a:pt x="8646" y="202693"/>
                  </a:lnTo>
                  <a:lnTo>
                    <a:pt x="9012" y="203736"/>
                  </a:lnTo>
                  <a:lnTo>
                    <a:pt x="9331" y="204646"/>
                  </a:lnTo>
                  <a:lnTo>
                    <a:pt x="9540" y="205242"/>
                  </a:lnTo>
                  <a:lnTo>
                    <a:pt x="9741" y="205823"/>
                  </a:lnTo>
                  <a:lnTo>
                    <a:pt x="9905" y="206292"/>
                  </a:lnTo>
                  <a:lnTo>
                    <a:pt x="10098" y="206840"/>
                  </a:lnTo>
                  <a:lnTo>
                    <a:pt x="10470" y="207900"/>
                  </a:lnTo>
                  <a:lnTo>
                    <a:pt x="10581" y="208158"/>
                  </a:lnTo>
                  <a:lnTo>
                    <a:pt x="10679" y="208437"/>
                  </a:lnTo>
                  <a:lnTo>
                    <a:pt x="10848" y="208918"/>
                  </a:lnTo>
                  <a:lnTo>
                    <a:pt x="10930" y="209124"/>
                  </a:lnTo>
                  <a:lnTo>
                    <a:pt x="11089" y="209452"/>
                  </a:lnTo>
                  <a:lnTo>
                    <a:pt x="11525" y="210343"/>
                  </a:lnTo>
                  <a:lnTo>
                    <a:pt x="11821" y="210955"/>
                  </a:lnTo>
                  <a:lnTo>
                    <a:pt x="12252" y="211841"/>
                  </a:lnTo>
                  <a:lnTo>
                    <a:pt x="12543" y="212434"/>
                  </a:lnTo>
                  <a:lnTo>
                    <a:pt x="12784" y="212931"/>
                  </a:lnTo>
                  <a:lnTo>
                    <a:pt x="12728" y="213445"/>
                  </a:lnTo>
                  <a:lnTo>
                    <a:pt x="12707" y="213613"/>
                  </a:lnTo>
                  <a:lnTo>
                    <a:pt x="12602" y="214549"/>
                  </a:lnTo>
                  <a:lnTo>
                    <a:pt x="12538" y="215107"/>
                  </a:lnTo>
                  <a:lnTo>
                    <a:pt x="12470" y="215707"/>
                  </a:lnTo>
                  <a:lnTo>
                    <a:pt x="12414" y="216122"/>
                  </a:lnTo>
                  <a:lnTo>
                    <a:pt x="12318" y="216809"/>
                  </a:lnTo>
                  <a:lnTo>
                    <a:pt x="12229" y="217482"/>
                  </a:lnTo>
                  <a:lnTo>
                    <a:pt x="12084" y="218527"/>
                  </a:lnTo>
                  <a:lnTo>
                    <a:pt x="12011" y="219062"/>
                  </a:lnTo>
                  <a:lnTo>
                    <a:pt x="11901" y="219871"/>
                  </a:lnTo>
                  <a:lnTo>
                    <a:pt x="11821" y="220452"/>
                  </a:lnTo>
                  <a:lnTo>
                    <a:pt x="11781" y="220738"/>
                  </a:lnTo>
                  <a:lnTo>
                    <a:pt x="11678" y="221486"/>
                  </a:lnTo>
                  <a:lnTo>
                    <a:pt x="12077" y="221423"/>
                  </a:lnTo>
                  <a:lnTo>
                    <a:pt x="12773" y="221313"/>
                  </a:lnTo>
                  <a:lnTo>
                    <a:pt x="13760" y="221155"/>
                  </a:lnTo>
                  <a:lnTo>
                    <a:pt x="14763" y="220998"/>
                  </a:lnTo>
                  <a:lnTo>
                    <a:pt x="15492" y="220886"/>
                  </a:lnTo>
                  <a:lnTo>
                    <a:pt x="16458" y="220731"/>
                  </a:lnTo>
                  <a:lnTo>
                    <a:pt x="16993" y="220647"/>
                  </a:lnTo>
                  <a:lnTo>
                    <a:pt x="18057" y="220478"/>
                  </a:lnTo>
                  <a:lnTo>
                    <a:pt x="18587" y="220396"/>
                  </a:lnTo>
                  <a:lnTo>
                    <a:pt x="19089" y="220316"/>
                  </a:lnTo>
                  <a:lnTo>
                    <a:pt x="19724" y="220241"/>
                  </a:lnTo>
                  <a:lnTo>
                    <a:pt x="21203" y="220070"/>
                  </a:lnTo>
                  <a:lnTo>
                    <a:pt x="22272" y="219946"/>
                  </a:lnTo>
                  <a:lnTo>
                    <a:pt x="22708" y="219894"/>
                  </a:lnTo>
                  <a:lnTo>
                    <a:pt x="23358" y="219821"/>
                  </a:lnTo>
                  <a:lnTo>
                    <a:pt x="23843" y="219765"/>
                  </a:lnTo>
                  <a:lnTo>
                    <a:pt x="24382" y="219702"/>
                  </a:lnTo>
                  <a:lnTo>
                    <a:pt x="25050" y="219624"/>
                  </a:lnTo>
                  <a:lnTo>
                    <a:pt x="25920" y="219524"/>
                  </a:lnTo>
                  <a:lnTo>
                    <a:pt x="26307" y="219479"/>
                  </a:lnTo>
                  <a:lnTo>
                    <a:pt x="26579" y="219472"/>
                  </a:lnTo>
                  <a:lnTo>
                    <a:pt x="27100" y="219526"/>
                  </a:lnTo>
                  <a:lnTo>
                    <a:pt x="28213" y="219580"/>
                  </a:lnTo>
                  <a:lnTo>
                    <a:pt x="28984" y="219622"/>
                  </a:lnTo>
                  <a:lnTo>
                    <a:pt x="30098" y="219692"/>
                  </a:lnTo>
                  <a:lnTo>
                    <a:pt x="32161" y="219843"/>
                  </a:lnTo>
                  <a:lnTo>
                    <a:pt x="33186" y="219901"/>
                  </a:lnTo>
                  <a:lnTo>
                    <a:pt x="34965" y="219493"/>
                  </a:lnTo>
                  <a:lnTo>
                    <a:pt x="36032" y="219198"/>
                  </a:lnTo>
                  <a:lnTo>
                    <a:pt x="36273" y="219130"/>
                  </a:lnTo>
                  <a:lnTo>
                    <a:pt x="37441" y="218806"/>
                  </a:lnTo>
                  <a:lnTo>
                    <a:pt x="38018" y="218680"/>
                  </a:lnTo>
                  <a:lnTo>
                    <a:pt x="38306" y="218616"/>
                  </a:lnTo>
                  <a:lnTo>
                    <a:pt x="39849" y="218234"/>
                  </a:lnTo>
                  <a:lnTo>
                    <a:pt x="41914" y="217702"/>
                  </a:lnTo>
                  <a:lnTo>
                    <a:pt x="46648" y="219594"/>
                  </a:lnTo>
                  <a:lnTo>
                    <a:pt x="50978" y="221322"/>
                  </a:lnTo>
                  <a:lnTo>
                    <a:pt x="52701" y="222067"/>
                  </a:lnTo>
                  <a:lnTo>
                    <a:pt x="53010" y="222337"/>
                  </a:lnTo>
                  <a:lnTo>
                    <a:pt x="54755" y="223828"/>
                  </a:lnTo>
                  <a:lnTo>
                    <a:pt x="57683" y="226327"/>
                  </a:lnTo>
                  <a:lnTo>
                    <a:pt x="59917" y="228238"/>
                  </a:lnTo>
                  <a:lnTo>
                    <a:pt x="60159" y="228444"/>
                  </a:lnTo>
                  <a:lnTo>
                    <a:pt x="59406" y="233379"/>
                  </a:lnTo>
                  <a:lnTo>
                    <a:pt x="58478" y="239456"/>
                  </a:lnTo>
                  <a:lnTo>
                    <a:pt x="56382" y="248567"/>
                  </a:lnTo>
                  <a:lnTo>
                    <a:pt x="59830" y="259806"/>
                  </a:lnTo>
                  <a:lnTo>
                    <a:pt x="60016" y="261299"/>
                  </a:lnTo>
                  <a:lnTo>
                    <a:pt x="60154" y="262427"/>
                  </a:lnTo>
                  <a:lnTo>
                    <a:pt x="60412" y="264523"/>
                  </a:lnTo>
                  <a:lnTo>
                    <a:pt x="60484" y="265123"/>
                  </a:lnTo>
                  <a:lnTo>
                    <a:pt x="60473" y="265655"/>
                  </a:lnTo>
                  <a:lnTo>
                    <a:pt x="60442" y="266781"/>
                  </a:lnTo>
                  <a:lnTo>
                    <a:pt x="60414" y="267887"/>
                  </a:lnTo>
                  <a:lnTo>
                    <a:pt x="60386" y="268951"/>
                  </a:lnTo>
                  <a:lnTo>
                    <a:pt x="60360" y="270028"/>
                  </a:lnTo>
                  <a:lnTo>
                    <a:pt x="60330" y="271151"/>
                  </a:lnTo>
                  <a:lnTo>
                    <a:pt x="60311" y="271882"/>
                  </a:lnTo>
                  <a:lnTo>
                    <a:pt x="61129" y="272407"/>
                  </a:lnTo>
                  <a:lnTo>
                    <a:pt x="61999" y="272968"/>
                  </a:lnTo>
                  <a:lnTo>
                    <a:pt x="62876" y="273530"/>
                  </a:lnTo>
                  <a:lnTo>
                    <a:pt x="63884" y="274177"/>
                  </a:lnTo>
                  <a:lnTo>
                    <a:pt x="65244" y="275054"/>
                  </a:lnTo>
                  <a:lnTo>
                    <a:pt x="66226" y="275685"/>
                  </a:lnTo>
                  <a:lnTo>
                    <a:pt x="68013" y="276834"/>
                  </a:lnTo>
                  <a:lnTo>
                    <a:pt x="68388" y="277075"/>
                  </a:lnTo>
                  <a:lnTo>
                    <a:pt x="69518" y="277621"/>
                  </a:lnTo>
                  <a:lnTo>
                    <a:pt x="70066" y="277886"/>
                  </a:lnTo>
                  <a:lnTo>
                    <a:pt x="70533" y="278111"/>
                  </a:lnTo>
                  <a:lnTo>
                    <a:pt x="70976" y="278327"/>
                  </a:lnTo>
                  <a:lnTo>
                    <a:pt x="71442" y="278552"/>
                  </a:lnTo>
                  <a:lnTo>
                    <a:pt x="71996" y="278819"/>
                  </a:lnTo>
                  <a:lnTo>
                    <a:pt x="72938" y="279274"/>
                  </a:lnTo>
                  <a:lnTo>
                    <a:pt x="74436" y="279999"/>
                  </a:lnTo>
                  <a:lnTo>
                    <a:pt x="74978" y="280261"/>
                  </a:lnTo>
                  <a:lnTo>
                    <a:pt x="75939" y="280723"/>
                  </a:lnTo>
                  <a:lnTo>
                    <a:pt x="77046" y="281257"/>
                  </a:lnTo>
                  <a:lnTo>
                    <a:pt x="77557" y="281506"/>
                  </a:lnTo>
                  <a:lnTo>
                    <a:pt x="78084" y="281762"/>
                  </a:lnTo>
                  <a:lnTo>
                    <a:pt x="78581" y="282003"/>
                  </a:lnTo>
                  <a:lnTo>
                    <a:pt x="79106" y="282259"/>
                  </a:lnTo>
                  <a:lnTo>
                    <a:pt x="80077" y="282732"/>
                  </a:lnTo>
                  <a:lnTo>
                    <a:pt x="80541" y="282957"/>
                  </a:lnTo>
                  <a:lnTo>
                    <a:pt x="80961" y="282735"/>
                  </a:lnTo>
                  <a:lnTo>
                    <a:pt x="81962" y="282205"/>
                  </a:lnTo>
                  <a:lnTo>
                    <a:pt x="82963" y="281672"/>
                  </a:lnTo>
                  <a:lnTo>
                    <a:pt x="83929" y="281161"/>
                  </a:lnTo>
                  <a:lnTo>
                    <a:pt x="85434" y="280364"/>
                  </a:lnTo>
                  <a:lnTo>
                    <a:pt x="86850" y="279614"/>
                  </a:lnTo>
                  <a:lnTo>
                    <a:pt x="89279" y="278327"/>
                  </a:lnTo>
                  <a:lnTo>
                    <a:pt x="90315" y="277781"/>
                  </a:lnTo>
                  <a:lnTo>
                    <a:pt x="90871" y="277485"/>
                  </a:lnTo>
                  <a:lnTo>
                    <a:pt x="91028" y="277574"/>
                  </a:lnTo>
                  <a:lnTo>
                    <a:pt x="91982" y="278132"/>
                  </a:lnTo>
                  <a:lnTo>
                    <a:pt x="92974" y="278711"/>
                  </a:lnTo>
                  <a:lnTo>
                    <a:pt x="94148" y="279366"/>
                  </a:lnTo>
                  <a:lnTo>
                    <a:pt x="95975" y="280381"/>
                  </a:lnTo>
                  <a:lnTo>
                    <a:pt x="96941" y="280920"/>
                  </a:lnTo>
                  <a:lnTo>
                    <a:pt x="97688" y="281332"/>
                  </a:lnTo>
                  <a:lnTo>
                    <a:pt x="98321" y="281686"/>
                  </a:lnTo>
                  <a:lnTo>
                    <a:pt x="98786" y="281944"/>
                  </a:lnTo>
                  <a:lnTo>
                    <a:pt x="98917" y="282711"/>
                  </a:lnTo>
                  <a:lnTo>
                    <a:pt x="99008" y="283234"/>
                  </a:lnTo>
                  <a:lnTo>
                    <a:pt x="99287" y="284851"/>
                  </a:lnTo>
                  <a:lnTo>
                    <a:pt x="99641" y="286584"/>
                  </a:lnTo>
                  <a:lnTo>
                    <a:pt x="100251" y="290652"/>
                  </a:lnTo>
                  <a:lnTo>
                    <a:pt x="100324" y="291153"/>
                  </a:lnTo>
                  <a:lnTo>
                    <a:pt x="100396" y="291634"/>
                  </a:lnTo>
                  <a:lnTo>
                    <a:pt x="100521" y="292473"/>
                  </a:lnTo>
                  <a:lnTo>
                    <a:pt x="100633" y="293219"/>
                  </a:lnTo>
                  <a:lnTo>
                    <a:pt x="100724" y="293828"/>
                  </a:lnTo>
                  <a:lnTo>
                    <a:pt x="100957" y="294225"/>
                  </a:lnTo>
                  <a:lnTo>
                    <a:pt x="101329" y="294860"/>
                  </a:lnTo>
                  <a:lnTo>
                    <a:pt x="101744" y="295575"/>
                  </a:lnTo>
                  <a:lnTo>
                    <a:pt x="102197" y="296344"/>
                  </a:lnTo>
                  <a:lnTo>
                    <a:pt x="102450" y="296780"/>
                  </a:lnTo>
                  <a:lnTo>
                    <a:pt x="102574" y="297253"/>
                  </a:lnTo>
                  <a:lnTo>
                    <a:pt x="102715" y="297793"/>
                  </a:lnTo>
                  <a:lnTo>
                    <a:pt x="102863" y="298355"/>
                  </a:lnTo>
                  <a:lnTo>
                    <a:pt x="103128" y="299370"/>
                  </a:lnTo>
                  <a:lnTo>
                    <a:pt x="103432" y="300538"/>
                  </a:lnTo>
                  <a:lnTo>
                    <a:pt x="103700" y="301555"/>
                  </a:lnTo>
                  <a:lnTo>
                    <a:pt x="103993" y="302669"/>
                  </a:lnTo>
                  <a:lnTo>
                    <a:pt x="104002" y="303129"/>
                  </a:lnTo>
                  <a:lnTo>
                    <a:pt x="103214" y="303834"/>
                  </a:lnTo>
                  <a:lnTo>
                    <a:pt x="101407" y="305452"/>
                  </a:lnTo>
                  <a:lnTo>
                    <a:pt x="97569" y="308828"/>
                  </a:lnTo>
                  <a:lnTo>
                    <a:pt x="92059" y="308652"/>
                  </a:lnTo>
                  <a:lnTo>
                    <a:pt x="90597" y="308406"/>
                  </a:lnTo>
                  <a:lnTo>
                    <a:pt x="90247" y="308347"/>
                  </a:lnTo>
                  <a:lnTo>
                    <a:pt x="90043" y="308315"/>
                  </a:lnTo>
                  <a:lnTo>
                    <a:pt x="87486" y="305797"/>
                  </a:lnTo>
                  <a:lnTo>
                    <a:pt x="84609" y="307222"/>
                  </a:lnTo>
                  <a:lnTo>
                    <a:pt x="81936" y="308384"/>
                  </a:lnTo>
                  <a:lnTo>
                    <a:pt x="81878" y="309672"/>
                  </a:lnTo>
                  <a:lnTo>
                    <a:pt x="81871" y="310244"/>
                  </a:lnTo>
                  <a:lnTo>
                    <a:pt x="81857" y="311337"/>
                  </a:lnTo>
                  <a:lnTo>
                    <a:pt x="81840" y="312427"/>
                  </a:lnTo>
                  <a:lnTo>
                    <a:pt x="81828" y="313512"/>
                  </a:lnTo>
                  <a:lnTo>
                    <a:pt x="81821" y="314045"/>
                  </a:lnTo>
                  <a:lnTo>
                    <a:pt x="81812" y="314605"/>
                  </a:lnTo>
                  <a:lnTo>
                    <a:pt x="81805" y="315160"/>
                  </a:lnTo>
                  <a:lnTo>
                    <a:pt x="81936" y="315962"/>
                  </a:lnTo>
                  <a:lnTo>
                    <a:pt x="81627" y="316441"/>
                  </a:lnTo>
                  <a:lnTo>
                    <a:pt x="81631" y="316581"/>
                  </a:lnTo>
                  <a:lnTo>
                    <a:pt x="81737" y="316818"/>
                  </a:lnTo>
                  <a:lnTo>
                    <a:pt x="81941" y="317210"/>
                  </a:lnTo>
                  <a:lnTo>
                    <a:pt x="81983" y="317564"/>
                  </a:lnTo>
                  <a:lnTo>
                    <a:pt x="82023" y="317850"/>
                  </a:lnTo>
                  <a:lnTo>
                    <a:pt x="82002" y="318490"/>
                  </a:lnTo>
                  <a:lnTo>
                    <a:pt x="82211" y="318994"/>
                  </a:lnTo>
                  <a:lnTo>
                    <a:pt x="82180" y="319132"/>
                  </a:lnTo>
                  <a:lnTo>
                    <a:pt x="82213" y="319486"/>
                  </a:lnTo>
                  <a:lnTo>
                    <a:pt x="82091" y="320084"/>
                  </a:lnTo>
                  <a:lnTo>
                    <a:pt x="81889" y="320696"/>
                  </a:lnTo>
                  <a:lnTo>
                    <a:pt x="81676" y="320733"/>
                  </a:lnTo>
                  <a:lnTo>
                    <a:pt x="81416" y="320764"/>
                  </a:lnTo>
                  <a:lnTo>
                    <a:pt x="81322" y="320909"/>
                  </a:lnTo>
                  <a:lnTo>
                    <a:pt x="81294" y="321064"/>
                  </a:lnTo>
                  <a:lnTo>
                    <a:pt x="81254" y="321270"/>
                  </a:lnTo>
                  <a:lnTo>
                    <a:pt x="81266" y="321870"/>
                  </a:lnTo>
                  <a:lnTo>
                    <a:pt x="81322" y="322229"/>
                  </a:lnTo>
                  <a:lnTo>
                    <a:pt x="81352" y="322503"/>
                  </a:lnTo>
                  <a:lnTo>
                    <a:pt x="81390" y="322871"/>
                  </a:lnTo>
                  <a:lnTo>
                    <a:pt x="81517" y="323350"/>
                  </a:lnTo>
                  <a:lnTo>
                    <a:pt x="81596" y="323577"/>
                  </a:lnTo>
                  <a:lnTo>
                    <a:pt x="81695" y="323858"/>
                  </a:lnTo>
                  <a:lnTo>
                    <a:pt x="82724" y="324965"/>
                  </a:lnTo>
                  <a:lnTo>
                    <a:pt x="82766" y="325195"/>
                  </a:lnTo>
                  <a:lnTo>
                    <a:pt x="82890" y="325488"/>
                  </a:lnTo>
                  <a:lnTo>
                    <a:pt x="83589" y="326198"/>
                  </a:lnTo>
                  <a:lnTo>
                    <a:pt x="83580" y="326440"/>
                  </a:lnTo>
                  <a:lnTo>
                    <a:pt x="83985" y="326981"/>
                  </a:lnTo>
                  <a:lnTo>
                    <a:pt x="84496" y="327288"/>
                  </a:lnTo>
                  <a:lnTo>
                    <a:pt x="84625" y="327406"/>
                  </a:lnTo>
                  <a:lnTo>
                    <a:pt x="84799" y="327506"/>
                  </a:lnTo>
                  <a:lnTo>
                    <a:pt x="85047" y="327652"/>
                  </a:lnTo>
                  <a:lnTo>
                    <a:pt x="85321" y="327755"/>
                  </a:lnTo>
                  <a:lnTo>
                    <a:pt x="85544" y="328036"/>
                  </a:lnTo>
                  <a:lnTo>
                    <a:pt x="85767" y="328090"/>
                  </a:lnTo>
                  <a:lnTo>
                    <a:pt x="85936" y="328179"/>
                  </a:lnTo>
                  <a:lnTo>
                    <a:pt x="86100" y="328252"/>
                  </a:lnTo>
                  <a:lnTo>
                    <a:pt x="86456" y="328271"/>
                  </a:lnTo>
                  <a:lnTo>
                    <a:pt x="86748" y="328013"/>
                  </a:lnTo>
                  <a:lnTo>
                    <a:pt x="86983" y="327699"/>
                  </a:lnTo>
                  <a:lnTo>
                    <a:pt x="87257" y="327621"/>
                  </a:lnTo>
                  <a:lnTo>
                    <a:pt x="87538" y="327683"/>
                  </a:lnTo>
                  <a:lnTo>
                    <a:pt x="88216" y="328303"/>
                  </a:lnTo>
                  <a:lnTo>
                    <a:pt x="90309" y="332076"/>
                  </a:lnTo>
                  <a:lnTo>
                    <a:pt x="90895" y="332345"/>
                  </a:lnTo>
                  <a:lnTo>
                    <a:pt x="91704" y="332308"/>
                  </a:lnTo>
                  <a:lnTo>
                    <a:pt x="91952" y="332369"/>
                  </a:lnTo>
                  <a:lnTo>
                    <a:pt x="92127" y="332491"/>
                  </a:lnTo>
                  <a:lnTo>
                    <a:pt x="92117" y="332745"/>
                  </a:lnTo>
                  <a:lnTo>
                    <a:pt x="92062" y="333492"/>
                  </a:lnTo>
                  <a:lnTo>
                    <a:pt x="91944" y="333829"/>
                  </a:lnTo>
                  <a:lnTo>
                    <a:pt x="91715" y="334086"/>
                  </a:lnTo>
                  <a:lnTo>
                    <a:pt x="87306" y="338461"/>
                  </a:lnTo>
                  <a:lnTo>
                    <a:pt x="87705" y="340037"/>
                  </a:lnTo>
                  <a:lnTo>
                    <a:pt x="75678" y="346972"/>
                  </a:lnTo>
                  <a:lnTo>
                    <a:pt x="76631" y="347939"/>
                  </a:lnTo>
                  <a:lnTo>
                    <a:pt x="75775" y="349218"/>
                  </a:lnTo>
                  <a:lnTo>
                    <a:pt x="75047" y="349691"/>
                  </a:lnTo>
                  <a:lnTo>
                    <a:pt x="73914" y="350225"/>
                  </a:lnTo>
                  <a:lnTo>
                    <a:pt x="72331" y="351196"/>
                  </a:lnTo>
                  <a:lnTo>
                    <a:pt x="70829" y="351907"/>
                  </a:lnTo>
                  <a:lnTo>
                    <a:pt x="70034" y="352275"/>
                  </a:lnTo>
                  <a:lnTo>
                    <a:pt x="67114" y="353492"/>
                  </a:lnTo>
                  <a:lnTo>
                    <a:pt x="66606" y="353767"/>
                  </a:lnTo>
                  <a:lnTo>
                    <a:pt x="66350" y="354163"/>
                  </a:lnTo>
                  <a:lnTo>
                    <a:pt x="65797" y="355021"/>
                  </a:lnTo>
                  <a:lnTo>
                    <a:pt x="65351" y="355710"/>
                  </a:lnTo>
                  <a:lnTo>
                    <a:pt x="64707" y="356709"/>
                  </a:lnTo>
                  <a:lnTo>
                    <a:pt x="64182" y="357522"/>
                  </a:lnTo>
                  <a:lnTo>
                    <a:pt x="63272" y="357293"/>
                  </a:lnTo>
                  <a:lnTo>
                    <a:pt x="62784" y="357171"/>
                  </a:lnTo>
                  <a:lnTo>
                    <a:pt x="62172" y="357018"/>
                  </a:lnTo>
                  <a:lnTo>
                    <a:pt x="61692" y="356899"/>
                  </a:lnTo>
                  <a:lnTo>
                    <a:pt x="60595" y="356624"/>
                  </a:lnTo>
                  <a:lnTo>
                    <a:pt x="60076" y="356554"/>
                  </a:lnTo>
                  <a:lnTo>
                    <a:pt x="59474" y="356470"/>
                  </a:lnTo>
                  <a:lnTo>
                    <a:pt x="58670" y="356357"/>
                  </a:lnTo>
                  <a:lnTo>
                    <a:pt x="58611" y="356716"/>
                  </a:lnTo>
                  <a:lnTo>
                    <a:pt x="58576" y="357147"/>
                  </a:lnTo>
                  <a:lnTo>
                    <a:pt x="58586" y="357356"/>
                  </a:lnTo>
                  <a:lnTo>
                    <a:pt x="58595" y="357520"/>
                  </a:lnTo>
                  <a:lnTo>
                    <a:pt x="58658" y="357694"/>
                  </a:lnTo>
                  <a:lnTo>
                    <a:pt x="58832" y="357952"/>
                  </a:lnTo>
                  <a:lnTo>
                    <a:pt x="58958" y="358141"/>
                  </a:lnTo>
                  <a:lnTo>
                    <a:pt x="59085" y="358296"/>
                  </a:lnTo>
                  <a:lnTo>
                    <a:pt x="59294" y="358512"/>
                  </a:lnTo>
                  <a:lnTo>
                    <a:pt x="59741" y="358901"/>
                  </a:lnTo>
                  <a:lnTo>
                    <a:pt x="60231" y="359206"/>
                  </a:lnTo>
                  <a:lnTo>
                    <a:pt x="60651" y="359471"/>
                  </a:lnTo>
                  <a:lnTo>
                    <a:pt x="61413" y="359944"/>
                  </a:lnTo>
                  <a:lnTo>
                    <a:pt x="61554" y="360015"/>
                  </a:lnTo>
                  <a:lnTo>
                    <a:pt x="61753" y="360113"/>
                  </a:lnTo>
                  <a:lnTo>
                    <a:pt x="61919" y="360158"/>
                  </a:lnTo>
                  <a:lnTo>
                    <a:pt x="62123" y="360214"/>
                  </a:lnTo>
                  <a:lnTo>
                    <a:pt x="62301" y="360237"/>
                  </a:lnTo>
                  <a:lnTo>
                    <a:pt x="62625" y="360282"/>
                  </a:lnTo>
                  <a:lnTo>
                    <a:pt x="62995" y="360331"/>
                  </a:lnTo>
                  <a:lnTo>
                    <a:pt x="63157" y="360364"/>
                  </a:lnTo>
                  <a:lnTo>
                    <a:pt x="63673" y="360608"/>
                  </a:lnTo>
                  <a:lnTo>
                    <a:pt x="64090" y="360807"/>
                  </a:lnTo>
                  <a:lnTo>
                    <a:pt x="64050" y="360971"/>
                  </a:lnTo>
                  <a:lnTo>
                    <a:pt x="63919" y="361517"/>
                  </a:lnTo>
                  <a:lnTo>
                    <a:pt x="63795" y="362040"/>
                  </a:lnTo>
                  <a:lnTo>
                    <a:pt x="63671" y="362556"/>
                  </a:lnTo>
                  <a:lnTo>
                    <a:pt x="63617" y="362783"/>
                  </a:lnTo>
                  <a:lnTo>
                    <a:pt x="63579" y="363091"/>
                  </a:lnTo>
                  <a:lnTo>
                    <a:pt x="63635" y="363623"/>
                  </a:lnTo>
                  <a:lnTo>
                    <a:pt x="63692" y="364103"/>
                  </a:lnTo>
                  <a:lnTo>
                    <a:pt x="63753" y="364662"/>
                  </a:lnTo>
                  <a:lnTo>
                    <a:pt x="63818" y="365273"/>
                  </a:lnTo>
                  <a:lnTo>
                    <a:pt x="63886" y="365885"/>
                  </a:lnTo>
                  <a:lnTo>
                    <a:pt x="64265" y="367912"/>
                  </a:lnTo>
                  <a:lnTo>
                    <a:pt x="61850" y="370975"/>
                  </a:lnTo>
                  <a:lnTo>
                    <a:pt x="61787" y="371417"/>
                  </a:lnTo>
                  <a:lnTo>
                    <a:pt x="61975" y="371999"/>
                  </a:lnTo>
                  <a:lnTo>
                    <a:pt x="62116" y="372433"/>
                  </a:lnTo>
                  <a:lnTo>
                    <a:pt x="65792" y="371820"/>
                  </a:lnTo>
                  <a:lnTo>
                    <a:pt x="65964" y="373664"/>
                  </a:lnTo>
                  <a:lnTo>
                    <a:pt x="66024" y="374295"/>
                  </a:lnTo>
                  <a:lnTo>
                    <a:pt x="66075" y="374925"/>
                  </a:lnTo>
                  <a:lnTo>
                    <a:pt x="66215" y="376316"/>
                  </a:lnTo>
                  <a:lnTo>
                    <a:pt x="68029" y="380773"/>
                  </a:lnTo>
                  <a:lnTo>
                    <a:pt x="69330" y="383974"/>
                  </a:lnTo>
                  <a:lnTo>
                    <a:pt x="70629" y="387168"/>
                  </a:lnTo>
                  <a:lnTo>
                    <a:pt x="71628" y="389109"/>
                  </a:lnTo>
                  <a:lnTo>
                    <a:pt x="71173" y="390647"/>
                  </a:lnTo>
                  <a:lnTo>
                    <a:pt x="72437" y="390802"/>
                  </a:lnTo>
                  <a:lnTo>
                    <a:pt x="75552" y="392938"/>
                  </a:lnTo>
                  <a:lnTo>
                    <a:pt x="77423" y="394176"/>
                  </a:lnTo>
                  <a:lnTo>
                    <a:pt x="78509" y="394893"/>
                  </a:lnTo>
                  <a:lnTo>
                    <a:pt x="79120" y="395620"/>
                  </a:lnTo>
                  <a:lnTo>
                    <a:pt x="80672" y="396325"/>
                  </a:lnTo>
                  <a:lnTo>
                    <a:pt x="80926" y="396529"/>
                  </a:lnTo>
                  <a:lnTo>
                    <a:pt x="81160" y="396705"/>
                  </a:lnTo>
                  <a:lnTo>
                    <a:pt x="81620" y="397052"/>
                  </a:lnTo>
                  <a:lnTo>
                    <a:pt x="81805" y="397263"/>
                  </a:lnTo>
                  <a:lnTo>
                    <a:pt x="81915" y="397434"/>
                  </a:lnTo>
                  <a:lnTo>
                    <a:pt x="81981" y="397697"/>
                  </a:lnTo>
                  <a:lnTo>
                    <a:pt x="81976" y="397950"/>
                  </a:lnTo>
                  <a:lnTo>
                    <a:pt x="81988" y="398356"/>
                  </a:lnTo>
                  <a:lnTo>
                    <a:pt x="82569" y="399012"/>
                  </a:lnTo>
                  <a:lnTo>
                    <a:pt x="82925" y="399451"/>
                  </a:lnTo>
                  <a:lnTo>
                    <a:pt x="83165" y="399708"/>
                  </a:lnTo>
                  <a:lnTo>
                    <a:pt x="83369" y="399929"/>
                  </a:lnTo>
                  <a:lnTo>
                    <a:pt x="83540" y="400076"/>
                  </a:lnTo>
                  <a:lnTo>
                    <a:pt x="83711" y="400203"/>
                  </a:lnTo>
                  <a:lnTo>
                    <a:pt x="84098" y="400482"/>
                  </a:lnTo>
                  <a:lnTo>
                    <a:pt x="84480" y="400707"/>
                  </a:lnTo>
                  <a:lnTo>
                    <a:pt x="84785" y="401113"/>
                  </a:lnTo>
                  <a:lnTo>
                    <a:pt x="84937" y="401335"/>
                  </a:lnTo>
                  <a:lnTo>
                    <a:pt x="85042" y="401493"/>
                  </a:lnTo>
                  <a:lnTo>
                    <a:pt x="87546" y="399776"/>
                  </a:lnTo>
                  <a:lnTo>
                    <a:pt x="92765" y="397615"/>
                  </a:lnTo>
                  <a:lnTo>
                    <a:pt x="97775" y="407157"/>
                  </a:lnTo>
                  <a:lnTo>
                    <a:pt x="98167" y="407902"/>
                  </a:lnTo>
                  <a:lnTo>
                    <a:pt x="98713" y="409391"/>
                  </a:lnTo>
                  <a:lnTo>
                    <a:pt x="98811" y="409658"/>
                  </a:lnTo>
                  <a:lnTo>
                    <a:pt x="105662" y="415405"/>
                  </a:lnTo>
                  <a:lnTo>
                    <a:pt x="105807" y="415454"/>
                  </a:lnTo>
                  <a:lnTo>
                    <a:pt x="106086" y="415550"/>
                  </a:lnTo>
                  <a:lnTo>
                    <a:pt x="106464" y="415700"/>
                  </a:lnTo>
                  <a:lnTo>
                    <a:pt x="106721" y="415913"/>
                  </a:lnTo>
                  <a:lnTo>
                    <a:pt x="107118" y="416500"/>
                  </a:lnTo>
                  <a:lnTo>
                    <a:pt x="107364" y="417029"/>
                  </a:lnTo>
                  <a:lnTo>
                    <a:pt x="107526" y="417383"/>
                  </a:lnTo>
                  <a:lnTo>
                    <a:pt x="107798" y="417801"/>
                  </a:lnTo>
                  <a:lnTo>
                    <a:pt x="107948" y="417916"/>
                  </a:lnTo>
                  <a:lnTo>
                    <a:pt x="108189" y="418059"/>
                  </a:lnTo>
                  <a:lnTo>
                    <a:pt x="108344" y="418117"/>
                  </a:lnTo>
                  <a:lnTo>
                    <a:pt x="108667" y="418239"/>
                  </a:lnTo>
                  <a:lnTo>
                    <a:pt x="108885" y="418321"/>
                  </a:lnTo>
                  <a:lnTo>
                    <a:pt x="109464" y="418401"/>
                  </a:lnTo>
                  <a:lnTo>
                    <a:pt x="109746" y="418415"/>
                  </a:lnTo>
                  <a:lnTo>
                    <a:pt x="109915" y="418471"/>
                  </a:lnTo>
                  <a:lnTo>
                    <a:pt x="110299" y="418600"/>
                  </a:lnTo>
                  <a:lnTo>
                    <a:pt x="110613" y="418638"/>
                  </a:lnTo>
                  <a:lnTo>
                    <a:pt x="110862" y="418675"/>
                  </a:lnTo>
                  <a:lnTo>
                    <a:pt x="111478" y="418377"/>
                  </a:lnTo>
                  <a:lnTo>
                    <a:pt x="111933" y="418157"/>
                  </a:lnTo>
                  <a:lnTo>
                    <a:pt x="112126" y="418063"/>
                  </a:lnTo>
                  <a:lnTo>
                    <a:pt x="112414" y="418040"/>
                  </a:lnTo>
                  <a:lnTo>
                    <a:pt x="112550" y="418033"/>
                  </a:lnTo>
                  <a:lnTo>
                    <a:pt x="113912" y="418706"/>
                  </a:lnTo>
                  <a:lnTo>
                    <a:pt x="114719" y="419107"/>
                  </a:lnTo>
                  <a:lnTo>
                    <a:pt x="115325" y="419162"/>
                  </a:lnTo>
                  <a:lnTo>
                    <a:pt x="116100" y="419246"/>
                  </a:lnTo>
                  <a:lnTo>
                    <a:pt x="116097" y="419390"/>
                  </a:lnTo>
                  <a:lnTo>
                    <a:pt x="116083" y="419660"/>
                  </a:lnTo>
                  <a:lnTo>
                    <a:pt x="116153" y="419972"/>
                  </a:lnTo>
                  <a:lnTo>
                    <a:pt x="116121" y="420133"/>
                  </a:lnTo>
                  <a:lnTo>
                    <a:pt x="116137" y="420492"/>
                  </a:lnTo>
                  <a:lnTo>
                    <a:pt x="116212" y="420659"/>
                  </a:lnTo>
                  <a:lnTo>
                    <a:pt x="116341" y="420778"/>
                  </a:lnTo>
                  <a:lnTo>
                    <a:pt x="116765" y="420776"/>
                  </a:lnTo>
                  <a:lnTo>
                    <a:pt x="117497" y="420769"/>
                  </a:lnTo>
                  <a:lnTo>
                    <a:pt x="117832" y="421041"/>
                  </a:lnTo>
                  <a:lnTo>
                    <a:pt x="118010" y="421137"/>
                  </a:lnTo>
                  <a:lnTo>
                    <a:pt x="118174" y="421226"/>
                  </a:lnTo>
                  <a:lnTo>
                    <a:pt x="118376" y="421296"/>
                  </a:lnTo>
                  <a:lnTo>
                    <a:pt x="118521" y="421350"/>
                  </a:lnTo>
                  <a:lnTo>
                    <a:pt x="118704" y="421414"/>
                  </a:lnTo>
                  <a:lnTo>
                    <a:pt x="119044" y="421535"/>
                  </a:lnTo>
                  <a:lnTo>
                    <a:pt x="119215" y="421596"/>
                  </a:lnTo>
                  <a:lnTo>
                    <a:pt x="119365" y="421650"/>
                  </a:lnTo>
                  <a:lnTo>
                    <a:pt x="119513" y="421704"/>
                  </a:lnTo>
                  <a:lnTo>
                    <a:pt x="119701" y="421772"/>
                  </a:lnTo>
                  <a:lnTo>
                    <a:pt x="119872" y="421831"/>
                  </a:lnTo>
                  <a:lnTo>
                    <a:pt x="120005" y="421880"/>
                  </a:lnTo>
                  <a:lnTo>
                    <a:pt x="120140" y="421926"/>
                  </a:lnTo>
                  <a:lnTo>
                    <a:pt x="120542" y="422401"/>
                  </a:lnTo>
                  <a:lnTo>
                    <a:pt x="120760" y="422623"/>
                  </a:lnTo>
                  <a:lnTo>
                    <a:pt x="121157" y="423045"/>
                  </a:lnTo>
                  <a:lnTo>
                    <a:pt x="121349" y="423277"/>
                  </a:lnTo>
                  <a:lnTo>
                    <a:pt x="121543" y="423416"/>
                  </a:lnTo>
                  <a:lnTo>
                    <a:pt x="121696" y="423526"/>
                  </a:lnTo>
                  <a:lnTo>
                    <a:pt x="121874" y="423652"/>
                  </a:lnTo>
                  <a:lnTo>
                    <a:pt x="122008" y="423746"/>
                  </a:lnTo>
                  <a:lnTo>
                    <a:pt x="122094" y="423903"/>
                  </a:lnTo>
                  <a:lnTo>
                    <a:pt x="122169" y="424035"/>
                  </a:lnTo>
                  <a:lnTo>
                    <a:pt x="122282" y="424236"/>
                  </a:lnTo>
                  <a:lnTo>
                    <a:pt x="122397" y="424445"/>
                  </a:lnTo>
                  <a:lnTo>
                    <a:pt x="122502" y="424632"/>
                  </a:lnTo>
                  <a:lnTo>
                    <a:pt x="122573" y="424846"/>
                  </a:lnTo>
                  <a:lnTo>
                    <a:pt x="122655" y="425099"/>
                  </a:lnTo>
                  <a:lnTo>
                    <a:pt x="122718" y="425298"/>
                  </a:lnTo>
                  <a:lnTo>
                    <a:pt x="122767" y="425446"/>
                  </a:lnTo>
                  <a:lnTo>
                    <a:pt x="122849" y="425699"/>
                  </a:lnTo>
                  <a:lnTo>
                    <a:pt x="122920" y="425917"/>
                  </a:lnTo>
                  <a:lnTo>
                    <a:pt x="123002" y="426173"/>
                  </a:lnTo>
                  <a:lnTo>
                    <a:pt x="124453" y="426540"/>
                  </a:lnTo>
                  <a:lnTo>
                    <a:pt x="124965" y="427138"/>
                  </a:lnTo>
                  <a:lnTo>
                    <a:pt x="125821" y="428019"/>
                  </a:lnTo>
                  <a:lnTo>
                    <a:pt x="126537" y="428766"/>
                  </a:lnTo>
                  <a:lnTo>
                    <a:pt x="127009" y="429253"/>
                  </a:lnTo>
                  <a:lnTo>
                    <a:pt x="127612" y="429878"/>
                  </a:lnTo>
                  <a:lnTo>
                    <a:pt x="127614" y="430134"/>
                  </a:lnTo>
                  <a:lnTo>
                    <a:pt x="127614" y="430374"/>
                  </a:lnTo>
                  <a:lnTo>
                    <a:pt x="127623" y="430671"/>
                  </a:lnTo>
                  <a:lnTo>
                    <a:pt x="127788" y="430885"/>
                  </a:lnTo>
                  <a:lnTo>
                    <a:pt x="128258" y="431508"/>
                  </a:lnTo>
                  <a:lnTo>
                    <a:pt x="128647" y="432011"/>
                  </a:lnTo>
                  <a:lnTo>
                    <a:pt x="129079" y="432411"/>
                  </a:lnTo>
                  <a:lnTo>
                    <a:pt x="129673" y="432952"/>
                  </a:lnTo>
                  <a:lnTo>
                    <a:pt x="129725" y="433365"/>
                  </a:lnTo>
                  <a:lnTo>
                    <a:pt x="129821" y="433941"/>
                  </a:lnTo>
                  <a:lnTo>
                    <a:pt x="129673" y="434253"/>
                  </a:lnTo>
                  <a:lnTo>
                    <a:pt x="130122" y="435302"/>
                  </a:lnTo>
                  <a:lnTo>
                    <a:pt x="128534" y="437975"/>
                  </a:lnTo>
                  <a:lnTo>
                    <a:pt x="129676" y="438989"/>
                  </a:lnTo>
                  <a:lnTo>
                    <a:pt x="130579" y="439786"/>
                  </a:lnTo>
                  <a:lnTo>
                    <a:pt x="131100" y="440252"/>
                  </a:lnTo>
                  <a:lnTo>
                    <a:pt x="131696" y="440782"/>
                  </a:lnTo>
                  <a:lnTo>
                    <a:pt x="131855" y="440918"/>
                  </a:lnTo>
                  <a:lnTo>
                    <a:pt x="132347" y="441348"/>
                  </a:lnTo>
                  <a:lnTo>
                    <a:pt x="132754" y="441709"/>
                  </a:lnTo>
                  <a:lnTo>
                    <a:pt x="132616" y="441930"/>
                  </a:lnTo>
                  <a:lnTo>
                    <a:pt x="132271" y="442506"/>
                  </a:lnTo>
                  <a:lnTo>
                    <a:pt x="134471" y="444004"/>
                  </a:lnTo>
                  <a:lnTo>
                    <a:pt x="137001" y="445727"/>
                  </a:lnTo>
                  <a:lnTo>
                    <a:pt x="139367" y="446707"/>
                  </a:lnTo>
                  <a:lnTo>
                    <a:pt x="141812" y="447720"/>
                  </a:lnTo>
                  <a:lnTo>
                    <a:pt x="142190" y="447946"/>
                  </a:lnTo>
                  <a:lnTo>
                    <a:pt x="142479" y="448119"/>
                  </a:lnTo>
                  <a:lnTo>
                    <a:pt x="142886" y="448364"/>
                  </a:lnTo>
                  <a:lnTo>
                    <a:pt x="143331" y="448630"/>
                  </a:lnTo>
                  <a:lnTo>
                    <a:pt x="143715" y="448861"/>
                  </a:lnTo>
                  <a:lnTo>
                    <a:pt x="144323" y="449226"/>
                  </a:lnTo>
                  <a:lnTo>
                    <a:pt x="144861" y="449548"/>
                  </a:lnTo>
                  <a:lnTo>
                    <a:pt x="145396" y="449869"/>
                  </a:lnTo>
                  <a:lnTo>
                    <a:pt x="145634" y="450012"/>
                  </a:lnTo>
                  <a:lnTo>
                    <a:pt x="146411" y="450478"/>
                  </a:lnTo>
                  <a:lnTo>
                    <a:pt x="147595" y="451188"/>
                  </a:lnTo>
                  <a:lnTo>
                    <a:pt x="147866" y="451351"/>
                  </a:lnTo>
                  <a:lnTo>
                    <a:pt x="148166" y="451530"/>
                  </a:lnTo>
                  <a:lnTo>
                    <a:pt x="148712" y="451858"/>
                  </a:lnTo>
                  <a:lnTo>
                    <a:pt x="149207" y="452155"/>
                  </a:lnTo>
                  <a:lnTo>
                    <a:pt x="149672" y="452433"/>
                  </a:lnTo>
                  <a:lnTo>
                    <a:pt x="149877" y="452556"/>
                  </a:lnTo>
                  <a:lnTo>
                    <a:pt x="150133" y="452710"/>
                  </a:lnTo>
                  <a:lnTo>
                    <a:pt x="150641" y="453015"/>
                  </a:lnTo>
                  <a:lnTo>
                    <a:pt x="151058" y="453265"/>
                  </a:lnTo>
                  <a:lnTo>
                    <a:pt x="151719" y="453661"/>
                  </a:lnTo>
                  <a:lnTo>
                    <a:pt x="152305" y="453772"/>
                  </a:lnTo>
                  <a:lnTo>
                    <a:pt x="153557" y="454001"/>
                  </a:lnTo>
                  <a:lnTo>
                    <a:pt x="154343" y="454125"/>
                  </a:lnTo>
                  <a:lnTo>
                    <a:pt x="155290" y="454377"/>
                  </a:lnTo>
                  <a:lnTo>
                    <a:pt x="155731" y="454492"/>
                  </a:lnTo>
                  <a:lnTo>
                    <a:pt x="156335" y="454643"/>
                  </a:lnTo>
                  <a:lnTo>
                    <a:pt x="156740" y="454751"/>
                  </a:lnTo>
                  <a:lnTo>
                    <a:pt x="157260" y="454897"/>
                  </a:lnTo>
                  <a:lnTo>
                    <a:pt x="157665" y="455000"/>
                  </a:lnTo>
                  <a:lnTo>
                    <a:pt x="157908" y="455061"/>
                  </a:lnTo>
                  <a:lnTo>
                    <a:pt x="158159" y="455124"/>
                  </a:lnTo>
                  <a:lnTo>
                    <a:pt x="158545" y="455220"/>
                  </a:lnTo>
                  <a:lnTo>
                    <a:pt x="158749" y="455272"/>
                  </a:lnTo>
                  <a:lnTo>
                    <a:pt x="159030" y="455305"/>
                  </a:lnTo>
                  <a:lnTo>
                    <a:pt x="159897" y="455415"/>
                  </a:lnTo>
                  <a:lnTo>
                    <a:pt x="160781" y="455542"/>
                  </a:lnTo>
                  <a:lnTo>
                    <a:pt x="161272" y="455602"/>
                  </a:lnTo>
                  <a:lnTo>
                    <a:pt x="161911" y="456436"/>
                  </a:lnTo>
                  <a:lnTo>
                    <a:pt x="161844" y="456589"/>
                  </a:lnTo>
                  <a:lnTo>
                    <a:pt x="161699" y="456930"/>
                  </a:lnTo>
                  <a:lnTo>
                    <a:pt x="161691" y="457073"/>
                  </a:lnTo>
                  <a:lnTo>
                    <a:pt x="161606" y="457564"/>
                  </a:lnTo>
                  <a:lnTo>
                    <a:pt x="161651" y="457736"/>
                  </a:lnTo>
                  <a:lnTo>
                    <a:pt x="161782" y="458208"/>
                  </a:lnTo>
                  <a:lnTo>
                    <a:pt x="161806" y="458574"/>
                  </a:lnTo>
                  <a:lnTo>
                    <a:pt x="161878" y="459326"/>
                  </a:lnTo>
                  <a:lnTo>
                    <a:pt x="162222" y="460078"/>
                  </a:lnTo>
                  <a:lnTo>
                    <a:pt x="162199" y="460351"/>
                  </a:lnTo>
                  <a:lnTo>
                    <a:pt x="162429" y="460359"/>
                  </a:lnTo>
                  <a:lnTo>
                    <a:pt x="163160" y="460887"/>
                  </a:lnTo>
                  <a:lnTo>
                    <a:pt x="163475" y="461554"/>
                  </a:lnTo>
                  <a:lnTo>
                    <a:pt x="163471" y="461735"/>
                  </a:lnTo>
                  <a:lnTo>
                    <a:pt x="163481" y="462041"/>
                  </a:lnTo>
                  <a:lnTo>
                    <a:pt x="163746" y="462527"/>
                  </a:lnTo>
                  <a:lnTo>
                    <a:pt x="164206" y="463132"/>
                  </a:lnTo>
                  <a:lnTo>
                    <a:pt x="164113" y="464130"/>
                  </a:lnTo>
                  <a:lnTo>
                    <a:pt x="164069" y="464593"/>
                  </a:lnTo>
                  <a:lnTo>
                    <a:pt x="166041" y="465293"/>
                  </a:lnTo>
                  <a:lnTo>
                    <a:pt x="166453" y="465558"/>
                  </a:lnTo>
                  <a:lnTo>
                    <a:pt x="167005" y="465997"/>
                  </a:lnTo>
                  <a:lnTo>
                    <a:pt x="168060" y="466802"/>
                  </a:lnTo>
                  <a:lnTo>
                    <a:pt x="169563" y="467970"/>
                  </a:lnTo>
                  <a:lnTo>
                    <a:pt x="172861" y="470646"/>
                  </a:lnTo>
                  <a:lnTo>
                    <a:pt x="173735" y="470783"/>
                  </a:lnTo>
                  <a:lnTo>
                    <a:pt x="174012" y="471152"/>
                  </a:lnTo>
                  <a:lnTo>
                    <a:pt x="175039" y="471737"/>
                  </a:lnTo>
                  <a:lnTo>
                    <a:pt x="175593" y="471709"/>
                  </a:lnTo>
                  <a:lnTo>
                    <a:pt x="175844" y="471818"/>
                  </a:lnTo>
                  <a:lnTo>
                    <a:pt x="175840" y="472218"/>
                  </a:lnTo>
                  <a:lnTo>
                    <a:pt x="176132" y="472426"/>
                  </a:lnTo>
                  <a:lnTo>
                    <a:pt x="176981" y="473202"/>
                  </a:lnTo>
                  <a:lnTo>
                    <a:pt x="177149" y="473248"/>
                  </a:lnTo>
                  <a:lnTo>
                    <a:pt x="177454" y="473403"/>
                  </a:lnTo>
                  <a:lnTo>
                    <a:pt x="177785" y="473672"/>
                  </a:lnTo>
                  <a:lnTo>
                    <a:pt x="178034" y="473912"/>
                  </a:lnTo>
                  <a:lnTo>
                    <a:pt x="178469" y="473957"/>
                  </a:lnTo>
                  <a:lnTo>
                    <a:pt x="178786" y="474065"/>
                  </a:lnTo>
                  <a:lnTo>
                    <a:pt x="178833" y="474449"/>
                  </a:lnTo>
                  <a:lnTo>
                    <a:pt x="179266" y="474798"/>
                  </a:lnTo>
                  <a:lnTo>
                    <a:pt x="179745" y="475179"/>
                  </a:lnTo>
                  <a:lnTo>
                    <a:pt x="180016" y="475389"/>
                  </a:lnTo>
                  <a:lnTo>
                    <a:pt x="180380" y="475669"/>
                  </a:lnTo>
                  <a:lnTo>
                    <a:pt x="181236" y="476309"/>
                  </a:lnTo>
                  <a:lnTo>
                    <a:pt x="181485" y="476496"/>
                  </a:lnTo>
                  <a:lnTo>
                    <a:pt x="181783" y="476717"/>
                  </a:lnTo>
                  <a:lnTo>
                    <a:pt x="182208" y="477036"/>
                  </a:lnTo>
                  <a:lnTo>
                    <a:pt x="182339" y="477134"/>
                  </a:lnTo>
                  <a:lnTo>
                    <a:pt x="184529" y="478787"/>
                  </a:lnTo>
                  <a:lnTo>
                    <a:pt x="184745" y="478849"/>
                  </a:lnTo>
                  <a:lnTo>
                    <a:pt x="185008" y="478927"/>
                  </a:lnTo>
                  <a:lnTo>
                    <a:pt x="185270" y="479005"/>
                  </a:lnTo>
                  <a:lnTo>
                    <a:pt x="185435" y="479054"/>
                  </a:lnTo>
                  <a:lnTo>
                    <a:pt x="185571" y="479094"/>
                  </a:lnTo>
                  <a:lnTo>
                    <a:pt x="185760" y="479149"/>
                  </a:lnTo>
                  <a:lnTo>
                    <a:pt x="185963" y="479209"/>
                  </a:lnTo>
                  <a:lnTo>
                    <a:pt x="186243" y="479292"/>
                  </a:lnTo>
                  <a:lnTo>
                    <a:pt x="186506" y="479370"/>
                  </a:lnTo>
                  <a:lnTo>
                    <a:pt x="186774" y="479449"/>
                  </a:lnTo>
                  <a:lnTo>
                    <a:pt x="187099" y="479544"/>
                  </a:lnTo>
                  <a:lnTo>
                    <a:pt x="187716" y="479726"/>
                  </a:lnTo>
                  <a:lnTo>
                    <a:pt x="188010" y="479813"/>
                  </a:lnTo>
                  <a:lnTo>
                    <a:pt x="188256" y="479886"/>
                  </a:lnTo>
                  <a:lnTo>
                    <a:pt x="188437" y="479940"/>
                  </a:lnTo>
                  <a:lnTo>
                    <a:pt x="191692" y="481960"/>
                  </a:lnTo>
                  <a:lnTo>
                    <a:pt x="193505" y="483873"/>
                  </a:lnTo>
                  <a:lnTo>
                    <a:pt x="193877" y="484296"/>
                  </a:lnTo>
                  <a:lnTo>
                    <a:pt x="195690" y="485756"/>
                  </a:lnTo>
                  <a:lnTo>
                    <a:pt x="195759" y="485603"/>
                  </a:lnTo>
                  <a:lnTo>
                    <a:pt x="196021" y="485780"/>
                  </a:lnTo>
                  <a:lnTo>
                    <a:pt x="196162" y="486136"/>
                  </a:lnTo>
                  <a:lnTo>
                    <a:pt x="196294" y="486241"/>
                  </a:lnTo>
                  <a:lnTo>
                    <a:pt x="197279" y="486904"/>
                  </a:lnTo>
                  <a:lnTo>
                    <a:pt x="197293" y="487191"/>
                  </a:lnTo>
                  <a:lnTo>
                    <a:pt x="197294" y="487418"/>
                  </a:lnTo>
                  <a:lnTo>
                    <a:pt x="197285" y="487741"/>
                  </a:lnTo>
                  <a:lnTo>
                    <a:pt x="197277" y="488009"/>
                  </a:lnTo>
                  <a:lnTo>
                    <a:pt x="197412" y="488251"/>
                  </a:lnTo>
                  <a:lnTo>
                    <a:pt x="197529" y="488459"/>
                  </a:lnTo>
                  <a:lnTo>
                    <a:pt x="198075" y="489442"/>
                  </a:lnTo>
                  <a:lnTo>
                    <a:pt x="199680" y="492188"/>
                  </a:lnTo>
                  <a:lnTo>
                    <a:pt x="202905" y="493316"/>
                  </a:lnTo>
                  <a:lnTo>
                    <a:pt x="204899" y="493462"/>
                  </a:lnTo>
                  <a:lnTo>
                    <a:pt x="209041" y="495296"/>
                  </a:lnTo>
                  <a:lnTo>
                    <a:pt x="209315" y="496244"/>
                  </a:lnTo>
                  <a:lnTo>
                    <a:pt x="209901" y="498282"/>
                  </a:lnTo>
                  <a:lnTo>
                    <a:pt x="210128" y="499070"/>
                  </a:lnTo>
                  <a:lnTo>
                    <a:pt x="210361" y="499810"/>
                  </a:lnTo>
                  <a:lnTo>
                    <a:pt x="210881" y="500509"/>
                  </a:lnTo>
                  <a:lnTo>
                    <a:pt x="212602" y="502841"/>
                  </a:lnTo>
                  <a:lnTo>
                    <a:pt x="212948" y="503277"/>
                  </a:lnTo>
                  <a:lnTo>
                    <a:pt x="213520" y="504071"/>
                  </a:lnTo>
                  <a:lnTo>
                    <a:pt x="213486" y="504308"/>
                  </a:lnTo>
                  <a:lnTo>
                    <a:pt x="213257" y="505905"/>
                  </a:lnTo>
                  <a:lnTo>
                    <a:pt x="213023" y="507413"/>
                  </a:lnTo>
                  <a:lnTo>
                    <a:pt x="212977" y="507697"/>
                  </a:lnTo>
                  <a:lnTo>
                    <a:pt x="212950" y="507863"/>
                  </a:lnTo>
                  <a:lnTo>
                    <a:pt x="212877" y="508295"/>
                  </a:lnTo>
                  <a:lnTo>
                    <a:pt x="212804" y="508675"/>
                  </a:lnTo>
                  <a:lnTo>
                    <a:pt x="212618" y="509652"/>
                  </a:lnTo>
                  <a:lnTo>
                    <a:pt x="211953" y="510613"/>
                  </a:lnTo>
                  <a:lnTo>
                    <a:pt x="211656" y="511017"/>
                  </a:lnTo>
                  <a:lnTo>
                    <a:pt x="211434" y="511353"/>
                  </a:lnTo>
                  <a:lnTo>
                    <a:pt x="211163" y="511760"/>
                  </a:lnTo>
                  <a:lnTo>
                    <a:pt x="211025" y="511976"/>
                  </a:lnTo>
                  <a:lnTo>
                    <a:pt x="210980" y="512762"/>
                  </a:lnTo>
                  <a:lnTo>
                    <a:pt x="210971" y="512945"/>
                  </a:lnTo>
                  <a:lnTo>
                    <a:pt x="210955" y="513106"/>
                  </a:lnTo>
                  <a:lnTo>
                    <a:pt x="210951" y="513346"/>
                  </a:lnTo>
                  <a:lnTo>
                    <a:pt x="210922" y="513562"/>
                  </a:lnTo>
                  <a:lnTo>
                    <a:pt x="210915" y="513860"/>
                  </a:lnTo>
                  <a:lnTo>
                    <a:pt x="210910" y="514058"/>
                  </a:lnTo>
                  <a:lnTo>
                    <a:pt x="210901" y="514381"/>
                  </a:lnTo>
                  <a:lnTo>
                    <a:pt x="210888" y="514773"/>
                  </a:lnTo>
                  <a:lnTo>
                    <a:pt x="210878" y="515010"/>
                  </a:lnTo>
                  <a:lnTo>
                    <a:pt x="210871" y="515381"/>
                  </a:lnTo>
                  <a:lnTo>
                    <a:pt x="210855" y="515588"/>
                  </a:lnTo>
                  <a:lnTo>
                    <a:pt x="210847" y="515728"/>
                  </a:lnTo>
                  <a:lnTo>
                    <a:pt x="210829" y="516145"/>
                  </a:lnTo>
                  <a:lnTo>
                    <a:pt x="212169" y="518684"/>
                  </a:lnTo>
                  <a:lnTo>
                    <a:pt x="212677" y="519113"/>
                  </a:lnTo>
                  <a:lnTo>
                    <a:pt x="213065" y="519410"/>
                  </a:lnTo>
                  <a:lnTo>
                    <a:pt x="213231" y="519537"/>
                  </a:lnTo>
                  <a:lnTo>
                    <a:pt x="213764" y="519937"/>
                  </a:lnTo>
                  <a:lnTo>
                    <a:pt x="214122" y="520200"/>
                  </a:lnTo>
                  <a:lnTo>
                    <a:pt x="214400" y="520409"/>
                  </a:lnTo>
                  <a:lnTo>
                    <a:pt x="214730" y="520651"/>
                  </a:lnTo>
                  <a:lnTo>
                    <a:pt x="214782" y="520976"/>
                  </a:lnTo>
                  <a:lnTo>
                    <a:pt x="214823" y="521211"/>
                  </a:lnTo>
                  <a:lnTo>
                    <a:pt x="214876" y="521567"/>
                  </a:lnTo>
                  <a:lnTo>
                    <a:pt x="214931" y="521856"/>
                  </a:lnTo>
                  <a:lnTo>
                    <a:pt x="214973" y="522121"/>
                  </a:lnTo>
                  <a:lnTo>
                    <a:pt x="215002" y="522323"/>
                  </a:lnTo>
                  <a:lnTo>
                    <a:pt x="215038" y="522556"/>
                  </a:lnTo>
                  <a:lnTo>
                    <a:pt x="215067" y="522735"/>
                  </a:lnTo>
                  <a:lnTo>
                    <a:pt x="215107" y="523007"/>
                  </a:lnTo>
                  <a:lnTo>
                    <a:pt x="215146" y="523217"/>
                  </a:lnTo>
                  <a:lnTo>
                    <a:pt x="215214" y="523738"/>
                  </a:lnTo>
                  <a:lnTo>
                    <a:pt x="215289" y="523917"/>
                  </a:lnTo>
                  <a:lnTo>
                    <a:pt x="215419" y="524228"/>
                  </a:lnTo>
                  <a:lnTo>
                    <a:pt x="215573" y="524596"/>
                  </a:lnTo>
                  <a:lnTo>
                    <a:pt x="215691" y="524909"/>
                  </a:lnTo>
                  <a:lnTo>
                    <a:pt x="215761" y="525095"/>
                  </a:lnTo>
                  <a:lnTo>
                    <a:pt x="215908" y="525479"/>
                  </a:lnTo>
                  <a:lnTo>
                    <a:pt x="215788" y="526430"/>
                  </a:lnTo>
                  <a:lnTo>
                    <a:pt x="215639" y="526800"/>
                  </a:lnTo>
                  <a:lnTo>
                    <a:pt x="215568" y="526975"/>
                  </a:lnTo>
                  <a:lnTo>
                    <a:pt x="215683" y="529794"/>
                  </a:lnTo>
                  <a:lnTo>
                    <a:pt x="215691" y="530050"/>
                  </a:lnTo>
                  <a:lnTo>
                    <a:pt x="216631" y="531751"/>
                  </a:lnTo>
                  <a:lnTo>
                    <a:pt x="216747" y="532150"/>
                  </a:lnTo>
                  <a:lnTo>
                    <a:pt x="216822" y="532386"/>
                  </a:lnTo>
                  <a:lnTo>
                    <a:pt x="217052" y="532869"/>
                  </a:lnTo>
                  <a:lnTo>
                    <a:pt x="217315" y="533282"/>
                  </a:lnTo>
                  <a:lnTo>
                    <a:pt x="217668" y="533650"/>
                  </a:lnTo>
                  <a:lnTo>
                    <a:pt x="217922" y="533870"/>
                  </a:lnTo>
                  <a:lnTo>
                    <a:pt x="218253" y="534135"/>
                  </a:lnTo>
                  <a:lnTo>
                    <a:pt x="218718" y="534479"/>
                  </a:lnTo>
                  <a:lnTo>
                    <a:pt x="219115" y="534703"/>
                  </a:lnTo>
                  <a:lnTo>
                    <a:pt x="219579" y="534906"/>
                  </a:lnTo>
                  <a:lnTo>
                    <a:pt x="220020" y="535003"/>
                  </a:lnTo>
                  <a:lnTo>
                    <a:pt x="220385" y="535094"/>
                  </a:lnTo>
                  <a:lnTo>
                    <a:pt x="220954" y="535196"/>
                  </a:lnTo>
                  <a:lnTo>
                    <a:pt x="221347" y="535248"/>
                  </a:lnTo>
                  <a:lnTo>
                    <a:pt x="221734" y="535305"/>
                  </a:lnTo>
                  <a:lnTo>
                    <a:pt x="221931" y="535342"/>
                  </a:lnTo>
                  <a:lnTo>
                    <a:pt x="222118" y="535398"/>
                  </a:lnTo>
                  <a:lnTo>
                    <a:pt x="222310" y="535497"/>
                  </a:lnTo>
                  <a:lnTo>
                    <a:pt x="222449" y="535647"/>
                  </a:lnTo>
                  <a:lnTo>
                    <a:pt x="222538" y="535834"/>
                  </a:lnTo>
                  <a:lnTo>
                    <a:pt x="222564" y="536045"/>
                  </a:lnTo>
                  <a:lnTo>
                    <a:pt x="222681" y="536556"/>
                  </a:lnTo>
                  <a:lnTo>
                    <a:pt x="222658" y="537199"/>
                  </a:lnTo>
                  <a:lnTo>
                    <a:pt x="222630" y="537355"/>
                  </a:lnTo>
                  <a:lnTo>
                    <a:pt x="222677" y="537534"/>
                  </a:lnTo>
                  <a:lnTo>
                    <a:pt x="222745" y="537695"/>
                  </a:lnTo>
                  <a:lnTo>
                    <a:pt x="223074" y="538126"/>
                  </a:lnTo>
                  <a:lnTo>
                    <a:pt x="223360" y="538394"/>
                  </a:lnTo>
                  <a:lnTo>
                    <a:pt x="223584" y="538639"/>
                  </a:lnTo>
                  <a:lnTo>
                    <a:pt x="223702" y="538912"/>
                  </a:lnTo>
                  <a:lnTo>
                    <a:pt x="223774" y="539271"/>
                  </a:lnTo>
                  <a:lnTo>
                    <a:pt x="220063" y="547121"/>
                  </a:lnTo>
                  <a:lnTo>
                    <a:pt x="220094" y="547484"/>
                  </a:lnTo>
                  <a:lnTo>
                    <a:pt x="220075" y="547660"/>
                  </a:lnTo>
                  <a:lnTo>
                    <a:pt x="220055" y="547838"/>
                  </a:lnTo>
                  <a:lnTo>
                    <a:pt x="220035" y="548036"/>
                  </a:lnTo>
                  <a:lnTo>
                    <a:pt x="220013" y="548223"/>
                  </a:lnTo>
                  <a:lnTo>
                    <a:pt x="219964" y="548877"/>
                  </a:lnTo>
                  <a:lnTo>
                    <a:pt x="220033" y="549052"/>
                  </a:lnTo>
                  <a:lnTo>
                    <a:pt x="220865" y="552561"/>
                  </a:lnTo>
                  <a:lnTo>
                    <a:pt x="221664" y="552981"/>
                  </a:lnTo>
                  <a:lnTo>
                    <a:pt x="222784" y="553456"/>
                  </a:lnTo>
                  <a:lnTo>
                    <a:pt x="224067" y="553670"/>
                  </a:lnTo>
                  <a:lnTo>
                    <a:pt x="224371" y="553887"/>
                  </a:lnTo>
                  <a:lnTo>
                    <a:pt x="224830" y="554268"/>
                  </a:lnTo>
                  <a:lnTo>
                    <a:pt x="225353" y="554750"/>
                  </a:lnTo>
                  <a:lnTo>
                    <a:pt x="225652" y="555108"/>
                  </a:lnTo>
                  <a:lnTo>
                    <a:pt x="225779" y="555260"/>
                  </a:lnTo>
                  <a:lnTo>
                    <a:pt x="226373" y="555967"/>
                  </a:lnTo>
                  <a:lnTo>
                    <a:pt x="227670" y="557512"/>
                  </a:lnTo>
                  <a:lnTo>
                    <a:pt x="227870" y="557727"/>
                  </a:lnTo>
                  <a:lnTo>
                    <a:pt x="229989" y="558559"/>
                  </a:lnTo>
                  <a:lnTo>
                    <a:pt x="230207" y="558551"/>
                  </a:lnTo>
                  <a:lnTo>
                    <a:pt x="230718" y="558612"/>
                  </a:lnTo>
                  <a:lnTo>
                    <a:pt x="231252" y="558577"/>
                  </a:lnTo>
                  <a:lnTo>
                    <a:pt x="233579" y="557598"/>
                  </a:lnTo>
                  <a:lnTo>
                    <a:pt x="234334" y="557602"/>
                  </a:lnTo>
                  <a:lnTo>
                    <a:pt x="235244" y="557605"/>
                  </a:lnTo>
                  <a:lnTo>
                    <a:pt x="236439" y="557615"/>
                  </a:lnTo>
                  <a:lnTo>
                    <a:pt x="236942" y="557616"/>
                  </a:lnTo>
                  <a:lnTo>
                    <a:pt x="237245" y="557614"/>
                  </a:lnTo>
                  <a:lnTo>
                    <a:pt x="237953" y="557609"/>
                  </a:lnTo>
                  <a:lnTo>
                    <a:pt x="239836" y="557632"/>
                  </a:lnTo>
                  <a:lnTo>
                    <a:pt x="240785" y="557664"/>
                  </a:lnTo>
                  <a:lnTo>
                    <a:pt x="241283" y="557613"/>
                  </a:lnTo>
                  <a:lnTo>
                    <a:pt x="242021" y="557481"/>
                  </a:lnTo>
                  <a:lnTo>
                    <a:pt x="243211" y="557144"/>
                  </a:lnTo>
                  <a:lnTo>
                    <a:pt x="243855" y="556960"/>
                  </a:lnTo>
                  <a:lnTo>
                    <a:pt x="244074" y="556897"/>
                  </a:lnTo>
                  <a:lnTo>
                    <a:pt x="244330" y="556855"/>
                  </a:lnTo>
                  <a:lnTo>
                    <a:pt x="244520" y="556920"/>
                  </a:lnTo>
                  <a:lnTo>
                    <a:pt x="244725" y="558023"/>
                  </a:lnTo>
                  <a:lnTo>
                    <a:pt x="244758" y="558161"/>
                  </a:lnTo>
                  <a:lnTo>
                    <a:pt x="244779" y="562971"/>
                  </a:lnTo>
                  <a:lnTo>
                    <a:pt x="244722" y="563154"/>
                  </a:lnTo>
                  <a:lnTo>
                    <a:pt x="244718" y="563309"/>
                  </a:lnTo>
                  <a:lnTo>
                    <a:pt x="244955" y="563637"/>
                  </a:lnTo>
                  <a:lnTo>
                    <a:pt x="245095" y="563672"/>
                  </a:lnTo>
                  <a:lnTo>
                    <a:pt x="245259" y="563663"/>
                  </a:lnTo>
                  <a:lnTo>
                    <a:pt x="245402" y="563742"/>
                  </a:lnTo>
                  <a:lnTo>
                    <a:pt x="245447" y="564043"/>
                  </a:lnTo>
                  <a:lnTo>
                    <a:pt x="245419" y="564333"/>
                  </a:lnTo>
                  <a:lnTo>
                    <a:pt x="245484" y="564739"/>
                  </a:lnTo>
                  <a:lnTo>
                    <a:pt x="245489" y="564898"/>
                  </a:lnTo>
                  <a:lnTo>
                    <a:pt x="245473" y="565130"/>
                  </a:lnTo>
                  <a:lnTo>
                    <a:pt x="245278" y="565348"/>
                  </a:lnTo>
                  <a:lnTo>
                    <a:pt x="245041" y="565552"/>
                  </a:lnTo>
                  <a:lnTo>
                    <a:pt x="244863" y="565709"/>
                  </a:lnTo>
                  <a:lnTo>
                    <a:pt x="244762" y="565841"/>
                  </a:lnTo>
                  <a:lnTo>
                    <a:pt x="244645" y="565970"/>
                  </a:lnTo>
                  <a:lnTo>
                    <a:pt x="244357" y="566242"/>
                  </a:lnTo>
                  <a:lnTo>
                    <a:pt x="244204" y="566750"/>
                  </a:lnTo>
                  <a:lnTo>
                    <a:pt x="244523" y="566919"/>
                  </a:lnTo>
                  <a:lnTo>
                    <a:pt x="244912" y="567132"/>
                  </a:lnTo>
                  <a:lnTo>
                    <a:pt x="245095" y="567231"/>
                  </a:lnTo>
                  <a:lnTo>
                    <a:pt x="247176" y="568351"/>
                  </a:lnTo>
                  <a:lnTo>
                    <a:pt x="247339" y="568539"/>
                  </a:lnTo>
                  <a:lnTo>
                    <a:pt x="247625" y="568973"/>
                  </a:lnTo>
                  <a:lnTo>
                    <a:pt x="248755" y="569721"/>
                  </a:lnTo>
                  <a:lnTo>
                    <a:pt x="251481" y="571528"/>
                  </a:lnTo>
                  <a:lnTo>
                    <a:pt x="252100" y="571939"/>
                  </a:lnTo>
                  <a:lnTo>
                    <a:pt x="252290" y="572065"/>
                  </a:lnTo>
                  <a:lnTo>
                    <a:pt x="252532" y="572215"/>
                  </a:lnTo>
                  <a:lnTo>
                    <a:pt x="253352" y="572675"/>
                  </a:lnTo>
                  <a:lnTo>
                    <a:pt x="254215" y="573160"/>
                  </a:lnTo>
                  <a:lnTo>
                    <a:pt x="257331" y="574904"/>
                  </a:lnTo>
                  <a:lnTo>
                    <a:pt x="257258" y="575139"/>
                  </a:lnTo>
                  <a:lnTo>
                    <a:pt x="257254" y="575333"/>
                  </a:lnTo>
                  <a:lnTo>
                    <a:pt x="257315" y="575572"/>
                  </a:lnTo>
                  <a:lnTo>
                    <a:pt x="257380" y="575706"/>
                  </a:lnTo>
                  <a:lnTo>
                    <a:pt x="257610" y="575713"/>
                  </a:lnTo>
                  <a:lnTo>
                    <a:pt x="257880" y="575610"/>
                  </a:lnTo>
                  <a:lnTo>
                    <a:pt x="258044" y="575324"/>
                  </a:lnTo>
                  <a:lnTo>
                    <a:pt x="265977" y="579960"/>
                  </a:lnTo>
                  <a:lnTo>
                    <a:pt x="267320" y="580695"/>
                  </a:lnTo>
                  <a:lnTo>
                    <a:pt x="267632" y="580863"/>
                  </a:lnTo>
                  <a:lnTo>
                    <a:pt x="268092" y="580834"/>
                  </a:lnTo>
                  <a:lnTo>
                    <a:pt x="269076" y="580771"/>
                  </a:lnTo>
                  <a:lnTo>
                    <a:pt x="269416" y="580751"/>
                  </a:lnTo>
                  <a:lnTo>
                    <a:pt x="270829" y="580563"/>
                  </a:lnTo>
                  <a:lnTo>
                    <a:pt x="271069" y="580574"/>
                  </a:lnTo>
                  <a:lnTo>
                    <a:pt x="271320" y="580585"/>
                  </a:lnTo>
                  <a:lnTo>
                    <a:pt x="271424" y="580353"/>
                  </a:lnTo>
                  <a:lnTo>
                    <a:pt x="271572" y="579714"/>
                  </a:lnTo>
                  <a:lnTo>
                    <a:pt x="271544" y="579339"/>
                  </a:lnTo>
                  <a:lnTo>
                    <a:pt x="271264" y="570709"/>
                  </a:lnTo>
                  <a:lnTo>
                    <a:pt x="271444" y="570162"/>
                  </a:lnTo>
                  <a:lnTo>
                    <a:pt x="270930" y="557095"/>
                  </a:lnTo>
                  <a:lnTo>
                    <a:pt x="270827" y="556425"/>
                  </a:lnTo>
                  <a:lnTo>
                    <a:pt x="271790" y="553118"/>
                  </a:lnTo>
                  <a:lnTo>
                    <a:pt x="271880" y="552956"/>
                  </a:lnTo>
                  <a:lnTo>
                    <a:pt x="271953" y="552824"/>
                  </a:lnTo>
                  <a:lnTo>
                    <a:pt x="272141" y="552494"/>
                  </a:lnTo>
                  <a:lnTo>
                    <a:pt x="272238" y="552327"/>
                  </a:lnTo>
                  <a:lnTo>
                    <a:pt x="272413" y="552018"/>
                  </a:lnTo>
                  <a:lnTo>
                    <a:pt x="272536" y="551793"/>
                  </a:lnTo>
                  <a:lnTo>
                    <a:pt x="272602" y="551666"/>
                  </a:lnTo>
                  <a:lnTo>
                    <a:pt x="272778" y="551357"/>
                  </a:lnTo>
                  <a:lnTo>
                    <a:pt x="273018" y="550940"/>
                  </a:lnTo>
                  <a:lnTo>
                    <a:pt x="273108" y="550792"/>
                  </a:lnTo>
                  <a:lnTo>
                    <a:pt x="273259" y="550452"/>
                  </a:lnTo>
                  <a:lnTo>
                    <a:pt x="273572" y="549772"/>
                  </a:lnTo>
                  <a:lnTo>
                    <a:pt x="273759" y="549413"/>
                  </a:lnTo>
                  <a:lnTo>
                    <a:pt x="273895" y="549152"/>
                  </a:lnTo>
                  <a:lnTo>
                    <a:pt x="274248" y="548482"/>
                  </a:lnTo>
                  <a:lnTo>
                    <a:pt x="274380" y="548343"/>
                  </a:lnTo>
                  <a:lnTo>
                    <a:pt x="275131" y="547510"/>
                  </a:lnTo>
                  <a:lnTo>
                    <a:pt x="276884" y="551566"/>
                  </a:lnTo>
                  <a:lnTo>
                    <a:pt x="277134" y="551244"/>
                  </a:lnTo>
                  <a:lnTo>
                    <a:pt x="277252" y="551100"/>
                  </a:lnTo>
                  <a:lnTo>
                    <a:pt x="281152" y="547492"/>
                  </a:lnTo>
                  <a:lnTo>
                    <a:pt x="281920" y="547132"/>
                  </a:lnTo>
                  <a:lnTo>
                    <a:pt x="282843" y="546686"/>
                  </a:lnTo>
                  <a:lnTo>
                    <a:pt x="283464" y="546327"/>
                  </a:lnTo>
                  <a:lnTo>
                    <a:pt x="285030" y="536618"/>
                  </a:lnTo>
                  <a:lnTo>
                    <a:pt x="284922" y="536428"/>
                  </a:lnTo>
                  <a:lnTo>
                    <a:pt x="284839" y="536276"/>
                  </a:lnTo>
                  <a:lnTo>
                    <a:pt x="284697" y="536014"/>
                  </a:lnTo>
                  <a:lnTo>
                    <a:pt x="284607" y="535816"/>
                  </a:lnTo>
                  <a:lnTo>
                    <a:pt x="284550" y="535672"/>
                  </a:lnTo>
                  <a:lnTo>
                    <a:pt x="284518" y="535487"/>
                  </a:lnTo>
                  <a:lnTo>
                    <a:pt x="284502" y="535286"/>
                  </a:lnTo>
                  <a:lnTo>
                    <a:pt x="284527" y="534941"/>
                  </a:lnTo>
                  <a:lnTo>
                    <a:pt x="284846" y="534795"/>
                  </a:lnTo>
                  <a:lnTo>
                    <a:pt x="285241" y="535030"/>
                  </a:lnTo>
                  <a:lnTo>
                    <a:pt x="286145" y="535171"/>
                  </a:lnTo>
                  <a:lnTo>
                    <a:pt x="286548" y="535299"/>
                  </a:lnTo>
                  <a:lnTo>
                    <a:pt x="286694" y="535368"/>
                  </a:lnTo>
                  <a:lnTo>
                    <a:pt x="286872" y="535264"/>
                  </a:lnTo>
                  <a:lnTo>
                    <a:pt x="287167" y="535055"/>
                  </a:lnTo>
                  <a:lnTo>
                    <a:pt x="287692" y="535046"/>
                  </a:lnTo>
                  <a:lnTo>
                    <a:pt x="287901" y="535025"/>
                  </a:lnTo>
                  <a:lnTo>
                    <a:pt x="288266" y="534995"/>
                  </a:lnTo>
                  <a:lnTo>
                    <a:pt x="288715" y="534979"/>
                  </a:lnTo>
                  <a:lnTo>
                    <a:pt x="289134" y="534904"/>
                  </a:lnTo>
                  <a:lnTo>
                    <a:pt x="289352" y="534912"/>
                  </a:lnTo>
                  <a:lnTo>
                    <a:pt x="289529" y="534923"/>
                  </a:lnTo>
                  <a:lnTo>
                    <a:pt x="289706" y="534919"/>
                  </a:lnTo>
                  <a:lnTo>
                    <a:pt x="289834" y="534915"/>
                  </a:lnTo>
                  <a:lnTo>
                    <a:pt x="290191" y="534860"/>
                  </a:lnTo>
                  <a:lnTo>
                    <a:pt x="290567" y="534802"/>
                  </a:lnTo>
                  <a:lnTo>
                    <a:pt x="290895" y="534777"/>
                  </a:lnTo>
                  <a:lnTo>
                    <a:pt x="291074" y="534774"/>
                  </a:lnTo>
                  <a:lnTo>
                    <a:pt x="291214" y="534772"/>
                  </a:lnTo>
                  <a:lnTo>
                    <a:pt x="291366" y="534779"/>
                  </a:lnTo>
                  <a:lnTo>
                    <a:pt x="291798" y="534706"/>
                  </a:lnTo>
                  <a:lnTo>
                    <a:pt x="291941" y="534667"/>
                  </a:lnTo>
                  <a:lnTo>
                    <a:pt x="292249" y="534631"/>
                  </a:lnTo>
                  <a:lnTo>
                    <a:pt x="292637" y="534678"/>
                  </a:lnTo>
                  <a:lnTo>
                    <a:pt x="293190" y="534763"/>
                  </a:lnTo>
                  <a:lnTo>
                    <a:pt x="293477" y="534809"/>
                  </a:lnTo>
                  <a:lnTo>
                    <a:pt x="293611" y="534847"/>
                  </a:lnTo>
                  <a:lnTo>
                    <a:pt x="293827" y="534922"/>
                  </a:lnTo>
                  <a:lnTo>
                    <a:pt x="294074" y="534986"/>
                  </a:lnTo>
                  <a:lnTo>
                    <a:pt x="294413" y="535056"/>
                  </a:lnTo>
                  <a:lnTo>
                    <a:pt x="294602" y="535114"/>
                  </a:lnTo>
                  <a:lnTo>
                    <a:pt x="295128" y="535277"/>
                  </a:lnTo>
                  <a:lnTo>
                    <a:pt x="295410" y="535362"/>
                  </a:lnTo>
                  <a:lnTo>
                    <a:pt x="295540" y="535398"/>
                  </a:lnTo>
                  <a:lnTo>
                    <a:pt x="295781" y="535411"/>
                  </a:lnTo>
                  <a:lnTo>
                    <a:pt x="296041" y="535444"/>
                  </a:lnTo>
                  <a:lnTo>
                    <a:pt x="296215" y="535470"/>
                  </a:lnTo>
                  <a:lnTo>
                    <a:pt x="296693" y="535605"/>
                  </a:lnTo>
                  <a:lnTo>
                    <a:pt x="296857" y="535677"/>
                  </a:lnTo>
                  <a:lnTo>
                    <a:pt x="296996" y="535779"/>
                  </a:lnTo>
                  <a:lnTo>
                    <a:pt x="297449" y="535988"/>
                  </a:lnTo>
                  <a:lnTo>
                    <a:pt x="297611" y="536019"/>
                  </a:lnTo>
                  <a:lnTo>
                    <a:pt x="297924" y="536078"/>
                  </a:lnTo>
                  <a:lnTo>
                    <a:pt x="298255" y="536177"/>
                  </a:lnTo>
                  <a:lnTo>
                    <a:pt x="298640" y="536283"/>
                  </a:lnTo>
                  <a:lnTo>
                    <a:pt x="298909" y="536321"/>
                  </a:lnTo>
                  <a:lnTo>
                    <a:pt x="299320" y="536387"/>
                  </a:lnTo>
                  <a:lnTo>
                    <a:pt x="299854" y="536476"/>
                  </a:lnTo>
                  <a:lnTo>
                    <a:pt x="300050" y="536528"/>
                  </a:lnTo>
                  <a:lnTo>
                    <a:pt x="300185" y="536564"/>
                  </a:lnTo>
                  <a:lnTo>
                    <a:pt x="300566" y="536706"/>
                  </a:lnTo>
                  <a:lnTo>
                    <a:pt x="300750" y="536752"/>
                  </a:lnTo>
                  <a:lnTo>
                    <a:pt x="300912" y="536771"/>
                  </a:lnTo>
                  <a:lnTo>
                    <a:pt x="301610" y="537477"/>
                  </a:lnTo>
                  <a:lnTo>
                    <a:pt x="301957" y="538201"/>
                  </a:lnTo>
                  <a:lnTo>
                    <a:pt x="302149" y="538602"/>
                  </a:lnTo>
                  <a:lnTo>
                    <a:pt x="302218" y="538747"/>
                  </a:lnTo>
                  <a:lnTo>
                    <a:pt x="302380" y="539085"/>
                  </a:lnTo>
                  <a:lnTo>
                    <a:pt x="302490" y="539314"/>
                  </a:lnTo>
                  <a:lnTo>
                    <a:pt x="302553" y="539447"/>
                  </a:lnTo>
                  <a:lnTo>
                    <a:pt x="302623" y="539593"/>
                  </a:lnTo>
                  <a:lnTo>
                    <a:pt x="302909" y="540189"/>
                  </a:lnTo>
                  <a:lnTo>
                    <a:pt x="303193" y="540772"/>
                  </a:lnTo>
                  <a:lnTo>
                    <a:pt x="303574" y="541497"/>
                  </a:lnTo>
                  <a:lnTo>
                    <a:pt x="304026" y="542357"/>
                  </a:lnTo>
                  <a:lnTo>
                    <a:pt x="304623" y="543561"/>
                  </a:lnTo>
                  <a:lnTo>
                    <a:pt x="304868" y="544715"/>
                  </a:lnTo>
                  <a:lnTo>
                    <a:pt x="304902" y="544897"/>
                  </a:lnTo>
                  <a:lnTo>
                    <a:pt x="305287" y="546062"/>
                  </a:lnTo>
                  <a:lnTo>
                    <a:pt x="305378" y="546535"/>
                  </a:lnTo>
                  <a:lnTo>
                    <a:pt x="305407" y="546667"/>
                  </a:lnTo>
                  <a:lnTo>
                    <a:pt x="305504" y="547119"/>
                  </a:lnTo>
                  <a:lnTo>
                    <a:pt x="305535" y="547266"/>
                  </a:lnTo>
                  <a:lnTo>
                    <a:pt x="305605" y="547573"/>
                  </a:lnTo>
                  <a:lnTo>
                    <a:pt x="305649" y="547876"/>
                  </a:lnTo>
                  <a:lnTo>
                    <a:pt x="305683" y="548016"/>
                  </a:lnTo>
                  <a:lnTo>
                    <a:pt x="305716" y="548171"/>
                  </a:lnTo>
                  <a:lnTo>
                    <a:pt x="305745" y="548748"/>
                  </a:lnTo>
                  <a:lnTo>
                    <a:pt x="305816" y="549051"/>
                  </a:lnTo>
                  <a:lnTo>
                    <a:pt x="305868" y="549206"/>
                  </a:lnTo>
                  <a:lnTo>
                    <a:pt x="305964" y="549499"/>
                  </a:lnTo>
                  <a:lnTo>
                    <a:pt x="306275" y="549969"/>
                  </a:lnTo>
                  <a:lnTo>
                    <a:pt x="306310" y="550745"/>
                  </a:lnTo>
                  <a:lnTo>
                    <a:pt x="306336" y="551117"/>
                  </a:lnTo>
                  <a:lnTo>
                    <a:pt x="306379" y="551289"/>
                  </a:lnTo>
                  <a:lnTo>
                    <a:pt x="306434" y="551442"/>
                  </a:lnTo>
                  <a:lnTo>
                    <a:pt x="306473" y="551758"/>
                  </a:lnTo>
                  <a:lnTo>
                    <a:pt x="306528" y="551965"/>
                  </a:lnTo>
                  <a:lnTo>
                    <a:pt x="306602" y="552226"/>
                  </a:lnTo>
                  <a:lnTo>
                    <a:pt x="306691" y="552580"/>
                  </a:lnTo>
                  <a:lnTo>
                    <a:pt x="306780" y="552890"/>
                  </a:lnTo>
                  <a:lnTo>
                    <a:pt x="306829" y="553047"/>
                  </a:lnTo>
                  <a:lnTo>
                    <a:pt x="306874" y="553184"/>
                  </a:lnTo>
                  <a:lnTo>
                    <a:pt x="306947" y="553432"/>
                  </a:lnTo>
                  <a:lnTo>
                    <a:pt x="306994" y="553590"/>
                  </a:lnTo>
                  <a:lnTo>
                    <a:pt x="307063" y="553804"/>
                  </a:lnTo>
                  <a:lnTo>
                    <a:pt x="307107" y="553955"/>
                  </a:lnTo>
                  <a:lnTo>
                    <a:pt x="307150" y="554108"/>
                  </a:lnTo>
                  <a:lnTo>
                    <a:pt x="307215" y="554384"/>
                  </a:lnTo>
                  <a:lnTo>
                    <a:pt x="307280" y="554625"/>
                  </a:lnTo>
                  <a:lnTo>
                    <a:pt x="307292" y="554934"/>
                  </a:lnTo>
                  <a:lnTo>
                    <a:pt x="307338" y="555105"/>
                  </a:lnTo>
                  <a:lnTo>
                    <a:pt x="307273" y="555314"/>
                  </a:lnTo>
                  <a:lnTo>
                    <a:pt x="307303" y="555515"/>
                  </a:lnTo>
                  <a:lnTo>
                    <a:pt x="307337" y="555780"/>
                  </a:lnTo>
                  <a:lnTo>
                    <a:pt x="307378" y="556069"/>
                  </a:lnTo>
                  <a:lnTo>
                    <a:pt x="307416" y="556313"/>
                  </a:lnTo>
                  <a:lnTo>
                    <a:pt x="307588" y="556393"/>
                  </a:lnTo>
                  <a:lnTo>
                    <a:pt x="307749" y="556471"/>
                  </a:lnTo>
                  <a:lnTo>
                    <a:pt x="308061" y="556624"/>
                  </a:lnTo>
                  <a:lnTo>
                    <a:pt x="308340" y="556746"/>
                  </a:lnTo>
                  <a:lnTo>
                    <a:pt x="308664" y="556882"/>
                  </a:lnTo>
                  <a:lnTo>
                    <a:pt x="310723" y="562518"/>
                  </a:lnTo>
                  <a:lnTo>
                    <a:pt x="310896" y="562872"/>
                  </a:lnTo>
                  <a:lnTo>
                    <a:pt x="311439" y="563342"/>
                  </a:lnTo>
                  <a:lnTo>
                    <a:pt x="311912" y="563740"/>
                  </a:lnTo>
                  <a:lnTo>
                    <a:pt x="312152" y="563943"/>
                  </a:lnTo>
                  <a:lnTo>
                    <a:pt x="312540" y="564276"/>
                  </a:lnTo>
                  <a:lnTo>
                    <a:pt x="312748" y="564455"/>
                  </a:lnTo>
                  <a:lnTo>
                    <a:pt x="314494" y="566017"/>
                  </a:lnTo>
                  <a:lnTo>
                    <a:pt x="314694" y="566648"/>
                  </a:lnTo>
                  <a:lnTo>
                    <a:pt x="314719" y="566863"/>
                  </a:lnTo>
                  <a:lnTo>
                    <a:pt x="314694" y="567003"/>
                  </a:lnTo>
                  <a:lnTo>
                    <a:pt x="314677" y="567245"/>
                  </a:lnTo>
                  <a:lnTo>
                    <a:pt x="314608" y="567432"/>
                  </a:lnTo>
                  <a:lnTo>
                    <a:pt x="314671" y="567771"/>
                  </a:lnTo>
                  <a:lnTo>
                    <a:pt x="314701" y="568016"/>
                  </a:lnTo>
                  <a:lnTo>
                    <a:pt x="314713" y="568212"/>
                  </a:lnTo>
                  <a:lnTo>
                    <a:pt x="314728" y="568399"/>
                  </a:lnTo>
                  <a:lnTo>
                    <a:pt x="314780" y="568747"/>
                  </a:lnTo>
                  <a:lnTo>
                    <a:pt x="314783" y="569006"/>
                  </a:lnTo>
                  <a:lnTo>
                    <a:pt x="314909" y="570056"/>
                  </a:lnTo>
                  <a:lnTo>
                    <a:pt x="314931" y="570666"/>
                  </a:lnTo>
                  <a:lnTo>
                    <a:pt x="314963" y="571053"/>
                  </a:lnTo>
                  <a:lnTo>
                    <a:pt x="315065" y="572146"/>
                  </a:lnTo>
                  <a:lnTo>
                    <a:pt x="315251" y="572715"/>
                  </a:lnTo>
                  <a:lnTo>
                    <a:pt x="315471" y="572889"/>
                  </a:lnTo>
                  <a:lnTo>
                    <a:pt x="315635" y="573222"/>
                  </a:lnTo>
                  <a:lnTo>
                    <a:pt x="315727" y="573461"/>
                  </a:lnTo>
                  <a:lnTo>
                    <a:pt x="315607" y="573810"/>
                  </a:lnTo>
                  <a:lnTo>
                    <a:pt x="315670" y="574120"/>
                  </a:lnTo>
                  <a:lnTo>
                    <a:pt x="315713" y="574480"/>
                  </a:lnTo>
                  <a:lnTo>
                    <a:pt x="315734" y="574672"/>
                  </a:lnTo>
                  <a:lnTo>
                    <a:pt x="315773" y="574824"/>
                  </a:lnTo>
                  <a:lnTo>
                    <a:pt x="315857" y="575155"/>
                  </a:lnTo>
                  <a:lnTo>
                    <a:pt x="315988" y="575758"/>
                  </a:lnTo>
                  <a:lnTo>
                    <a:pt x="316220" y="576742"/>
                  </a:lnTo>
                  <a:lnTo>
                    <a:pt x="316235" y="576951"/>
                  </a:lnTo>
                  <a:lnTo>
                    <a:pt x="316300" y="577751"/>
                  </a:lnTo>
                  <a:lnTo>
                    <a:pt x="316401" y="578241"/>
                  </a:lnTo>
                  <a:lnTo>
                    <a:pt x="316384" y="578424"/>
                  </a:lnTo>
                  <a:lnTo>
                    <a:pt x="316163" y="579041"/>
                  </a:lnTo>
                  <a:lnTo>
                    <a:pt x="316095" y="579197"/>
                  </a:lnTo>
                  <a:lnTo>
                    <a:pt x="315919" y="579801"/>
                  </a:lnTo>
                  <a:lnTo>
                    <a:pt x="315878" y="580124"/>
                  </a:lnTo>
                  <a:lnTo>
                    <a:pt x="315846" y="580529"/>
                  </a:lnTo>
                  <a:lnTo>
                    <a:pt x="315808" y="581022"/>
                  </a:lnTo>
                  <a:lnTo>
                    <a:pt x="315821" y="581209"/>
                  </a:lnTo>
                  <a:lnTo>
                    <a:pt x="315920" y="581687"/>
                  </a:lnTo>
                  <a:lnTo>
                    <a:pt x="315950" y="581836"/>
                  </a:lnTo>
                  <a:lnTo>
                    <a:pt x="315915" y="582758"/>
                  </a:lnTo>
                  <a:lnTo>
                    <a:pt x="315865" y="583074"/>
                  </a:lnTo>
                  <a:lnTo>
                    <a:pt x="316019" y="583732"/>
                  </a:lnTo>
                  <a:lnTo>
                    <a:pt x="316100" y="584253"/>
                  </a:lnTo>
                  <a:lnTo>
                    <a:pt x="316182" y="584933"/>
                  </a:lnTo>
                  <a:lnTo>
                    <a:pt x="316187" y="585074"/>
                  </a:lnTo>
                  <a:lnTo>
                    <a:pt x="316192" y="585294"/>
                  </a:lnTo>
                  <a:lnTo>
                    <a:pt x="316271" y="587712"/>
                  </a:lnTo>
                  <a:lnTo>
                    <a:pt x="316262" y="587923"/>
                  </a:lnTo>
                  <a:lnTo>
                    <a:pt x="316284" y="588096"/>
                  </a:lnTo>
                  <a:lnTo>
                    <a:pt x="316319" y="588330"/>
                  </a:lnTo>
                  <a:lnTo>
                    <a:pt x="316328" y="588480"/>
                  </a:lnTo>
                  <a:lnTo>
                    <a:pt x="316363" y="588900"/>
                  </a:lnTo>
                  <a:lnTo>
                    <a:pt x="316329" y="589326"/>
                  </a:lnTo>
                  <a:lnTo>
                    <a:pt x="316337" y="590005"/>
                  </a:lnTo>
                  <a:lnTo>
                    <a:pt x="316360" y="590195"/>
                  </a:lnTo>
                  <a:lnTo>
                    <a:pt x="316378" y="590348"/>
                  </a:lnTo>
                  <a:lnTo>
                    <a:pt x="316442" y="590716"/>
                  </a:lnTo>
                  <a:lnTo>
                    <a:pt x="316469" y="591230"/>
                  </a:lnTo>
                  <a:lnTo>
                    <a:pt x="316475" y="591475"/>
                  </a:lnTo>
                  <a:lnTo>
                    <a:pt x="316521" y="592025"/>
                  </a:lnTo>
                  <a:lnTo>
                    <a:pt x="316603" y="592356"/>
                  </a:lnTo>
                  <a:lnTo>
                    <a:pt x="316648" y="592524"/>
                  </a:lnTo>
                  <a:lnTo>
                    <a:pt x="316683" y="592953"/>
                  </a:lnTo>
                  <a:lnTo>
                    <a:pt x="316732" y="593176"/>
                  </a:lnTo>
                  <a:lnTo>
                    <a:pt x="316826" y="593567"/>
                  </a:lnTo>
                  <a:lnTo>
                    <a:pt x="316786" y="593853"/>
                  </a:lnTo>
                  <a:lnTo>
                    <a:pt x="316812" y="594007"/>
                  </a:lnTo>
                  <a:lnTo>
                    <a:pt x="316869" y="594248"/>
                  </a:lnTo>
                  <a:lnTo>
                    <a:pt x="316914" y="594495"/>
                  </a:lnTo>
                  <a:lnTo>
                    <a:pt x="316866" y="594710"/>
                  </a:lnTo>
                  <a:lnTo>
                    <a:pt x="316878" y="594907"/>
                  </a:lnTo>
                  <a:lnTo>
                    <a:pt x="316862" y="595276"/>
                  </a:lnTo>
                  <a:lnTo>
                    <a:pt x="316836" y="595777"/>
                  </a:lnTo>
                  <a:lnTo>
                    <a:pt x="316828" y="596029"/>
                  </a:lnTo>
                  <a:lnTo>
                    <a:pt x="316827" y="596366"/>
                  </a:lnTo>
                  <a:lnTo>
                    <a:pt x="316919" y="596944"/>
                  </a:lnTo>
                  <a:lnTo>
                    <a:pt x="316994" y="597286"/>
                  </a:lnTo>
                  <a:lnTo>
                    <a:pt x="317086" y="597683"/>
                  </a:lnTo>
                  <a:lnTo>
                    <a:pt x="317166" y="598165"/>
                  </a:lnTo>
                  <a:lnTo>
                    <a:pt x="317198" y="598356"/>
                  </a:lnTo>
                  <a:lnTo>
                    <a:pt x="317236" y="598493"/>
                  </a:lnTo>
                  <a:lnTo>
                    <a:pt x="317239" y="598773"/>
                  </a:lnTo>
                  <a:lnTo>
                    <a:pt x="318019" y="598873"/>
                  </a:lnTo>
                  <a:lnTo>
                    <a:pt x="318242" y="598907"/>
                  </a:lnTo>
                  <a:lnTo>
                    <a:pt x="318477" y="599002"/>
                  </a:lnTo>
                  <a:lnTo>
                    <a:pt x="318093" y="600934"/>
                  </a:lnTo>
                  <a:lnTo>
                    <a:pt x="318543" y="600963"/>
                  </a:lnTo>
                  <a:lnTo>
                    <a:pt x="318815" y="600971"/>
                  </a:lnTo>
                  <a:lnTo>
                    <a:pt x="319370" y="600986"/>
                  </a:lnTo>
                  <a:lnTo>
                    <a:pt x="319953" y="601009"/>
                  </a:lnTo>
                  <a:lnTo>
                    <a:pt x="320265" y="601014"/>
                  </a:lnTo>
                  <a:lnTo>
                    <a:pt x="320441" y="601025"/>
                  </a:lnTo>
                  <a:lnTo>
                    <a:pt x="320753" y="601031"/>
                  </a:lnTo>
                  <a:lnTo>
                    <a:pt x="321081" y="601046"/>
                  </a:lnTo>
                  <a:lnTo>
                    <a:pt x="321548" y="601063"/>
                  </a:lnTo>
                  <a:lnTo>
                    <a:pt x="321699" y="601065"/>
                  </a:lnTo>
                  <a:lnTo>
                    <a:pt x="321886" y="601067"/>
                  </a:lnTo>
                  <a:lnTo>
                    <a:pt x="322483" y="601076"/>
                  </a:lnTo>
                  <a:lnTo>
                    <a:pt x="323998" y="601077"/>
                  </a:lnTo>
                  <a:lnTo>
                    <a:pt x="324162" y="601081"/>
                  </a:lnTo>
                  <a:lnTo>
                    <a:pt x="324375" y="601090"/>
                  </a:lnTo>
                  <a:lnTo>
                    <a:pt x="325069" y="601118"/>
                  </a:lnTo>
                  <a:lnTo>
                    <a:pt x="325445" y="601125"/>
                  </a:lnTo>
                  <a:lnTo>
                    <a:pt x="325751" y="601147"/>
                  </a:lnTo>
                  <a:lnTo>
                    <a:pt x="326305" y="601511"/>
                  </a:lnTo>
                  <a:lnTo>
                    <a:pt x="326577" y="601726"/>
                  </a:lnTo>
                  <a:lnTo>
                    <a:pt x="327124" y="602177"/>
                  </a:lnTo>
                  <a:lnTo>
                    <a:pt x="327251" y="602280"/>
                  </a:lnTo>
                  <a:lnTo>
                    <a:pt x="327507" y="602509"/>
                  </a:lnTo>
                  <a:lnTo>
                    <a:pt x="327824" y="602792"/>
                  </a:lnTo>
                  <a:lnTo>
                    <a:pt x="328153" y="603038"/>
                  </a:lnTo>
                  <a:lnTo>
                    <a:pt x="328471" y="603334"/>
                  </a:lnTo>
                  <a:lnTo>
                    <a:pt x="328751" y="603567"/>
                  </a:lnTo>
                  <a:lnTo>
                    <a:pt x="329223" y="603955"/>
                  </a:lnTo>
                  <a:lnTo>
                    <a:pt x="329746" y="604378"/>
                  </a:lnTo>
                  <a:lnTo>
                    <a:pt x="330079" y="604658"/>
                  </a:lnTo>
                  <a:lnTo>
                    <a:pt x="330404" y="604931"/>
                  </a:lnTo>
                  <a:lnTo>
                    <a:pt x="331000" y="605430"/>
                  </a:lnTo>
                  <a:lnTo>
                    <a:pt x="331189" y="605595"/>
                  </a:lnTo>
                  <a:lnTo>
                    <a:pt x="331456" y="605821"/>
                  </a:lnTo>
                  <a:lnTo>
                    <a:pt x="332089" y="606349"/>
                  </a:lnTo>
                  <a:lnTo>
                    <a:pt x="332233" y="606485"/>
                  </a:lnTo>
                  <a:lnTo>
                    <a:pt x="332580" y="606769"/>
                  </a:lnTo>
                  <a:lnTo>
                    <a:pt x="332904" y="607038"/>
                  </a:lnTo>
                  <a:lnTo>
                    <a:pt x="333180" y="607268"/>
                  </a:lnTo>
                  <a:lnTo>
                    <a:pt x="333714" y="607732"/>
                  </a:lnTo>
                  <a:lnTo>
                    <a:pt x="334816" y="608477"/>
                  </a:lnTo>
                  <a:lnTo>
                    <a:pt x="334987" y="608545"/>
                  </a:lnTo>
                  <a:lnTo>
                    <a:pt x="335172" y="608842"/>
                  </a:lnTo>
                  <a:lnTo>
                    <a:pt x="335297" y="609022"/>
                  </a:lnTo>
                  <a:lnTo>
                    <a:pt x="335536" y="608681"/>
                  </a:lnTo>
                  <a:lnTo>
                    <a:pt x="336475" y="608248"/>
                  </a:lnTo>
                  <a:lnTo>
                    <a:pt x="336979" y="607868"/>
                  </a:lnTo>
                  <a:lnTo>
                    <a:pt x="337454" y="607455"/>
                  </a:lnTo>
                  <a:lnTo>
                    <a:pt x="341826" y="607106"/>
                  </a:lnTo>
                  <a:lnTo>
                    <a:pt x="341106" y="612142"/>
                  </a:lnTo>
                  <a:lnTo>
                    <a:pt x="340893" y="612810"/>
                  </a:lnTo>
                  <a:lnTo>
                    <a:pt x="339651" y="616701"/>
                  </a:lnTo>
                  <a:lnTo>
                    <a:pt x="337962" y="619254"/>
                  </a:lnTo>
                  <a:lnTo>
                    <a:pt x="337963" y="621046"/>
                  </a:lnTo>
                  <a:lnTo>
                    <a:pt x="340129" y="622229"/>
                  </a:lnTo>
                  <a:lnTo>
                    <a:pt x="340489" y="622370"/>
                  </a:lnTo>
                  <a:lnTo>
                    <a:pt x="341167" y="622292"/>
                  </a:lnTo>
                  <a:lnTo>
                    <a:pt x="341727" y="622455"/>
                  </a:lnTo>
                  <a:lnTo>
                    <a:pt x="341857" y="622504"/>
                  </a:lnTo>
                  <a:lnTo>
                    <a:pt x="341991" y="622518"/>
                  </a:lnTo>
                  <a:lnTo>
                    <a:pt x="342379" y="622517"/>
                  </a:lnTo>
                  <a:lnTo>
                    <a:pt x="342542" y="622507"/>
                  </a:lnTo>
                  <a:lnTo>
                    <a:pt x="342732" y="622461"/>
                  </a:lnTo>
                  <a:lnTo>
                    <a:pt x="343496" y="622372"/>
                  </a:lnTo>
                  <a:lnTo>
                    <a:pt x="343758" y="622309"/>
                  </a:lnTo>
                  <a:lnTo>
                    <a:pt x="344166" y="622231"/>
                  </a:lnTo>
                  <a:lnTo>
                    <a:pt x="344180" y="622624"/>
                  </a:lnTo>
                  <a:lnTo>
                    <a:pt x="344203" y="622884"/>
                  </a:lnTo>
                  <a:lnTo>
                    <a:pt x="344216" y="623253"/>
                  </a:lnTo>
                  <a:lnTo>
                    <a:pt x="344030" y="623388"/>
                  </a:lnTo>
                  <a:lnTo>
                    <a:pt x="344306" y="623464"/>
                  </a:lnTo>
                  <a:lnTo>
                    <a:pt x="344844" y="623661"/>
                  </a:lnTo>
                  <a:lnTo>
                    <a:pt x="345004" y="623728"/>
                  </a:lnTo>
                  <a:lnTo>
                    <a:pt x="345178" y="623698"/>
                  </a:lnTo>
                  <a:lnTo>
                    <a:pt x="346685" y="623111"/>
                  </a:lnTo>
                  <a:lnTo>
                    <a:pt x="346870" y="623103"/>
                  </a:lnTo>
                  <a:lnTo>
                    <a:pt x="347083" y="623038"/>
                  </a:lnTo>
                  <a:lnTo>
                    <a:pt x="347381" y="622982"/>
                  </a:lnTo>
                  <a:lnTo>
                    <a:pt x="347583" y="622950"/>
                  </a:lnTo>
                  <a:lnTo>
                    <a:pt x="348131" y="622981"/>
                  </a:lnTo>
                  <a:lnTo>
                    <a:pt x="348301" y="622999"/>
                  </a:lnTo>
                  <a:lnTo>
                    <a:pt x="349156" y="622950"/>
                  </a:lnTo>
                  <a:lnTo>
                    <a:pt x="349840" y="622689"/>
                  </a:lnTo>
                  <a:lnTo>
                    <a:pt x="350421" y="622289"/>
                  </a:lnTo>
                  <a:lnTo>
                    <a:pt x="350636" y="621869"/>
                  </a:lnTo>
                  <a:lnTo>
                    <a:pt x="351037" y="621698"/>
                  </a:lnTo>
                  <a:lnTo>
                    <a:pt x="351303" y="621681"/>
                  </a:lnTo>
                  <a:lnTo>
                    <a:pt x="351466" y="621623"/>
                  </a:lnTo>
                  <a:lnTo>
                    <a:pt x="351640" y="621629"/>
                  </a:lnTo>
                  <a:lnTo>
                    <a:pt x="351769" y="621645"/>
                  </a:lnTo>
                  <a:lnTo>
                    <a:pt x="352007" y="621661"/>
                  </a:lnTo>
                  <a:lnTo>
                    <a:pt x="352590" y="621648"/>
                  </a:lnTo>
                  <a:lnTo>
                    <a:pt x="353076" y="621695"/>
                  </a:lnTo>
                  <a:lnTo>
                    <a:pt x="353314" y="621636"/>
                  </a:lnTo>
                  <a:lnTo>
                    <a:pt x="353596" y="621386"/>
                  </a:lnTo>
                  <a:lnTo>
                    <a:pt x="353727" y="621384"/>
                  </a:lnTo>
                  <a:lnTo>
                    <a:pt x="353985" y="621299"/>
                  </a:lnTo>
                  <a:lnTo>
                    <a:pt x="354211" y="621358"/>
                  </a:lnTo>
                  <a:lnTo>
                    <a:pt x="354476" y="621357"/>
                  </a:lnTo>
                  <a:lnTo>
                    <a:pt x="354747" y="621399"/>
                  </a:lnTo>
                  <a:lnTo>
                    <a:pt x="355214" y="621373"/>
                  </a:lnTo>
                  <a:lnTo>
                    <a:pt x="355343" y="621252"/>
                  </a:lnTo>
                  <a:lnTo>
                    <a:pt x="355536" y="621119"/>
                  </a:lnTo>
                  <a:lnTo>
                    <a:pt x="355702" y="621157"/>
                  </a:lnTo>
                  <a:lnTo>
                    <a:pt x="355895" y="621162"/>
                  </a:lnTo>
                  <a:lnTo>
                    <a:pt x="356184" y="621177"/>
                  </a:lnTo>
                  <a:lnTo>
                    <a:pt x="356391" y="621146"/>
                  </a:lnTo>
                  <a:lnTo>
                    <a:pt x="356739" y="621218"/>
                  </a:lnTo>
                  <a:lnTo>
                    <a:pt x="357734" y="621307"/>
                  </a:lnTo>
                  <a:lnTo>
                    <a:pt x="358859" y="622099"/>
                  </a:lnTo>
                  <a:lnTo>
                    <a:pt x="358842" y="621852"/>
                  </a:lnTo>
                  <a:lnTo>
                    <a:pt x="358833" y="621699"/>
                  </a:lnTo>
                  <a:lnTo>
                    <a:pt x="358729" y="621337"/>
                  </a:lnTo>
                  <a:lnTo>
                    <a:pt x="361073" y="621113"/>
                  </a:lnTo>
                  <a:lnTo>
                    <a:pt x="361367" y="620965"/>
                  </a:lnTo>
                  <a:lnTo>
                    <a:pt x="361653" y="621042"/>
                  </a:lnTo>
                  <a:lnTo>
                    <a:pt x="362347" y="621248"/>
                  </a:lnTo>
                  <a:lnTo>
                    <a:pt x="362833" y="621484"/>
                  </a:lnTo>
                  <a:lnTo>
                    <a:pt x="362860" y="621923"/>
                  </a:lnTo>
                  <a:lnTo>
                    <a:pt x="362801" y="622327"/>
                  </a:lnTo>
                  <a:lnTo>
                    <a:pt x="362913" y="622850"/>
                  </a:lnTo>
                  <a:lnTo>
                    <a:pt x="363782" y="622618"/>
                  </a:lnTo>
                  <a:lnTo>
                    <a:pt x="364444" y="622061"/>
                  </a:lnTo>
                  <a:lnTo>
                    <a:pt x="364622" y="622248"/>
                  </a:lnTo>
                  <a:lnTo>
                    <a:pt x="364938" y="622120"/>
                  </a:lnTo>
                  <a:lnTo>
                    <a:pt x="365192" y="622126"/>
                  </a:lnTo>
                  <a:lnTo>
                    <a:pt x="366644" y="623526"/>
                  </a:lnTo>
                  <a:lnTo>
                    <a:pt x="366953" y="623067"/>
                  </a:lnTo>
                  <a:lnTo>
                    <a:pt x="367115" y="623037"/>
                  </a:lnTo>
                  <a:lnTo>
                    <a:pt x="367381" y="622941"/>
                  </a:lnTo>
                  <a:lnTo>
                    <a:pt x="367645" y="622883"/>
                  </a:lnTo>
                  <a:lnTo>
                    <a:pt x="367905" y="622846"/>
                  </a:lnTo>
                  <a:lnTo>
                    <a:pt x="368155" y="622797"/>
                  </a:lnTo>
                  <a:lnTo>
                    <a:pt x="368376" y="623441"/>
                  </a:lnTo>
                  <a:lnTo>
                    <a:pt x="368364" y="623710"/>
                  </a:lnTo>
                  <a:lnTo>
                    <a:pt x="368520" y="624122"/>
                  </a:lnTo>
                  <a:lnTo>
                    <a:pt x="368518" y="624278"/>
                  </a:lnTo>
                  <a:lnTo>
                    <a:pt x="368578" y="624555"/>
                  </a:lnTo>
                  <a:lnTo>
                    <a:pt x="368616" y="624783"/>
                  </a:lnTo>
                  <a:lnTo>
                    <a:pt x="368627" y="624963"/>
                  </a:lnTo>
                  <a:lnTo>
                    <a:pt x="368593" y="625204"/>
                  </a:lnTo>
                  <a:lnTo>
                    <a:pt x="368701" y="625400"/>
                  </a:lnTo>
                  <a:lnTo>
                    <a:pt x="369293" y="625093"/>
                  </a:lnTo>
                  <a:lnTo>
                    <a:pt x="369819" y="624618"/>
                  </a:lnTo>
                  <a:lnTo>
                    <a:pt x="369874" y="624355"/>
                  </a:lnTo>
                  <a:lnTo>
                    <a:pt x="370040" y="623772"/>
                  </a:lnTo>
                  <a:lnTo>
                    <a:pt x="371053" y="623654"/>
                  </a:lnTo>
                  <a:lnTo>
                    <a:pt x="371331" y="623641"/>
                  </a:lnTo>
                  <a:lnTo>
                    <a:pt x="371594" y="623551"/>
                  </a:lnTo>
                  <a:lnTo>
                    <a:pt x="371944" y="623400"/>
                  </a:lnTo>
                  <a:lnTo>
                    <a:pt x="372076" y="622974"/>
                  </a:lnTo>
                  <a:lnTo>
                    <a:pt x="372291" y="622437"/>
                  </a:lnTo>
                  <a:lnTo>
                    <a:pt x="372557" y="622181"/>
                  </a:lnTo>
                  <a:lnTo>
                    <a:pt x="372831" y="622205"/>
                  </a:lnTo>
                  <a:lnTo>
                    <a:pt x="373239" y="622260"/>
                  </a:lnTo>
                  <a:lnTo>
                    <a:pt x="374263" y="622894"/>
                  </a:lnTo>
                  <a:lnTo>
                    <a:pt x="374488" y="622809"/>
                  </a:lnTo>
                  <a:lnTo>
                    <a:pt x="374737" y="622747"/>
                  </a:lnTo>
                  <a:lnTo>
                    <a:pt x="374997" y="622684"/>
                  </a:lnTo>
                  <a:lnTo>
                    <a:pt x="375308" y="622633"/>
                  </a:lnTo>
                  <a:lnTo>
                    <a:pt x="375993" y="622415"/>
                  </a:lnTo>
                  <a:lnTo>
                    <a:pt x="376127" y="622370"/>
                  </a:lnTo>
                  <a:lnTo>
                    <a:pt x="376472" y="622322"/>
                  </a:lnTo>
                  <a:lnTo>
                    <a:pt x="376808" y="622252"/>
                  </a:lnTo>
                  <a:lnTo>
                    <a:pt x="378694" y="622401"/>
                  </a:lnTo>
                  <a:lnTo>
                    <a:pt x="378832" y="622132"/>
                  </a:lnTo>
                  <a:lnTo>
                    <a:pt x="379266" y="622442"/>
                  </a:lnTo>
                  <a:lnTo>
                    <a:pt x="379464" y="622424"/>
                  </a:lnTo>
                  <a:lnTo>
                    <a:pt x="379533" y="622078"/>
                  </a:lnTo>
                  <a:lnTo>
                    <a:pt x="379655" y="621811"/>
                  </a:lnTo>
                  <a:lnTo>
                    <a:pt x="379983" y="621687"/>
                  </a:lnTo>
                  <a:lnTo>
                    <a:pt x="380114" y="621607"/>
                  </a:lnTo>
                  <a:lnTo>
                    <a:pt x="380248" y="621527"/>
                  </a:lnTo>
                  <a:lnTo>
                    <a:pt x="380398" y="621412"/>
                  </a:lnTo>
                  <a:lnTo>
                    <a:pt x="380560" y="621206"/>
                  </a:lnTo>
                  <a:lnTo>
                    <a:pt x="380735" y="621295"/>
                  </a:lnTo>
                  <a:lnTo>
                    <a:pt x="380899" y="621373"/>
                  </a:lnTo>
                  <a:lnTo>
                    <a:pt x="381157" y="621532"/>
                  </a:lnTo>
                  <a:lnTo>
                    <a:pt x="381874" y="621714"/>
                  </a:lnTo>
                  <a:lnTo>
                    <a:pt x="382086" y="621378"/>
                  </a:lnTo>
                  <a:lnTo>
                    <a:pt x="382181" y="621226"/>
                  </a:lnTo>
                  <a:lnTo>
                    <a:pt x="382220" y="620850"/>
                  </a:lnTo>
                  <a:lnTo>
                    <a:pt x="382209" y="620693"/>
                  </a:lnTo>
                  <a:lnTo>
                    <a:pt x="382230" y="620494"/>
                  </a:lnTo>
                  <a:lnTo>
                    <a:pt x="382315" y="620256"/>
                  </a:lnTo>
                  <a:lnTo>
                    <a:pt x="382492" y="620140"/>
                  </a:lnTo>
                  <a:lnTo>
                    <a:pt x="382617" y="619803"/>
                  </a:lnTo>
                  <a:lnTo>
                    <a:pt x="382830" y="619580"/>
                  </a:lnTo>
                  <a:lnTo>
                    <a:pt x="382984" y="619504"/>
                  </a:lnTo>
                  <a:lnTo>
                    <a:pt x="383204" y="619391"/>
                  </a:lnTo>
                  <a:lnTo>
                    <a:pt x="383408" y="619374"/>
                  </a:lnTo>
                  <a:lnTo>
                    <a:pt x="383582" y="619411"/>
                  </a:lnTo>
                  <a:lnTo>
                    <a:pt x="383930" y="619632"/>
                  </a:lnTo>
                  <a:lnTo>
                    <a:pt x="383994" y="619766"/>
                  </a:lnTo>
                  <a:lnTo>
                    <a:pt x="384230" y="620260"/>
                  </a:lnTo>
                  <a:lnTo>
                    <a:pt x="384379" y="620764"/>
                  </a:lnTo>
                  <a:lnTo>
                    <a:pt x="384151" y="620902"/>
                  </a:lnTo>
                  <a:lnTo>
                    <a:pt x="383825" y="621911"/>
                  </a:lnTo>
                  <a:lnTo>
                    <a:pt x="384633" y="622573"/>
                  </a:lnTo>
                  <a:lnTo>
                    <a:pt x="385849" y="623571"/>
                  </a:lnTo>
                  <a:lnTo>
                    <a:pt x="386530" y="624134"/>
                  </a:lnTo>
                  <a:lnTo>
                    <a:pt x="387979" y="625332"/>
                  </a:lnTo>
                  <a:lnTo>
                    <a:pt x="389186" y="626306"/>
                  </a:lnTo>
                  <a:lnTo>
                    <a:pt x="391718" y="626616"/>
                  </a:lnTo>
                  <a:lnTo>
                    <a:pt x="400458" y="627098"/>
                  </a:lnTo>
                  <a:lnTo>
                    <a:pt x="402301" y="627178"/>
                  </a:lnTo>
                  <a:lnTo>
                    <a:pt x="402986" y="626068"/>
                  </a:lnTo>
                  <a:lnTo>
                    <a:pt x="403209" y="625720"/>
                  </a:lnTo>
                  <a:lnTo>
                    <a:pt x="403394" y="625440"/>
                  </a:lnTo>
                  <a:lnTo>
                    <a:pt x="403534" y="625381"/>
                  </a:lnTo>
                  <a:lnTo>
                    <a:pt x="404068" y="625865"/>
                  </a:lnTo>
                  <a:lnTo>
                    <a:pt x="404399" y="626145"/>
                  </a:lnTo>
                  <a:lnTo>
                    <a:pt x="404792" y="625998"/>
                  </a:lnTo>
                  <a:lnTo>
                    <a:pt x="405932" y="624804"/>
                  </a:lnTo>
                  <a:lnTo>
                    <a:pt x="406081" y="624653"/>
                  </a:lnTo>
                  <a:lnTo>
                    <a:pt x="406822" y="623902"/>
                  </a:lnTo>
                  <a:lnTo>
                    <a:pt x="407010" y="623720"/>
                  </a:lnTo>
                  <a:lnTo>
                    <a:pt x="407689" y="623025"/>
                  </a:lnTo>
                  <a:lnTo>
                    <a:pt x="408097" y="622615"/>
                  </a:lnTo>
                  <a:lnTo>
                    <a:pt x="408928" y="621816"/>
                  </a:lnTo>
                  <a:lnTo>
                    <a:pt x="409441" y="621345"/>
                  </a:lnTo>
                  <a:lnTo>
                    <a:pt x="409588" y="621207"/>
                  </a:lnTo>
                  <a:lnTo>
                    <a:pt x="410216" y="620667"/>
                  </a:lnTo>
                  <a:lnTo>
                    <a:pt x="410421" y="620485"/>
                  </a:lnTo>
                  <a:lnTo>
                    <a:pt x="410694" y="620228"/>
                  </a:lnTo>
                  <a:lnTo>
                    <a:pt x="410819" y="617430"/>
                  </a:lnTo>
                  <a:lnTo>
                    <a:pt x="410310" y="615626"/>
                  </a:lnTo>
                  <a:lnTo>
                    <a:pt x="409467" y="612852"/>
                  </a:lnTo>
                  <a:lnTo>
                    <a:pt x="408550" y="606156"/>
                  </a:lnTo>
                  <a:lnTo>
                    <a:pt x="408602" y="606009"/>
                  </a:lnTo>
                  <a:lnTo>
                    <a:pt x="407807" y="605343"/>
                  </a:lnTo>
                  <a:lnTo>
                    <a:pt x="407257" y="604874"/>
                  </a:lnTo>
                  <a:lnTo>
                    <a:pt x="400135" y="598761"/>
                  </a:lnTo>
                  <a:lnTo>
                    <a:pt x="398332" y="597227"/>
                  </a:lnTo>
                  <a:lnTo>
                    <a:pt x="397340" y="597752"/>
                  </a:lnTo>
                  <a:lnTo>
                    <a:pt x="397061" y="597903"/>
                  </a:lnTo>
                  <a:lnTo>
                    <a:pt x="396918" y="597978"/>
                  </a:lnTo>
                  <a:lnTo>
                    <a:pt x="396423" y="597889"/>
                  </a:lnTo>
                  <a:lnTo>
                    <a:pt x="392794" y="597233"/>
                  </a:lnTo>
                  <a:lnTo>
                    <a:pt x="391602" y="597109"/>
                  </a:lnTo>
                  <a:lnTo>
                    <a:pt x="387541" y="595385"/>
                  </a:lnTo>
                  <a:lnTo>
                    <a:pt x="385659" y="594586"/>
                  </a:lnTo>
                  <a:lnTo>
                    <a:pt x="381347" y="595230"/>
                  </a:lnTo>
                  <a:lnTo>
                    <a:pt x="380135" y="594647"/>
                  </a:lnTo>
                  <a:lnTo>
                    <a:pt x="379426" y="594305"/>
                  </a:lnTo>
                  <a:lnTo>
                    <a:pt x="381918" y="590921"/>
                  </a:lnTo>
                  <a:lnTo>
                    <a:pt x="382701" y="590486"/>
                  </a:lnTo>
                  <a:lnTo>
                    <a:pt x="384693" y="589383"/>
                  </a:lnTo>
                  <a:lnTo>
                    <a:pt x="384081" y="586576"/>
                  </a:lnTo>
                  <a:lnTo>
                    <a:pt x="383523" y="582661"/>
                  </a:lnTo>
                  <a:lnTo>
                    <a:pt x="383380" y="581666"/>
                  </a:lnTo>
                  <a:lnTo>
                    <a:pt x="383081" y="579514"/>
                  </a:lnTo>
                  <a:lnTo>
                    <a:pt x="383053" y="579312"/>
                  </a:lnTo>
                  <a:lnTo>
                    <a:pt x="386442" y="571224"/>
                  </a:lnTo>
                  <a:lnTo>
                    <a:pt x="386599" y="571400"/>
                  </a:lnTo>
                  <a:lnTo>
                    <a:pt x="386811" y="571670"/>
                  </a:lnTo>
                  <a:lnTo>
                    <a:pt x="387007" y="571956"/>
                  </a:lnTo>
                  <a:lnTo>
                    <a:pt x="387467" y="572536"/>
                  </a:lnTo>
                  <a:lnTo>
                    <a:pt x="387625" y="572659"/>
                  </a:lnTo>
                  <a:lnTo>
                    <a:pt x="387750" y="572840"/>
                  </a:lnTo>
                  <a:lnTo>
                    <a:pt x="387907" y="573058"/>
                  </a:lnTo>
                  <a:lnTo>
                    <a:pt x="388217" y="573635"/>
                  </a:lnTo>
                  <a:lnTo>
                    <a:pt x="388304" y="573829"/>
                  </a:lnTo>
                  <a:lnTo>
                    <a:pt x="388543" y="574461"/>
                  </a:lnTo>
                  <a:lnTo>
                    <a:pt x="388607" y="574599"/>
                  </a:lnTo>
                  <a:lnTo>
                    <a:pt x="388719" y="574852"/>
                  </a:lnTo>
                  <a:lnTo>
                    <a:pt x="389069" y="575418"/>
                  </a:lnTo>
                  <a:lnTo>
                    <a:pt x="389353" y="575843"/>
                  </a:lnTo>
                  <a:lnTo>
                    <a:pt x="389649" y="576291"/>
                  </a:lnTo>
                  <a:lnTo>
                    <a:pt x="390209" y="577151"/>
                  </a:lnTo>
                  <a:lnTo>
                    <a:pt x="390614" y="577810"/>
                  </a:lnTo>
                  <a:lnTo>
                    <a:pt x="391117" y="578530"/>
                  </a:lnTo>
                  <a:lnTo>
                    <a:pt x="391519" y="579012"/>
                  </a:lnTo>
                  <a:lnTo>
                    <a:pt x="391821" y="579376"/>
                  </a:lnTo>
                  <a:lnTo>
                    <a:pt x="392210" y="579466"/>
                  </a:lnTo>
                  <a:lnTo>
                    <a:pt x="392470" y="579520"/>
                  </a:lnTo>
                  <a:lnTo>
                    <a:pt x="393336" y="579993"/>
                  </a:lnTo>
                  <a:lnTo>
                    <a:pt x="393519" y="580187"/>
                  </a:lnTo>
                  <a:lnTo>
                    <a:pt x="393682" y="580314"/>
                  </a:lnTo>
                  <a:lnTo>
                    <a:pt x="393869" y="580416"/>
                  </a:lnTo>
                  <a:lnTo>
                    <a:pt x="393992" y="580553"/>
                  </a:lnTo>
                  <a:lnTo>
                    <a:pt x="394317" y="580829"/>
                  </a:lnTo>
                  <a:lnTo>
                    <a:pt x="395215" y="580697"/>
                  </a:lnTo>
                  <a:lnTo>
                    <a:pt x="395444" y="580783"/>
                  </a:lnTo>
                  <a:lnTo>
                    <a:pt x="395586" y="580849"/>
                  </a:lnTo>
                  <a:lnTo>
                    <a:pt x="396240" y="581134"/>
                  </a:lnTo>
                  <a:lnTo>
                    <a:pt x="396440" y="581206"/>
                  </a:lnTo>
                  <a:lnTo>
                    <a:pt x="397073" y="581362"/>
                  </a:lnTo>
                  <a:lnTo>
                    <a:pt x="401071" y="584016"/>
                  </a:lnTo>
                  <a:lnTo>
                    <a:pt x="401221" y="584035"/>
                  </a:lnTo>
                  <a:lnTo>
                    <a:pt x="401365" y="584038"/>
                  </a:lnTo>
                  <a:lnTo>
                    <a:pt x="401560" y="584057"/>
                  </a:lnTo>
                  <a:lnTo>
                    <a:pt x="401805" y="584091"/>
                  </a:lnTo>
                  <a:lnTo>
                    <a:pt x="402282" y="584128"/>
                  </a:lnTo>
                  <a:lnTo>
                    <a:pt x="402542" y="584132"/>
                  </a:lnTo>
                  <a:lnTo>
                    <a:pt x="402727" y="584124"/>
                  </a:lnTo>
                  <a:lnTo>
                    <a:pt x="403461" y="584064"/>
                  </a:lnTo>
                  <a:lnTo>
                    <a:pt x="404056" y="583933"/>
                  </a:lnTo>
                  <a:lnTo>
                    <a:pt x="404269" y="583876"/>
                  </a:lnTo>
                  <a:lnTo>
                    <a:pt x="404417" y="583868"/>
                  </a:lnTo>
                  <a:lnTo>
                    <a:pt x="404620" y="583886"/>
                  </a:lnTo>
                  <a:lnTo>
                    <a:pt x="405062" y="583998"/>
                  </a:lnTo>
                  <a:lnTo>
                    <a:pt x="405888" y="584774"/>
                  </a:lnTo>
                  <a:lnTo>
                    <a:pt x="406175" y="584815"/>
                  </a:lnTo>
                  <a:lnTo>
                    <a:pt x="406582" y="584865"/>
                  </a:lnTo>
                  <a:lnTo>
                    <a:pt x="406831" y="584920"/>
                  </a:lnTo>
                  <a:lnTo>
                    <a:pt x="407333" y="584999"/>
                  </a:lnTo>
                  <a:lnTo>
                    <a:pt x="407813" y="585068"/>
                  </a:lnTo>
                  <a:lnTo>
                    <a:pt x="408168" y="585126"/>
                  </a:lnTo>
                  <a:lnTo>
                    <a:pt x="408320" y="585147"/>
                  </a:lnTo>
                  <a:lnTo>
                    <a:pt x="409102" y="585266"/>
                  </a:lnTo>
                  <a:lnTo>
                    <a:pt x="409959" y="585407"/>
                  </a:lnTo>
                  <a:lnTo>
                    <a:pt x="410547" y="585508"/>
                  </a:lnTo>
                  <a:lnTo>
                    <a:pt x="410833" y="585555"/>
                  </a:lnTo>
                  <a:lnTo>
                    <a:pt x="411074" y="585579"/>
                  </a:lnTo>
                  <a:lnTo>
                    <a:pt x="411221" y="585578"/>
                  </a:lnTo>
                  <a:lnTo>
                    <a:pt x="411472" y="585645"/>
                  </a:lnTo>
                  <a:lnTo>
                    <a:pt x="412556" y="586544"/>
                  </a:lnTo>
                  <a:lnTo>
                    <a:pt x="415843" y="582392"/>
                  </a:lnTo>
                  <a:lnTo>
                    <a:pt x="416172" y="582239"/>
                  </a:lnTo>
                  <a:lnTo>
                    <a:pt x="416330" y="582160"/>
                  </a:lnTo>
                  <a:lnTo>
                    <a:pt x="417130" y="581766"/>
                  </a:lnTo>
                  <a:lnTo>
                    <a:pt x="418085" y="581264"/>
                  </a:lnTo>
                  <a:lnTo>
                    <a:pt x="418325" y="581037"/>
                  </a:lnTo>
                  <a:lnTo>
                    <a:pt x="418480" y="581018"/>
                  </a:lnTo>
                  <a:lnTo>
                    <a:pt x="418763" y="580894"/>
                  </a:lnTo>
                  <a:lnTo>
                    <a:pt x="419350" y="580476"/>
                  </a:lnTo>
                  <a:lnTo>
                    <a:pt x="419978" y="579942"/>
                  </a:lnTo>
                  <a:lnTo>
                    <a:pt x="420104" y="579657"/>
                  </a:lnTo>
                  <a:lnTo>
                    <a:pt x="420464" y="579477"/>
                  </a:lnTo>
                  <a:lnTo>
                    <a:pt x="420592" y="579720"/>
                  </a:lnTo>
                  <a:lnTo>
                    <a:pt x="420637" y="579872"/>
                  </a:lnTo>
                  <a:lnTo>
                    <a:pt x="420772" y="580010"/>
                  </a:lnTo>
                  <a:lnTo>
                    <a:pt x="420956" y="580142"/>
                  </a:lnTo>
                  <a:lnTo>
                    <a:pt x="421115" y="580215"/>
                  </a:lnTo>
                  <a:lnTo>
                    <a:pt x="421226" y="579920"/>
                  </a:lnTo>
                  <a:lnTo>
                    <a:pt x="421564" y="579756"/>
                  </a:lnTo>
                  <a:lnTo>
                    <a:pt x="421735" y="579729"/>
                  </a:lnTo>
                  <a:lnTo>
                    <a:pt x="421924" y="579719"/>
                  </a:lnTo>
                  <a:lnTo>
                    <a:pt x="422622" y="579421"/>
                  </a:lnTo>
                  <a:lnTo>
                    <a:pt x="422962" y="579271"/>
                  </a:lnTo>
                  <a:lnTo>
                    <a:pt x="423146" y="579190"/>
                  </a:lnTo>
                  <a:lnTo>
                    <a:pt x="423685" y="578952"/>
                  </a:lnTo>
                  <a:lnTo>
                    <a:pt x="424099" y="578761"/>
                  </a:lnTo>
                  <a:lnTo>
                    <a:pt x="424348" y="578650"/>
                  </a:lnTo>
                  <a:lnTo>
                    <a:pt x="424655" y="578514"/>
                  </a:lnTo>
                  <a:lnTo>
                    <a:pt x="424825" y="578434"/>
                  </a:lnTo>
                  <a:lnTo>
                    <a:pt x="424961" y="578391"/>
                  </a:lnTo>
                  <a:lnTo>
                    <a:pt x="425267" y="578260"/>
                  </a:lnTo>
                  <a:lnTo>
                    <a:pt x="425596" y="578111"/>
                  </a:lnTo>
                  <a:lnTo>
                    <a:pt x="425927" y="577961"/>
                  </a:lnTo>
                  <a:lnTo>
                    <a:pt x="426294" y="577808"/>
                  </a:lnTo>
                  <a:lnTo>
                    <a:pt x="426479" y="577724"/>
                  </a:lnTo>
                  <a:lnTo>
                    <a:pt x="426700" y="577619"/>
                  </a:lnTo>
                  <a:lnTo>
                    <a:pt x="426906" y="577528"/>
                  </a:lnTo>
                  <a:lnTo>
                    <a:pt x="427048" y="577473"/>
                  </a:lnTo>
                  <a:lnTo>
                    <a:pt x="427415" y="577296"/>
                  </a:lnTo>
                  <a:lnTo>
                    <a:pt x="427669" y="577200"/>
                  </a:lnTo>
                  <a:lnTo>
                    <a:pt x="427826" y="577122"/>
                  </a:lnTo>
                  <a:lnTo>
                    <a:pt x="428539" y="576795"/>
                  </a:lnTo>
                  <a:lnTo>
                    <a:pt x="429138" y="576518"/>
                  </a:lnTo>
                  <a:lnTo>
                    <a:pt x="429341" y="576429"/>
                  </a:lnTo>
                  <a:lnTo>
                    <a:pt x="429685" y="576264"/>
                  </a:lnTo>
                  <a:lnTo>
                    <a:pt x="429933" y="576166"/>
                  </a:lnTo>
                  <a:lnTo>
                    <a:pt x="430258" y="576021"/>
                  </a:lnTo>
                  <a:lnTo>
                    <a:pt x="430745" y="575783"/>
                  </a:lnTo>
                  <a:lnTo>
                    <a:pt x="431070" y="575650"/>
                  </a:lnTo>
                  <a:lnTo>
                    <a:pt x="431540" y="575445"/>
                  </a:lnTo>
                  <a:lnTo>
                    <a:pt x="431676" y="575386"/>
                  </a:lnTo>
                  <a:lnTo>
                    <a:pt x="432068" y="575469"/>
                  </a:lnTo>
                  <a:lnTo>
                    <a:pt x="432465" y="575554"/>
                  </a:lnTo>
                  <a:lnTo>
                    <a:pt x="432813" y="575596"/>
                  </a:lnTo>
                  <a:lnTo>
                    <a:pt x="433804" y="575810"/>
                  </a:lnTo>
                  <a:lnTo>
                    <a:pt x="434920" y="576076"/>
                  </a:lnTo>
                  <a:lnTo>
                    <a:pt x="435024" y="575706"/>
                  </a:lnTo>
                  <a:lnTo>
                    <a:pt x="435539" y="575201"/>
                  </a:lnTo>
                  <a:lnTo>
                    <a:pt x="435901" y="574722"/>
                  </a:lnTo>
                  <a:lnTo>
                    <a:pt x="436020" y="574271"/>
                  </a:lnTo>
                  <a:lnTo>
                    <a:pt x="436063" y="573962"/>
                  </a:lnTo>
                  <a:lnTo>
                    <a:pt x="436130" y="573632"/>
                  </a:lnTo>
                  <a:lnTo>
                    <a:pt x="435627" y="573300"/>
                  </a:lnTo>
                  <a:lnTo>
                    <a:pt x="435654" y="573150"/>
                  </a:lnTo>
                  <a:lnTo>
                    <a:pt x="435675" y="572994"/>
                  </a:lnTo>
                  <a:lnTo>
                    <a:pt x="435720" y="572765"/>
                  </a:lnTo>
                  <a:lnTo>
                    <a:pt x="435799" y="572429"/>
                  </a:lnTo>
                  <a:lnTo>
                    <a:pt x="435853" y="572073"/>
                  </a:lnTo>
                  <a:lnTo>
                    <a:pt x="435794" y="571703"/>
                  </a:lnTo>
                  <a:lnTo>
                    <a:pt x="435788" y="571506"/>
                  </a:lnTo>
                  <a:lnTo>
                    <a:pt x="435864" y="570985"/>
                  </a:lnTo>
                  <a:lnTo>
                    <a:pt x="435965" y="570674"/>
                  </a:lnTo>
                  <a:lnTo>
                    <a:pt x="436054" y="570200"/>
                  </a:lnTo>
                  <a:lnTo>
                    <a:pt x="436117" y="569821"/>
                  </a:lnTo>
                  <a:lnTo>
                    <a:pt x="436163" y="569584"/>
                  </a:lnTo>
                  <a:lnTo>
                    <a:pt x="436201" y="569347"/>
                  </a:lnTo>
                  <a:lnTo>
                    <a:pt x="436279" y="568985"/>
                  </a:lnTo>
                  <a:lnTo>
                    <a:pt x="436314" y="568831"/>
                  </a:lnTo>
                  <a:lnTo>
                    <a:pt x="436359" y="568663"/>
                  </a:lnTo>
                  <a:lnTo>
                    <a:pt x="436980" y="566989"/>
                  </a:lnTo>
                  <a:lnTo>
                    <a:pt x="437057" y="566833"/>
                  </a:lnTo>
                  <a:lnTo>
                    <a:pt x="436944" y="566180"/>
                  </a:lnTo>
                  <a:lnTo>
                    <a:pt x="436931" y="565873"/>
                  </a:lnTo>
                  <a:lnTo>
                    <a:pt x="437670" y="565251"/>
                  </a:lnTo>
                  <a:lnTo>
                    <a:pt x="437801" y="565548"/>
                  </a:lnTo>
                  <a:lnTo>
                    <a:pt x="438036" y="565048"/>
                  </a:lnTo>
                  <a:lnTo>
                    <a:pt x="438111" y="564884"/>
                  </a:lnTo>
                  <a:lnTo>
                    <a:pt x="438230" y="564603"/>
                  </a:lnTo>
                  <a:lnTo>
                    <a:pt x="438240" y="564455"/>
                  </a:lnTo>
                  <a:lnTo>
                    <a:pt x="437819" y="563610"/>
                  </a:lnTo>
                  <a:lnTo>
                    <a:pt x="437769" y="563290"/>
                  </a:lnTo>
                  <a:lnTo>
                    <a:pt x="437810" y="562625"/>
                  </a:lnTo>
                  <a:lnTo>
                    <a:pt x="439334" y="558722"/>
                  </a:lnTo>
                  <a:lnTo>
                    <a:pt x="439511" y="558403"/>
                  </a:lnTo>
                  <a:lnTo>
                    <a:pt x="441342" y="555535"/>
                  </a:lnTo>
                  <a:lnTo>
                    <a:pt x="444163" y="553492"/>
                  </a:lnTo>
                  <a:lnTo>
                    <a:pt x="444319" y="553783"/>
                  </a:lnTo>
                  <a:lnTo>
                    <a:pt x="444482" y="554060"/>
                  </a:lnTo>
                  <a:lnTo>
                    <a:pt x="447849" y="558859"/>
                  </a:lnTo>
                  <a:lnTo>
                    <a:pt x="451323" y="564725"/>
                  </a:lnTo>
                  <a:lnTo>
                    <a:pt x="451563" y="570380"/>
                  </a:lnTo>
                  <a:lnTo>
                    <a:pt x="451221" y="572489"/>
                  </a:lnTo>
                  <a:lnTo>
                    <a:pt x="451096" y="573261"/>
                  </a:lnTo>
                  <a:lnTo>
                    <a:pt x="450659" y="575960"/>
                  </a:lnTo>
                  <a:lnTo>
                    <a:pt x="449781" y="580049"/>
                  </a:lnTo>
                  <a:lnTo>
                    <a:pt x="451674" y="580808"/>
                  </a:lnTo>
                  <a:lnTo>
                    <a:pt x="452764" y="581324"/>
                  </a:lnTo>
                  <a:lnTo>
                    <a:pt x="455884" y="584055"/>
                  </a:lnTo>
                  <a:lnTo>
                    <a:pt x="456131" y="584279"/>
                  </a:lnTo>
                  <a:lnTo>
                    <a:pt x="456937" y="584961"/>
                  </a:lnTo>
                  <a:lnTo>
                    <a:pt x="457468" y="585411"/>
                  </a:lnTo>
                  <a:lnTo>
                    <a:pt x="457881" y="585780"/>
                  </a:lnTo>
                  <a:lnTo>
                    <a:pt x="458295" y="586490"/>
                  </a:lnTo>
                  <a:lnTo>
                    <a:pt x="458394" y="586629"/>
                  </a:lnTo>
                  <a:lnTo>
                    <a:pt x="458503" y="586807"/>
                  </a:lnTo>
                  <a:lnTo>
                    <a:pt x="458629" y="587011"/>
                  </a:lnTo>
                  <a:lnTo>
                    <a:pt x="459111" y="587788"/>
                  </a:lnTo>
                  <a:lnTo>
                    <a:pt x="460162" y="589489"/>
                  </a:lnTo>
                  <a:lnTo>
                    <a:pt x="460525" y="590142"/>
                  </a:lnTo>
                  <a:lnTo>
                    <a:pt x="460835" y="590368"/>
                  </a:lnTo>
                  <a:lnTo>
                    <a:pt x="461163" y="590563"/>
                  </a:lnTo>
                  <a:lnTo>
                    <a:pt x="461984" y="591075"/>
                  </a:lnTo>
                  <a:lnTo>
                    <a:pt x="462402" y="591397"/>
                  </a:lnTo>
                  <a:lnTo>
                    <a:pt x="462675" y="591641"/>
                  </a:lnTo>
                  <a:lnTo>
                    <a:pt x="462819" y="591770"/>
                  </a:lnTo>
                  <a:lnTo>
                    <a:pt x="463084" y="591920"/>
                  </a:lnTo>
                  <a:lnTo>
                    <a:pt x="463231" y="592032"/>
                  </a:lnTo>
                  <a:lnTo>
                    <a:pt x="463464" y="592179"/>
                  </a:lnTo>
                  <a:lnTo>
                    <a:pt x="463608" y="592207"/>
                  </a:lnTo>
                  <a:lnTo>
                    <a:pt x="464272" y="592378"/>
                  </a:lnTo>
                  <a:lnTo>
                    <a:pt x="465021" y="592661"/>
                  </a:lnTo>
                  <a:lnTo>
                    <a:pt x="465811" y="592942"/>
                  </a:lnTo>
                  <a:lnTo>
                    <a:pt x="466178" y="593048"/>
                  </a:lnTo>
                  <a:lnTo>
                    <a:pt x="466477" y="593758"/>
                  </a:lnTo>
                  <a:lnTo>
                    <a:pt x="466556" y="593950"/>
                  </a:lnTo>
                  <a:lnTo>
                    <a:pt x="466666" y="594226"/>
                  </a:lnTo>
                  <a:lnTo>
                    <a:pt x="466743" y="594420"/>
                  </a:lnTo>
                  <a:lnTo>
                    <a:pt x="466977" y="594924"/>
                  </a:lnTo>
                  <a:lnTo>
                    <a:pt x="467063" y="595108"/>
                  </a:lnTo>
                  <a:lnTo>
                    <a:pt x="467214" y="595423"/>
                  </a:lnTo>
                  <a:lnTo>
                    <a:pt x="467336" y="595696"/>
                  </a:lnTo>
                  <a:lnTo>
                    <a:pt x="467435" y="596031"/>
                  </a:lnTo>
                  <a:lnTo>
                    <a:pt x="467500" y="596229"/>
                  </a:lnTo>
                  <a:lnTo>
                    <a:pt x="467567" y="596450"/>
                  </a:lnTo>
                  <a:lnTo>
                    <a:pt x="467617" y="596611"/>
                  </a:lnTo>
                  <a:lnTo>
                    <a:pt x="467911" y="597563"/>
                  </a:lnTo>
                  <a:lnTo>
                    <a:pt x="468572" y="599682"/>
                  </a:lnTo>
                  <a:lnTo>
                    <a:pt x="469092" y="601342"/>
                  </a:lnTo>
                  <a:lnTo>
                    <a:pt x="469143" y="601504"/>
                  </a:lnTo>
                  <a:lnTo>
                    <a:pt x="469283" y="601995"/>
                  </a:lnTo>
                  <a:lnTo>
                    <a:pt x="469343" y="602212"/>
                  </a:lnTo>
                  <a:lnTo>
                    <a:pt x="469494" y="602748"/>
                  </a:lnTo>
                  <a:lnTo>
                    <a:pt x="469554" y="602962"/>
                  </a:lnTo>
                  <a:lnTo>
                    <a:pt x="469775" y="603793"/>
                  </a:lnTo>
                  <a:lnTo>
                    <a:pt x="469817" y="603948"/>
                  </a:lnTo>
                  <a:lnTo>
                    <a:pt x="469849" y="604081"/>
                  </a:lnTo>
                  <a:lnTo>
                    <a:pt x="470034" y="604673"/>
                  </a:lnTo>
                  <a:lnTo>
                    <a:pt x="470100" y="604855"/>
                  </a:lnTo>
                  <a:lnTo>
                    <a:pt x="470356" y="605509"/>
                  </a:lnTo>
                  <a:lnTo>
                    <a:pt x="470571" y="606078"/>
                  </a:lnTo>
                  <a:lnTo>
                    <a:pt x="470692" y="606414"/>
                  </a:lnTo>
                  <a:lnTo>
                    <a:pt x="470965" y="607155"/>
                  </a:lnTo>
                  <a:lnTo>
                    <a:pt x="471053" y="607389"/>
                  </a:lnTo>
                  <a:lnTo>
                    <a:pt x="471128" y="607686"/>
                  </a:lnTo>
                  <a:lnTo>
                    <a:pt x="471178" y="607888"/>
                  </a:lnTo>
                  <a:lnTo>
                    <a:pt x="471221" y="608056"/>
                  </a:lnTo>
                  <a:lnTo>
                    <a:pt x="471254" y="608701"/>
                  </a:lnTo>
                  <a:lnTo>
                    <a:pt x="471265" y="608931"/>
                  </a:lnTo>
                  <a:lnTo>
                    <a:pt x="471277" y="609121"/>
                  </a:lnTo>
                  <a:lnTo>
                    <a:pt x="471326" y="609930"/>
                  </a:lnTo>
                  <a:lnTo>
                    <a:pt x="471404" y="610288"/>
                  </a:lnTo>
                  <a:lnTo>
                    <a:pt x="471613" y="611125"/>
                  </a:lnTo>
                  <a:lnTo>
                    <a:pt x="471693" y="611543"/>
                  </a:lnTo>
                  <a:lnTo>
                    <a:pt x="471800" y="611792"/>
                  </a:lnTo>
                  <a:lnTo>
                    <a:pt x="471854" y="611989"/>
                  </a:lnTo>
                  <a:lnTo>
                    <a:pt x="471955" y="612440"/>
                  </a:lnTo>
                  <a:lnTo>
                    <a:pt x="471998" y="612586"/>
                  </a:lnTo>
                  <a:lnTo>
                    <a:pt x="472101" y="612890"/>
                  </a:lnTo>
                  <a:lnTo>
                    <a:pt x="472157" y="613111"/>
                  </a:lnTo>
                  <a:lnTo>
                    <a:pt x="472222" y="613330"/>
                  </a:lnTo>
                  <a:lnTo>
                    <a:pt x="472327" y="613663"/>
                  </a:lnTo>
                  <a:lnTo>
                    <a:pt x="472455" y="613983"/>
                  </a:lnTo>
                  <a:lnTo>
                    <a:pt x="472553" y="614380"/>
                  </a:lnTo>
                  <a:lnTo>
                    <a:pt x="472699" y="614720"/>
                  </a:lnTo>
                  <a:lnTo>
                    <a:pt x="472748" y="614904"/>
                  </a:lnTo>
                  <a:lnTo>
                    <a:pt x="472901" y="615071"/>
                  </a:lnTo>
                  <a:lnTo>
                    <a:pt x="473144" y="615322"/>
                  </a:lnTo>
                  <a:lnTo>
                    <a:pt x="473429" y="615638"/>
                  </a:lnTo>
                  <a:lnTo>
                    <a:pt x="473556" y="615746"/>
                  </a:lnTo>
                  <a:lnTo>
                    <a:pt x="473676" y="615887"/>
                  </a:lnTo>
                  <a:lnTo>
                    <a:pt x="474346" y="616779"/>
                  </a:lnTo>
                  <a:lnTo>
                    <a:pt x="474464" y="616972"/>
                  </a:lnTo>
                  <a:lnTo>
                    <a:pt x="474587" y="617162"/>
                  </a:lnTo>
                  <a:lnTo>
                    <a:pt x="474864" y="620832"/>
                  </a:lnTo>
                  <a:close/>
                </a:path>
              </a:pathLst>
            </a:custGeom>
            <a:solidFill>
              <a:srgbClr val="DDEEF5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9"/>
            <p:cNvSpPr/>
            <p:nvPr/>
          </p:nvSpPr>
          <p:spPr>
            <a:xfrm>
              <a:off x="961088" y="4628648"/>
              <a:ext cx="544892" cy="762613"/>
            </a:xfrm>
            <a:custGeom>
              <a:avLst/>
              <a:pathLst>
                <a:path w="544892" h="762613">
                  <a:moveTo>
                    <a:pt x="216341" y="101159"/>
                  </a:moveTo>
                  <a:lnTo>
                    <a:pt x="217738" y="97659"/>
                  </a:lnTo>
                  <a:lnTo>
                    <a:pt x="217789" y="96208"/>
                  </a:lnTo>
                  <a:lnTo>
                    <a:pt x="217850" y="94482"/>
                  </a:lnTo>
                  <a:lnTo>
                    <a:pt x="215512" y="91864"/>
                  </a:lnTo>
                  <a:lnTo>
                    <a:pt x="213328" y="89419"/>
                  </a:lnTo>
                  <a:lnTo>
                    <a:pt x="210351" y="86085"/>
                  </a:lnTo>
                  <a:lnTo>
                    <a:pt x="202720" y="77540"/>
                  </a:lnTo>
                  <a:lnTo>
                    <a:pt x="202792" y="76905"/>
                  </a:lnTo>
                  <a:lnTo>
                    <a:pt x="203092" y="74268"/>
                  </a:lnTo>
                  <a:lnTo>
                    <a:pt x="203331" y="72171"/>
                  </a:lnTo>
                  <a:lnTo>
                    <a:pt x="203685" y="69058"/>
                  </a:lnTo>
                  <a:lnTo>
                    <a:pt x="203775" y="68266"/>
                  </a:lnTo>
                  <a:lnTo>
                    <a:pt x="204094" y="65444"/>
                  </a:lnTo>
                  <a:lnTo>
                    <a:pt x="191549" y="40286"/>
                  </a:lnTo>
                  <a:lnTo>
                    <a:pt x="190863" y="38912"/>
                  </a:lnTo>
                  <a:lnTo>
                    <a:pt x="186344" y="34864"/>
                  </a:lnTo>
                  <a:lnTo>
                    <a:pt x="147426" y="0"/>
                  </a:lnTo>
                  <a:lnTo>
                    <a:pt x="146299" y="1255"/>
                  </a:lnTo>
                  <a:lnTo>
                    <a:pt x="129294" y="20225"/>
                  </a:lnTo>
                  <a:lnTo>
                    <a:pt x="129096" y="20447"/>
                  </a:lnTo>
                  <a:lnTo>
                    <a:pt x="127577" y="22242"/>
                  </a:lnTo>
                  <a:lnTo>
                    <a:pt x="126140" y="24103"/>
                  </a:lnTo>
                  <a:lnTo>
                    <a:pt x="124788" y="26027"/>
                  </a:lnTo>
                  <a:lnTo>
                    <a:pt x="110384" y="47544"/>
                  </a:lnTo>
                  <a:lnTo>
                    <a:pt x="105454" y="54907"/>
                  </a:lnTo>
                  <a:lnTo>
                    <a:pt x="99436" y="63896"/>
                  </a:lnTo>
                  <a:lnTo>
                    <a:pt x="98410" y="65492"/>
                  </a:lnTo>
                  <a:lnTo>
                    <a:pt x="87387" y="83332"/>
                  </a:lnTo>
                  <a:lnTo>
                    <a:pt x="84588" y="87861"/>
                  </a:lnTo>
                  <a:lnTo>
                    <a:pt x="60334" y="127294"/>
                  </a:lnTo>
                  <a:lnTo>
                    <a:pt x="50525" y="143243"/>
                  </a:lnTo>
                  <a:lnTo>
                    <a:pt x="42073" y="156981"/>
                  </a:lnTo>
                  <a:lnTo>
                    <a:pt x="41559" y="157835"/>
                  </a:lnTo>
                  <a:lnTo>
                    <a:pt x="40412" y="159889"/>
                  </a:lnTo>
                  <a:lnTo>
                    <a:pt x="39357" y="161992"/>
                  </a:lnTo>
                  <a:lnTo>
                    <a:pt x="38399" y="164141"/>
                  </a:lnTo>
                  <a:lnTo>
                    <a:pt x="37538" y="166330"/>
                  </a:lnTo>
                  <a:lnTo>
                    <a:pt x="36776" y="168556"/>
                  </a:lnTo>
                  <a:lnTo>
                    <a:pt x="36703" y="168806"/>
                  </a:lnTo>
                  <a:lnTo>
                    <a:pt x="36115" y="170814"/>
                  </a:lnTo>
                  <a:lnTo>
                    <a:pt x="35557" y="173100"/>
                  </a:lnTo>
                  <a:lnTo>
                    <a:pt x="29035" y="202729"/>
                  </a:lnTo>
                  <a:lnTo>
                    <a:pt x="28574" y="204820"/>
                  </a:lnTo>
                  <a:lnTo>
                    <a:pt x="25913" y="216911"/>
                  </a:lnTo>
                  <a:lnTo>
                    <a:pt x="18044" y="252652"/>
                  </a:lnTo>
                  <a:lnTo>
                    <a:pt x="11187" y="283802"/>
                  </a:lnTo>
                  <a:lnTo>
                    <a:pt x="7104" y="302348"/>
                  </a:lnTo>
                  <a:lnTo>
                    <a:pt x="2935" y="321288"/>
                  </a:lnTo>
                  <a:lnTo>
                    <a:pt x="2736" y="322233"/>
                  </a:lnTo>
                  <a:lnTo>
                    <a:pt x="2326" y="324550"/>
                  </a:lnTo>
                  <a:lnTo>
                    <a:pt x="767" y="334676"/>
                  </a:lnTo>
                  <a:lnTo>
                    <a:pt x="466" y="336972"/>
                  </a:lnTo>
                  <a:lnTo>
                    <a:pt x="303" y="338468"/>
                  </a:lnTo>
                  <a:lnTo>
                    <a:pt x="155" y="340044"/>
                  </a:lnTo>
                  <a:lnTo>
                    <a:pt x="25" y="342393"/>
                  </a:lnTo>
                  <a:lnTo>
                    <a:pt x="0" y="344746"/>
                  </a:lnTo>
                  <a:lnTo>
                    <a:pt x="80" y="347098"/>
                  </a:lnTo>
                  <a:lnTo>
                    <a:pt x="267" y="349444"/>
                  </a:lnTo>
                  <a:lnTo>
                    <a:pt x="4240" y="388090"/>
                  </a:lnTo>
                  <a:lnTo>
                    <a:pt x="6442" y="409510"/>
                  </a:lnTo>
                  <a:lnTo>
                    <a:pt x="7288" y="417740"/>
                  </a:lnTo>
                  <a:lnTo>
                    <a:pt x="7387" y="418701"/>
                  </a:lnTo>
                  <a:lnTo>
                    <a:pt x="8286" y="427446"/>
                  </a:lnTo>
                  <a:lnTo>
                    <a:pt x="10870" y="452583"/>
                  </a:lnTo>
                  <a:lnTo>
                    <a:pt x="11546" y="459159"/>
                  </a:lnTo>
                  <a:lnTo>
                    <a:pt x="11916" y="462753"/>
                  </a:lnTo>
                  <a:lnTo>
                    <a:pt x="13091" y="474179"/>
                  </a:lnTo>
                  <a:lnTo>
                    <a:pt x="13146" y="474716"/>
                  </a:lnTo>
                  <a:lnTo>
                    <a:pt x="14060" y="483608"/>
                  </a:lnTo>
                  <a:lnTo>
                    <a:pt x="14207" y="485035"/>
                  </a:lnTo>
                  <a:lnTo>
                    <a:pt x="14824" y="491035"/>
                  </a:lnTo>
                  <a:lnTo>
                    <a:pt x="15105" y="493777"/>
                  </a:lnTo>
                  <a:lnTo>
                    <a:pt x="15185" y="494548"/>
                  </a:lnTo>
                  <a:lnTo>
                    <a:pt x="15769" y="500237"/>
                  </a:lnTo>
                  <a:lnTo>
                    <a:pt x="15933" y="501831"/>
                  </a:lnTo>
                  <a:lnTo>
                    <a:pt x="16423" y="506597"/>
                  </a:lnTo>
                  <a:lnTo>
                    <a:pt x="17120" y="513375"/>
                  </a:lnTo>
                  <a:lnTo>
                    <a:pt x="18481" y="526607"/>
                  </a:lnTo>
                  <a:lnTo>
                    <a:pt x="18755" y="529275"/>
                  </a:lnTo>
                  <a:lnTo>
                    <a:pt x="19475" y="536276"/>
                  </a:lnTo>
                  <a:lnTo>
                    <a:pt x="19831" y="539862"/>
                  </a:lnTo>
                  <a:lnTo>
                    <a:pt x="19796" y="550790"/>
                  </a:lnTo>
                  <a:lnTo>
                    <a:pt x="19771" y="559095"/>
                  </a:lnTo>
                  <a:lnTo>
                    <a:pt x="19746" y="566918"/>
                  </a:lnTo>
                  <a:lnTo>
                    <a:pt x="19744" y="567572"/>
                  </a:lnTo>
                  <a:lnTo>
                    <a:pt x="19691" y="584373"/>
                  </a:lnTo>
                  <a:lnTo>
                    <a:pt x="19667" y="592359"/>
                  </a:lnTo>
                  <a:lnTo>
                    <a:pt x="19657" y="595455"/>
                  </a:lnTo>
                  <a:lnTo>
                    <a:pt x="19644" y="599562"/>
                  </a:lnTo>
                  <a:lnTo>
                    <a:pt x="19610" y="610448"/>
                  </a:lnTo>
                  <a:lnTo>
                    <a:pt x="19535" y="634929"/>
                  </a:lnTo>
                  <a:lnTo>
                    <a:pt x="19495" y="647586"/>
                  </a:lnTo>
                  <a:lnTo>
                    <a:pt x="19473" y="654358"/>
                  </a:lnTo>
                  <a:lnTo>
                    <a:pt x="19447" y="662897"/>
                  </a:lnTo>
                  <a:lnTo>
                    <a:pt x="19431" y="668001"/>
                  </a:lnTo>
                  <a:lnTo>
                    <a:pt x="19419" y="671710"/>
                  </a:lnTo>
                  <a:lnTo>
                    <a:pt x="19342" y="673210"/>
                  </a:lnTo>
                  <a:lnTo>
                    <a:pt x="19203" y="675910"/>
                  </a:lnTo>
                  <a:lnTo>
                    <a:pt x="18992" y="680007"/>
                  </a:lnTo>
                  <a:lnTo>
                    <a:pt x="18771" y="684293"/>
                  </a:lnTo>
                  <a:lnTo>
                    <a:pt x="18659" y="686464"/>
                  </a:lnTo>
                  <a:lnTo>
                    <a:pt x="18623" y="687156"/>
                  </a:lnTo>
                  <a:lnTo>
                    <a:pt x="18171" y="695941"/>
                  </a:lnTo>
                  <a:lnTo>
                    <a:pt x="17928" y="700648"/>
                  </a:lnTo>
                  <a:lnTo>
                    <a:pt x="16237" y="703975"/>
                  </a:lnTo>
                  <a:lnTo>
                    <a:pt x="5194" y="725704"/>
                  </a:lnTo>
                  <a:lnTo>
                    <a:pt x="4592" y="726889"/>
                  </a:lnTo>
                  <a:lnTo>
                    <a:pt x="51209" y="750582"/>
                  </a:lnTo>
                  <a:lnTo>
                    <a:pt x="74115" y="749909"/>
                  </a:lnTo>
                  <a:lnTo>
                    <a:pt x="76179" y="749849"/>
                  </a:lnTo>
                  <a:lnTo>
                    <a:pt x="79697" y="749745"/>
                  </a:lnTo>
                  <a:lnTo>
                    <a:pt x="82569" y="751692"/>
                  </a:lnTo>
                  <a:lnTo>
                    <a:pt x="85439" y="753637"/>
                  </a:lnTo>
                  <a:lnTo>
                    <a:pt x="86627" y="753638"/>
                  </a:lnTo>
                  <a:lnTo>
                    <a:pt x="87209" y="754277"/>
                  </a:lnTo>
                  <a:lnTo>
                    <a:pt x="87271" y="754637"/>
                  </a:lnTo>
                  <a:lnTo>
                    <a:pt x="87942" y="755312"/>
                  </a:lnTo>
                  <a:lnTo>
                    <a:pt x="88009" y="755613"/>
                  </a:lnTo>
                  <a:lnTo>
                    <a:pt x="88199" y="755907"/>
                  </a:lnTo>
                  <a:lnTo>
                    <a:pt x="88530" y="756239"/>
                  </a:lnTo>
                  <a:lnTo>
                    <a:pt x="88854" y="756315"/>
                  </a:lnTo>
                  <a:lnTo>
                    <a:pt x="89245" y="756693"/>
                  </a:lnTo>
                  <a:lnTo>
                    <a:pt x="89819" y="757005"/>
                  </a:lnTo>
                  <a:lnTo>
                    <a:pt x="90378" y="757707"/>
                  </a:lnTo>
                  <a:lnTo>
                    <a:pt x="90794" y="758227"/>
                  </a:lnTo>
                  <a:lnTo>
                    <a:pt x="91005" y="758325"/>
                  </a:lnTo>
                  <a:lnTo>
                    <a:pt x="91842" y="758710"/>
                  </a:lnTo>
                  <a:lnTo>
                    <a:pt x="92165" y="758860"/>
                  </a:lnTo>
                  <a:lnTo>
                    <a:pt x="93471" y="760737"/>
                  </a:lnTo>
                  <a:lnTo>
                    <a:pt x="94142" y="761509"/>
                  </a:lnTo>
                  <a:lnTo>
                    <a:pt x="94267" y="761683"/>
                  </a:lnTo>
                  <a:lnTo>
                    <a:pt x="94481" y="762062"/>
                  </a:lnTo>
                  <a:lnTo>
                    <a:pt x="94606" y="762374"/>
                  </a:lnTo>
                  <a:lnTo>
                    <a:pt x="94787" y="762541"/>
                  </a:lnTo>
                  <a:lnTo>
                    <a:pt x="94937" y="762613"/>
                  </a:lnTo>
                  <a:lnTo>
                    <a:pt x="95100" y="762591"/>
                  </a:lnTo>
                  <a:lnTo>
                    <a:pt x="95279" y="762363"/>
                  </a:lnTo>
                  <a:lnTo>
                    <a:pt x="95596" y="762214"/>
                  </a:lnTo>
                  <a:lnTo>
                    <a:pt x="96344" y="761929"/>
                  </a:lnTo>
                  <a:lnTo>
                    <a:pt x="96590" y="761828"/>
                  </a:lnTo>
                  <a:lnTo>
                    <a:pt x="96957" y="761674"/>
                  </a:lnTo>
                  <a:lnTo>
                    <a:pt x="97795" y="761339"/>
                  </a:lnTo>
                  <a:lnTo>
                    <a:pt x="97983" y="761295"/>
                  </a:lnTo>
                  <a:lnTo>
                    <a:pt x="98592" y="761165"/>
                  </a:lnTo>
                  <a:lnTo>
                    <a:pt x="98769" y="761127"/>
                  </a:lnTo>
                  <a:lnTo>
                    <a:pt x="99192" y="761041"/>
                  </a:lnTo>
                  <a:lnTo>
                    <a:pt x="99323" y="761015"/>
                  </a:lnTo>
                  <a:lnTo>
                    <a:pt x="99504" y="760978"/>
                  </a:lnTo>
                  <a:lnTo>
                    <a:pt x="99640" y="760949"/>
                  </a:lnTo>
                  <a:lnTo>
                    <a:pt x="99960" y="760851"/>
                  </a:lnTo>
                  <a:lnTo>
                    <a:pt x="100275" y="760806"/>
                  </a:lnTo>
                  <a:lnTo>
                    <a:pt x="100383" y="760584"/>
                  </a:lnTo>
                  <a:lnTo>
                    <a:pt x="100580" y="760288"/>
                  </a:lnTo>
                  <a:lnTo>
                    <a:pt x="100856" y="759921"/>
                  </a:lnTo>
                  <a:lnTo>
                    <a:pt x="100816" y="759676"/>
                  </a:lnTo>
                  <a:lnTo>
                    <a:pt x="100761" y="759293"/>
                  </a:lnTo>
                  <a:lnTo>
                    <a:pt x="100909" y="759222"/>
                  </a:lnTo>
                  <a:lnTo>
                    <a:pt x="101341" y="759023"/>
                  </a:lnTo>
                  <a:lnTo>
                    <a:pt x="101737" y="758853"/>
                  </a:lnTo>
                  <a:lnTo>
                    <a:pt x="102298" y="758507"/>
                  </a:lnTo>
                  <a:lnTo>
                    <a:pt x="102611" y="758510"/>
                  </a:lnTo>
                  <a:lnTo>
                    <a:pt x="102799" y="758513"/>
                  </a:lnTo>
                  <a:lnTo>
                    <a:pt x="103061" y="758529"/>
                  </a:lnTo>
                  <a:lnTo>
                    <a:pt x="103065" y="760885"/>
                  </a:lnTo>
                  <a:lnTo>
                    <a:pt x="103139" y="761323"/>
                  </a:lnTo>
                  <a:lnTo>
                    <a:pt x="104233" y="761330"/>
                  </a:lnTo>
                  <a:lnTo>
                    <a:pt x="104572" y="761393"/>
                  </a:lnTo>
                  <a:lnTo>
                    <a:pt x="105004" y="761430"/>
                  </a:lnTo>
                  <a:lnTo>
                    <a:pt x="105459" y="761715"/>
                  </a:lnTo>
                  <a:lnTo>
                    <a:pt x="106124" y="762178"/>
                  </a:lnTo>
                  <a:lnTo>
                    <a:pt x="106704" y="762011"/>
                  </a:lnTo>
                  <a:lnTo>
                    <a:pt x="106275" y="761323"/>
                  </a:lnTo>
                  <a:lnTo>
                    <a:pt x="106176" y="761165"/>
                  </a:lnTo>
                  <a:lnTo>
                    <a:pt x="105838" y="760622"/>
                  </a:lnTo>
                  <a:lnTo>
                    <a:pt x="105683" y="760375"/>
                  </a:lnTo>
                  <a:lnTo>
                    <a:pt x="105447" y="759964"/>
                  </a:lnTo>
                  <a:lnTo>
                    <a:pt x="106108" y="759890"/>
                  </a:lnTo>
                  <a:lnTo>
                    <a:pt x="106518" y="759847"/>
                  </a:lnTo>
                  <a:lnTo>
                    <a:pt x="106962" y="759799"/>
                  </a:lnTo>
                  <a:lnTo>
                    <a:pt x="107240" y="759770"/>
                  </a:lnTo>
                  <a:lnTo>
                    <a:pt x="107809" y="759710"/>
                  </a:lnTo>
                  <a:lnTo>
                    <a:pt x="107958" y="759694"/>
                  </a:lnTo>
                  <a:lnTo>
                    <a:pt x="108329" y="759655"/>
                  </a:lnTo>
                  <a:lnTo>
                    <a:pt x="108504" y="759637"/>
                  </a:lnTo>
                  <a:lnTo>
                    <a:pt x="109000" y="759585"/>
                  </a:lnTo>
                  <a:lnTo>
                    <a:pt x="109363" y="759547"/>
                  </a:lnTo>
                  <a:lnTo>
                    <a:pt x="109570" y="759233"/>
                  </a:lnTo>
                  <a:lnTo>
                    <a:pt x="109762" y="758899"/>
                  </a:lnTo>
                  <a:lnTo>
                    <a:pt x="110100" y="758407"/>
                  </a:lnTo>
                  <a:lnTo>
                    <a:pt x="110234" y="758443"/>
                  </a:lnTo>
                  <a:lnTo>
                    <a:pt x="110597" y="758542"/>
                  </a:lnTo>
                  <a:lnTo>
                    <a:pt x="110818" y="758602"/>
                  </a:lnTo>
                  <a:lnTo>
                    <a:pt x="110989" y="758648"/>
                  </a:lnTo>
                  <a:lnTo>
                    <a:pt x="111187" y="758702"/>
                  </a:lnTo>
                  <a:lnTo>
                    <a:pt x="111614" y="759217"/>
                  </a:lnTo>
                  <a:lnTo>
                    <a:pt x="111999" y="759263"/>
                  </a:lnTo>
                  <a:lnTo>
                    <a:pt x="112227" y="759290"/>
                  </a:lnTo>
                  <a:lnTo>
                    <a:pt x="112417" y="759313"/>
                  </a:lnTo>
                  <a:lnTo>
                    <a:pt x="112550" y="759329"/>
                  </a:lnTo>
                  <a:lnTo>
                    <a:pt x="112896" y="759370"/>
                  </a:lnTo>
                  <a:lnTo>
                    <a:pt x="113303" y="759418"/>
                  </a:lnTo>
                  <a:lnTo>
                    <a:pt x="113631" y="759456"/>
                  </a:lnTo>
                  <a:lnTo>
                    <a:pt x="114558" y="759489"/>
                  </a:lnTo>
                  <a:lnTo>
                    <a:pt x="114979" y="759500"/>
                  </a:lnTo>
                  <a:lnTo>
                    <a:pt x="115232" y="759441"/>
                  </a:lnTo>
                  <a:lnTo>
                    <a:pt x="115597" y="755041"/>
                  </a:lnTo>
                  <a:lnTo>
                    <a:pt x="116534" y="754411"/>
                  </a:lnTo>
                  <a:lnTo>
                    <a:pt x="117478" y="753776"/>
                  </a:lnTo>
                  <a:lnTo>
                    <a:pt x="120478" y="755274"/>
                  </a:lnTo>
                  <a:lnTo>
                    <a:pt x="122574" y="754170"/>
                  </a:lnTo>
                  <a:lnTo>
                    <a:pt x="124476" y="749422"/>
                  </a:lnTo>
                  <a:lnTo>
                    <a:pt x="126276" y="747701"/>
                  </a:lnTo>
                  <a:lnTo>
                    <a:pt x="129456" y="743783"/>
                  </a:lnTo>
                  <a:lnTo>
                    <a:pt x="129544" y="737721"/>
                  </a:lnTo>
                  <a:lnTo>
                    <a:pt x="129554" y="737036"/>
                  </a:lnTo>
                  <a:lnTo>
                    <a:pt x="129649" y="730483"/>
                  </a:lnTo>
                  <a:lnTo>
                    <a:pt x="132291" y="718823"/>
                  </a:lnTo>
                  <a:lnTo>
                    <a:pt x="133077" y="717400"/>
                  </a:lnTo>
                  <a:lnTo>
                    <a:pt x="136898" y="710482"/>
                  </a:lnTo>
                  <a:lnTo>
                    <a:pt x="136882" y="702618"/>
                  </a:lnTo>
                  <a:lnTo>
                    <a:pt x="140357" y="695568"/>
                  </a:lnTo>
                  <a:lnTo>
                    <a:pt x="142456" y="696113"/>
                  </a:lnTo>
                  <a:lnTo>
                    <a:pt x="145478" y="710389"/>
                  </a:lnTo>
                  <a:lnTo>
                    <a:pt x="148757" y="712788"/>
                  </a:lnTo>
                  <a:lnTo>
                    <a:pt x="151853" y="715054"/>
                  </a:lnTo>
                  <a:lnTo>
                    <a:pt x="162410" y="712945"/>
                  </a:lnTo>
                  <a:lnTo>
                    <a:pt x="162343" y="716459"/>
                  </a:lnTo>
                  <a:lnTo>
                    <a:pt x="162194" y="724296"/>
                  </a:lnTo>
                  <a:lnTo>
                    <a:pt x="163162" y="726885"/>
                  </a:lnTo>
                  <a:lnTo>
                    <a:pt x="163513" y="727030"/>
                  </a:lnTo>
                  <a:lnTo>
                    <a:pt x="164678" y="727511"/>
                  </a:lnTo>
                  <a:lnTo>
                    <a:pt x="168382" y="727369"/>
                  </a:lnTo>
                  <a:lnTo>
                    <a:pt x="167946" y="729452"/>
                  </a:lnTo>
                  <a:lnTo>
                    <a:pt x="168064" y="729831"/>
                  </a:lnTo>
                  <a:lnTo>
                    <a:pt x="168130" y="730042"/>
                  </a:lnTo>
                  <a:lnTo>
                    <a:pt x="168325" y="730681"/>
                  </a:lnTo>
                  <a:lnTo>
                    <a:pt x="168506" y="730957"/>
                  </a:lnTo>
                  <a:lnTo>
                    <a:pt x="169117" y="731885"/>
                  </a:lnTo>
                  <a:lnTo>
                    <a:pt x="169972" y="732473"/>
                  </a:lnTo>
                  <a:lnTo>
                    <a:pt x="170315" y="732709"/>
                  </a:lnTo>
                  <a:lnTo>
                    <a:pt x="171223" y="732817"/>
                  </a:lnTo>
                  <a:lnTo>
                    <a:pt x="171393" y="732839"/>
                  </a:lnTo>
                  <a:lnTo>
                    <a:pt x="171620" y="732867"/>
                  </a:lnTo>
                  <a:lnTo>
                    <a:pt x="171992" y="732915"/>
                  </a:lnTo>
                  <a:lnTo>
                    <a:pt x="172216" y="732940"/>
                  </a:lnTo>
                  <a:lnTo>
                    <a:pt x="172591" y="732983"/>
                  </a:lnTo>
                  <a:lnTo>
                    <a:pt x="172742" y="733055"/>
                  </a:lnTo>
                  <a:lnTo>
                    <a:pt x="173140" y="733245"/>
                  </a:lnTo>
                  <a:lnTo>
                    <a:pt x="173449" y="733374"/>
                  </a:lnTo>
                  <a:lnTo>
                    <a:pt x="173755" y="733508"/>
                  </a:lnTo>
                  <a:lnTo>
                    <a:pt x="174184" y="733745"/>
                  </a:lnTo>
                  <a:lnTo>
                    <a:pt x="174415" y="733926"/>
                  </a:lnTo>
                  <a:lnTo>
                    <a:pt x="174594" y="734065"/>
                  </a:lnTo>
                  <a:lnTo>
                    <a:pt x="174843" y="734111"/>
                  </a:lnTo>
                  <a:lnTo>
                    <a:pt x="175167" y="734169"/>
                  </a:lnTo>
                  <a:lnTo>
                    <a:pt x="175351" y="734207"/>
                  </a:lnTo>
                  <a:lnTo>
                    <a:pt x="175493" y="734240"/>
                  </a:lnTo>
                  <a:lnTo>
                    <a:pt x="176087" y="734385"/>
                  </a:lnTo>
                  <a:lnTo>
                    <a:pt x="176230" y="734421"/>
                  </a:lnTo>
                  <a:lnTo>
                    <a:pt x="176441" y="734475"/>
                  </a:lnTo>
                  <a:lnTo>
                    <a:pt x="177162" y="736964"/>
                  </a:lnTo>
                  <a:lnTo>
                    <a:pt x="177054" y="737209"/>
                  </a:lnTo>
                  <a:lnTo>
                    <a:pt x="176943" y="738048"/>
                  </a:lnTo>
                  <a:lnTo>
                    <a:pt x="176963" y="738278"/>
                  </a:lnTo>
                  <a:lnTo>
                    <a:pt x="177319" y="738928"/>
                  </a:lnTo>
                  <a:lnTo>
                    <a:pt x="177842" y="739380"/>
                  </a:lnTo>
                  <a:lnTo>
                    <a:pt x="178298" y="739105"/>
                  </a:lnTo>
                  <a:lnTo>
                    <a:pt x="178541" y="738772"/>
                  </a:lnTo>
                  <a:lnTo>
                    <a:pt x="178879" y="738851"/>
                  </a:lnTo>
                  <a:lnTo>
                    <a:pt x="180167" y="739153"/>
                  </a:lnTo>
                  <a:lnTo>
                    <a:pt x="181488" y="739923"/>
                  </a:lnTo>
                  <a:lnTo>
                    <a:pt x="181945" y="740189"/>
                  </a:lnTo>
                  <a:lnTo>
                    <a:pt x="182765" y="740671"/>
                  </a:lnTo>
                  <a:lnTo>
                    <a:pt x="182946" y="740777"/>
                  </a:lnTo>
                  <a:lnTo>
                    <a:pt x="183122" y="740879"/>
                  </a:lnTo>
                  <a:lnTo>
                    <a:pt x="183659" y="741254"/>
                  </a:lnTo>
                  <a:lnTo>
                    <a:pt x="184048" y="741525"/>
                  </a:lnTo>
                  <a:lnTo>
                    <a:pt x="184962" y="742162"/>
                  </a:lnTo>
                  <a:lnTo>
                    <a:pt x="185703" y="743161"/>
                  </a:lnTo>
                  <a:lnTo>
                    <a:pt x="185613" y="743802"/>
                  </a:lnTo>
                  <a:lnTo>
                    <a:pt x="185570" y="744102"/>
                  </a:lnTo>
                  <a:lnTo>
                    <a:pt x="185308" y="745895"/>
                  </a:lnTo>
                  <a:lnTo>
                    <a:pt x="185017" y="748009"/>
                  </a:lnTo>
                  <a:lnTo>
                    <a:pt x="185996" y="748068"/>
                  </a:lnTo>
                  <a:lnTo>
                    <a:pt x="188559" y="747395"/>
                  </a:lnTo>
                  <a:lnTo>
                    <a:pt x="189494" y="747149"/>
                  </a:lnTo>
                  <a:lnTo>
                    <a:pt x="189871" y="747050"/>
                  </a:lnTo>
                  <a:lnTo>
                    <a:pt x="190078" y="746650"/>
                  </a:lnTo>
                  <a:lnTo>
                    <a:pt x="190240" y="745947"/>
                  </a:lnTo>
                  <a:lnTo>
                    <a:pt x="191455" y="745224"/>
                  </a:lnTo>
                  <a:lnTo>
                    <a:pt x="195063" y="746183"/>
                  </a:lnTo>
                  <a:lnTo>
                    <a:pt x="195574" y="745625"/>
                  </a:lnTo>
                  <a:lnTo>
                    <a:pt x="195744" y="745295"/>
                  </a:lnTo>
                  <a:lnTo>
                    <a:pt x="195904" y="745199"/>
                  </a:lnTo>
                  <a:lnTo>
                    <a:pt x="196489" y="744907"/>
                  </a:lnTo>
                  <a:lnTo>
                    <a:pt x="196881" y="744711"/>
                  </a:lnTo>
                  <a:lnTo>
                    <a:pt x="197512" y="744616"/>
                  </a:lnTo>
                  <a:lnTo>
                    <a:pt x="199409" y="745229"/>
                  </a:lnTo>
                  <a:lnTo>
                    <a:pt x="200659" y="745714"/>
                  </a:lnTo>
                  <a:lnTo>
                    <a:pt x="200788" y="745765"/>
                  </a:lnTo>
                  <a:lnTo>
                    <a:pt x="201204" y="745919"/>
                  </a:lnTo>
                  <a:lnTo>
                    <a:pt x="201358" y="745977"/>
                  </a:lnTo>
                  <a:lnTo>
                    <a:pt x="201788" y="746389"/>
                  </a:lnTo>
                  <a:lnTo>
                    <a:pt x="202634" y="747194"/>
                  </a:lnTo>
                  <a:lnTo>
                    <a:pt x="203867" y="748223"/>
                  </a:lnTo>
                  <a:lnTo>
                    <a:pt x="204814" y="749015"/>
                  </a:lnTo>
                  <a:lnTo>
                    <a:pt x="205150" y="749137"/>
                  </a:lnTo>
                  <a:lnTo>
                    <a:pt x="205584" y="749238"/>
                  </a:lnTo>
                  <a:lnTo>
                    <a:pt x="205905" y="748943"/>
                  </a:lnTo>
                  <a:lnTo>
                    <a:pt x="206385" y="748747"/>
                  </a:lnTo>
                  <a:lnTo>
                    <a:pt x="208128" y="749641"/>
                  </a:lnTo>
                  <a:lnTo>
                    <a:pt x="210770" y="749802"/>
                  </a:lnTo>
                  <a:lnTo>
                    <a:pt x="211066" y="749820"/>
                  </a:lnTo>
                  <a:lnTo>
                    <a:pt x="211214" y="749830"/>
                  </a:lnTo>
                  <a:lnTo>
                    <a:pt x="213507" y="749738"/>
                  </a:lnTo>
                  <a:lnTo>
                    <a:pt x="213645" y="749469"/>
                  </a:lnTo>
                  <a:lnTo>
                    <a:pt x="213754" y="749257"/>
                  </a:lnTo>
                  <a:lnTo>
                    <a:pt x="214055" y="748674"/>
                  </a:lnTo>
                  <a:lnTo>
                    <a:pt x="214402" y="748012"/>
                  </a:lnTo>
                  <a:lnTo>
                    <a:pt x="214485" y="747439"/>
                  </a:lnTo>
                  <a:lnTo>
                    <a:pt x="214571" y="746915"/>
                  </a:lnTo>
                  <a:lnTo>
                    <a:pt x="214846" y="746219"/>
                  </a:lnTo>
                  <a:lnTo>
                    <a:pt x="214843" y="745379"/>
                  </a:lnTo>
                  <a:lnTo>
                    <a:pt x="214852" y="744838"/>
                  </a:lnTo>
                  <a:lnTo>
                    <a:pt x="214486" y="743929"/>
                  </a:lnTo>
                  <a:lnTo>
                    <a:pt x="214107" y="743295"/>
                  </a:lnTo>
                  <a:lnTo>
                    <a:pt x="213894" y="742777"/>
                  </a:lnTo>
                  <a:lnTo>
                    <a:pt x="213732" y="742432"/>
                  </a:lnTo>
                  <a:lnTo>
                    <a:pt x="214376" y="741975"/>
                  </a:lnTo>
                  <a:lnTo>
                    <a:pt x="214858" y="741634"/>
                  </a:lnTo>
                  <a:lnTo>
                    <a:pt x="215193" y="740859"/>
                  </a:lnTo>
                  <a:lnTo>
                    <a:pt x="214735" y="739936"/>
                  </a:lnTo>
                  <a:lnTo>
                    <a:pt x="215136" y="738324"/>
                  </a:lnTo>
                  <a:lnTo>
                    <a:pt x="215385" y="738012"/>
                  </a:lnTo>
                  <a:lnTo>
                    <a:pt x="215517" y="737846"/>
                  </a:lnTo>
                  <a:lnTo>
                    <a:pt x="215951" y="737301"/>
                  </a:lnTo>
                  <a:lnTo>
                    <a:pt x="215733" y="736505"/>
                  </a:lnTo>
                  <a:lnTo>
                    <a:pt x="216713" y="735206"/>
                  </a:lnTo>
                  <a:lnTo>
                    <a:pt x="217190" y="735671"/>
                  </a:lnTo>
                  <a:lnTo>
                    <a:pt x="217582" y="735926"/>
                  </a:lnTo>
                  <a:lnTo>
                    <a:pt x="218672" y="734569"/>
                  </a:lnTo>
                  <a:lnTo>
                    <a:pt x="218821" y="734287"/>
                  </a:lnTo>
                  <a:lnTo>
                    <a:pt x="218951" y="734012"/>
                  </a:lnTo>
                  <a:lnTo>
                    <a:pt x="219774" y="732429"/>
                  </a:lnTo>
                  <a:lnTo>
                    <a:pt x="219946" y="731178"/>
                  </a:lnTo>
                  <a:lnTo>
                    <a:pt x="220132" y="730733"/>
                  </a:lnTo>
                  <a:lnTo>
                    <a:pt x="220214" y="730538"/>
                  </a:lnTo>
                  <a:lnTo>
                    <a:pt x="220363" y="730178"/>
                  </a:lnTo>
                  <a:lnTo>
                    <a:pt x="220543" y="729375"/>
                  </a:lnTo>
                  <a:lnTo>
                    <a:pt x="220774" y="728636"/>
                  </a:lnTo>
                  <a:lnTo>
                    <a:pt x="220902" y="728060"/>
                  </a:lnTo>
                  <a:lnTo>
                    <a:pt x="221268" y="727283"/>
                  </a:lnTo>
                  <a:lnTo>
                    <a:pt x="221177" y="727062"/>
                  </a:lnTo>
                  <a:lnTo>
                    <a:pt x="221675" y="726634"/>
                  </a:lnTo>
                  <a:lnTo>
                    <a:pt x="221744" y="726397"/>
                  </a:lnTo>
                  <a:lnTo>
                    <a:pt x="223175" y="722941"/>
                  </a:lnTo>
                  <a:lnTo>
                    <a:pt x="223804" y="722705"/>
                  </a:lnTo>
                  <a:lnTo>
                    <a:pt x="225041" y="722247"/>
                  </a:lnTo>
                  <a:lnTo>
                    <a:pt x="227845" y="721323"/>
                  </a:lnTo>
                  <a:lnTo>
                    <a:pt x="228655" y="721056"/>
                  </a:lnTo>
                  <a:lnTo>
                    <a:pt x="228967" y="719103"/>
                  </a:lnTo>
                  <a:lnTo>
                    <a:pt x="229038" y="718663"/>
                  </a:lnTo>
                  <a:lnTo>
                    <a:pt x="229540" y="715608"/>
                  </a:lnTo>
                  <a:lnTo>
                    <a:pt x="229779" y="714136"/>
                  </a:lnTo>
                  <a:lnTo>
                    <a:pt x="229805" y="713602"/>
                  </a:lnTo>
                  <a:lnTo>
                    <a:pt x="230149" y="712643"/>
                  </a:lnTo>
                  <a:lnTo>
                    <a:pt x="230673" y="711601"/>
                  </a:lnTo>
                  <a:lnTo>
                    <a:pt x="231047" y="711145"/>
                  </a:lnTo>
                  <a:lnTo>
                    <a:pt x="231372" y="710751"/>
                  </a:lnTo>
                  <a:lnTo>
                    <a:pt x="231821" y="710204"/>
                  </a:lnTo>
                  <a:lnTo>
                    <a:pt x="233956" y="707561"/>
                  </a:lnTo>
                  <a:lnTo>
                    <a:pt x="235318" y="704981"/>
                  </a:lnTo>
                  <a:lnTo>
                    <a:pt x="237749" y="704338"/>
                  </a:lnTo>
                  <a:lnTo>
                    <a:pt x="239152" y="701751"/>
                  </a:lnTo>
                  <a:lnTo>
                    <a:pt x="239889" y="701245"/>
                  </a:lnTo>
                  <a:lnTo>
                    <a:pt x="241057" y="701773"/>
                  </a:lnTo>
                  <a:lnTo>
                    <a:pt x="242146" y="701723"/>
                  </a:lnTo>
                  <a:lnTo>
                    <a:pt x="246306" y="701530"/>
                  </a:lnTo>
                  <a:lnTo>
                    <a:pt x="246505" y="701521"/>
                  </a:lnTo>
                  <a:lnTo>
                    <a:pt x="247385" y="701480"/>
                  </a:lnTo>
                  <a:lnTo>
                    <a:pt x="247631" y="701469"/>
                  </a:lnTo>
                  <a:lnTo>
                    <a:pt x="252187" y="701258"/>
                  </a:lnTo>
                  <a:lnTo>
                    <a:pt x="253311" y="699605"/>
                  </a:lnTo>
                  <a:lnTo>
                    <a:pt x="253455" y="699393"/>
                  </a:lnTo>
                  <a:lnTo>
                    <a:pt x="254665" y="697613"/>
                  </a:lnTo>
                  <a:lnTo>
                    <a:pt x="254910" y="697253"/>
                  </a:lnTo>
                  <a:lnTo>
                    <a:pt x="257109" y="696257"/>
                  </a:lnTo>
                  <a:lnTo>
                    <a:pt x="257249" y="696194"/>
                  </a:lnTo>
                  <a:lnTo>
                    <a:pt x="257581" y="696043"/>
                  </a:lnTo>
                  <a:lnTo>
                    <a:pt x="257831" y="695930"/>
                  </a:lnTo>
                  <a:lnTo>
                    <a:pt x="258859" y="695464"/>
                  </a:lnTo>
                  <a:lnTo>
                    <a:pt x="259496" y="695176"/>
                  </a:lnTo>
                  <a:lnTo>
                    <a:pt x="260432" y="694752"/>
                  </a:lnTo>
                  <a:lnTo>
                    <a:pt x="260725" y="694619"/>
                  </a:lnTo>
                  <a:lnTo>
                    <a:pt x="261256" y="694378"/>
                  </a:lnTo>
                  <a:lnTo>
                    <a:pt x="265232" y="691507"/>
                  </a:lnTo>
                  <a:lnTo>
                    <a:pt x="266864" y="690523"/>
                  </a:lnTo>
                  <a:lnTo>
                    <a:pt x="268692" y="689420"/>
                  </a:lnTo>
                  <a:lnTo>
                    <a:pt x="269679" y="690052"/>
                  </a:lnTo>
                  <a:lnTo>
                    <a:pt x="270100" y="690321"/>
                  </a:lnTo>
                  <a:lnTo>
                    <a:pt x="271686" y="691335"/>
                  </a:lnTo>
                  <a:lnTo>
                    <a:pt x="272027" y="692015"/>
                  </a:lnTo>
                  <a:lnTo>
                    <a:pt x="272125" y="692211"/>
                  </a:lnTo>
                  <a:lnTo>
                    <a:pt x="272540" y="692841"/>
                  </a:lnTo>
                  <a:lnTo>
                    <a:pt x="275779" y="692972"/>
                  </a:lnTo>
                  <a:lnTo>
                    <a:pt x="276239" y="692991"/>
                  </a:lnTo>
                  <a:lnTo>
                    <a:pt x="276399" y="692992"/>
                  </a:lnTo>
                  <a:lnTo>
                    <a:pt x="276832" y="692969"/>
                  </a:lnTo>
                  <a:lnTo>
                    <a:pt x="277213" y="692780"/>
                  </a:lnTo>
                  <a:lnTo>
                    <a:pt x="277803" y="692879"/>
                  </a:lnTo>
                  <a:lnTo>
                    <a:pt x="278841" y="692619"/>
                  </a:lnTo>
                  <a:lnTo>
                    <a:pt x="279403" y="692488"/>
                  </a:lnTo>
                  <a:lnTo>
                    <a:pt x="280486" y="692249"/>
                  </a:lnTo>
                  <a:lnTo>
                    <a:pt x="281383" y="692050"/>
                  </a:lnTo>
                  <a:lnTo>
                    <a:pt x="282376" y="691873"/>
                  </a:lnTo>
                  <a:lnTo>
                    <a:pt x="283288" y="691624"/>
                  </a:lnTo>
                  <a:lnTo>
                    <a:pt x="283480" y="691356"/>
                  </a:lnTo>
                  <a:lnTo>
                    <a:pt x="283781" y="691249"/>
                  </a:lnTo>
                  <a:lnTo>
                    <a:pt x="284028" y="691133"/>
                  </a:lnTo>
                  <a:lnTo>
                    <a:pt x="284255" y="690952"/>
                  </a:lnTo>
                  <a:lnTo>
                    <a:pt x="284502" y="691337"/>
                  </a:lnTo>
                  <a:lnTo>
                    <a:pt x="285234" y="692184"/>
                  </a:lnTo>
                  <a:lnTo>
                    <a:pt x="285598" y="692542"/>
                  </a:lnTo>
                  <a:lnTo>
                    <a:pt x="287007" y="694298"/>
                  </a:lnTo>
                  <a:lnTo>
                    <a:pt x="287554" y="694904"/>
                  </a:lnTo>
                  <a:lnTo>
                    <a:pt x="287588" y="695054"/>
                  </a:lnTo>
                  <a:lnTo>
                    <a:pt x="287682" y="695881"/>
                  </a:lnTo>
                  <a:lnTo>
                    <a:pt x="287826" y="696142"/>
                  </a:lnTo>
                  <a:lnTo>
                    <a:pt x="287869" y="696289"/>
                  </a:lnTo>
                  <a:lnTo>
                    <a:pt x="288017" y="696603"/>
                  </a:lnTo>
                  <a:lnTo>
                    <a:pt x="288140" y="696801"/>
                  </a:lnTo>
                  <a:lnTo>
                    <a:pt x="288243" y="696976"/>
                  </a:lnTo>
                  <a:lnTo>
                    <a:pt x="288234" y="697299"/>
                  </a:lnTo>
                  <a:lnTo>
                    <a:pt x="288060" y="697642"/>
                  </a:lnTo>
                  <a:lnTo>
                    <a:pt x="287189" y="699072"/>
                  </a:lnTo>
                  <a:lnTo>
                    <a:pt x="286839" y="700632"/>
                  </a:lnTo>
                  <a:lnTo>
                    <a:pt x="286555" y="701832"/>
                  </a:lnTo>
                  <a:lnTo>
                    <a:pt x="286353" y="702686"/>
                  </a:lnTo>
                  <a:lnTo>
                    <a:pt x="285998" y="704254"/>
                  </a:lnTo>
                  <a:lnTo>
                    <a:pt x="285965" y="704397"/>
                  </a:lnTo>
                  <a:lnTo>
                    <a:pt x="285373" y="704820"/>
                  </a:lnTo>
                  <a:lnTo>
                    <a:pt x="285435" y="706386"/>
                  </a:lnTo>
                  <a:lnTo>
                    <a:pt x="284995" y="707656"/>
                  </a:lnTo>
                  <a:lnTo>
                    <a:pt x="285528" y="709748"/>
                  </a:lnTo>
                  <a:lnTo>
                    <a:pt x="285859" y="710198"/>
                  </a:lnTo>
                  <a:lnTo>
                    <a:pt x="286117" y="710508"/>
                  </a:lnTo>
                  <a:lnTo>
                    <a:pt x="286161" y="711015"/>
                  </a:lnTo>
                  <a:lnTo>
                    <a:pt x="285179" y="712511"/>
                  </a:lnTo>
                  <a:lnTo>
                    <a:pt x="284061" y="714213"/>
                  </a:lnTo>
                  <a:lnTo>
                    <a:pt x="283367" y="715795"/>
                  </a:lnTo>
                  <a:lnTo>
                    <a:pt x="283091" y="716010"/>
                  </a:lnTo>
                  <a:lnTo>
                    <a:pt x="282792" y="716242"/>
                  </a:lnTo>
                  <a:lnTo>
                    <a:pt x="282688" y="716771"/>
                  </a:lnTo>
                  <a:lnTo>
                    <a:pt x="282629" y="717073"/>
                  </a:lnTo>
                  <a:lnTo>
                    <a:pt x="282504" y="717711"/>
                  </a:lnTo>
                  <a:lnTo>
                    <a:pt x="282264" y="718163"/>
                  </a:lnTo>
                  <a:lnTo>
                    <a:pt x="281931" y="718787"/>
                  </a:lnTo>
                  <a:lnTo>
                    <a:pt x="281500" y="719597"/>
                  </a:lnTo>
                  <a:lnTo>
                    <a:pt x="281045" y="720294"/>
                  </a:lnTo>
                  <a:lnTo>
                    <a:pt x="280907" y="720504"/>
                  </a:lnTo>
                  <a:lnTo>
                    <a:pt x="280536" y="721343"/>
                  </a:lnTo>
                  <a:lnTo>
                    <a:pt x="280037" y="722470"/>
                  </a:lnTo>
                  <a:lnTo>
                    <a:pt x="279830" y="722940"/>
                  </a:lnTo>
                  <a:lnTo>
                    <a:pt x="279494" y="723699"/>
                  </a:lnTo>
                  <a:lnTo>
                    <a:pt x="279447" y="724015"/>
                  </a:lnTo>
                  <a:lnTo>
                    <a:pt x="279343" y="724711"/>
                  </a:lnTo>
                  <a:lnTo>
                    <a:pt x="279237" y="725454"/>
                  </a:lnTo>
                  <a:lnTo>
                    <a:pt x="279352" y="726241"/>
                  </a:lnTo>
                  <a:lnTo>
                    <a:pt x="279458" y="726937"/>
                  </a:lnTo>
                  <a:lnTo>
                    <a:pt x="279629" y="728058"/>
                  </a:lnTo>
                  <a:lnTo>
                    <a:pt x="281688" y="729156"/>
                  </a:lnTo>
                  <a:lnTo>
                    <a:pt x="282936" y="729822"/>
                  </a:lnTo>
                  <a:lnTo>
                    <a:pt x="283233" y="729980"/>
                  </a:lnTo>
                  <a:lnTo>
                    <a:pt x="283524" y="730136"/>
                  </a:lnTo>
                  <a:lnTo>
                    <a:pt x="285518" y="730855"/>
                  </a:lnTo>
                  <a:lnTo>
                    <a:pt x="285704" y="730888"/>
                  </a:lnTo>
                  <a:lnTo>
                    <a:pt x="286069" y="730954"/>
                  </a:lnTo>
                  <a:lnTo>
                    <a:pt x="286227" y="730982"/>
                  </a:lnTo>
                  <a:lnTo>
                    <a:pt x="286532" y="730919"/>
                  </a:lnTo>
                  <a:lnTo>
                    <a:pt x="287047" y="730774"/>
                  </a:lnTo>
                  <a:lnTo>
                    <a:pt x="287421" y="730669"/>
                  </a:lnTo>
                  <a:lnTo>
                    <a:pt x="287965" y="730516"/>
                  </a:lnTo>
                  <a:lnTo>
                    <a:pt x="288917" y="730249"/>
                  </a:lnTo>
                  <a:lnTo>
                    <a:pt x="289487" y="730086"/>
                  </a:lnTo>
                  <a:lnTo>
                    <a:pt x="290276" y="729869"/>
                  </a:lnTo>
                  <a:lnTo>
                    <a:pt x="291327" y="729787"/>
                  </a:lnTo>
                  <a:lnTo>
                    <a:pt x="291541" y="729877"/>
                  </a:lnTo>
                  <a:lnTo>
                    <a:pt x="291670" y="729931"/>
                  </a:lnTo>
                  <a:lnTo>
                    <a:pt x="291945" y="729994"/>
                  </a:lnTo>
                  <a:lnTo>
                    <a:pt x="292768" y="729913"/>
                  </a:lnTo>
                  <a:lnTo>
                    <a:pt x="293142" y="730224"/>
                  </a:lnTo>
                  <a:lnTo>
                    <a:pt x="293459" y="730283"/>
                  </a:lnTo>
                  <a:lnTo>
                    <a:pt x="294052" y="730200"/>
                  </a:lnTo>
                  <a:lnTo>
                    <a:pt x="294618" y="729714"/>
                  </a:lnTo>
                  <a:lnTo>
                    <a:pt x="294689" y="729224"/>
                  </a:lnTo>
                  <a:lnTo>
                    <a:pt x="294734" y="728936"/>
                  </a:lnTo>
                  <a:lnTo>
                    <a:pt x="294926" y="728604"/>
                  </a:lnTo>
                  <a:lnTo>
                    <a:pt x="295270" y="728278"/>
                  </a:lnTo>
                  <a:lnTo>
                    <a:pt x="295579" y="728169"/>
                  </a:lnTo>
                  <a:lnTo>
                    <a:pt x="296239" y="727935"/>
                  </a:lnTo>
                  <a:lnTo>
                    <a:pt x="296614" y="727610"/>
                  </a:lnTo>
                  <a:lnTo>
                    <a:pt x="297011" y="727399"/>
                  </a:lnTo>
                  <a:lnTo>
                    <a:pt x="297595" y="727090"/>
                  </a:lnTo>
                  <a:lnTo>
                    <a:pt x="298917" y="726539"/>
                  </a:lnTo>
                  <a:lnTo>
                    <a:pt x="299351" y="726286"/>
                  </a:lnTo>
                  <a:lnTo>
                    <a:pt x="299866" y="725987"/>
                  </a:lnTo>
                  <a:lnTo>
                    <a:pt x="301135" y="725250"/>
                  </a:lnTo>
                  <a:lnTo>
                    <a:pt x="302128" y="724820"/>
                  </a:lnTo>
                  <a:lnTo>
                    <a:pt x="305202" y="723488"/>
                  </a:lnTo>
                  <a:lnTo>
                    <a:pt x="305349" y="723424"/>
                  </a:lnTo>
                  <a:lnTo>
                    <a:pt x="305602" y="723315"/>
                  </a:lnTo>
                  <a:lnTo>
                    <a:pt x="306211" y="723051"/>
                  </a:lnTo>
                  <a:lnTo>
                    <a:pt x="307146" y="722645"/>
                  </a:lnTo>
                  <a:lnTo>
                    <a:pt x="307460" y="722509"/>
                  </a:lnTo>
                  <a:lnTo>
                    <a:pt x="308434" y="722087"/>
                  </a:lnTo>
                  <a:lnTo>
                    <a:pt x="308931" y="721872"/>
                  </a:lnTo>
                  <a:lnTo>
                    <a:pt x="309580" y="721591"/>
                  </a:lnTo>
                  <a:lnTo>
                    <a:pt x="309793" y="721499"/>
                  </a:lnTo>
                  <a:lnTo>
                    <a:pt x="310351" y="721257"/>
                  </a:lnTo>
                  <a:lnTo>
                    <a:pt x="310530" y="721180"/>
                  </a:lnTo>
                  <a:lnTo>
                    <a:pt x="311012" y="720971"/>
                  </a:lnTo>
                  <a:lnTo>
                    <a:pt x="311731" y="720659"/>
                  </a:lnTo>
                  <a:lnTo>
                    <a:pt x="314436" y="719487"/>
                  </a:lnTo>
                  <a:lnTo>
                    <a:pt x="315294" y="719115"/>
                  </a:lnTo>
                  <a:lnTo>
                    <a:pt x="315550" y="718993"/>
                  </a:lnTo>
                  <a:lnTo>
                    <a:pt x="315809" y="718868"/>
                  </a:lnTo>
                  <a:lnTo>
                    <a:pt x="316129" y="718714"/>
                  </a:lnTo>
                  <a:lnTo>
                    <a:pt x="316516" y="718528"/>
                  </a:lnTo>
                  <a:lnTo>
                    <a:pt x="316967" y="718312"/>
                  </a:lnTo>
                  <a:lnTo>
                    <a:pt x="318019" y="717806"/>
                  </a:lnTo>
                  <a:lnTo>
                    <a:pt x="318699" y="717480"/>
                  </a:lnTo>
                  <a:lnTo>
                    <a:pt x="319574" y="717059"/>
                  </a:lnTo>
                  <a:lnTo>
                    <a:pt x="320712" y="716513"/>
                  </a:lnTo>
                  <a:lnTo>
                    <a:pt x="321922" y="715931"/>
                  </a:lnTo>
                  <a:lnTo>
                    <a:pt x="322237" y="715779"/>
                  </a:lnTo>
                  <a:lnTo>
                    <a:pt x="323853" y="714998"/>
                  </a:lnTo>
                  <a:lnTo>
                    <a:pt x="324387" y="714968"/>
                  </a:lnTo>
                  <a:lnTo>
                    <a:pt x="324544" y="714959"/>
                  </a:lnTo>
                  <a:lnTo>
                    <a:pt x="325020" y="714932"/>
                  </a:lnTo>
                  <a:lnTo>
                    <a:pt x="327527" y="714791"/>
                  </a:lnTo>
                  <a:lnTo>
                    <a:pt x="327909" y="714770"/>
                  </a:lnTo>
                  <a:lnTo>
                    <a:pt x="328317" y="714747"/>
                  </a:lnTo>
                  <a:lnTo>
                    <a:pt x="329782" y="714664"/>
                  </a:lnTo>
                  <a:lnTo>
                    <a:pt x="330611" y="714617"/>
                  </a:lnTo>
                  <a:lnTo>
                    <a:pt x="331896" y="714545"/>
                  </a:lnTo>
                  <a:lnTo>
                    <a:pt x="332054" y="714536"/>
                  </a:lnTo>
                  <a:lnTo>
                    <a:pt x="336150" y="714306"/>
                  </a:lnTo>
                  <a:lnTo>
                    <a:pt x="339798" y="714080"/>
                  </a:lnTo>
                  <a:lnTo>
                    <a:pt x="340209" y="713700"/>
                  </a:lnTo>
                  <a:lnTo>
                    <a:pt x="340764" y="713189"/>
                  </a:lnTo>
                  <a:lnTo>
                    <a:pt x="341599" y="712418"/>
                  </a:lnTo>
                  <a:lnTo>
                    <a:pt x="342384" y="711731"/>
                  </a:lnTo>
                  <a:lnTo>
                    <a:pt x="343184" y="710990"/>
                  </a:lnTo>
                  <a:lnTo>
                    <a:pt x="344220" y="710029"/>
                  </a:lnTo>
                  <a:lnTo>
                    <a:pt x="345179" y="709140"/>
                  </a:lnTo>
                  <a:lnTo>
                    <a:pt x="346210" y="708198"/>
                  </a:lnTo>
                  <a:lnTo>
                    <a:pt x="346867" y="707600"/>
                  </a:lnTo>
                  <a:lnTo>
                    <a:pt x="347130" y="707335"/>
                  </a:lnTo>
                  <a:lnTo>
                    <a:pt x="347048" y="705281"/>
                  </a:lnTo>
                  <a:lnTo>
                    <a:pt x="347037" y="704986"/>
                  </a:lnTo>
                  <a:lnTo>
                    <a:pt x="347028" y="704778"/>
                  </a:lnTo>
                  <a:lnTo>
                    <a:pt x="347105" y="704420"/>
                  </a:lnTo>
                  <a:lnTo>
                    <a:pt x="347595" y="703985"/>
                  </a:lnTo>
                  <a:lnTo>
                    <a:pt x="348165" y="703438"/>
                  </a:lnTo>
                  <a:lnTo>
                    <a:pt x="349304" y="703197"/>
                  </a:lnTo>
                  <a:lnTo>
                    <a:pt x="349412" y="702973"/>
                  </a:lnTo>
                  <a:lnTo>
                    <a:pt x="349797" y="702207"/>
                  </a:lnTo>
                  <a:lnTo>
                    <a:pt x="349807" y="701198"/>
                  </a:lnTo>
                  <a:lnTo>
                    <a:pt x="349710" y="700980"/>
                  </a:lnTo>
                  <a:lnTo>
                    <a:pt x="349289" y="700422"/>
                  </a:lnTo>
                  <a:lnTo>
                    <a:pt x="349081" y="699756"/>
                  </a:lnTo>
                  <a:lnTo>
                    <a:pt x="349196" y="699586"/>
                  </a:lnTo>
                  <a:lnTo>
                    <a:pt x="349538" y="699154"/>
                  </a:lnTo>
                  <a:lnTo>
                    <a:pt x="349397" y="698680"/>
                  </a:lnTo>
                  <a:lnTo>
                    <a:pt x="348931" y="698534"/>
                  </a:lnTo>
                  <a:lnTo>
                    <a:pt x="348325" y="698311"/>
                  </a:lnTo>
                  <a:lnTo>
                    <a:pt x="348345" y="697614"/>
                  </a:lnTo>
                  <a:lnTo>
                    <a:pt x="348179" y="697207"/>
                  </a:lnTo>
                  <a:lnTo>
                    <a:pt x="348137" y="697061"/>
                  </a:lnTo>
                  <a:lnTo>
                    <a:pt x="347938" y="696553"/>
                  </a:lnTo>
                  <a:lnTo>
                    <a:pt x="348095" y="696067"/>
                  </a:lnTo>
                  <a:lnTo>
                    <a:pt x="348179" y="695924"/>
                  </a:lnTo>
                  <a:lnTo>
                    <a:pt x="348360" y="695657"/>
                  </a:lnTo>
                  <a:lnTo>
                    <a:pt x="348482" y="695516"/>
                  </a:lnTo>
                  <a:lnTo>
                    <a:pt x="349199" y="694980"/>
                  </a:lnTo>
                  <a:lnTo>
                    <a:pt x="349302" y="694813"/>
                  </a:lnTo>
                  <a:lnTo>
                    <a:pt x="349459" y="694640"/>
                  </a:lnTo>
                  <a:lnTo>
                    <a:pt x="349666" y="694482"/>
                  </a:lnTo>
                  <a:lnTo>
                    <a:pt x="349839" y="694283"/>
                  </a:lnTo>
                  <a:lnTo>
                    <a:pt x="349954" y="694079"/>
                  </a:lnTo>
                  <a:lnTo>
                    <a:pt x="350113" y="693793"/>
                  </a:lnTo>
                  <a:lnTo>
                    <a:pt x="350273" y="693505"/>
                  </a:lnTo>
                  <a:lnTo>
                    <a:pt x="350500" y="693125"/>
                  </a:lnTo>
                  <a:lnTo>
                    <a:pt x="350519" y="692996"/>
                  </a:lnTo>
                  <a:lnTo>
                    <a:pt x="350549" y="692675"/>
                  </a:lnTo>
                  <a:lnTo>
                    <a:pt x="350580" y="692541"/>
                  </a:lnTo>
                  <a:lnTo>
                    <a:pt x="350378" y="692185"/>
                  </a:lnTo>
                  <a:lnTo>
                    <a:pt x="350285" y="692021"/>
                  </a:lnTo>
                  <a:lnTo>
                    <a:pt x="350203" y="691812"/>
                  </a:lnTo>
                  <a:lnTo>
                    <a:pt x="350024" y="691484"/>
                  </a:lnTo>
                  <a:lnTo>
                    <a:pt x="349788" y="691062"/>
                  </a:lnTo>
                  <a:lnTo>
                    <a:pt x="349741" y="690900"/>
                  </a:lnTo>
                  <a:lnTo>
                    <a:pt x="349682" y="690692"/>
                  </a:lnTo>
                  <a:lnTo>
                    <a:pt x="349630" y="690509"/>
                  </a:lnTo>
                  <a:lnTo>
                    <a:pt x="349591" y="690328"/>
                  </a:lnTo>
                  <a:lnTo>
                    <a:pt x="349546" y="690077"/>
                  </a:lnTo>
                  <a:lnTo>
                    <a:pt x="349485" y="689826"/>
                  </a:lnTo>
                  <a:lnTo>
                    <a:pt x="349419" y="689557"/>
                  </a:lnTo>
                  <a:lnTo>
                    <a:pt x="349452" y="689374"/>
                  </a:lnTo>
                  <a:lnTo>
                    <a:pt x="349619" y="689041"/>
                  </a:lnTo>
                  <a:lnTo>
                    <a:pt x="349807" y="688777"/>
                  </a:lnTo>
                  <a:lnTo>
                    <a:pt x="349960" y="688561"/>
                  </a:lnTo>
                  <a:lnTo>
                    <a:pt x="350288" y="688048"/>
                  </a:lnTo>
                  <a:lnTo>
                    <a:pt x="350546" y="687647"/>
                  </a:lnTo>
                  <a:lnTo>
                    <a:pt x="350858" y="687154"/>
                  </a:lnTo>
                  <a:lnTo>
                    <a:pt x="351099" y="686749"/>
                  </a:lnTo>
                  <a:lnTo>
                    <a:pt x="351441" y="686233"/>
                  </a:lnTo>
                  <a:lnTo>
                    <a:pt x="351990" y="685366"/>
                  </a:lnTo>
                  <a:lnTo>
                    <a:pt x="352543" y="684458"/>
                  </a:lnTo>
                  <a:lnTo>
                    <a:pt x="352668" y="684273"/>
                  </a:lnTo>
                  <a:lnTo>
                    <a:pt x="352930" y="683882"/>
                  </a:lnTo>
                  <a:lnTo>
                    <a:pt x="353504" y="683073"/>
                  </a:lnTo>
                  <a:lnTo>
                    <a:pt x="353596" y="682941"/>
                  </a:lnTo>
                  <a:lnTo>
                    <a:pt x="353823" y="682618"/>
                  </a:lnTo>
                  <a:lnTo>
                    <a:pt x="354140" y="682170"/>
                  </a:lnTo>
                  <a:lnTo>
                    <a:pt x="354438" y="681734"/>
                  </a:lnTo>
                  <a:lnTo>
                    <a:pt x="354745" y="681307"/>
                  </a:lnTo>
                  <a:lnTo>
                    <a:pt x="355078" y="680838"/>
                  </a:lnTo>
                  <a:lnTo>
                    <a:pt x="355427" y="680353"/>
                  </a:lnTo>
                  <a:lnTo>
                    <a:pt x="355680" y="679966"/>
                  </a:lnTo>
                  <a:lnTo>
                    <a:pt x="356344" y="679092"/>
                  </a:lnTo>
                  <a:lnTo>
                    <a:pt x="357291" y="677732"/>
                  </a:lnTo>
                  <a:lnTo>
                    <a:pt x="357919" y="676881"/>
                  </a:lnTo>
                  <a:lnTo>
                    <a:pt x="358552" y="676006"/>
                  </a:lnTo>
                  <a:lnTo>
                    <a:pt x="358915" y="675500"/>
                  </a:lnTo>
                  <a:lnTo>
                    <a:pt x="359201" y="675125"/>
                  </a:lnTo>
                  <a:lnTo>
                    <a:pt x="359529" y="674667"/>
                  </a:lnTo>
                  <a:lnTo>
                    <a:pt x="359839" y="674249"/>
                  </a:lnTo>
                  <a:lnTo>
                    <a:pt x="360319" y="673579"/>
                  </a:lnTo>
                  <a:lnTo>
                    <a:pt x="360474" y="673365"/>
                  </a:lnTo>
                  <a:lnTo>
                    <a:pt x="361107" y="672479"/>
                  </a:lnTo>
                  <a:lnTo>
                    <a:pt x="361391" y="672083"/>
                  </a:lnTo>
                  <a:lnTo>
                    <a:pt x="361714" y="671633"/>
                  </a:lnTo>
                  <a:lnTo>
                    <a:pt x="362047" y="671178"/>
                  </a:lnTo>
                  <a:lnTo>
                    <a:pt x="362687" y="670233"/>
                  </a:lnTo>
                  <a:lnTo>
                    <a:pt x="363205" y="669466"/>
                  </a:lnTo>
                  <a:lnTo>
                    <a:pt x="363772" y="669028"/>
                  </a:lnTo>
                  <a:lnTo>
                    <a:pt x="364208" y="668695"/>
                  </a:lnTo>
                  <a:lnTo>
                    <a:pt x="364851" y="668200"/>
                  </a:lnTo>
                  <a:lnTo>
                    <a:pt x="365081" y="668020"/>
                  </a:lnTo>
                  <a:lnTo>
                    <a:pt x="365507" y="667675"/>
                  </a:lnTo>
                  <a:lnTo>
                    <a:pt x="366328" y="667012"/>
                  </a:lnTo>
                  <a:lnTo>
                    <a:pt x="367132" y="666311"/>
                  </a:lnTo>
                  <a:lnTo>
                    <a:pt x="367385" y="665847"/>
                  </a:lnTo>
                  <a:lnTo>
                    <a:pt x="367448" y="665687"/>
                  </a:lnTo>
                  <a:lnTo>
                    <a:pt x="367577" y="665368"/>
                  </a:lnTo>
                  <a:lnTo>
                    <a:pt x="367826" y="664829"/>
                  </a:lnTo>
                  <a:lnTo>
                    <a:pt x="368023" y="664639"/>
                  </a:lnTo>
                  <a:lnTo>
                    <a:pt x="368220" y="664517"/>
                  </a:lnTo>
                  <a:lnTo>
                    <a:pt x="368482" y="664412"/>
                  </a:lnTo>
                  <a:lnTo>
                    <a:pt x="368698" y="664374"/>
                  </a:lnTo>
                  <a:lnTo>
                    <a:pt x="369209" y="664309"/>
                  </a:lnTo>
                  <a:lnTo>
                    <a:pt x="369563" y="664245"/>
                  </a:lnTo>
                  <a:lnTo>
                    <a:pt x="369877" y="664109"/>
                  </a:lnTo>
                  <a:lnTo>
                    <a:pt x="370191" y="663999"/>
                  </a:lnTo>
                  <a:lnTo>
                    <a:pt x="370630" y="663746"/>
                  </a:lnTo>
                  <a:lnTo>
                    <a:pt x="370808" y="663617"/>
                  </a:lnTo>
                  <a:lnTo>
                    <a:pt x="370958" y="663575"/>
                  </a:lnTo>
                  <a:lnTo>
                    <a:pt x="371169" y="663573"/>
                  </a:lnTo>
                  <a:lnTo>
                    <a:pt x="371314" y="663594"/>
                  </a:lnTo>
                  <a:lnTo>
                    <a:pt x="371457" y="663697"/>
                  </a:lnTo>
                  <a:lnTo>
                    <a:pt x="371661" y="663837"/>
                  </a:lnTo>
                  <a:lnTo>
                    <a:pt x="372086" y="664027"/>
                  </a:lnTo>
                  <a:lnTo>
                    <a:pt x="372344" y="663999"/>
                  </a:lnTo>
                  <a:lnTo>
                    <a:pt x="372543" y="663995"/>
                  </a:lnTo>
                  <a:lnTo>
                    <a:pt x="372892" y="663983"/>
                  </a:lnTo>
                  <a:lnTo>
                    <a:pt x="373270" y="663995"/>
                  </a:lnTo>
                  <a:lnTo>
                    <a:pt x="373504" y="663964"/>
                  </a:lnTo>
                  <a:lnTo>
                    <a:pt x="373783" y="663952"/>
                  </a:lnTo>
                  <a:lnTo>
                    <a:pt x="373865" y="664095"/>
                  </a:lnTo>
                  <a:lnTo>
                    <a:pt x="374118" y="664243"/>
                  </a:lnTo>
                  <a:lnTo>
                    <a:pt x="374386" y="664381"/>
                  </a:lnTo>
                  <a:lnTo>
                    <a:pt x="374730" y="664574"/>
                  </a:lnTo>
                  <a:lnTo>
                    <a:pt x="375049" y="664717"/>
                  </a:lnTo>
                  <a:lnTo>
                    <a:pt x="375520" y="664691"/>
                  </a:lnTo>
                  <a:lnTo>
                    <a:pt x="375783" y="664583"/>
                  </a:lnTo>
                  <a:lnTo>
                    <a:pt x="376146" y="664370"/>
                  </a:lnTo>
                  <a:lnTo>
                    <a:pt x="376571" y="664119"/>
                  </a:lnTo>
                  <a:lnTo>
                    <a:pt x="376854" y="663955"/>
                  </a:lnTo>
                  <a:lnTo>
                    <a:pt x="377272" y="663784"/>
                  </a:lnTo>
                  <a:lnTo>
                    <a:pt x="377740" y="663626"/>
                  </a:lnTo>
                  <a:lnTo>
                    <a:pt x="378043" y="663528"/>
                  </a:lnTo>
                  <a:lnTo>
                    <a:pt x="378259" y="663315"/>
                  </a:lnTo>
                  <a:lnTo>
                    <a:pt x="378556" y="663226"/>
                  </a:lnTo>
                  <a:lnTo>
                    <a:pt x="379782" y="662661"/>
                  </a:lnTo>
                  <a:lnTo>
                    <a:pt x="382507" y="662072"/>
                  </a:lnTo>
                  <a:lnTo>
                    <a:pt x="383039" y="661960"/>
                  </a:lnTo>
                  <a:lnTo>
                    <a:pt x="383834" y="661547"/>
                  </a:lnTo>
                  <a:lnTo>
                    <a:pt x="384605" y="661148"/>
                  </a:lnTo>
                  <a:lnTo>
                    <a:pt x="385512" y="660712"/>
                  </a:lnTo>
                  <a:lnTo>
                    <a:pt x="386764" y="660115"/>
                  </a:lnTo>
                  <a:lnTo>
                    <a:pt x="387761" y="659634"/>
                  </a:lnTo>
                  <a:lnTo>
                    <a:pt x="388281" y="659383"/>
                  </a:lnTo>
                  <a:lnTo>
                    <a:pt x="389069" y="659013"/>
                  </a:lnTo>
                  <a:lnTo>
                    <a:pt x="389467" y="658825"/>
                  </a:lnTo>
                  <a:lnTo>
                    <a:pt x="390618" y="658284"/>
                  </a:lnTo>
                  <a:lnTo>
                    <a:pt x="390813" y="658185"/>
                  </a:lnTo>
                  <a:lnTo>
                    <a:pt x="391268" y="657946"/>
                  </a:lnTo>
                  <a:lnTo>
                    <a:pt x="391418" y="657866"/>
                  </a:lnTo>
                  <a:lnTo>
                    <a:pt x="391460" y="657655"/>
                  </a:lnTo>
                  <a:lnTo>
                    <a:pt x="391561" y="657158"/>
                  </a:lnTo>
                  <a:lnTo>
                    <a:pt x="391664" y="656631"/>
                  </a:lnTo>
                  <a:lnTo>
                    <a:pt x="391875" y="655566"/>
                  </a:lnTo>
                  <a:lnTo>
                    <a:pt x="391974" y="655072"/>
                  </a:lnTo>
                  <a:lnTo>
                    <a:pt x="392084" y="654528"/>
                  </a:lnTo>
                  <a:lnTo>
                    <a:pt x="392297" y="653470"/>
                  </a:lnTo>
                  <a:lnTo>
                    <a:pt x="392398" y="652969"/>
                  </a:lnTo>
                  <a:lnTo>
                    <a:pt x="392611" y="651871"/>
                  </a:lnTo>
                  <a:lnTo>
                    <a:pt x="392707" y="651360"/>
                  </a:lnTo>
                  <a:lnTo>
                    <a:pt x="392806" y="650835"/>
                  </a:lnTo>
                  <a:lnTo>
                    <a:pt x="392916" y="650317"/>
                  </a:lnTo>
                  <a:lnTo>
                    <a:pt x="393118" y="649250"/>
                  </a:lnTo>
                  <a:lnTo>
                    <a:pt x="393228" y="648678"/>
                  </a:lnTo>
                  <a:lnTo>
                    <a:pt x="393284" y="648392"/>
                  </a:lnTo>
                  <a:lnTo>
                    <a:pt x="393366" y="648057"/>
                  </a:lnTo>
                  <a:lnTo>
                    <a:pt x="393483" y="647870"/>
                  </a:lnTo>
                  <a:lnTo>
                    <a:pt x="393798" y="647377"/>
                  </a:lnTo>
                  <a:lnTo>
                    <a:pt x="394077" y="646946"/>
                  </a:lnTo>
                  <a:lnTo>
                    <a:pt x="394684" y="645996"/>
                  </a:lnTo>
                  <a:lnTo>
                    <a:pt x="394965" y="645563"/>
                  </a:lnTo>
                  <a:lnTo>
                    <a:pt x="395195" y="645241"/>
                  </a:lnTo>
                  <a:lnTo>
                    <a:pt x="395912" y="644233"/>
                  </a:lnTo>
                  <a:lnTo>
                    <a:pt x="396233" y="643771"/>
                  </a:lnTo>
                  <a:lnTo>
                    <a:pt x="396562" y="643326"/>
                  </a:lnTo>
                  <a:lnTo>
                    <a:pt x="397185" y="642461"/>
                  </a:lnTo>
                  <a:lnTo>
                    <a:pt x="397827" y="641608"/>
                  </a:lnTo>
                  <a:lnTo>
                    <a:pt x="398495" y="640717"/>
                  </a:lnTo>
                  <a:lnTo>
                    <a:pt x="399110" y="639863"/>
                  </a:lnTo>
                  <a:lnTo>
                    <a:pt x="399740" y="638991"/>
                  </a:lnTo>
                  <a:lnTo>
                    <a:pt x="400059" y="638548"/>
                  </a:lnTo>
                  <a:lnTo>
                    <a:pt x="400355" y="638154"/>
                  </a:lnTo>
                  <a:lnTo>
                    <a:pt x="400530" y="637920"/>
                  </a:lnTo>
                  <a:lnTo>
                    <a:pt x="415091" y="619353"/>
                  </a:lnTo>
                  <a:lnTo>
                    <a:pt x="420549" y="601965"/>
                  </a:lnTo>
                  <a:lnTo>
                    <a:pt x="420723" y="601747"/>
                  </a:lnTo>
                  <a:lnTo>
                    <a:pt x="421042" y="601350"/>
                  </a:lnTo>
                  <a:lnTo>
                    <a:pt x="421693" y="600536"/>
                  </a:lnTo>
                  <a:lnTo>
                    <a:pt x="422698" y="599283"/>
                  </a:lnTo>
                  <a:lnTo>
                    <a:pt x="423424" y="598377"/>
                  </a:lnTo>
                  <a:lnTo>
                    <a:pt x="424668" y="596824"/>
                  </a:lnTo>
                  <a:lnTo>
                    <a:pt x="426393" y="594672"/>
                  </a:lnTo>
                  <a:lnTo>
                    <a:pt x="426966" y="593956"/>
                  </a:lnTo>
                  <a:lnTo>
                    <a:pt x="427683" y="593061"/>
                  </a:lnTo>
                  <a:lnTo>
                    <a:pt x="428384" y="592188"/>
                  </a:lnTo>
                  <a:lnTo>
                    <a:pt x="429602" y="590668"/>
                  </a:lnTo>
                  <a:lnTo>
                    <a:pt x="430274" y="589829"/>
                  </a:lnTo>
                  <a:lnTo>
                    <a:pt x="430591" y="588159"/>
                  </a:lnTo>
                  <a:lnTo>
                    <a:pt x="430841" y="586846"/>
                  </a:lnTo>
                  <a:lnTo>
                    <a:pt x="431093" y="585519"/>
                  </a:lnTo>
                  <a:lnTo>
                    <a:pt x="431139" y="585282"/>
                  </a:lnTo>
                  <a:lnTo>
                    <a:pt x="431252" y="584686"/>
                  </a:lnTo>
                  <a:lnTo>
                    <a:pt x="431506" y="583352"/>
                  </a:lnTo>
                  <a:lnTo>
                    <a:pt x="431869" y="581444"/>
                  </a:lnTo>
                  <a:lnTo>
                    <a:pt x="432105" y="580202"/>
                  </a:lnTo>
                  <a:lnTo>
                    <a:pt x="432202" y="579689"/>
                  </a:lnTo>
                  <a:lnTo>
                    <a:pt x="432886" y="576097"/>
                  </a:lnTo>
                  <a:lnTo>
                    <a:pt x="432929" y="575866"/>
                  </a:lnTo>
                  <a:lnTo>
                    <a:pt x="433010" y="575445"/>
                  </a:lnTo>
                  <a:lnTo>
                    <a:pt x="433420" y="573288"/>
                  </a:lnTo>
                  <a:lnTo>
                    <a:pt x="433452" y="573117"/>
                  </a:lnTo>
                  <a:lnTo>
                    <a:pt x="433814" y="571220"/>
                  </a:lnTo>
                  <a:lnTo>
                    <a:pt x="434039" y="570032"/>
                  </a:lnTo>
                  <a:lnTo>
                    <a:pt x="434243" y="568963"/>
                  </a:lnTo>
                  <a:lnTo>
                    <a:pt x="434602" y="567075"/>
                  </a:lnTo>
                  <a:lnTo>
                    <a:pt x="434981" y="565083"/>
                  </a:lnTo>
                  <a:lnTo>
                    <a:pt x="435286" y="563484"/>
                  </a:lnTo>
                  <a:lnTo>
                    <a:pt x="435322" y="563290"/>
                  </a:lnTo>
                  <a:lnTo>
                    <a:pt x="435446" y="562618"/>
                  </a:lnTo>
                  <a:lnTo>
                    <a:pt x="435568" y="561997"/>
                  </a:lnTo>
                  <a:lnTo>
                    <a:pt x="435913" y="560189"/>
                  </a:lnTo>
                  <a:lnTo>
                    <a:pt x="436075" y="559335"/>
                  </a:lnTo>
                  <a:lnTo>
                    <a:pt x="436128" y="559053"/>
                  </a:lnTo>
                  <a:lnTo>
                    <a:pt x="436374" y="557702"/>
                  </a:lnTo>
                  <a:lnTo>
                    <a:pt x="436423" y="557437"/>
                  </a:lnTo>
                  <a:lnTo>
                    <a:pt x="436631" y="556289"/>
                  </a:lnTo>
                  <a:lnTo>
                    <a:pt x="436722" y="555793"/>
                  </a:lnTo>
                  <a:lnTo>
                    <a:pt x="437285" y="554030"/>
                  </a:lnTo>
                  <a:lnTo>
                    <a:pt x="437690" y="552668"/>
                  </a:lnTo>
                  <a:lnTo>
                    <a:pt x="438016" y="551663"/>
                  </a:lnTo>
                  <a:lnTo>
                    <a:pt x="438348" y="550665"/>
                  </a:lnTo>
                  <a:lnTo>
                    <a:pt x="438648" y="549652"/>
                  </a:lnTo>
                  <a:lnTo>
                    <a:pt x="439004" y="548574"/>
                  </a:lnTo>
                  <a:lnTo>
                    <a:pt x="439330" y="547558"/>
                  </a:lnTo>
                  <a:lnTo>
                    <a:pt x="439818" y="546016"/>
                  </a:lnTo>
                  <a:lnTo>
                    <a:pt x="440156" y="545004"/>
                  </a:lnTo>
                  <a:lnTo>
                    <a:pt x="440501" y="543944"/>
                  </a:lnTo>
                  <a:lnTo>
                    <a:pt x="440834" y="542880"/>
                  </a:lnTo>
                  <a:lnTo>
                    <a:pt x="441142" y="541861"/>
                  </a:lnTo>
                  <a:lnTo>
                    <a:pt x="441333" y="541272"/>
                  </a:lnTo>
                  <a:lnTo>
                    <a:pt x="441472" y="540836"/>
                  </a:lnTo>
                  <a:lnTo>
                    <a:pt x="441657" y="540436"/>
                  </a:lnTo>
                  <a:lnTo>
                    <a:pt x="441836" y="539818"/>
                  </a:lnTo>
                  <a:lnTo>
                    <a:pt x="442143" y="538834"/>
                  </a:lnTo>
                  <a:lnTo>
                    <a:pt x="442495" y="537776"/>
                  </a:lnTo>
                  <a:lnTo>
                    <a:pt x="442740" y="537212"/>
                  </a:lnTo>
                  <a:lnTo>
                    <a:pt x="443127" y="536049"/>
                  </a:lnTo>
                  <a:lnTo>
                    <a:pt x="443246" y="535647"/>
                  </a:lnTo>
                  <a:lnTo>
                    <a:pt x="443434" y="535011"/>
                  </a:lnTo>
                  <a:lnTo>
                    <a:pt x="443710" y="533982"/>
                  </a:lnTo>
                  <a:lnTo>
                    <a:pt x="444017" y="532925"/>
                  </a:lnTo>
                  <a:lnTo>
                    <a:pt x="444297" y="531920"/>
                  </a:lnTo>
                  <a:lnTo>
                    <a:pt x="444347" y="531736"/>
                  </a:lnTo>
                  <a:lnTo>
                    <a:pt x="444043" y="531529"/>
                  </a:lnTo>
                  <a:lnTo>
                    <a:pt x="443227" y="530931"/>
                  </a:lnTo>
                  <a:lnTo>
                    <a:pt x="442678" y="530531"/>
                  </a:lnTo>
                  <a:lnTo>
                    <a:pt x="441980" y="530029"/>
                  </a:lnTo>
                  <a:lnTo>
                    <a:pt x="440160" y="528711"/>
                  </a:lnTo>
                  <a:lnTo>
                    <a:pt x="438922" y="527816"/>
                  </a:lnTo>
                  <a:lnTo>
                    <a:pt x="437546" y="526822"/>
                  </a:lnTo>
                  <a:lnTo>
                    <a:pt x="437272" y="526625"/>
                  </a:lnTo>
                  <a:lnTo>
                    <a:pt x="435788" y="524083"/>
                  </a:lnTo>
                  <a:lnTo>
                    <a:pt x="434368" y="521657"/>
                  </a:lnTo>
                  <a:lnTo>
                    <a:pt x="434213" y="521392"/>
                  </a:lnTo>
                  <a:lnTo>
                    <a:pt x="433617" y="520370"/>
                  </a:lnTo>
                  <a:lnTo>
                    <a:pt x="433584" y="520187"/>
                  </a:lnTo>
                  <a:lnTo>
                    <a:pt x="433317" y="518755"/>
                  </a:lnTo>
                  <a:lnTo>
                    <a:pt x="433223" y="518262"/>
                  </a:lnTo>
                  <a:lnTo>
                    <a:pt x="433033" y="517142"/>
                  </a:lnTo>
                  <a:lnTo>
                    <a:pt x="432986" y="516059"/>
                  </a:lnTo>
                  <a:lnTo>
                    <a:pt x="432813" y="514439"/>
                  </a:lnTo>
                  <a:lnTo>
                    <a:pt x="432698" y="513351"/>
                  </a:lnTo>
                  <a:lnTo>
                    <a:pt x="432529" y="511789"/>
                  </a:lnTo>
                  <a:lnTo>
                    <a:pt x="432402" y="510608"/>
                  </a:lnTo>
                  <a:lnTo>
                    <a:pt x="432900" y="509018"/>
                  </a:lnTo>
                  <a:lnTo>
                    <a:pt x="433573" y="506901"/>
                  </a:lnTo>
                  <a:lnTo>
                    <a:pt x="434025" y="505417"/>
                  </a:lnTo>
                  <a:lnTo>
                    <a:pt x="434407" y="504191"/>
                  </a:lnTo>
                  <a:lnTo>
                    <a:pt x="434674" y="503335"/>
                  </a:lnTo>
                  <a:lnTo>
                    <a:pt x="434829" y="502841"/>
                  </a:lnTo>
                  <a:lnTo>
                    <a:pt x="435005" y="502344"/>
                  </a:lnTo>
                  <a:lnTo>
                    <a:pt x="435286" y="501254"/>
                  </a:lnTo>
                  <a:lnTo>
                    <a:pt x="424579" y="493589"/>
                  </a:lnTo>
                  <a:lnTo>
                    <a:pt x="411234" y="491379"/>
                  </a:lnTo>
                  <a:lnTo>
                    <a:pt x="410946" y="491329"/>
                  </a:lnTo>
                  <a:lnTo>
                    <a:pt x="415339" y="487752"/>
                  </a:lnTo>
                  <a:lnTo>
                    <a:pt x="429314" y="477033"/>
                  </a:lnTo>
                  <a:lnTo>
                    <a:pt x="429633" y="476788"/>
                  </a:lnTo>
                  <a:lnTo>
                    <a:pt x="430969" y="475763"/>
                  </a:lnTo>
                  <a:lnTo>
                    <a:pt x="431762" y="475155"/>
                  </a:lnTo>
                  <a:lnTo>
                    <a:pt x="435855" y="472016"/>
                  </a:lnTo>
                  <a:lnTo>
                    <a:pt x="444476" y="476194"/>
                  </a:lnTo>
                  <a:lnTo>
                    <a:pt x="447125" y="474618"/>
                  </a:lnTo>
                  <a:lnTo>
                    <a:pt x="447788" y="473336"/>
                  </a:lnTo>
                  <a:lnTo>
                    <a:pt x="448466" y="472030"/>
                  </a:lnTo>
                  <a:lnTo>
                    <a:pt x="448900" y="471378"/>
                  </a:lnTo>
                  <a:lnTo>
                    <a:pt x="449287" y="470801"/>
                  </a:lnTo>
                  <a:lnTo>
                    <a:pt x="449755" y="470211"/>
                  </a:lnTo>
                  <a:lnTo>
                    <a:pt x="450541" y="469205"/>
                  </a:lnTo>
                  <a:lnTo>
                    <a:pt x="450614" y="466924"/>
                  </a:lnTo>
                  <a:lnTo>
                    <a:pt x="450656" y="465632"/>
                  </a:lnTo>
                  <a:lnTo>
                    <a:pt x="450691" y="464516"/>
                  </a:lnTo>
                  <a:lnTo>
                    <a:pt x="450747" y="462774"/>
                  </a:lnTo>
                  <a:lnTo>
                    <a:pt x="450782" y="461613"/>
                  </a:lnTo>
                  <a:lnTo>
                    <a:pt x="449479" y="461025"/>
                  </a:lnTo>
                  <a:lnTo>
                    <a:pt x="448686" y="460669"/>
                  </a:lnTo>
                  <a:lnTo>
                    <a:pt x="450853" y="456756"/>
                  </a:lnTo>
                  <a:lnTo>
                    <a:pt x="455939" y="448595"/>
                  </a:lnTo>
                  <a:lnTo>
                    <a:pt x="459801" y="442478"/>
                  </a:lnTo>
                  <a:lnTo>
                    <a:pt x="464198" y="435025"/>
                  </a:lnTo>
                  <a:lnTo>
                    <a:pt x="471002" y="429670"/>
                  </a:lnTo>
                  <a:lnTo>
                    <a:pt x="474603" y="428978"/>
                  </a:lnTo>
                  <a:lnTo>
                    <a:pt x="475977" y="430460"/>
                  </a:lnTo>
                  <a:lnTo>
                    <a:pt x="476558" y="431086"/>
                  </a:lnTo>
                  <a:lnTo>
                    <a:pt x="477838" y="432472"/>
                  </a:lnTo>
                  <a:lnTo>
                    <a:pt x="478513" y="433198"/>
                  </a:lnTo>
                  <a:lnTo>
                    <a:pt x="480958" y="436720"/>
                  </a:lnTo>
                  <a:lnTo>
                    <a:pt x="486831" y="436220"/>
                  </a:lnTo>
                  <a:lnTo>
                    <a:pt x="494235" y="439210"/>
                  </a:lnTo>
                  <a:lnTo>
                    <a:pt x="499916" y="431679"/>
                  </a:lnTo>
                  <a:lnTo>
                    <a:pt x="501739" y="429262"/>
                  </a:lnTo>
                  <a:lnTo>
                    <a:pt x="501993" y="428924"/>
                  </a:lnTo>
                  <a:lnTo>
                    <a:pt x="502187" y="428662"/>
                  </a:lnTo>
                  <a:lnTo>
                    <a:pt x="502405" y="428371"/>
                  </a:lnTo>
                  <a:lnTo>
                    <a:pt x="502736" y="427923"/>
                  </a:lnTo>
                  <a:lnTo>
                    <a:pt x="503441" y="426976"/>
                  </a:lnTo>
                  <a:lnTo>
                    <a:pt x="503894" y="426364"/>
                  </a:lnTo>
                  <a:lnTo>
                    <a:pt x="504314" y="425802"/>
                  </a:lnTo>
                  <a:lnTo>
                    <a:pt x="504972" y="424911"/>
                  </a:lnTo>
                  <a:lnTo>
                    <a:pt x="505312" y="424454"/>
                  </a:lnTo>
                  <a:lnTo>
                    <a:pt x="505627" y="424027"/>
                  </a:lnTo>
                  <a:lnTo>
                    <a:pt x="506006" y="423518"/>
                  </a:lnTo>
                  <a:lnTo>
                    <a:pt x="506295" y="423129"/>
                  </a:lnTo>
                  <a:lnTo>
                    <a:pt x="506618" y="422698"/>
                  </a:lnTo>
                  <a:lnTo>
                    <a:pt x="506918" y="422285"/>
                  </a:lnTo>
                  <a:lnTo>
                    <a:pt x="507401" y="421638"/>
                  </a:lnTo>
                  <a:lnTo>
                    <a:pt x="507697" y="421242"/>
                  </a:lnTo>
                  <a:lnTo>
                    <a:pt x="507873" y="421003"/>
                  </a:lnTo>
                  <a:lnTo>
                    <a:pt x="508196" y="420571"/>
                  </a:lnTo>
                  <a:lnTo>
                    <a:pt x="508541" y="420105"/>
                  </a:lnTo>
                  <a:lnTo>
                    <a:pt x="508742" y="419833"/>
                  </a:lnTo>
                  <a:lnTo>
                    <a:pt x="508939" y="419692"/>
                  </a:lnTo>
                  <a:lnTo>
                    <a:pt x="509518" y="419275"/>
                  </a:lnTo>
                  <a:lnTo>
                    <a:pt x="510236" y="418761"/>
                  </a:lnTo>
                  <a:lnTo>
                    <a:pt x="510505" y="418567"/>
                  </a:lnTo>
                  <a:lnTo>
                    <a:pt x="510672" y="418447"/>
                  </a:lnTo>
                  <a:lnTo>
                    <a:pt x="510885" y="418147"/>
                  </a:lnTo>
                  <a:lnTo>
                    <a:pt x="510963" y="417962"/>
                  </a:lnTo>
                  <a:lnTo>
                    <a:pt x="511026" y="417699"/>
                  </a:lnTo>
                  <a:lnTo>
                    <a:pt x="510995" y="417568"/>
                  </a:lnTo>
                  <a:lnTo>
                    <a:pt x="511258" y="417739"/>
                  </a:lnTo>
                  <a:lnTo>
                    <a:pt x="511673" y="418014"/>
                  </a:lnTo>
                  <a:lnTo>
                    <a:pt x="512135" y="418316"/>
                  </a:lnTo>
                  <a:lnTo>
                    <a:pt x="512590" y="418614"/>
                  </a:lnTo>
                  <a:lnTo>
                    <a:pt x="512876" y="418804"/>
                  </a:lnTo>
                  <a:lnTo>
                    <a:pt x="512983" y="418986"/>
                  </a:lnTo>
                  <a:lnTo>
                    <a:pt x="513248" y="419434"/>
                  </a:lnTo>
                  <a:lnTo>
                    <a:pt x="513527" y="419901"/>
                  </a:lnTo>
                  <a:lnTo>
                    <a:pt x="513795" y="420353"/>
                  </a:lnTo>
                  <a:lnTo>
                    <a:pt x="514078" y="420832"/>
                  </a:lnTo>
                  <a:lnTo>
                    <a:pt x="514418" y="421406"/>
                  </a:lnTo>
                  <a:lnTo>
                    <a:pt x="514852" y="421432"/>
                  </a:lnTo>
                  <a:lnTo>
                    <a:pt x="515375" y="421469"/>
                  </a:lnTo>
                  <a:lnTo>
                    <a:pt x="515923" y="421507"/>
                  </a:lnTo>
                  <a:lnTo>
                    <a:pt x="516280" y="421528"/>
                  </a:lnTo>
                  <a:lnTo>
                    <a:pt x="516502" y="421530"/>
                  </a:lnTo>
                  <a:lnTo>
                    <a:pt x="517039" y="421493"/>
                  </a:lnTo>
                  <a:lnTo>
                    <a:pt x="517593" y="421451"/>
                  </a:lnTo>
                  <a:lnTo>
                    <a:pt x="518080" y="421591"/>
                  </a:lnTo>
                  <a:lnTo>
                    <a:pt x="518540" y="421720"/>
                  </a:lnTo>
                  <a:lnTo>
                    <a:pt x="518917" y="421828"/>
                  </a:lnTo>
                  <a:lnTo>
                    <a:pt x="519051" y="421926"/>
                  </a:lnTo>
                  <a:lnTo>
                    <a:pt x="519217" y="422053"/>
                  </a:lnTo>
                  <a:lnTo>
                    <a:pt x="519391" y="422041"/>
                  </a:lnTo>
                  <a:lnTo>
                    <a:pt x="519447" y="421851"/>
                  </a:lnTo>
                  <a:lnTo>
                    <a:pt x="519536" y="421540"/>
                  </a:lnTo>
                  <a:lnTo>
                    <a:pt x="519691" y="421010"/>
                  </a:lnTo>
                  <a:lnTo>
                    <a:pt x="519850" y="420466"/>
                  </a:lnTo>
                  <a:lnTo>
                    <a:pt x="520000" y="419950"/>
                  </a:lnTo>
                  <a:lnTo>
                    <a:pt x="520155" y="419411"/>
                  </a:lnTo>
                  <a:lnTo>
                    <a:pt x="520300" y="418914"/>
                  </a:lnTo>
                  <a:lnTo>
                    <a:pt x="520453" y="418393"/>
                  </a:lnTo>
                  <a:lnTo>
                    <a:pt x="520601" y="417878"/>
                  </a:lnTo>
                  <a:lnTo>
                    <a:pt x="520753" y="417359"/>
                  </a:lnTo>
                  <a:lnTo>
                    <a:pt x="520901" y="416855"/>
                  </a:lnTo>
                  <a:lnTo>
                    <a:pt x="521053" y="416333"/>
                  </a:lnTo>
                  <a:lnTo>
                    <a:pt x="521266" y="415596"/>
                  </a:lnTo>
                  <a:lnTo>
                    <a:pt x="521298" y="415400"/>
                  </a:lnTo>
                  <a:lnTo>
                    <a:pt x="521140" y="415259"/>
                  </a:lnTo>
                  <a:lnTo>
                    <a:pt x="520722" y="414863"/>
                  </a:lnTo>
                  <a:lnTo>
                    <a:pt x="520415" y="414567"/>
                  </a:lnTo>
                  <a:lnTo>
                    <a:pt x="520106" y="414136"/>
                  </a:lnTo>
                  <a:lnTo>
                    <a:pt x="519961" y="413932"/>
                  </a:lnTo>
                  <a:lnTo>
                    <a:pt x="519989" y="413538"/>
                  </a:lnTo>
                  <a:lnTo>
                    <a:pt x="520022" y="413142"/>
                  </a:lnTo>
                  <a:lnTo>
                    <a:pt x="520038" y="412940"/>
                  </a:lnTo>
                  <a:lnTo>
                    <a:pt x="520633" y="412164"/>
                  </a:lnTo>
                  <a:lnTo>
                    <a:pt x="520788" y="412066"/>
                  </a:lnTo>
                  <a:lnTo>
                    <a:pt x="520976" y="411944"/>
                  </a:lnTo>
                  <a:lnTo>
                    <a:pt x="521121" y="411848"/>
                  </a:lnTo>
                  <a:lnTo>
                    <a:pt x="521170" y="411585"/>
                  </a:lnTo>
                  <a:lnTo>
                    <a:pt x="521545" y="411594"/>
                  </a:lnTo>
                  <a:lnTo>
                    <a:pt x="522110" y="411611"/>
                  </a:lnTo>
                  <a:lnTo>
                    <a:pt x="522626" y="411623"/>
                  </a:lnTo>
                  <a:lnTo>
                    <a:pt x="523182" y="411639"/>
                  </a:lnTo>
                  <a:lnTo>
                    <a:pt x="523461" y="411646"/>
                  </a:lnTo>
                  <a:lnTo>
                    <a:pt x="523752" y="411740"/>
                  </a:lnTo>
                  <a:lnTo>
                    <a:pt x="524331" y="411937"/>
                  </a:lnTo>
                  <a:lnTo>
                    <a:pt x="524771" y="412084"/>
                  </a:lnTo>
                  <a:lnTo>
                    <a:pt x="525039" y="411583"/>
                  </a:lnTo>
                  <a:lnTo>
                    <a:pt x="525545" y="410640"/>
                  </a:lnTo>
                  <a:lnTo>
                    <a:pt x="525772" y="410216"/>
                  </a:lnTo>
                  <a:lnTo>
                    <a:pt x="525854" y="410063"/>
                  </a:lnTo>
                  <a:lnTo>
                    <a:pt x="525927" y="409906"/>
                  </a:lnTo>
                  <a:lnTo>
                    <a:pt x="526159" y="409566"/>
                  </a:lnTo>
                  <a:lnTo>
                    <a:pt x="526539" y="409018"/>
                  </a:lnTo>
                  <a:lnTo>
                    <a:pt x="527188" y="408071"/>
                  </a:lnTo>
                  <a:lnTo>
                    <a:pt x="528124" y="406711"/>
                  </a:lnTo>
                  <a:lnTo>
                    <a:pt x="528635" y="405965"/>
                  </a:lnTo>
                  <a:lnTo>
                    <a:pt x="523688" y="401183"/>
                  </a:lnTo>
                  <a:lnTo>
                    <a:pt x="520582" y="399720"/>
                  </a:lnTo>
                  <a:lnTo>
                    <a:pt x="525822" y="394996"/>
                  </a:lnTo>
                  <a:lnTo>
                    <a:pt x="525716" y="394838"/>
                  </a:lnTo>
                  <a:lnTo>
                    <a:pt x="525376" y="394365"/>
                  </a:lnTo>
                  <a:lnTo>
                    <a:pt x="525133" y="394135"/>
                  </a:lnTo>
                  <a:lnTo>
                    <a:pt x="524725" y="393873"/>
                  </a:lnTo>
                  <a:lnTo>
                    <a:pt x="524490" y="393706"/>
                  </a:lnTo>
                  <a:lnTo>
                    <a:pt x="524319" y="393579"/>
                  </a:lnTo>
                  <a:lnTo>
                    <a:pt x="524068" y="393364"/>
                  </a:lnTo>
                  <a:lnTo>
                    <a:pt x="523944" y="393211"/>
                  </a:lnTo>
                  <a:lnTo>
                    <a:pt x="523651" y="392897"/>
                  </a:lnTo>
                  <a:lnTo>
                    <a:pt x="523348" y="392515"/>
                  </a:lnTo>
                  <a:lnTo>
                    <a:pt x="522767" y="391859"/>
                  </a:lnTo>
                  <a:lnTo>
                    <a:pt x="522755" y="391453"/>
                  </a:lnTo>
                  <a:lnTo>
                    <a:pt x="522746" y="391094"/>
                  </a:lnTo>
                  <a:lnTo>
                    <a:pt x="522694" y="390937"/>
                  </a:lnTo>
                  <a:lnTo>
                    <a:pt x="522516" y="390686"/>
                  </a:lnTo>
                  <a:lnTo>
                    <a:pt x="522399" y="390555"/>
                  </a:lnTo>
                  <a:lnTo>
                    <a:pt x="521940" y="390208"/>
                  </a:lnTo>
                  <a:lnTo>
                    <a:pt x="521705" y="390032"/>
                  </a:lnTo>
                  <a:lnTo>
                    <a:pt x="521452" y="389828"/>
                  </a:lnTo>
                  <a:lnTo>
                    <a:pt x="519900" y="389123"/>
                  </a:lnTo>
                  <a:lnTo>
                    <a:pt x="519288" y="388396"/>
                  </a:lnTo>
                  <a:lnTo>
                    <a:pt x="518203" y="387679"/>
                  </a:lnTo>
                  <a:lnTo>
                    <a:pt x="516332" y="386441"/>
                  </a:lnTo>
                  <a:lnTo>
                    <a:pt x="513216" y="384305"/>
                  </a:lnTo>
                  <a:lnTo>
                    <a:pt x="511952" y="384150"/>
                  </a:lnTo>
                  <a:lnTo>
                    <a:pt x="512407" y="382612"/>
                  </a:lnTo>
                  <a:lnTo>
                    <a:pt x="511409" y="380671"/>
                  </a:lnTo>
                  <a:lnTo>
                    <a:pt x="510109" y="377476"/>
                  </a:lnTo>
                  <a:lnTo>
                    <a:pt x="508809" y="374276"/>
                  </a:lnTo>
                  <a:lnTo>
                    <a:pt x="506994" y="369818"/>
                  </a:lnTo>
                  <a:lnTo>
                    <a:pt x="506855" y="368428"/>
                  </a:lnTo>
                  <a:lnTo>
                    <a:pt x="506803" y="367798"/>
                  </a:lnTo>
                  <a:lnTo>
                    <a:pt x="506744" y="367167"/>
                  </a:lnTo>
                  <a:lnTo>
                    <a:pt x="502969" y="366167"/>
                  </a:lnTo>
                  <a:lnTo>
                    <a:pt x="502895" y="365936"/>
                  </a:lnTo>
                  <a:lnTo>
                    <a:pt x="502755" y="365502"/>
                  </a:lnTo>
                  <a:lnTo>
                    <a:pt x="502567" y="364920"/>
                  </a:lnTo>
                  <a:lnTo>
                    <a:pt x="502630" y="364478"/>
                  </a:lnTo>
                  <a:lnTo>
                    <a:pt x="505045" y="361415"/>
                  </a:lnTo>
                  <a:lnTo>
                    <a:pt x="504666" y="359388"/>
                  </a:lnTo>
                  <a:lnTo>
                    <a:pt x="504598" y="358776"/>
                  </a:lnTo>
                  <a:lnTo>
                    <a:pt x="504532" y="358165"/>
                  </a:lnTo>
                  <a:lnTo>
                    <a:pt x="504471" y="357606"/>
                  </a:lnTo>
                  <a:lnTo>
                    <a:pt x="504415" y="357126"/>
                  </a:lnTo>
                  <a:lnTo>
                    <a:pt x="504347" y="356490"/>
                  </a:lnTo>
                  <a:lnTo>
                    <a:pt x="504396" y="356286"/>
                  </a:lnTo>
                  <a:lnTo>
                    <a:pt x="504450" y="356059"/>
                  </a:lnTo>
                  <a:lnTo>
                    <a:pt x="504574" y="355543"/>
                  </a:lnTo>
                  <a:lnTo>
                    <a:pt x="504699" y="355020"/>
                  </a:lnTo>
                  <a:lnTo>
                    <a:pt x="504830" y="354474"/>
                  </a:lnTo>
                  <a:lnTo>
                    <a:pt x="504870" y="354310"/>
                  </a:lnTo>
                  <a:lnTo>
                    <a:pt x="504452" y="354111"/>
                  </a:lnTo>
                  <a:lnTo>
                    <a:pt x="503937" y="353867"/>
                  </a:lnTo>
                  <a:lnTo>
                    <a:pt x="503775" y="353834"/>
                  </a:lnTo>
                  <a:lnTo>
                    <a:pt x="503404" y="353785"/>
                  </a:lnTo>
                  <a:lnTo>
                    <a:pt x="503081" y="353740"/>
                  </a:lnTo>
                  <a:lnTo>
                    <a:pt x="502903" y="353717"/>
                  </a:lnTo>
                  <a:lnTo>
                    <a:pt x="502699" y="353661"/>
                  </a:lnTo>
                  <a:lnTo>
                    <a:pt x="502532" y="353616"/>
                  </a:lnTo>
                  <a:lnTo>
                    <a:pt x="502333" y="353518"/>
                  </a:lnTo>
                  <a:lnTo>
                    <a:pt x="502192" y="353447"/>
                  </a:lnTo>
                  <a:lnTo>
                    <a:pt x="501430" y="352974"/>
                  </a:lnTo>
                  <a:lnTo>
                    <a:pt x="501011" y="352709"/>
                  </a:lnTo>
                  <a:lnTo>
                    <a:pt x="500521" y="352404"/>
                  </a:lnTo>
                  <a:lnTo>
                    <a:pt x="500073" y="352015"/>
                  </a:lnTo>
                  <a:lnTo>
                    <a:pt x="499864" y="351799"/>
                  </a:lnTo>
                  <a:lnTo>
                    <a:pt x="499738" y="351644"/>
                  </a:lnTo>
                  <a:lnTo>
                    <a:pt x="499611" y="351454"/>
                  </a:lnTo>
                  <a:lnTo>
                    <a:pt x="499438" y="351197"/>
                  </a:lnTo>
                  <a:lnTo>
                    <a:pt x="499374" y="351023"/>
                  </a:lnTo>
                  <a:lnTo>
                    <a:pt x="499365" y="350859"/>
                  </a:lnTo>
                  <a:lnTo>
                    <a:pt x="499356" y="350650"/>
                  </a:lnTo>
                  <a:lnTo>
                    <a:pt x="499391" y="350219"/>
                  </a:lnTo>
                  <a:lnTo>
                    <a:pt x="499449" y="349860"/>
                  </a:lnTo>
                  <a:lnTo>
                    <a:pt x="500253" y="349973"/>
                  </a:lnTo>
                  <a:lnTo>
                    <a:pt x="500856" y="350057"/>
                  </a:lnTo>
                  <a:lnTo>
                    <a:pt x="501374" y="350127"/>
                  </a:lnTo>
                  <a:lnTo>
                    <a:pt x="502471" y="350402"/>
                  </a:lnTo>
                  <a:lnTo>
                    <a:pt x="502952" y="350521"/>
                  </a:lnTo>
                  <a:lnTo>
                    <a:pt x="503564" y="350674"/>
                  </a:lnTo>
                  <a:lnTo>
                    <a:pt x="504051" y="350796"/>
                  </a:lnTo>
                  <a:lnTo>
                    <a:pt x="504961" y="351025"/>
                  </a:lnTo>
                  <a:lnTo>
                    <a:pt x="505486" y="350212"/>
                  </a:lnTo>
                  <a:lnTo>
                    <a:pt x="506131" y="349213"/>
                  </a:lnTo>
                  <a:lnTo>
                    <a:pt x="506576" y="348524"/>
                  </a:lnTo>
                  <a:lnTo>
                    <a:pt x="507130" y="347664"/>
                  </a:lnTo>
                  <a:lnTo>
                    <a:pt x="507423" y="347201"/>
                  </a:lnTo>
                  <a:lnTo>
                    <a:pt x="507894" y="346995"/>
                  </a:lnTo>
                  <a:lnTo>
                    <a:pt x="510814" y="345778"/>
                  </a:lnTo>
                  <a:lnTo>
                    <a:pt x="511608" y="345410"/>
                  </a:lnTo>
                  <a:lnTo>
                    <a:pt x="513111" y="344699"/>
                  </a:lnTo>
                  <a:lnTo>
                    <a:pt x="514694" y="343728"/>
                  </a:lnTo>
                  <a:lnTo>
                    <a:pt x="515826" y="343194"/>
                  </a:lnTo>
                  <a:lnTo>
                    <a:pt x="516554" y="342721"/>
                  </a:lnTo>
                  <a:lnTo>
                    <a:pt x="516528" y="340605"/>
                  </a:lnTo>
                  <a:lnTo>
                    <a:pt x="528472" y="333678"/>
                  </a:lnTo>
                  <a:lnTo>
                    <a:pt x="528070" y="332122"/>
                  </a:lnTo>
                  <a:lnTo>
                    <a:pt x="532228" y="327962"/>
                  </a:lnTo>
                  <a:lnTo>
                    <a:pt x="532495" y="327589"/>
                  </a:lnTo>
                  <a:lnTo>
                    <a:pt x="532817" y="327232"/>
                  </a:lnTo>
                  <a:lnTo>
                    <a:pt x="532841" y="326995"/>
                  </a:lnTo>
                  <a:lnTo>
                    <a:pt x="532896" y="326248"/>
                  </a:lnTo>
                  <a:lnTo>
                    <a:pt x="532907" y="325994"/>
                  </a:lnTo>
                  <a:lnTo>
                    <a:pt x="532732" y="325872"/>
                  </a:lnTo>
                  <a:lnTo>
                    <a:pt x="532483" y="325811"/>
                  </a:lnTo>
                  <a:lnTo>
                    <a:pt x="531587" y="325839"/>
                  </a:lnTo>
                  <a:lnTo>
                    <a:pt x="529111" y="321972"/>
                  </a:lnTo>
                  <a:lnTo>
                    <a:pt x="528459" y="321222"/>
                  </a:lnTo>
                  <a:lnTo>
                    <a:pt x="528230" y="321156"/>
                  </a:lnTo>
                  <a:lnTo>
                    <a:pt x="527955" y="321137"/>
                  </a:lnTo>
                  <a:lnTo>
                    <a:pt x="527637" y="321312"/>
                  </a:lnTo>
                  <a:lnTo>
                    <a:pt x="527365" y="321686"/>
                  </a:lnTo>
                  <a:lnTo>
                    <a:pt x="527118" y="321767"/>
                  </a:lnTo>
                  <a:lnTo>
                    <a:pt x="526879" y="321755"/>
                  </a:lnTo>
                  <a:lnTo>
                    <a:pt x="526715" y="321682"/>
                  </a:lnTo>
                  <a:lnTo>
                    <a:pt x="526546" y="321593"/>
                  </a:lnTo>
                  <a:lnTo>
                    <a:pt x="526143" y="321474"/>
                  </a:lnTo>
                  <a:lnTo>
                    <a:pt x="526009" y="321251"/>
                  </a:lnTo>
                  <a:lnTo>
                    <a:pt x="525716" y="321054"/>
                  </a:lnTo>
                  <a:lnTo>
                    <a:pt x="525578" y="321009"/>
                  </a:lnTo>
                  <a:lnTo>
                    <a:pt x="525405" y="320909"/>
                  </a:lnTo>
                  <a:lnTo>
                    <a:pt x="524896" y="320529"/>
                  </a:lnTo>
                  <a:lnTo>
                    <a:pt x="524394" y="320104"/>
                  </a:lnTo>
                  <a:lnTo>
                    <a:pt x="524371" y="319842"/>
                  </a:lnTo>
                  <a:lnTo>
                    <a:pt x="523775" y="319139"/>
                  </a:lnTo>
                  <a:lnTo>
                    <a:pt x="523618" y="318902"/>
                  </a:lnTo>
                  <a:lnTo>
                    <a:pt x="523543" y="318599"/>
                  </a:lnTo>
                  <a:lnTo>
                    <a:pt x="522598" y="317577"/>
                  </a:lnTo>
                  <a:lnTo>
                    <a:pt x="522474" y="317361"/>
                  </a:lnTo>
                  <a:lnTo>
                    <a:pt x="522376" y="317080"/>
                  </a:lnTo>
                  <a:lnTo>
                    <a:pt x="522296" y="316853"/>
                  </a:lnTo>
                  <a:lnTo>
                    <a:pt x="522169" y="316374"/>
                  </a:lnTo>
                  <a:lnTo>
                    <a:pt x="522132" y="316006"/>
                  </a:lnTo>
                  <a:lnTo>
                    <a:pt x="522094" y="315648"/>
                  </a:lnTo>
                  <a:lnTo>
                    <a:pt x="522045" y="315373"/>
                  </a:lnTo>
                  <a:lnTo>
                    <a:pt x="522033" y="314773"/>
                  </a:lnTo>
                  <a:lnTo>
                    <a:pt x="522073" y="314567"/>
                  </a:lnTo>
                  <a:lnTo>
                    <a:pt x="522101" y="314412"/>
                  </a:lnTo>
                  <a:lnTo>
                    <a:pt x="522244" y="314189"/>
                  </a:lnTo>
                  <a:lnTo>
                    <a:pt x="522455" y="314236"/>
                  </a:lnTo>
                  <a:lnTo>
                    <a:pt x="522852" y="313760"/>
                  </a:lnTo>
                  <a:lnTo>
                    <a:pt x="522868" y="313151"/>
                  </a:lnTo>
                  <a:lnTo>
                    <a:pt x="522962" y="312780"/>
                  </a:lnTo>
                  <a:lnTo>
                    <a:pt x="522959" y="312635"/>
                  </a:lnTo>
                  <a:lnTo>
                    <a:pt x="522760" y="312145"/>
                  </a:lnTo>
                  <a:lnTo>
                    <a:pt x="522835" y="311533"/>
                  </a:lnTo>
                  <a:lnTo>
                    <a:pt x="522788" y="311245"/>
                  </a:lnTo>
                  <a:lnTo>
                    <a:pt x="522746" y="310963"/>
                  </a:lnTo>
                  <a:lnTo>
                    <a:pt x="522608" y="310513"/>
                  </a:lnTo>
                  <a:lnTo>
                    <a:pt x="522493" y="310251"/>
                  </a:lnTo>
                  <a:lnTo>
                    <a:pt x="522411" y="310084"/>
                  </a:lnTo>
                  <a:lnTo>
                    <a:pt x="522671" y="309606"/>
                  </a:lnTo>
                  <a:lnTo>
                    <a:pt x="522577" y="309221"/>
                  </a:lnTo>
                  <a:lnTo>
                    <a:pt x="522584" y="308663"/>
                  </a:lnTo>
                  <a:lnTo>
                    <a:pt x="522591" y="308108"/>
                  </a:lnTo>
                  <a:lnTo>
                    <a:pt x="522601" y="307547"/>
                  </a:lnTo>
                  <a:lnTo>
                    <a:pt x="522608" y="307015"/>
                  </a:lnTo>
                  <a:lnTo>
                    <a:pt x="522620" y="305930"/>
                  </a:lnTo>
                  <a:lnTo>
                    <a:pt x="522636" y="304840"/>
                  </a:lnTo>
                  <a:lnTo>
                    <a:pt x="522650" y="303747"/>
                  </a:lnTo>
                  <a:lnTo>
                    <a:pt x="522657" y="303175"/>
                  </a:lnTo>
                  <a:lnTo>
                    <a:pt x="522715" y="301887"/>
                  </a:lnTo>
                  <a:lnTo>
                    <a:pt x="525495" y="300672"/>
                  </a:lnTo>
                  <a:lnTo>
                    <a:pt x="528265" y="299300"/>
                  </a:lnTo>
                  <a:lnTo>
                    <a:pt x="530823" y="301818"/>
                  </a:lnTo>
                  <a:lnTo>
                    <a:pt x="531123" y="301939"/>
                  </a:lnTo>
                  <a:lnTo>
                    <a:pt x="531376" y="301909"/>
                  </a:lnTo>
                  <a:lnTo>
                    <a:pt x="532839" y="302155"/>
                  </a:lnTo>
                  <a:lnTo>
                    <a:pt x="538348" y="302331"/>
                  </a:lnTo>
                  <a:lnTo>
                    <a:pt x="542186" y="298955"/>
                  </a:lnTo>
                  <a:lnTo>
                    <a:pt x="543994" y="297337"/>
                  </a:lnTo>
                  <a:lnTo>
                    <a:pt x="544892" y="296533"/>
                  </a:lnTo>
                  <a:lnTo>
                    <a:pt x="544772" y="296172"/>
                  </a:lnTo>
                  <a:lnTo>
                    <a:pt x="544479" y="295058"/>
                  </a:lnTo>
                  <a:lnTo>
                    <a:pt x="544212" y="294041"/>
                  </a:lnTo>
                  <a:lnTo>
                    <a:pt x="543907" y="292873"/>
                  </a:lnTo>
                  <a:lnTo>
                    <a:pt x="543642" y="291858"/>
                  </a:lnTo>
                  <a:lnTo>
                    <a:pt x="543494" y="291296"/>
                  </a:lnTo>
                  <a:lnTo>
                    <a:pt x="543354" y="290756"/>
                  </a:lnTo>
                  <a:lnTo>
                    <a:pt x="543229" y="290283"/>
                  </a:lnTo>
                  <a:lnTo>
                    <a:pt x="542976" y="289847"/>
                  </a:lnTo>
                  <a:lnTo>
                    <a:pt x="542524" y="289078"/>
                  </a:lnTo>
                  <a:lnTo>
                    <a:pt x="542109" y="288363"/>
                  </a:lnTo>
                  <a:lnTo>
                    <a:pt x="541736" y="287727"/>
                  </a:lnTo>
                  <a:lnTo>
                    <a:pt x="541504" y="287331"/>
                  </a:lnTo>
                  <a:lnTo>
                    <a:pt x="541412" y="286722"/>
                  </a:lnTo>
                  <a:lnTo>
                    <a:pt x="541300" y="285976"/>
                  </a:lnTo>
                  <a:lnTo>
                    <a:pt x="541176" y="285137"/>
                  </a:lnTo>
                  <a:lnTo>
                    <a:pt x="541103" y="284656"/>
                  </a:lnTo>
                  <a:lnTo>
                    <a:pt x="541030" y="284155"/>
                  </a:lnTo>
                  <a:lnTo>
                    <a:pt x="540421" y="280087"/>
                  </a:lnTo>
                  <a:lnTo>
                    <a:pt x="540067" y="278354"/>
                  </a:lnTo>
                  <a:lnTo>
                    <a:pt x="539788" y="276737"/>
                  </a:lnTo>
                  <a:lnTo>
                    <a:pt x="539696" y="276214"/>
                  </a:lnTo>
                  <a:lnTo>
                    <a:pt x="539565" y="275447"/>
                  </a:lnTo>
                  <a:lnTo>
                    <a:pt x="539101" y="275189"/>
                  </a:lnTo>
                  <a:lnTo>
                    <a:pt x="538468" y="274835"/>
                  </a:lnTo>
                  <a:lnTo>
                    <a:pt x="537720" y="274423"/>
                  </a:lnTo>
                  <a:lnTo>
                    <a:pt x="536754" y="273884"/>
                  </a:lnTo>
                  <a:lnTo>
                    <a:pt x="534928" y="272868"/>
                  </a:lnTo>
                  <a:lnTo>
                    <a:pt x="533753" y="272214"/>
                  </a:lnTo>
                  <a:lnTo>
                    <a:pt x="532761" y="271635"/>
                  </a:lnTo>
                  <a:lnTo>
                    <a:pt x="531807" y="271077"/>
                  </a:lnTo>
                  <a:lnTo>
                    <a:pt x="531650" y="270988"/>
                  </a:lnTo>
                  <a:lnTo>
                    <a:pt x="531095" y="271284"/>
                  </a:lnTo>
                  <a:lnTo>
                    <a:pt x="530058" y="271830"/>
                  </a:lnTo>
                  <a:lnTo>
                    <a:pt x="527629" y="273117"/>
                  </a:lnTo>
                  <a:lnTo>
                    <a:pt x="526213" y="273867"/>
                  </a:lnTo>
                  <a:lnTo>
                    <a:pt x="524708" y="274664"/>
                  </a:lnTo>
                  <a:lnTo>
                    <a:pt x="523742" y="275175"/>
                  </a:lnTo>
                  <a:lnTo>
                    <a:pt x="522741" y="275708"/>
                  </a:lnTo>
                  <a:lnTo>
                    <a:pt x="521740" y="276237"/>
                  </a:lnTo>
                  <a:lnTo>
                    <a:pt x="521321" y="276460"/>
                  </a:lnTo>
                  <a:lnTo>
                    <a:pt x="520856" y="276235"/>
                  </a:lnTo>
                  <a:lnTo>
                    <a:pt x="519886" y="275762"/>
                  </a:lnTo>
                  <a:lnTo>
                    <a:pt x="519361" y="275506"/>
                  </a:lnTo>
                  <a:lnTo>
                    <a:pt x="518864" y="275264"/>
                  </a:lnTo>
                  <a:lnTo>
                    <a:pt x="518336" y="275009"/>
                  </a:lnTo>
                  <a:lnTo>
                    <a:pt x="517825" y="274760"/>
                  </a:lnTo>
                  <a:lnTo>
                    <a:pt x="516719" y="274226"/>
                  </a:lnTo>
                  <a:lnTo>
                    <a:pt x="515757" y="273764"/>
                  </a:lnTo>
                  <a:lnTo>
                    <a:pt x="515216" y="273501"/>
                  </a:lnTo>
                  <a:lnTo>
                    <a:pt x="513718" y="272777"/>
                  </a:lnTo>
                  <a:lnTo>
                    <a:pt x="512775" y="272322"/>
                  </a:lnTo>
                  <a:lnTo>
                    <a:pt x="512222" y="272055"/>
                  </a:lnTo>
                  <a:lnTo>
                    <a:pt x="511755" y="271830"/>
                  </a:lnTo>
                  <a:lnTo>
                    <a:pt x="511312" y="271614"/>
                  </a:lnTo>
                  <a:lnTo>
                    <a:pt x="510846" y="271389"/>
                  </a:lnTo>
                  <a:lnTo>
                    <a:pt x="510297" y="271124"/>
                  </a:lnTo>
                  <a:lnTo>
                    <a:pt x="509167" y="270578"/>
                  </a:lnTo>
                  <a:lnTo>
                    <a:pt x="508792" y="270336"/>
                  </a:lnTo>
                  <a:lnTo>
                    <a:pt x="507005" y="269188"/>
                  </a:lnTo>
                  <a:lnTo>
                    <a:pt x="506023" y="268557"/>
                  </a:lnTo>
                  <a:lnTo>
                    <a:pt x="504663" y="267680"/>
                  </a:lnTo>
                  <a:lnTo>
                    <a:pt x="503655" y="267033"/>
                  </a:lnTo>
                  <a:lnTo>
                    <a:pt x="502778" y="266470"/>
                  </a:lnTo>
                  <a:lnTo>
                    <a:pt x="501909" y="265910"/>
                  </a:lnTo>
                  <a:lnTo>
                    <a:pt x="501091" y="265385"/>
                  </a:lnTo>
                  <a:lnTo>
                    <a:pt x="501109" y="264654"/>
                  </a:lnTo>
                  <a:lnTo>
                    <a:pt x="501140" y="263531"/>
                  </a:lnTo>
                  <a:lnTo>
                    <a:pt x="501165" y="262454"/>
                  </a:lnTo>
                  <a:lnTo>
                    <a:pt x="501194" y="261390"/>
                  </a:lnTo>
                  <a:lnTo>
                    <a:pt x="501222" y="260283"/>
                  </a:lnTo>
                  <a:lnTo>
                    <a:pt x="501252" y="259158"/>
                  </a:lnTo>
                  <a:lnTo>
                    <a:pt x="501264" y="258626"/>
                  </a:lnTo>
                  <a:lnTo>
                    <a:pt x="501191" y="258026"/>
                  </a:lnTo>
                  <a:lnTo>
                    <a:pt x="500933" y="255930"/>
                  </a:lnTo>
                  <a:lnTo>
                    <a:pt x="500795" y="254802"/>
                  </a:lnTo>
                  <a:lnTo>
                    <a:pt x="500610" y="253309"/>
                  </a:lnTo>
                  <a:lnTo>
                    <a:pt x="497161" y="242070"/>
                  </a:lnTo>
                  <a:lnTo>
                    <a:pt x="499257" y="232959"/>
                  </a:lnTo>
                  <a:lnTo>
                    <a:pt x="500185" y="226882"/>
                  </a:lnTo>
                  <a:lnTo>
                    <a:pt x="500938" y="221947"/>
                  </a:lnTo>
                  <a:lnTo>
                    <a:pt x="500696" y="221741"/>
                  </a:lnTo>
                  <a:lnTo>
                    <a:pt x="498462" y="219830"/>
                  </a:lnTo>
                  <a:lnTo>
                    <a:pt x="495534" y="217331"/>
                  </a:lnTo>
                  <a:lnTo>
                    <a:pt x="493790" y="215840"/>
                  </a:lnTo>
                  <a:lnTo>
                    <a:pt x="493365" y="215467"/>
                  </a:lnTo>
                  <a:lnTo>
                    <a:pt x="491757" y="214825"/>
                  </a:lnTo>
                  <a:lnTo>
                    <a:pt x="487427" y="213097"/>
                  </a:lnTo>
                  <a:lnTo>
                    <a:pt x="482694" y="211205"/>
                  </a:lnTo>
                  <a:lnTo>
                    <a:pt x="480628" y="211737"/>
                  </a:lnTo>
                  <a:lnTo>
                    <a:pt x="478996" y="212138"/>
                  </a:lnTo>
                  <a:lnTo>
                    <a:pt x="478797" y="212183"/>
                  </a:lnTo>
                  <a:lnTo>
                    <a:pt x="478220" y="212309"/>
                  </a:lnTo>
                  <a:lnTo>
                    <a:pt x="477053" y="212633"/>
                  </a:lnTo>
                  <a:lnTo>
                    <a:pt x="476811" y="212701"/>
                  </a:lnTo>
                  <a:lnTo>
                    <a:pt x="475745" y="212996"/>
                  </a:lnTo>
                  <a:lnTo>
                    <a:pt x="473965" y="213404"/>
                  </a:lnTo>
                  <a:lnTo>
                    <a:pt x="472941" y="213345"/>
                  </a:lnTo>
                  <a:lnTo>
                    <a:pt x="470877" y="213195"/>
                  </a:lnTo>
                  <a:lnTo>
                    <a:pt x="469764" y="213125"/>
                  </a:lnTo>
                  <a:lnTo>
                    <a:pt x="468993" y="213083"/>
                  </a:lnTo>
                  <a:lnTo>
                    <a:pt x="467879" y="213029"/>
                  </a:lnTo>
                  <a:lnTo>
                    <a:pt x="467359" y="212975"/>
                  </a:lnTo>
                  <a:lnTo>
                    <a:pt x="467087" y="212982"/>
                  </a:lnTo>
                  <a:lnTo>
                    <a:pt x="466700" y="213027"/>
                  </a:lnTo>
                  <a:lnTo>
                    <a:pt x="465830" y="213127"/>
                  </a:lnTo>
                  <a:lnTo>
                    <a:pt x="465162" y="213205"/>
                  </a:lnTo>
                  <a:lnTo>
                    <a:pt x="464623" y="213268"/>
                  </a:lnTo>
                  <a:lnTo>
                    <a:pt x="464137" y="213324"/>
                  </a:lnTo>
                  <a:lnTo>
                    <a:pt x="463488" y="213397"/>
                  </a:lnTo>
                  <a:lnTo>
                    <a:pt x="463052" y="213449"/>
                  </a:lnTo>
                  <a:lnTo>
                    <a:pt x="461983" y="213573"/>
                  </a:lnTo>
                  <a:lnTo>
                    <a:pt x="460503" y="213744"/>
                  </a:lnTo>
                  <a:lnTo>
                    <a:pt x="459868" y="213819"/>
                  </a:lnTo>
                  <a:lnTo>
                    <a:pt x="459366" y="213899"/>
                  </a:lnTo>
                  <a:lnTo>
                    <a:pt x="458836" y="213981"/>
                  </a:lnTo>
                  <a:lnTo>
                    <a:pt x="457772" y="214150"/>
                  </a:lnTo>
                  <a:lnTo>
                    <a:pt x="457238" y="214234"/>
                  </a:lnTo>
                  <a:lnTo>
                    <a:pt x="456272" y="214389"/>
                  </a:lnTo>
                  <a:lnTo>
                    <a:pt x="455543" y="214501"/>
                  </a:lnTo>
                  <a:lnTo>
                    <a:pt x="454539" y="214658"/>
                  </a:lnTo>
                  <a:lnTo>
                    <a:pt x="453552" y="214816"/>
                  </a:lnTo>
                  <a:lnTo>
                    <a:pt x="452856" y="214926"/>
                  </a:lnTo>
                  <a:lnTo>
                    <a:pt x="452457" y="214989"/>
                  </a:lnTo>
                  <a:lnTo>
                    <a:pt x="452561" y="214241"/>
                  </a:lnTo>
                  <a:lnTo>
                    <a:pt x="452600" y="213955"/>
                  </a:lnTo>
                  <a:lnTo>
                    <a:pt x="452680" y="213374"/>
                  </a:lnTo>
                  <a:lnTo>
                    <a:pt x="452790" y="212565"/>
                  </a:lnTo>
                  <a:lnTo>
                    <a:pt x="452863" y="212030"/>
                  </a:lnTo>
                  <a:lnTo>
                    <a:pt x="453008" y="210985"/>
                  </a:lnTo>
                  <a:lnTo>
                    <a:pt x="453097" y="210312"/>
                  </a:lnTo>
                  <a:lnTo>
                    <a:pt x="453193" y="209625"/>
                  </a:lnTo>
                  <a:lnTo>
                    <a:pt x="453250" y="209210"/>
                  </a:lnTo>
                  <a:lnTo>
                    <a:pt x="453318" y="208610"/>
                  </a:lnTo>
                  <a:lnTo>
                    <a:pt x="453381" y="208052"/>
                  </a:lnTo>
                  <a:lnTo>
                    <a:pt x="453486" y="207116"/>
                  </a:lnTo>
                  <a:lnTo>
                    <a:pt x="453508" y="206948"/>
                  </a:lnTo>
                  <a:lnTo>
                    <a:pt x="453564" y="206434"/>
                  </a:lnTo>
                  <a:lnTo>
                    <a:pt x="453322" y="205937"/>
                  </a:lnTo>
                  <a:lnTo>
                    <a:pt x="453032" y="205344"/>
                  </a:lnTo>
                  <a:lnTo>
                    <a:pt x="452600" y="204458"/>
                  </a:lnTo>
                  <a:lnTo>
                    <a:pt x="452305" y="203846"/>
                  </a:lnTo>
                  <a:lnTo>
                    <a:pt x="451869" y="202955"/>
                  </a:lnTo>
                  <a:lnTo>
                    <a:pt x="451709" y="202627"/>
                  </a:lnTo>
                  <a:lnTo>
                    <a:pt x="451627" y="202420"/>
                  </a:lnTo>
                  <a:lnTo>
                    <a:pt x="451459" y="201940"/>
                  </a:lnTo>
                  <a:lnTo>
                    <a:pt x="451360" y="201661"/>
                  </a:lnTo>
                  <a:lnTo>
                    <a:pt x="451250" y="201403"/>
                  </a:lnTo>
                  <a:lnTo>
                    <a:pt x="450877" y="200343"/>
                  </a:lnTo>
                  <a:lnTo>
                    <a:pt x="450685" y="199795"/>
                  </a:lnTo>
                  <a:lnTo>
                    <a:pt x="450521" y="199326"/>
                  </a:lnTo>
                  <a:lnTo>
                    <a:pt x="450319" y="198744"/>
                  </a:lnTo>
                  <a:lnTo>
                    <a:pt x="450110" y="198149"/>
                  </a:lnTo>
                  <a:lnTo>
                    <a:pt x="449792" y="197239"/>
                  </a:lnTo>
                  <a:lnTo>
                    <a:pt x="449426" y="196196"/>
                  </a:lnTo>
                  <a:lnTo>
                    <a:pt x="449205" y="195570"/>
                  </a:lnTo>
                  <a:lnTo>
                    <a:pt x="449001" y="194980"/>
                  </a:lnTo>
                  <a:lnTo>
                    <a:pt x="448859" y="194571"/>
                  </a:lnTo>
                  <a:lnTo>
                    <a:pt x="448687" y="194084"/>
                  </a:lnTo>
                  <a:lnTo>
                    <a:pt x="448490" y="193523"/>
                  </a:lnTo>
                  <a:lnTo>
                    <a:pt x="448315" y="193022"/>
                  </a:lnTo>
                  <a:lnTo>
                    <a:pt x="448108" y="192431"/>
                  </a:lnTo>
                  <a:lnTo>
                    <a:pt x="447923" y="191901"/>
                  </a:lnTo>
                  <a:lnTo>
                    <a:pt x="447750" y="191406"/>
                  </a:lnTo>
                  <a:lnTo>
                    <a:pt x="447579" y="190916"/>
                  </a:lnTo>
                  <a:lnTo>
                    <a:pt x="447386" y="190372"/>
                  </a:lnTo>
                  <a:lnTo>
                    <a:pt x="447218" y="189892"/>
                  </a:lnTo>
                  <a:lnTo>
                    <a:pt x="446920" y="189034"/>
                  </a:lnTo>
                  <a:lnTo>
                    <a:pt x="446709" y="188426"/>
                  </a:lnTo>
                  <a:lnTo>
                    <a:pt x="446526" y="187913"/>
                  </a:lnTo>
                  <a:lnTo>
                    <a:pt x="446313" y="187299"/>
                  </a:lnTo>
                  <a:lnTo>
                    <a:pt x="446130" y="186778"/>
                  </a:lnTo>
                  <a:lnTo>
                    <a:pt x="445952" y="186269"/>
                  </a:lnTo>
                  <a:lnTo>
                    <a:pt x="445710" y="185583"/>
                  </a:lnTo>
                  <a:lnTo>
                    <a:pt x="445581" y="185215"/>
                  </a:lnTo>
                  <a:lnTo>
                    <a:pt x="445398" y="184687"/>
                  </a:lnTo>
                  <a:lnTo>
                    <a:pt x="445197" y="184108"/>
                  </a:lnTo>
                  <a:lnTo>
                    <a:pt x="444934" y="183362"/>
                  </a:lnTo>
                  <a:lnTo>
                    <a:pt x="444850" y="183107"/>
                  </a:lnTo>
                  <a:lnTo>
                    <a:pt x="444700" y="182547"/>
                  </a:lnTo>
                  <a:lnTo>
                    <a:pt x="444552" y="181998"/>
                  </a:lnTo>
                  <a:lnTo>
                    <a:pt x="444418" y="181503"/>
                  </a:lnTo>
                  <a:lnTo>
                    <a:pt x="444271" y="180957"/>
                  </a:lnTo>
                  <a:lnTo>
                    <a:pt x="444132" y="180439"/>
                  </a:lnTo>
                  <a:lnTo>
                    <a:pt x="443935" y="179710"/>
                  </a:lnTo>
                  <a:lnTo>
                    <a:pt x="445087" y="171586"/>
                  </a:lnTo>
                  <a:lnTo>
                    <a:pt x="445185" y="170897"/>
                  </a:lnTo>
                  <a:lnTo>
                    <a:pt x="444820" y="168690"/>
                  </a:lnTo>
                  <a:lnTo>
                    <a:pt x="443340" y="159730"/>
                  </a:lnTo>
                  <a:lnTo>
                    <a:pt x="444261" y="155686"/>
                  </a:lnTo>
                  <a:lnTo>
                    <a:pt x="445193" y="151597"/>
                  </a:lnTo>
                  <a:lnTo>
                    <a:pt x="445251" y="151342"/>
                  </a:lnTo>
                  <a:lnTo>
                    <a:pt x="445656" y="149558"/>
                  </a:lnTo>
                  <a:lnTo>
                    <a:pt x="445961" y="148226"/>
                  </a:lnTo>
                  <a:lnTo>
                    <a:pt x="445969" y="148079"/>
                  </a:lnTo>
                  <a:lnTo>
                    <a:pt x="445723" y="144346"/>
                  </a:lnTo>
                  <a:lnTo>
                    <a:pt x="445433" y="143307"/>
                  </a:lnTo>
                  <a:lnTo>
                    <a:pt x="445186" y="142719"/>
                  </a:lnTo>
                  <a:lnTo>
                    <a:pt x="444515" y="141454"/>
                  </a:lnTo>
                  <a:lnTo>
                    <a:pt x="442879" y="141269"/>
                  </a:lnTo>
                  <a:lnTo>
                    <a:pt x="440779" y="139767"/>
                  </a:lnTo>
                  <a:lnTo>
                    <a:pt x="438313" y="139384"/>
                  </a:lnTo>
                  <a:lnTo>
                    <a:pt x="437481" y="137929"/>
                  </a:lnTo>
                  <a:lnTo>
                    <a:pt x="436498" y="136544"/>
                  </a:lnTo>
                  <a:lnTo>
                    <a:pt x="434739" y="136263"/>
                  </a:lnTo>
                  <a:lnTo>
                    <a:pt x="433242" y="136219"/>
                  </a:lnTo>
                  <a:lnTo>
                    <a:pt x="432367" y="136056"/>
                  </a:lnTo>
                  <a:lnTo>
                    <a:pt x="431072" y="135815"/>
                  </a:lnTo>
                  <a:lnTo>
                    <a:pt x="427897" y="135264"/>
                  </a:lnTo>
                  <a:lnTo>
                    <a:pt x="427807" y="134137"/>
                  </a:lnTo>
                  <a:lnTo>
                    <a:pt x="427554" y="131226"/>
                  </a:lnTo>
                  <a:lnTo>
                    <a:pt x="427189" y="131248"/>
                  </a:lnTo>
                  <a:lnTo>
                    <a:pt x="426840" y="131269"/>
                  </a:lnTo>
                  <a:lnTo>
                    <a:pt x="426369" y="131302"/>
                  </a:lnTo>
                  <a:lnTo>
                    <a:pt x="425904" y="131334"/>
                  </a:lnTo>
                  <a:lnTo>
                    <a:pt x="425558" y="131356"/>
                  </a:lnTo>
                  <a:lnTo>
                    <a:pt x="424842" y="131410"/>
                  </a:lnTo>
                  <a:lnTo>
                    <a:pt x="424076" y="131468"/>
                  </a:lnTo>
                  <a:lnTo>
                    <a:pt x="423738" y="131480"/>
                  </a:lnTo>
                  <a:lnTo>
                    <a:pt x="423604" y="131494"/>
                  </a:lnTo>
                  <a:lnTo>
                    <a:pt x="423236" y="131529"/>
                  </a:lnTo>
                  <a:lnTo>
                    <a:pt x="422667" y="131531"/>
                  </a:lnTo>
                  <a:lnTo>
                    <a:pt x="422850" y="131862"/>
                  </a:lnTo>
                  <a:lnTo>
                    <a:pt x="422950" y="132038"/>
                  </a:lnTo>
                  <a:lnTo>
                    <a:pt x="423351" y="132507"/>
                  </a:lnTo>
                  <a:lnTo>
                    <a:pt x="423597" y="132819"/>
                  </a:lnTo>
                  <a:lnTo>
                    <a:pt x="423574" y="132959"/>
                  </a:lnTo>
                  <a:lnTo>
                    <a:pt x="423558" y="133128"/>
                  </a:lnTo>
                  <a:lnTo>
                    <a:pt x="423471" y="133463"/>
                  </a:lnTo>
                  <a:lnTo>
                    <a:pt x="423323" y="133855"/>
                  </a:lnTo>
                  <a:lnTo>
                    <a:pt x="423243" y="133988"/>
                  </a:lnTo>
                  <a:lnTo>
                    <a:pt x="422861" y="134476"/>
                  </a:lnTo>
                  <a:lnTo>
                    <a:pt x="422730" y="134612"/>
                  </a:lnTo>
                  <a:lnTo>
                    <a:pt x="422496" y="134842"/>
                  </a:lnTo>
                  <a:lnTo>
                    <a:pt x="422074" y="135186"/>
                  </a:lnTo>
                  <a:lnTo>
                    <a:pt x="421701" y="135308"/>
                  </a:lnTo>
                  <a:lnTo>
                    <a:pt x="421485" y="135393"/>
                  </a:lnTo>
                  <a:lnTo>
                    <a:pt x="421248" y="135461"/>
                  </a:lnTo>
                  <a:lnTo>
                    <a:pt x="421014" y="135618"/>
                  </a:lnTo>
                  <a:lnTo>
                    <a:pt x="420679" y="135372"/>
                  </a:lnTo>
                  <a:lnTo>
                    <a:pt x="420526" y="135365"/>
                  </a:lnTo>
                  <a:lnTo>
                    <a:pt x="420257" y="135540"/>
                  </a:lnTo>
                  <a:lnTo>
                    <a:pt x="420107" y="135540"/>
                  </a:lnTo>
                  <a:lnTo>
                    <a:pt x="419968" y="135545"/>
                  </a:lnTo>
                  <a:lnTo>
                    <a:pt x="419776" y="135543"/>
                  </a:lnTo>
                  <a:lnTo>
                    <a:pt x="419450" y="135660"/>
                  </a:lnTo>
                  <a:lnTo>
                    <a:pt x="419134" y="136033"/>
                  </a:lnTo>
                  <a:lnTo>
                    <a:pt x="418941" y="136005"/>
                  </a:lnTo>
                  <a:lnTo>
                    <a:pt x="418728" y="135857"/>
                  </a:lnTo>
                  <a:lnTo>
                    <a:pt x="418580" y="135803"/>
                  </a:lnTo>
                  <a:lnTo>
                    <a:pt x="418341" y="135573"/>
                  </a:lnTo>
                  <a:lnTo>
                    <a:pt x="418135" y="135416"/>
                  </a:lnTo>
                  <a:lnTo>
                    <a:pt x="417994" y="135339"/>
                  </a:lnTo>
                  <a:lnTo>
                    <a:pt x="417682" y="135072"/>
                  </a:lnTo>
                  <a:lnTo>
                    <a:pt x="417101" y="135177"/>
                  </a:lnTo>
                  <a:lnTo>
                    <a:pt x="416899" y="135292"/>
                  </a:lnTo>
                  <a:lnTo>
                    <a:pt x="416548" y="135313"/>
                  </a:lnTo>
                  <a:lnTo>
                    <a:pt x="416386" y="135299"/>
                  </a:lnTo>
                  <a:lnTo>
                    <a:pt x="415821" y="135165"/>
                  </a:lnTo>
                  <a:lnTo>
                    <a:pt x="415640" y="135165"/>
                  </a:lnTo>
                  <a:lnTo>
                    <a:pt x="415293" y="135158"/>
                  </a:lnTo>
                  <a:lnTo>
                    <a:pt x="415113" y="135165"/>
                  </a:lnTo>
                  <a:lnTo>
                    <a:pt x="414860" y="135156"/>
                  </a:lnTo>
                  <a:lnTo>
                    <a:pt x="414714" y="135156"/>
                  </a:lnTo>
                  <a:lnTo>
                    <a:pt x="414389" y="135163"/>
                  </a:lnTo>
                  <a:lnTo>
                    <a:pt x="414163" y="135165"/>
                  </a:lnTo>
                  <a:lnTo>
                    <a:pt x="413985" y="135170"/>
                  </a:lnTo>
                  <a:lnTo>
                    <a:pt x="413784" y="135175"/>
                  </a:lnTo>
                  <a:lnTo>
                    <a:pt x="413547" y="135177"/>
                  </a:lnTo>
                  <a:lnTo>
                    <a:pt x="413380" y="135182"/>
                  </a:lnTo>
                  <a:lnTo>
                    <a:pt x="413022" y="135189"/>
                  </a:lnTo>
                  <a:lnTo>
                    <a:pt x="412848" y="135191"/>
                  </a:lnTo>
                  <a:lnTo>
                    <a:pt x="412705" y="135193"/>
                  </a:lnTo>
                  <a:lnTo>
                    <a:pt x="412483" y="135196"/>
                  </a:lnTo>
                  <a:lnTo>
                    <a:pt x="412286" y="135200"/>
                  </a:lnTo>
                  <a:lnTo>
                    <a:pt x="411885" y="135208"/>
                  </a:lnTo>
                  <a:lnTo>
                    <a:pt x="411716" y="135210"/>
                  </a:lnTo>
                  <a:lnTo>
                    <a:pt x="411538" y="135215"/>
                  </a:lnTo>
                  <a:lnTo>
                    <a:pt x="411336" y="135217"/>
                  </a:lnTo>
                  <a:lnTo>
                    <a:pt x="411174" y="135222"/>
                  </a:lnTo>
                  <a:lnTo>
                    <a:pt x="410984" y="135224"/>
                  </a:lnTo>
                  <a:lnTo>
                    <a:pt x="410769" y="135229"/>
                  </a:lnTo>
                  <a:lnTo>
                    <a:pt x="410584" y="135231"/>
                  </a:lnTo>
                  <a:lnTo>
                    <a:pt x="410023" y="135240"/>
                  </a:lnTo>
                  <a:lnTo>
                    <a:pt x="409878" y="135243"/>
                  </a:lnTo>
                  <a:lnTo>
                    <a:pt x="409700" y="135245"/>
                  </a:lnTo>
                  <a:lnTo>
                    <a:pt x="409503" y="135247"/>
                  </a:lnTo>
                  <a:lnTo>
                    <a:pt x="409130" y="135254"/>
                  </a:lnTo>
                  <a:lnTo>
                    <a:pt x="408933" y="135259"/>
                  </a:lnTo>
                  <a:lnTo>
                    <a:pt x="408740" y="135261"/>
                  </a:lnTo>
                  <a:lnTo>
                    <a:pt x="408379" y="135268"/>
                  </a:lnTo>
                  <a:lnTo>
                    <a:pt x="408124" y="135273"/>
                  </a:lnTo>
                  <a:lnTo>
                    <a:pt x="407802" y="135278"/>
                  </a:lnTo>
                  <a:lnTo>
                    <a:pt x="407591" y="135282"/>
                  </a:lnTo>
                  <a:lnTo>
                    <a:pt x="407172" y="135259"/>
                  </a:lnTo>
                  <a:lnTo>
                    <a:pt x="407212" y="135564"/>
                  </a:lnTo>
                  <a:lnTo>
                    <a:pt x="407566" y="135988"/>
                  </a:lnTo>
                  <a:lnTo>
                    <a:pt x="407730" y="136091"/>
                  </a:lnTo>
                  <a:lnTo>
                    <a:pt x="407885" y="136187"/>
                  </a:lnTo>
                  <a:lnTo>
                    <a:pt x="408013" y="136258"/>
                  </a:lnTo>
                  <a:lnTo>
                    <a:pt x="408194" y="136352"/>
                  </a:lnTo>
                  <a:lnTo>
                    <a:pt x="408072" y="136642"/>
                  </a:lnTo>
                  <a:lnTo>
                    <a:pt x="407845" y="137003"/>
                  </a:lnTo>
                  <a:lnTo>
                    <a:pt x="407648" y="137149"/>
                  </a:lnTo>
                  <a:lnTo>
                    <a:pt x="407493" y="137371"/>
                  </a:lnTo>
                  <a:lnTo>
                    <a:pt x="407310" y="137564"/>
                  </a:lnTo>
                  <a:lnTo>
                    <a:pt x="407167" y="137728"/>
                  </a:lnTo>
                  <a:lnTo>
                    <a:pt x="406769" y="138091"/>
                  </a:lnTo>
                  <a:lnTo>
                    <a:pt x="406497" y="138211"/>
                  </a:lnTo>
                  <a:lnTo>
                    <a:pt x="406262" y="138370"/>
                  </a:lnTo>
                  <a:lnTo>
                    <a:pt x="406159" y="138562"/>
                  </a:lnTo>
                  <a:lnTo>
                    <a:pt x="405988" y="138839"/>
                  </a:lnTo>
                  <a:lnTo>
                    <a:pt x="405847" y="139078"/>
                  </a:lnTo>
                  <a:lnTo>
                    <a:pt x="405690" y="139331"/>
                  </a:lnTo>
                  <a:lnTo>
                    <a:pt x="405474" y="139690"/>
                  </a:lnTo>
                  <a:lnTo>
                    <a:pt x="405388" y="139819"/>
                  </a:lnTo>
                  <a:lnTo>
                    <a:pt x="405097" y="140250"/>
                  </a:lnTo>
                  <a:lnTo>
                    <a:pt x="404970" y="140408"/>
                  </a:lnTo>
                  <a:lnTo>
                    <a:pt x="404684" y="140661"/>
                  </a:lnTo>
                  <a:lnTo>
                    <a:pt x="404349" y="140951"/>
                  </a:lnTo>
                  <a:lnTo>
                    <a:pt x="404100" y="141127"/>
                  </a:lnTo>
                  <a:lnTo>
                    <a:pt x="403878" y="141291"/>
                  </a:lnTo>
                  <a:lnTo>
                    <a:pt x="403676" y="141411"/>
                  </a:lnTo>
                  <a:lnTo>
                    <a:pt x="403474" y="141446"/>
                  </a:lnTo>
                  <a:lnTo>
                    <a:pt x="403306" y="141479"/>
                  </a:lnTo>
                  <a:lnTo>
                    <a:pt x="402912" y="141484"/>
                  </a:lnTo>
                  <a:lnTo>
                    <a:pt x="402614" y="141491"/>
                  </a:lnTo>
                  <a:lnTo>
                    <a:pt x="402063" y="141366"/>
                  </a:lnTo>
                  <a:lnTo>
                    <a:pt x="401774" y="141262"/>
                  </a:lnTo>
                  <a:lnTo>
                    <a:pt x="401634" y="141212"/>
                  </a:lnTo>
                  <a:lnTo>
                    <a:pt x="401135" y="141031"/>
                  </a:lnTo>
                  <a:lnTo>
                    <a:pt x="400635" y="140846"/>
                  </a:lnTo>
                  <a:lnTo>
                    <a:pt x="400134" y="140663"/>
                  </a:lnTo>
                  <a:lnTo>
                    <a:pt x="399585" y="140461"/>
                  </a:lnTo>
                  <a:lnTo>
                    <a:pt x="399238" y="140349"/>
                  </a:lnTo>
                  <a:lnTo>
                    <a:pt x="398980" y="140248"/>
                  </a:lnTo>
                  <a:lnTo>
                    <a:pt x="398755" y="140243"/>
                  </a:lnTo>
                  <a:lnTo>
                    <a:pt x="398052" y="140234"/>
                  </a:lnTo>
                  <a:lnTo>
                    <a:pt x="397888" y="140229"/>
                  </a:lnTo>
                  <a:lnTo>
                    <a:pt x="397473" y="140220"/>
                  </a:lnTo>
                  <a:lnTo>
                    <a:pt x="396924" y="140208"/>
                  </a:lnTo>
                  <a:lnTo>
                    <a:pt x="396704" y="140199"/>
                  </a:lnTo>
                  <a:lnTo>
                    <a:pt x="396385" y="140337"/>
                  </a:lnTo>
                  <a:lnTo>
                    <a:pt x="396143" y="140513"/>
                  </a:lnTo>
                  <a:lnTo>
                    <a:pt x="395574" y="140933"/>
                  </a:lnTo>
                  <a:lnTo>
                    <a:pt x="395278" y="141118"/>
                  </a:lnTo>
                  <a:lnTo>
                    <a:pt x="394523" y="140445"/>
                  </a:lnTo>
                  <a:lnTo>
                    <a:pt x="394221" y="140178"/>
                  </a:lnTo>
                  <a:lnTo>
                    <a:pt x="394029" y="140009"/>
                  </a:lnTo>
                  <a:lnTo>
                    <a:pt x="393675" y="139707"/>
                  </a:lnTo>
                  <a:lnTo>
                    <a:pt x="393534" y="139587"/>
                  </a:lnTo>
                  <a:lnTo>
                    <a:pt x="393264" y="139362"/>
                  </a:lnTo>
                  <a:lnTo>
                    <a:pt x="393077" y="139207"/>
                  </a:lnTo>
                  <a:lnTo>
                    <a:pt x="392927" y="139085"/>
                  </a:lnTo>
                  <a:lnTo>
                    <a:pt x="392767" y="138954"/>
                  </a:lnTo>
                  <a:lnTo>
                    <a:pt x="392603" y="138830"/>
                  </a:lnTo>
                  <a:lnTo>
                    <a:pt x="392397" y="138832"/>
                  </a:lnTo>
                  <a:lnTo>
                    <a:pt x="392078" y="138830"/>
                  </a:lnTo>
                  <a:lnTo>
                    <a:pt x="391832" y="138841"/>
                  </a:lnTo>
                  <a:lnTo>
                    <a:pt x="391497" y="138806"/>
                  </a:lnTo>
                  <a:lnTo>
                    <a:pt x="391152" y="138982"/>
                  </a:lnTo>
                  <a:lnTo>
                    <a:pt x="390592" y="139170"/>
                  </a:lnTo>
                  <a:lnTo>
                    <a:pt x="390381" y="139294"/>
                  </a:lnTo>
                  <a:lnTo>
                    <a:pt x="390167" y="139369"/>
                  </a:lnTo>
                  <a:lnTo>
                    <a:pt x="389605" y="139561"/>
                  </a:lnTo>
                  <a:lnTo>
                    <a:pt x="389314" y="139688"/>
                  </a:lnTo>
                  <a:lnTo>
                    <a:pt x="389173" y="139749"/>
                  </a:lnTo>
                  <a:lnTo>
                    <a:pt x="388508" y="140023"/>
                  </a:lnTo>
                  <a:lnTo>
                    <a:pt x="388268" y="140126"/>
                  </a:lnTo>
                  <a:lnTo>
                    <a:pt x="388121" y="140192"/>
                  </a:lnTo>
                  <a:lnTo>
                    <a:pt x="387860" y="140389"/>
                  </a:lnTo>
                  <a:lnTo>
                    <a:pt x="387652" y="140546"/>
                  </a:lnTo>
                  <a:lnTo>
                    <a:pt x="387209" y="140923"/>
                  </a:lnTo>
                  <a:lnTo>
                    <a:pt x="386841" y="141226"/>
                  </a:lnTo>
                  <a:lnTo>
                    <a:pt x="386306" y="141659"/>
                  </a:lnTo>
                  <a:lnTo>
                    <a:pt x="386158" y="141505"/>
                  </a:lnTo>
                  <a:lnTo>
                    <a:pt x="386018" y="141359"/>
                  </a:lnTo>
                  <a:lnTo>
                    <a:pt x="385924" y="141212"/>
                  </a:lnTo>
                  <a:lnTo>
                    <a:pt x="385701" y="140867"/>
                  </a:lnTo>
                  <a:lnTo>
                    <a:pt x="385361" y="140508"/>
                  </a:lnTo>
                  <a:lnTo>
                    <a:pt x="384993" y="140075"/>
                  </a:lnTo>
                  <a:lnTo>
                    <a:pt x="384754" y="139791"/>
                  </a:lnTo>
                  <a:lnTo>
                    <a:pt x="384597" y="139608"/>
                  </a:lnTo>
                  <a:lnTo>
                    <a:pt x="384391" y="139587"/>
                  </a:lnTo>
                  <a:lnTo>
                    <a:pt x="384046" y="139739"/>
                  </a:lnTo>
                  <a:lnTo>
                    <a:pt x="383697" y="139864"/>
                  </a:lnTo>
                  <a:lnTo>
                    <a:pt x="383467" y="139934"/>
                  </a:lnTo>
                  <a:lnTo>
                    <a:pt x="383005" y="140049"/>
                  </a:lnTo>
                  <a:lnTo>
                    <a:pt x="382473" y="140211"/>
                  </a:lnTo>
                  <a:lnTo>
                    <a:pt x="381920" y="140384"/>
                  </a:lnTo>
                  <a:lnTo>
                    <a:pt x="381390" y="140548"/>
                  </a:lnTo>
                  <a:lnTo>
                    <a:pt x="381207" y="140588"/>
                  </a:lnTo>
                  <a:lnTo>
                    <a:pt x="380853" y="140586"/>
                  </a:lnTo>
                  <a:lnTo>
                    <a:pt x="380325" y="140588"/>
                  </a:lnTo>
                  <a:lnTo>
                    <a:pt x="379796" y="140595"/>
                  </a:lnTo>
                  <a:lnTo>
                    <a:pt x="379198" y="140621"/>
                  </a:lnTo>
                  <a:lnTo>
                    <a:pt x="379020" y="140616"/>
                  </a:lnTo>
                  <a:lnTo>
                    <a:pt x="378902" y="140750"/>
                  </a:lnTo>
                  <a:lnTo>
                    <a:pt x="378872" y="140919"/>
                  </a:lnTo>
                  <a:lnTo>
                    <a:pt x="378832" y="141059"/>
                  </a:lnTo>
                  <a:lnTo>
                    <a:pt x="378757" y="141338"/>
                  </a:lnTo>
                  <a:lnTo>
                    <a:pt x="378712" y="141502"/>
                  </a:lnTo>
                  <a:lnTo>
                    <a:pt x="378614" y="141870"/>
                  </a:lnTo>
                  <a:lnTo>
                    <a:pt x="378525" y="142208"/>
                  </a:lnTo>
                  <a:lnTo>
                    <a:pt x="378361" y="142536"/>
                  </a:lnTo>
                  <a:lnTo>
                    <a:pt x="377946" y="142947"/>
                  </a:lnTo>
                  <a:lnTo>
                    <a:pt x="377660" y="143230"/>
                  </a:lnTo>
                  <a:lnTo>
                    <a:pt x="377175" y="143568"/>
                  </a:lnTo>
                  <a:lnTo>
                    <a:pt x="377003" y="143469"/>
                  </a:lnTo>
                  <a:lnTo>
                    <a:pt x="376610" y="143247"/>
                  </a:lnTo>
                  <a:lnTo>
                    <a:pt x="375984" y="142839"/>
                  </a:lnTo>
                  <a:lnTo>
                    <a:pt x="375805" y="142660"/>
                  </a:lnTo>
                  <a:lnTo>
                    <a:pt x="375395" y="142353"/>
                  </a:lnTo>
                  <a:lnTo>
                    <a:pt x="375212" y="142250"/>
                  </a:lnTo>
                  <a:lnTo>
                    <a:pt x="374933" y="142102"/>
                  </a:lnTo>
                  <a:lnTo>
                    <a:pt x="374713" y="141988"/>
                  </a:lnTo>
                  <a:lnTo>
                    <a:pt x="374178" y="141915"/>
                  </a:lnTo>
                  <a:lnTo>
                    <a:pt x="373616" y="141840"/>
                  </a:lnTo>
                  <a:lnTo>
                    <a:pt x="373114" y="141784"/>
                  </a:lnTo>
                  <a:lnTo>
                    <a:pt x="372376" y="141648"/>
                  </a:lnTo>
                  <a:lnTo>
                    <a:pt x="372190" y="141521"/>
                  </a:lnTo>
                  <a:lnTo>
                    <a:pt x="371993" y="141392"/>
                  </a:lnTo>
                  <a:lnTo>
                    <a:pt x="371750" y="141230"/>
                  </a:lnTo>
                  <a:lnTo>
                    <a:pt x="371527" y="141308"/>
                  </a:lnTo>
                  <a:lnTo>
                    <a:pt x="371145" y="141620"/>
                  </a:lnTo>
                  <a:lnTo>
                    <a:pt x="370948" y="141784"/>
                  </a:lnTo>
                  <a:lnTo>
                    <a:pt x="370786" y="141922"/>
                  </a:lnTo>
                  <a:lnTo>
                    <a:pt x="370519" y="141995"/>
                  </a:lnTo>
                  <a:lnTo>
                    <a:pt x="370094" y="142098"/>
                  </a:lnTo>
                  <a:lnTo>
                    <a:pt x="369858" y="142135"/>
                  </a:lnTo>
                  <a:lnTo>
                    <a:pt x="369616" y="142292"/>
                  </a:lnTo>
                  <a:lnTo>
                    <a:pt x="369581" y="142464"/>
                  </a:lnTo>
                  <a:lnTo>
                    <a:pt x="369550" y="142719"/>
                  </a:lnTo>
                  <a:lnTo>
                    <a:pt x="369504" y="143045"/>
                  </a:lnTo>
                  <a:lnTo>
                    <a:pt x="369471" y="143200"/>
                  </a:lnTo>
                  <a:lnTo>
                    <a:pt x="369217" y="143643"/>
                  </a:lnTo>
                  <a:lnTo>
                    <a:pt x="369018" y="143943"/>
                  </a:lnTo>
                  <a:lnTo>
                    <a:pt x="368863" y="143929"/>
                  </a:lnTo>
                  <a:lnTo>
                    <a:pt x="368603" y="143856"/>
                  </a:lnTo>
                  <a:lnTo>
                    <a:pt x="368355" y="143798"/>
                  </a:lnTo>
                  <a:lnTo>
                    <a:pt x="368141" y="143753"/>
                  </a:lnTo>
                  <a:lnTo>
                    <a:pt x="367994" y="143713"/>
                  </a:lnTo>
                  <a:lnTo>
                    <a:pt x="367748" y="143758"/>
                  </a:lnTo>
                  <a:lnTo>
                    <a:pt x="367628" y="143941"/>
                  </a:lnTo>
                  <a:lnTo>
                    <a:pt x="367436" y="144130"/>
                  </a:lnTo>
                  <a:lnTo>
                    <a:pt x="367175" y="144384"/>
                  </a:lnTo>
                  <a:lnTo>
                    <a:pt x="366964" y="144527"/>
                  </a:lnTo>
                  <a:lnTo>
                    <a:pt x="366763" y="144562"/>
                  </a:lnTo>
                  <a:lnTo>
                    <a:pt x="366442" y="144646"/>
                  </a:lnTo>
                  <a:lnTo>
                    <a:pt x="366242" y="144686"/>
                  </a:lnTo>
                  <a:lnTo>
                    <a:pt x="365928" y="144745"/>
                  </a:lnTo>
                  <a:lnTo>
                    <a:pt x="365743" y="144771"/>
                  </a:lnTo>
                  <a:lnTo>
                    <a:pt x="365595" y="144792"/>
                  </a:lnTo>
                  <a:lnTo>
                    <a:pt x="365309" y="144768"/>
                  </a:lnTo>
                  <a:lnTo>
                    <a:pt x="364913" y="144745"/>
                  </a:lnTo>
                  <a:lnTo>
                    <a:pt x="364662" y="144710"/>
                  </a:lnTo>
                  <a:lnTo>
                    <a:pt x="364496" y="144667"/>
                  </a:lnTo>
                  <a:lnTo>
                    <a:pt x="364261" y="144571"/>
                  </a:lnTo>
                  <a:lnTo>
                    <a:pt x="363968" y="144456"/>
                  </a:lnTo>
                  <a:lnTo>
                    <a:pt x="363722" y="144379"/>
                  </a:lnTo>
                  <a:lnTo>
                    <a:pt x="363558" y="144309"/>
                  </a:lnTo>
                  <a:lnTo>
                    <a:pt x="363462" y="144152"/>
                  </a:lnTo>
                  <a:lnTo>
                    <a:pt x="363190" y="143884"/>
                  </a:lnTo>
                  <a:lnTo>
                    <a:pt x="363059" y="143938"/>
                  </a:lnTo>
                  <a:lnTo>
                    <a:pt x="362838" y="144069"/>
                  </a:lnTo>
                  <a:lnTo>
                    <a:pt x="362651" y="144128"/>
                  </a:lnTo>
                  <a:lnTo>
                    <a:pt x="362212" y="144311"/>
                  </a:lnTo>
                  <a:lnTo>
                    <a:pt x="361856" y="144447"/>
                  </a:lnTo>
                  <a:lnTo>
                    <a:pt x="361596" y="144412"/>
                  </a:lnTo>
                  <a:lnTo>
                    <a:pt x="361305" y="144377"/>
                  </a:lnTo>
                  <a:lnTo>
                    <a:pt x="360864" y="144325"/>
                  </a:lnTo>
                  <a:lnTo>
                    <a:pt x="360634" y="144285"/>
                  </a:lnTo>
                  <a:lnTo>
                    <a:pt x="360494" y="144250"/>
                  </a:lnTo>
                  <a:lnTo>
                    <a:pt x="360365" y="144182"/>
                  </a:lnTo>
                  <a:lnTo>
                    <a:pt x="360200" y="144105"/>
                  </a:lnTo>
                  <a:lnTo>
                    <a:pt x="359983" y="143987"/>
                  </a:lnTo>
                  <a:lnTo>
                    <a:pt x="359779" y="143887"/>
                  </a:lnTo>
                  <a:lnTo>
                    <a:pt x="359537" y="143706"/>
                  </a:lnTo>
                  <a:lnTo>
                    <a:pt x="359375" y="143587"/>
                  </a:lnTo>
                  <a:lnTo>
                    <a:pt x="359225" y="143437"/>
                  </a:lnTo>
                  <a:lnTo>
                    <a:pt x="359078" y="143291"/>
                  </a:lnTo>
                  <a:lnTo>
                    <a:pt x="358932" y="143216"/>
                  </a:lnTo>
                  <a:lnTo>
                    <a:pt x="358787" y="143064"/>
                  </a:lnTo>
                  <a:lnTo>
                    <a:pt x="358623" y="142956"/>
                  </a:lnTo>
                  <a:lnTo>
                    <a:pt x="358461" y="142860"/>
                  </a:lnTo>
                  <a:lnTo>
                    <a:pt x="358313" y="142764"/>
                  </a:lnTo>
                  <a:lnTo>
                    <a:pt x="358114" y="142630"/>
                  </a:lnTo>
                  <a:lnTo>
                    <a:pt x="357950" y="142489"/>
                  </a:lnTo>
                  <a:lnTo>
                    <a:pt x="357655" y="142278"/>
                  </a:lnTo>
                  <a:lnTo>
                    <a:pt x="357408" y="142098"/>
                  </a:lnTo>
                  <a:lnTo>
                    <a:pt x="357113" y="141934"/>
                  </a:lnTo>
                  <a:lnTo>
                    <a:pt x="356895" y="141784"/>
                  </a:lnTo>
                  <a:lnTo>
                    <a:pt x="356668" y="141638"/>
                  </a:lnTo>
                  <a:lnTo>
                    <a:pt x="356461" y="141486"/>
                  </a:lnTo>
                  <a:lnTo>
                    <a:pt x="356089" y="141251"/>
                  </a:lnTo>
                  <a:lnTo>
                    <a:pt x="355960" y="141198"/>
                  </a:lnTo>
                  <a:lnTo>
                    <a:pt x="355713" y="141160"/>
                  </a:lnTo>
                  <a:lnTo>
                    <a:pt x="355362" y="141116"/>
                  </a:lnTo>
                  <a:lnTo>
                    <a:pt x="355078" y="141076"/>
                  </a:lnTo>
                  <a:lnTo>
                    <a:pt x="354834" y="141064"/>
                  </a:lnTo>
                  <a:lnTo>
                    <a:pt x="354675" y="141031"/>
                  </a:lnTo>
                  <a:lnTo>
                    <a:pt x="354541" y="141055"/>
                  </a:lnTo>
                  <a:lnTo>
                    <a:pt x="354211" y="141120"/>
                  </a:lnTo>
                  <a:lnTo>
                    <a:pt x="353929" y="141191"/>
                  </a:lnTo>
                  <a:lnTo>
                    <a:pt x="353641" y="141261"/>
                  </a:lnTo>
                  <a:lnTo>
                    <a:pt x="353195" y="141273"/>
                  </a:lnTo>
                  <a:lnTo>
                    <a:pt x="352837" y="141280"/>
                  </a:lnTo>
                  <a:lnTo>
                    <a:pt x="352558" y="141287"/>
                  </a:lnTo>
                  <a:lnTo>
                    <a:pt x="352220" y="141312"/>
                  </a:lnTo>
                  <a:lnTo>
                    <a:pt x="351740" y="141371"/>
                  </a:lnTo>
                  <a:lnTo>
                    <a:pt x="351280" y="141385"/>
                  </a:lnTo>
                  <a:lnTo>
                    <a:pt x="350985" y="141416"/>
                  </a:lnTo>
                  <a:lnTo>
                    <a:pt x="350300" y="141554"/>
                  </a:lnTo>
                  <a:lnTo>
                    <a:pt x="350132" y="141617"/>
                  </a:lnTo>
                  <a:lnTo>
                    <a:pt x="349873" y="141713"/>
                  </a:lnTo>
                  <a:lnTo>
                    <a:pt x="349719" y="141866"/>
                  </a:lnTo>
                  <a:lnTo>
                    <a:pt x="349308" y="142027"/>
                  </a:lnTo>
                  <a:lnTo>
                    <a:pt x="349104" y="142131"/>
                  </a:lnTo>
                  <a:lnTo>
                    <a:pt x="348368" y="142663"/>
                  </a:lnTo>
                  <a:lnTo>
                    <a:pt x="348225" y="142855"/>
                  </a:lnTo>
                  <a:lnTo>
                    <a:pt x="348056" y="142897"/>
                  </a:lnTo>
                  <a:lnTo>
                    <a:pt x="347224" y="143558"/>
                  </a:lnTo>
                  <a:lnTo>
                    <a:pt x="347055" y="143605"/>
                  </a:lnTo>
                  <a:lnTo>
                    <a:pt x="346865" y="143619"/>
                  </a:lnTo>
                  <a:lnTo>
                    <a:pt x="346720" y="143650"/>
                  </a:lnTo>
                  <a:lnTo>
                    <a:pt x="346584" y="143692"/>
                  </a:lnTo>
                  <a:lnTo>
                    <a:pt x="345842" y="143709"/>
                  </a:lnTo>
                  <a:lnTo>
                    <a:pt x="345221" y="143722"/>
                  </a:lnTo>
                  <a:lnTo>
                    <a:pt x="345007" y="143727"/>
                  </a:lnTo>
                  <a:lnTo>
                    <a:pt x="344616" y="143736"/>
                  </a:lnTo>
                  <a:lnTo>
                    <a:pt x="343840" y="144079"/>
                  </a:lnTo>
                  <a:lnTo>
                    <a:pt x="343618" y="143998"/>
                  </a:lnTo>
                  <a:lnTo>
                    <a:pt x="343455" y="143977"/>
                  </a:lnTo>
                  <a:lnTo>
                    <a:pt x="343261" y="143951"/>
                  </a:lnTo>
                  <a:lnTo>
                    <a:pt x="342771" y="143888"/>
                  </a:lnTo>
                  <a:lnTo>
                    <a:pt x="342287" y="143825"/>
                  </a:lnTo>
                  <a:lnTo>
                    <a:pt x="342159" y="143809"/>
                  </a:lnTo>
                  <a:lnTo>
                    <a:pt x="341938" y="143781"/>
                  </a:lnTo>
                  <a:lnTo>
                    <a:pt x="341612" y="143740"/>
                  </a:lnTo>
                  <a:lnTo>
                    <a:pt x="341371" y="143708"/>
                  </a:lnTo>
                  <a:lnTo>
                    <a:pt x="340947" y="143645"/>
                  </a:lnTo>
                  <a:lnTo>
                    <a:pt x="340714" y="143610"/>
                  </a:lnTo>
                  <a:lnTo>
                    <a:pt x="340297" y="143507"/>
                  </a:lnTo>
                  <a:lnTo>
                    <a:pt x="339598" y="143334"/>
                  </a:lnTo>
                  <a:lnTo>
                    <a:pt x="339260" y="143913"/>
                  </a:lnTo>
                  <a:lnTo>
                    <a:pt x="338830" y="144648"/>
                  </a:lnTo>
                  <a:lnTo>
                    <a:pt x="338654" y="144950"/>
                  </a:lnTo>
                  <a:lnTo>
                    <a:pt x="338572" y="145112"/>
                  </a:lnTo>
                  <a:lnTo>
                    <a:pt x="338435" y="145399"/>
                  </a:lnTo>
                  <a:lnTo>
                    <a:pt x="337571" y="145624"/>
                  </a:lnTo>
                  <a:lnTo>
                    <a:pt x="337456" y="146709"/>
                  </a:lnTo>
                  <a:lnTo>
                    <a:pt x="337400" y="147077"/>
                  </a:lnTo>
                  <a:lnTo>
                    <a:pt x="337259" y="147305"/>
                  </a:lnTo>
                  <a:lnTo>
                    <a:pt x="337090" y="147588"/>
                  </a:lnTo>
                  <a:lnTo>
                    <a:pt x="336770" y="147808"/>
                  </a:lnTo>
                  <a:lnTo>
                    <a:pt x="336455" y="148119"/>
                  </a:lnTo>
                  <a:lnTo>
                    <a:pt x="335663" y="148363"/>
                  </a:lnTo>
                  <a:lnTo>
                    <a:pt x="335417" y="148439"/>
                  </a:lnTo>
                  <a:lnTo>
                    <a:pt x="335137" y="148526"/>
                  </a:lnTo>
                  <a:lnTo>
                    <a:pt x="334894" y="148565"/>
                  </a:lnTo>
                  <a:lnTo>
                    <a:pt x="334698" y="148619"/>
                  </a:lnTo>
                  <a:lnTo>
                    <a:pt x="334401" y="148667"/>
                  </a:lnTo>
                  <a:lnTo>
                    <a:pt x="334066" y="148326"/>
                  </a:lnTo>
                  <a:lnTo>
                    <a:pt x="333893" y="148179"/>
                  </a:lnTo>
                  <a:lnTo>
                    <a:pt x="333747" y="148016"/>
                  </a:lnTo>
                  <a:lnTo>
                    <a:pt x="333507" y="147720"/>
                  </a:lnTo>
                  <a:lnTo>
                    <a:pt x="333202" y="147578"/>
                  </a:lnTo>
                  <a:lnTo>
                    <a:pt x="333177" y="147254"/>
                  </a:lnTo>
                  <a:lnTo>
                    <a:pt x="333110" y="146947"/>
                  </a:lnTo>
                  <a:lnTo>
                    <a:pt x="333111" y="146655"/>
                  </a:lnTo>
                  <a:lnTo>
                    <a:pt x="333149" y="146485"/>
                  </a:lnTo>
                  <a:lnTo>
                    <a:pt x="333200" y="146211"/>
                  </a:lnTo>
                  <a:lnTo>
                    <a:pt x="333123" y="145895"/>
                  </a:lnTo>
                  <a:lnTo>
                    <a:pt x="332793" y="145785"/>
                  </a:lnTo>
                  <a:lnTo>
                    <a:pt x="332430" y="145655"/>
                  </a:lnTo>
                  <a:lnTo>
                    <a:pt x="332232" y="145607"/>
                  </a:lnTo>
                  <a:lnTo>
                    <a:pt x="331847" y="145379"/>
                  </a:lnTo>
                  <a:lnTo>
                    <a:pt x="331814" y="145251"/>
                  </a:lnTo>
                  <a:lnTo>
                    <a:pt x="331707" y="144775"/>
                  </a:lnTo>
                  <a:lnTo>
                    <a:pt x="331564" y="144255"/>
                  </a:lnTo>
                  <a:lnTo>
                    <a:pt x="331751" y="143934"/>
                  </a:lnTo>
                  <a:lnTo>
                    <a:pt x="331805" y="143713"/>
                  </a:lnTo>
                  <a:lnTo>
                    <a:pt x="331702" y="143373"/>
                  </a:lnTo>
                  <a:lnTo>
                    <a:pt x="331520" y="143147"/>
                  </a:lnTo>
                  <a:lnTo>
                    <a:pt x="330671" y="142652"/>
                  </a:lnTo>
                  <a:lnTo>
                    <a:pt x="327583" y="140901"/>
                  </a:lnTo>
                  <a:lnTo>
                    <a:pt x="327155" y="140647"/>
                  </a:lnTo>
                  <a:lnTo>
                    <a:pt x="326941" y="140468"/>
                  </a:lnTo>
                  <a:lnTo>
                    <a:pt x="326775" y="140231"/>
                  </a:lnTo>
                  <a:lnTo>
                    <a:pt x="326638" y="139920"/>
                  </a:lnTo>
                  <a:lnTo>
                    <a:pt x="326613" y="139778"/>
                  </a:lnTo>
                  <a:lnTo>
                    <a:pt x="326586" y="139631"/>
                  </a:lnTo>
                  <a:lnTo>
                    <a:pt x="326551" y="139328"/>
                  </a:lnTo>
                  <a:lnTo>
                    <a:pt x="326833" y="137813"/>
                  </a:lnTo>
                  <a:lnTo>
                    <a:pt x="327179" y="135677"/>
                  </a:lnTo>
                  <a:lnTo>
                    <a:pt x="327165" y="135338"/>
                  </a:lnTo>
                  <a:lnTo>
                    <a:pt x="327113" y="134235"/>
                  </a:lnTo>
                  <a:lnTo>
                    <a:pt x="327083" y="133798"/>
                  </a:lnTo>
                  <a:lnTo>
                    <a:pt x="327031" y="133435"/>
                  </a:lnTo>
                  <a:lnTo>
                    <a:pt x="326959" y="133077"/>
                  </a:lnTo>
                  <a:lnTo>
                    <a:pt x="326869" y="132759"/>
                  </a:lnTo>
                  <a:lnTo>
                    <a:pt x="326714" y="132435"/>
                  </a:lnTo>
                  <a:lnTo>
                    <a:pt x="326584" y="132247"/>
                  </a:lnTo>
                  <a:lnTo>
                    <a:pt x="325986" y="131764"/>
                  </a:lnTo>
                  <a:lnTo>
                    <a:pt x="325320" y="131311"/>
                  </a:lnTo>
                  <a:lnTo>
                    <a:pt x="324764" y="130960"/>
                  </a:lnTo>
                  <a:lnTo>
                    <a:pt x="323817" y="131417"/>
                  </a:lnTo>
                  <a:lnTo>
                    <a:pt x="323263" y="131602"/>
                  </a:lnTo>
                  <a:lnTo>
                    <a:pt x="322724" y="131804"/>
                  </a:lnTo>
                  <a:lnTo>
                    <a:pt x="322166" y="132029"/>
                  </a:lnTo>
                  <a:lnTo>
                    <a:pt x="321515" y="132298"/>
                  </a:lnTo>
                  <a:lnTo>
                    <a:pt x="321165" y="132359"/>
                  </a:lnTo>
                  <a:lnTo>
                    <a:pt x="320797" y="132563"/>
                  </a:lnTo>
                  <a:lnTo>
                    <a:pt x="320410" y="132863"/>
                  </a:lnTo>
                  <a:lnTo>
                    <a:pt x="320225" y="133028"/>
                  </a:lnTo>
                  <a:lnTo>
                    <a:pt x="320063" y="133299"/>
                  </a:lnTo>
                  <a:lnTo>
                    <a:pt x="319923" y="133536"/>
                  </a:lnTo>
                  <a:lnTo>
                    <a:pt x="319747" y="133773"/>
                  </a:lnTo>
                  <a:lnTo>
                    <a:pt x="319604" y="133965"/>
                  </a:lnTo>
                  <a:lnTo>
                    <a:pt x="319381" y="134296"/>
                  </a:lnTo>
                  <a:lnTo>
                    <a:pt x="319147" y="134568"/>
                  </a:lnTo>
                  <a:lnTo>
                    <a:pt x="318971" y="134896"/>
                  </a:lnTo>
                  <a:lnTo>
                    <a:pt x="318814" y="134980"/>
                  </a:lnTo>
                  <a:lnTo>
                    <a:pt x="318474" y="135191"/>
                  </a:lnTo>
                  <a:lnTo>
                    <a:pt x="318029" y="135426"/>
                  </a:lnTo>
                  <a:lnTo>
                    <a:pt x="317841" y="135545"/>
                  </a:lnTo>
                  <a:lnTo>
                    <a:pt x="317510" y="135761"/>
                  </a:lnTo>
                  <a:lnTo>
                    <a:pt x="317370" y="135831"/>
                  </a:lnTo>
                  <a:lnTo>
                    <a:pt x="317051" y="135993"/>
                  </a:lnTo>
                  <a:lnTo>
                    <a:pt x="316669" y="135916"/>
                  </a:lnTo>
                  <a:lnTo>
                    <a:pt x="316463" y="135871"/>
                  </a:lnTo>
                  <a:lnTo>
                    <a:pt x="316102" y="135799"/>
                  </a:lnTo>
                  <a:lnTo>
                    <a:pt x="315926" y="135761"/>
                  </a:lnTo>
                  <a:lnTo>
                    <a:pt x="315785" y="135733"/>
                  </a:lnTo>
                  <a:lnTo>
                    <a:pt x="315604" y="135761"/>
                  </a:lnTo>
                  <a:lnTo>
                    <a:pt x="315396" y="135789"/>
                  </a:lnTo>
                  <a:lnTo>
                    <a:pt x="314845" y="135904"/>
                  </a:lnTo>
                  <a:lnTo>
                    <a:pt x="314317" y="135963"/>
                  </a:lnTo>
                  <a:lnTo>
                    <a:pt x="313769" y="136225"/>
                  </a:lnTo>
                  <a:lnTo>
                    <a:pt x="313666" y="136371"/>
                  </a:lnTo>
                  <a:lnTo>
                    <a:pt x="313366" y="136551"/>
                  </a:lnTo>
                  <a:lnTo>
                    <a:pt x="313084" y="136516"/>
                  </a:lnTo>
                  <a:lnTo>
                    <a:pt x="312789" y="136471"/>
                  </a:lnTo>
                  <a:lnTo>
                    <a:pt x="312393" y="136432"/>
                  </a:lnTo>
                  <a:lnTo>
                    <a:pt x="312275" y="136253"/>
                  </a:lnTo>
                  <a:lnTo>
                    <a:pt x="312093" y="135979"/>
                  </a:lnTo>
                  <a:lnTo>
                    <a:pt x="312160" y="135665"/>
                  </a:lnTo>
                  <a:lnTo>
                    <a:pt x="312247" y="135536"/>
                  </a:lnTo>
                  <a:lnTo>
                    <a:pt x="312336" y="135407"/>
                  </a:lnTo>
                  <a:lnTo>
                    <a:pt x="312733" y="135022"/>
                  </a:lnTo>
                  <a:lnTo>
                    <a:pt x="312869" y="134891"/>
                  </a:lnTo>
                  <a:lnTo>
                    <a:pt x="312686" y="134584"/>
                  </a:lnTo>
                  <a:lnTo>
                    <a:pt x="312388" y="134094"/>
                  </a:lnTo>
                  <a:lnTo>
                    <a:pt x="312238" y="133846"/>
                  </a:lnTo>
                  <a:lnTo>
                    <a:pt x="311884" y="133602"/>
                  </a:lnTo>
                  <a:lnTo>
                    <a:pt x="311703" y="133346"/>
                  </a:lnTo>
                  <a:lnTo>
                    <a:pt x="311390" y="133036"/>
                  </a:lnTo>
                  <a:lnTo>
                    <a:pt x="310637" y="131969"/>
                  </a:lnTo>
                  <a:lnTo>
                    <a:pt x="310381" y="131605"/>
                  </a:lnTo>
                  <a:lnTo>
                    <a:pt x="310254" y="131417"/>
                  </a:lnTo>
                  <a:lnTo>
                    <a:pt x="310153" y="131272"/>
                  </a:lnTo>
                  <a:lnTo>
                    <a:pt x="310046" y="131133"/>
                  </a:lnTo>
                  <a:lnTo>
                    <a:pt x="309857" y="130922"/>
                  </a:lnTo>
                  <a:lnTo>
                    <a:pt x="309551" y="130735"/>
                  </a:lnTo>
                  <a:lnTo>
                    <a:pt x="309339" y="130827"/>
                  </a:lnTo>
                  <a:lnTo>
                    <a:pt x="309075" y="130911"/>
                  </a:lnTo>
                  <a:lnTo>
                    <a:pt x="308900" y="131053"/>
                  </a:lnTo>
                  <a:lnTo>
                    <a:pt x="308603" y="130746"/>
                  </a:lnTo>
                  <a:lnTo>
                    <a:pt x="308432" y="130578"/>
                  </a:lnTo>
                  <a:lnTo>
                    <a:pt x="308112" y="130263"/>
                  </a:lnTo>
                  <a:lnTo>
                    <a:pt x="307844" y="129999"/>
                  </a:lnTo>
                  <a:lnTo>
                    <a:pt x="307490" y="129534"/>
                  </a:lnTo>
                  <a:lnTo>
                    <a:pt x="307040" y="129115"/>
                  </a:lnTo>
                  <a:lnTo>
                    <a:pt x="306679" y="128777"/>
                  </a:lnTo>
                  <a:lnTo>
                    <a:pt x="306374" y="128489"/>
                  </a:lnTo>
                  <a:lnTo>
                    <a:pt x="306222" y="128348"/>
                  </a:lnTo>
                  <a:lnTo>
                    <a:pt x="305741" y="127898"/>
                  </a:lnTo>
                  <a:lnTo>
                    <a:pt x="305427" y="127602"/>
                  </a:lnTo>
                  <a:lnTo>
                    <a:pt x="305120" y="127314"/>
                  </a:lnTo>
                  <a:lnTo>
                    <a:pt x="304771" y="126984"/>
                  </a:lnTo>
                  <a:lnTo>
                    <a:pt x="304337" y="126578"/>
                  </a:lnTo>
                  <a:lnTo>
                    <a:pt x="304750" y="126275"/>
                  </a:lnTo>
                  <a:lnTo>
                    <a:pt x="304982" y="126022"/>
                  </a:lnTo>
                  <a:lnTo>
                    <a:pt x="305310" y="125668"/>
                  </a:lnTo>
                  <a:lnTo>
                    <a:pt x="305718" y="125223"/>
                  </a:lnTo>
                  <a:lnTo>
                    <a:pt x="305924" y="125000"/>
                  </a:lnTo>
                  <a:lnTo>
                    <a:pt x="306140" y="124766"/>
                  </a:lnTo>
                  <a:lnTo>
                    <a:pt x="306363" y="124531"/>
                  </a:lnTo>
                  <a:lnTo>
                    <a:pt x="306599" y="124280"/>
                  </a:lnTo>
                  <a:lnTo>
                    <a:pt x="306963" y="123903"/>
                  </a:lnTo>
                  <a:lnTo>
                    <a:pt x="307324" y="123523"/>
                  </a:lnTo>
                  <a:lnTo>
                    <a:pt x="307469" y="123373"/>
                  </a:lnTo>
                  <a:lnTo>
                    <a:pt x="307296" y="123312"/>
                  </a:lnTo>
                  <a:lnTo>
                    <a:pt x="307040" y="123225"/>
                  </a:lnTo>
                  <a:lnTo>
                    <a:pt x="306649" y="123089"/>
                  </a:lnTo>
                  <a:lnTo>
                    <a:pt x="306337" y="122982"/>
                  </a:lnTo>
                  <a:lnTo>
                    <a:pt x="305952" y="122850"/>
                  </a:lnTo>
                  <a:lnTo>
                    <a:pt x="305491" y="122689"/>
                  </a:lnTo>
                  <a:lnTo>
                    <a:pt x="304996" y="122520"/>
                  </a:lnTo>
                  <a:lnTo>
                    <a:pt x="304426" y="122323"/>
                  </a:lnTo>
                  <a:lnTo>
                    <a:pt x="303934" y="122152"/>
                  </a:lnTo>
                  <a:lnTo>
                    <a:pt x="303360" y="121955"/>
                  </a:lnTo>
                  <a:lnTo>
                    <a:pt x="302685" y="121702"/>
                  </a:lnTo>
                  <a:lnTo>
                    <a:pt x="300683" y="121885"/>
                  </a:lnTo>
                  <a:lnTo>
                    <a:pt x="300503" y="121902"/>
                  </a:lnTo>
                  <a:lnTo>
                    <a:pt x="298419" y="120791"/>
                  </a:lnTo>
                  <a:lnTo>
                    <a:pt x="297891" y="121988"/>
                  </a:lnTo>
                  <a:lnTo>
                    <a:pt x="296943" y="123923"/>
                  </a:lnTo>
                  <a:lnTo>
                    <a:pt x="296440" y="124889"/>
                  </a:lnTo>
                  <a:lnTo>
                    <a:pt x="296080" y="124986"/>
                  </a:lnTo>
                  <a:lnTo>
                    <a:pt x="295750" y="125073"/>
                  </a:lnTo>
                  <a:lnTo>
                    <a:pt x="295241" y="125193"/>
                  </a:lnTo>
                  <a:lnTo>
                    <a:pt x="294666" y="125324"/>
                  </a:lnTo>
                  <a:lnTo>
                    <a:pt x="294198" y="125439"/>
                  </a:lnTo>
                  <a:lnTo>
                    <a:pt x="293654" y="125570"/>
                  </a:lnTo>
                  <a:lnTo>
                    <a:pt x="293046" y="125718"/>
                  </a:lnTo>
                  <a:lnTo>
                    <a:pt x="292753" y="125783"/>
                  </a:lnTo>
                  <a:lnTo>
                    <a:pt x="291947" y="125976"/>
                  </a:lnTo>
                  <a:lnTo>
                    <a:pt x="291487" y="126084"/>
                  </a:lnTo>
                  <a:lnTo>
                    <a:pt x="291546" y="126347"/>
                  </a:lnTo>
                  <a:lnTo>
                    <a:pt x="292223" y="129749"/>
                  </a:lnTo>
                  <a:lnTo>
                    <a:pt x="291526" y="130109"/>
                  </a:lnTo>
                  <a:lnTo>
                    <a:pt x="290548" y="130615"/>
                  </a:lnTo>
                  <a:lnTo>
                    <a:pt x="289646" y="131083"/>
                  </a:lnTo>
                  <a:lnTo>
                    <a:pt x="288839" y="131502"/>
                  </a:lnTo>
                  <a:lnTo>
                    <a:pt x="288325" y="131568"/>
                  </a:lnTo>
                  <a:lnTo>
                    <a:pt x="288142" y="131612"/>
                  </a:lnTo>
                  <a:lnTo>
                    <a:pt x="287473" y="131682"/>
                  </a:lnTo>
                  <a:lnTo>
                    <a:pt x="287033" y="131729"/>
                  </a:lnTo>
                  <a:lnTo>
                    <a:pt x="286838" y="131748"/>
                  </a:lnTo>
                  <a:lnTo>
                    <a:pt x="286329" y="131806"/>
                  </a:lnTo>
                  <a:lnTo>
                    <a:pt x="285753" y="131872"/>
                  </a:lnTo>
                  <a:lnTo>
                    <a:pt x="285305" y="131921"/>
                  </a:lnTo>
                  <a:lnTo>
                    <a:pt x="285075" y="131729"/>
                  </a:lnTo>
                  <a:lnTo>
                    <a:pt x="283394" y="130425"/>
                  </a:lnTo>
                  <a:lnTo>
                    <a:pt x="282496" y="129729"/>
                  </a:lnTo>
                  <a:lnTo>
                    <a:pt x="282224" y="129778"/>
                  </a:lnTo>
                  <a:lnTo>
                    <a:pt x="281931" y="129832"/>
                  </a:lnTo>
                  <a:lnTo>
                    <a:pt x="281833" y="129968"/>
                  </a:lnTo>
                  <a:lnTo>
                    <a:pt x="281603" y="130287"/>
                  </a:lnTo>
                  <a:lnTo>
                    <a:pt x="281448" y="130416"/>
                  </a:lnTo>
                  <a:lnTo>
                    <a:pt x="281129" y="130603"/>
                  </a:lnTo>
                  <a:lnTo>
                    <a:pt x="280698" y="130824"/>
                  </a:lnTo>
                  <a:lnTo>
                    <a:pt x="280475" y="130892"/>
                  </a:lnTo>
                  <a:lnTo>
                    <a:pt x="280325" y="130946"/>
                  </a:lnTo>
                  <a:lnTo>
                    <a:pt x="280070" y="131023"/>
                  </a:lnTo>
                  <a:lnTo>
                    <a:pt x="279823" y="131187"/>
                  </a:lnTo>
                  <a:lnTo>
                    <a:pt x="279732" y="131466"/>
                  </a:lnTo>
                  <a:lnTo>
                    <a:pt x="279633" y="131771"/>
                  </a:lnTo>
                  <a:lnTo>
                    <a:pt x="279432" y="132128"/>
                  </a:lnTo>
                  <a:lnTo>
                    <a:pt x="279312" y="132339"/>
                  </a:lnTo>
                  <a:lnTo>
                    <a:pt x="279165" y="132409"/>
                  </a:lnTo>
                  <a:lnTo>
                    <a:pt x="278876" y="132381"/>
                  </a:lnTo>
                  <a:lnTo>
                    <a:pt x="278731" y="132365"/>
                  </a:lnTo>
                  <a:lnTo>
                    <a:pt x="277981" y="131061"/>
                  </a:lnTo>
                  <a:lnTo>
                    <a:pt x="277873" y="130874"/>
                  </a:lnTo>
                  <a:lnTo>
                    <a:pt x="277701" y="130576"/>
                  </a:lnTo>
                  <a:lnTo>
                    <a:pt x="277585" y="130367"/>
                  </a:lnTo>
                  <a:lnTo>
                    <a:pt x="277161" y="129607"/>
                  </a:lnTo>
                  <a:lnTo>
                    <a:pt x="277015" y="129347"/>
                  </a:lnTo>
                  <a:lnTo>
                    <a:pt x="277090" y="128853"/>
                  </a:lnTo>
                  <a:lnTo>
                    <a:pt x="276844" y="128284"/>
                  </a:lnTo>
                  <a:lnTo>
                    <a:pt x="276682" y="127909"/>
                  </a:lnTo>
                  <a:lnTo>
                    <a:pt x="276529" y="127555"/>
                  </a:lnTo>
                  <a:lnTo>
                    <a:pt x="276332" y="127110"/>
                  </a:lnTo>
                  <a:lnTo>
                    <a:pt x="274907" y="126250"/>
                  </a:lnTo>
                  <a:lnTo>
                    <a:pt x="274729" y="126114"/>
                  </a:lnTo>
                  <a:lnTo>
                    <a:pt x="274586" y="126006"/>
                  </a:lnTo>
                  <a:lnTo>
                    <a:pt x="274114" y="125643"/>
                  </a:lnTo>
                  <a:lnTo>
                    <a:pt x="273899" y="125436"/>
                  </a:lnTo>
                  <a:lnTo>
                    <a:pt x="273768" y="125275"/>
                  </a:lnTo>
                  <a:lnTo>
                    <a:pt x="273432" y="124867"/>
                  </a:lnTo>
                  <a:lnTo>
                    <a:pt x="273181" y="124534"/>
                  </a:lnTo>
                  <a:lnTo>
                    <a:pt x="273008" y="124304"/>
                  </a:lnTo>
                  <a:lnTo>
                    <a:pt x="272572" y="123776"/>
                  </a:lnTo>
                  <a:lnTo>
                    <a:pt x="272401" y="123565"/>
                  </a:lnTo>
                  <a:lnTo>
                    <a:pt x="272300" y="123422"/>
                  </a:lnTo>
                  <a:lnTo>
                    <a:pt x="272150" y="123099"/>
                  </a:lnTo>
                  <a:lnTo>
                    <a:pt x="271967" y="122707"/>
                  </a:lnTo>
                  <a:lnTo>
                    <a:pt x="271770" y="122283"/>
                  </a:lnTo>
                  <a:lnTo>
                    <a:pt x="271587" y="121884"/>
                  </a:lnTo>
                  <a:lnTo>
                    <a:pt x="271507" y="121746"/>
                  </a:lnTo>
                  <a:lnTo>
                    <a:pt x="271414" y="121544"/>
                  </a:lnTo>
                  <a:lnTo>
                    <a:pt x="271355" y="121411"/>
                  </a:lnTo>
                  <a:lnTo>
                    <a:pt x="271095" y="121549"/>
                  </a:lnTo>
                  <a:lnTo>
                    <a:pt x="270736" y="121746"/>
                  </a:lnTo>
                  <a:lnTo>
                    <a:pt x="270361" y="121950"/>
                  </a:lnTo>
                  <a:lnTo>
                    <a:pt x="269954" y="122169"/>
                  </a:lnTo>
                  <a:lnTo>
                    <a:pt x="269404" y="122447"/>
                  </a:lnTo>
                  <a:lnTo>
                    <a:pt x="269217" y="122548"/>
                  </a:lnTo>
                  <a:lnTo>
                    <a:pt x="269060" y="122632"/>
                  </a:lnTo>
                  <a:lnTo>
                    <a:pt x="268914" y="122710"/>
                  </a:lnTo>
                  <a:lnTo>
                    <a:pt x="268746" y="122602"/>
                  </a:lnTo>
                  <a:lnTo>
                    <a:pt x="268518" y="122455"/>
                  </a:lnTo>
                  <a:lnTo>
                    <a:pt x="268272" y="122299"/>
                  </a:lnTo>
                  <a:lnTo>
                    <a:pt x="268110" y="122199"/>
                  </a:lnTo>
                  <a:lnTo>
                    <a:pt x="267904" y="122020"/>
                  </a:lnTo>
                  <a:lnTo>
                    <a:pt x="267899" y="121861"/>
                  </a:lnTo>
                  <a:lnTo>
                    <a:pt x="267890" y="121523"/>
                  </a:lnTo>
                  <a:lnTo>
                    <a:pt x="267880" y="121162"/>
                  </a:lnTo>
                  <a:lnTo>
                    <a:pt x="267876" y="120963"/>
                  </a:lnTo>
                  <a:lnTo>
                    <a:pt x="267428" y="120604"/>
                  </a:lnTo>
                  <a:lnTo>
                    <a:pt x="267104" y="120342"/>
                  </a:lnTo>
                  <a:lnTo>
                    <a:pt x="266828" y="120117"/>
                  </a:lnTo>
                  <a:lnTo>
                    <a:pt x="266638" y="120152"/>
                  </a:lnTo>
                  <a:lnTo>
                    <a:pt x="266495" y="120171"/>
                  </a:lnTo>
                  <a:lnTo>
                    <a:pt x="266288" y="120199"/>
                  </a:lnTo>
                  <a:lnTo>
                    <a:pt x="265953" y="120255"/>
                  </a:lnTo>
                  <a:lnTo>
                    <a:pt x="265578" y="120349"/>
                  </a:lnTo>
                  <a:lnTo>
                    <a:pt x="265182" y="120414"/>
                  </a:lnTo>
                  <a:lnTo>
                    <a:pt x="265025" y="120468"/>
                  </a:lnTo>
                  <a:lnTo>
                    <a:pt x="264779" y="120541"/>
                  </a:lnTo>
                  <a:lnTo>
                    <a:pt x="264488" y="120623"/>
                  </a:lnTo>
                  <a:lnTo>
                    <a:pt x="264347" y="120663"/>
                  </a:lnTo>
                  <a:lnTo>
                    <a:pt x="263963" y="120775"/>
                  </a:lnTo>
                  <a:lnTo>
                    <a:pt x="263702" y="120916"/>
                  </a:lnTo>
                  <a:lnTo>
                    <a:pt x="263484" y="121038"/>
                  </a:lnTo>
                  <a:lnTo>
                    <a:pt x="263187" y="121212"/>
                  </a:lnTo>
                  <a:lnTo>
                    <a:pt x="262783" y="121441"/>
                  </a:lnTo>
                  <a:lnTo>
                    <a:pt x="262476" y="121587"/>
                  </a:lnTo>
                  <a:lnTo>
                    <a:pt x="262296" y="121664"/>
                  </a:lnTo>
                  <a:lnTo>
                    <a:pt x="261982" y="121795"/>
                  </a:lnTo>
                  <a:lnTo>
                    <a:pt x="261621" y="121978"/>
                  </a:lnTo>
                  <a:lnTo>
                    <a:pt x="261482" y="122041"/>
                  </a:lnTo>
                  <a:lnTo>
                    <a:pt x="261222" y="122163"/>
                  </a:lnTo>
                  <a:lnTo>
                    <a:pt x="260812" y="122356"/>
                  </a:lnTo>
                  <a:lnTo>
                    <a:pt x="260448" y="122524"/>
                  </a:lnTo>
                  <a:lnTo>
                    <a:pt x="259942" y="122759"/>
                  </a:lnTo>
                  <a:lnTo>
                    <a:pt x="259480" y="122974"/>
                  </a:lnTo>
                  <a:lnTo>
                    <a:pt x="258964" y="123214"/>
                  </a:lnTo>
                  <a:lnTo>
                    <a:pt x="258496" y="123432"/>
                  </a:lnTo>
                  <a:lnTo>
                    <a:pt x="257994" y="123666"/>
                  </a:lnTo>
                  <a:lnTo>
                    <a:pt x="257483" y="123905"/>
                  </a:lnTo>
                  <a:lnTo>
                    <a:pt x="256988" y="124135"/>
                  </a:lnTo>
                  <a:lnTo>
                    <a:pt x="256458" y="124383"/>
                  </a:lnTo>
                  <a:lnTo>
                    <a:pt x="255973" y="124599"/>
                  </a:lnTo>
                  <a:lnTo>
                    <a:pt x="255724" y="124684"/>
                  </a:lnTo>
                  <a:lnTo>
                    <a:pt x="255263" y="124773"/>
                  </a:lnTo>
                  <a:lnTo>
                    <a:pt x="255009" y="124822"/>
                  </a:lnTo>
                  <a:lnTo>
                    <a:pt x="254777" y="124869"/>
                  </a:lnTo>
                  <a:lnTo>
                    <a:pt x="254587" y="124918"/>
                  </a:lnTo>
                  <a:lnTo>
                    <a:pt x="254367" y="124974"/>
                  </a:lnTo>
                  <a:lnTo>
                    <a:pt x="254219" y="125014"/>
                  </a:lnTo>
                  <a:lnTo>
                    <a:pt x="254025" y="125045"/>
                  </a:lnTo>
                  <a:lnTo>
                    <a:pt x="253699" y="125096"/>
                  </a:lnTo>
                  <a:lnTo>
                    <a:pt x="253481" y="125134"/>
                  </a:lnTo>
                  <a:lnTo>
                    <a:pt x="253176" y="125183"/>
                  </a:lnTo>
                  <a:lnTo>
                    <a:pt x="252848" y="125213"/>
                  </a:lnTo>
                  <a:lnTo>
                    <a:pt x="252714" y="125248"/>
                  </a:lnTo>
                  <a:lnTo>
                    <a:pt x="252576" y="125286"/>
                  </a:lnTo>
                  <a:lnTo>
                    <a:pt x="252238" y="125377"/>
                  </a:lnTo>
                  <a:lnTo>
                    <a:pt x="252105" y="125413"/>
                  </a:lnTo>
                  <a:lnTo>
                    <a:pt x="251697" y="125535"/>
                  </a:lnTo>
                  <a:lnTo>
                    <a:pt x="251537" y="125581"/>
                  </a:lnTo>
                  <a:lnTo>
                    <a:pt x="251183" y="125687"/>
                  </a:lnTo>
                  <a:lnTo>
                    <a:pt x="251022" y="125734"/>
                  </a:lnTo>
                  <a:lnTo>
                    <a:pt x="250691" y="125844"/>
                  </a:lnTo>
                  <a:lnTo>
                    <a:pt x="250534" y="125898"/>
                  </a:lnTo>
                  <a:lnTo>
                    <a:pt x="250344" y="125842"/>
                  </a:lnTo>
                  <a:lnTo>
                    <a:pt x="250030" y="125755"/>
                  </a:lnTo>
                  <a:lnTo>
                    <a:pt x="249707" y="125671"/>
                  </a:lnTo>
                  <a:lnTo>
                    <a:pt x="249421" y="125595"/>
                  </a:lnTo>
                  <a:lnTo>
                    <a:pt x="249292" y="125591"/>
                  </a:lnTo>
                  <a:lnTo>
                    <a:pt x="249162" y="125516"/>
                  </a:lnTo>
                  <a:lnTo>
                    <a:pt x="249128" y="125359"/>
                  </a:lnTo>
                  <a:lnTo>
                    <a:pt x="249030" y="124984"/>
                  </a:lnTo>
                  <a:lnTo>
                    <a:pt x="248922" y="124841"/>
                  </a:lnTo>
                  <a:lnTo>
                    <a:pt x="248762" y="124585"/>
                  </a:lnTo>
                  <a:lnTo>
                    <a:pt x="248724" y="124426"/>
                  </a:lnTo>
                  <a:lnTo>
                    <a:pt x="248633" y="124039"/>
                  </a:lnTo>
                  <a:lnTo>
                    <a:pt x="248595" y="123882"/>
                  </a:lnTo>
                  <a:lnTo>
                    <a:pt x="248504" y="123682"/>
                  </a:lnTo>
                  <a:lnTo>
                    <a:pt x="248291" y="123678"/>
                  </a:lnTo>
                  <a:lnTo>
                    <a:pt x="248037" y="123680"/>
                  </a:lnTo>
                  <a:lnTo>
                    <a:pt x="247857" y="123682"/>
                  </a:lnTo>
                  <a:lnTo>
                    <a:pt x="247606" y="123617"/>
                  </a:lnTo>
                  <a:lnTo>
                    <a:pt x="247411" y="123507"/>
                  </a:lnTo>
                  <a:lnTo>
                    <a:pt x="247280" y="123434"/>
                  </a:lnTo>
                  <a:lnTo>
                    <a:pt x="246713" y="123361"/>
                  </a:lnTo>
                  <a:lnTo>
                    <a:pt x="246441" y="123338"/>
                  </a:lnTo>
                  <a:lnTo>
                    <a:pt x="246169" y="123317"/>
                  </a:lnTo>
                  <a:lnTo>
                    <a:pt x="245791" y="123286"/>
                  </a:lnTo>
                  <a:lnTo>
                    <a:pt x="245578" y="123267"/>
                  </a:lnTo>
                  <a:lnTo>
                    <a:pt x="245412" y="123242"/>
                  </a:lnTo>
                  <a:lnTo>
                    <a:pt x="245006" y="123224"/>
                  </a:lnTo>
                  <a:lnTo>
                    <a:pt x="244884" y="123099"/>
                  </a:lnTo>
                  <a:lnTo>
                    <a:pt x="244898" y="122848"/>
                  </a:lnTo>
                  <a:lnTo>
                    <a:pt x="244917" y="122538"/>
                  </a:lnTo>
                  <a:lnTo>
                    <a:pt x="244929" y="122327"/>
                  </a:lnTo>
                  <a:lnTo>
                    <a:pt x="244943" y="122147"/>
                  </a:lnTo>
                  <a:lnTo>
                    <a:pt x="244868" y="121976"/>
                  </a:lnTo>
                  <a:lnTo>
                    <a:pt x="244797" y="121816"/>
                  </a:lnTo>
                  <a:lnTo>
                    <a:pt x="244739" y="121683"/>
                  </a:lnTo>
                  <a:lnTo>
                    <a:pt x="244673" y="121526"/>
                  </a:lnTo>
                  <a:lnTo>
                    <a:pt x="244598" y="121354"/>
                  </a:lnTo>
                  <a:lnTo>
                    <a:pt x="244375" y="121380"/>
                  </a:lnTo>
                  <a:lnTo>
                    <a:pt x="244139" y="121408"/>
                  </a:lnTo>
                  <a:lnTo>
                    <a:pt x="243925" y="121436"/>
                  </a:lnTo>
                  <a:lnTo>
                    <a:pt x="243618" y="121474"/>
                  </a:lnTo>
                  <a:lnTo>
                    <a:pt x="243292" y="121422"/>
                  </a:lnTo>
                  <a:lnTo>
                    <a:pt x="243088" y="121300"/>
                  </a:lnTo>
                  <a:lnTo>
                    <a:pt x="242781" y="121120"/>
                  </a:lnTo>
                  <a:lnTo>
                    <a:pt x="242615" y="121022"/>
                  </a:lnTo>
                  <a:lnTo>
                    <a:pt x="242423" y="120909"/>
                  </a:lnTo>
                  <a:lnTo>
                    <a:pt x="242106" y="120773"/>
                  </a:lnTo>
                  <a:lnTo>
                    <a:pt x="241954" y="120797"/>
                  </a:lnTo>
                  <a:lnTo>
                    <a:pt x="241461" y="120874"/>
                  </a:lnTo>
                  <a:lnTo>
                    <a:pt x="241035" y="121052"/>
                  </a:lnTo>
                  <a:lnTo>
                    <a:pt x="240805" y="121270"/>
                  </a:lnTo>
                  <a:lnTo>
                    <a:pt x="240629" y="121441"/>
                  </a:lnTo>
                  <a:lnTo>
                    <a:pt x="240432" y="121631"/>
                  </a:lnTo>
                  <a:lnTo>
                    <a:pt x="240252" y="121803"/>
                  </a:lnTo>
                  <a:lnTo>
                    <a:pt x="240109" y="121939"/>
                  </a:lnTo>
                  <a:lnTo>
                    <a:pt x="239839" y="122196"/>
                  </a:lnTo>
                  <a:lnTo>
                    <a:pt x="239626" y="122400"/>
                  </a:lnTo>
                  <a:lnTo>
                    <a:pt x="239461" y="122557"/>
                  </a:lnTo>
                  <a:lnTo>
                    <a:pt x="239211" y="122801"/>
                  </a:lnTo>
                  <a:lnTo>
                    <a:pt x="239061" y="122947"/>
                  </a:lnTo>
                  <a:lnTo>
                    <a:pt x="238557" y="123430"/>
                  </a:lnTo>
                  <a:lnTo>
                    <a:pt x="238395" y="123444"/>
                  </a:lnTo>
                  <a:lnTo>
                    <a:pt x="237867" y="123488"/>
                  </a:lnTo>
                  <a:lnTo>
                    <a:pt x="237497" y="123486"/>
                  </a:lnTo>
                  <a:lnTo>
                    <a:pt x="237269" y="123484"/>
                  </a:lnTo>
                  <a:lnTo>
                    <a:pt x="237164" y="123348"/>
                  </a:lnTo>
                  <a:lnTo>
                    <a:pt x="237060" y="123215"/>
                  </a:lnTo>
                  <a:lnTo>
                    <a:pt x="236932" y="123050"/>
                  </a:lnTo>
                  <a:lnTo>
                    <a:pt x="236599" y="122625"/>
                  </a:lnTo>
                  <a:lnTo>
                    <a:pt x="236243" y="122171"/>
                  </a:lnTo>
                  <a:lnTo>
                    <a:pt x="235898" y="121662"/>
                  </a:lnTo>
                  <a:lnTo>
                    <a:pt x="235694" y="121662"/>
                  </a:lnTo>
                  <a:lnTo>
                    <a:pt x="235345" y="121660"/>
                  </a:lnTo>
                  <a:lnTo>
                    <a:pt x="235014" y="121660"/>
                  </a:lnTo>
                  <a:lnTo>
                    <a:pt x="234815" y="121662"/>
                  </a:lnTo>
                  <a:lnTo>
                    <a:pt x="234290" y="121685"/>
                  </a:lnTo>
                  <a:lnTo>
                    <a:pt x="234029" y="121699"/>
                  </a:lnTo>
                  <a:lnTo>
                    <a:pt x="233832" y="121709"/>
                  </a:lnTo>
                  <a:lnTo>
                    <a:pt x="233701" y="121716"/>
                  </a:lnTo>
                  <a:lnTo>
                    <a:pt x="233570" y="121735"/>
                  </a:lnTo>
                  <a:lnTo>
                    <a:pt x="233441" y="121751"/>
                  </a:lnTo>
                  <a:lnTo>
                    <a:pt x="233214" y="121781"/>
                  </a:lnTo>
                  <a:lnTo>
                    <a:pt x="232780" y="121847"/>
                  </a:lnTo>
                  <a:lnTo>
                    <a:pt x="232644" y="121871"/>
                  </a:lnTo>
                  <a:lnTo>
                    <a:pt x="232283" y="121927"/>
                  </a:lnTo>
                  <a:lnTo>
                    <a:pt x="232086" y="121955"/>
                  </a:lnTo>
                  <a:lnTo>
                    <a:pt x="231713" y="122011"/>
                  </a:lnTo>
                  <a:lnTo>
                    <a:pt x="231582" y="122032"/>
                  </a:lnTo>
                  <a:lnTo>
                    <a:pt x="231322" y="122072"/>
                  </a:lnTo>
                  <a:lnTo>
                    <a:pt x="231057" y="122114"/>
                  </a:lnTo>
                  <a:lnTo>
                    <a:pt x="230862" y="122147"/>
                  </a:lnTo>
                  <a:lnTo>
                    <a:pt x="230660" y="122175"/>
                  </a:lnTo>
                  <a:lnTo>
                    <a:pt x="230510" y="122199"/>
                  </a:lnTo>
                  <a:lnTo>
                    <a:pt x="230088" y="122255"/>
                  </a:lnTo>
                  <a:lnTo>
                    <a:pt x="229945" y="122276"/>
                  </a:lnTo>
                  <a:lnTo>
                    <a:pt x="229566" y="122330"/>
                  </a:lnTo>
                  <a:lnTo>
                    <a:pt x="229345" y="122372"/>
                  </a:lnTo>
                  <a:lnTo>
                    <a:pt x="229029" y="122433"/>
                  </a:lnTo>
                  <a:lnTo>
                    <a:pt x="228869" y="122464"/>
                  </a:lnTo>
                  <a:lnTo>
                    <a:pt x="228515" y="122525"/>
                  </a:lnTo>
                  <a:lnTo>
                    <a:pt x="228283" y="122567"/>
                  </a:lnTo>
                  <a:lnTo>
                    <a:pt x="228009" y="122539"/>
                  </a:lnTo>
                  <a:lnTo>
                    <a:pt x="227772" y="122515"/>
                  </a:lnTo>
                  <a:lnTo>
                    <a:pt x="227510" y="122464"/>
                  </a:lnTo>
                  <a:lnTo>
                    <a:pt x="227315" y="122433"/>
                  </a:lnTo>
                  <a:lnTo>
                    <a:pt x="227179" y="122457"/>
                  </a:lnTo>
                  <a:lnTo>
                    <a:pt x="226886" y="122438"/>
                  </a:lnTo>
                  <a:lnTo>
                    <a:pt x="226637" y="122417"/>
                  </a:lnTo>
                  <a:lnTo>
                    <a:pt x="226471" y="122403"/>
                  </a:lnTo>
                  <a:lnTo>
                    <a:pt x="226255" y="122377"/>
                  </a:lnTo>
                  <a:lnTo>
                    <a:pt x="226023" y="122405"/>
                  </a:lnTo>
                  <a:lnTo>
                    <a:pt x="225676" y="122445"/>
                  </a:lnTo>
                  <a:lnTo>
                    <a:pt x="225092" y="122515"/>
                  </a:lnTo>
                  <a:lnTo>
                    <a:pt x="224675" y="122579"/>
                  </a:lnTo>
                  <a:lnTo>
                    <a:pt x="224124" y="122656"/>
                  </a:lnTo>
                  <a:lnTo>
                    <a:pt x="223578" y="122736"/>
                  </a:lnTo>
                  <a:lnTo>
                    <a:pt x="222999" y="122813"/>
                  </a:lnTo>
                  <a:lnTo>
                    <a:pt x="222748" y="122851"/>
                  </a:lnTo>
                  <a:lnTo>
                    <a:pt x="222478" y="122848"/>
                  </a:lnTo>
                  <a:lnTo>
                    <a:pt x="221899" y="122888"/>
                  </a:lnTo>
                  <a:lnTo>
                    <a:pt x="221684" y="122867"/>
                  </a:lnTo>
                  <a:lnTo>
                    <a:pt x="221475" y="122848"/>
                  </a:lnTo>
                  <a:lnTo>
                    <a:pt x="221334" y="122851"/>
                  </a:lnTo>
                  <a:lnTo>
                    <a:pt x="221179" y="122860"/>
                  </a:lnTo>
                  <a:lnTo>
                    <a:pt x="220755" y="122860"/>
                  </a:lnTo>
                  <a:lnTo>
                    <a:pt x="220422" y="122886"/>
                  </a:lnTo>
                  <a:lnTo>
                    <a:pt x="220256" y="122902"/>
                  </a:lnTo>
                  <a:lnTo>
                    <a:pt x="219693" y="122907"/>
                  </a:lnTo>
                  <a:lnTo>
                    <a:pt x="219524" y="122740"/>
                  </a:lnTo>
                  <a:lnTo>
                    <a:pt x="219384" y="122602"/>
                  </a:lnTo>
                  <a:lnTo>
                    <a:pt x="218912" y="122140"/>
                  </a:lnTo>
                  <a:lnTo>
                    <a:pt x="218558" y="121793"/>
                  </a:lnTo>
                  <a:lnTo>
                    <a:pt x="218223" y="121463"/>
                  </a:lnTo>
                  <a:lnTo>
                    <a:pt x="218551" y="121062"/>
                  </a:lnTo>
                  <a:lnTo>
                    <a:pt x="218052" y="120004"/>
                  </a:lnTo>
                  <a:lnTo>
                    <a:pt x="217391" y="119916"/>
                  </a:lnTo>
                  <a:lnTo>
                    <a:pt x="217132" y="119567"/>
                  </a:lnTo>
                  <a:lnTo>
                    <a:pt x="216948" y="119319"/>
                  </a:lnTo>
                  <a:lnTo>
                    <a:pt x="216629" y="118901"/>
                  </a:lnTo>
                  <a:lnTo>
                    <a:pt x="216486" y="118769"/>
                  </a:lnTo>
                  <a:lnTo>
                    <a:pt x="216101" y="118424"/>
                  </a:lnTo>
                  <a:lnTo>
                    <a:pt x="215804" y="118247"/>
                  </a:lnTo>
                  <a:lnTo>
                    <a:pt x="215527" y="118060"/>
                  </a:lnTo>
                  <a:lnTo>
                    <a:pt x="214924" y="117708"/>
                  </a:lnTo>
                  <a:lnTo>
                    <a:pt x="214668" y="117548"/>
                  </a:lnTo>
                  <a:lnTo>
                    <a:pt x="214430" y="117402"/>
                  </a:lnTo>
                  <a:lnTo>
                    <a:pt x="213415" y="116774"/>
                  </a:lnTo>
                  <a:lnTo>
                    <a:pt x="212886" y="116735"/>
                  </a:lnTo>
                  <a:lnTo>
                    <a:pt x="212424" y="116089"/>
                  </a:lnTo>
                  <a:lnTo>
                    <a:pt x="212250" y="115844"/>
                  </a:lnTo>
                  <a:lnTo>
                    <a:pt x="211449" y="114929"/>
                  </a:lnTo>
                  <a:lnTo>
                    <a:pt x="210319" y="115748"/>
                  </a:lnTo>
                  <a:lnTo>
                    <a:pt x="209299" y="117277"/>
                  </a:lnTo>
                  <a:lnTo>
                    <a:pt x="208590" y="117153"/>
                  </a:lnTo>
                  <a:lnTo>
                    <a:pt x="208149" y="117075"/>
                  </a:lnTo>
                  <a:lnTo>
                    <a:pt x="206965" y="117372"/>
                  </a:lnTo>
                  <a:lnTo>
                    <a:pt x="208546" y="115205"/>
                  </a:lnTo>
                  <a:lnTo>
                    <a:pt x="208902" y="114791"/>
                  </a:lnTo>
                  <a:lnTo>
                    <a:pt x="209080" y="114679"/>
                  </a:lnTo>
                  <a:lnTo>
                    <a:pt x="209283" y="114531"/>
                  </a:lnTo>
                  <a:lnTo>
                    <a:pt x="209518" y="114281"/>
                  </a:lnTo>
                  <a:lnTo>
                    <a:pt x="210329" y="113372"/>
                  </a:lnTo>
                  <a:lnTo>
                    <a:pt x="210619" y="113070"/>
                  </a:lnTo>
                  <a:lnTo>
                    <a:pt x="214211" y="111131"/>
                  </a:lnTo>
                  <a:lnTo>
                    <a:pt x="214427" y="107730"/>
                  </a:lnTo>
                  <a:lnTo>
                    <a:pt x="213703" y="107765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g20"/>
            <p:cNvSpPr/>
            <p:nvPr/>
          </p:nvSpPr>
          <p:spPr>
            <a:xfrm>
              <a:off x="1742140" y="5395068"/>
              <a:ext cx="173515" cy="256838"/>
            </a:xfrm>
            <a:custGeom>
              <a:avLst/>
              <a:pathLst>
                <a:path w="173515" h="256838">
                  <a:moveTo>
                    <a:pt x="0" y="256838"/>
                  </a:moveTo>
                  <a:lnTo>
                    <a:pt x="8440" y="223012"/>
                  </a:lnTo>
                  <a:lnTo>
                    <a:pt x="24650" y="218514"/>
                  </a:lnTo>
                  <a:lnTo>
                    <a:pt x="30116" y="217000"/>
                  </a:lnTo>
                  <a:lnTo>
                    <a:pt x="36771" y="215156"/>
                  </a:lnTo>
                  <a:lnTo>
                    <a:pt x="39776" y="214324"/>
                  </a:lnTo>
                  <a:lnTo>
                    <a:pt x="41460" y="213857"/>
                  </a:lnTo>
                  <a:lnTo>
                    <a:pt x="46884" y="212355"/>
                  </a:lnTo>
                  <a:lnTo>
                    <a:pt x="51579" y="210180"/>
                  </a:lnTo>
                  <a:lnTo>
                    <a:pt x="55967" y="208149"/>
                  </a:lnTo>
                  <a:lnTo>
                    <a:pt x="67437" y="204398"/>
                  </a:lnTo>
                  <a:lnTo>
                    <a:pt x="69381" y="202540"/>
                  </a:lnTo>
                  <a:lnTo>
                    <a:pt x="70005" y="201943"/>
                  </a:lnTo>
                  <a:lnTo>
                    <a:pt x="71153" y="200845"/>
                  </a:lnTo>
                  <a:lnTo>
                    <a:pt x="74839" y="194976"/>
                  </a:lnTo>
                  <a:lnTo>
                    <a:pt x="76357" y="190708"/>
                  </a:lnTo>
                  <a:lnTo>
                    <a:pt x="80695" y="178516"/>
                  </a:lnTo>
                  <a:lnTo>
                    <a:pt x="88344" y="177231"/>
                  </a:lnTo>
                  <a:lnTo>
                    <a:pt x="90396" y="176886"/>
                  </a:lnTo>
                  <a:lnTo>
                    <a:pt x="92359" y="176070"/>
                  </a:lnTo>
                  <a:lnTo>
                    <a:pt x="93328" y="175667"/>
                  </a:lnTo>
                  <a:lnTo>
                    <a:pt x="95007" y="174925"/>
                  </a:lnTo>
                  <a:lnTo>
                    <a:pt x="96734" y="174611"/>
                  </a:lnTo>
                  <a:lnTo>
                    <a:pt x="99184" y="174249"/>
                  </a:lnTo>
                  <a:lnTo>
                    <a:pt x="101086" y="172619"/>
                  </a:lnTo>
                  <a:lnTo>
                    <a:pt x="102219" y="172177"/>
                  </a:lnTo>
                  <a:lnTo>
                    <a:pt x="104350" y="171347"/>
                  </a:lnTo>
                  <a:lnTo>
                    <a:pt x="106230" y="170609"/>
                  </a:lnTo>
                  <a:lnTo>
                    <a:pt x="109817" y="175133"/>
                  </a:lnTo>
                  <a:lnTo>
                    <a:pt x="110549" y="176800"/>
                  </a:lnTo>
                  <a:lnTo>
                    <a:pt x="112324" y="180837"/>
                  </a:lnTo>
                  <a:lnTo>
                    <a:pt x="112823" y="182604"/>
                  </a:lnTo>
                  <a:lnTo>
                    <a:pt x="114599" y="188884"/>
                  </a:lnTo>
                  <a:lnTo>
                    <a:pt x="115137" y="190786"/>
                  </a:lnTo>
                  <a:lnTo>
                    <a:pt x="117255" y="193983"/>
                  </a:lnTo>
                  <a:lnTo>
                    <a:pt x="118592" y="197810"/>
                  </a:lnTo>
                  <a:lnTo>
                    <a:pt x="120219" y="201494"/>
                  </a:lnTo>
                  <a:lnTo>
                    <a:pt x="120658" y="202487"/>
                  </a:lnTo>
                  <a:lnTo>
                    <a:pt x="121241" y="203808"/>
                  </a:lnTo>
                  <a:lnTo>
                    <a:pt x="120812" y="204301"/>
                  </a:lnTo>
                  <a:lnTo>
                    <a:pt x="120590" y="204557"/>
                  </a:lnTo>
                  <a:lnTo>
                    <a:pt x="120324" y="204618"/>
                  </a:lnTo>
                  <a:lnTo>
                    <a:pt x="120075" y="205049"/>
                  </a:lnTo>
                  <a:lnTo>
                    <a:pt x="119719" y="205214"/>
                  </a:lnTo>
                  <a:lnTo>
                    <a:pt x="120090" y="206475"/>
                  </a:lnTo>
                  <a:lnTo>
                    <a:pt x="120685" y="208512"/>
                  </a:lnTo>
                  <a:lnTo>
                    <a:pt x="120045" y="213858"/>
                  </a:lnTo>
                  <a:lnTo>
                    <a:pt x="120167" y="215954"/>
                  </a:lnTo>
                  <a:lnTo>
                    <a:pt x="120221" y="216861"/>
                  </a:lnTo>
                  <a:lnTo>
                    <a:pt x="120315" y="218901"/>
                  </a:lnTo>
                  <a:lnTo>
                    <a:pt x="119666" y="221165"/>
                  </a:lnTo>
                  <a:lnTo>
                    <a:pt x="119612" y="221356"/>
                  </a:lnTo>
                  <a:lnTo>
                    <a:pt x="119088" y="223185"/>
                  </a:lnTo>
                  <a:lnTo>
                    <a:pt x="118855" y="229370"/>
                  </a:lnTo>
                  <a:lnTo>
                    <a:pt x="118718" y="230077"/>
                  </a:lnTo>
                  <a:lnTo>
                    <a:pt x="118648" y="230341"/>
                  </a:lnTo>
                  <a:lnTo>
                    <a:pt x="118858" y="230547"/>
                  </a:lnTo>
                  <a:lnTo>
                    <a:pt x="119312" y="230252"/>
                  </a:lnTo>
                  <a:lnTo>
                    <a:pt x="122338" y="229941"/>
                  </a:lnTo>
                  <a:lnTo>
                    <a:pt x="123186" y="230165"/>
                  </a:lnTo>
                  <a:lnTo>
                    <a:pt x="123491" y="230613"/>
                  </a:lnTo>
                  <a:lnTo>
                    <a:pt x="124334" y="230712"/>
                  </a:lnTo>
                  <a:lnTo>
                    <a:pt x="124631" y="230604"/>
                  </a:lnTo>
                  <a:lnTo>
                    <a:pt x="129208" y="233689"/>
                  </a:lnTo>
                  <a:lnTo>
                    <a:pt x="131998" y="228480"/>
                  </a:lnTo>
                  <a:lnTo>
                    <a:pt x="136140" y="229841"/>
                  </a:lnTo>
                  <a:lnTo>
                    <a:pt x="136516" y="230494"/>
                  </a:lnTo>
                  <a:lnTo>
                    <a:pt x="136870" y="230888"/>
                  </a:lnTo>
                  <a:lnTo>
                    <a:pt x="137187" y="230658"/>
                  </a:lnTo>
                  <a:lnTo>
                    <a:pt x="137383" y="230516"/>
                  </a:lnTo>
                  <a:lnTo>
                    <a:pt x="138744" y="229435"/>
                  </a:lnTo>
                  <a:lnTo>
                    <a:pt x="139185" y="229113"/>
                  </a:lnTo>
                  <a:lnTo>
                    <a:pt x="140130" y="228477"/>
                  </a:lnTo>
                  <a:lnTo>
                    <a:pt x="140667" y="228115"/>
                  </a:lnTo>
                  <a:lnTo>
                    <a:pt x="141368" y="227609"/>
                  </a:lnTo>
                  <a:lnTo>
                    <a:pt x="141880" y="227282"/>
                  </a:lnTo>
                  <a:lnTo>
                    <a:pt x="142127" y="227008"/>
                  </a:lnTo>
                  <a:lnTo>
                    <a:pt x="142385" y="226743"/>
                  </a:lnTo>
                  <a:lnTo>
                    <a:pt x="143343" y="226710"/>
                  </a:lnTo>
                  <a:lnTo>
                    <a:pt x="145358" y="227259"/>
                  </a:lnTo>
                  <a:lnTo>
                    <a:pt x="146203" y="223307"/>
                  </a:lnTo>
                  <a:lnTo>
                    <a:pt x="146244" y="223102"/>
                  </a:lnTo>
                  <a:lnTo>
                    <a:pt x="146266" y="222893"/>
                  </a:lnTo>
                  <a:lnTo>
                    <a:pt x="146266" y="222607"/>
                  </a:lnTo>
                  <a:lnTo>
                    <a:pt x="146638" y="221746"/>
                  </a:lnTo>
                  <a:lnTo>
                    <a:pt x="146932" y="221748"/>
                  </a:lnTo>
                  <a:lnTo>
                    <a:pt x="146668" y="220489"/>
                  </a:lnTo>
                  <a:lnTo>
                    <a:pt x="146824" y="220408"/>
                  </a:lnTo>
                  <a:lnTo>
                    <a:pt x="146970" y="220311"/>
                  </a:lnTo>
                  <a:lnTo>
                    <a:pt x="148707" y="219942"/>
                  </a:lnTo>
                  <a:lnTo>
                    <a:pt x="148928" y="219315"/>
                  </a:lnTo>
                  <a:lnTo>
                    <a:pt x="148774" y="218807"/>
                  </a:lnTo>
                  <a:lnTo>
                    <a:pt x="148725" y="218652"/>
                  </a:lnTo>
                  <a:lnTo>
                    <a:pt x="148694" y="218492"/>
                  </a:lnTo>
                  <a:lnTo>
                    <a:pt x="148682" y="218330"/>
                  </a:lnTo>
                  <a:lnTo>
                    <a:pt x="148762" y="218017"/>
                  </a:lnTo>
                  <a:lnTo>
                    <a:pt x="149290" y="217252"/>
                  </a:lnTo>
                  <a:lnTo>
                    <a:pt x="149921" y="216520"/>
                  </a:lnTo>
                  <a:lnTo>
                    <a:pt x="149890" y="216313"/>
                  </a:lnTo>
                  <a:lnTo>
                    <a:pt x="149877" y="216104"/>
                  </a:lnTo>
                  <a:lnTo>
                    <a:pt x="149880" y="215928"/>
                  </a:lnTo>
                  <a:lnTo>
                    <a:pt x="150116" y="215396"/>
                  </a:lnTo>
                  <a:lnTo>
                    <a:pt x="151017" y="214306"/>
                  </a:lnTo>
                  <a:lnTo>
                    <a:pt x="151040" y="214176"/>
                  </a:lnTo>
                  <a:lnTo>
                    <a:pt x="151044" y="214043"/>
                  </a:lnTo>
                  <a:lnTo>
                    <a:pt x="151028" y="213901"/>
                  </a:lnTo>
                  <a:lnTo>
                    <a:pt x="150959" y="213494"/>
                  </a:lnTo>
                  <a:lnTo>
                    <a:pt x="150928" y="213239"/>
                  </a:lnTo>
                  <a:lnTo>
                    <a:pt x="150916" y="212983"/>
                  </a:lnTo>
                  <a:lnTo>
                    <a:pt x="150919" y="212808"/>
                  </a:lnTo>
                  <a:lnTo>
                    <a:pt x="150922" y="212598"/>
                  </a:lnTo>
                  <a:lnTo>
                    <a:pt x="150895" y="212311"/>
                  </a:lnTo>
                  <a:lnTo>
                    <a:pt x="150878" y="212102"/>
                  </a:lnTo>
                  <a:lnTo>
                    <a:pt x="150879" y="211893"/>
                  </a:lnTo>
                  <a:lnTo>
                    <a:pt x="150899" y="211684"/>
                  </a:lnTo>
                  <a:lnTo>
                    <a:pt x="150922" y="211549"/>
                  </a:lnTo>
                  <a:lnTo>
                    <a:pt x="150928" y="211373"/>
                  </a:lnTo>
                  <a:lnTo>
                    <a:pt x="150915" y="211198"/>
                  </a:lnTo>
                  <a:lnTo>
                    <a:pt x="151731" y="207386"/>
                  </a:lnTo>
                  <a:lnTo>
                    <a:pt x="150879" y="205556"/>
                  </a:lnTo>
                  <a:lnTo>
                    <a:pt x="152824" y="202910"/>
                  </a:lnTo>
                  <a:lnTo>
                    <a:pt x="153682" y="200176"/>
                  </a:lnTo>
                  <a:lnTo>
                    <a:pt x="153966" y="199147"/>
                  </a:lnTo>
                  <a:lnTo>
                    <a:pt x="154892" y="194408"/>
                  </a:lnTo>
                  <a:lnTo>
                    <a:pt x="156571" y="192858"/>
                  </a:lnTo>
                  <a:lnTo>
                    <a:pt x="156605" y="192714"/>
                  </a:lnTo>
                  <a:lnTo>
                    <a:pt x="156656" y="192575"/>
                  </a:lnTo>
                  <a:lnTo>
                    <a:pt x="157504" y="191647"/>
                  </a:lnTo>
                  <a:lnTo>
                    <a:pt x="157602" y="191350"/>
                  </a:lnTo>
                  <a:lnTo>
                    <a:pt x="157652" y="191211"/>
                  </a:lnTo>
                  <a:lnTo>
                    <a:pt x="157829" y="190923"/>
                  </a:lnTo>
                  <a:lnTo>
                    <a:pt x="159721" y="187670"/>
                  </a:lnTo>
                  <a:lnTo>
                    <a:pt x="160942" y="185232"/>
                  </a:lnTo>
                  <a:lnTo>
                    <a:pt x="161034" y="185097"/>
                  </a:lnTo>
                  <a:lnTo>
                    <a:pt x="163886" y="181270"/>
                  </a:lnTo>
                  <a:lnTo>
                    <a:pt x="164331" y="180939"/>
                  </a:lnTo>
                  <a:lnTo>
                    <a:pt x="164412" y="180669"/>
                  </a:lnTo>
                  <a:lnTo>
                    <a:pt x="164475" y="180395"/>
                  </a:lnTo>
                  <a:lnTo>
                    <a:pt x="164519" y="180117"/>
                  </a:lnTo>
                  <a:lnTo>
                    <a:pt x="164545" y="179837"/>
                  </a:lnTo>
                  <a:lnTo>
                    <a:pt x="164552" y="179556"/>
                  </a:lnTo>
                  <a:lnTo>
                    <a:pt x="164535" y="179203"/>
                  </a:lnTo>
                  <a:lnTo>
                    <a:pt x="164516" y="179056"/>
                  </a:lnTo>
                  <a:lnTo>
                    <a:pt x="164624" y="178288"/>
                  </a:lnTo>
                  <a:lnTo>
                    <a:pt x="164691" y="177067"/>
                  </a:lnTo>
                  <a:lnTo>
                    <a:pt x="164630" y="176932"/>
                  </a:lnTo>
                  <a:lnTo>
                    <a:pt x="164586" y="176791"/>
                  </a:lnTo>
                  <a:lnTo>
                    <a:pt x="164553" y="176521"/>
                  </a:lnTo>
                  <a:lnTo>
                    <a:pt x="164565" y="176323"/>
                  </a:lnTo>
                  <a:lnTo>
                    <a:pt x="164560" y="176124"/>
                  </a:lnTo>
                  <a:lnTo>
                    <a:pt x="164535" y="175926"/>
                  </a:lnTo>
                  <a:lnTo>
                    <a:pt x="164492" y="175732"/>
                  </a:lnTo>
                  <a:lnTo>
                    <a:pt x="164431" y="175543"/>
                  </a:lnTo>
                  <a:lnTo>
                    <a:pt x="164352" y="175360"/>
                  </a:lnTo>
                  <a:lnTo>
                    <a:pt x="164256" y="175186"/>
                  </a:lnTo>
                  <a:lnTo>
                    <a:pt x="164145" y="175021"/>
                  </a:lnTo>
                  <a:lnTo>
                    <a:pt x="163063" y="173643"/>
                  </a:lnTo>
                  <a:lnTo>
                    <a:pt x="163265" y="173021"/>
                  </a:lnTo>
                  <a:lnTo>
                    <a:pt x="163512" y="171889"/>
                  </a:lnTo>
                  <a:lnTo>
                    <a:pt x="163980" y="170523"/>
                  </a:lnTo>
                  <a:lnTo>
                    <a:pt x="165258" y="168146"/>
                  </a:lnTo>
                  <a:lnTo>
                    <a:pt x="165255" y="167066"/>
                  </a:lnTo>
                  <a:lnTo>
                    <a:pt x="165122" y="165657"/>
                  </a:lnTo>
                  <a:lnTo>
                    <a:pt x="165382" y="162928"/>
                  </a:lnTo>
                  <a:lnTo>
                    <a:pt x="165302" y="162063"/>
                  </a:lnTo>
                  <a:lnTo>
                    <a:pt x="165346" y="161688"/>
                  </a:lnTo>
                  <a:lnTo>
                    <a:pt x="165398" y="161125"/>
                  </a:lnTo>
                  <a:lnTo>
                    <a:pt x="165417" y="160916"/>
                  </a:lnTo>
                  <a:lnTo>
                    <a:pt x="165334" y="160197"/>
                  </a:lnTo>
                  <a:lnTo>
                    <a:pt x="165249" y="159093"/>
                  </a:lnTo>
                  <a:lnTo>
                    <a:pt x="165562" y="157287"/>
                  </a:lnTo>
                  <a:lnTo>
                    <a:pt x="166277" y="154623"/>
                  </a:lnTo>
                  <a:lnTo>
                    <a:pt x="166446" y="153330"/>
                  </a:lnTo>
                  <a:lnTo>
                    <a:pt x="166741" y="150787"/>
                  </a:lnTo>
                  <a:lnTo>
                    <a:pt x="166733" y="150639"/>
                  </a:lnTo>
                  <a:lnTo>
                    <a:pt x="166752" y="150435"/>
                  </a:lnTo>
                  <a:lnTo>
                    <a:pt x="166778" y="150289"/>
                  </a:lnTo>
                  <a:lnTo>
                    <a:pt x="166783" y="150084"/>
                  </a:lnTo>
                  <a:lnTo>
                    <a:pt x="166789" y="149922"/>
                  </a:lnTo>
                  <a:lnTo>
                    <a:pt x="166814" y="149762"/>
                  </a:lnTo>
                  <a:lnTo>
                    <a:pt x="166857" y="149605"/>
                  </a:lnTo>
                  <a:lnTo>
                    <a:pt x="167349" y="148834"/>
                  </a:lnTo>
                  <a:lnTo>
                    <a:pt x="167523" y="148539"/>
                  </a:lnTo>
                  <a:lnTo>
                    <a:pt x="168861" y="146223"/>
                  </a:lnTo>
                  <a:lnTo>
                    <a:pt x="169430" y="145008"/>
                  </a:lnTo>
                  <a:lnTo>
                    <a:pt x="170070" y="144393"/>
                  </a:lnTo>
                  <a:lnTo>
                    <a:pt x="170998" y="143329"/>
                  </a:lnTo>
                  <a:lnTo>
                    <a:pt x="173203" y="141681"/>
                  </a:lnTo>
                  <a:lnTo>
                    <a:pt x="173298" y="141549"/>
                  </a:lnTo>
                  <a:lnTo>
                    <a:pt x="173377" y="141407"/>
                  </a:lnTo>
                  <a:lnTo>
                    <a:pt x="173439" y="141257"/>
                  </a:lnTo>
                  <a:lnTo>
                    <a:pt x="173483" y="141101"/>
                  </a:lnTo>
                  <a:lnTo>
                    <a:pt x="173510" y="140941"/>
                  </a:lnTo>
                  <a:lnTo>
                    <a:pt x="173515" y="140710"/>
                  </a:lnTo>
                  <a:lnTo>
                    <a:pt x="173245" y="134713"/>
                  </a:lnTo>
                  <a:lnTo>
                    <a:pt x="173080" y="126129"/>
                  </a:lnTo>
                  <a:lnTo>
                    <a:pt x="173046" y="124360"/>
                  </a:lnTo>
                  <a:lnTo>
                    <a:pt x="173279" y="122580"/>
                  </a:lnTo>
                  <a:lnTo>
                    <a:pt x="173090" y="117099"/>
                  </a:lnTo>
                  <a:lnTo>
                    <a:pt x="172985" y="113948"/>
                  </a:lnTo>
                  <a:lnTo>
                    <a:pt x="172047" y="111521"/>
                  </a:lnTo>
                  <a:lnTo>
                    <a:pt x="169797" y="106912"/>
                  </a:lnTo>
                  <a:lnTo>
                    <a:pt x="170111" y="106181"/>
                  </a:lnTo>
                  <a:lnTo>
                    <a:pt x="170074" y="106051"/>
                  </a:lnTo>
                  <a:lnTo>
                    <a:pt x="168665" y="102833"/>
                  </a:lnTo>
                  <a:lnTo>
                    <a:pt x="168502" y="99944"/>
                  </a:lnTo>
                  <a:lnTo>
                    <a:pt x="168370" y="97617"/>
                  </a:lnTo>
                  <a:lnTo>
                    <a:pt x="168251" y="95535"/>
                  </a:lnTo>
                  <a:lnTo>
                    <a:pt x="168149" y="95285"/>
                  </a:lnTo>
                  <a:lnTo>
                    <a:pt x="166683" y="91717"/>
                  </a:lnTo>
                  <a:lnTo>
                    <a:pt x="166924" y="83993"/>
                  </a:lnTo>
                  <a:lnTo>
                    <a:pt x="166810" y="82973"/>
                  </a:lnTo>
                  <a:lnTo>
                    <a:pt x="166708" y="82063"/>
                  </a:lnTo>
                  <a:lnTo>
                    <a:pt x="166301" y="78423"/>
                  </a:lnTo>
                  <a:lnTo>
                    <a:pt x="165614" y="75283"/>
                  </a:lnTo>
                  <a:lnTo>
                    <a:pt x="164822" y="73339"/>
                  </a:lnTo>
                  <a:lnTo>
                    <a:pt x="163449" y="69966"/>
                  </a:lnTo>
                  <a:lnTo>
                    <a:pt x="162024" y="62507"/>
                  </a:lnTo>
                  <a:lnTo>
                    <a:pt x="160811" y="56219"/>
                  </a:lnTo>
                  <a:lnTo>
                    <a:pt x="160256" y="53296"/>
                  </a:lnTo>
                  <a:lnTo>
                    <a:pt x="160134" y="52652"/>
                  </a:lnTo>
                  <a:lnTo>
                    <a:pt x="160105" y="52502"/>
                  </a:lnTo>
                  <a:lnTo>
                    <a:pt x="159495" y="49275"/>
                  </a:lnTo>
                  <a:lnTo>
                    <a:pt x="160138" y="46502"/>
                  </a:lnTo>
                  <a:lnTo>
                    <a:pt x="160649" y="44303"/>
                  </a:lnTo>
                  <a:lnTo>
                    <a:pt x="162096" y="42439"/>
                  </a:lnTo>
                  <a:lnTo>
                    <a:pt x="163198" y="40981"/>
                  </a:lnTo>
                  <a:lnTo>
                    <a:pt x="163363" y="40363"/>
                  </a:lnTo>
                  <a:lnTo>
                    <a:pt x="163425" y="39820"/>
                  </a:lnTo>
                  <a:lnTo>
                    <a:pt x="163485" y="39234"/>
                  </a:lnTo>
                  <a:lnTo>
                    <a:pt x="163545" y="38656"/>
                  </a:lnTo>
                  <a:lnTo>
                    <a:pt x="163584" y="38181"/>
                  </a:lnTo>
                  <a:lnTo>
                    <a:pt x="163647" y="37682"/>
                  </a:lnTo>
                  <a:lnTo>
                    <a:pt x="163706" y="36790"/>
                  </a:lnTo>
                  <a:lnTo>
                    <a:pt x="163757" y="36105"/>
                  </a:lnTo>
                  <a:lnTo>
                    <a:pt x="163805" y="35371"/>
                  </a:lnTo>
                  <a:lnTo>
                    <a:pt x="163891" y="34146"/>
                  </a:lnTo>
                  <a:lnTo>
                    <a:pt x="163957" y="33242"/>
                  </a:lnTo>
                  <a:lnTo>
                    <a:pt x="164002" y="32640"/>
                  </a:lnTo>
                  <a:lnTo>
                    <a:pt x="164424" y="32022"/>
                  </a:lnTo>
                  <a:lnTo>
                    <a:pt x="164495" y="31627"/>
                  </a:lnTo>
                  <a:lnTo>
                    <a:pt x="164565" y="31264"/>
                  </a:lnTo>
                  <a:lnTo>
                    <a:pt x="164348" y="30825"/>
                  </a:lnTo>
                  <a:lnTo>
                    <a:pt x="164168" y="30707"/>
                  </a:lnTo>
                  <a:lnTo>
                    <a:pt x="164030" y="30613"/>
                  </a:lnTo>
                  <a:lnTo>
                    <a:pt x="163897" y="30518"/>
                  </a:lnTo>
                  <a:lnTo>
                    <a:pt x="163691" y="30403"/>
                  </a:lnTo>
                  <a:lnTo>
                    <a:pt x="163441" y="30233"/>
                  </a:lnTo>
                  <a:lnTo>
                    <a:pt x="163223" y="30131"/>
                  </a:lnTo>
                  <a:lnTo>
                    <a:pt x="163085" y="30087"/>
                  </a:lnTo>
                  <a:lnTo>
                    <a:pt x="162904" y="29969"/>
                  </a:lnTo>
                  <a:lnTo>
                    <a:pt x="162644" y="29715"/>
                  </a:lnTo>
                  <a:lnTo>
                    <a:pt x="162335" y="29534"/>
                  </a:lnTo>
                  <a:lnTo>
                    <a:pt x="161872" y="29326"/>
                  </a:lnTo>
                  <a:lnTo>
                    <a:pt x="161661" y="29258"/>
                  </a:lnTo>
                  <a:lnTo>
                    <a:pt x="161412" y="29177"/>
                  </a:lnTo>
                  <a:lnTo>
                    <a:pt x="161225" y="29117"/>
                  </a:lnTo>
                  <a:lnTo>
                    <a:pt x="160984" y="29047"/>
                  </a:lnTo>
                  <a:lnTo>
                    <a:pt x="160682" y="28882"/>
                  </a:lnTo>
                  <a:lnTo>
                    <a:pt x="160529" y="28800"/>
                  </a:lnTo>
                  <a:lnTo>
                    <a:pt x="160167" y="28678"/>
                  </a:lnTo>
                  <a:lnTo>
                    <a:pt x="160011" y="28625"/>
                  </a:lnTo>
                  <a:lnTo>
                    <a:pt x="159879" y="28583"/>
                  </a:lnTo>
                  <a:lnTo>
                    <a:pt x="159679" y="28519"/>
                  </a:lnTo>
                  <a:lnTo>
                    <a:pt x="159001" y="28364"/>
                  </a:lnTo>
                  <a:lnTo>
                    <a:pt x="158715" y="28261"/>
                  </a:lnTo>
                  <a:lnTo>
                    <a:pt x="158222" y="28066"/>
                  </a:lnTo>
                  <a:lnTo>
                    <a:pt x="157592" y="27941"/>
                  </a:lnTo>
                  <a:lnTo>
                    <a:pt x="157088" y="27740"/>
                  </a:lnTo>
                  <a:lnTo>
                    <a:pt x="156788" y="27666"/>
                  </a:lnTo>
                  <a:lnTo>
                    <a:pt x="156583" y="27619"/>
                  </a:lnTo>
                  <a:lnTo>
                    <a:pt x="156316" y="27631"/>
                  </a:lnTo>
                  <a:lnTo>
                    <a:pt x="156091" y="27640"/>
                  </a:lnTo>
                  <a:lnTo>
                    <a:pt x="155950" y="27645"/>
                  </a:lnTo>
                  <a:lnTo>
                    <a:pt x="155549" y="27594"/>
                  </a:lnTo>
                  <a:lnTo>
                    <a:pt x="155362" y="27580"/>
                  </a:lnTo>
                  <a:lnTo>
                    <a:pt x="155231" y="27376"/>
                  </a:lnTo>
                  <a:lnTo>
                    <a:pt x="154777" y="26676"/>
                  </a:lnTo>
                  <a:lnTo>
                    <a:pt x="154612" y="26462"/>
                  </a:lnTo>
                  <a:lnTo>
                    <a:pt x="154352" y="26530"/>
                  </a:lnTo>
                  <a:lnTo>
                    <a:pt x="154142" y="26560"/>
                  </a:lnTo>
                  <a:lnTo>
                    <a:pt x="153838" y="26593"/>
                  </a:lnTo>
                  <a:lnTo>
                    <a:pt x="153612" y="26610"/>
                  </a:lnTo>
                  <a:lnTo>
                    <a:pt x="153260" y="26488"/>
                  </a:lnTo>
                  <a:lnTo>
                    <a:pt x="152825" y="26275"/>
                  </a:lnTo>
                  <a:lnTo>
                    <a:pt x="152442" y="26087"/>
                  </a:lnTo>
                  <a:lnTo>
                    <a:pt x="152038" y="26016"/>
                  </a:lnTo>
                  <a:lnTo>
                    <a:pt x="151903" y="25988"/>
                  </a:lnTo>
                  <a:lnTo>
                    <a:pt x="152232" y="28180"/>
                  </a:lnTo>
                  <a:lnTo>
                    <a:pt x="152047" y="28759"/>
                  </a:lnTo>
                  <a:lnTo>
                    <a:pt x="151918" y="28964"/>
                  </a:lnTo>
                  <a:lnTo>
                    <a:pt x="151736" y="29143"/>
                  </a:lnTo>
                  <a:lnTo>
                    <a:pt x="151425" y="29280"/>
                  </a:lnTo>
                  <a:lnTo>
                    <a:pt x="151077" y="29546"/>
                  </a:lnTo>
                  <a:lnTo>
                    <a:pt x="150867" y="29657"/>
                  </a:lnTo>
                  <a:lnTo>
                    <a:pt x="150644" y="29828"/>
                  </a:lnTo>
                  <a:lnTo>
                    <a:pt x="150493" y="29962"/>
                  </a:lnTo>
                  <a:lnTo>
                    <a:pt x="150334" y="30092"/>
                  </a:lnTo>
                  <a:lnTo>
                    <a:pt x="150069" y="30335"/>
                  </a:lnTo>
                  <a:lnTo>
                    <a:pt x="149773" y="30483"/>
                  </a:lnTo>
                  <a:lnTo>
                    <a:pt x="149380" y="30757"/>
                  </a:lnTo>
                  <a:lnTo>
                    <a:pt x="149116" y="30898"/>
                  </a:lnTo>
                  <a:lnTo>
                    <a:pt x="148698" y="31115"/>
                  </a:lnTo>
                  <a:lnTo>
                    <a:pt x="148159" y="31396"/>
                  </a:lnTo>
                  <a:lnTo>
                    <a:pt x="147897" y="31683"/>
                  </a:lnTo>
                  <a:lnTo>
                    <a:pt x="147550" y="32250"/>
                  </a:lnTo>
                  <a:lnTo>
                    <a:pt x="147271" y="32571"/>
                  </a:lnTo>
                  <a:lnTo>
                    <a:pt x="146895" y="32922"/>
                  </a:lnTo>
                  <a:lnTo>
                    <a:pt x="146498" y="33164"/>
                  </a:lnTo>
                  <a:lnTo>
                    <a:pt x="146292" y="33325"/>
                  </a:lnTo>
                  <a:lnTo>
                    <a:pt x="145913" y="33547"/>
                  </a:lnTo>
                  <a:lnTo>
                    <a:pt x="145704" y="33659"/>
                  </a:lnTo>
                  <a:lnTo>
                    <a:pt x="144837" y="34169"/>
                  </a:lnTo>
                  <a:lnTo>
                    <a:pt x="144635" y="34282"/>
                  </a:lnTo>
                  <a:lnTo>
                    <a:pt x="144337" y="34440"/>
                  </a:lnTo>
                  <a:lnTo>
                    <a:pt x="144170" y="34505"/>
                  </a:lnTo>
                  <a:lnTo>
                    <a:pt x="143853" y="34602"/>
                  </a:lnTo>
                  <a:lnTo>
                    <a:pt x="143716" y="34451"/>
                  </a:lnTo>
                  <a:lnTo>
                    <a:pt x="143477" y="34201"/>
                  </a:lnTo>
                  <a:lnTo>
                    <a:pt x="143261" y="34006"/>
                  </a:lnTo>
                  <a:lnTo>
                    <a:pt x="142939" y="33908"/>
                  </a:lnTo>
                  <a:lnTo>
                    <a:pt x="142432" y="34165"/>
                  </a:lnTo>
                  <a:lnTo>
                    <a:pt x="142010" y="34089"/>
                  </a:lnTo>
                  <a:lnTo>
                    <a:pt x="141793" y="34088"/>
                  </a:lnTo>
                  <a:lnTo>
                    <a:pt x="141564" y="34060"/>
                  </a:lnTo>
                  <a:lnTo>
                    <a:pt x="141422" y="34040"/>
                  </a:lnTo>
                  <a:lnTo>
                    <a:pt x="141137" y="34025"/>
                  </a:lnTo>
                  <a:lnTo>
                    <a:pt x="140995" y="34094"/>
                  </a:lnTo>
                  <a:lnTo>
                    <a:pt x="140743" y="34217"/>
                  </a:lnTo>
                  <a:lnTo>
                    <a:pt x="140603" y="34285"/>
                  </a:lnTo>
                  <a:lnTo>
                    <a:pt x="139993" y="34591"/>
                  </a:lnTo>
                  <a:lnTo>
                    <a:pt x="139826" y="34719"/>
                  </a:lnTo>
                  <a:lnTo>
                    <a:pt x="139528" y="35054"/>
                  </a:lnTo>
                  <a:lnTo>
                    <a:pt x="139126" y="35333"/>
                  </a:lnTo>
                  <a:lnTo>
                    <a:pt x="139398" y="35842"/>
                  </a:lnTo>
                  <a:lnTo>
                    <a:pt x="139735" y="36441"/>
                  </a:lnTo>
                  <a:lnTo>
                    <a:pt x="139870" y="36716"/>
                  </a:lnTo>
                  <a:lnTo>
                    <a:pt x="139924" y="36888"/>
                  </a:lnTo>
                  <a:lnTo>
                    <a:pt x="140065" y="37107"/>
                  </a:lnTo>
                  <a:lnTo>
                    <a:pt x="140112" y="37298"/>
                  </a:lnTo>
                  <a:lnTo>
                    <a:pt x="140146" y="37435"/>
                  </a:lnTo>
                  <a:lnTo>
                    <a:pt x="140199" y="37705"/>
                  </a:lnTo>
                  <a:lnTo>
                    <a:pt x="140244" y="37863"/>
                  </a:lnTo>
                  <a:lnTo>
                    <a:pt x="140286" y="38123"/>
                  </a:lnTo>
                  <a:lnTo>
                    <a:pt x="140339" y="38414"/>
                  </a:lnTo>
                  <a:lnTo>
                    <a:pt x="140370" y="38735"/>
                  </a:lnTo>
                  <a:lnTo>
                    <a:pt x="140448" y="39191"/>
                  </a:lnTo>
                  <a:lnTo>
                    <a:pt x="140486" y="39336"/>
                  </a:lnTo>
                  <a:lnTo>
                    <a:pt x="140546" y="39761"/>
                  </a:lnTo>
                  <a:lnTo>
                    <a:pt x="140600" y="40183"/>
                  </a:lnTo>
                  <a:lnTo>
                    <a:pt x="140577" y="40372"/>
                  </a:lnTo>
                  <a:lnTo>
                    <a:pt x="140563" y="40549"/>
                  </a:lnTo>
                  <a:lnTo>
                    <a:pt x="140608" y="40848"/>
                  </a:lnTo>
                  <a:lnTo>
                    <a:pt x="140186" y="40804"/>
                  </a:lnTo>
                  <a:lnTo>
                    <a:pt x="139549" y="41038"/>
                  </a:lnTo>
                  <a:lnTo>
                    <a:pt x="138584" y="41007"/>
                  </a:lnTo>
                  <a:lnTo>
                    <a:pt x="138400" y="41416"/>
                  </a:lnTo>
                  <a:lnTo>
                    <a:pt x="138118" y="42028"/>
                  </a:lnTo>
                  <a:lnTo>
                    <a:pt x="138272" y="42344"/>
                  </a:lnTo>
                  <a:lnTo>
                    <a:pt x="137092" y="44937"/>
                  </a:lnTo>
                  <a:lnTo>
                    <a:pt x="136965" y="44972"/>
                  </a:lnTo>
                  <a:lnTo>
                    <a:pt x="136797" y="45023"/>
                  </a:lnTo>
                  <a:lnTo>
                    <a:pt x="136603" y="45112"/>
                  </a:lnTo>
                  <a:lnTo>
                    <a:pt x="136444" y="45194"/>
                  </a:lnTo>
                  <a:lnTo>
                    <a:pt x="136164" y="45353"/>
                  </a:lnTo>
                  <a:lnTo>
                    <a:pt x="135995" y="45450"/>
                  </a:lnTo>
                  <a:lnTo>
                    <a:pt x="135473" y="45638"/>
                  </a:lnTo>
                  <a:lnTo>
                    <a:pt x="134418" y="46080"/>
                  </a:lnTo>
                  <a:lnTo>
                    <a:pt x="134261" y="46195"/>
                  </a:lnTo>
                  <a:lnTo>
                    <a:pt x="134072" y="46363"/>
                  </a:lnTo>
                  <a:lnTo>
                    <a:pt x="133841" y="46648"/>
                  </a:lnTo>
                  <a:lnTo>
                    <a:pt x="133674" y="46698"/>
                  </a:lnTo>
                  <a:lnTo>
                    <a:pt x="133297" y="46835"/>
                  </a:lnTo>
                  <a:lnTo>
                    <a:pt x="133127" y="46642"/>
                  </a:lnTo>
                  <a:lnTo>
                    <a:pt x="132925" y="46380"/>
                  </a:lnTo>
                  <a:lnTo>
                    <a:pt x="132790" y="46222"/>
                  </a:lnTo>
                  <a:lnTo>
                    <a:pt x="132628" y="46049"/>
                  </a:lnTo>
                  <a:lnTo>
                    <a:pt x="132473" y="45868"/>
                  </a:lnTo>
                  <a:lnTo>
                    <a:pt x="132146" y="45435"/>
                  </a:lnTo>
                  <a:lnTo>
                    <a:pt x="131585" y="45379"/>
                  </a:lnTo>
                  <a:lnTo>
                    <a:pt x="131325" y="44694"/>
                  </a:lnTo>
                  <a:lnTo>
                    <a:pt x="131380" y="44562"/>
                  </a:lnTo>
                  <a:lnTo>
                    <a:pt x="131510" y="44072"/>
                  </a:lnTo>
                  <a:lnTo>
                    <a:pt x="131526" y="43184"/>
                  </a:lnTo>
                  <a:lnTo>
                    <a:pt x="131518" y="42852"/>
                  </a:lnTo>
                  <a:lnTo>
                    <a:pt x="131516" y="42637"/>
                  </a:lnTo>
                  <a:lnTo>
                    <a:pt x="131514" y="42487"/>
                  </a:lnTo>
                  <a:lnTo>
                    <a:pt x="131539" y="42262"/>
                  </a:lnTo>
                  <a:lnTo>
                    <a:pt x="131555" y="42110"/>
                  </a:lnTo>
                  <a:lnTo>
                    <a:pt x="131581" y="41786"/>
                  </a:lnTo>
                  <a:lnTo>
                    <a:pt x="131593" y="41509"/>
                  </a:lnTo>
                  <a:lnTo>
                    <a:pt x="131580" y="40918"/>
                  </a:lnTo>
                  <a:lnTo>
                    <a:pt x="131623" y="40525"/>
                  </a:lnTo>
                  <a:lnTo>
                    <a:pt x="131635" y="40255"/>
                  </a:lnTo>
                  <a:lnTo>
                    <a:pt x="131649" y="40028"/>
                  </a:lnTo>
                  <a:lnTo>
                    <a:pt x="131645" y="39880"/>
                  </a:lnTo>
                  <a:lnTo>
                    <a:pt x="131633" y="39461"/>
                  </a:lnTo>
                  <a:lnTo>
                    <a:pt x="131708" y="38793"/>
                  </a:lnTo>
                  <a:lnTo>
                    <a:pt x="132359" y="38942"/>
                  </a:lnTo>
                  <a:lnTo>
                    <a:pt x="132737" y="39012"/>
                  </a:lnTo>
                  <a:lnTo>
                    <a:pt x="135105" y="38313"/>
                  </a:lnTo>
                  <a:lnTo>
                    <a:pt x="134946" y="38174"/>
                  </a:lnTo>
                  <a:lnTo>
                    <a:pt x="131955" y="29998"/>
                  </a:lnTo>
                  <a:lnTo>
                    <a:pt x="129589" y="26205"/>
                  </a:lnTo>
                  <a:lnTo>
                    <a:pt x="129263" y="25940"/>
                  </a:lnTo>
                  <a:lnTo>
                    <a:pt x="128868" y="25912"/>
                  </a:lnTo>
                  <a:lnTo>
                    <a:pt x="128530" y="26047"/>
                  </a:lnTo>
                  <a:lnTo>
                    <a:pt x="128299" y="26039"/>
                  </a:lnTo>
                  <a:lnTo>
                    <a:pt x="128048" y="26045"/>
                  </a:lnTo>
                  <a:lnTo>
                    <a:pt x="127790" y="26040"/>
                  </a:lnTo>
                  <a:lnTo>
                    <a:pt x="127537" y="26041"/>
                  </a:lnTo>
                  <a:lnTo>
                    <a:pt x="127217" y="26026"/>
                  </a:lnTo>
                  <a:lnTo>
                    <a:pt x="126916" y="25915"/>
                  </a:lnTo>
                  <a:lnTo>
                    <a:pt x="126703" y="25889"/>
                  </a:lnTo>
                  <a:lnTo>
                    <a:pt x="126295" y="25790"/>
                  </a:lnTo>
                  <a:lnTo>
                    <a:pt x="125694" y="25674"/>
                  </a:lnTo>
                  <a:lnTo>
                    <a:pt x="125562" y="25660"/>
                  </a:lnTo>
                  <a:lnTo>
                    <a:pt x="125178" y="25516"/>
                  </a:lnTo>
                  <a:lnTo>
                    <a:pt x="124486" y="24936"/>
                  </a:lnTo>
                  <a:lnTo>
                    <a:pt x="124231" y="24685"/>
                  </a:lnTo>
                  <a:lnTo>
                    <a:pt x="124061" y="24477"/>
                  </a:lnTo>
                  <a:lnTo>
                    <a:pt x="123555" y="23944"/>
                  </a:lnTo>
                  <a:lnTo>
                    <a:pt x="122976" y="23281"/>
                  </a:lnTo>
                  <a:lnTo>
                    <a:pt x="121409" y="21762"/>
                  </a:lnTo>
                  <a:lnTo>
                    <a:pt x="119660" y="20225"/>
                  </a:lnTo>
                  <a:lnTo>
                    <a:pt x="118688" y="19035"/>
                  </a:lnTo>
                  <a:lnTo>
                    <a:pt x="118296" y="18159"/>
                  </a:lnTo>
                  <a:lnTo>
                    <a:pt x="118280" y="17694"/>
                  </a:lnTo>
                  <a:lnTo>
                    <a:pt x="118256" y="17538"/>
                  </a:lnTo>
                  <a:lnTo>
                    <a:pt x="118289" y="17327"/>
                  </a:lnTo>
                  <a:lnTo>
                    <a:pt x="118192" y="16864"/>
                  </a:lnTo>
                  <a:lnTo>
                    <a:pt x="118208" y="16723"/>
                  </a:lnTo>
                  <a:lnTo>
                    <a:pt x="118347" y="16305"/>
                  </a:lnTo>
                  <a:lnTo>
                    <a:pt x="118415" y="15520"/>
                  </a:lnTo>
                  <a:lnTo>
                    <a:pt x="118385" y="15188"/>
                  </a:lnTo>
                  <a:lnTo>
                    <a:pt x="118199" y="14749"/>
                  </a:lnTo>
                  <a:lnTo>
                    <a:pt x="118390" y="14521"/>
                  </a:lnTo>
                  <a:lnTo>
                    <a:pt x="118492" y="14138"/>
                  </a:lnTo>
                  <a:lnTo>
                    <a:pt x="118511" y="13815"/>
                  </a:lnTo>
                  <a:lnTo>
                    <a:pt x="118545" y="13636"/>
                  </a:lnTo>
                  <a:lnTo>
                    <a:pt x="118591" y="13476"/>
                  </a:lnTo>
                  <a:lnTo>
                    <a:pt x="118836" y="13030"/>
                  </a:lnTo>
                  <a:lnTo>
                    <a:pt x="118840" y="12793"/>
                  </a:lnTo>
                  <a:lnTo>
                    <a:pt x="119153" y="12119"/>
                  </a:lnTo>
                  <a:lnTo>
                    <a:pt x="119340" y="11386"/>
                  </a:lnTo>
                  <a:lnTo>
                    <a:pt x="119407" y="11023"/>
                  </a:lnTo>
                  <a:lnTo>
                    <a:pt x="118942" y="10560"/>
                  </a:lnTo>
                  <a:lnTo>
                    <a:pt x="118816" y="10423"/>
                  </a:lnTo>
                  <a:lnTo>
                    <a:pt x="118745" y="10266"/>
                  </a:lnTo>
                  <a:lnTo>
                    <a:pt x="118650" y="9986"/>
                  </a:lnTo>
                  <a:lnTo>
                    <a:pt x="118493" y="9760"/>
                  </a:lnTo>
                  <a:lnTo>
                    <a:pt x="118338" y="9480"/>
                  </a:lnTo>
                  <a:lnTo>
                    <a:pt x="118295" y="9343"/>
                  </a:lnTo>
                  <a:lnTo>
                    <a:pt x="118271" y="9018"/>
                  </a:lnTo>
                  <a:lnTo>
                    <a:pt x="118246" y="8860"/>
                  </a:lnTo>
                  <a:lnTo>
                    <a:pt x="118224" y="8723"/>
                  </a:lnTo>
                  <a:lnTo>
                    <a:pt x="118132" y="8483"/>
                  </a:lnTo>
                  <a:lnTo>
                    <a:pt x="117990" y="8023"/>
                  </a:lnTo>
                  <a:lnTo>
                    <a:pt x="117942" y="7887"/>
                  </a:lnTo>
                  <a:lnTo>
                    <a:pt x="117911" y="7616"/>
                  </a:lnTo>
                  <a:lnTo>
                    <a:pt x="117821" y="7149"/>
                  </a:lnTo>
                  <a:lnTo>
                    <a:pt x="117468" y="6848"/>
                  </a:lnTo>
                  <a:lnTo>
                    <a:pt x="117314" y="6738"/>
                  </a:lnTo>
                  <a:lnTo>
                    <a:pt x="117092" y="6625"/>
                  </a:lnTo>
                  <a:lnTo>
                    <a:pt x="116913" y="6541"/>
                  </a:lnTo>
                  <a:lnTo>
                    <a:pt x="116712" y="6516"/>
                  </a:lnTo>
                  <a:lnTo>
                    <a:pt x="116448" y="5913"/>
                  </a:lnTo>
                  <a:lnTo>
                    <a:pt x="116251" y="5850"/>
                  </a:lnTo>
                  <a:lnTo>
                    <a:pt x="115826" y="5288"/>
                  </a:lnTo>
                  <a:lnTo>
                    <a:pt x="115832" y="3837"/>
                  </a:lnTo>
                  <a:lnTo>
                    <a:pt x="115515" y="3956"/>
                  </a:lnTo>
                  <a:lnTo>
                    <a:pt x="104010" y="0"/>
                  </a:lnTo>
                  <a:lnTo>
                    <a:pt x="103932" y="264"/>
                  </a:lnTo>
                  <a:lnTo>
                    <a:pt x="103702" y="714"/>
                  </a:lnTo>
                  <a:lnTo>
                    <a:pt x="103593" y="919"/>
                  </a:lnTo>
                  <a:lnTo>
                    <a:pt x="103123" y="1484"/>
                  </a:lnTo>
                  <a:lnTo>
                    <a:pt x="102669" y="1842"/>
                  </a:lnTo>
                  <a:lnTo>
                    <a:pt x="101949" y="2415"/>
                  </a:lnTo>
                  <a:lnTo>
                    <a:pt x="102081" y="2726"/>
                  </a:lnTo>
                  <a:lnTo>
                    <a:pt x="102126" y="2876"/>
                  </a:lnTo>
                  <a:lnTo>
                    <a:pt x="102222" y="3200"/>
                  </a:lnTo>
                  <a:lnTo>
                    <a:pt x="102271" y="3395"/>
                  </a:lnTo>
                  <a:lnTo>
                    <a:pt x="102292" y="3566"/>
                  </a:lnTo>
                  <a:lnTo>
                    <a:pt x="102309" y="3695"/>
                  </a:lnTo>
                  <a:lnTo>
                    <a:pt x="102337" y="3943"/>
                  </a:lnTo>
                  <a:lnTo>
                    <a:pt x="102372" y="4215"/>
                  </a:lnTo>
                  <a:lnTo>
                    <a:pt x="102391" y="4375"/>
                  </a:lnTo>
                  <a:lnTo>
                    <a:pt x="102478" y="4609"/>
                  </a:lnTo>
                  <a:lnTo>
                    <a:pt x="102534" y="4862"/>
                  </a:lnTo>
                  <a:lnTo>
                    <a:pt x="102611" y="5200"/>
                  </a:lnTo>
                  <a:lnTo>
                    <a:pt x="102621" y="5549"/>
                  </a:lnTo>
                  <a:lnTo>
                    <a:pt x="102611" y="5680"/>
                  </a:lnTo>
                  <a:lnTo>
                    <a:pt x="102576" y="6184"/>
                  </a:lnTo>
                  <a:lnTo>
                    <a:pt x="102468" y="6653"/>
                  </a:lnTo>
                  <a:lnTo>
                    <a:pt x="102337" y="7089"/>
                  </a:lnTo>
                  <a:lnTo>
                    <a:pt x="102220" y="7415"/>
                  </a:lnTo>
                  <a:lnTo>
                    <a:pt x="102077" y="7718"/>
                  </a:lnTo>
                  <a:lnTo>
                    <a:pt x="102009" y="7863"/>
                  </a:lnTo>
                  <a:lnTo>
                    <a:pt x="101821" y="8210"/>
                  </a:lnTo>
                  <a:lnTo>
                    <a:pt x="101727" y="8402"/>
                  </a:lnTo>
                  <a:lnTo>
                    <a:pt x="101568" y="8733"/>
                  </a:lnTo>
                  <a:lnTo>
                    <a:pt x="101345" y="9394"/>
                  </a:lnTo>
                  <a:lnTo>
                    <a:pt x="101305" y="9556"/>
                  </a:lnTo>
                  <a:lnTo>
                    <a:pt x="101230" y="9879"/>
                  </a:lnTo>
                  <a:lnTo>
                    <a:pt x="101099" y="10334"/>
                  </a:lnTo>
                  <a:lnTo>
                    <a:pt x="101064" y="10484"/>
                  </a:lnTo>
                  <a:lnTo>
                    <a:pt x="100907" y="11185"/>
                  </a:lnTo>
                  <a:lnTo>
                    <a:pt x="100745" y="11870"/>
                  </a:lnTo>
                  <a:lnTo>
                    <a:pt x="100691" y="12193"/>
                  </a:lnTo>
                  <a:lnTo>
                    <a:pt x="100625" y="12594"/>
                  </a:lnTo>
                  <a:lnTo>
                    <a:pt x="100560" y="12861"/>
                  </a:lnTo>
                  <a:lnTo>
                    <a:pt x="100534" y="13023"/>
                  </a:lnTo>
                  <a:lnTo>
                    <a:pt x="100443" y="13530"/>
                  </a:lnTo>
                  <a:lnTo>
                    <a:pt x="100325" y="14059"/>
                  </a:lnTo>
                  <a:lnTo>
                    <a:pt x="100264" y="14484"/>
                  </a:lnTo>
                  <a:lnTo>
                    <a:pt x="100227" y="14697"/>
                  </a:lnTo>
                  <a:lnTo>
                    <a:pt x="100157" y="15028"/>
                  </a:lnTo>
                  <a:lnTo>
                    <a:pt x="100112" y="15337"/>
                  </a:lnTo>
                  <a:lnTo>
                    <a:pt x="100065" y="15766"/>
                  </a:lnTo>
                  <a:lnTo>
                    <a:pt x="100023" y="16378"/>
                  </a:lnTo>
                  <a:lnTo>
                    <a:pt x="99988" y="16767"/>
                  </a:lnTo>
                  <a:lnTo>
                    <a:pt x="99948" y="17417"/>
                  </a:lnTo>
                  <a:lnTo>
                    <a:pt x="99922" y="17689"/>
                  </a:lnTo>
                  <a:lnTo>
                    <a:pt x="99842" y="18502"/>
                  </a:lnTo>
                  <a:lnTo>
                    <a:pt x="99805" y="19098"/>
                  </a:lnTo>
                  <a:lnTo>
                    <a:pt x="99814" y="19442"/>
                  </a:lnTo>
                  <a:lnTo>
                    <a:pt x="99812" y="19649"/>
                  </a:lnTo>
                  <a:lnTo>
                    <a:pt x="99838" y="20101"/>
                  </a:lnTo>
                  <a:lnTo>
                    <a:pt x="99892" y="20940"/>
                  </a:lnTo>
                  <a:lnTo>
                    <a:pt x="99910" y="21252"/>
                  </a:lnTo>
                  <a:lnTo>
                    <a:pt x="99925" y="21719"/>
                  </a:lnTo>
                  <a:lnTo>
                    <a:pt x="99507" y="21674"/>
                  </a:lnTo>
                  <a:lnTo>
                    <a:pt x="99252" y="21646"/>
                  </a:lnTo>
                  <a:lnTo>
                    <a:pt x="98851" y="21592"/>
                  </a:lnTo>
                  <a:lnTo>
                    <a:pt x="98668" y="21566"/>
                  </a:lnTo>
                  <a:lnTo>
                    <a:pt x="98295" y="21515"/>
                  </a:lnTo>
                  <a:lnTo>
                    <a:pt x="95423" y="21231"/>
                  </a:lnTo>
                  <a:lnTo>
                    <a:pt x="94924" y="20783"/>
                  </a:lnTo>
                  <a:lnTo>
                    <a:pt x="94352" y="20784"/>
                  </a:lnTo>
                  <a:lnTo>
                    <a:pt x="93939" y="20850"/>
                  </a:lnTo>
                  <a:lnTo>
                    <a:pt x="93625" y="20936"/>
                  </a:lnTo>
                  <a:lnTo>
                    <a:pt x="93302" y="21002"/>
                  </a:lnTo>
                  <a:lnTo>
                    <a:pt x="92997" y="21068"/>
                  </a:lnTo>
                  <a:lnTo>
                    <a:pt x="92801" y="21113"/>
                  </a:lnTo>
                  <a:lnTo>
                    <a:pt x="92575" y="21267"/>
                  </a:lnTo>
                  <a:lnTo>
                    <a:pt x="92186" y="21332"/>
                  </a:lnTo>
                  <a:lnTo>
                    <a:pt x="92041" y="21299"/>
                  </a:lnTo>
                  <a:lnTo>
                    <a:pt x="91750" y="21265"/>
                  </a:lnTo>
                  <a:lnTo>
                    <a:pt x="91344" y="21228"/>
                  </a:lnTo>
                  <a:lnTo>
                    <a:pt x="90368" y="20890"/>
                  </a:lnTo>
                  <a:lnTo>
                    <a:pt x="89786" y="20696"/>
                  </a:lnTo>
                  <a:lnTo>
                    <a:pt x="89725" y="20555"/>
                  </a:lnTo>
                  <a:lnTo>
                    <a:pt x="89396" y="20347"/>
                  </a:lnTo>
                  <a:lnTo>
                    <a:pt x="89343" y="20118"/>
                  </a:lnTo>
                  <a:lnTo>
                    <a:pt x="89239" y="19817"/>
                  </a:lnTo>
                  <a:lnTo>
                    <a:pt x="88722" y="18652"/>
                  </a:lnTo>
                  <a:lnTo>
                    <a:pt x="88502" y="18255"/>
                  </a:lnTo>
                  <a:lnTo>
                    <a:pt x="88345" y="17947"/>
                  </a:lnTo>
                  <a:lnTo>
                    <a:pt x="87965" y="16564"/>
                  </a:lnTo>
                  <a:lnTo>
                    <a:pt x="87867" y="16352"/>
                  </a:lnTo>
                  <a:lnTo>
                    <a:pt x="87647" y="16103"/>
                  </a:lnTo>
                  <a:lnTo>
                    <a:pt x="87347" y="15913"/>
                  </a:lnTo>
                  <a:lnTo>
                    <a:pt x="87123" y="15883"/>
                  </a:lnTo>
                  <a:lnTo>
                    <a:pt x="86969" y="15921"/>
                  </a:lnTo>
                  <a:lnTo>
                    <a:pt x="86181" y="16444"/>
                  </a:lnTo>
                  <a:lnTo>
                    <a:pt x="85961" y="16605"/>
                  </a:lnTo>
                  <a:lnTo>
                    <a:pt x="85608" y="16795"/>
                  </a:lnTo>
                  <a:lnTo>
                    <a:pt x="85393" y="16892"/>
                  </a:lnTo>
                  <a:lnTo>
                    <a:pt x="85064" y="17105"/>
                  </a:lnTo>
                  <a:lnTo>
                    <a:pt x="84512" y="17614"/>
                  </a:lnTo>
                  <a:lnTo>
                    <a:pt x="84057" y="18209"/>
                  </a:lnTo>
                  <a:lnTo>
                    <a:pt x="83732" y="18424"/>
                  </a:lnTo>
                  <a:lnTo>
                    <a:pt x="83579" y="18493"/>
                  </a:lnTo>
                  <a:lnTo>
                    <a:pt x="83255" y="18423"/>
                  </a:lnTo>
                  <a:lnTo>
                    <a:pt x="83111" y="18271"/>
                  </a:lnTo>
                  <a:lnTo>
                    <a:pt x="82980" y="18055"/>
                  </a:lnTo>
                  <a:lnTo>
                    <a:pt x="82918" y="17759"/>
                  </a:lnTo>
                  <a:lnTo>
                    <a:pt x="82970" y="17500"/>
                  </a:lnTo>
                  <a:lnTo>
                    <a:pt x="83484" y="16259"/>
                  </a:lnTo>
                  <a:lnTo>
                    <a:pt x="83662" y="15603"/>
                  </a:lnTo>
                  <a:lnTo>
                    <a:pt x="83518" y="15439"/>
                  </a:lnTo>
                  <a:lnTo>
                    <a:pt x="83136" y="15476"/>
                  </a:lnTo>
                  <a:lnTo>
                    <a:pt x="82856" y="15613"/>
                  </a:lnTo>
                  <a:lnTo>
                    <a:pt x="82673" y="15659"/>
                  </a:lnTo>
                  <a:lnTo>
                    <a:pt x="82363" y="15804"/>
                  </a:lnTo>
                  <a:lnTo>
                    <a:pt x="82013" y="15968"/>
                  </a:lnTo>
                  <a:lnTo>
                    <a:pt x="81843" y="16061"/>
                  </a:lnTo>
                  <a:lnTo>
                    <a:pt x="81673" y="16120"/>
                  </a:lnTo>
                  <a:lnTo>
                    <a:pt x="80957" y="15998"/>
                  </a:lnTo>
                  <a:lnTo>
                    <a:pt x="80827" y="15974"/>
                  </a:lnTo>
                  <a:lnTo>
                    <a:pt x="80671" y="15956"/>
                  </a:lnTo>
                  <a:lnTo>
                    <a:pt x="80274" y="15943"/>
                  </a:lnTo>
                  <a:lnTo>
                    <a:pt x="80087" y="15992"/>
                  </a:lnTo>
                  <a:lnTo>
                    <a:pt x="79922" y="16043"/>
                  </a:lnTo>
                  <a:lnTo>
                    <a:pt x="79597" y="16041"/>
                  </a:lnTo>
                  <a:lnTo>
                    <a:pt x="79174" y="16023"/>
                  </a:lnTo>
                  <a:lnTo>
                    <a:pt x="78744" y="16183"/>
                  </a:lnTo>
                  <a:lnTo>
                    <a:pt x="78260" y="16346"/>
                  </a:lnTo>
                  <a:lnTo>
                    <a:pt x="77915" y="16295"/>
                  </a:lnTo>
                  <a:lnTo>
                    <a:pt x="77330" y="16278"/>
                  </a:lnTo>
                  <a:lnTo>
                    <a:pt x="76697" y="16150"/>
                  </a:lnTo>
                  <a:lnTo>
                    <a:pt x="76209" y="17279"/>
                  </a:lnTo>
                  <a:lnTo>
                    <a:pt x="75366" y="17881"/>
                  </a:lnTo>
                  <a:lnTo>
                    <a:pt x="70118" y="14963"/>
                  </a:lnTo>
                  <a:lnTo>
                    <a:pt x="65939" y="13997"/>
                  </a:lnTo>
                  <a:lnTo>
                    <a:pt x="65777" y="15096"/>
                  </a:lnTo>
                  <a:lnTo>
                    <a:pt x="65736" y="15245"/>
                  </a:lnTo>
                  <a:lnTo>
                    <a:pt x="65683" y="15486"/>
                  </a:lnTo>
                  <a:lnTo>
                    <a:pt x="65632" y="15728"/>
                  </a:lnTo>
                  <a:lnTo>
                    <a:pt x="64192" y="18140"/>
                  </a:lnTo>
                  <a:lnTo>
                    <a:pt x="64132" y="18347"/>
                  </a:lnTo>
                  <a:lnTo>
                    <a:pt x="63994" y="18632"/>
                  </a:lnTo>
                  <a:lnTo>
                    <a:pt x="67071" y="26064"/>
                  </a:lnTo>
                  <a:lnTo>
                    <a:pt x="65104" y="29574"/>
                  </a:lnTo>
                  <a:lnTo>
                    <a:pt x="64991" y="29793"/>
                  </a:lnTo>
                  <a:lnTo>
                    <a:pt x="64775" y="30246"/>
                  </a:lnTo>
                  <a:lnTo>
                    <a:pt x="64601" y="30039"/>
                  </a:lnTo>
                  <a:lnTo>
                    <a:pt x="64065" y="29478"/>
                  </a:lnTo>
                  <a:lnTo>
                    <a:pt x="64043" y="29696"/>
                  </a:lnTo>
                  <a:lnTo>
                    <a:pt x="64031" y="30330"/>
                  </a:lnTo>
                  <a:lnTo>
                    <a:pt x="64076" y="30509"/>
                  </a:lnTo>
                  <a:lnTo>
                    <a:pt x="63985" y="30839"/>
                  </a:lnTo>
                  <a:lnTo>
                    <a:pt x="63907" y="30978"/>
                  </a:lnTo>
                  <a:lnTo>
                    <a:pt x="63744" y="31260"/>
                  </a:lnTo>
                  <a:lnTo>
                    <a:pt x="62927" y="30462"/>
                  </a:lnTo>
                  <a:lnTo>
                    <a:pt x="62686" y="30653"/>
                  </a:lnTo>
                  <a:lnTo>
                    <a:pt x="62426" y="30539"/>
                  </a:lnTo>
                  <a:lnTo>
                    <a:pt x="62287" y="30302"/>
                  </a:lnTo>
                  <a:lnTo>
                    <a:pt x="62316" y="29933"/>
                  </a:lnTo>
                  <a:lnTo>
                    <a:pt x="62353" y="29593"/>
                  </a:lnTo>
                  <a:lnTo>
                    <a:pt x="62165" y="29455"/>
                  </a:lnTo>
                  <a:lnTo>
                    <a:pt x="61407" y="29542"/>
                  </a:lnTo>
                  <a:lnTo>
                    <a:pt x="58504" y="33572"/>
                  </a:lnTo>
                  <a:lnTo>
                    <a:pt x="56258" y="35474"/>
                  </a:lnTo>
                  <a:lnTo>
                    <a:pt x="56083" y="35406"/>
                  </a:lnTo>
                  <a:lnTo>
                    <a:pt x="55587" y="35276"/>
                  </a:lnTo>
                  <a:lnTo>
                    <a:pt x="54149" y="34636"/>
                  </a:lnTo>
                  <a:lnTo>
                    <a:pt x="53482" y="35673"/>
                  </a:lnTo>
                  <a:lnTo>
                    <a:pt x="53167" y="35568"/>
                  </a:lnTo>
                  <a:lnTo>
                    <a:pt x="49437" y="42379"/>
                  </a:lnTo>
                  <a:lnTo>
                    <a:pt x="47475" y="44064"/>
                  </a:lnTo>
                  <a:lnTo>
                    <a:pt x="47583" y="44246"/>
                  </a:lnTo>
                  <a:lnTo>
                    <a:pt x="47882" y="44617"/>
                  </a:lnTo>
                  <a:lnTo>
                    <a:pt x="47794" y="45064"/>
                  </a:lnTo>
                  <a:lnTo>
                    <a:pt x="47701" y="45347"/>
                  </a:lnTo>
                  <a:lnTo>
                    <a:pt x="39936" y="50471"/>
                  </a:lnTo>
                  <a:lnTo>
                    <a:pt x="39706" y="50562"/>
                  </a:lnTo>
                  <a:lnTo>
                    <a:pt x="39827" y="50721"/>
                  </a:lnTo>
                  <a:lnTo>
                    <a:pt x="39602" y="50788"/>
                  </a:lnTo>
                  <a:lnTo>
                    <a:pt x="39462" y="50664"/>
                  </a:lnTo>
                  <a:lnTo>
                    <a:pt x="39407" y="50792"/>
                  </a:lnTo>
                  <a:lnTo>
                    <a:pt x="37370" y="52462"/>
                  </a:lnTo>
                  <a:lnTo>
                    <a:pt x="37365" y="52769"/>
                  </a:lnTo>
                  <a:lnTo>
                    <a:pt x="37404" y="52942"/>
                  </a:lnTo>
                  <a:lnTo>
                    <a:pt x="38142" y="53108"/>
                  </a:lnTo>
                  <a:lnTo>
                    <a:pt x="38310" y="53212"/>
                  </a:lnTo>
                  <a:lnTo>
                    <a:pt x="37149" y="62126"/>
                  </a:lnTo>
                  <a:lnTo>
                    <a:pt x="36760" y="64897"/>
                  </a:lnTo>
                  <a:lnTo>
                    <a:pt x="36775" y="65075"/>
                  </a:lnTo>
                  <a:lnTo>
                    <a:pt x="37330" y="66713"/>
                  </a:lnTo>
                  <a:lnTo>
                    <a:pt x="33456" y="69279"/>
                  </a:lnTo>
                  <a:lnTo>
                    <a:pt x="33691" y="69744"/>
                  </a:lnTo>
                  <a:lnTo>
                    <a:pt x="33599" y="69850"/>
                  </a:lnTo>
                  <a:lnTo>
                    <a:pt x="33388" y="69841"/>
                  </a:lnTo>
                  <a:lnTo>
                    <a:pt x="33167" y="69831"/>
                  </a:lnTo>
                  <a:lnTo>
                    <a:pt x="32969" y="69886"/>
                  </a:lnTo>
                  <a:lnTo>
                    <a:pt x="32836" y="69949"/>
                  </a:lnTo>
                  <a:lnTo>
                    <a:pt x="32596" y="70125"/>
                  </a:lnTo>
                  <a:lnTo>
                    <a:pt x="32167" y="70566"/>
                  </a:lnTo>
                  <a:lnTo>
                    <a:pt x="32185" y="70753"/>
                  </a:lnTo>
                  <a:lnTo>
                    <a:pt x="31990" y="70965"/>
                  </a:lnTo>
                  <a:lnTo>
                    <a:pt x="31496" y="71370"/>
                  </a:lnTo>
                  <a:lnTo>
                    <a:pt x="31184" y="71755"/>
                  </a:lnTo>
                  <a:lnTo>
                    <a:pt x="30933" y="71917"/>
                  </a:lnTo>
                  <a:lnTo>
                    <a:pt x="30388" y="72421"/>
                  </a:lnTo>
                  <a:lnTo>
                    <a:pt x="30187" y="72560"/>
                  </a:lnTo>
                  <a:lnTo>
                    <a:pt x="29881" y="72659"/>
                  </a:lnTo>
                  <a:lnTo>
                    <a:pt x="29054" y="72031"/>
                  </a:lnTo>
                  <a:lnTo>
                    <a:pt x="29011" y="71875"/>
                  </a:lnTo>
                  <a:lnTo>
                    <a:pt x="28937" y="71733"/>
                  </a:lnTo>
                  <a:lnTo>
                    <a:pt x="28643" y="71138"/>
                  </a:lnTo>
                  <a:lnTo>
                    <a:pt x="28396" y="70986"/>
                  </a:lnTo>
                  <a:lnTo>
                    <a:pt x="28374" y="70855"/>
                  </a:lnTo>
                  <a:lnTo>
                    <a:pt x="28349" y="70478"/>
                  </a:lnTo>
                  <a:lnTo>
                    <a:pt x="28199" y="70094"/>
                  </a:lnTo>
                  <a:lnTo>
                    <a:pt x="28033" y="68503"/>
                  </a:lnTo>
                  <a:lnTo>
                    <a:pt x="27994" y="68159"/>
                  </a:lnTo>
                  <a:lnTo>
                    <a:pt x="27017" y="67228"/>
                  </a:lnTo>
                  <a:lnTo>
                    <a:pt x="26286" y="66794"/>
                  </a:lnTo>
                  <a:lnTo>
                    <a:pt x="26084" y="67149"/>
                  </a:lnTo>
                  <a:lnTo>
                    <a:pt x="25702" y="67559"/>
                  </a:lnTo>
                  <a:lnTo>
                    <a:pt x="24723" y="67940"/>
                  </a:lnTo>
                  <a:lnTo>
                    <a:pt x="24388" y="67906"/>
                  </a:lnTo>
                  <a:lnTo>
                    <a:pt x="24009" y="67974"/>
                  </a:lnTo>
                  <a:lnTo>
                    <a:pt x="23404" y="66332"/>
                  </a:lnTo>
                  <a:lnTo>
                    <a:pt x="22619" y="64200"/>
                  </a:lnTo>
                  <a:lnTo>
                    <a:pt x="22359" y="62932"/>
                  </a:lnTo>
                  <a:lnTo>
                    <a:pt x="21812" y="60261"/>
                  </a:lnTo>
                  <a:lnTo>
                    <a:pt x="19164" y="57242"/>
                  </a:lnTo>
                  <a:lnTo>
                    <a:pt x="16434" y="55365"/>
                  </a:lnTo>
                  <a:lnTo>
                    <a:pt x="15652" y="56742"/>
                  </a:lnTo>
                  <a:lnTo>
                    <a:pt x="14269" y="59177"/>
                  </a:lnTo>
                  <a:lnTo>
                    <a:pt x="11637" y="63812"/>
                  </a:lnTo>
                  <a:lnTo>
                    <a:pt x="7786" y="70595"/>
                  </a:lnTo>
                  <a:lnTo>
                    <a:pt x="5365" y="74857"/>
                  </a:lnTo>
                  <a:lnTo>
                    <a:pt x="4088" y="81201"/>
                  </a:lnTo>
                  <a:lnTo>
                    <a:pt x="4448" y="84345"/>
                  </a:lnTo>
                  <a:lnTo>
                    <a:pt x="4616" y="85809"/>
                  </a:lnTo>
                  <a:lnTo>
                    <a:pt x="4707" y="86604"/>
                  </a:lnTo>
                  <a:lnTo>
                    <a:pt x="6917" y="88979"/>
                  </a:lnTo>
                  <a:lnTo>
                    <a:pt x="9706" y="91975"/>
                  </a:lnTo>
                  <a:lnTo>
                    <a:pt x="10857" y="97006"/>
                  </a:lnTo>
                  <a:lnTo>
                    <a:pt x="10794" y="97698"/>
                  </a:lnTo>
                  <a:lnTo>
                    <a:pt x="10483" y="101143"/>
                  </a:lnTo>
                  <a:lnTo>
                    <a:pt x="10434" y="101679"/>
                  </a:lnTo>
                  <a:lnTo>
                    <a:pt x="10007" y="102356"/>
                  </a:lnTo>
                  <a:lnTo>
                    <a:pt x="8015" y="105512"/>
                  </a:lnTo>
                  <a:lnTo>
                    <a:pt x="8836" y="115833"/>
                  </a:lnTo>
                  <a:lnTo>
                    <a:pt x="8931" y="117020"/>
                  </a:lnTo>
                  <a:lnTo>
                    <a:pt x="8372" y="124507"/>
                  </a:lnTo>
                  <a:lnTo>
                    <a:pt x="9154" y="126529"/>
                  </a:lnTo>
                  <a:lnTo>
                    <a:pt x="10053" y="128851"/>
                  </a:lnTo>
                  <a:lnTo>
                    <a:pt x="10872" y="131529"/>
                  </a:lnTo>
                  <a:lnTo>
                    <a:pt x="11307" y="132952"/>
                  </a:lnTo>
                  <a:lnTo>
                    <a:pt x="14091" y="142054"/>
                  </a:lnTo>
                  <a:lnTo>
                    <a:pt x="15707" y="145026"/>
                  </a:lnTo>
                  <a:lnTo>
                    <a:pt x="15149" y="150560"/>
                  </a:lnTo>
                  <a:lnTo>
                    <a:pt x="15105" y="150989"/>
                  </a:lnTo>
                  <a:lnTo>
                    <a:pt x="14307" y="158902"/>
                  </a:lnTo>
                  <a:lnTo>
                    <a:pt x="14175" y="160208"/>
                  </a:lnTo>
                  <a:lnTo>
                    <a:pt x="14155" y="160409"/>
                  </a:lnTo>
                  <a:lnTo>
                    <a:pt x="12188" y="162902"/>
                  </a:lnTo>
                  <a:lnTo>
                    <a:pt x="10007" y="165665"/>
                  </a:lnTo>
                  <a:lnTo>
                    <a:pt x="13180" y="175241"/>
                  </a:lnTo>
                  <a:lnTo>
                    <a:pt x="15896" y="183438"/>
                  </a:lnTo>
                  <a:lnTo>
                    <a:pt x="13590" y="188646"/>
                  </a:lnTo>
                  <a:lnTo>
                    <a:pt x="12035" y="193757"/>
                  </a:lnTo>
                  <a:lnTo>
                    <a:pt x="8101" y="206674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g21"/>
            <p:cNvSpPr/>
            <p:nvPr/>
          </p:nvSpPr>
          <p:spPr>
            <a:xfrm>
              <a:off x="1718726" y="5175643"/>
              <a:ext cx="217894" cy="294283"/>
            </a:xfrm>
            <a:custGeom>
              <a:avLst/>
              <a:pathLst>
                <a:path w="217894" h="294283">
                  <a:moveTo>
                    <a:pt x="179009" y="96297"/>
                  </a:moveTo>
                  <a:lnTo>
                    <a:pt x="179285" y="95631"/>
                  </a:lnTo>
                  <a:lnTo>
                    <a:pt x="179720" y="94514"/>
                  </a:lnTo>
                  <a:lnTo>
                    <a:pt x="179745" y="94308"/>
                  </a:lnTo>
                  <a:lnTo>
                    <a:pt x="179674" y="92354"/>
                  </a:lnTo>
                  <a:lnTo>
                    <a:pt x="179769" y="92152"/>
                  </a:lnTo>
                  <a:lnTo>
                    <a:pt x="180190" y="91307"/>
                  </a:lnTo>
                  <a:lnTo>
                    <a:pt x="179981" y="91209"/>
                  </a:lnTo>
                  <a:lnTo>
                    <a:pt x="179850" y="91115"/>
                  </a:lnTo>
                  <a:lnTo>
                    <a:pt x="179708" y="91042"/>
                  </a:lnTo>
                  <a:lnTo>
                    <a:pt x="179507" y="90974"/>
                  </a:lnTo>
                  <a:lnTo>
                    <a:pt x="179349" y="90878"/>
                  </a:lnTo>
                  <a:lnTo>
                    <a:pt x="179141" y="90581"/>
                  </a:lnTo>
                  <a:lnTo>
                    <a:pt x="179017" y="90372"/>
                  </a:lnTo>
                  <a:lnTo>
                    <a:pt x="178645" y="90103"/>
                  </a:lnTo>
                  <a:lnTo>
                    <a:pt x="178347" y="89832"/>
                  </a:lnTo>
                  <a:lnTo>
                    <a:pt x="178060" y="89574"/>
                  </a:lnTo>
                  <a:lnTo>
                    <a:pt x="177610" y="89057"/>
                  </a:lnTo>
                  <a:lnTo>
                    <a:pt x="176953" y="88731"/>
                  </a:lnTo>
                  <a:lnTo>
                    <a:pt x="176798" y="88650"/>
                  </a:lnTo>
                  <a:lnTo>
                    <a:pt x="176622" y="88561"/>
                  </a:lnTo>
                  <a:lnTo>
                    <a:pt x="176214" y="88307"/>
                  </a:lnTo>
                  <a:lnTo>
                    <a:pt x="176052" y="88194"/>
                  </a:lnTo>
                  <a:lnTo>
                    <a:pt x="175753" y="88083"/>
                  </a:lnTo>
                  <a:lnTo>
                    <a:pt x="175482" y="87962"/>
                  </a:lnTo>
                  <a:lnTo>
                    <a:pt x="174900" y="87752"/>
                  </a:lnTo>
                  <a:lnTo>
                    <a:pt x="174740" y="87542"/>
                  </a:lnTo>
                  <a:lnTo>
                    <a:pt x="174386" y="87135"/>
                  </a:lnTo>
                  <a:lnTo>
                    <a:pt x="174207" y="86965"/>
                  </a:lnTo>
                  <a:lnTo>
                    <a:pt x="173583" y="86449"/>
                  </a:lnTo>
                  <a:lnTo>
                    <a:pt x="173314" y="86221"/>
                  </a:lnTo>
                  <a:lnTo>
                    <a:pt x="172853" y="85830"/>
                  </a:lnTo>
                  <a:lnTo>
                    <a:pt x="172400" y="85444"/>
                  </a:lnTo>
                  <a:lnTo>
                    <a:pt x="172030" y="85137"/>
                  </a:lnTo>
                  <a:lnTo>
                    <a:pt x="171635" y="84794"/>
                  </a:lnTo>
                  <a:lnTo>
                    <a:pt x="171278" y="84504"/>
                  </a:lnTo>
                  <a:lnTo>
                    <a:pt x="171063" y="84312"/>
                  </a:lnTo>
                  <a:lnTo>
                    <a:pt x="170359" y="83713"/>
                  </a:lnTo>
                  <a:lnTo>
                    <a:pt x="170156" y="83538"/>
                  </a:lnTo>
                  <a:lnTo>
                    <a:pt x="169490" y="82640"/>
                  </a:lnTo>
                  <a:lnTo>
                    <a:pt x="169440" y="82259"/>
                  </a:lnTo>
                  <a:lnTo>
                    <a:pt x="169377" y="81939"/>
                  </a:lnTo>
                  <a:lnTo>
                    <a:pt x="169294" y="81765"/>
                  </a:lnTo>
                  <a:lnTo>
                    <a:pt x="169199" y="81549"/>
                  </a:lnTo>
                  <a:lnTo>
                    <a:pt x="169092" y="81310"/>
                  </a:lnTo>
                  <a:lnTo>
                    <a:pt x="168973" y="81111"/>
                  </a:lnTo>
                  <a:lnTo>
                    <a:pt x="168869" y="80859"/>
                  </a:lnTo>
                  <a:lnTo>
                    <a:pt x="168746" y="80601"/>
                  </a:lnTo>
                  <a:lnTo>
                    <a:pt x="168541" y="80269"/>
                  </a:lnTo>
                  <a:lnTo>
                    <a:pt x="168379" y="79915"/>
                  </a:lnTo>
                  <a:lnTo>
                    <a:pt x="168278" y="79583"/>
                  </a:lnTo>
                  <a:lnTo>
                    <a:pt x="168089" y="79262"/>
                  </a:lnTo>
                  <a:lnTo>
                    <a:pt x="167838" y="78937"/>
                  </a:lnTo>
                  <a:lnTo>
                    <a:pt x="167670" y="78741"/>
                  </a:lnTo>
                  <a:lnTo>
                    <a:pt x="167353" y="78371"/>
                  </a:lnTo>
                  <a:lnTo>
                    <a:pt x="167191" y="78167"/>
                  </a:lnTo>
                  <a:lnTo>
                    <a:pt x="166850" y="77767"/>
                  </a:lnTo>
                  <a:lnTo>
                    <a:pt x="166301" y="76807"/>
                  </a:lnTo>
                  <a:lnTo>
                    <a:pt x="165743" y="75753"/>
                  </a:lnTo>
                  <a:lnTo>
                    <a:pt x="165653" y="75582"/>
                  </a:lnTo>
                  <a:lnTo>
                    <a:pt x="165270" y="74837"/>
                  </a:lnTo>
                  <a:lnTo>
                    <a:pt x="164878" y="74139"/>
                  </a:lnTo>
                  <a:lnTo>
                    <a:pt x="164711" y="73840"/>
                  </a:lnTo>
                  <a:lnTo>
                    <a:pt x="164571" y="73554"/>
                  </a:lnTo>
                  <a:lnTo>
                    <a:pt x="164129" y="73558"/>
                  </a:lnTo>
                  <a:lnTo>
                    <a:pt x="163834" y="73567"/>
                  </a:lnTo>
                  <a:lnTo>
                    <a:pt x="163208" y="73565"/>
                  </a:lnTo>
                  <a:lnTo>
                    <a:pt x="163035" y="73544"/>
                  </a:lnTo>
                  <a:lnTo>
                    <a:pt x="162839" y="73511"/>
                  </a:lnTo>
                  <a:lnTo>
                    <a:pt x="162214" y="73403"/>
                  </a:lnTo>
                  <a:lnTo>
                    <a:pt x="161672" y="73213"/>
                  </a:lnTo>
                  <a:lnTo>
                    <a:pt x="161143" y="72577"/>
                  </a:lnTo>
                  <a:lnTo>
                    <a:pt x="160781" y="72126"/>
                  </a:lnTo>
                  <a:lnTo>
                    <a:pt x="159449" y="71364"/>
                  </a:lnTo>
                  <a:lnTo>
                    <a:pt x="159274" y="71281"/>
                  </a:lnTo>
                  <a:lnTo>
                    <a:pt x="159167" y="70139"/>
                  </a:lnTo>
                  <a:lnTo>
                    <a:pt x="158882" y="69340"/>
                  </a:lnTo>
                  <a:lnTo>
                    <a:pt x="158823" y="69208"/>
                  </a:lnTo>
                  <a:lnTo>
                    <a:pt x="158631" y="68818"/>
                  </a:lnTo>
                  <a:lnTo>
                    <a:pt x="158469" y="68504"/>
                  </a:lnTo>
                  <a:lnTo>
                    <a:pt x="158076" y="67859"/>
                  </a:lnTo>
                  <a:lnTo>
                    <a:pt x="157820" y="63804"/>
                  </a:lnTo>
                  <a:lnTo>
                    <a:pt x="157728" y="63670"/>
                  </a:lnTo>
                  <a:lnTo>
                    <a:pt x="157605" y="63480"/>
                  </a:lnTo>
                  <a:lnTo>
                    <a:pt x="157028" y="62671"/>
                  </a:lnTo>
                  <a:lnTo>
                    <a:pt x="156817" y="62395"/>
                  </a:lnTo>
                  <a:lnTo>
                    <a:pt x="156697" y="62254"/>
                  </a:lnTo>
                  <a:lnTo>
                    <a:pt x="156569" y="62146"/>
                  </a:lnTo>
                  <a:lnTo>
                    <a:pt x="156285" y="61830"/>
                  </a:lnTo>
                  <a:lnTo>
                    <a:pt x="156042" y="61579"/>
                  </a:lnTo>
                  <a:lnTo>
                    <a:pt x="155889" y="61412"/>
                  </a:lnTo>
                  <a:lnTo>
                    <a:pt x="155840" y="61228"/>
                  </a:lnTo>
                  <a:lnTo>
                    <a:pt x="155661" y="60756"/>
                  </a:lnTo>
                  <a:lnTo>
                    <a:pt x="155596" y="60491"/>
                  </a:lnTo>
                  <a:lnTo>
                    <a:pt x="155467" y="60171"/>
                  </a:lnTo>
                  <a:lnTo>
                    <a:pt x="155363" y="59838"/>
                  </a:lnTo>
                  <a:lnTo>
                    <a:pt x="155298" y="59619"/>
                  </a:lnTo>
                  <a:lnTo>
                    <a:pt x="155242" y="59398"/>
                  </a:lnTo>
                  <a:lnTo>
                    <a:pt x="155138" y="59094"/>
                  </a:lnTo>
                  <a:lnTo>
                    <a:pt x="155007" y="58641"/>
                  </a:lnTo>
                  <a:lnTo>
                    <a:pt x="154994" y="58497"/>
                  </a:lnTo>
                  <a:lnTo>
                    <a:pt x="154941" y="58300"/>
                  </a:lnTo>
                  <a:lnTo>
                    <a:pt x="154808" y="57908"/>
                  </a:lnTo>
                  <a:lnTo>
                    <a:pt x="154754" y="57633"/>
                  </a:lnTo>
                  <a:lnTo>
                    <a:pt x="154545" y="56796"/>
                  </a:lnTo>
                  <a:lnTo>
                    <a:pt x="154467" y="56438"/>
                  </a:lnTo>
                  <a:lnTo>
                    <a:pt x="154417" y="55629"/>
                  </a:lnTo>
                  <a:lnTo>
                    <a:pt x="154406" y="55439"/>
                  </a:lnTo>
                  <a:lnTo>
                    <a:pt x="154395" y="55209"/>
                  </a:lnTo>
                  <a:lnTo>
                    <a:pt x="154361" y="54564"/>
                  </a:lnTo>
                  <a:lnTo>
                    <a:pt x="154319" y="54396"/>
                  </a:lnTo>
                  <a:lnTo>
                    <a:pt x="154269" y="54194"/>
                  </a:lnTo>
                  <a:lnTo>
                    <a:pt x="154194" y="53897"/>
                  </a:lnTo>
                  <a:lnTo>
                    <a:pt x="154106" y="53663"/>
                  </a:lnTo>
                  <a:lnTo>
                    <a:pt x="153833" y="52922"/>
                  </a:lnTo>
                  <a:lnTo>
                    <a:pt x="153712" y="52586"/>
                  </a:lnTo>
                  <a:lnTo>
                    <a:pt x="153497" y="52017"/>
                  </a:lnTo>
                  <a:lnTo>
                    <a:pt x="153240" y="51363"/>
                  </a:lnTo>
                  <a:lnTo>
                    <a:pt x="153175" y="51181"/>
                  </a:lnTo>
                  <a:lnTo>
                    <a:pt x="152990" y="50589"/>
                  </a:lnTo>
                  <a:lnTo>
                    <a:pt x="152958" y="50456"/>
                  </a:lnTo>
                  <a:lnTo>
                    <a:pt x="152916" y="50301"/>
                  </a:lnTo>
                  <a:lnTo>
                    <a:pt x="152695" y="49470"/>
                  </a:lnTo>
                  <a:lnTo>
                    <a:pt x="152635" y="49256"/>
                  </a:lnTo>
                  <a:lnTo>
                    <a:pt x="152476" y="48692"/>
                  </a:lnTo>
                  <a:lnTo>
                    <a:pt x="152423" y="48503"/>
                  </a:lnTo>
                  <a:lnTo>
                    <a:pt x="152284" y="48012"/>
                  </a:lnTo>
                  <a:lnTo>
                    <a:pt x="152233" y="47850"/>
                  </a:lnTo>
                  <a:lnTo>
                    <a:pt x="151708" y="46175"/>
                  </a:lnTo>
                  <a:lnTo>
                    <a:pt x="151031" y="44006"/>
                  </a:lnTo>
                  <a:lnTo>
                    <a:pt x="150757" y="43119"/>
                  </a:lnTo>
                  <a:lnTo>
                    <a:pt x="150708" y="42958"/>
                  </a:lnTo>
                  <a:lnTo>
                    <a:pt x="150640" y="42737"/>
                  </a:lnTo>
                  <a:lnTo>
                    <a:pt x="150576" y="42539"/>
                  </a:lnTo>
                  <a:lnTo>
                    <a:pt x="150477" y="42204"/>
                  </a:lnTo>
                  <a:lnTo>
                    <a:pt x="150355" y="41931"/>
                  </a:lnTo>
                  <a:lnTo>
                    <a:pt x="150204" y="41616"/>
                  </a:lnTo>
                  <a:lnTo>
                    <a:pt x="150118" y="41432"/>
                  </a:lnTo>
                  <a:lnTo>
                    <a:pt x="149863" y="40875"/>
                  </a:lnTo>
                  <a:lnTo>
                    <a:pt x="149807" y="40734"/>
                  </a:lnTo>
                  <a:lnTo>
                    <a:pt x="149676" y="40405"/>
                  </a:lnTo>
                  <a:lnTo>
                    <a:pt x="149617" y="40264"/>
                  </a:lnTo>
                  <a:lnTo>
                    <a:pt x="149319" y="39556"/>
                  </a:lnTo>
                  <a:lnTo>
                    <a:pt x="148850" y="39425"/>
                  </a:lnTo>
                  <a:lnTo>
                    <a:pt x="148162" y="39169"/>
                  </a:lnTo>
                  <a:lnTo>
                    <a:pt x="147413" y="38886"/>
                  </a:lnTo>
                  <a:lnTo>
                    <a:pt x="146749" y="38715"/>
                  </a:lnTo>
                  <a:lnTo>
                    <a:pt x="146506" y="38641"/>
                  </a:lnTo>
                  <a:lnTo>
                    <a:pt x="146372" y="38540"/>
                  </a:lnTo>
                  <a:lnTo>
                    <a:pt x="146095" y="38353"/>
                  </a:lnTo>
                  <a:lnTo>
                    <a:pt x="145960" y="38278"/>
                  </a:lnTo>
                  <a:lnTo>
                    <a:pt x="145682" y="38033"/>
                  </a:lnTo>
                  <a:lnTo>
                    <a:pt x="145461" y="37826"/>
                  </a:lnTo>
                  <a:lnTo>
                    <a:pt x="145125" y="37583"/>
                  </a:lnTo>
                  <a:lnTo>
                    <a:pt x="144303" y="37071"/>
                  </a:lnTo>
                  <a:lnTo>
                    <a:pt x="143976" y="36876"/>
                  </a:lnTo>
                  <a:lnTo>
                    <a:pt x="143666" y="36650"/>
                  </a:lnTo>
                  <a:lnTo>
                    <a:pt x="143303" y="35997"/>
                  </a:lnTo>
                  <a:lnTo>
                    <a:pt x="142251" y="34296"/>
                  </a:lnTo>
                  <a:lnTo>
                    <a:pt x="141769" y="33519"/>
                  </a:lnTo>
                  <a:lnTo>
                    <a:pt x="141644" y="33315"/>
                  </a:lnTo>
                  <a:lnTo>
                    <a:pt x="141535" y="33137"/>
                  </a:lnTo>
                  <a:lnTo>
                    <a:pt x="141436" y="32998"/>
                  </a:lnTo>
                  <a:lnTo>
                    <a:pt x="141022" y="32288"/>
                  </a:lnTo>
                  <a:lnTo>
                    <a:pt x="140609" y="31919"/>
                  </a:lnTo>
                  <a:lnTo>
                    <a:pt x="140077" y="31469"/>
                  </a:lnTo>
                  <a:lnTo>
                    <a:pt x="139272" y="30787"/>
                  </a:lnTo>
                  <a:lnTo>
                    <a:pt x="136065" y="27907"/>
                  </a:lnTo>
                  <a:lnTo>
                    <a:pt x="135905" y="27832"/>
                  </a:lnTo>
                  <a:lnTo>
                    <a:pt x="134815" y="27316"/>
                  </a:lnTo>
                  <a:lnTo>
                    <a:pt x="132921" y="26557"/>
                  </a:lnTo>
                  <a:lnTo>
                    <a:pt x="133799" y="22468"/>
                  </a:lnTo>
                  <a:lnTo>
                    <a:pt x="134237" y="19769"/>
                  </a:lnTo>
                  <a:lnTo>
                    <a:pt x="134362" y="18997"/>
                  </a:lnTo>
                  <a:lnTo>
                    <a:pt x="134704" y="16888"/>
                  </a:lnTo>
                  <a:lnTo>
                    <a:pt x="134463" y="11233"/>
                  </a:lnTo>
                  <a:lnTo>
                    <a:pt x="130990" y="5367"/>
                  </a:lnTo>
                  <a:lnTo>
                    <a:pt x="127623" y="568"/>
                  </a:lnTo>
                  <a:lnTo>
                    <a:pt x="127460" y="291"/>
                  </a:lnTo>
                  <a:lnTo>
                    <a:pt x="127303" y="0"/>
                  </a:lnTo>
                  <a:lnTo>
                    <a:pt x="122753" y="4771"/>
                  </a:lnTo>
                  <a:lnTo>
                    <a:pt x="122536" y="5102"/>
                  </a:lnTo>
                  <a:lnTo>
                    <a:pt x="120913" y="8963"/>
                  </a:lnTo>
                  <a:lnTo>
                    <a:pt x="120974" y="9559"/>
                  </a:lnTo>
                  <a:lnTo>
                    <a:pt x="120904" y="9982"/>
                  </a:lnTo>
                  <a:lnTo>
                    <a:pt x="121398" y="10767"/>
                  </a:lnTo>
                  <a:lnTo>
                    <a:pt x="121381" y="10963"/>
                  </a:lnTo>
                  <a:lnTo>
                    <a:pt x="121371" y="11111"/>
                  </a:lnTo>
                  <a:lnTo>
                    <a:pt x="121251" y="11392"/>
                  </a:lnTo>
                  <a:lnTo>
                    <a:pt x="121061" y="11822"/>
                  </a:lnTo>
                  <a:lnTo>
                    <a:pt x="120880" y="11898"/>
                  </a:lnTo>
                  <a:lnTo>
                    <a:pt x="120105" y="12229"/>
                  </a:lnTo>
                  <a:lnTo>
                    <a:pt x="120083" y="12558"/>
                  </a:lnTo>
                  <a:lnTo>
                    <a:pt x="120235" y="13155"/>
                  </a:lnTo>
                  <a:lnTo>
                    <a:pt x="120198" y="13341"/>
                  </a:lnTo>
                  <a:lnTo>
                    <a:pt x="119531" y="15033"/>
                  </a:lnTo>
                  <a:lnTo>
                    <a:pt x="119500" y="15171"/>
                  </a:lnTo>
                  <a:lnTo>
                    <a:pt x="119455" y="15339"/>
                  </a:lnTo>
                  <a:lnTo>
                    <a:pt x="119420" y="15493"/>
                  </a:lnTo>
                  <a:lnTo>
                    <a:pt x="119337" y="15887"/>
                  </a:lnTo>
                  <a:lnTo>
                    <a:pt x="119277" y="16198"/>
                  </a:lnTo>
                  <a:lnTo>
                    <a:pt x="119233" y="16480"/>
                  </a:lnTo>
                  <a:lnTo>
                    <a:pt x="119195" y="16708"/>
                  </a:lnTo>
                  <a:lnTo>
                    <a:pt x="119106" y="17182"/>
                  </a:lnTo>
                  <a:lnTo>
                    <a:pt x="118949" y="17624"/>
                  </a:lnTo>
                  <a:lnTo>
                    <a:pt x="118929" y="18014"/>
                  </a:lnTo>
                  <a:lnTo>
                    <a:pt x="118935" y="18211"/>
                  </a:lnTo>
                  <a:lnTo>
                    <a:pt x="118979" y="18660"/>
                  </a:lnTo>
                  <a:lnTo>
                    <a:pt x="118908" y="19034"/>
                  </a:lnTo>
                  <a:lnTo>
                    <a:pt x="118861" y="19273"/>
                  </a:lnTo>
                  <a:lnTo>
                    <a:pt x="118816" y="19502"/>
                  </a:lnTo>
                  <a:lnTo>
                    <a:pt x="118795" y="19658"/>
                  </a:lnTo>
                  <a:lnTo>
                    <a:pt x="119103" y="19845"/>
                  </a:lnTo>
                  <a:lnTo>
                    <a:pt x="119271" y="20301"/>
                  </a:lnTo>
                  <a:lnTo>
                    <a:pt x="119175" y="20586"/>
                  </a:lnTo>
                  <a:lnTo>
                    <a:pt x="119022" y="21062"/>
                  </a:lnTo>
                  <a:lnTo>
                    <a:pt x="118843" y="21494"/>
                  </a:lnTo>
                  <a:lnTo>
                    <a:pt x="118328" y="22107"/>
                  </a:lnTo>
                  <a:lnTo>
                    <a:pt x="118041" y="22371"/>
                  </a:lnTo>
                  <a:lnTo>
                    <a:pt x="118060" y="22584"/>
                  </a:lnTo>
                  <a:lnTo>
                    <a:pt x="116945" y="22318"/>
                  </a:lnTo>
                  <a:lnTo>
                    <a:pt x="115954" y="22104"/>
                  </a:lnTo>
                  <a:lnTo>
                    <a:pt x="115449" y="22028"/>
                  </a:lnTo>
                  <a:lnTo>
                    <a:pt x="115142" y="21963"/>
                  </a:lnTo>
                  <a:lnTo>
                    <a:pt x="114817" y="21894"/>
                  </a:lnTo>
                  <a:lnTo>
                    <a:pt x="114658" y="21963"/>
                  </a:lnTo>
                  <a:lnTo>
                    <a:pt x="114056" y="22227"/>
                  </a:lnTo>
                  <a:lnTo>
                    <a:pt x="113886" y="22291"/>
                  </a:lnTo>
                  <a:lnTo>
                    <a:pt x="113399" y="22529"/>
                  </a:lnTo>
                  <a:lnTo>
                    <a:pt x="112994" y="22716"/>
                  </a:lnTo>
                  <a:lnTo>
                    <a:pt x="112768" y="22792"/>
                  </a:lnTo>
                  <a:lnTo>
                    <a:pt x="112441" y="22966"/>
                  </a:lnTo>
                  <a:lnTo>
                    <a:pt x="112161" y="23089"/>
                  </a:lnTo>
                  <a:lnTo>
                    <a:pt x="111489" y="23388"/>
                  </a:lnTo>
                  <a:lnTo>
                    <a:pt x="110967" y="23630"/>
                  </a:lnTo>
                  <a:lnTo>
                    <a:pt x="110688" y="23741"/>
                  </a:lnTo>
                  <a:lnTo>
                    <a:pt x="110320" y="23917"/>
                  </a:lnTo>
                  <a:lnTo>
                    <a:pt x="110189" y="23980"/>
                  </a:lnTo>
                  <a:lnTo>
                    <a:pt x="109980" y="24062"/>
                  </a:lnTo>
                  <a:lnTo>
                    <a:pt x="109841" y="24127"/>
                  </a:lnTo>
                  <a:lnTo>
                    <a:pt x="109620" y="24232"/>
                  </a:lnTo>
                  <a:lnTo>
                    <a:pt x="109435" y="24316"/>
                  </a:lnTo>
                  <a:lnTo>
                    <a:pt x="109067" y="24469"/>
                  </a:lnTo>
                  <a:lnTo>
                    <a:pt x="108736" y="24619"/>
                  </a:lnTo>
                  <a:lnTo>
                    <a:pt x="108408" y="24768"/>
                  </a:lnTo>
                  <a:lnTo>
                    <a:pt x="108101" y="24899"/>
                  </a:lnTo>
                  <a:lnTo>
                    <a:pt x="107966" y="24942"/>
                  </a:lnTo>
                  <a:lnTo>
                    <a:pt x="107795" y="25022"/>
                  </a:lnTo>
                  <a:lnTo>
                    <a:pt x="107489" y="25158"/>
                  </a:lnTo>
                  <a:lnTo>
                    <a:pt x="107240" y="25269"/>
                  </a:lnTo>
                  <a:lnTo>
                    <a:pt x="106707" y="25512"/>
                  </a:lnTo>
                  <a:lnTo>
                    <a:pt x="106287" y="25698"/>
                  </a:lnTo>
                  <a:lnTo>
                    <a:pt x="106103" y="25779"/>
                  </a:lnTo>
                  <a:lnTo>
                    <a:pt x="105763" y="25929"/>
                  </a:lnTo>
                  <a:lnTo>
                    <a:pt x="105065" y="26227"/>
                  </a:lnTo>
                  <a:lnTo>
                    <a:pt x="104839" y="26243"/>
                  </a:lnTo>
                  <a:lnTo>
                    <a:pt x="104588" y="26321"/>
                  </a:lnTo>
                  <a:lnTo>
                    <a:pt x="104470" y="26584"/>
                  </a:lnTo>
                  <a:lnTo>
                    <a:pt x="104193" y="26778"/>
                  </a:lnTo>
                  <a:lnTo>
                    <a:pt x="104097" y="26650"/>
                  </a:lnTo>
                  <a:lnTo>
                    <a:pt x="103913" y="26518"/>
                  </a:lnTo>
                  <a:lnTo>
                    <a:pt x="103777" y="26380"/>
                  </a:lnTo>
                  <a:lnTo>
                    <a:pt x="103733" y="26228"/>
                  </a:lnTo>
                  <a:lnTo>
                    <a:pt x="103411" y="26061"/>
                  </a:lnTo>
                  <a:lnTo>
                    <a:pt x="103176" y="26322"/>
                  </a:lnTo>
                  <a:lnTo>
                    <a:pt x="102627" y="26871"/>
                  </a:lnTo>
                  <a:lnTo>
                    <a:pt x="102120" y="27258"/>
                  </a:lnTo>
                  <a:lnTo>
                    <a:pt x="101903" y="27402"/>
                  </a:lnTo>
                  <a:lnTo>
                    <a:pt x="101621" y="27526"/>
                  </a:lnTo>
                  <a:lnTo>
                    <a:pt x="101379" y="27692"/>
                  </a:lnTo>
                  <a:lnTo>
                    <a:pt x="101226" y="27772"/>
                  </a:lnTo>
                  <a:lnTo>
                    <a:pt x="100271" y="28274"/>
                  </a:lnTo>
                  <a:lnTo>
                    <a:pt x="99471" y="28668"/>
                  </a:lnTo>
                  <a:lnTo>
                    <a:pt x="99312" y="28747"/>
                  </a:lnTo>
                  <a:lnTo>
                    <a:pt x="95754" y="32903"/>
                  </a:lnTo>
                  <a:lnTo>
                    <a:pt x="95424" y="33259"/>
                  </a:lnTo>
                  <a:lnTo>
                    <a:pt x="94613" y="32153"/>
                  </a:lnTo>
                  <a:lnTo>
                    <a:pt x="94361" y="32086"/>
                  </a:lnTo>
                  <a:lnTo>
                    <a:pt x="94215" y="32087"/>
                  </a:lnTo>
                  <a:lnTo>
                    <a:pt x="93974" y="32063"/>
                  </a:lnTo>
                  <a:lnTo>
                    <a:pt x="93596" y="32001"/>
                  </a:lnTo>
                  <a:lnTo>
                    <a:pt x="93099" y="31914"/>
                  </a:lnTo>
                  <a:lnTo>
                    <a:pt x="92243" y="31774"/>
                  </a:lnTo>
                  <a:lnTo>
                    <a:pt x="91461" y="31655"/>
                  </a:lnTo>
                  <a:lnTo>
                    <a:pt x="91309" y="31634"/>
                  </a:lnTo>
                  <a:lnTo>
                    <a:pt x="90954" y="31576"/>
                  </a:lnTo>
                  <a:lnTo>
                    <a:pt x="90474" y="31507"/>
                  </a:lnTo>
                  <a:lnTo>
                    <a:pt x="89972" y="31428"/>
                  </a:lnTo>
                  <a:lnTo>
                    <a:pt x="89722" y="31373"/>
                  </a:lnTo>
                  <a:lnTo>
                    <a:pt x="89315" y="31323"/>
                  </a:lnTo>
                  <a:lnTo>
                    <a:pt x="88933" y="31269"/>
                  </a:lnTo>
                  <a:lnTo>
                    <a:pt x="87965" y="30440"/>
                  </a:lnTo>
                  <a:lnTo>
                    <a:pt x="87719" y="30389"/>
                  </a:lnTo>
                  <a:lnTo>
                    <a:pt x="87557" y="30376"/>
                  </a:lnTo>
                  <a:lnTo>
                    <a:pt x="87410" y="30384"/>
                  </a:lnTo>
                  <a:lnTo>
                    <a:pt x="87197" y="30441"/>
                  </a:lnTo>
                  <a:lnTo>
                    <a:pt x="86602" y="30572"/>
                  </a:lnTo>
                  <a:lnTo>
                    <a:pt x="85867" y="30632"/>
                  </a:lnTo>
                  <a:lnTo>
                    <a:pt x="85682" y="30640"/>
                  </a:lnTo>
                  <a:lnTo>
                    <a:pt x="85422" y="30636"/>
                  </a:lnTo>
                  <a:lnTo>
                    <a:pt x="84946" y="30599"/>
                  </a:lnTo>
                  <a:lnTo>
                    <a:pt x="84701" y="30565"/>
                  </a:lnTo>
                  <a:lnTo>
                    <a:pt x="84506" y="30546"/>
                  </a:lnTo>
                  <a:lnTo>
                    <a:pt x="84362" y="30543"/>
                  </a:lnTo>
                  <a:lnTo>
                    <a:pt x="84204" y="30519"/>
                  </a:lnTo>
                  <a:lnTo>
                    <a:pt x="80096" y="27839"/>
                  </a:lnTo>
                  <a:lnTo>
                    <a:pt x="79580" y="27714"/>
                  </a:lnTo>
                  <a:lnTo>
                    <a:pt x="79381" y="27642"/>
                  </a:lnTo>
                  <a:lnTo>
                    <a:pt x="78727" y="27357"/>
                  </a:lnTo>
                  <a:lnTo>
                    <a:pt x="78585" y="27291"/>
                  </a:lnTo>
                  <a:lnTo>
                    <a:pt x="78229" y="27211"/>
                  </a:lnTo>
                  <a:lnTo>
                    <a:pt x="77339" y="27291"/>
                  </a:lnTo>
                  <a:lnTo>
                    <a:pt x="77133" y="27061"/>
                  </a:lnTo>
                  <a:lnTo>
                    <a:pt x="77010" y="26924"/>
                  </a:lnTo>
                  <a:lnTo>
                    <a:pt x="76823" y="26822"/>
                  </a:lnTo>
                  <a:lnTo>
                    <a:pt x="76615" y="26652"/>
                  </a:lnTo>
                  <a:lnTo>
                    <a:pt x="75793" y="26063"/>
                  </a:lnTo>
                  <a:lnTo>
                    <a:pt x="75611" y="26028"/>
                  </a:lnTo>
                  <a:lnTo>
                    <a:pt x="75350" y="25974"/>
                  </a:lnTo>
                  <a:lnTo>
                    <a:pt x="74911" y="25822"/>
                  </a:lnTo>
                  <a:lnTo>
                    <a:pt x="74660" y="25520"/>
                  </a:lnTo>
                  <a:lnTo>
                    <a:pt x="74258" y="25038"/>
                  </a:lnTo>
                  <a:lnTo>
                    <a:pt x="73755" y="24318"/>
                  </a:lnTo>
                  <a:lnTo>
                    <a:pt x="73350" y="23659"/>
                  </a:lnTo>
                  <a:lnTo>
                    <a:pt x="72790" y="22799"/>
                  </a:lnTo>
                  <a:lnTo>
                    <a:pt x="72494" y="22351"/>
                  </a:lnTo>
                  <a:lnTo>
                    <a:pt x="72210" y="21926"/>
                  </a:lnTo>
                  <a:lnTo>
                    <a:pt x="71859" y="21360"/>
                  </a:lnTo>
                  <a:lnTo>
                    <a:pt x="71747" y="21107"/>
                  </a:lnTo>
                  <a:lnTo>
                    <a:pt x="71684" y="20969"/>
                  </a:lnTo>
                  <a:lnTo>
                    <a:pt x="71445" y="20337"/>
                  </a:lnTo>
                  <a:lnTo>
                    <a:pt x="71357" y="20143"/>
                  </a:lnTo>
                  <a:lnTo>
                    <a:pt x="71048" y="19565"/>
                  </a:lnTo>
                  <a:lnTo>
                    <a:pt x="70891" y="19348"/>
                  </a:lnTo>
                  <a:lnTo>
                    <a:pt x="70765" y="19167"/>
                  </a:lnTo>
                  <a:lnTo>
                    <a:pt x="70607" y="19044"/>
                  </a:lnTo>
                  <a:lnTo>
                    <a:pt x="70147" y="18464"/>
                  </a:lnTo>
                  <a:lnTo>
                    <a:pt x="69872" y="18056"/>
                  </a:lnTo>
                  <a:lnTo>
                    <a:pt x="69740" y="17908"/>
                  </a:lnTo>
                  <a:lnTo>
                    <a:pt x="68711" y="24641"/>
                  </a:lnTo>
                  <a:lnTo>
                    <a:pt x="66195" y="25830"/>
                  </a:lnTo>
                  <a:lnTo>
                    <a:pt x="66222" y="26022"/>
                  </a:lnTo>
                  <a:lnTo>
                    <a:pt x="66520" y="28174"/>
                  </a:lnTo>
                  <a:lnTo>
                    <a:pt x="66664" y="29168"/>
                  </a:lnTo>
                  <a:lnTo>
                    <a:pt x="67224" y="33092"/>
                  </a:lnTo>
                  <a:lnTo>
                    <a:pt x="67833" y="35891"/>
                  </a:lnTo>
                  <a:lnTo>
                    <a:pt x="65820" y="37006"/>
                  </a:lnTo>
                  <a:lnTo>
                    <a:pt x="65059" y="37429"/>
                  </a:lnTo>
                  <a:lnTo>
                    <a:pt x="62634" y="40846"/>
                  </a:lnTo>
                  <a:lnTo>
                    <a:pt x="63276" y="41155"/>
                  </a:lnTo>
                  <a:lnTo>
                    <a:pt x="64487" y="41738"/>
                  </a:lnTo>
                  <a:lnTo>
                    <a:pt x="68800" y="41094"/>
                  </a:lnTo>
                  <a:lnTo>
                    <a:pt x="70696" y="41899"/>
                  </a:lnTo>
                  <a:lnTo>
                    <a:pt x="74764" y="43619"/>
                  </a:lnTo>
                  <a:lnTo>
                    <a:pt x="75935" y="43741"/>
                  </a:lnTo>
                  <a:lnTo>
                    <a:pt x="79564" y="44397"/>
                  </a:lnTo>
                  <a:lnTo>
                    <a:pt x="80059" y="44486"/>
                  </a:lnTo>
                  <a:lnTo>
                    <a:pt x="80202" y="44411"/>
                  </a:lnTo>
                  <a:lnTo>
                    <a:pt x="80481" y="44260"/>
                  </a:lnTo>
                  <a:lnTo>
                    <a:pt x="81473" y="43735"/>
                  </a:lnTo>
                  <a:lnTo>
                    <a:pt x="83276" y="45269"/>
                  </a:lnTo>
                  <a:lnTo>
                    <a:pt x="90398" y="51382"/>
                  </a:lnTo>
                  <a:lnTo>
                    <a:pt x="90948" y="51851"/>
                  </a:lnTo>
                  <a:lnTo>
                    <a:pt x="91743" y="52517"/>
                  </a:lnTo>
                  <a:lnTo>
                    <a:pt x="91315" y="57260"/>
                  </a:lnTo>
                  <a:lnTo>
                    <a:pt x="92608" y="59360"/>
                  </a:lnTo>
                  <a:lnTo>
                    <a:pt x="93451" y="62134"/>
                  </a:lnTo>
                  <a:lnTo>
                    <a:pt x="94904" y="65710"/>
                  </a:lnTo>
                  <a:lnTo>
                    <a:pt x="93835" y="66736"/>
                  </a:lnTo>
                  <a:lnTo>
                    <a:pt x="93562" y="66993"/>
                  </a:lnTo>
                  <a:lnTo>
                    <a:pt x="93357" y="67175"/>
                  </a:lnTo>
                  <a:lnTo>
                    <a:pt x="92729" y="67715"/>
                  </a:lnTo>
                  <a:lnTo>
                    <a:pt x="92581" y="67853"/>
                  </a:lnTo>
                  <a:lnTo>
                    <a:pt x="92069" y="68324"/>
                  </a:lnTo>
                  <a:lnTo>
                    <a:pt x="91238" y="69123"/>
                  </a:lnTo>
                  <a:lnTo>
                    <a:pt x="90829" y="69533"/>
                  </a:lnTo>
                  <a:lnTo>
                    <a:pt x="90150" y="70228"/>
                  </a:lnTo>
                  <a:lnTo>
                    <a:pt x="89963" y="70410"/>
                  </a:lnTo>
                  <a:lnTo>
                    <a:pt x="89222" y="71161"/>
                  </a:lnTo>
                  <a:lnTo>
                    <a:pt x="89073" y="71312"/>
                  </a:lnTo>
                  <a:lnTo>
                    <a:pt x="87861" y="72581"/>
                  </a:lnTo>
                  <a:lnTo>
                    <a:pt x="87540" y="72652"/>
                  </a:lnTo>
                  <a:lnTo>
                    <a:pt x="87209" y="72373"/>
                  </a:lnTo>
                  <a:lnTo>
                    <a:pt x="86675" y="71889"/>
                  </a:lnTo>
                  <a:lnTo>
                    <a:pt x="86534" y="71948"/>
                  </a:lnTo>
                  <a:lnTo>
                    <a:pt x="86350" y="72228"/>
                  </a:lnTo>
                  <a:lnTo>
                    <a:pt x="86127" y="72576"/>
                  </a:lnTo>
                  <a:lnTo>
                    <a:pt x="85426" y="73685"/>
                  </a:lnTo>
                  <a:lnTo>
                    <a:pt x="83599" y="73606"/>
                  </a:lnTo>
                  <a:lnTo>
                    <a:pt x="74859" y="73124"/>
                  </a:lnTo>
                  <a:lnTo>
                    <a:pt x="72294" y="72810"/>
                  </a:lnTo>
                  <a:lnTo>
                    <a:pt x="71120" y="71840"/>
                  </a:lnTo>
                  <a:lnTo>
                    <a:pt x="69657" y="70630"/>
                  </a:lnTo>
                  <a:lnTo>
                    <a:pt x="68989" y="70079"/>
                  </a:lnTo>
                  <a:lnTo>
                    <a:pt x="67674" y="69000"/>
                  </a:lnTo>
                  <a:lnTo>
                    <a:pt x="66966" y="68419"/>
                  </a:lnTo>
                  <a:lnTo>
                    <a:pt x="67292" y="67410"/>
                  </a:lnTo>
                  <a:lnTo>
                    <a:pt x="67473" y="67046"/>
                  </a:lnTo>
                  <a:lnTo>
                    <a:pt x="67371" y="66768"/>
                  </a:lnTo>
                  <a:lnTo>
                    <a:pt x="67134" y="66274"/>
                  </a:lnTo>
                  <a:lnTo>
                    <a:pt x="66887" y="66009"/>
                  </a:lnTo>
                  <a:lnTo>
                    <a:pt x="66723" y="65919"/>
                  </a:lnTo>
                  <a:lnTo>
                    <a:pt x="66549" y="65882"/>
                  </a:lnTo>
                  <a:lnTo>
                    <a:pt x="66345" y="65899"/>
                  </a:lnTo>
                  <a:lnTo>
                    <a:pt x="66124" y="66012"/>
                  </a:lnTo>
                  <a:lnTo>
                    <a:pt x="65971" y="66088"/>
                  </a:lnTo>
                  <a:lnTo>
                    <a:pt x="65758" y="66311"/>
                  </a:lnTo>
                  <a:lnTo>
                    <a:pt x="65632" y="66648"/>
                  </a:lnTo>
                  <a:lnTo>
                    <a:pt x="65456" y="66764"/>
                  </a:lnTo>
                  <a:lnTo>
                    <a:pt x="65371" y="67002"/>
                  </a:lnTo>
                  <a:lnTo>
                    <a:pt x="65349" y="67201"/>
                  </a:lnTo>
                  <a:lnTo>
                    <a:pt x="65380" y="67598"/>
                  </a:lnTo>
                  <a:lnTo>
                    <a:pt x="65321" y="67734"/>
                  </a:lnTo>
                  <a:lnTo>
                    <a:pt x="65196" y="67996"/>
                  </a:lnTo>
                  <a:lnTo>
                    <a:pt x="64897" y="68234"/>
                  </a:lnTo>
                  <a:lnTo>
                    <a:pt x="64275" y="68033"/>
                  </a:lnTo>
                  <a:lnTo>
                    <a:pt x="64040" y="67881"/>
                  </a:lnTo>
                  <a:lnTo>
                    <a:pt x="63876" y="67803"/>
                  </a:lnTo>
                  <a:lnTo>
                    <a:pt x="63700" y="67714"/>
                  </a:lnTo>
                  <a:lnTo>
                    <a:pt x="63539" y="67920"/>
                  </a:lnTo>
                  <a:lnTo>
                    <a:pt x="63388" y="68035"/>
                  </a:lnTo>
                  <a:lnTo>
                    <a:pt x="63255" y="68115"/>
                  </a:lnTo>
                  <a:lnTo>
                    <a:pt x="62924" y="68237"/>
                  </a:lnTo>
                  <a:lnTo>
                    <a:pt x="62796" y="68319"/>
                  </a:lnTo>
                  <a:lnTo>
                    <a:pt x="62674" y="68586"/>
                  </a:lnTo>
                  <a:lnTo>
                    <a:pt x="62548" y="68977"/>
                  </a:lnTo>
                  <a:lnTo>
                    <a:pt x="62407" y="68950"/>
                  </a:lnTo>
                  <a:lnTo>
                    <a:pt x="61973" y="68640"/>
                  </a:lnTo>
                  <a:lnTo>
                    <a:pt x="60176" y="68712"/>
                  </a:lnTo>
                  <a:lnTo>
                    <a:pt x="59779" y="68795"/>
                  </a:lnTo>
                  <a:lnTo>
                    <a:pt x="59406" y="68865"/>
                  </a:lnTo>
                  <a:lnTo>
                    <a:pt x="59268" y="68878"/>
                  </a:lnTo>
                  <a:lnTo>
                    <a:pt x="58629" y="69094"/>
                  </a:lnTo>
                  <a:lnTo>
                    <a:pt x="58449" y="69141"/>
                  </a:lnTo>
                  <a:lnTo>
                    <a:pt x="58091" y="69214"/>
                  </a:lnTo>
                  <a:lnTo>
                    <a:pt x="57782" y="69280"/>
                  </a:lnTo>
                  <a:lnTo>
                    <a:pt x="57628" y="69317"/>
                  </a:lnTo>
                  <a:lnTo>
                    <a:pt x="56513" y="68683"/>
                  </a:lnTo>
                  <a:lnTo>
                    <a:pt x="56275" y="68661"/>
                  </a:lnTo>
                  <a:lnTo>
                    <a:pt x="55918" y="68722"/>
                  </a:lnTo>
                  <a:lnTo>
                    <a:pt x="55698" y="68689"/>
                  </a:lnTo>
                  <a:lnTo>
                    <a:pt x="55283" y="69159"/>
                  </a:lnTo>
                  <a:lnTo>
                    <a:pt x="55154" y="69699"/>
                  </a:lnTo>
                  <a:lnTo>
                    <a:pt x="55085" y="69908"/>
                  </a:lnTo>
                  <a:lnTo>
                    <a:pt x="54735" y="70059"/>
                  </a:lnTo>
                  <a:lnTo>
                    <a:pt x="54349" y="70104"/>
                  </a:lnTo>
                  <a:lnTo>
                    <a:pt x="53593" y="70265"/>
                  </a:lnTo>
                  <a:lnTo>
                    <a:pt x="53144" y="70773"/>
                  </a:lnTo>
                  <a:lnTo>
                    <a:pt x="52905" y="70993"/>
                  </a:lnTo>
                  <a:lnTo>
                    <a:pt x="52495" y="71422"/>
                  </a:lnTo>
                  <a:lnTo>
                    <a:pt x="51846" y="71737"/>
                  </a:lnTo>
                  <a:lnTo>
                    <a:pt x="51731" y="71860"/>
                  </a:lnTo>
                  <a:lnTo>
                    <a:pt x="51769" y="71609"/>
                  </a:lnTo>
                  <a:lnTo>
                    <a:pt x="51768" y="71471"/>
                  </a:lnTo>
                  <a:lnTo>
                    <a:pt x="51757" y="71291"/>
                  </a:lnTo>
                  <a:lnTo>
                    <a:pt x="51719" y="71063"/>
                  </a:lnTo>
                  <a:lnTo>
                    <a:pt x="51659" y="70786"/>
                  </a:lnTo>
                  <a:lnTo>
                    <a:pt x="51516" y="70467"/>
                  </a:lnTo>
                  <a:lnTo>
                    <a:pt x="51502" y="70171"/>
                  </a:lnTo>
                  <a:lnTo>
                    <a:pt x="51442" y="69318"/>
                  </a:lnTo>
                  <a:lnTo>
                    <a:pt x="51181" y="69342"/>
                  </a:lnTo>
                  <a:lnTo>
                    <a:pt x="50991" y="69352"/>
                  </a:lnTo>
                  <a:lnTo>
                    <a:pt x="50786" y="69391"/>
                  </a:lnTo>
                  <a:lnTo>
                    <a:pt x="50427" y="69489"/>
                  </a:lnTo>
                  <a:lnTo>
                    <a:pt x="50222" y="69567"/>
                  </a:lnTo>
                  <a:lnTo>
                    <a:pt x="49932" y="69975"/>
                  </a:lnTo>
                  <a:lnTo>
                    <a:pt x="48640" y="68630"/>
                  </a:lnTo>
                  <a:lnTo>
                    <a:pt x="48332" y="68634"/>
                  </a:lnTo>
                  <a:lnTo>
                    <a:pt x="47951" y="68726"/>
                  </a:lnTo>
                  <a:lnTo>
                    <a:pt x="47798" y="68560"/>
                  </a:lnTo>
                  <a:lnTo>
                    <a:pt x="47054" y="69069"/>
                  </a:lnTo>
                  <a:lnTo>
                    <a:pt x="46664" y="69134"/>
                  </a:lnTo>
                  <a:lnTo>
                    <a:pt x="45951" y="68968"/>
                  </a:lnTo>
                  <a:lnTo>
                    <a:pt x="45964" y="68761"/>
                  </a:lnTo>
                  <a:lnTo>
                    <a:pt x="45992" y="68165"/>
                  </a:lnTo>
                  <a:lnTo>
                    <a:pt x="45733" y="67794"/>
                  </a:lnTo>
                  <a:lnTo>
                    <a:pt x="45329" y="67763"/>
                  </a:lnTo>
                  <a:lnTo>
                    <a:pt x="44636" y="67439"/>
                  </a:lnTo>
                  <a:lnTo>
                    <a:pt x="44508" y="67473"/>
                  </a:lnTo>
                  <a:lnTo>
                    <a:pt x="44212" y="67622"/>
                  </a:lnTo>
                  <a:lnTo>
                    <a:pt x="41940" y="68072"/>
                  </a:lnTo>
                  <a:lnTo>
                    <a:pt x="41974" y="68207"/>
                  </a:lnTo>
                  <a:lnTo>
                    <a:pt x="42151" y="68585"/>
                  </a:lnTo>
                  <a:lnTo>
                    <a:pt x="40983" y="67956"/>
                  </a:lnTo>
                  <a:lnTo>
                    <a:pt x="40875" y="67815"/>
                  </a:lnTo>
                  <a:lnTo>
                    <a:pt x="39778" y="67622"/>
                  </a:lnTo>
                  <a:lnTo>
                    <a:pt x="39532" y="67654"/>
                  </a:lnTo>
                  <a:lnTo>
                    <a:pt x="39169" y="67668"/>
                  </a:lnTo>
                  <a:lnTo>
                    <a:pt x="39036" y="67670"/>
                  </a:lnTo>
                  <a:lnTo>
                    <a:pt x="38843" y="67665"/>
                  </a:lnTo>
                  <a:lnTo>
                    <a:pt x="38676" y="67627"/>
                  </a:lnTo>
                  <a:lnTo>
                    <a:pt x="38484" y="67760"/>
                  </a:lnTo>
                  <a:lnTo>
                    <a:pt x="38236" y="67908"/>
                  </a:lnTo>
                  <a:lnTo>
                    <a:pt x="37764" y="67920"/>
                  </a:lnTo>
                  <a:lnTo>
                    <a:pt x="37617" y="67865"/>
                  </a:lnTo>
                  <a:lnTo>
                    <a:pt x="37253" y="67803"/>
                  </a:lnTo>
                  <a:lnTo>
                    <a:pt x="37052" y="67854"/>
                  </a:lnTo>
                  <a:lnTo>
                    <a:pt x="36867" y="67892"/>
                  </a:lnTo>
                  <a:lnTo>
                    <a:pt x="36596" y="67894"/>
                  </a:lnTo>
                  <a:lnTo>
                    <a:pt x="36455" y="68144"/>
                  </a:lnTo>
                  <a:lnTo>
                    <a:pt x="35877" y="68145"/>
                  </a:lnTo>
                  <a:lnTo>
                    <a:pt x="35703" y="68170"/>
                  </a:lnTo>
                  <a:lnTo>
                    <a:pt x="35148" y="68169"/>
                  </a:lnTo>
                  <a:lnTo>
                    <a:pt x="34910" y="68153"/>
                  </a:lnTo>
                  <a:lnTo>
                    <a:pt x="34780" y="68137"/>
                  </a:lnTo>
                  <a:lnTo>
                    <a:pt x="34607" y="68131"/>
                  </a:lnTo>
                  <a:lnTo>
                    <a:pt x="34376" y="68187"/>
                  </a:lnTo>
                  <a:lnTo>
                    <a:pt x="34006" y="68347"/>
                  </a:lnTo>
                  <a:lnTo>
                    <a:pt x="33753" y="68466"/>
                  </a:lnTo>
                  <a:lnTo>
                    <a:pt x="33189" y="69063"/>
                  </a:lnTo>
                  <a:lnTo>
                    <a:pt x="32645" y="69463"/>
                  </a:lnTo>
                  <a:lnTo>
                    <a:pt x="31933" y="69518"/>
                  </a:lnTo>
                  <a:lnTo>
                    <a:pt x="31442" y="69507"/>
                  </a:lnTo>
                  <a:lnTo>
                    <a:pt x="31222" y="69489"/>
                  </a:lnTo>
                  <a:lnTo>
                    <a:pt x="30724" y="69458"/>
                  </a:lnTo>
                  <a:lnTo>
                    <a:pt x="30522" y="69490"/>
                  </a:lnTo>
                  <a:lnTo>
                    <a:pt x="30224" y="69546"/>
                  </a:lnTo>
                  <a:lnTo>
                    <a:pt x="30011" y="69611"/>
                  </a:lnTo>
                  <a:lnTo>
                    <a:pt x="28451" y="70154"/>
                  </a:lnTo>
                  <a:lnTo>
                    <a:pt x="28306" y="70237"/>
                  </a:lnTo>
                  <a:lnTo>
                    <a:pt x="28145" y="70236"/>
                  </a:lnTo>
                  <a:lnTo>
                    <a:pt x="27651" y="70005"/>
                  </a:lnTo>
                  <a:lnTo>
                    <a:pt x="27463" y="69871"/>
                  </a:lnTo>
                  <a:lnTo>
                    <a:pt x="27201" y="69750"/>
                  </a:lnTo>
                  <a:lnTo>
                    <a:pt x="27363" y="69579"/>
                  </a:lnTo>
                  <a:lnTo>
                    <a:pt x="27299" y="69295"/>
                  </a:lnTo>
                  <a:lnTo>
                    <a:pt x="27281" y="68905"/>
                  </a:lnTo>
                  <a:lnTo>
                    <a:pt x="27307" y="68739"/>
                  </a:lnTo>
                  <a:lnTo>
                    <a:pt x="26809" y="68865"/>
                  </a:lnTo>
                  <a:lnTo>
                    <a:pt x="26050" y="68947"/>
                  </a:lnTo>
                  <a:lnTo>
                    <a:pt x="25872" y="68969"/>
                  </a:lnTo>
                  <a:lnTo>
                    <a:pt x="25683" y="69015"/>
                  </a:lnTo>
                  <a:lnTo>
                    <a:pt x="25433" y="69004"/>
                  </a:lnTo>
                  <a:lnTo>
                    <a:pt x="25132" y="69026"/>
                  </a:lnTo>
                  <a:lnTo>
                    <a:pt x="24998" y="69012"/>
                  </a:lnTo>
                  <a:lnTo>
                    <a:pt x="24698" y="68879"/>
                  </a:lnTo>
                  <a:lnTo>
                    <a:pt x="23786" y="68887"/>
                  </a:lnTo>
                  <a:lnTo>
                    <a:pt x="23630" y="68878"/>
                  </a:lnTo>
                  <a:lnTo>
                    <a:pt x="23264" y="68734"/>
                  </a:lnTo>
                  <a:lnTo>
                    <a:pt x="21104" y="67554"/>
                  </a:lnTo>
                  <a:lnTo>
                    <a:pt x="21103" y="65762"/>
                  </a:lnTo>
                  <a:lnTo>
                    <a:pt x="22792" y="63209"/>
                  </a:lnTo>
                  <a:lnTo>
                    <a:pt x="24034" y="59318"/>
                  </a:lnTo>
                  <a:lnTo>
                    <a:pt x="24247" y="58650"/>
                  </a:lnTo>
                  <a:lnTo>
                    <a:pt x="24967" y="53614"/>
                  </a:lnTo>
                  <a:lnTo>
                    <a:pt x="20190" y="54238"/>
                  </a:lnTo>
                  <a:lnTo>
                    <a:pt x="19732" y="54588"/>
                  </a:lnTo>
                  <a:lnTo>
                    <a:pt x="18699" y="55010"/>
                  </a:lnTo>
                  <a:lnTo>
                    <a:pt x="18558" y="55383"/>
                  </a:lnTo>
                  <a:lnTo>
                    <a:pt x="18396" y="55530"/>
                  </a:lnTo>
                  <a:lnTo>
                    <a:pt x="18190" y="55235"/>
                  </a:lnTo>
                  <a:lnTo>
                    <a:pt x="18099" y="55018"/>
                  </a:lnTo>
                  <a:lnTo>
                    <a:pt x="17289" y="54592"/>
                  </a:lnTo>
                  <a:lnTo>
                    <a:pt x="16855" y="54240"/>
                  </a:lnTo>
                  <a:lnTo>
                    <a:pt x="16321" y="53776"/>
                  </a:lnTo>
                  <a:lnTo>
                    <a:pt x="16007" y="53515"/>
                  </a:lnTo>
                  <a:lnTo>
                    <a:pt x="15615" y="53182"/>
                  </a:lnTo>
                  <a:lnTo>
                    <a:pt x="15374" y="52993"/>
                  </a:lnTo>
                  <a:lnTo>
                    <a:pt x="15126" y="52776"/>
                  </a:lnTo>
                  <a:lnTo>
                    <a:pt x="14597" y="52329"/>
                  </a:lnTo>
                  <a:lnTo>
                    <a:pt x="14296" y="52078"/>
                  </a:lnTo>
                  <a:lnTo>
                    <a:pt x="13965" y="51798"/>
                  </a:lnTo>
                  <a:lnTo>
                    <a:pt x="13490" y="51394"/>
                  </a:lnTo>
                  <a:lnTo>
                    <a:pt x="13033" y="51018"/>
                  </a:lnTo>
                  <a:lnTo>
                    <a:pt x="12887" y="50886"/>
                  </a:lnTo>
                  <a:lnTo>
                    <a:pt x="12262" y="50382"/>
                  </a:lnTo>
                  <a:lnTo>
                    <a:pt x="11782" y="49972"/>
                  </a:lnTo>
                  <a:lnTo>
                    <a:pt x="11429" y="49671"/>
                  </a:lnTo>
                  <a:lnTo>
                    <a:pt x="11294" y="49546"/>
                  </a:lnTo>
                  <a:lnTo>
                    <a:pt x="10860" y="49193"/>
                  </a:lnTo>
                  <a:lnTo>
                    <a:pt x="10647" y="49017"/>
                  </a:lnTo>
                  <a:lnTo>
                    <a:pt x="10392" y="48788"/>
                  </a:lnTo>
                  <a:lnTo>
                    <a:pt x="10150" y="48593"/>
                  </a:lnTo>
                  <a:lnTo>
                    <a:pt x="9709" y="48227"/>
                  </a:lnTo>
                  <a:lnTo>
                    <a:pt x="9310" y="47923"/>
                  </a:lnTo>
                  <a:lnTo>
                    <a:pt x="8885" y="47651"/>
                  </a:lnTo>
                  <a:lnTo>
                    <a:pt x="8386" y="47627"/>
                  </a:lnTo>
                  <a:lnTo>
                    <a:pt x="7810" y="47612"/>
                  </a:lnTo>
                  <a:lnTo>
                    <a:pt x="7516" y="47598"/>
                  </a:lnTo>
                  <a:lnTo>
                    <a:pt x="7303" y="47589"/>
                  </a:lnTo>
                  <a:lnTo>
                    <a:pt x="7128" y="47585"/>
                  </a:lnTo>
                  <a:lnTo>
                    <a:pt x="5495" y="47595"/>
                  </a:lnTo>
                  <a:lnTo>
                    <a:pt x="5026" y="47575"/>
                  </a:lnTo>
                  <a:lnTo>
                    <a:pt x="4840" y="47573"/>
                  </a:lnTo>
                  <a:lnTo>
                    <a:pt x="4689" y="47571"/>
                  </a:lnTo>
                  <a:lnTo>
                    <a:pt x="4221" y="47554"/>
                  </a:lnTo>
                  <a:lnTo>
                    <a:pt x="3893" y="47539"/>
                  </a:lnTo>
                  <a:lnTo>
                    <a:pt x="3582" y="47533"/>
                  </a:lnTo>
                  <a:lnTo>
                    <a:pt x="3406" y="47522"/>
                  </a:lnTo>
                  <a:lnTo>
                    <a:pt x="3094" y="47517"/>
                  </a:lnTo>
                  <a:lnTo>
                    <a:pt x="2511" y="47494"/>
                  </a:lnTo>
                  <a:lnTo>
                    <a:pt x="1864" y="47471"/>
                  </a:lnTo>
                  <a:lnTo>
                    <a:pt x="1684" y="47471"/>
                  </a:lnTo>
                  <a:lnTo>
                    <a:pt x="1800" y="45571"/>
                  </a:lnTo>
                  <a:lnTo>
                    <a:pt x="1544" y="45492"/>
                  </a:lnTo>
                  <a:lnTo>
                    <a:pt x="1383" y="45415"/>
                  </a:lnTo>
                  <a:lnTo>
                    <a:pt x="951" y="45314"/>
                  </a:lnTo>
                  <a:lnTo>
                    <a:pt x="379" y="45281"/>
                  </a:lnTo>
                  <a:lnTo>
                    <a:pt x="391" y="45514"/>
                  </a:lnTo>
                  <a:lnTo>
                    <a:pt x="411" y="45700"/>
                  </a:lnTo>
                  <a:lnTo>
                    <a:pt x="446" y="46497"/>
                  </a:lnTo>
                  <a:lnTo>
                    <a:pt x="430" y="46693"/>
                  </a:lnTo>
                  <a:lnTo>
                    <a:pt x="425" y="47072"/>
                  </a:lnTo>
                  <a:lnTo>
                    <a:pt x="442" y="47231"/>
                  </a:lnTo>
                  <a:lnTo>
                    <a:pt x="502" y="47494"/>
                  </a:lnTo>
                  <a:lnTo>
                    <a:pt x="516" y="47833"/>
                  </a:lnTo>
                  <a:lnTo>
                    <a:pt x="504" y="48206"/>
                  </a:lnTo>
                  <a:lnTo>
                    <a:pt x="549" y="48577"/>
                  </a:lnTo>
                  <a:lnTo>
                    <a:pt x="579" y="48749"/>
                  </a:lnTo>
                  <a:lnTo>
                    <a:pt x="606" y="49359"/>
                  </a:lnTo>
                  <a:lnTo>
                    <a:pt x="623" y="49541"/>
                  </a:lnTo>
                  <a:lnTo>
                    <a:pt x="642" y="49838"/>
                  </a:lnTo>
                  <a:lnTo>
                    <a:pt x="617" y="50320"/>
                  </a:lnTo>
                  <a:lnTo>
                    <a:pt x="648" y="50647"/>
                  </a:lnTo>
                  <a:lnTo>
                    <a:pt x="640" y="52015"/>
                  </a:lnTo>
                  <a:lnTo>
                    <a:pt x="749" y="52270"/>
                  </a:lnTo>
                  <a:lnTo>
                    <a:pt x="848" y="52500"/>
                  </a:lnTo>
                  <a:lnTo>
                    <a:pt x="938" y="52782"/>
                  </a:lnTo>
                  <a:lnTo>
                    <a:pt x="1020" y="52910"/>
                  </a:lnTo>
                  <a:lnTo>
                    <a:pt x="1184" y="53320"/>
                  </a:lnTo>
                  <a:lnTo>
                    <a:pt x="1258" y="53484"/>
                  </a:lnTo>
                  <a:lnTo>
                    <a:pt x="1354" y="53752"/>
                  </a:lnTo>
                  <a:lnTo>
                    <a:pt x="1504" y="54095"/>
                  </a:lnTo>
                  <a:lnTo>
                    <a:pt x="1685" y="54480"/>
                  </a:lnTo>
                  <a:lnTo>
                    <a:pt x="1791" y="54718"/>
                  </a:lnTo>
                  <a:lnTo>
                    <a:pt x="2200" y="55299"/>
                  </a:lnTo>
                  <a:lnTo>
                    <a:pt x="2421" y="55701"/>
                  </a:lnTo>
                  <a:lnTo>
                    <a:pt x="2538" y="56038"/>
                  </a:lnTo>
                  <a:lnTo>
                    <a:pt x="2623" y="56426"/>
                  </a:lnTo>
                  <a:lnTo>
                    <a:pt x="2920" y="56943"/>
                  </a:lnTo>
                  <a:lnTo>
                    <a:pt x="2961" y="57119"/>
                  </a:lnTo>
                  <a:lnTo>
                    <a:pt x="3065" y="57481"/>
                  </a:lnTo>
                  <a:lnTo>
                    <a:pt x="3127" y="57714"/>
                  </a:lnTo>
                  <a:lnTo>
                    <a:pt x="3167" y="57861"/>
                  </a:lnTo>
                  <a:lnTo>
                    <a:pt x="3240" y="58244"/>
                  </a:lnTo>
                  <a:lnTo>
                    <a:pt x="3432" y="58910"/>
                  </a:lnTo>
                  <a:lnTo>
                    <a:pt x="3481" y="59116"/>
                  </a:lnTo>
                  <a:lnTo>
                    <a:pt x="4117" y="60040"/>
                  </a:lnTo>
                  <a:lnTo>
                    <a:pt x="4168" y="60188"/>
                  </a:lnTo>
                  <a:lnTo>
                    <a:pt x="4911" y="61055"/>
                  </a:lnTo>
                  <a:lnTo>
                    <a:pt x="4960" y="61248"/>
                  </a:lnTo>
                  <a:lnTo>
                    <a:pt x="5087" y="61610"/>
                  </a:lnTo>
                  <a:lnTo>
                    <a:pt x="5152" y="61790"/>
                  </a:lnTo>
                  <a:lnTo>
                    <a:pt x="5261" y="62279"/>
                  </a:lnTo>
                  <a:lnTo>
                    <a:pt x="5436" y="63009"/>
                  </a:lnTo>
                  <a:lnTo>
                    <a:pt x="5454" y="63183"/>
                  </a:lnTo>
                  <a:lnTo>
                    <a:pt x="5453" y="63456"/>
                  </a:lnTo>
                  <a:lnTo>
                    <a:pt x="5484" y="63631"/>
                  </a:lnTo>
                  <a:lnTo>
                    <a:pt x="5585" y="64033"/>
                  </a:lnTo>
                  <a:lnTo>
                    <a:pt x="5661" y="64326"/>
                  </a:lnTo>
                  <a:lnTo>
                    <a:pt x="5738" y="64695"/>
                  </a:lnTo>
                  <a:lnTo>
                    <a:pt x="5976" y="65497"/>
                  </a:lnTo>
                  <a:lnTo>
                    <a:pt x="6172" y="65925"/>
                  </a:lnTo>
                  <a:lnTo>
                    <a:pt x="6249" y="66091"/>
                  </a:lnTo>
                  <a:lnTo>
                    <a:pt x="6319" y="66219"/>
                  </a:lnTo>
                  <a:lnTo>
                    <a:pt x="6413" y="66413"/>
                  </a:lnTo>
                  <a:lnTo>
                    <a:pt x="6526" y="66643"/>
                  </a:lnTo>
                  <a:lnTo>
                    <a:pt x="6662" y="66913"/>
                  </a:lnTo>
                  <a:lnTo>
                    <a:pt x="6864" y="67341"/>
                  </a:lnTo>
                  <a:lnTo>
                    <a:pt x="6934" y="67501"/>
                  </a:lnTo>
                  <a:lnTo>
                    <a:pt x="6991" y="67633"/>
                  </a:lnTo>
                  <a:lnTo>
                    <a:pt x="7157" y="68059"/>
                  </a:lnTo>
                  <a:lnTo>
                    <a:pt x="7333" y="68523"/>
                  </a:lnTo>
                  <a:lnTo>
                    <a:pt x="7433" y="68772"/>
                  </a:lnTo>
                  <a:lnTo>
                    <a:pt x="7520" y="68989"/>
                  </a:lnTo>
                  <a:lnTo>
                    <a:pt x="7744" y="69529"/>
                  </a:lnTo>
                  <a:lnTo>
                    <a:pt x="7903" y="70031"/>
                  </a:lnTo>
                  <a:lnTo>
                    <a:pt x="8041" y="70476"/>
                  </a:lnTo>
                  <a:lnTo>
                    <a:pt x="8137" y="70695"/>
                  </a:lnTo>
                  <a:lnTo>
                    <a:pt x="8202" y="70851"/>
                  </a:lnTo>
                  <a:lnTo>
                    <a:pt x="8349" y="71191"/>
                  </a:lnTo>
                  <a:lnTo>
                    <a:pt x="8445" y="71423"/>
                  </a:lnTo>
                  <a:lnTo>
                    <a:pt x="8595" y="71760"/>
                  </a:lnTo>
                  <a:lnTo>
                    <a:pt x="8847" y="72405"/>
                  </a:lnTo>
                  <a:lnTo>
                    <a:pt x="8923" y="72608"/>
                  </a:lnTo>
                  <a:lnTo>
                    <a:pt x="9067" y="72993"/>
                  </a:lnTo>
                  <a:lnTo>
                    <a:pt x="9128" y="73157"/>
                  </a:lnTo>
                  <a:lnTo>
                    <a:pt x="9303" y="73611"/>
                  </a:lnTo>
                  <a:lnTo>
                    <a:pt x="9672" y="74381"/>
                  </a:lnTo>
                  <a:lnTo>
                    <a:pt x="9822" y="74664"/>
                  </a:lnTo>
                  <a:lnTo>
                    <a:pt x="10095" y="75168"/>
                  </a:lnTo>
                  <a:lnTo>
                    <a:pt x="10199" y="75367"/>
                  </a:lnTo>
                  <a:lnTo>
                    <a:pt x="10547" y="75997"/>
                  </a:lnTo>
                  <a:lnTo>
                    <a:pt x="10650" y="76180"/>
                  </a:lnTo>
                  <a:lnTo>
                    <a:pt x="10739" y="76334"/>
                  </a:lnTo>
                  <a:lnTo>
                    <a:pt x="10824" y="76490"/>
                  </a:lnTo>
                  <a:lnTo>
                    <a:pt x="10977" y="76761"/>
                  </a:lnTo>
                  <a:lnTo>
                    <a:pt x="11253" y="77273"/>
                  </a:lnTo>
                  <a:lnTo>
                    <a:pt x="11382" y="77501"/>
                  </a:lnTo>
                  <a:lnTo>
                    <a:pt x="11604" y="77908"/>
                  </a:lnTo>
                  <a:lnTo>
                    <a:pt x="11726" y="78112"/>
                  </a:lnTo>
                  <a:lnTo>
                    <a:pt x="11808" y="78264"/>
                  </a:lnTo>
                  <a:lnTo>
                    <a:pt x="11908" y="78447"/>
                  </a:lnTo>
                  <a:lnTo>
                    <a:pt x="12048" y="78706"/>
                  </a:lnTo>
                  <a:lnTo>
                    <a:pt x="12166" y="78916"/>
                  </a:lnTo>
                  <a:lnTo>
                    <a:pt x="12307" y="79158"/>
                  </a:lnTo>
                  <a:lnTo>
                    <a:pt x="12608" y="79708"/>
                  </a:lnTo>
                  <a:lnTo>
                    <a:pt x="12701" y="79876"/>
                  </a:lnTo>
                  <a:lnTo>
                    <a:pt x="12845" y="80142"/>
                  </a:lnTo>
                  <a:lnTo>
                    <a:pt x="12921" y="80280"/>
                  </a:lnTo>
                  <a:lnTo>
                    <a:pt x="12999" y="80424"/>
                  </a:lnTo>
                  <a:lnTo>
                    <a:pt x="13106" y="80628"/>
                  </a:lnTo>
                  <a:lnTo>
                    <a:pt x="13405" y="81182"/>
                  </a:lnTo>
                  <a:lnTo>
                    <a:pt x="13683" y="81667"/>
                  </a:lnTo>
                  <a:lnTo>
                    <a:pt x="13860" y="81975"/>
                  </a:lnTo>
                  <a:lnTo>
                    <a:pt x="13796" y="82389"/>
                  </a:lnTo>
                  <a:lnTo>
                    <a:pt x="13387" y="82833"/>
                  </a:lnTo>
                  <a:lnTo>
                    <a:pt x="13054" y="83504"/>
                  </a:lnTo>
                  <a:lnTo>
                    <a:pt x="12867" y="83871"/>
                  </a:lnTo>
                  <a:lnTo>
                    <a:pt x="12615" y="84276"/>
                  </a:lnTo>
                  <a:lnTo>
                    <a:pt x="12519" y="84491"/>
                  </a:lnTo>
                  <a:lnTo>
                    <a:pt x="12453" y="84747"/>
                  </a:lnTo>
                  <a:lnTo>
                    <a:pt x="12328" y="86472"/>
                  </a:lnTo>
                  <a:lnTo>
                    <a:pt x="12381" y="86647"/>
                  </a:lnTo>
                  <a:lnTo>
                    <a:pt x="14362" y="89849"/>
                  </a:lnTo>
                  <a:lnTo>
                    <a:pt x="14959" y="91496"/>
                  </a:lnTo>
                  <a:lnTo>
                    <a:pt x="15458" y="92062"/>
                  </a:lnTo>
                  <a:lnTo>
                    <a:pt x="15761" y="92305"/>
                  </a:lnTo>
                  <a:lnTo>
                    <a:pt x="16103" y="92572"/>
                  </a:lnTo>
                  <a:lnTo>
                    <a:pt x="16396" y="92770"/>
                  </a:lnTo>
                  <a:lnTo>
                    <a:pt x="16532" y="92904"/>
                  </a:lnTo>
                  <a:lnTo>
                    <a:pt x="17006" y="93264"/>
                  </a:lnTo>
                  <a:lnTo>
                    <a:pt x="17361" y="93731"/>
                  </a:lnTo>
                  <a:lnTo>
                    <a:pt x="18395" y="93925"/>
                  </a:lnTo>
                  <a:lnTo>
                    <a:pt x="18425" y="93762"/>
                  </a:lnTo>
                  <a:lnTo>
                    <a:pt x="18494" y="93634"/>
                  </a:lnTo>
                  <a:lnTo>
                    <a:pt x="18680" y="93513"/>
                  </a:lnTo>
                  <a:lnTo>
                    <a:pt x="19169" y="93484"/>
                  </a:lnTo>
                  <a:lnTo>
                    <a:pt x="19344" y="93602"/>
                  </a:lnTo>
                  <a:lnTo>
                    <a:pt x="19749" y="93624"/>
                  </a:lnTo>
                  <a:lnTo>
                    <a:pt x="19841" y="93456"/>
                  </a:lnTo>
                  <a:lnTo>
                    <a:pt x="20932" y="93813"/>
                  </a:lnTo>
                  <a:lnTo>
                    <a:pt x="23684" y="95693"/>
                  </a:lnTo>
                  <a:lnTo>
                    <a:pt x="23981" y="95947"/>
                  </a:lnTo>
                  <a:lnTo>
                    <a:pt x="25384" y="97056"/>
                  </a:lnTo>
                  <a:lnTo>
                    <a:pt x="25773" y="97410"/>
                  </a:lnTo>
                  <a:lnTo>
                    <a:pt x="26333" y="97856"/>
                  </a:lnTo>
                  <a:lnTo>
                    <a:pt x="26694" y="98193"/>
                  </a:lnTo>
                  <a:lnTo>
                    <a:pt x="26906" y="98331"/>
                  </a:lnTo>
                  <a:lnTo>
                    <a:pt x="27592" y="99165"/>
                  </a:lnTo>
                  <a:lnTo>
                    <a:pt x="28473" y="100220"/>
                  </a:lnTo>
                  <a:lnTo>
                    <a:pt x="28744" y="100527"/>
                  </a:lnTo>
                  <a:lnTo>
                    <a:pt x="29054" y="100875"/>
                  </a:lnTo>
                  <a:lnTo>
                    <a:pt x="29264" y="101208"/>
                  </a:lnTo>
                  <a:lnTo>
                    <a:pt x="29421" y="101398"/>
                  </a:lnTo>
                  <a:lnTo>
                    <a:pt x="30200" y="102015"/>
                  </a:lnTo>
                  <a:lnTo>
                    <a:pt x="30656" y="102534"/>
                  </a:lnTo>
                  <a:lnTo>
                    <a:pt x="31142" y="103029"/>
                  </a:lnTo>
                  <a:lnTo>
                    <a:pt x="31549" y="103192"/>
                  </a:lnTo>
                  <a:lnTo>
                    <a:pt x="32451" y="103968"/>
                  </a:lnTo>
                  <a:lnTo>
                    <a:pt x="34323" y="106151"/>
                  </a:lnTo>
                  <a:lnTo>
                    <a:pt x="34551" y="106255"/>
                  </a:lnTo>
                  <a:lnTo>
                    <a:pt x="35013" y="106383"/>
                  </a:lnTo>
                  <a:lnTo>
                    <a:pt x="35090" y="106782"/>
                  </a:lnTo>
                  <a:lnTo>
                    <a:pt x="35177" y="107397"/>
                  </a:lnTo>
                  <a:lnTo>
                    <a:pt x="35591" y="107488"/>
                  </a:lnTo>
                  <a:lnTo>
                    <a:pt x="35799" y="107536"/>
                  </a:lnTo>
                  <a:lnTo>
                    <a:pt x="36041" y="107588"/>
                  </a:lnTo>
                  <a:lnTo>
                    <a:pt x="36354" y="107660"/>
                  </a:lnTo>
                  <a:lnTo>
                    <a:pt x="36767" y="107760"/>
                  </a:lnTo>
                  <a:lnTo>
                    <a:pt x="37234" y="107900"/>
                  </a:lnTo>
                  <a:lnTo>
                    <a:pt x="37431" y="107996"/>
                  </a:lnTo>
                  <a:lnTo>
                    <a:pt x="37805" y="107928"/>
                  </a:lnTo>
                  <a:lnTo>
                    <a:pt x="38557" y="107855"/>
                  </a:lnTo>
                  <a:lnTo>
                    <a:pt x="39914" y="108672"/>
                  </a:lnTo>
                  <a:lnTo>
                    <a:pt x="40186" y="108808"/>
                  </a:lnTo>
                  <a:lnTo>
                    <a:pt x="40462" y="109074"/>
                  </a:lnTo>
                  <a:lnTo>
                    <a:pt x="40886" y="109488"/>
                  </a:lnTo>
                  <a:lnTo>
                    <a:pt x="41268" y="109746"/>
                  </a:lnTo>
                  <a:lnTo>
                    <a:pt x="41609" y="109842"/>
                  </a:lnTo>
                  <a:lnTo>
                    <a:pt x="41763" y="109856"/>
                  </a:lnTo>
                  <a:lnTo>
                    <a:pt x="42158" y="109875"/>
                  </a:lnTo>
                  <a:lnTo>
                    <a:pt x="42413" y="109917"/>
                  </a:lnTo>
                  <a:lnTo>
                    <a:pt x="42604" y="109948"/>
                  </a:lnTo>
                  <a:lnTo>
                    <a:pt x="43002" y="109754"/>
                  </a:lnTo>
                  <a:lnTo>
                    <a:pt x="43268" y="109773"/>
                  </a:lnTo>
                  <a:lnTo>
                    <a:pt x="43509" y="109805"/>
                  </a:lnTo>
                  <a:lnTo>
                    <a:pt x="43906" y="110998"/>
                  </a:lnTo>
                  <a:lnTo>
                    <a:pt x="44063" y="111440"/>
                  </a:lnTo>
                  <a:lnTo>
                    <a:pt x="44359" y="112265"/>
                  </a:lnTo>
                  <a:lnTo>
                    <a:pt x="44433" y="112478"/>
                  </a:lnTo>
                  <a:lnTo>
                    <a:pt x="44555" y="112770"/>
                  </a:lnTo>
                  <a:lnTo>
                    <a:pt x="44782" y="113257"/>
                  </a:lnTo>
                  <a:lnTo>
                    <a:pt x="44958" y="113472"/>
                  </a:lnTo>
                  <a:lnTo>
                    <a:pt x="45328" y="113772"/>
                  </a:lnTo>
                  <a:lnTo>
                    <a:pt x="45541" y="113847"/>
                  </a:lnTo>
                  <a:lnTo>
                    <a:pt x="45861" y="113971"/>
                  </a:lnTo>
                  <a:lnTo>
                    <a:pt x="46332" y="114066"/>
                  </a:lnTo>
                  <a:lnTo>
                    <a:pt x="47029" y="114368"/>
                  </a:lnTo>
                  <a:lnTo>
                    <a:pt x="47149" y="114530"/>
                  </a:lnTo>
                  <a:lnTo>
                    <a:pt x="47393" y="115043"/>
                  </a:lnTo>
                  <a:lnTo>
                    <a:pt x="47759" y="115285"/>
                  </a:lnTo>
                  <a:lnTo>
                    <a:pt x="47863" y="115429"/>
                  </a:lnTo>
                  <a:lnTo>
                    <a:pt x="47896" y="115610"/>
                  </a:lnTo>
                  <a:lnTo>
                    <a:pt x="47965" y="115951"/>
                  </a:lnTo>
                  <a:lnTo>
                    <a:pt x="47705" y="116041"/>
                  </a:lnTo>
                  <a:lnTo>
                    <a:pt x="47457" y="116179"/>
                  </a:lnTo>
                  <a:lnTo>
                    <a:pt x="47442" y="116634"/>
                  </a:lnTo>
                  <a:lnTo>
                    <a:pt x="47596" y="116879"/>
                  </a:lnTo>
                  <a:lnTo>
                    <a:pt x="47552" y="117065"/>
                  </a:lnTo>
                  <a:lnTo>
                    <a:pt x="47510" y="117268"/>
                  </a:lnTo>
                  <a:lnTo>
                    <a:pt x="48007" y="117918"/>
                  </a:lnTo>
                  <a:lnTo>
                    <a:pt x="48134" y="118996"/>
                  </a:lnTo>
                  <a:lnTo>
                    <a:pt x="48422" y="118838"/>
                  </a:lnTo>
                  <a:lnTo>
                    <a:pt x="48578" y="118445"/>
                  </a:lnTo>
                  <a:lnTo>
                    <a:pt x="49295" y="118337"/>
                  </a:lnTo>
                  <a:lnTo>
                    <a:pt x="49442" y="118314"/>
                  </a:lnTo>
                  <a:lnTo>
                    <a:pt x="50546" y="118250"/>
                  </a:lnTo>
                  <a:lnTo>
                    <a:pt x="52752" y="118751"/>
                  </a:lnTo>
                  <a:lnTo>
                    <a:pt x="53539" y="118902"/>
                  </a:lnTo>
                  <a:lnTo>
                    <a:pt x="54195" y="119075"/>
                  </a:lnTo>
                  <a:lnTo>
                    <a:pt x="58504" y="119188"/>
                  </a:lnTo>
                  <a:lnTo>
                    <a:pt x="60007" y="120706"/>
                  </a:lnTo>
                  <a:lnTo>
                    <a:pt x="61144" y="121510"/>
                  </a:lnTo>
                  <a:lnTo>
                    <a:pt x="61504" y="121567"/>
                  </a:lnTo>
                  <a:lnTo>
                    <a:pt x="61552" y="121850"/>
                  </a:lnTo>
                  <a:lnTo>
                    <a:pt x="61524" y="122177"/>
                  </a:lnTo>
                  <a:lnTo>
                    <a:pt x="61397" y="122471"/>
                  </a:lnTo>
                  <a:lnTo>
                    <a:pt x="61769" y="123100"/>
                  </a:lnTo>
                  <a:lnTo>
                    <a:pt x="61950" y="123115"/>
                  </a:lnTo>
                  <a:lnTo>
                    <a:pt x="62293" y="123096"/>
                  </a:lnTo>
                  <a:lnTo>
                    <a:pt x="64408" y="122524"/>
                  </a:lnTo>
                  <a:lnTo>
                    <a:pt x="64544" y="122450"/>
                  </a:lnTo>
                  <a:lnTo>
                    <a:pt x="64818" y="122275"/>
                  </a:lnTo>
                  <a:lnTo>
                    <a:pt x="65013" y="122196"/>
                  </a:lnTo>
                  <a:lnTo>
                    <a:pt x="65075" y="122001"/>
                  </a:lnTo>
                  <a:lnTo>
                    <a:pt x="65409" y="121734"/>
                  </a:lnTo>
                  <a:lnTo>
                    <a:pt x="65760" y="121701"/>
                  </a:lnTo>
                  <a:lnTo>
                    <a:pt x="65963" y="121739"/>
                  </a:lnTo>
                  <a:lnTo>
                    <a:pt x="66161" y="121851"/>
                  </a:lnTo>
                  <a:lnTo>
                    <a:pt x="67525" y="123215"/>
                  </a:lnTo>
                  <a:lnTo>
                    <a:pt x="67540" y="123367"/>
                  </a:lnTo>
                  <a:lnTo>
                    <a:pt x="67557" y="123511"/>
                  </a:lnTo>
                  <a:lnTo>
                    <a:pt x="67818" y="123922"/>
                  </a:lnTo>
                  <a:lnTo>
                    <a:pt x="68157" y="124193"/>
                  </a:lnTo>
                  <a:lnTo>
                    <a:pt x="68400" y="124385"/>
                  </a:lnTo>
                  <a:lnTo>
                    <a:pt x="69144" y="125812"/>
                  </a:lnTo>
                  <a:lnTo>
                    <a:pt x="69030" y="125959"/>
                  </a:lnTo>
                  <a:lnTo>
                    <a:pt x="68902" y="126090"/>
                  </a:lnTo>
                  <a:lnTo>
                    <a:pt x="68540" y="126456"/>
                  </a:lnTo>
                  <a:lnTo>
                    <a:pt x="68032" y="126989"/>
                  </a:lnTo>
                  <a:lnTo>
                    <a:pt x="67859" y="127274"/>
                  </a:lnTo>
                  <a:lnTo>
                    <a:pt x="67763" y="127577"/>
                  </a:lnTo>
                  <a:lnTo>
                    <a:pt x="67679" y="128073"/>
                  </a:lnTo>
                  <a:lnTo>
                    <a:pt x="67640" y="128289"/>
                  </a:lnTo>
                  <a:lnTo>
                    <a:pt x="67639" y="128495"/>
                  </a:lnTo>
                  <a:lnTo>
                    <a:pt x="67691" y="128679"/>
                  </a:lnTo>
                  <a:lnTo>
                    <a:pt x="68899" y="129943"/>
                  </a:lnTo>
                  <a:lnTo>
                    <a:pt x="69045" y="130364"/>
                  </a:lnTo>
                  <a:lnTo>
                    <a:pt x="69108" y="130570"/>
                  </a:lnTo>
                  <a:lnTo>
                    <a:pt x="69249" y="131150"/>
                  </a:lnTo>
                  <a:lnTo>
                    <a:pt x="69735" y="132310"/>
                  </a:lnTo>
                  <a:lnTo>
                    <a:pt x="69862" y="132572"/>
                  </a:lnTo>
                  <a:lnTo>
                    <a:pt x="69967" y="132889"/>
                  </a:lnTo>
                  <a:lnTo>
                    <a:pt x="70816" y="135465"/>
                  </a:lnTo>
                  <a:lnTo>
                    <a:pt x="71619" y="137375"/>
                  </a:lnTo>
                  <a:lnTo>
                    <a:pt x="71767" y="137399"/>
                  </a:lnTo>
                  <a:lnTo>
                    <a:pt x="72027" y="137462"/>
                  </a:lnTo>
                  <a:lnTo>
                    <a:pt x="75083" y="138155"/>
                  </a:lnTo>
                  <a:lnTo>
                    <a:pt x="75424" y="138704"/>
                  </a:lnTo>
                  <a:lnTo>
                    <a:pt x="75288" y="139359"/>
                  </a:lnTo>
                  <a:lnTo>
                    <a:pt x="74944" y="143595"/>
                  </a:lnTo>
                  <a:lnTo>
                    <a:pt x="74937" y="143725"/>
                  </a:lnTo>
                  <a:lnTo>
                    <a:pt x="74921" y="143923"/>
                  </a:lnTo>
                  <a:lnTo>
                    <a:pt x="74832" y="144220"/>
                  </a:lnTo>
                  <a:lnTo>
                    <a:pt x="74793" y="144372"/>
                  </a:lnTo>
                  <a:lnTo>
                    <a:pt x="74739" y="144579"/>
                  </a:lnTo>
                  <a:lnTo>
                    <a:pt x="74622" y="145361"/>
                  </a:lnTo>
                  <a:lnTo>
                    <a:pt x="75919" y="149469"/>
                  </a:lnTo>
                  <a:lnTo>
                    <a:pt x="75960" y="149600"/>
                  </a:lnTo>
                  <a:lnTo>
                    <a:pt x="75996" y="150074"/>
                  </a:lnTo>
                  <a:lnTo>
                    <a:pt x="76340" y="150747"/>
                  </a:lnTo>
                  <a:lnTo>
                    <a:pt x="76336" y="151722"/>
                  </a:lnTo>
                  <a:lnTo>
                    <a:pt x="76744" y="153313"/>
                  </a:lnTo>
                  <a:lnTo>
                    <a:pt x="76803" y="153594"/>
                  </a:lnTo>
                  <a:lnTo>
                    <a:pt x="76792" y="153725"/>
                  </a:lnTo>
                  <a:lnTo>
                    <a:pt x="76845" y="153892"/>
                  </a:lnTo>
                  <a:lnTo>
                    <a:pt x="78360" y="154953"/>
                  </a:lnTo>
                  <a:lnTo>
                    <a:pt x="78809" y="155634"/>
                  </a:lnTo>
                  <a:lnTo>
                    <a:pt x="80509" y="157384"/>
                  </a:lnTo>
                  <a:lnTo>
                    <a:pt x="80636" y="157906"/>
                  </a:lnTo>
                  <a:lnTo>
                    <a:pt x="80873" y="158104"/>
                  </a:lnTo>
                  <a:lnTo>
                    <a:pt x="81557" y="159424"/>
                  </a:lnTo>
                  <a:lnTo>
                    <a:pt x="81856" y="159440"/>
                  </a:lnTo>
                  <a:lnTo>
                    <a:pt x="82223" y="159656"/>
                  </a:lnTo>
                  <a:lnTo>
                    <a:pt x="82864" y="160106"/>
                  </a:lnTo>
                  <a:lnTo>
                    <a:pt x="83002" y="160185"/>
                  </a:lnTo>
                  <a:lnTo>
                    <a:pt x="83312" y="160454"/>
                  </a:lnTo>
                  <a:lnTo>
                    <a:pt x="84265" y="160908"/>
                  </a:lnTo>
                  <a:lnTo>
                    <a:pt x="84993" y="160960"/>
                  </a:lnTo>
                  <a:lnTo>
                    <a:pt x="85165" y="160942"/>
                  </a:lnTo>
                  <a:lnTo>
                    <a:pt x="85787" y="161066"/>
                  </a:lnTo>
                  <a:lnTo>
                    <a:pt x="86783" y="160140"/>
                  </a:lnTo>
                  <a:lnTo>
                    <a:pt x="87042" y="160005"/>
                  </a:lnTo>
                  <a:lnTo>
                    <a:pt x="87527" y="160113"/>
                  </a:lnTo>
                  <a:lnTo>
                    <a:pt x="87815" y="160204"/>
                  </a:lnTo>
                  <a:lnTo>
                    <a:pt x="88116" y="160791"/>
                  </a:lnTo>
                  <a:lnTo>
                    <a:pt x="88176" y="160925"/>
                  </a:lnTo>
                  <a:lnTo>
                    <a:pt x="88874" y="162679"/>
                  </a:lnTo>
                  <a:lnTo>
                    <a:pt x="88933" y="162938"/>
                  </a:lnTo>
                  <a:lnTo>
                    <a:pt x="89062" y="163226"/>
                  </a:lnTo>
                  <a:lnTo>
                    <a:pt x="89225" y="163702"/>
                  </a:lnTo>
                  <a:lnTo>
                    <a:pt x="89325" y="164073"/>
                  </a:lnTo>
                  <a:lnTo>
                    <a:pt x="89329" y="164223"/>
                  </a:lnTo>
                  <a:lnTo>
                    <a:pt x="89353" y="164408"/>
                  </a:lnTo>
                  <a:lnTo>
                    <a:pt x="89350" y="164599"/>
                  </a:lnTo>
                  <a:lnTo>
                    <a:pt x="89336" y="164749"/>
                  </a:lnTo>
                  <a:lnTo>
                    <a:pt x="89326" y="164975"/>
                  </a:lnTo>
                  <a:lnTo>
                    <a:pt x="89297" y="165228"/>
                  </a:lnTo>
                  <a:lnTo>
                    <a:pt x="89259" y="165430"/>
                  </a:lnTo>
                  <a:lnTo>
                    <a:pt x="89172" y="165613"/>
                  </a:lnTo>
                  <a:lnTo>
                    <a:pt x="89207" y="165882"/>
                  </a:lnTo>
                  <a:lnTo>
                    <a:pt x="89356" y="166773"/>
                  </a:lnTo>
                  <a:lnTo>
                    <a:pt x="90148" y="168567"/>
                  </a:lnTo>
                  <a:lnTo>
                    <a:pt x="90333" y="168821"/>
                  </a:lnTo>
                  <a:lnTo>
                    <a:pt x="89928" y="170854"/>
                  </a:lnTo>
                  <a:lnTo>
                    <a:pt x="87991" y="172703"/>
                  </a:lnTo>
                  <a:lnTo>
                    <a:pt x="87604" y="173186"/>
                  </a:lnTo>
                  <a:lnTo>
                    <a:pt x="87355" y="173759"/>
                  </a:lnTo>
                  <a:lnTo>
                    <a:pt x="87142" y="174038"/>
                  </a:lnTo>
                  <a:lnTo>
                    <a:pt x="87026" y="174196"/>
                  </a:lnTo>
                  <a:lnTo>
                    <a:pt x="86865" y="174513"/>
                  </a:lnTo>
                  <a:lnTo>
                    <a:pt x="86515" y="175244"/>
                  </a:lnTo>
                  <a:lnTo>
                    <a:pt x="86432" y="175598"/>
                  </a:lnTo>
                  <a:lnTo>
                    <a:pt x="86354" y="175847"/>
                  </a:lnTo>
                  <a:lnTo>
                    <a:pt x="85835" y="177601"/>
                  </a:lnTo>
                  <a:lnTo>
                    <a:pt x="85124" y="180713"/>
                  </a:lnTo>
                  <a:lnTo>
                    <a:pt x="84860" y="181897"/>
                  </a:lnTo>
                  <a:lnTo>
                    <a:pt x="84741" y="182829"/>
                  </a:lnTo>
                  <a:lnTo>
                    <a:pt x="84278" y="185041"/>
                  </a:lnTo>
                  <a:lnTo>
                    <a:pt x="84052" y="185891"/>
                  </a:lnTo>
                  <a:lnTo>
                    <a:pt x="84112" y="186976"/>
                  </a:lnTo>
                  <a:lnTo>
                    <a:pt x="84159" y="187823"/>
                  </a:lnTo>
                  <a:lnTo>
                    <a:pt x="84192" y="188433"/>
                  </a:lnTo>
                  <a:lnTo>
                    <a:pt x="83748" y="189815"/>
                  </a:lnTo>
                  <a:lnTo>
                    <a:pt x="83904" y="190853"/>
                  </a:lnTo>
                  <a:lnTo>
                    <a:pt x="83952" y="191174"/>
                  </a:lnTo>
                  <a:lnTo>
                    <a:pt x="84269" y="192410"/>
                  </a:lnTo>
                  <a:lnTo>
                    <a:pt x="85172" y="194136"/>
                  </a:lnTo>
                  <a:lnTo>
                    <a:pt x="85348" y="194582"/>
                  </a:lnTo>
                  <a:lnTo>
                    <a:pt x="85787" y="196129"/>
                  </a:lnTo>
                  <a:lnTo>
                    <a:pt x="86485" y="198686"/>
                  </a:lnTo>
                  <a:lnTo>
                    <a:pt x="86742" y="198873"/>
                  </a:lnTo>
                  <a:lnTo>
                    <a:pt x="86864" y="199170"/>
                  </a:lnTo>
                  <a:lnTo>
                    <a:pt x="86925" y="199498"/>
                  </a:lnTo>
                  <a:lnTo>
                    <a:pt x="86289" y="200436"/>
                  </a:lnTo>
                  <a:lnTo>
                    <a:pt x="84855" y="200920"/>
                  </a:lnTo>
                  <a:lnTo>
                    <a:pt x="82964" y="201230"/>
                  </a:lnTo>
                  <a:lnTo>
                    <a:pt x="82211" y="201359"/>
                  </a:lnTo>
                  <a:lnTo>
                    <a:pt x="82019" y="201486"/>
                  </a:lnTo>
                  <a:lnTo>
                    <a:pt x="81602" y="201780"/>
                  </a:lnTo>
                  <a:lnTo>
                    <a:pt x="80945" y="202434"/>
                  </a:lnTo>
                  <a:lnTo>
                    <a:pt x="80887" y="202981"/>
                  </a:lnTo>
                  <a:lnTo>
                    <a:pt x="80867" y="203180"/>
                  </a:lnTo>
                  <a:lnTo>
                    <a:pt x="80673" y="203332"/>
                  </a:lnTo>
                  <a:lnTo>
                    <a:pt x="80570" y="203489"/>
                  </a:lnTo>
                  <a:lnTo>
                    <a:pt x="80232" y="203804"/>
                  </a:lnTo>
                  <a:lnTo>
                    <a:pt x="79926" y="203980"/>
                  </a:lnTo>
                  <a:lnTo>
                    <a:pt x="79524" y="204567"/>
                  </a:lnTo>
                  <a:lnTo>
                    <a:pt x="77806" y="204325"/>
                  </a:lnTo>
                  <a:lnTo>
                    <a:pt x="77574" y="204406"/>
                  </a:lnTo>
                  <a:lnTo>
                    <a:pt x="77394" y="204391"/>
                  </a:lnTo>
                  <a:lnTo>
                    <a:pt x="76868" y="204644"/>
                  </a:lnTo>
                  <a:lnTo>
                    <a:pt x="76451" y="204899"/>
                  </a:lnTo>
                  <a:lnTo>
                    <a:pt x="75955" y="205130"/>
                  </a:lnTo>
                  <a:lnTo>
                    <a:pt x="74954" y="204127"/>
                  </a:lnTo>
                  <a:lnTo>
                    <a:pt x="74854" y="203710"/>
                  </a:lnTo>
                  <a:lnTo>
                    <a:pt x="74867" y="203403"/>
                  </a:lnTo>
                  <a:lnTo>
                    <a:pt x="74444" y="203217"/>
                  </a:lnTo>
                  <a:lnTo>
                    <a:pt x="72955" y="202901"/>
                  </a:lnTo>
                  <a:lnTo>
                    <a:pt x="72609" y="202841"/>
                  </a:lnTo>
                  <a:lnTo>
                    <a:pt x="72224" y="202774"/>
                  </a:lnTo>
                  <a:lnTo>
                    <a:pt x="72021" y="202739"/>
                  </a:lnTo>
                  <a:lnTo>
                    <a:pt x="71785" y="202698"/>
                  </a:lnTo>
                  <a:lnTo>
                    <a:pt x="71613" y="202669"/>
                  </a:lnTo>
                  <a:lnTo>
                    <a:pt x="71374" y="202627"/>
                  </a:lnTo>
                  <a:lnTo>
                    <a:pt x="71061" y="202395"/>
                  </a:lnTo>
                  <a:lnTo>
                    <a:pt x="70917" y="201683"/>
                  </a:lnTo>
                  <a:lnTo>
                    <a:pt x="70022" y="200684"/>
                  </a:lnTo>
                  <a:lnTo>
                    <a:pt x="68617" y="201134"/>
                  </a:lnTo>
                  <a:lnTo>
                    <a:pt x="68184" y="201046"/>
                  </a:lnTo>
                  <a:lnTo>
                    <a:pt x="67913" y="201027"/>
                  </a:lnTo>
                  <a:lnTo>
                    <a:pt x="67204" y="200758"/>
                  </a:lnTo>
                  <a:lnTo>
                    <a:pt x="66465" y="200251"/>
                  </a:lnTo>
                  <a:lnTo>
                    <a:pt x="66240" y="200222"/>
                  </a:lnTo>
                  <a:lnTo>
                    <a:pt x="65151" y="200636"/>
                  </a:lnTo>
                  <a:lnTo>
                    <a:pt x="64409" y="199161"/>
                  </a:lnTo>
                  <a:lnTo>
                    <a:pt x="64005" y="198879"/>
                  </a:lnTo>
                  <a:lnTo>
                    <a:pt x="61845" y="196446"/>
                  </a:lnTo>
                  <a:lnTo>
                    <a:pt x="61715" y="195228"/>
                  </a:lnTo>
                  <a:lnTo>
                    <a:pt x="61618" y="194320"/>
                  </a:lnTo>
                  <a:lnTo>
                    <a:pt x="61508" y="193294"/>
                  </a:lnTo>
                  <a:lnTo>
                    <a:pt x="61434" y="192601"/>
                  </a:lnTo>
                  <a:lnTo>
                    <a:pt x="61416" y="192436"/>
                  </a:lnTo>
                  <a:lnTo>
                    <a:pt x="60825" y="186922"/>
                  </a:lnTo>
                  <a:lnTo>
                    <a:pt x="60776" y="186456"/>
                  </a:lnTo>
                  <a:lnTo>
                    <a:pt x="60151" y="186452"/>
                  </a:lnTo>
                  <a:lnTo>
                    <a:pt x="59077" y="186446"/>
                  </a:lnTo>
                  <a:lnTo>
                    <a:pt x="58406" y="186442"/>
                  </a:lnTo>
                  <a:lnTo>
                    <a:pt x="55244" y="186424"/>
                  </a:lnTo>
                  <a:lnTo>
                    <a:pt x="51694" y="184171"/>
                  </a:lnTo>
                  <a:lnTo>
                    <a:pt x="51341" y="183948"/>
                  </a:lnTo>
                  <a:lnTo>
                    <a:pt x="50996" y="181474"/>
                  </a:lnTo>
                  <a:lnTo>
                    <a:pt x="50959" y="181211"/>
                  </a:lnTo>
                  <a:lnTo>
                    <a:pt x="50697" y="179332"/>
                  </a:lnTo>
                  <a:lnTo>
                    <a:pt x="50634" y="178883"/>
                  </a:lnTo>
                  <a:lnTo>
                    <a:pt x="50419" y="177342"/>
                  </a:lnTo>
                  <a:lnTo>
                    <a:pt x="50226" y="177230"/>
                  </a:lnTo>
                  <a:lnTo>
                    <a:pt x="49755" y="176958"/>
                  </a:lnTo>
                  <a:lnTo>
                    <a:pt x="49702" y="176763"/>
                  </a:lnTo>
                  <a:lnTo>
                    <a:pt x="47799" y="172539"/>
                  </a:lnTo>
                  <a:lnTo>
                    <a:pt x="48038" y="172069"/>
                  </a:lnTo>
                  <a:lnTo>
                    <a:pt x="48286" y="171734"/>
                  </a:lnTo>
                  <a:lnTo>
                    <a:pt x="48609" y="171507"/>
                  </a:lnTo>
                  <a:lnTo>
                    <a:pt x="49054" y="170795"/>
                  </a:lnTo>
                  <a:lnTo>
                    <a:pt x="49176" y="170148"/>
                  </a:lnTo>
                  <a:lnTo>
                    <a:pt x="49040" y="169931"/>
                  </a:lnTo>
                  <a:lnTo>
                    <a:pt x="49373" y="168016"/>
                  </a:lnTo>
                  <a:lnTo>
                    <a:pt x="49459" y="167643"/>
                  </a:lnTo>
                  <a:lnTo>
                    <a:pt x="49478" y="167489"/>
                  </a:lnTo>
                  <a:lnTo>
                    <a:pt x="49466" y="166988"/>
                  </a:lnTo>
                  <a:lnTo>
                    <a:pt x="49381" y="166619"/>
                  </a:lnTo>
                  <a:lnTo>
                    <a:pt x="49005" y="165119"/>
                  </a:lnTo>
                  <a:lnTo>
                    <a:pt x="49010" y="164980"/>
                  </a:lnTo>
                  <a:lnTo>
                    <a:pt x="48199" y="162619"/>
                  </a:lnTo>
                  <a:lnTo>
                    <a:pt x="48021" y="162475"/>
                  </a:lnTo>
                  <a:lnTo>
                    <a:pt x="47835" y="162263"/>
                  </a:lnTo>
                  <a:lnTo>
                    <a:pt x="47703" y="161639"/>
                  </a:lnTo>
                  <a:lnTo>
                    <a:pt x="47548" y="161042"/>
                  </a:lnTo>
                  <a:lnTo>
                    <a:pt x="47115" y="160125"/>
                  </a:lnTo>
                  <a:lnTo>
                    <a:pt x="46813" y="159672"/>
                  </a:lnTo>
                  <a:lnTo>
                    <a:pt x="46698" y="159499"/>
                  </a:lnTo>
                  <a:lnTo>
                    <a:pt x="41123" y="155035"/>
                  </a:lnTo>
                  <a:lnTo>
                    <a:pt x="40293" y="154398"/>
                  </a:lnTo>
                  <a:lnTo>
                    <a:pt x="40185" y="154180"/>
                  </a:lnTo>
                  <a:lnTo>
                    <a:pt x="39916" y="153777"/>
                  </a:lnTo>
                  <a:lnTo>
                    <a:pt x="39508" y="154167"/>
                  </a:lnTo>
                  <a:lnTo>
                    <a:pt x="39399" y="154294"/>
                  </a:lnTo>
                  <a:lnTo>
                    <a:pt x="38901" y="154461"/>
                  </a:lnTo>
                  <a:lnTo>
                    <a:pt x="38511" y="153999"/>
                  </a:lnTo>
                  <a:lnTo>
                    <a:pt x="38487" y="153863"/>
                  </a:lnTo>
                  <a:lnTo>
                    <a:pt x="38391" y="153330"/>
                  </a:lnTo>
                  <a:lnTo>
                    <a:pt x="38181" y="153203"/>
                  </a:lnTo>
                  <a:lnTo>
                    <a:pt x="37861" y="153008"/>
                  </a:lnTo>
                  <a:lnTo>
                    <a:pt x="35978" y="152627"/>
                  </a:lnTo>
                  <a:lnTo>
                    <a:pt x="35681" y="152645"/>
                  </a:lnTo>
                  <a:lnTo>
                    <a:pt x="35402" y="152700"/>
                  </a:lnTo>
                  <a:lnTo>
                    <a:pt x="34952" y="152655"/>
                  </a:lnTo>
                  <a:lnTo>
                    <a:pt x="33812" y="150945"/>
                  </a:lnTo>
                  <a:lnTo>
                    <a:pt x="31557" y="147780"/>
                  </a:lnTo>
                  <a:lnTo>
                    <a:pt x="30879" y="145634"/>
                  </a:lnTo>
                  <a:lnTo>
                    <a:pt x="30838" y="145498"/>
                  </a:lnTo>
                  <a:lnTo>
                    <a:pt x="30649" y="144883"/>
                  </a:lnTo>
                  <a:lnTo>
                    <a:pt x="30595" y="144705"/>
                  </a:lnTo>
                  <a:lnTo>
                    <a:pt x="30349" y="143841"/>
                  </a:lnTo>
                  <a:lnTo>
                    <a:pt x="29185" y="144471"/>
                  </a:lnTo>
                  <a:lnTo>
                    <a:pt x="27330" y="143622"/>
                  </a:lnTo>
                  <a:lnTo>
                    <a:pt x="25451" y="144037"/>
                  </a:lnTo>
                  <a:lnTo>
                    <a:pt x="24781" y="144109"/>
                  </a:lnTo>
                  <a:lnTo>
                    <a:pt x="24700" y="144486"/>
                  </a:lnTo>
                  <a:lnTo>
                    <a:pt x="24530" y="145324"/>
                  </a:lnTo>
                  <a:lnTo>
                    <a:pt x="24526" y="145691"/>
                  </a:lnTo>
                  <a:lnTo>
                    <a:pt x="24535" y="146026"/>
                  </a:lnTo>
                  <a:lnTo>
                    <a:pt x="24444" y="147820"/>
                  </a:lnTo>
                  <a:lnTo>
                    <a:pt x="24254" y="148406"/>
                  </a:lnTo>
                  <a:lnTo>
                    <a:pt x="22259" y="155033"/>
                  </a:lnTo>
                  <a:lnTo>
                    <a:pt x="20946" y="156298"/>
                  </a:lnTo>
                  <a:lnTo>
                    <a:pt x="15188" y="158775"/>
                  </a:lnTo>
                  <a:lnTo>
                    <a:pt x="14958" y="158858"/>
                  </a:lnTo>
                  <a:lnTo>
                    <a:pt x="13769" y="159473"/>
                  </a:lnTo>
                  <a:lnTo>
                    <a:pt x="13569" y="159491"/>
                  </a:lnTo>
                  <a:lnTo>
                    <a:pt x="13395" y="160136"/>
                  </a:lnTo>
                  <a:lnTo>
                    <a:pt x="12789" y="160855"/>
                  </a:lnTo>
                  <a:lnTo>
                    <a:pt x="12336" y="161480"/>
                  </a:lnTo>
                  <a:lnTo>
                    <a:pt x="12271" y="162173"/>
                  </a:lnTo>
                  <a:lnTo>
                    <a:pt x="12149" y="163733"/>
                  </a:lnTo>
                  <a:lnTo>
                    <a:pt x="13008" y="166906"/>
                  </a:lnTo>
                  <a:lnTo>
                    <a:pt x="13101" y="167063"/>
                  </a:lnTo>
                  <a:lnTo>
                    <a:pt x="15052" y="171901"/>
                  </a:lnTo>
                  <a:lnTo>
                    <a:pt x="15044" y="172770"/>
                  </a:lnTo>
                  <a:lnTo>
                    <a:pt x="15039" y="172920"/>
                  </a:lnTo>
                  <a:lnTo>
                    <a:pt x="12992" y="177027"/>
                  </a:lnTo>
                  <a:lnTo>
                    <a:pt x="7962" y="183735"/>
                  </a:lnTo>
                  <a:lnTo>
                    <a:pt x="7999" y="184091"/>
                  </a:lnTo>
                  <a:lnTo>
                    <a:pt x="7967" y="184333"/>
                  </a:lnTo>
                  <a:lnTo>
                    <a:pt x="10200" y="192971"/>
                  </a:lnTo>
                  <a:lnTo>
                    <a:pt x="10128" y="193331"/>
                  </a:lnTo>
                  <a:lnTo>
                    <a:pt x="9976" y="198420"/>
                  </a:lnTo>
                  <a:lnTo>
                    <a:pt x="9996" y="198574"/>
                  </a:lnTo>
                  <a:lnTo>
                    <a:pt x="9944" y="198895"/>
                  </a:lnTo>
                  <a:lnTo>
                    <a:pt x="9926" y="199162"/>
                  </a:lnTo>
                  <a:lnTo>
                    <a:pt x="9987" y="199346"/>
                  </a:lnTo>
                  <a:lnTo>
                    <a:pt x="10054" y="199530"/>
                  </a:lnTo>
                  <a:lnTo>
                    <a:pt x="10119" y="199714"/>
                  </a:lnTo>
                  <a:lnTo>
                    <a:pt x="10234" y="200037"/>
                  </a:lnTo>
                  <a:lnTo>
                    <a:pt x="10298" y="200256"/>
                  </a:lnTo>
                  <a:lnTo>
                    <a:pt x="10219" y="200569"/>
                  </a:lnTo>
                  <a:lnTo>
                    <a:pt x="8573" y="204090"/>
                  </a:lnTo>
                  <a:lnTo>
                    <a:pt x="8528" y="204221"/>
                  </a:lnTo>
                  <a:lnTo>
                    <a:pt x="8320" y="204670"/>
                  </a:lnTo>
                  <a:lnTo>
                    <a:pt x="7954" y="204533"/>
                  </a:lnTo>
                  <a:lnTo>
                    <a:pt x="7732" y="204347"/>
                  </a:lnTo>
                  <a:lnTo>
                    <a:pt x="6925" y="203798"/>
                  </a:lnTo>
                  <a:lnTo>
                    <a:pt x="6465" y="204100"/>
                  </a:lnTo>
                  <a:lnTo>
                    <a:pt x="6269" y="204334"/>
                  </a:lnTo>
                  <a:lnTo>
                    <a:pt x="5709" y="204598"/>
                  </a:lnTo>
                  <a:lnTo>
                    <a:pt x="6017" y="208602"/>
                  </a:lnTo>
                  <a:lnTo>
                    <a:pt x="5330" y="209434"/>
                  </a:lnTo>
                  <a:lnTo>
                    <a:pt x="4210" y="210739"/>
                  </a:lnTo>
                  <a:lnTo>
                    <a:pt x="3741" y="211009"/>
                  </a:lnTo>
                  <a:lnTo>
                    <a:pt x="3789" y="211436"/>
                  </a:lnTo>
                  <a:lnTo>
                    <a:pt x="3559" y="212309"/>
                  </a:lnTo>
                  <a:lnTo>
                    <a:pt x="4361" y="213677"/>
                  </a:lnTo>
                  <a:lnTo>
                    <a:pt x="4315" y="214003"/>
                  </a:lnTo>
                  <a:lnTo>
                    <a:pt x="4368" y="214894"/>
                  </a:lnTo>
                  <a:lnTo>
                    <a:pt x="4437" y="215166"/>
                  </a:lnTo>
                  <a:lnTo>
                    <a:pt x="4510" y="215375"/>
                  </a:lnTo>
                  <a:lnTo>
                    <a:pt x="3002" y="223187"/>
                  </a:lnTo>
                  <a:lnTo>
                    <a:pt x="0" y="224518"/>
                  </a:lnTo>
                  <a:lnTo>
                    <a:pt x="314" y="225358"/>
                  </a:lnTo>
                  <a:lnTo>
                    <a:pt x="489" y="225633"/>
                  </a:lnTo>
                  <a:lnTo>
                    <a:pt x="1307" y="226614"/>
                  </a:lnTo>
                  <a:lnTo>
                    <a:pt x="2234" y="227443"/>
                  </a:lnTo>
                  <a:lnTo>
                    <a:pt x="2703" y="227785"/>
                  </a:lnTo>
                  <a:lnTo>
                    <a:pt x="2986" y="227992"/>
                  </a:lnTo>
                  <a:lnTo>
                    <a:pt x="3638" y="228344"/>
                  </a:lnTo>
                  <a:lnTo>
                    <a:pt x="4129" y="228519"/>
                  </a:lnTo>
                  <a:lnTo>
                    <a:pt x="7198" y="229385"/>
                  </a:lnTo>
                  <a:lnTo>
                    <a:pt x="9329" y="229986"/>
                  </a:lnTo>
                  <a:lnTo>
                    <a:pt x="10285" y="231414"/>
                  </a:lnTo>
                  <a:lnTo>
                    <a:pt x="11377" y="233045"/>
                  </a:lnTo>
                  <a:lnTo>
                    <a:pt x="12716" y="235046"/>
                  </a:lnTo>
                  <a:lnTo>
                    <a:pt x="14086" y="237133"/>
                  </a:lnTo>
                  <a:lnTo>
                    <a:pt x="14956" y="238411"/>
                  </a:lnTo>
                  <a:lnTo>
                    <a:pt x="14535" y="244025"/>
                  </a:lnTo>
                  <a:lnTo>
                    <a:pt x="14624" y="244341"/>
                  </a:lnTo>
                  <a:lnTo>
                    <a:pt x="15478" y="247359"/>
                  </a:lnTo>
                  <a:lnTo>
                    <a:pt x="16066" y="249435"/>
                  </a:lnTo>
                  <a:lnTo>
                    <a:pt x="14281" y="251224"/>
                  </a:lnTo>
                  <a:lnTo>
                    <a:pt x="14220" y="251671"/>
                  </a:lnTo>
                  <a:lnTo>
                    <a:pt x="13970" y="253507"/>
                  </a:lnTo>
                  <a:lnTo>
                    <a:pt x="14476" y="254321"/>
                  </a:lnTo>
                  <a:lnTo>
                    <a:pt x="15460" y="255906"/>
                  </a:lnTo>
                  <a:lnTo>
                    <a:pt x="15446" y="256493"/>
                  </a:lnTo>
                  <a:lnTo>
                    <a:pt x="14364" y="258459"/>
                  </a:lnTo>
                  <a:lnTo>
                    <a:pt x="13635" y="259784"/>
                  </a:lnTo>
                  <a:lnTo>
                    <a:pt x="13766" y="261039"/>
                  </a:lnTo>
                  <a:lnTo>
                    <a:pt x="13806" y="261422"/>
                  </a:lnTo>
                  <a:lnTo>
                    <a:pt x="14129" y="264516"/>
                  </a:lnTo>
                  <a:lnTo>
                    <a:pt x="13363" y="266714"/>
                  </a:lnTo>
                  <a:lnTo>
                    <a:pt x="13288" y="266929"/>
                  </a:lnTo>
                  <a:lnTo>
                    <a:pt x="12686" y="268657"/>
                  </a:lnTo>
                  <a:lnTo>
                    <a:pt x="12595" y="268918"/>
                  </a:lnTo>
                  <a:lnTo>
                    <a:pt x="12495" y="269202"/>
                  </a:lnTo>
                  <a:lnTo>
                    <a:pt x="12074" y="270410"/>
                  </a:lnTo>
                  <a:lnTo>
                    <a:pt x="11883" y="270960"/>
                  </a:lnTo>
                  <a:lnTo>
                    <a:pt x="10853" y="273914"/>
                  </a:lnTo>
                  <a:lnTo>
                    <a:pt x="9996" y="277978"/>
                  </a:lnTo>
                  <a:lnTo>
                    <a:pt x="13840" y="282849"/>
                  </a:lnTo>
                  <a:lnTo>
                    <a:pt x="17604" y="287618"/>
                  </a:lnTo>
                  <a:lnTo>
                    <a:pt x="20934" y="289604"/>
                  </a:lnTo>
                  <a:lnTo>
                    <a:pt x="22004" y="290243"/>
                  </a:lnTo>
                  <a:lnTo>
                    <a:pt x="24805" y="291913"/>
                  </a:lnTo>
                  <a:lnTo>
                    <a:pt x="28779" y="294283"/>
                  </a:lnTo>
                  <a:lnTo>
                    <a:pt x="31200" y="290020"/>
                  </a:lnTo>
                  <a:lnTo>
                    <a:pt x="35051" y="283238"/>
                  </a:lnTo>
                  <a:lnTo>
                    <a:pt x="37684" y="278602"/>
                  </a:lnTo>
                  <a:lnTo>
                    <a:pt x="39066" y="276167"/>
                  </a:lnTo>
                  <a:lnTo>
                    <a:pt x="39848" y="274791"/>
                  </a:lnTo>
                  <a:lnTo>
                    <a:pt x="42578" y="276668"/>
                  </a:lnTo>
                  <a:lnTo>
                    <a:pt x="45226" y="279687"/>
                  </a:lnTo>
                  <a:lnTo>
                    <a:pt x="45773" y="282358"/>
                  </a:lnTo>
                  <a:lnTo>
                    <a:pt x="46033" y="283626"/>
                  </a:lnTo>
                  <a:lnTo>
                    <a:pt x="46818" y="285758"/>
                  </a:lnTo>
                  <a:lnTo>
                    <a:pt x="47423" y="287400"/>
                  </a:lnTo>
                  <a:lnTo>
                    <a:pt x="47802" y="287331"/>
                  </a:lnTo>
                  <a:lnTo>
                    <a:pt x="48985" y="287004"/>
                  </a:lnTo>
                  <a:lnTo>
                    <a:pt x="49439" y="286707"/>
                  </a:lnTo>
                  <a:lnTo>
                    <a:pt x="49524" y="286505"/>
                  </a:lnTo>
                  <a:lnTo>
                    <a:pt x="49700" y="286220"/>
                  </a:lnTo>
                  <a:lnTo>
                    <a:pt x="51500" y="287403"/>
                  </a:lnTo>
                  <a:lnTo>
                    <a:pt x="51425" y="287754"/>
                  </a:lnTo>
                  <a:lnTo>
                    <a:pt x="51606" y="289386"/>
                  </a:lnTo>
                  <a:lnTo>
                    <a:pt x="51715" y="289648"/>
                  </a:lnTo>
                  <a:lnTo>
                    <a:pt x="51775" y="290119"/>
                  </a:lnTo>
                  <a:lnTo>
                    <a:pt x="51788" y="290281"/>
                  </a:lnTo>
                  <a:lnTo>
                    <a:pt x="51866" y="290454"/>
                  </a:lnTo>
                  <a:lnTo>
                    <a:pt x="52402" y="290866"/>
                  </a:lnTo>
                  <a:lnTo>
                    <a:pt x="52351" y="291158"/>
                  </a:lnTo>
                  <a:lnTo>
                    <a:pt x="52425" y="291300"/>
                  </a:lnTo>
                  <a:lnTo>
                    <a:pt x="53114" y="291890"/>
                  </a:lnTo>
                  <a:lnTo>
                    <a:pt x="53295" y="292085"/>
                  </a:lnTo>
                  <a:lnTo>
                    <a:pt x="53666" y="291947"/>
                  </a:lnTo>
                  <a:lnTo>
                    <a:pt x="54243" y="291498"/>
                  </a:lnTo>
                  <a:lnTo>
                    <a:pt x="54347" y="291342"/>
                  </a:lnTo>
                  <a:lnTo>
                    <a:pt x="54756" y="291070"/>
                  </a:lnTo>
                  <a:lnTo>
                    <a:pt x="55194" y="290531"/>
                  </a:lnTo>
                  <a:lnTo>
                    <a:pt x="55493" y="290345"/>
                  </a:lnTo>
                  <a:lnTo>
                    <a:pt x="55599" y="290178"/>
                  </a:lnTo>
                  <a:lnTo>
                    <a:pt x="55815" y="289644"/>
                  </a:lnTo>
                  <a:lnTo>
                    <a:pt x="56073" y="289519"/>
                  </a:lnTo>
                  <a:lnTo>
                    <a:pt x="56250" y="289374"/>
                  </a:lnTo>
                  <a:lnTo>
                    <a:pt x="56383" y="289312"/>
                  </a:lnTo>
                  <a:lnTo>
                    <a:pt x="56581" y="289257"/>
                  </a:lnTo>
                  <a:lnTo>
                    <a:pt x="56855" y="289256"/>
                  </a:lnTo>
                  <a:lnTo>
                    <a:pt x="57104" y="289297"/>
                  </a:lnTo>
                  <a:lnTo>
                    <a:pt x="57098" y="288961"/>
                  </a:lnTo>
                  <a:lnTo>
                    <a:pt x="60767" y="286266"/>
                  </a:lnTo>
                  <a:lnTo>
                    <a:pt x="60200" y="284650"/>
                  </a:lnTo>
                  <a:lnTo>
                    <a:pt x="60189" y="284500"/>
                  </a:lnTo>
                  <a:lnTo>
                    <a:pt x="60494" y="281680"/>
                  </a:lnTo>
                  <a:lnTo>
                    <a:pt x="61854" y="272704"/>
                  </a:lnTo>
                  <a:lnTo>
                    <a:pt x="61724" y="272638"/>
                  </a:lnTo>
                  <a:lnTo>
                    <a:pt x="60994" y="272417"/>
                  </a:lnTo>
                  <a:lnTo>
                    <a:pt x="60807" y="272326"/>
                  </a:lnTo>
                  <a:lnTo>
                    <a:pt x="60790" y="272051"/>
                  </a:lnTo>
                  <a:lnTo>
                    <a:pt x="62813" y="270370"/>
                  </a:lnTo>
                  <a:lnTo>
                    <a:pt x="62821" y="270218"/>
                  </a:lnTo>
                  <a:lnTo>
                    <a:pt x="62976" y="270063"/>
                  </a:lnTo>
                  <a:lnTo>
                    <a:pt x="63016" y="270214"/>
                  </a:lnTo>
                  <a:lnTo>
                    <a:pt x="63241" y="270146"/>
                  </a:lnTo>
                  <a:lnTo>
                    <a:pt x="63161" y="269937"/>
                  </a:lnTo>
                  <a:lnTo>
                    <a:pt x="70759" y="265207"/>
                  </a:lnTo>
                  <a:lnTo>
                    <a:pt x="71131" y="264638"/>
                  </a:lnTo>
                  <a:lnTo>
                    <a:pt x="71231" y="264377"/>
                  </a:lnTo>
                  <a:lnTo>
                    <a:pt x="71121" y="263848"/>
                  </a:lnTo>
                  <a:lnTo>
                    <a:pt x="70997" y="263671"/>
                  </a:lnTo>
                  <a:lnTo>
                    <a:pt x="72964" y="262201"/>
                  </a:lnTo>
                  <a:lnTo>
                    <a:pt x="76110" y="255096"/>
                  </a:lnTo>
                  <a:lnTo>
                    <a:pt x="76581" y="254994"/>
                  </a:lnTo>
                  <a:lnTo>
                    <a:pt x="77273" y="254456"/>
                  </a:lnTo>
                  <a:lnTo>
                    <a:pt x="78873" y="254681"/>
                  </a:lnTo>
                  <a:lnTo>
                    <a:pt x="79352" y="254779"/>
                  </a:lnTo>
                  <a:lnTo>
                    <a:pt x="79497" y="254832"/>
                  </a:lnTo>
                  <a:lnTo>
                    <a:pt x="81784" y="253051"/>
                  </a:lnTo>
                  <a:lnTo>
                    <a:pt x="84640" y="248914"/>
                  </a:lnTo>
                  <a:lnTo>
                    <a:pt x="85207" y="248859"/>
                  </a:lnTo>
                  <a:lnTo>
                    <a:pt x="85579" y="248881"/>
                  </a:lnTo>
                  <a:lnTo>
                    <a:pt x="85758" y="249142"/>
                  </a:lnTo>
                  <a:lnTo>
                    <a:pt x="85724" y="249436"/>
                  </a:lnTo>
                  <a:lnTo>
                    <a:pt x="85701" y="249728"/>
                  </a:lnTo>
                  <a:lnTo>
                    <a:pt x="85840" y="249964"/>
                  </a:lnTo>
                  <a:lnTo>
                    <a:pt x="86305" y="250127"/>
                  </a:lnTo>
                  <a:lnTo>
                    <a:pt x="87140" y="251082"/>
                  </a:lnTo>
                  <a:lnTo>
                    <a:pt x="87184" y="250559"/>
                  </a:lnTo>
                  <a:lnTo>
                    <a:pt x="87321" y="250404"/>
                  </a:lnTo>
                  <a:lnTo>
                    <a:pt x="87399" y="250264"/>
                  </a:lnTo>
                  <a:lnTo>
                    <a:pt x="87491" y="249935"/>
                  </a:lnTo>
                  <a:lnTo>
                    <a:pt x="87429" y="249289"/>
                  </a:lnTo>
                  <a:lnTo>
                    <a:pt x="87457" y="249121"/>
                  </a:lnTo>
                  <a:lnTo>
                    <a:pt x="87891" y="249323"/>
                  </a:lnTo>
                  <a:lnTo>
                    <a:pt x="88015" y="249465"/>
                  </a:lnTo>
                  <a:lnTo>
                    <a:pt x="88290" y="249506"/>
                  </a:lnTo>
                  <a:lnTo>
                    <a:pt x="88405" y="249218"/>
                  </a:lnTo>
                  <a:lnTo>
                    <a:pt x="90461" y="245690"/>
                  </a:lnTo>
                  <a:lnTo>
                    <a:pt x="87275" y="238382"/>
                  </a:lnTo>
                  <a:lnTo>
                    <a:pt x="87408" y="238058"/>
                  </a:lnTo>
                  <a:lnTo>
                    <a:pt x="87546" y="237773"/>
                  </a:lnTo>
                  <a:lnTo>
                    <a:pt x="89008" y="235312"/>
                  </a:lnTo>
                  <a:lnTo>
                    <a:pt x="89053" y="235121"/>
                  </a:lnTo>
                  <a:lnTo>
                    <a:pt x="89097" y="234912"/>
                  </a:lnTo>
                  <a:lnTo>
                    <a:pt x="89150" y="234671"/>
                  </a:lnTo>
                  <a:lnTo>
                    <a:pt x="89316" y="233575"/>
                  </a:lnTo>
                  <a:lnTo>
                    <a:pt x="93291" y="234253"/>
                  </a:lnTo>
                  <a:lnTo>
                    <a:pt x="98280" y="237373"/>
                  </a:lnTo>
                  <a:lnTo>
                    <a:pt x="98780" y="237307"/>
                  </a:lnTo>
                  <a:lnTo>
                    <a:pt x="99623" y="236705"/>
                  </a:lnTo>
                  <a:lnTo>
                    <a:pt x="100111" y="235576"/>
                  </a:lnTo>
                  <a:lnTo>
                    <a:pt x="101032" y="235831"/>
                  </a:lnTo>
                  <a:lnTo>
                    <a:pt x="101454" y="235748"/>
                  </a:lnTo>
                  <a:lnTo>
                    <a:pt x="101978" y="235684"/>
                  </a:lnTo>
                  <a:lnTo>
                    <a:pt x="102158" y="235609"/>
                  </a:lnTo>
                  <a:lnTo>
                    <a:pt x="102879" y="235472"/>
                  </a:lnTo>
                  <a:lnTo>
                    <a:pt x="103091" y="235469"/>
                  </a:lnTo>
                  <a:lnTo>
                    <a:pt x="103336" y="235469"/>
                  </a:lnTo>
                  <a:lnTo>
                    <a:pt x="103501" y="235417"/>
                  </a:lnTo>
                  <a:lnTo>
                    <a:pt x="103907" y="235377"/>
                  </a:lnTo>
                  <a:lnTo>
                    <a:pt x="104085" y="235382"/>
                  </a:lnTo>
                  <a:lnTo>
                    <a:pt x="104241" y="235400"/>
                  </a:lnTo>
                  <a:lnTo>
                    <a:pt x="104935" y="235598"/>
                  </a:lnTo>
                  <a:lnTo>
                    <a:pt x="105087" y="235546"/>
                  </a:lnTo>
                  <a:lnTo>
                    <a:pt x="105257" y="235487"/>
                  </a:lnTo>
                  <a:lnTo>
                    <a:pt x="105427" y="235394"/>
                  </a:lnTo>
                  <a:lnTo>
                    <a:pt x="105777" y="235230"/>
                  </a:lnTo>
                  <a:lnTo>
                    <a:pt x="106087" y="235084"/>
                  </a:lnTo>
                  <a:lnTo>
                    <a:pt x="106334" y="234951"/>
                  </a:lnTo>
                  <a:lnTo>
                    <a:pt x="106741" y="234798"/>
                  </a:lnTo>
                  <a:lnTo>
                    <a:pt x="106932" y="234865"/>
                  </a:lnTo>
                  <a:lnTo>
                    <a:pt x="107075" y="235033"/>
                  </a:lnTo>
                  <a:lnTo>
                    <a:pt x="106898" y="235684"/>
                  </a:lnTo>
                  <a:lnTo>
                    <a:pt x="106384" y="236926"/>
                  </a:lnTo>
                  <a:lnTo>
                    <a:pt x="106332" y="237184"/>
                  </a:lnTo>
                  <a:lnTo>
                    <a:pt x="106394" y="237481"/>
                  </a:lnTo>
                  <a:lnTo>
                    <a:pt x="106525" y="237696"/>
                  </a:lnTo>
                  <a:lnTo>
                    <a:pt x="106758" y="237891"/>
                  </a:lnTo>
                  <a:lnTo>
                    <a:pt x="106993" y="237919"/>
                  </a:lnTo>
                  <a:lnTo>
                    <a:pt x="107238" y="237807"/>
                  </a:lnTo>
                  <a:lnTo>
                    <a:pt x="107471" y="237634"/>
                  </a:lnTo>
                  <a:lnTo>
                    <a:pt x="107926" y="237040"/>
                  </a:lnTo>
                  <a:lnTo>
                    <a:pt x="108478" y="236531"/>
                  </a:lnTo>
                  <a:lnTo>
                    <a:pt x="108807" y="236317"/>
                  </a:lnTo>
                  <a:lnTo>
                    <a:pt x="109022" y="236221"/>
                  </a:lnTo>
                  <a:lnTo>
                    <a:pt x="109375" y="236031"/>
                  </a:lnTo>
                  <a:lnTo>
                    <a:pt x="109595" y="235870"/>
                  </a:lnTo>
                  <a:lnTo>
                    <a:pt x="110383" y="235347"/>
                  </a:lnTo>
                  <a:lnTo>
                    <a:pt x="110537" y="235309"/>
                  </a:lnTo>
                  <a:lnTo>
                    <a:pt x="110761" y="235339"/>
                  </a:lnTo>
                  <a:lnTo>
                    <a:pt x="111061" y="235529"/>
                  </a:lnTo>
                  <a:lnTo>
                    <a:pt x="111281" y="235778"/>
                  </a:lnTo>
                  <a:lnTo>
                    <a:pt x="111379" y="235990"/>
                  </a:lnTo>
                  <a:lnTo>
                    <a:pt x="111759" y="237372"/>
                  </a:lnTo>
                  <a:lnTo>
                    <a:pt x="111916" y="237680"/>
                  </a:lnTo>
                  <a:lnTo>
                    <a:pt x="112580" y="239074"/>
                  </a:lnTo>
                  <a:lnTo>
                    <a:pt x="112653" y="239243"/>
                  </a:lnTo>
                  <a:lnTo>
                    <a:pt x="112757" y="239543"/>
                  </a:lnTo>
                  <a:lnTo>
                    <a:pt x="112895" y="239801"/>
                  </a:lnTo>
                  <a:lnTo>
                    <a:pt x="113139" y="239981"/>
                  </a:lnTo>
                  <a:lnTo>
                    <a:pt x="113297" y="240162"/>
                  </a:lnTo>
                  <a:lnTo>
                    <a:pt x="113782" y="240316"/>
                  </a:lnTo>
                  <a:lnTo>
                    <a:pt x="115020" y="240680"/>
                  </a:lnTo>
                  <a:lnTo>
                    <a:pt x="115291" y="240727"/>
                  </a:lnTo>
                  <a:lnTo>
                    <a:pt x="115455" y="240725"/>
                  </a:lnTo>
                  <a:lnTo>
                    <a:pt x="115723" y="240776"/>
                  </a:lnTo>
                  <a:lnTo>
                    <a:pt x="115989" y="240693"/>
                  </a:lnTo>
                  <a:lnTo>
                    <a:pt x="116215" y="240539"/>
                  </a:lnTo>
                  <a:lnTo>
                    <a:pt x="116455" y="240483"/>
                  </a:lnTo>
                  <a:lnTo>
                    <a:pt x="116716" y="240428"/>
                  </a:lnTo>
                  <a:lnTo>
                    <a:pt x="117081" y="240351"/>
                  </a:lnTo>
                  <a:lnTo>
                    <a:pt x="117585" y="240231"/>
                  </a:lnTo>
                  <a:lnTo>
                    <a:pt x="118197" y="240227"/>
                  </a:lnTo>
                  <a:lnTo>
                    <a:pt x="118701" y="240511"/>
                  </a:lnTo>
                  <a:lnTo>
                    <a:pt x="121402" y="240919"/>
                  </a:lnTo>
                  <a:lnTo>
                    <a:pt x="121709" y="240940"/>
                  </a:lnTo>
                  <a:lnTo>
                    <a:pt x="122082" y="240992"/>
                  </a:lnTo>
                  <a:lnTo>
                    <a:pt x="122265" y="241018"/>
                  </a:lnTo>
                  <a:lnTo>
                    <a:pt x="122666" y="241072"/>
                  </a:lnTo>
                  <a:lnTo>
                    <a:pt x="122921" y="241100"/>
                  </a:lnTo>
                  <a:lnTo>
                    <a:pt x="123339" y="241144"/>
                  </a:lnTo>
                  <a:lnTo>
                    <a:pt x="123325" y="240678"/>
                  </a:lnTo>
                  <a:lnTo>
                    <a:pt x="123306" y="240366"/>
                  </a:lnTo>
                  <a:lnTo>
                    <a:pt x="123252" y="239527"/>
                  </a:lnTo>
                  <a:lnTo>
                    <a:pt x="123226" y="239074"/>
                  </a:lnTo>
                  <a:lnTo>
                    <a:pt x="123228" y="238868"/>
                  </a:lnTo>
                  <a:lnTo>
                    <a:pt x="123219" y="238523"/>
                  </a:lnTo>
                  <a:lnTo>
                    <a:pt x="123256" y="237928"/>
                  </a:lnTo>
                  <a:lnTo>
                    <a:pt x="123336" y="237114"/>
                  </a:lnTo>
                  <a:lnTo>
                    <a:pt x="123362" y="236842"/>
                  </a:lnTo>
                  <a:lnTo>
                    <a:pt x="123402" y="236193"/>
                  </a:lnTo>
                  <a:lnTo>
                    <a:pt x="123437" y="235804"/>
                  </a:lnTo>
                  <a:lnTo>
                    <a:pt x="123479" y="235192"/>
                  </a:lnTo>
                  <a:lnTo>
                    <a:pt x="123526" y="234763"/>
                  </a:lnTo>
                  <a:lnTo>
                    <a:pt x="123571" y="234453"/>
                  </a:lnTo>
                  <a:lnTo>
                    <a:pt x="123641" y="234123"/>
                  </a:lnTo>
                  <a:lnTo>
                    <a:pt x="123678" y="233910"/>
                  </a:lnTo>
                  <a:lnTo>
                    <a:pt x="123751" y="233396"/>
                  </a:lnTo>
                  <a:lnTo>
                    <a:pt x="123857" y="232955"/>
                  </a:lnTo>
                  <a:lnTo>
                    <a:pt x="123948" y="232449"/>
                  </a:lnTo>
                  <a:lnTo>
                    <a:pt x="123974" y="232287"/>
                  </a:lnTo>
                  <a:lnTo>
                    <a:pt x="124039" y="232020"/>
                  </a:lnTo>
                  <a:lnTo>
                    <a:pt x="124105" y="231619"/>
                  </a:lnTo>
                  <a:lnTo>
                    <a:pt x="124159" y="231295"/>
                  </a:lnTo>
                  <a:lnTo>
                    <a:pt x="124342" y="230524"/>
                  </a:lnTo>
                  <a:lnTo>
                    <a:pt x="124478" y="229910"/>
                  </a:lnTo>
                  <a:lnTo>
                    <a:pt x="124513" y="229760"/>
                  </a:lnTo>
                  <a:lnTo>
                    <a:pt x="124644" y="229305"/>
                  </a:lnTo>
                  <a:lnTo>
                    <a:pt x="124719" y="228981"/>
                  </a:lnTo>
                  <a:lnTo>
                    <a:pt x="124823" y="228644"/>
                  </a:lnTo>
                  <a:lnTo>
                    <a:pt x="124982" y="228159"/>
                  </a:lnTo>
                  <a:lnTo>
                    <a:pt x="125141" y="227828"/>
                  </a:lnTo>
                  <a:lnTo>
                    <a:pt x="125235" y="227636"/>
                  </a:lnTo>
                  <a:lnTo>
                    <a:pt x="125423" y="227289"/>
                  </a:lnTo>
                  <a:lnTo>
                    <a:pt x="125491" y="227143"/>
                  </a:lnTo>
                  <a:lnTo>
                    <a:pt x="125664" y="226778"/>
                  </a:lnTo>
                  <a:lnTo>
                    <a:pt x="125751" y="226515"/>
                  </a:lnTo>
                  <a:lnTo>
                    <a:pt x="125910" y="225988"/>
                  </a:lnTo>
                  <a:lnTo>
                    <a:pt x="125990" y="225610"/>
                  </a:lnTo>
                  <a:lnTo>
                    <a:pt x="126025" y="225106"/>
                  </a:lnTo>
                  <a:lnTo>
                    <a:pt x="126035" y="224975"/>
                  </a:lnTo>
                  <a:lnTo>
                    <a:pt x="126025" y="224626"/>
                  </a:lnTo>
                  <a:lnTo>
                    <a:pt x="125948" y="224288"/>
                  </a:lnTo>
                  <a:lnTo>
                    <a:pt x="125892" y="224035"/>
                  </a:lnTo>
                  <a:lnTo>
                    <a:pt x="125805" y="223800"/>
                  </a:lnTo>
                  <a:lnTo>
                    <a:pt x="125786" y="223641"/>
                  </a:lnTo>
                  <a:lnTo>
                    <a:pt x="125751" y="223369"/>
                  </a:lnTo>
                  <a:lnTo>
                    <a:pt x="125723" y="223120"/>
                  </a:lnTo>
                  <a:lnTo>
                    <a:pt x="125706" y="222991"/>
                  </a:lnTo>
                  <a:lnTo>
                    <a:pt x="125685" y="222820"/>
                  </a:lnTo>
                  <a:lnTo>
                    <a:pt x="125603" y="222518"/>
                  </a:lnTo>
                  <a:lnTo>
                    <a:pt x="125540" y="222302"/>
                  </a:lnTo>
                  <a:lnTo>
                    <a:pt x="125472" y="222077"/>
                  </a:lnTo>
                  <a:lnTo>
                    <a:pt x="125442" y="221777"/>
                  </a:lnTo>
                  <a:lnTo>
                    <a:pt x="126175" y="221196"/>
                  </a:lnTo>
                  <a:lnTo>
                    <a:pt x="126879" y="220580"/>
                  </a:lnTo>
                  <a:lnTo>
                    <a:pt x="127007" y="220345"/>
                  </a:lnTo>
                  <a:lnTo>
                    <a:pt x="127116" y="220140"/>
                  </a:lnTo>
                  <a:lnTo>
                    <a:pt x="127346" y="219690"/>
                  </a:lnTo>
                  <a:lnTo>
                    <a:pt x="138752" y="223404"/>
                  </a:lnTo>
                  <a:lnTo>
                    <a:pt x="139102" y="223357"/>
                  </a:lnTo>
                  <a:lnTo>
                    <a:pt x="139185" y="224431"/>
                  </a:lnTo>
                  <a:lnTo>
                    <a:pt x="139326" y="224833"/>
                  </a:lnTo>
                  <a:lnTo>
                    <a:pt x="139692" y="225293"/>
                  </a:lnTo>
                  <a:lnTo>
                    <a:pt x="140030" y="225777"/>
                  </a:lnTo>
                  <a:lnTo>
                    <a:pt x="140126" y="225942"/>
                  </a:lnTo>
                  <a:lnTo>
                    <a:pt x="140327" y="225967"/>
                  </a:lnTo>
                  <a:lnTo>
                    <a:pt x="140570" y="226074"/>
                  </a:lnTo>
                  <a:lnTo>
                    <a:pt x="140728" y="226164"/>
                  </a:lnTo>
                  <a:lnTo>
                    <a:pt x="140997" y="226386"/>
                  </a:lnTo>
                  <a:lnTo>
                    <a:pt x="141328" y="226877"/>
                  </a:lnTo>
                  <a:lnTo>
                    <a:pt x="141328" y="227111"/>
                  </a:lnTo>
                  <a:lnTo>
                    <a:pt x="141356" y="227312"/>
                  </a:lnTo>
                  <a:lnTo>
                    <a:pt x="141504" y="227658"/>
                  </a:lnTo>
                  <a:lnTo>
                    <a:pt x="141568" y="227940"/>
                  </a:lnTo>
                  <a:lnTo>
                    <a:pt x="141638" y="228149"/>
                  </a:lnTo>
                  <a:lnTo>
                    <a:pt x="141660" y="228286"/>
                  </a:lnTo>
                  <a:lnTo>
                    <a:pt x="141685" y="228444"/>
                  </a:lnTo>
                  <a:lnTo>
                    <a:pt x="141709" y="228769"/>
                  </a:lnTo>
                  <a:lnTo>
                    <a:pt x="141752" y="228906"/>
                  </a:lnTo>
                  <a:lnTo>
                    <a:pt x="141907" y="229186"/>
                  </a:lnTo>
                  <a:lnTo>
                    <a:pt x="142064" y="229412"/>
                  </a:lnTo>
                  <a:lnTo>
                    <a:pt x="142159" y="229692"/>
                  </a:lnTo>
                  <a:lnTo>
                    <a:pt x="142230" y="229849"/>
                  </a:lnTo>
                  <a:lnTo>
                    <a:pt x="142673" y="230477"/>
                  </a:lnTo>
                  <a:lnTo>
                    <a:pt x="142817" y="230565"/>
                  </a:lnTo>
                  <a:lnTo>
                    <a:pt x="142754" y="230812"/>
                  </a:lnTo>
                  <a:lnTo>
                    <a:pt x="142314" y="232088"/>
                  </a:lnTo>
                  <a:lnTo>
                    <a:pt x="142254" y="232219"/>
                  </a:lnTo>
                  <a:lnTo>
                    <a:pt x="142211" y="232537"/>
                  </a:lnTo>
                  <a:lnTo>
                    <a:pt x="142000" y="232910"/>
                  </a:lnTo>
                  <a:lnTo>
                    <a:pt x="141959" y="233062"/>
                  </a:lnTo>
                  <a:lnTo>
                    <a:pt x="141925" y="233241"/>
                  </a:lnTo>
                  <a:lnTo>
                    <a:pt x="141906" y="233564"/>
                  </a:lnTo>
                  <a:lnTo>
                    <a:pt x="141804" y="233947"/>
                  </a:lnTo>
                  <a:lnTo>
                    <a:pt x="141716" y="234394"/>
                  </a:lnTo>
                  <a:lnTo>
                    <a:pt x="141799" y="234613"/>
                  </a:lnTo>
                  <a:lnTo>
                    <a:pt x="141925" y="235197"/>
                  </a:lnTo>
                  <a:lnTo>
                    <a:pt x="141715" y="235836"/>
                  </a:lnTo>
                  <a:lnTo>
                    <a:pt x="141622" y="236149"/>
                  </a:lnTo>
                  <a:lnTo>
                    <a:pt x="141615" y="236407"/>
                  </a:lnTo>
                  <a:lnTo>
                    <a:pt x="141706" y="236835"/>
                  </a:lnTo>
                  <a:lnTo>
                    <a:pt x="141670" y="236964"/>
                  </a:lnTo>
                  <a:lnTo>
                    <a:pt x="141694" y="237119"/>
                  </a:lnTo>
                  <a:lnTo>
                    <a:pt x="141947" y="238424"/>
                  </a:lnTo>
                  <a:lnTo>
                    <a:pt x="142785" y="239251"/>
                  </a:lnTo>
                  <a:lnTo>
                    <a:pt x="144554" y="241149"/>
                  </a:lnTo>
                  <a:lnTo>
                    <a:pt x="146141" y="242488"/>
                  </a:lnTo>
                  <a:lnTo>
                    <a:pt x="146753" y="243087"/>
                  </a:lnTo>
                  <a:lnTo>
                    <a:pt x="147336" y="243734"/>
                  </a:lnTo>
                  <a:lnTo>
                    <a:pt x="147479" y="243908"/>
                  </a:lnTo>
                  <a:lnTo>
                    <a:pt x="147744" y="244209"/>
                  </a:lnTo>
                  <a:lnTo>
                    <a:pt x="148316" y="244824"/>
                  </a:lnTo>
                  <a:lnTo>
                    <a:pt x="148714" y="245002"/>
                  </a:lnTo>
                  <a:lnTo>
                    <a:pt x="148976" y="245086"/>
                  </a:lnTo>
                  <a:lnTo>
                    <a:pt x="149576" y="245161"/>
                  </a:lnTo>
                  <a:lnTo>
                    <a:pt x="149936" y="245285"/>
                  </a:lnTo>
                  <a:lnTo>
                    <a:pt x="150166" y="245321"/>
                  </a:lnTo>
                  <a:lnTo>
                    <a:pt x="150474" y="245409"/>
                  </a:lnTo>
                  <a:lnTo>
                    <a:pt x="150811" y="245463"/>
                  </a:lnTo>
                  <a:lnTo>
                    <a:pt x="150951" y="245466"/>
                  </a:lnTo>
                  <a:lnTo>
                    <a:pt x="151204" y="245465"/>
                  </a:lnTo>
                  <a:lnTo>
                    <a:pt x="151494" y="245470"/>
                  </a:lnTo>
                  <a:lnTo>
                    <a:pt x="151794" y="245465"/>
                  </a:lnTo>
                  <a:lnTo>
                    <a:pt x="152012" y="245448"/>
                  </a:lnTo>
                  <a:lnTo>
                    <a:pt x="152282" y="245338"/>
                  </a:lnTo>
                  <a:lnTo>
                    <a:pt x="152677" y="245366"/>
                  </a:lnTo>
                  <a:lnTo>
                    <a:pt x="155116" y="249041"/>
                  </a:lnTo>
                  <a:lnTo>
                    <a:pt x="158317" y="257423"/>
                  </a:lnTo>
                  <a:lnTo>
                    <a:pt x="158386" y="257729"/>
                  </a:lnTo>
                  <a:lnTo>
                    <a:pt x="156290" y="258461"/>
                  </a:lnTo>
                  <a:lnTo>
                    <a:pt x="155913" y="258391"/>
                  </a:lnTo>
                  <a:lnTo>
                    <a:pt x="155383" y="258240"/>
                  </a:lnTo>
                  <a:lnTo>
                    <a:pt x="155105" y="258215"/>
                  </a:lnTo>
                  <a:lnTo>
                    <a:pt x="155047" y="258887"/>
                  </a:lnTo>
                  <a:lnTo>
                    <a:pt x="155059" y="259306"/>
                  </a:lnTo>
                  <a:lnTo>
                    <a:pt x="155056" y="259505"/>
                  </a:lnTo>
                  <a:lnTo>
                    <a:pt x="155049" y="259681"/>
                  </a:lnTo>
                  <a:lnTo>
                    <a:pt x="155037" y="259951"/>
                  </a:lnTo>
                  <a:lnTo>
                    <a:pt x="155002" y="260790"/>
                  </a:lnTo>
                  <a:lnTo>
                    <a:pt x="155007" y="260935"/>
                  </a:lnTo>
                  <a:lnTo>
                    <a:pt x="154995" y="261211"/>
                  </a:lnTo>
                  <a:lnTo>
                    <a:pt x="154969" y="261536"/>
                  </a:lnTo>
                  <a:lnTo>
                    <a:pt x="154953" y="261687"/>
                  </a:lnTo>
                  <a:lnTo>
                    <a:pt x="154928" y="261913"/>
                  </a:lnTo>
                  <a:lnTo>
                    <a:pt x="154930" y="262063"/>
                  </a:lnTo>
                  <a:lnTo>
                    <a:pt x="154932" y="262278"/>
                  </a:lnTo>
                  <a:lnTo>
                    <a:pt x="154931" y="263322"/>
                  </a:lnTo>
                  <a:lnTo>
                    <a:pt x="154924" y="263498"/>
                  </a:lnTo>
                  <a:lnTo>
                    <a:pt x="154794" y="263987"/>
                  </a:lnTo>
                  <a:lnTo>
                    <a:pt x="154856" y="264538"/>
                  </a:lnTo>
                  <a:lnTo>
                    <a:pt x="154999" y="264805"/>
                  </a:lnTo>
                  <a:lnTo>
                    <a:pt x="155676" y="265008"/>
                  </a:lnTo>
                  <a:lnTo>
                    <a:pt x="155887" y="265294"/>
                  </a:lnTo>
                  <a:lnTo>
                    <a:pt x="156042" y="265474"/>
                  </a:lnTo>
                  <a:lnTo>
                    <a:pt x="156204" y="265647"/>
                  </a:lnTo>
                  <a:lnTo>
                    <a:pt x="156339" y="265806"/>
                  </a:lnTo>
                  <a:lnTo>
                    <a:pt x="156541" y="266068"/>
                  </a:lnTo>
                  <a:lnTo>
                    <a:pt x="156740" y="266285"/>
                  </a:lnTo>
                  <a:lnTo>
                    <a:pt x="157088" y="266123"/>
                  </a:lnTo>
                  <a:lnTo>
                    <a:pt x="157357" y="265954"/>
                  </a:lnTo>
                  <a:lnTo>
                    <a:pt x="157521" y="265758"/>
                  </a:lnTo>
                  <a:lnTo>
                    <a:pt x="157675" y="265621"/>
                  </a:lnTo>
                  <a:lnTo>
                    <a:pt x="158644" y="265100"/>
                  </a:lnTo>
                  <a:lnTo>
                    <a:pt x="159255" y="264955"/>
                  </a:lnTo>
                  <a:lnTo>
                    <a:pt x="159409" y="264876"/>
                  </a:lnTo>
                  <a:lnTo>
                    <a:pt x="159578" y="264779"/>
                  </a:lnTo>
                  <a:lnTo>
                    <a:pt x="159858" y="264620"/>
                  </a:lnTo>
                  <a:lnTo>
                    <a:pt x="160017" y="264538"/>
                  </a:lnTo>
                  <a:lnTo>
                    <a:pt x="160251" y="264430"/>
                  </a:lnTo>
                  <a:lnTo>
                    <a:pt x="160379" y="264398"/>
                  </a:lnTo>
                  <a:lnTo>
                    <a:pt x="161731" y="261960"/>
                  </a:lnTo>
                  <a:lnTo>
                    <a:pt x="161652" y="261638"/>
                  </a:lnTo>
                  <a:lnTo>
                    <a:pt x="161769" y="261114"/>
                  </a:lnTo>
                  <a:lnTo>
                    <a:pt x="161798" y="260493"/>
                  </a:lnTo>
                  <a:lnTo>
                    <a:pt x="162824" y="260451"/>
                  </a:lnTo>
                  <a:lnTo>
                    <a:pt x="163415" y="260242"/>
                  </a:lnTo>
                  <a:lnTo>
                    <a:pt x="163782" y="260230"/>
                  </a:lnTo>
                  <a:lnTo>
                    <a:pt x="163984" y="260150"/>
                  </a:lnTo>
                  <a:lnTo>
                    <a:pt x="163977" y="259975"/>
                  </a:lnTo>
                  <a:lnTo>
                    <a:pt x="163991" y="259798"/>
                  </a:lnTo>
                  <a:lnTo>
                    <a:pt x="164002" y="259443"/>
                  </a:lnTo>
                  <a:lnTo>
                    <a:pt x="163827" y="258983"/>
                  </a:lnTo>
                  <a:lnTo>
                    <a:pt x="163900" y="258762"/>
                  </a:lnTo>
                  <a:lnTo>
                    <a:pt x="163748" y="258309"/>
                  </a:lnTo>
                  <a:lnTo>
                    <a:pt x="163809" y="258055"/>
                  </a:lnTo>
                  <a:lnTo>
                    <a:pt x="163753" y="257840"/>
                  </a:lnTo>
                  <a:lnTo>
                    <a:pt x="163700" y="257548"/>
                  </a:lnTo>
                  <a:lnTo>
                    <a:pt x="163658" y="257288"/>
                  </a:lnTo>
                  <a:lnTo>
                    <a:pt x="163595" y="257039"/>
                  </a:lnTo>
                  <a:lnTo>
                    <a:pt x="163560" y="256861"/>
                  </a:lnTo>
                  <a:lnTo>
                    <a:pt x="163526" y="256724"/>
                  </a:lnTo>
                  <a:lnTo>
                    <a:pt x="163479" y="256533"/>
                  </a:lnTo>
                  <a:lnTo>
                    <a:pt x="163338" y="256314"/>
                  </a:lnTo>
                  <a:lnTo>
                    <a:pt x="163276" y="256115"/>
                  </a:lnTo>
                  <a:lnTo>
                    <a:pt x="163149" y="255866"/>
                  </a:lnTo>
                  <a:lnTo>
                    <a:pt x="162812" y="255268"/>
                  </a:lnTo>
                  <a:lnTo>
                    <a:pt x="162540" y="254759"/>
                  </a:lnTo>
                  <a:lnTo>
                    <a:pt x="162942" y="254480"/>
                  </a:lnTo>
                  <a:lnTo>
                    <a:pt x="163240" y="254145"/>
                  </a:lnTo>
                  <a:lnTo>
                    <a:pt x="163742" y="253865"/>
                  </a:lnTo>
                  <a:lnTo>
                    <a:pt x="164018" y="253711"/>
                  </a:lnTo>
                  <a:lnTo>
                    <a:pt x="164157" y="253643"/>
                  </a:lnTo>
                  <a:lnTo>
                    <a:pt x="164410" y="253520"/>
                  </a:lnTo>
                  <a:lnTo>
                    <a:pt x="164654" y="253403"/>
                  </a:lnTo>
                  <a:lnTo>
                    <a:pt x="164836" y="253466"/>
                  </a:lnTo>
                  <a:lnTo>
                    <a:pt x="164978" y="253486"/>
                  </a:lnTo>
                  <a:lnTo>
                    <a:pt x="165207" y="253514"/>
                  </a:lnTo>
                  <a:lnTo>
                    <a:pt x="165700" y="253566"/>
                  </a:lnTo>
                  <a:lnTo>
                    <a:pt x="166153" y="253417"/>
                  </a:lnTo>
                  <a:lnTo>
                    <a:pt x="166545" y="253369"/>
                  </a:lnTo>
                  <a:lnTo>
                    <a:pt x="166684" y="253436"/>
                  </a:lnTo>
                  <a:lnTo>
                    <a:pt x="166891" y="253627"/>
                  </a:lnTo>
                  <a:lnTo>
                    <a:pt x="167130" y="253877"/>
                  </a:lnTo>
                  <a:lnTo>
                    <a:pt x="167351" y="253987"/>
                  </a:lnTo>
                  <a:lnTo>
                    <a:pt x="167584" y="253931"/>
                  </a:lnTo>
                  <a:lnTo>
                    <a:pt x="167827" y="253834"/>
                  </a:lnTo>
                  <a:lnTo>
                    <a:pt x="168049" y="253708"/>
                  </a:lnTo>
                  <a:lnTo>
                    <a:pt x="168800" y="253229"/>
                  </a:lnTo>
                  <a:lnTo>
                    <a:pt x="169118" y="253084"/>
                  </a:lnTo>
                  <a:lnTo>
                    <a:pt x="169327" y="252973"/>
                  </a:lnTo>
                  <a:lnTo>
                    <a:pt x="169706" y="252751"/>
                  </a:lnTo>
                  <a:lnTo>
                    <a:pt x="169912" y="252590"/>
                  </a:lnTo>
                  <a:lnTo>
                    <a:pt x="170309" y="252347"/>
                  </a:lnTo>
                  <a:lnTo>
                    <a:pt x="170702" y="251978"/>
                  </a:lnTo>
                  <a:lnTo>
                    <a:pt x="170964" y="251676"/>
                  </a:lnTo>
                  <a:lnTo>
                    <a:pt x="171311" y="251108"/>
                  </a:lnTo>
                  <a:lnTo>
                    <a:pt x="171573" y="250822"/>
                  </a:lnTo>
                  <a:lnTo>
                    <a:pt x="172177" y="250509"/>
                  </a:lnTo>
                  <a:lnTo>
                    <a:pt x="172530" y="250324"/>
                  </a:lnTo>
                  <a:lnTo>
                    <a:pt x="172794" y="250183"/>
                  </a:lnTo>
                  <a:lnTo>
                    <a:pt x="173187" y="249909"/>
                  </a:lnTo>
                  <a:lnTo>
                    <a:pt x="173483" y="249761"/>
                  </a:lnTo>
                  <a:lnTo>
                    <a:pt x="173748" y="249518"/>
                  </a:lnTo>
                  <a:lnTo>
                    <a:pt x="173907" y="249387"/>
                  </a:lnTo>
                  <a:lnTo>
                    <a:pt x="174058" y="249254"/>
                  </a:lnTo>
                  <a:lnTo>
                    <a:pt x="174281" y="249082"/>
                  </a:lnTo>
                  <a:lnTo>
                    <a:pt x="174548" y="248939"/>
                  </a:lnTo>
                  <a:lnTo>
                    <a:pt x="174972" y="248649"/>
                  </a:lnTo>
                  <a:lnTo>
                    <a:pt x="175205" y="248531"/>
                  </a:lnTo>
                  <a:lnTo>
                    <a:pt x="175384" y="248316"/>
                  </a:lnTo>
                  <a:lnTo>
                    <a:pt x="175630" y="247736"/>
                  </a:lnTo>
                  <a:lnTo>
                    <a:pt x="175179" y="245384"/>
                  </a:lnTo>
                  <a:lnTo>
                    <a:pt x="175317" y="245414"/>
                  </a:lnTo>
                  <a:lnTo>
                    <a:pt x="175694" y="245492"/>
                  </a:lnTo>
                  <a:lnTo>
                    <a:pt x="176045" y="245533"/>
                  </a:lnTo>
                  <a:lnTo>
                    <a:pt x="176359" y="245760"/>
                  </a:lnTo>
                  <a:lnTo>
                    <a:pt x="176674" y="245914"/>
                  </a:lnTo>
                  <a:lnTo>
                    <a:pt x="177026" y="246036"/>
                  </a:lnTo>
                  <a:lnTo>
                    <a:pt x="177252" y="246019"/>
                  </a:lnTo>
                  <a:lnTo>
                    <a:pt x="177556" y="245986"/>
                  </a:lnTo>
                  <a:lnTo>
                    <a:pt x="177766" y="245956"/>
                  </a:lnTo>
                  <a:lnTo>
                    <a:pt x="178068" y="245875"/>
                  </a:lnTo>
                  <a:lnTo>
                    <a:pt x="178191" y="246102"/>
                  </a:lnTo>
                  <a:lnTo>
                    <a:pt x="178645" y="246802"/>
                  </a:lnTo>
                  <a:lnTo>
                    <a:pt x="178826" y="247012"/>
                  </a:lnTo>
                  <a:lnTo>
                    <a:pt x="179142" y="247031"/>
                  </a:lnTo>
                  <a:lnTo>
                    <a:pt x="179364" y="247071"/>
                  </a:lnTo>
                  <a:lnTo>
                    <a:pt x="179505" y="247066"/>
                  </a:lnTo>
                  <a:lnTo>
                    <a:pt x="179730" y="247057"/>
                  </a:lnTo>
                  <a:lnTo>
                    <a:pt x="179997" y="247044"/>
                  </a:lnTo>
                  <a:lnTo>
                    <a:pt x="180202" y="247092"/>
                  </a:lnTo>
                  <a:lnTo>
                    <a:pt x="180502" y="247166"/>
                  </a:lnTo>
                  <a:lnTo>
                    <a:pt x="181006" y="247367"/>
                  </a:lnTo>
                  <a:lnTo>
                    <a:pt x="181636" y="247492"/>
                  </a:lnTo>
                  <a:lnTo>
                    <a:pt x="182209" y="247721"/>
                  </a:lnTo>
                  <a:lnTo>
                    <a:pt x="182530" y="247829"/>
                  </a:lnTo>
                  <a:lnTo>
                    <a:pt x="183093" y="247944"/>
                  </a:lnTo>
                  <a:lnTo>
                    <a:pt x="183294" y="248008"/>
                  </a:lnTo>
                  <a:lnTo>
                    <a:pt x="183425" y="248051"/>
                  </a:lnTo>
                  <a:lnTo>
                    <a:pt x="183581" y="248104"/>
                  </a:lnTo>
                  <a:lnTo>
                    <a:pt x="183943" y="248226"/>
                  </a:lnTo>
                  <a:lnTo>
                    <a:pt x="184155" y="248340"/>
                  </a:lnTo>
                  <a:lnTo>
                    <a:pt x="184398" y="248472"/>
                  </a:lnTo>
                  <a:lnTo>
                    <a:pt x="184639" y="248543"/>
                  </a:lnTo>
                  <a:lnTo>
                    <a:pt x="184827" y="248603"/>
                  </a:lnTo>
                  <a:lnTo>
                    <a:pt x="185075" y="248683"/>
                  </a:lnTo>
                  <a:lnTo>
                    <a:pt x="185474" y="248831"/>
                  </a:lnTo>
                  <a:lnTo>
                    <a:pt x="185749" y="248960"/>
                  </a:lnTo>
                  <a:lnTo>
                    <a:pt x="186058" y="249140"/>
                  </a:lnTo>
                  <a:lnTo>
                    <a:pt x="186318" y="249395"/>
                  </a:lnTo>
                  <a:lnTo>
                    <a:pt x="186499" y="249512"/>
                  </a:lnTo>
                  <a:lnTo>
                    <a:pt x="186638" y="249556"/>
                  </a:lnTo>
                  <a:lnTo>
                    <a:pt x="186855" y="249659"/>
                  </a:lnTo>
                  <a:lnTo>
                    <a:pt x="187105" y="249829"/>
                  </a:lnTo>
                  <a:lnTo>
                    <a:pt x="187311" y="249944"/>
                  </a:lnTo>
                  <a:lnTo>
                    <a:pt x="187444" y="250039"/>
                  </a:lnTo>
                  <a:lnTo>
                    <a:pt x="187582" y="250133"/>
                  </a:lnTo>
                  <a:lnTo>
                    <a:pt x="188038" y="250386"/>
                  </a:lnTo>
                  <a:lnTo>
                    <a:pt x="187979" y="250690"/>
                  </a:lnTo>
                  <a:lnTo>
                    <a:pt x="187909" y="251052"/>
                  </a:lnTo>
                  <a:lnTo>
                    <a:pt x="187777" y="251515"/>
                  </a:lnTo>
                  <a:lnTo>
                    <a:pt x="187416" y="252066"/>
                  </a:lnTo>
                  <a:lnTo>
                    <a:pt x="187371" y="252667"/>
                  </a:lnTo>
                  <a:lnTo>
                    <a:pt x="187305" y="253571"/>
                  </a:lnTo>
                  <a:lnTo>
                    <a:pt x="187219" y="254797"/>
                  </a:lnTo>
                  <a:lnTo>
                    <a:pt x="187171" y="255531"/>
                  </a:lnTo>
                  <a:lnTo>
                    <a:pt x="187120" y="256215"/>
                  </a:lnTo>
                  <a:lnTo>
                    <a:pt x="187061" y="257107"/>
                  </a:lnTo>
                  <a:lnTo>
                    <a:pt x="186998" y="257607"/>
                  </a:lnTo>
                  <a:lnTo>
                    <a:pt x="186959" y="258082"/>
                  </a:lnTo>
                  <a:lnTo>
                    <a:pt x="186899" y="258660"/>
                  </a:lnTo>
                  <a:lnTo>
                    <a:pt x="186839" y="259246"/>
                  </a:lnTo>
                  <a:lnTo>
                    <a:pt x="186966" y="259925"/>
                  </a:lnTo>
                  <a:lnTo>
                    <a:pt x="187265" y="259518"/>
                  </a:lnTo>
                  <a:lnTo>
                    <a:pt x="189562" y="258346"/>
                  </a:lnTo>
                  <a:lnTo>
                    <a:pt x="192802" y="256695"/>
                  </a:lnTo>
                  <a:lnTo>
                    <a:pt x="193419" y="256342"/>
                  </a:lnTo>
                  <a:lnTo>
                    <a:pt x="194309" y="255834"/>
                  </a:lnTo>
                  <a:lnTo>
                    <a:pt x="195195" y="255329"/>
                  </a:lnTo>
                  <a:lnTo>
                    <a:pt x="196249" y="255235"/>
                  </a:lnTo>
                  <a:lnTo>
                    <a:pt x="196699" y="255195"/>
                  </a:lnTo>
                  <a:lnTo>
                    <a:pt x="199441" y="254956"/>
                  </a:lnTo>
                  <a:lnTo>
                    <a:pt x="202437" y="254693"/>
                  </a:lnTo>
                  <a:lnTo>
                    <a:pt x="204580" y="254505"/>
                  </a:lnTo>
                  <a:lnTo>
                    <a:pt x="205473" y="254353"/>
                  </a:lnTo>
                  <a:lnTo>
                    <a:pt x="206350" y="253315"/>
                  </a:lnTo>
                  <a:lnTo>
                    <a:pt x="207508" y="250807"/>
                  </a:lnTo>
                  <a:lnTo>
                    <a:pt x="208283" y="248242"/>
                  </a:lnTo>
                  <a:lnTo>
                    <a:pt x="208703" y="245974"/>
                  </a:lnTo>
                  <a:lnTo>
                    <a:pt x="208780" y="245561"/>
                  </a:lnTo>
                  <a:lnTo>
                    <a:pt x="210381" y="242924"/>
                  </a:lnTo>
                  <a:lnTo>
                    <a:pt x="215962" y="242885"/>
                  </a:lnTo>
                  <a:lnTo>
                    <a:pt x="217078" y="242877"/>
                  </a:lnTo>
                  <a:lnTo>
                    <a:pt x="217345" y="242544"/>
                  </a:lnTo>
                  <a:lnTo>
                    <a:pt x="217358" y="242328"/>
                  </a:lnTo>
                  <a:lnTo>
                    <a:pt x="217894" y="241318"/>
                  </a:lnTo>
                  <a:lnTo>
                    <a:pt x="217596" y="241304"/>
                  </a:lnTo>
                  <a:lnTo>
                    <a:pt x="216866" y="239152"/>
                  </a:lnTo>
                  <a:lnTo>
                    <a:pt x="216732" y="238215"/>
                  </a:lnTo>
                  <a:lnTo>
                    <a:pt x="216800" y="237764"/>
                  </a:lnTo>
                  <a:lnTo>
                    <a:pt x="216842" y="237366"/>
                  </a:lnTo>
                  <a:lnTo>
                    <a:pt x="216862" y="237222"/>
                  </a:lnTo>
                  <a:lnTo>
                    <a:pt x="216985" y="237000"/>
                  </a:lnTo>
                  <a:lnTo>
                    <a:pt x="216957" y="236791"/>
                  </a:lnTo>
                  <a:lnTo>
                    <a:pt x="216994" y="235703"/>
                  </a:lnTo>
                  <a:lnTo>
                    <a:pt x="216983" y="235544"/>
                  </a:lnTo>
                  <a:lnTo>
                    <a:pt x="216967" y="235373"/>
                  </a:lnTo>
                  <a:lnTo>
                    <a:pt x="216961" y="235115"/>
                  </a:lnTo>
                  <a:lnTo>
                    <a:pt x="216980" y="234698"/>
                  </a:lnTo>
                  <a:lnTo>
                    <a:pt x="216950" y="233728"/>
                  </a:lnTo>
                  <a:lnTo>
                    <a:pt x="216634" y="233010"/>
                  </a:lnTo>
                  <a:lnTo>
                    <a:pt x="216624" y="232824"/>
                  </a:lnTo>
                  <a:lnTo>
                    <a:pt x="216564" y="232598"/>
                  </a:lnTo>
                  <a:lnTo>
                    <a:pt x="216774" y="231319"/>
                  </a:lnTo>
                  <a:lnTo>
                    <a:pt x="216162" y="230245"/>
                  </a:lnTo>
                  <a:lnTo>
                    <a:pt x="216126" y="230041"/>
                  </a:lnTo>
                  <a:lnTo>
                    <a:pt x="215972" y="229791"/>
                  </a:lnTo>
                  <a:lnTo>
                    <a:pt x="215788" y="229456"/>
                  </a:lnTo>
                  <a:lnTo>
                    <a:pt x="215746" y="229265"/>
                  </a:lnTo>
                  <a:lnTo>
                    <a:pt x="215739" y="229073"/>
                  </a:lnTo>
                  <a:lnTo>
                    <a:pt x="215957" y="227389"/>
                  </a:lnTo>
                  <a:lnTo>
                    <a:pt x="216127" y="227285"/>
                  </a:lnTo>
                  <a:lnTo>
                    <a:pt x="216287" y="227167"/>
                  </a:lnTo>
                  <a:lnTo>
                    <a:pt x="216434" y="227033"/>
                  </a:lnTo>
                  <a:lnTo>
                    <a:pt x="216569" y="226887"/>
                  </a:lnTo>
                  <a:lnTo>
                    <a:pt x="216793" y="226559"/>
                  </a:lnTo>
                  <a:lnTo>
                    <a:pt x="216882" y="226381"/>
                  </a:lnTo>
                  <a:lnTo>
                    <a:pt x="216953" y="226195"/>
                  </a:lnTo>
                  <a:lnTo>
                    <a:pt x="217006" y="226003"/>
                  </a:lnTo>
                  <a:lnTo>
                    <a:pt x="216975" y="224268"/>
                  </a:lnTo>
                  <a:lnTo>
                    <a:pt x="216965" y="224128"/>
                  </a:lnTo>
                  <a:lnTo>
                    <a:pt x="217014" y="223950"/>
                  </a:lnTo>
                  <a:lnTo>
                    <a:pt x="217028" y="223804"/>
                  </a:lnTo>
                  <a:lnTo>
                    <a:pt x="216893" y="223595"/>
                  </a:lnTo>
                  <a:lnTo>
                    <a:pt x="216956" y="223398"/>
                  </a:lnTo>
                  <a:lnTo>
                    <a:pt x="216904" y="221992"/>
                  </a:lnTo>
                  <a:lnTo>
                    <a:pt x="216827" y="221683"/>
                  </a:lnTo>
                  <a:lnTo>
                    <a:pt x="216469" y="220120"/>
                  </a:lnTo>
                  <a:lnTo>
                    <a:pt x="216452" y="219824"/>
                  </a:lnTo>
                  <a:lnTo>
                    <a:pt x="216415" y="219530"/>
                  </a:lnTo>
                  <a:lnTo>
                    <a:pt x="216349" y="219185"/>
                  </a:lnTo>
                  <a:lnTo>
                    <a:pt x="216330" y="219023"/>
                  </a:lnTo>
                  <a:lnTo>
                    <a:pt x="216330" y="218861"/>
                  </a:lnTo>
                  <a:lnTo>
                    <a:pt x="216348" y="218700"/>
                  </a:lnTo>
                  <a:lnTo>
                    <a:pt x="216424" y="218428"/>
                  </a:lnTo>
                  <a:lnTo>
                    <a:pt x="216481" y="218206"/>
                  </a:lnTo>
                  <a:lnTo>
                    <a:pt x="216519" y="217979"/>
                  </a:lnTo>
                  <a:lnTo>
                    <a:pt x="216539" y="217750"/>
                  </a:lnTo>
                  <a:lnTo>
                    <a:pt x="216539" y="217521"/>
                  </a:lnTo>
                  <a:lnTo>
                    <a:pt x="216522" y="217292"/>
                  </a:lnTo>
                  <a:lnTo>
                    <a:pt x="213988" y="213538"/>
                  </a:lnTo>
                  <a:lnTo>
                    <a:pt x="213951" y="213393"/>
                  </a:lnTo>
                  <a:lnTo>
                    <a:pt x="213960" y="212847"/>
                  </a:lnTo>
                  <a:lnTo>
                    <a:pt x="213878" y="212611"/>
                  </a:lnTo>
                  <a:lnTo>
                    <a:pt x="213561" y="211904"/>
                  </a:lnTo>
                  <a:lnTo>
                    <a:pt x="213383" y="211792"/>
                  </a:lnTo>
                  <a:lnTo>
                    <a:pt x="213217" y="211665"/>
                  </a:lnTo>
                  <a:lnTo>
                    <a:pt x="213062" y="211523"/>
                  </a:lnTo>
                  <a:lnTo>
                    <a:pt x="212921" y="211368"/>
                  </a:lnTo>
                  <a:lnTo>
                    <a:pt x="212502" y="210725"/>
                  </a:lnTo>
                  <a:lnTo>
                    <a:pt x="212381" y="210555"/>
                  </a:lnTo>
                  <a:lnTo>
                    <a:pt x="212275" y="210374"/>
                  </a:lnTo>
                  <a:lnTo>
                    <a:pt x="212185" y="210184"/>
                  </a:lnTo>
                  <a:lnTo>
                    <a:pt x="211628" y="209037"/>
                  </a:lnTo>
                  <a:lnTo>
                    <a:pt x="211605" y="208894"/>
                  </a:lnTo>
                  <a:lnTo>
                    <a:pt x="207286" y="206850"/>
                  </a:lnTo>
                  <a:lnTo>
                    <a:pt x="207216" y="206664"/>
                  </a:lnTo>
                  <a:lnTo>
                    <a:pt x="207129" y="206485"/>
                  </a:lnTo>
                  <a:lnTo>
                    <a:pt x="207041" y="206338"/>
                  </a:lnTo>
                  <a:lnTo>
                    <a:pt x="206636" y="205768"/>
                  </a:lnTo>
                  <a:lnTo>
                    <a:pt x="206045" y="204958"/>
                  </a:lnTo>
                  <a:lnTo>
                    <a:pt x="205641" y="204107"/>
                  </a:lnTo>
                  <a:lnTo>
                    <a:pt x="205035" y="203193"/>
                  </a:lnTo>
                  <a:lnTo>
                    <a:pt x="205074" y="202713"/>
                  </a:lnTo>
                  <a:lnTo>
                    <a:pt x="205469" y="202067"/>
                  </a:lnTo>
                  <a:lnTo>
                    <a:pt x="205002" y="201500"/>
                  </a:lnTo>
                  <a:lnTo>
                    <a:pt x="205064" y="200678"/>
                  </a:lnTo>
                  <a:lnTo>
                    <a:pt x="205207" y="200403"/>
                  </a:lnTo>
                  <a:lnTo>
                    <a:pt x="205377" y="199991"/>
                  </a:lnTo>
                  <a:lnTo>
                    <a:pt x="205404" y="199802"/>
                  </a:lnTo>
                  <a:lnTo>
                    <a:pt x="205429" y="199603"/>
                  </a:lnTo>
                  <a:lnTo>
                    <a:pt x="205515" y="199147"/>
                  </a:lnTo>
                  <a:lnTo>
                    <a:pt x="205444" y="198820"/>
                  </a:lnTo>
                  <a:lnTo>
                    <a:pt x="205472" y="198584"/>
                  </a:lnTo>
                  <a:lnTo>
                    <a:pt x="203195" y="182231"/>
                  </a:lnTo>
                  <a:lnTo>
                    <a:pt x="203544" y="181687"/>
                  </a:lnTo>
                  <a:lnTo>
                    <a:pt x="203628" y="181532"/>
                  </a:lnTo>
                  <a:lnTo>
                    <a:pt x="204144" y="180899"/>
                  </a:lnTo>
                  <a:lnTo>
                    <a:pt x="204370" y="180590"/>
                  </a:lnTo>
                  <a:lnTo>
                    <a:pt x="204081" y="180271"/>
                  </a:lnTo>
                  <a:lnTo>
                    <a:pt x="203848" y="179884"/>
                  </a:lnTo>
                  <a:lnTo>
                    <a:pt x="203985" y="179646"/>
                  </a:lnTo>
                  <a:lnTo>
                    <a:pt x="204179" y="179280"/>
                  </a:lnTo>
                  <a:lnTo>
                    <a:pt x="204064" y="178904"/>
                  </a:lnTo>
                  <a:lnTo>
                    <a:pt x="203873" y="178500"/>
                  </a:lnTo>
                  <a:lnTo>
                    <a:pt x="203761" y="178254"/>
                  </a:lnTo>
                  <a:lnTo>
                    <a:pt x="203678" y="178040"/>
                  </a:lnTo>
                  <a:lnTo>
                    <a:pt x="202894" y="177189"/>
                  </a:lnTo>
                  <a:lnTo>
                    <a:pt x="202921" y="177033"/>
                  </a:lnTo>
                  <a:lnTo>
                    <a:pt x="202938" y="176865"/>
                  </a:lnTo>
                  <a:lnTo>
                    <a:pt x="202996" y="176571"/>
                  </a:lnTo>
                  <a:lnTo>
                    <a:pt x="203000" y="176345"/>
                  </a:lnTo>
                  <a:lnTo>
                    <a:pt x="201766" y="174860"/>
                  </a:lnTo>
                  <a:lnTo>
                    <a:pt x="201553" y="174562"/>
                  </a:lnTo>
                  <a:lnTo>
                    <a:pt x="201418" y="174366"/>
                  </a:lnTo>
                  <a:lnTo>
                    <a:pt x="201061" y="173868"/>
                  </a:lnTo>
                  <a:lnTo>
                    <a:pt x="201025" y="173641"/>
                  </a:lnTo>
                  <a:lnTo>
                    <a:pt x="201038" y="173439"/>
                  </a:lnTo>
                  <a:lnTo>
                    <a:pt x="201139" y="173090"/>
                  </a:lnTo>
                  <a:lnTo>
                    <a:pt x="201259" y="172655"/>
                  </a:lnTo>
                  <a:lnTo>
                    <a:pt x="201301" y="172356"/>
                  </a:lnTo>
                  <a:lnTo>
                    <a:pt x="201456" y="171371"/>
                  </a:lnTo>
                  <a:lnTo>
                    <a:pt x="201731" y="170577"/>
                  </a:lnTo>
                  <a:lnTo>
                    <a:pt x="203295" y="166898"/>
                  </a:lnTo>
                  <a:lnTo>
                    <a:pt x="203331" y="166676"/>
                  </a:lnTo>
                  <a:lnTo>
                    <a:pt x="203419" y="166291"/>
                  </a:lnTo>
                  <a:lnTo>
                    <a:pt x="204229" y="164951"/>
                  </a:lnTo>
                  <a:lnTo>
                    <a:pt x="204392" y="164690"/>
                  </a:lnTo>
                  <a:lnTo>
                    <a:pt x="204471" y="164543"/>
                  </a:lnTo>
                  <a:lnTo>
                    <a:pt x="204578" y="164352"/>
                  </a:lnTo>
                  <a:lnTo>
                    <a:pt x="205070" y="163908"/>
                  </a:lnTo>
                  <a:lnTo>
                    <a:pt x="205548" y="163919"/>
                  </a:lnTo>
                  <a:lnTo>
                    <a:pt x="206324" y="163917"/>
                  </a:lnTo>
                  <a:lnTo>
                    <a:pt x="206734" y="163572"/>
                  </a:lnTo>
                  <a:lnTo>
                    <a:pt x="206852" y="163341"/>
                  </a:lnTo>
                  <a:lnTo>
                    <a:pt x="206979" y="163075"/>
                  </a:lnTo>
                  <a:lnTo>
                    <a:pt x="207099" y="162555"/>
                  </a:lnTo>
                  <a:lnTo>
                    <a:pt x="207199" y="161983"/>
                  </a:lnTo>
                  <a:lnTo>
                    <a:pt x="207272" y="161537"/>
                  </a:lnTo>
                  <a:lnTo>
                    <a:pt x="207353" y="161120"/>
                  </a:lnTo>
                  <a:lnTo>
                    <a:pt x="207452" y="160702"/>
                  </a:lnTo>
                  <a:lnTo>
                    <a:pt x="207804" y="158375"/>
                  </a:lnTo>
                  <a:lnTo>
                    <a:pt x="205796" y="156832"/>
                  </a:lnTo>
                  <a:lnTo>
                    <a:pt x="205314" y="156282"/>
                  </a:lnTo>
                  <a:lnTo>
                    <a:pt x="205763" y="154665"/>
                  </a:lnTo>
                  <a:lnTo>
                    <a:pt x="205790" y="154002"/>
                  </a:lnTo>
                  <a:lnTo>
                    <a:pt x="205877" y="153149"/>
                  </a:lnTo>
                  <a:lnTo>
                    <a:pt x="205910" y="151493"/>
                  </a:lnTo>
                  <a:lnTo>
                    <a:pt x="206003" y="150958"/>
                  </a:lnTo>
                  <a:lnTo>
                    <a:pt x="206026" y="150210"/>
                  </a:lnTo>
                  <a:lnTo>
                    <a:pt x="205998" y="150037"/>
                  </a:lnTo>
                  <a:lnTo>
                    <a:pt x="206008" y="149872"/>
                  </a:lnTo>
                  <a:lnTo>
                    <a:pt x="206019" y="149729"/>
                  </a:lnTo>
                  <a:lnTo>
                    <a:pt x="206040" y="149344"/>
                  </a:lnTo>
                  <a:lnTo>
                    <a:pt x="206047" y="148862"/>
                  </a:lnTo>
                  <a:lnTo>
                    <a:pt x="205923" y="148598"/>
                  </a:lnTo>
                  <a:lnTo>
                    <a:pt x="205822" y="148370"/>
                  </a:lnTo>
                  <a:lnTo>
                    <a:pt x="205696" y="148118"/>
                  </a:lnTo>
                  <a:lnTo>
                    <a:pt x="205529" y="147809"/>
                  </a:lnTo>
                  <a:lnTo>
                    <a:pt x="205486" y="147581"/>
                  </a:lnTo>
                  <a:lnTo>
                    <a:pt x="205579" y="147177"/>
                  </a:lnTo>
                  <a:lnTo>
                    <a:pt x="205278" y="147254"/>
                  </a:lnTo>
                  <a:lnTo>
                    <a:pt x="204916" y="147646"/>
                  </a:lnTo>
                  <a:lnTo>
                    <a:pt x="204680" y="147963"/>
                  </a:lnTo>
                  <a:lnTo>
                    <a:pt x="204562" y="148096"/>
                  </a:lnTo>
                  <a:lnTo>
                    <a:pt x="204364" y="148359"/>
                  </a:lnTo>
                  <a:lnTo>
                    <a:pt x="203713" y="148860"/>
                  </a:lnTo>
                  <a:lnTo>
                    <a:pt x="203151" y="149138"/>
                  </a:lnTo>
                  <a:lnTo>
                    <a:pt x="202858" y="149305"/>
                  </a:lnTo>
                  <a:lnTo>
                    <a:pt x="202504" y="149502"/>
                  </a:lnTo>
                  <a:lnTo>
                    <a:pt x="201846" y="149320"/>
                  </a:lnTo>
                  <a:lnTo>
                    <a:pt x="201403" y="148457"/>
                  </a:lnTo>
                  <a:lnTo>
                    <a:pt x="201706" y="147901"/>
                  </a:lnTo>
                  <a:lnTo>
                    <a:pt x="201736" y="146503"/>
                  </a:lnTo>
                  <a:lnTo>
                    <a:pt x="201592" y="145284"/>
                  </a:lnTo>
                  <a:lnTo>
                    <a:pt x="202017" y="143837"/>
                  </a:lnTo>
                  <a:lnTo>
                    <a:pt x="201474" y="142586"/>
                  </a:lnTo>
                  <a:lnTo>
                    <a:pt x="201497" y="142420"/>
                  </a:lnTo>
                  <a:lnTo>
                    <a:pt x="201064" y="141780"/>
                  </a:lnTo>
                  <a:lnTo>
                    <a:pt x="201022" y="140994"/>
                  </a:lnTo>
                  <a:lnTo>
                    <a:pt x="200813" y="140276"/>
                  </a:lnTo>
                  <a:lnTo>
                    <a:pt x="199661" y="138115"/>
                  </a:lnTo>
                  <a:lnTo>
                    <a:pt x="198372" y="137277"/>
                  </a:lnTo>
                  <a:lnTo>
                    <a:pt x="197627" y="136877"/>
                  </a:lnTo>
                  <a:lnTo>
                    <a:pt x="197462" y="136811"/>
                  </a:lnTo>
                  <a:lnTo>
                    <a:pt x="197092" y="136758"/>
                  </a:lnTo>
                  <a:lnTo>
                    <a:pt x="196471" y="136757"/>
                  </a:lnTo>
                  <a:lnTo>
                    <a:pt x="196306" y="136764"/>
                  </a:lnTo>
                  <a:lnTo>
                    <a:pt x="196158" y="136777"/>
                  </a:lnTo>
                  <a:lnTo>
                    <a:pt x="190122" y="132482"/>
                  </a:lnTo>
                  <a:lnTo>
                    <a:pt x="189717" y="132462"/>
                  </a:lnTo>
                  <a:lnTo>
                    <a:pt x="187667" y="131345"/>
                  </a:lnTo>
                  <a:lnTo>
                    <a:pt x="186307" y="130192"/>
                  </a:lnTo>
                  <a:lnTo>
                    <a:pt x="186031" y="129955"/>
                  </a:lnTo>
                  <a:lnTo>
                    <a:pt x="183205" y="127416"/>
                  </a:lnTo>
                  <a:lnTo>
                    <a:pt x="180239" y="122930"/>
                  </a:lnTo>
                  <a:lnTo>
                    <a:pt x="177478" y="119320"/>
                  </a:lnTo>
                  <a:lnTo>
                    <a:pt x="177003" y="107533"/>
                  </a:lnTo>
                  <a:lnTo>
                    <a:pt x="176991" y="106991"/>
                  </a:lnTo>
                  <a:lnTo>
                    <a:pt x="177024" y="106809"/>
                  </a:lnTo>
                  <a:lnTo>
                    <a:pt x="177207" y="106745"/>
                  </a:lnTo>
                  <a:lnTo>
                    <a:pt x="177207" y="105941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tx22"/>
            <p:cNvSpPr/>
            <p:nvPr/>
          </p:nvSpPr>
          <p:spPr>
            <a:xfrm>
              <a:off x="1472222" y="5213437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</a:t>
              </a:r>
            </a:p>
          </p:txBody>
        </p:sp>
        <p:sp>
          <p:nvSpPr>
            <p:cNvPr id="23" name="tx23"/>
            <p:cNvSpPr/>
            <p:nvPr/>
          </p:nvSpPr>
          <p:spPr>
            <a:xfrm>
              <a:off x="1625427" y="5499385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</a:t>
              </a:r>
            </a:p>
          </p:txBody>
        </p:sp>
        <p:sp>
          <p:nvSpPr>
            <p:cNvPr id="24" name="tx24"/>
            <p:cNvSpPr/>
            <p:nvPr/>
          </p:nvSpPr>
          <p:spPr>
            <a:xfrm>
              <a:off x="1025379" y="5516663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</a:t>
              </a:r>
            </a:p>
          </p:txBody>
        </p:sp>
        <p:sp>
          <p:nvSpPr>
            <p:cNvPr id="25" name="tx25"/>
            <p:cNvSpPr/>
            <p:nvPr/>
          </p:nvSpPr>
          <p:spPr>
            <a:xfrm>
              <a:off x="2146530" y="3412460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1700707" y="4285795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</a:t>
              </a:r>
            </a:p>
          </p:txBody>
        </p:sp>
        <p:sp>
          <p:nvSpPr>
            <p:cNvPr id="27" name="tx27"/>
            <p:cNvSpPr/>
            <p:nvPr/>
          </p:nvSpPr>
          <p:spPr>
            <a:xfrm>
              <a:off x="1690063" y="4967281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4012844" y="3441644"/>
              <a:ext cx="5591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pic>
          <p:nvPicPr>
            <p:cNvPr id="29" name="pic2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12844" y="3625990"/>
              <a:ext cx="219455" cy="1097280"/>
            </a:xfrm>
            <a:prstGeom prst="rect">
              <a:avLst/>
            </a:prstGeom>
          </p:spPr>
        </p:pic>
        <p:sp>
          <p:nvSpPr>
            <p:cNvPr id="30" name="pl30"/>
            <p:cNvSpPr/>
            <p:nvPr/>
          </p:nvSpPr>
          <p:spPr>
            <a:xfrm>
              <a:off x="4188409" y="472144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4188409" y="437092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4188409" y="40204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4188409" y="366988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4012844" y="472144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4012844" y="437092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4012844" y="40204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4012844" y="366988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tx38"/>
            <p:cNvSpPr/>
            <p:nvPr/>
          </p:nvSpPr>
          <p:spPr>
            <a:xfrm>
              <a:off x="4301889" y="4681437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4301889" y="433091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40" name="tx40"/>
            <p:cNvSpPr/>
            <p:nvPr/>
          </p:nvSpPr>
          <p:spPr>
            <a:xfrm>
              <a:off x="4301889" y="3980397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41" name="tx41"/>
            <p:cNvSpPr/>
            <p:nvPr/>
          </p:nvSpPr>
          <p:spPr>
            <a:xfrm>
              <a:off x="4301889" y="3629877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150</a:t>
              </a:r>
            </a:p>
          </p:txBody>
        </p:sp>
        <p:sp>
          <p:nvSpPr>
            <p:cNvPr id="42" name="tx42"/>
            <p:cNvSpPr/>
            <p:nvPr/>
          </p:nvSpPr>
          <p:spPr>
            <a:xfrm>
              <a:off x="790762" y="1964140"/>
              <a:ext cx="146468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Sesong 2024/25 (n=15)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790762" y="1739378"/>
              <a:ext cx="112663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Fylkesfordeling</a:t>
              </a:r>
            </a:p>
          </p:txBody>
        </p:sp>
        <p:sp>
          <p:nvSpPr>
            <p:cNvPr id="44" name="pg44"/>
            <p:cNvSpPr/>
            <p:nvPr/>
          </p:nvSpPr>
          <p:spPr>
            <a:xfrm>
              <a:off x="6177439" y="2529960"/>
              <a:ext cx="660029" cy="629858"/>
            </a:xfrm>
            <a:custGeom>
              <a:avLst/>
              <a:pathLst>
                <a:path w="660029" h="629858">
                  <a:moveTo>
                    <a:pt x="192356" y="566788"/>
                  </a:moveTo>
                  <a:lnTo>
                    <a:pt x="192538" y="566779"/>
                  </a:lnTo>
                  <a:lnTo>
                    <a:pt x="192679" y="566772"/>
                  </a:lnTo>
                  <a:lnTo>
                    <a:pt x="193026" y="566755"/>
                  </a:lnTo>
                  <a:lnTo>
                    <a:pt x="193347" y="566738"/>
                  </a:lnTo>
                  <a:lnTo>
                    <a:pt x="193497" y="566731"/>
                  </a:lnTo>
                  <a:lnTo>
                    <a:pt x="194003" y="566705"/>
                  </a:lnTo>
                  <a:lnTo>
                    <a:pt x="194486" y="566681"/>
                  </a:lnTo>
                  <a:lnTo>
                    <a:pt x="195848" y="566611"/>
                  </a:lnTo>
                  <a:lnTo>
                    <a:pt x="196397" y="566582"/>
                  </a:lnTo>
                  <a:lnTo>
                    <a:pt x="200728" y="566374"/>
                  </a:lnTo>
                  <a:lnTo>
                    <a:pt x="205430" y="566148"/>
                  </a:lnTo>
                  <a:lnTo>
                    <a:pt x="205660" y="566112"/>
                  </a:lnTo>
                  <a:lnTo>
                    <a:pt x="205871" y="566082"/>
                  </a:lnTo>
                  <a:lnTo>
                    <a:pt x="206017" y="566058"/>
                  </a:lnTo>
                  <a:lnTo>
                    <a:pt x="206608" y="565965"/>
                  </a:lnTo>
                  <a:lnTo>
                    <a:pt x="207067" y="565883"/>
                  </a:lnTo>
                  <a:lnTo>
                    <a:pt x="207454" y="565817"/>
                  </a:lnTo>
                  <a:lnTo>
                    <a:pt x="208228" y="565688"/>
                  </a:lnTo>
                  <a:lnTo>
                    <a:pt x="208715" y="565599"/>
                  </a:lnTo>
                  <a:lnTo>
                    <a:pt x="209283" y="565498"/>
                  </a:lnTo>
                  <a:lnTo>
                    <a:pt x="209852" y="565400"/>
                  </a:lnTo>
                  <a:lnTo>
                    <a:pt x="210354" y="565311"/>
                  </a:lnTo>
                  <a:lnTo>
                    <a:pt x="210757" y="565247"/>
                  </a:lnTo>
                  <a:lnTo>
                    <a:pt x="211317" y="565156"/>
                  </a:lnTo>
                  <a:lnTo>
                    <a:pt x="211693" y="565095"/>
                  </a:lnTo>
                  <a:lnTo>
                    <a:pt x="212501" y="564952"/>
                  </a:lnTo>
                  <a:lnTo>
                    <a:pt x="213434" y="564746"/>
                  </a:lnTo>
                  <a:lnTo>
                    <a:pt x="214067" y="564661"/>
                  </a:lnTo>
                  <a:lnTo>
                    <a:pt x="214506" y="564579"/>
                  </a:lnTo>
                  <a:lnTo>
                    <a:pt x="214869" y="564532"/>
                  </a:lnTo>
                  <a:lnTo>
                    <a:pt x="215584" y="564413"/>
                  </a:lnTo>
                  <a:lnTo>
                    <a:pt x="216213" y="564305"/>
                  </a:lnTo>
                  <a:lnTo>
                    <a:pt x="216649" y="564232"/>
                  </a:lnTo>
                  <a:lnTo>
                    <a:pt x="217188" y="564138"/>
                  </a:lnTo>
                  <a:lnTo>
                    <a:pt x="217727" y="564047"/>
                  </a:lnTo>
                  <a:lnTo>
                    <a:pt x="217889" y="564026"/>
                  </a:lnTo>
                  <a:lnTo>
                    <a:pt x="218473" y="563920"/>
                  </a:lnTo>
                  <a:lnTo>
                    <a:pt x="218794" y="563862"/>
                  </a:lnTo>
                  <a:lnTo>
                    <a:pt x="218970" y="563841"/>
                  </a:lnTo>
                  <a:lnTo>
                    <a:pt x="219434" y="563756"/>
                  </a:lnTo>
                  <a:lnTo>
                    <a:pt x="219875" y="563674"/>
                  </a:lnTo>
                  <a:lnTo>
                    <a:pt x="220311" y="563616"/>
                  </a:lnTo>
                  <a:lnTo>
                    <a:pt x="220932" y="563505"/>
                  </a:lnTo>
                  <a:lnTo>
                    <a:pt x="221340" y="563437"/>
                  </a:lnTo>
                  <a:lnTo>
                    <a:pt x="221476" y="563416"/>
                  </a:lnTo>
                  <a:lnTo>
                    <a:pt x="222022" y="563325"/>
                  </a:lnTo>
                  <a:lnTo>
                    <a:pt x="222603" y="563224"/>
                  </a:lnTo>
                  <a:lnTo>
                    <a:pt x="223100" y="563137"/>
                  </a:lnTo>
                  <a:lnTo>
                    <a:pt x="223236" y="563116"/>
                  </a:lnTo>
                  <a:lnTo>
                    <a:pt x="223825" y="563004"/>
                  </a:lnTo>
                  <a:lnTo>
                    <a:pt x="224233" y="562931"/>
                  </a:lnTo>
                  <a:lnTo>
                    <a:pt x="224505" y="562865"/>
                  </a:lnTo>
                  <a:lnTo>
                    <a:pt x="224859" y="562800"/>
                  </a:lnTo>
                  <a:lnTo>
                    <a:pt x="225262" y="562739"/>
                  </a:lnTo>
                  <a:lnTo>
                    <a:pt x="225396" y="562687"/>
                  </a:lnTo>
                  <a:lnTo>
                    <a:pt x="225682" y="562624"/>
                  </a:lnTo>
                  <a:lnTo>
                    <a:pt x="225958" y="562633"/>
                  </a:lnTo>
                  <a:lnTo>
                    <a:pt x="226087" y="562657"/>
                  </a:lnTo>
                  <a:lnTo>
                    <a:pt x="226303" y="562631"/>
                  </a:lnTo>
                  <a:lnTo>
                    <a:pt x="226758" y="562622"/>
                  </a:lnTo>
                  <a:lnTo>
                    <a:pt x="227395" y="562572"/>
                  </a:lnTo>
                  <a:lnTo>
                    <a:pt x="228054" y="562556"/>
                  </a:lnTo>
                  <a:lnTo>
                    <a:pt x="228476" y="562507"/>
                  </a:lnTo>
                  <a:lnTo>
                    <a:pt x="228746" y="562511"/>
                  </a:lnTo>
                  <a:lnTo>
                    <a:pt x="229015" y="562486"/>
                  </a:lnTo>
                  <a:lnTo>
                    <a:pt x="229184" y="562479"/>
                  </a:lnTo>
                  <a:lnTo>
                    <a:pt x="229426" y="562469"/>
                  </a:lnTo>
                  <a:lnTo>
                    <a:pt x="229960" y="562436"/>
                  </a:lnTo>
                  <a:lnTo>
                    <a:pt x="230422" y="562411"/>
                  </a:lnTo>
                  <a:lnTo>
                    <a:pt x="230973" y="562366"/>
                  </a:lnTo>
                  <a:lnTo>
                    <a:pt x="231768" y="562040"/>
                  </a:lnTo>
                  <a:lnTo>
                    <a:pt x="232675" y="563648"/>
                  </a:lnTo>
                  <a:lnTo>
                    <a:pt x="233111" y="564378"/>
                  </a:lnTo>
                  <a:lnTo>
                    <a:pt x="233432" y="564891"/>
                  </a:lnTo>
                  <a:lnTo>
                    <a:pt x="233716" y="565437"/>
                  </a:lnTo>
                  <a:lnTo>
                    <a:pt x="234044" y="566002"/>
                  </a:lnTo>
                  <a:lnTo>
                    <a:pt x="234272" y="566424"/>
                  </a:lnTo>
                  <a:lnTo>
                    <a:pt x="234670" y="567135"/>
                  </a:lnTo>
                  <a:lnTo>
                    <a:pt x="235064" y="567819"/>
                  </a:lnTo>
                  <a:lnTo>
                    <a:pt x="235446" y="568377"/>
                  </a:lnTo>
                  <a:lnTo>
                    <a:pt x="235887" y="569069"/>
                  </a:lnTo>
                  <a:lnTo>
                    <a:pt x="236302" y="569767"/>
                  </a:lnTo>
                  <a:lnTo>
                    <a:pt x="236675" y="570461"/>
                  </a:lnTo>
                  <a:lnTo>
                    <a:pt x="237183" y="571322"/>
                  </a:lnTo>
                  <a:lnTo>
                    <a:pt x="237542" y="571955"/>
                  </a:lnTo>
                  <a:lnTo>
                    <a:pt x="237875" y="572590"/>
                  </a:lnTo>
                  <a:lnTo>
                    <a:pt x="238224" y="573176"/>
                  </a:lnTo>
                  <a:lnTo>
                    <a:pt x="238637" y="573851"/>
                  </a:lnTo>
                  <a:lnTo>
                    <a:pt x="239110" y="574573"/>
                  </a:lnTo>
                  <a:lnTo>
                    <a:pt x="239450" y="575185"/>
                  </a:lnTo>
                  <a:lnTo>
                    <a:pt x="239804" y="575753"/>
                  </a:lnTo>
                  <a:lnTo>
                    <a:pt x="240196" y="576463"/>
                  </a:lnTo>
                  <a:lnTo>
                    <a:pt x="240669" y="577324"/>
                  </a:lnTo>
                  <a:lnTo>
                    <a:pt x="240920" y="577778"/>
                  </a:lnTo>
                  <a:lnTo>
                    <a:pt x="241218" y="578301"/>
                  </a:lnTo>
                  <a:lnTo>
                    <a:pt x="241525" y="578817"/>
                  </a:lnTo>
                  <a:lnTo>
                    <a:pt x="242025" y="579581"/>
                  </a:lnTo>
                  <a:lnTo>
                    <a:pt x="242507" y="580336"/>
                  </a:lnTo>
                  <a:lnTo>
                    <a:pt x="251889" y="575606"/>
                  </a:lnTo>
                  <a:lnTo>
                    <a:pt x="258753" y="572149"/>
                  </a:lnTo>
                  <a:lnTo>
                    <a:pt x="261730" y="570615"/>
                  </a:lnTo>
                  <a:lnTo>
                    <a:pt x="268603" y="567072"/>
                  </a:lnTo>
                  <a:lnTo>
                    <a:pt x="271916" y="569643"/>
                  </a:lnTo>
                  <a:lnTo>
                    <a:pt x="276597" y="573274"/>
                  </a:lnTo>
                  <a:lnTo>
                    <a:pt x="283360" y="579094"/>
                  </a:lnTo>
                  <a:lnTo>
                    <a:pt x="290319" y="585453"/>
                  </a:lnTo>
                  <a:lnTo>
                    <a:pt x="296395" y="584686"/>
                  </a:lnTo>
                  <a:lnTo>
                    <a:pt x="301128" y="583943"/>
                  </a:lnTo>
                  <a:lnTo>
                    <a:pt x="301662" y="583859"/>
                  </a:lnTo>
                  <a:lnTo>
                    <a:pt x="310170" y="582699"/>
                  </a:lnTo>
                  <a:lnTo>
                    <a:pt x="317058" y="581761"/>
                  </a:lnTo>
                  <a:lnTo>
                    <a:pt x="324850" y="580696"/>
                  </a:lnTo>
                  <a:lnTo>
                    <a:pt x="329596" y="582509"/>
                  </a:lnTo>
                  <a:lnTo>
                    <a:pt x="335429" y="584729"/>
                  </a:lnTo>
                  <a:lnTo>
                    <a:pt x="340249" y="586567"/>
                  </a:lnTo>
                  <a:lnTo>
                    <a:pt x="349294" y="590019"/>
                  </a:lnTo>
                  <a:lnTo>
                    <a:pt x="352967" y="591403"/>
                  </a:lnTo>
                  <a:lnTo>
                    <a:pt x="361244" y="594551"/>
                  </a:lnTo>
                  <a:lnTo>
                    <a:pt x="370856" y="598172"/>
                  </a:lnTo>
                  <a:lnTo>
                    <a:pt x="375966" y="600126"/>
                  </a:lnTo>
                  <a:lnTo>
                    <a:pt x="381251" y="602120"/>
                  </a:lnTo>
                  <a:lnTo>
                    <a:pt x="391096" y="605840"/>
                  </a:lnTo>
                  <a:lnTo>
                    <a:pt x="396514" y="607887"/>
                  </a:lnTo>
                  <a:lnTo>
                    <a:pt x="403826" y="610723"/>
                  </a:lnTo>
                  <a:lnTo>
                    <a:pt x="408212" y="612423"/>
                  </a:lnTo>
                  <a:lnTo>
                    <a:pt x="417850" y="616159"/>
                  </a:lnTo>
                  <a:lnTo>
                    <a:pt x="420643" y="610992"/>
                  </a:lnTo>
                  <a:lnTo>
                    <a:pt x="422614" y="607342"/>
                  </a:lnTo>
                  <a:lnTo>
                    <a:pt x="425514" y="603432"/>
                  </a:lnTo>
                  <a:lnTo>
                    <a:pt x="430659" y="596496"/>
                  </a:lnTo>
                  <a:lnTo>
                    <a:pt x="434151" y="591788"/>
                  </a:lnTo>
                  <a:lnTo>
                    <a:pt x="437947" y="586821"/>
                  </a:lnTo>
                  <a:lnTo>
                    <a:pt x="444224" y="578606"/>
                  </a:lnTo>
                  <a:lnTo>
                    <a:pt x="435627" y="574816"/>
                  </a:lnTo>
                  <a:lnTo>
                    <a:pt x="428244" y="571570"/>
                  </a:lnTo>
                  <a:lnTo>
                    <a:pt x="424178" y="569782"/>
                  </a:lnTo>
                  <a:lnTo>
                    <a:pt x="421713" y="568032"/>
                  </a:lnTo>
                  <a:lnTo>
                    <a:pt x="415170" y="563394"/>
                  </a:lnTo>
                  <a:lnTo>
                    <a:pt x="419998" y="558899"/>
                  </a:lnTo>
                  <a:lnTo>
                    <a:pt x="425403" y="553869"/>
                  </a:lnTo>
                  <a:lnTo>
                    <a:pt x="428056" y="549538"/>
                  </a:lnTo>
                  <a:lnTo>
                    <a:pt x="434607" y="538847"/>
                  </a:lnTo>
                  <a:lnTo>
                    <a:pt x="438088" y="533163"/>
                  </a:lnTo>
                  <a:lnTo>
                    <a:pt x="439054" y="529380"/>
                  </a:lnTo>
                  <a:lnTo>
                    <a:pt x="441225" y="520839"/>
                  </a:lnTo>
                  <a:lnTo>
                    <a:pt x="443161" y="513214"/>
                  </a:lnTo>
                  <a:lnTo>
                    <a:pt x="445112" y="505877"/>
                  </a:lnTo>
                  <a:lnTo>
                    <a:pt x="445480" y="504509"/>
                  </a:lnTo>
                  <a:lnTo>
                    <a:pt x="446213" y="501792"/>
                  </a:lnTo>
                  <a:lnTo>
                    <a:pt x="447619" y="496539"/>
                  </a:lnTo>
                  <a:lnTo>
                    <a:pt x="446424" y="490040"/>
                  </a:lnTo>
                  <a:lnTo>
                    <a:pt x="445091" y="482768"/>
                  </a:lnTo>
                  <a:lnTo>
                    <a:pt x="443478" y="473056"/>
                  </a:lnTo>
                  <a:lnTo>
                    <a:pt x="442620" y="467879"/>
                  </a:lnTo>
                  <a:lnTo>
                    <a:pt x="442061" y="464501"/>
                  </a:lnTo>
                  <a:lnTo>
                    <a:pt x="437548" y="460013"/>
                  </a:lnTo>
                  <a:lnTo>
                    <a:pt x="434950" y="457266"/>
                  </a:lnTo>
                  <a:lnTo>
                    <a:pt x="429748" y="451075"/>
                  </a:lnTo>
                  <a:lnTo>
                    <a:pt x="423728" y="443911"/>
                  </a:lnTo>
                  <a:lnTo>
                    <a:pt x="421387" y="441128"/>
                  </a:lnTo>
                  <a:lnTo>
                    <a:pt x="416361" y="435291"/>
                  </a:lnTo>
                  <a:lnTo>
                    <a:pt x="424067" y="434018"/>
                  </a:lnTo>
                  <a:lnTo>
                    <a:pt x="428795" y="433237"/>
                  </a:lnTo>
                  <a:lnTo>
                    <a:pt x="438876" y="431573"/>
                  </a:lnTo>
                  <a:lnTo>
                    <a:pt x="451565" y="429374"/>
                  </a:lnTo>
                  <a:lnTo>
                    <a:pt x="454221" y="428915"/>
                  </a:lnTo>
                  <a:lnTo>
                    <a:pt x="461597" y="427636"/>
                  </a:lnTo>
                  <a:lnTo>
                    <a:pt x="461937" y="427578"/>
                  </a:lnTo>
                  <a:lnTo>
                    <a:pt x="465431" y="423316"/>
                  </a:lnTo>
                  <a:lnTo>
                    <a:pt x="467569" y="420709"/>
                  </a:lnTo>
                  <a:lnTo>
                    <a:pt x="468661" y="419375"/>
                  </a:lnTo>
                  <a:lnTo>
                    <a:pt x="469472" y="418386"/>
                  </a:lnTo>
                  <a:lnTo>
                    <a:pt x="470485" y="417151"/>
                  </a:lnTo>
                  <a:lnTo>
                    <a:pt x="471659" y="415719"/>
                  </a:lnTo>
                  <a:lnTo>
                    <a:pt x="472142" y="415131"/>
                  </a:lnTo>
                  <a:lnTo>
                    <a:pt x="474334" y="412462"/>
                  </a:lnTo>
                  <a:lnTo>
                    <a:pt x="474918" y="411750"/>
                  </a:lnTo>
                  <a:lnTo>
                    <a:pt x="475855" y="410609"/>
                  </a:lnTo>
                  <a:lnTo>
                    <a:pt x="478401" y="412046"/>
                  </a:lnTo>
                  <a:lnTo>
                    <a:pt x="479073" y="412434"/>
                  </a:lnTo>
                  <a:lnTo>
                    <a:pt x="480274" y="413114"/>
                  </a:lnTo>
                  <a:lnTo>
                    <a:pt x="487474" y="417195"/>
                  </a:lnTo>
                  <a:lnTo>
                    <a:pt x="492105" y="419822"/>
                  </a:lnTo>
                  <a:lnTo>
                    <a:pt x="492825" y="420212"/>
                  </a:lnTo>
                  <a:lnTo>
                    <a:pt x="502756" y="425590"/>
                  </a:lnTo>
                  <a:lnTo>
                    <a:pt x="509612" y="429302"/>
                  </a:lnTo>
                  <a:lnTo>
                    <a:pt x="510943" y="421271"/>
                  </a:lnTo>
                  <a:lnTo>
                    <a:pt x="512618" y="411221"/>
                  </a:lnTo>
                  <a:lnTo>
                    <a:pt x="507220" y="406985"/>
                  </a:lnTo>
                  <a:lnTo>
                    <a:pt x="505945" y="402528"/>
                  </a:lnTo>
                  <a:lnTo>
                    <a:pt x="504219" y="399214"/>
                  </a:lnTo>
                  <a:lnTo>
                    <a:pt x="501614" y="394215"/>
                  </a:lnTo>
                  <a:lnTo>
                    <a:pt x="499118" y="389424"/>
                  </a:lnTo>
                  <a:lnTo>
                    <a:pt x="499467" y="385280"/>
                  </a:lnTo>
                  <a:lnTo>
                    <a:pt x="499741" y="382019"/>
                  </a:lnTo>
                  <a:lnTo>
                    <a:pt x="499797" y="381364"/>
                  </a:lnTo>
                  <a:lnTo>
                    <a:pt x="501676" y="378659"/>
                  </a:lnTo>
                  <a:lnTo>
                    <a:pt x="502145" y="377985"/>
                  </a:lnTo>
                  <a:lnTo>
                    <a:pt x="507376" y="370472"/>
                  </a:lnTo>
                  <a:lnTo>
                    <a:pt x="516869" y="361311"/>
                  </a:lnTo>
                  <a:lnTo>
                    <a:pt x="521692" y="356633"/>
                  </a:lnTo>
                  <a:lnTo>
                    <a:pt x="522860" y="355498"/>
                  </a:lnTo>
                  <a:lnTo>
                    <a:pt x="531101" y="357079"/>
                  </a:lnTo>
                  <a:lnTo>
                    <a:pt x="538318" y="358444"/>
                  </a:lnTo>
                  <a:lnTo>
                    <a:pt x="544845" y="359499"/>
                  </a:lnTo>
                  <a:lnTo>
                    <a:pt x="549086" y="360187"/>
                  </a:lnTo>
                  <a:lnTo>
                    <a:pt x="552003" y="360661"/>
                  </a:lnTo>
                  <a:lnTo>
                    <a:pt x="555896" y="361289"/>
                  </a:lnTo>
                  <a:lnTo>
                    <a:pt x="559436" y="366343"/>
                  </a:lnTo>
                  <a:lnTo>
                    <a:pt x="561940" y="369919"/>
                  </a:lnTo>
                  <a:lnTo>
                    <a:pt x="563319" y="371880"/>
                  </a:lnTo>
                  <a:lnTo>
                    <a:pt x="566543" y="376469"/>
                  </a:lnTo>
                  <a:lnTo>
                    <a:pt x="571543" y="382814"/>
                  </a:lnTo>
                  <a:lnTo>
                    <a:pt x="573752" y="385616"/>
                  </a:lnTo>
                  <a:lnTo>
                    <a:pt x="575688" y="388072"/>
                  </a:lnTo>
                  <a:lnTo>
                    <a:pt x="579961" y="393492"/>
                  </a:lnTo>
                  <a:lnTo>
                    <a:pt x="585954" y="400395"/>
                  </a:lnTo>
                  <a:lnTo>
                    <a:pt x="589853" y="404887"/>
                  </a:lnTo>
                  <a:lnTo>
                    <a:pt x="594039" y="409710"/>
                  </a:lnTo>
                  <a:lnTo>
                    <a:pt x="594794" y="410580"/>
                  </a:lnTo>
                  <a:lnTo>
                    <a:pt x="596202" y="410388"/>
                  </a:lnTo>
                  <a:lnTo>
                    <a:pt x="597203" y="410200"/>
                  </a:lnTo>
                  <a:lnTo>
                    <a:pt x="598331" y="409989"/>
                  </a:lnTo>
                  <a:lnTo>
                    <a:pt x="600073" y="409661"/>
                  </a:lnTo>
                  <a:lnTo>
                    <a:pt x="601294" y="409432"/>
                  </a:lnTo>
                  <a:lnTo>
                    <a:pt x="602832" y="409143"/>
                  </a:lnTo>
                  <a:lnTo>
                    <a:pt x="604075" y="408911"/>
                  </a:lnTo>
                  <a:lnTo>
                    <a:pt x="605184" y="408702"/>
                  </a:lnTo>
                  <a:lnTo>
                    <a:pt x="605353" y="408670"/>
                  </a:lnTo>
                  <a:lnTo>
                    <a:pt x="606405" y="408475"/>
                  </a:lnTo>
                  <a:lnTo>
                    <a:pt x="607568" y="408250"/>
                  </a:lnTo>
                  <a:lnTo>
                    <a:pt x="608611" y="408048"/>
                  </a:lnTo>
                  <a:lnTo>
                    <a:pt x="609704" y="407837"/>
                  </a:lnTo>
                  <a:lnTo>
                    <a:pt x="609858" y="407807"/>
                  </a:lnTo>
                  <a:lnTo>
                    <a:pt x="616240" y="406574"/>
                  </a:lnTo>
                  <a:lnTo>
                    <a:pt x="624849" y="405315"/>
                  </a:lnTo>
                  <a:lnTo>
                    <a:pt x="625531" y="405214"/>
                  </a:lnTo>
                  <a:lnTo>
                    <a:pt x="625733" y="405186"/>
                  </a:lnTo>
                  <a:lnTo>
                    <a:pt x="626005" y="404914"/>
                  </a:lnTo>
                  <a:lnTo>
                    <a:pt x="626384" y="404480"/>
                  </a:lnTo>
                  <a:lnTo>
                    <a:pt x="626898" y="403892"/>
                  </a:lnTo>
                  <a:lnTo>
                    <a:pt x="627090" y="403674"/>
                  </a:lnTo>
                  <a:lnTo>
                    <a:pt x="627653" y="403034"/>
                  </a:lnTo>
                  <a:lnTo>
                    <a:pt x="628032" y="402600"/>
                  </a:lnTo>
                  <a:lnTo>
                    <a:pt x="628276" y="402321"/>
                  </a:lnTo>
                  <a:lnTo>
                    <a:pt x="628497" y="402100"/>
                  </a:lnTo>
                  <a:lnTo>
                    <a:pt x="628750" y="401918"/>
                  </a:lnTo>
                  <a:lnTo>
                    <a:pt x="629134" y="401641"/>
                  </a:lnTo>
                  <a:lnTo>
                    <a:pt x="629439" y="401421"/>
                  </a:lnTo>
                  <a:lnTo>
                    <a:pt x="629903" y="401088"/>
                  </a:lnTo>
                  <a:lnTo>
                    <a:pt x="630159" y="400905"/>
                  </a:lnTo>
                  <a:lnTo>
                    <a:pt x="630595" y="400591"/>
                  </a:lnTo>
                  <a:lnTo>
                    <a:pt x="630968" y="400321"/>
                  </a:lnTo>
                  <a:lnTo>
                    <a:pt x="631333" y="400056"/>
                  </a:lnTo>
                  <a:lnTo>
                    <a:pt x="631671" y="399815"/>
                  </a:lnTo>
                  <a:lnTo>
                    <a:pt x="631924" y="399632"/>
                  </a:lnTo>
                  <a:lnTo>
                    <a:pt x="632412" y="399282"/>
                  </a:lnTo>
                  <a:lnTo>
                    <a:pt x="632829" y="398982"/>
                  </a:lnTo>
                  <a:lnTo>
                    <a:pt x="633275" y="398661"/>
                  </a:lnTo>
                  <a:lnTo>
                    <a:pt x="633760" y="398253"/>
                  </a:lnTo>
                  <a:lnTo>
                    <a:pt x="634187" y="398023"/>
                  </a:lnTo>
                  <a:lnTo>
                    <a:pt x="634712" y="397780"/>
                  </a:lnTo>
                  <a:lnTo>
                    <a:pt x="635211" y="397548"/>
                  </a:lnTo>
                  <a:lnTo>
                    <a:pt x="635659" y="397341"/>
                  </a:lnTo>
                  <a:lnTo>
                    <a:pt x="636123" y="397126"/>
                  </a:lnTo>
                  <a:lnTo>
                    <a:pt x="636629" y="396889"/>
                  </a:lnTo>
                  <a:lnTo>
                    <a:pt x="637234" y="396607"/>
                  </a:lnTo>
                  <a:lnTo>
                    <a:pt x="637645" y="396418"/>
                  </a:lnTo>
                  <a:lnTo>
                    <a:pt x="638165" y="396176"/>
                  </a:lnTo>
                  <a:lnTo>
                    <a:pt x="638653" y="395949"/>
                  </a:lnTo>
                  <a:lnTo>
                    <a:pt x="639070" y="395756"/>
                  </a:lnTo>
                  <a:lnTo>
                    <a:pt x="639600" y="395510"/>
                  </a:lnTo>
                  <a:lnTo>
                    <a:pt x="640382" y="393254"/>
                  </a:lnTo>
                  <a:lnTo>
                    <a:pt x="641014" y="391431"/>
                  </a:lnTo>
                  <a:lnTo>
                    <a:pt x="641133" y="391084"/>
                  </a:lnTo>
                  <a:lnTo>
                    <a:pt x="640936" y="390313"/>
                  </a:lnTo>
                  <a:lnTo>
                    <a:pt x="640753" y="389602"/>
                  </a:lnTo>
                  <a:lnTo>
                    <a:pt x="640514" y="388679"/>
                  </a:lnTo>
                  <a:lnTo>
                    <a:pt x="640411" y="388271"/>
                  </a:lnTo>
                  <a:lnTo>
                    <a:pt x="640270" y="387724"/>
                  </a:lnTo>
                  <a:lnTo>
                    <a:pt x="640123" y="387148"/>
                  </a:lnTo>
                  <a:lnTo>
                    <a:pt x="640052" y="386632"/>
                  </a:lnTo>
                  <a:lnTo>
                    <a:pt x="640310" y="386121"/>
                  </a:lnTo>
                  <a:lnTo>
                    <a:pt x="640758" y="385237"/>
                  </a:lnTo>
                  <a:lnTo>
                    <a:pt x="640988" y="384782"/>
                  </a:lnTo>
                  <a:lnTo>
                    <a:pt x="641393" y="383978"/>
                  </a:lnTo>
                  <a:lnTo>
                    <a:pt x="641820" y="383132"/>
                  </a:lnTo>
                  <a:lnTo>
                    <a:pt x="642230" y="382318"/>
                  </a:lnTo>
                  <a:lnTo>
                    <a:pt x="642488" y="381804"/>
                  </a:lnTo>
                  <a:lnTo>
                    <a:pt x="642608" y="381542"/>
                  </a:lnTo>
                  <a:lnTo>
                    <a:pt x="642486" y="380801"/>
                  </a:lnTo>
                  <a:lnTo>
                    <a:pt x="642448" y="380578"/>
                  </a:lnTo>
                  <a:lnTo>
                    <a:pt x="642411" y="380353"/>
                  </a:lnTo>
                  <a:lnTo>
                    <a:pt x="642235" y="380013"/>
                  </a:lnTo>
                  <a:lnTo>
                    <a:pt x="642047" y="379652"/>
                  </a:lnTo>
                  <a:lnTo>
                    <a:pt x="641707" y="378998"/>
                  </a:lnTo>
                  <a:lnTo>
                    <a:pt x="641370" y="378349"/>
                  </a:lnTo>
                  <a:lnTo>
                    <a:pt x="641131" y="377889"/>
                  </a:lnTo>
                  <a:lnTo>
                    <a:pt x="641007" y="377650"/>
                  </a:lnTo>
                  <a:lnTo>
                    <a:pt x="640920" y="377484"/>
                  </a:lnTo>
                  <a:lnTo>
                    <a:pt x="641021" y="376581"/>
                  </a:lnTo>
                  <a:lnTo>
                    <a:pt x="641112" y="375760"/>
                  </a:lnTo>
                  <a:lnTo>
                    <a:pt x="641618" y="371219"/>
                  </a:lnTo>
                  <a:lnTo>
                    <a:pt x="641663" y="370800"/>
                  </a:lnTo>
                  <a:lnTo>
                    <a:pt x="641485" y="370159"/>
                  </a:lnTo>
                  <a:lnTo>
                    <a:pt x="640099" y="365178"/>
                  </a:lnTo>
                  <a:lnTo>
                    <a:pt x="640090" y="364533"/>
                  </a:lnTo>
                  <a:lnTo>
                    <a:pt x="640071" y="363365"/>
                  </a:lnTo>
                  <a:lnTo>
                    <a:pt x="640064" y="363002"/>
                  </a:lnTo>
                  <a:lnTo>
                    <a:pt x="640066" y="362733"/>
                  </a:lnTo>
                  <a:lnTo>
                    <a:pt x="640201" y="361742"/>
                  </a:lnTo>
                  <a:lnTo>
                    <a:pt x="640223" y="361580"/>
                  </a:lnTo>
                  <a:lnTo>
                    <a:pt x="639949" y="360986"/>
                  </a:lnTo>
                  <a:lnTo>
                    <a:pt x="639741" y="360536"/>
                  </a:lnTo>
                  <a:lnTo>
                    <a:pt x="639396" y="359788"/>
                  </a:lnTo>
                  <a:lnTo>
                    <a:pt x="639283" y="359544"/>
                  </a:lnTo>
                  <a:lnTo>
                    <a:pt x="639225" y="359415"/>
                  </a:lnTo>
                  <a:lnTo>
                    <a:pt x="639138" y="359263"/>
                  </a:lnTo>
                  <a:lnTo>
                    <a:pt x="639054" y="359080"/>
                  </a:lnTo>
                  <a:lnTo>
                    <a:pt x="638946" y="358850"/>
                  </a:lnTo>
                  <a:lnTo>
                    <a:pt x="638850" y="358641"/>
                  </a:lnTo>
                  <a:lnTo>
                    <a:pt x="638585" y="358074"/>
                  </a:lnTo>
                  <a:lnTo>
                    <a:pt x="637673" y="356121"/>
                  </a:lnTo>
                  <a:lnTo>
                    <a:pt x="637553" y="355866"/>
                  </a:lnTo>
                  <a:lnTo>
                    <a:pt x="637427" y="355706"/>
                  </a:lnTo>
                  <a:lnTo>
                    <a:pt x="637239" y="355516"/>
                  </a:lnTo>
                  <a:lnTo>
                    <a:pt x="636517" y="355045"/>
                  </a:lnTo>
                  <a:lnTo>
                    <a:pt x="636268" y="354949"/>
                  </a:lnTo>
                  <a:lnTo>
                    <a:pt x="636121" y="354893"/>
                  </a:lnTo>
                  <a:lnTo>
                    <a:pt x="635985" y="354813"/>
                  </a:lnTo>
                  <a:lnTo>
                    <a:pt x="635762" y="354743"/>
                  </a:lnTo>
                  <a:lnTo>
                    <a:pt x="635514" y="354671"/>
                  </a:lnTo>
                  <a:lnTo>
                    <a:pt x="635317" y="354698"/>
                  </a:lnTo>
                  <a:lnTo>
                    <a:pt x="635113" y="354722"/>
                  </a:lnTo>
                  <a:lnTo>
                    <a:pt x="634965" y="354738"/>
                  </a:lnTo>
                  <a:lnTo>
                    <a:pt x="634365" y="353803"/>
                  </a:lnTo>
                  <a:lnTo>
                    <a:pt x="634238" y="353603"/>
                  </a:lnTo>
                  <a:lnTo>
                    <a:pt x="634112" y="353406"/>
                  </a:lnTo>
                  <a:lnTo>
                    <a:pt x="633748" y="352839"/>
                  </a:lnTo>
                  <a:lnTo>
                    <a:pt x="633481" y="352424"/>
                  </a:lnTo>
                  <a:lnTo>
                    <a:pt x="633279" y="352199"/>
                  </a:lnTo>
                  <a:lnTo>
                    <a:pt x="632956" y="351693"/>
                  </a:lnTo>
                  <a:lnTo>
                    <a:pt x="632764" y="351303"/>
                  </a:lnTo>
                  <a:lnTo>
                    <a:pt x="632309" y="350593"/>
                  </a:lnTo>
                  <a:lnTo>
                    <a:pt x="632091" y="350253"/>
                  </a:lnTo>
                  <a:lnTo>
                    <a:pt x="631898" y="349953"/>
                  </a:lnTo>
                  <a:lnTo>
                    <a:pt x="631664" y="349587"/>
                  </a:lnTo>
                  <a:lnTo>
                    <a:pt x="631551" y="349381"/>
                  </a:lnTo>
                  <a:lnTo>
                    <a:pt x="631336" y="348982"/>
                  </a:lnTo>
                  <a:lnTo>
                    <a:pt x="631186" y="348703"/>
                  </a:lnTo>
                  <a:lnTo>
                    <a:pt x="631083" y="348504"/>
                  </a:lnTo>
                  <a:lnTo>
                    <a:pt x="630865" y="348073"/>
                  </a:lnTo>
                  <a:lnTo>
                    <a:pt x="630693" y="347730"/>
                  </a:lnTo>
                  <a:lnTo>
                    <a:pt x="630511" y="347369"/>
                  </a:lnTo>
                  <a:lnTo>
                    <a:pt x="630288" y="346926"/>
                  </a:lnTo>
                  <a:lnTo>
                    <a:pt x="630079" y="346509"/>
                  </a:lnTo>
                  <a:lnTo>
                    <a:pt x="629908" y="346171"/>
                  </a:lnTo>
                  <a:lnTo>
                    <a:pt x="629413" y="345182"/>
                  </a:lnTo>
                  <a:lnTo>
                    <a:pt x="629294" y="344945"/>
                  </a:lnTo>
                  <a:lnTo>
                    <a:pt x="629172" y="344706"/>
                  </a:lnTo>
                  <a:lnTo>
                    <a:pt x="626077" y="340646"/>
                  </a:lnTo>
                  <a:lnTo>
                    <a:pt x="625364" y="339710"/>
                  </a:lnTo>
                  <a:lnTo>
                    <a:pt x="624687" y="338313"/>
                  </a:lnTo>
                  <a:lnTo>
                    <a:pt x="624281" y="337476"/>
                  </a:lnTo>
                  <a:lnTo>
                    <a:pt x="624059" y="337150"/>
                  </a:lnTo>
                  <a:lnTo>
                    <a:pt x="623845" y="336576"/>
                  </a:lnTo>
                  <a:lnTo>
                    <a:pt x="623749" y="336381"/>
                  </a:lnTo>
                  <a:lnTo>
                    <a:pt x="623526" y="335921"/>
                  </a:lnTo>
                  <a:lnTo>
                    <a:pt x="623273" y="335401"/>
                  </a:lnTo>
                  <a:lnTo>
                    <a:pt x="623034" y="334909"/>
                  </a:lnTo>
                  <a:lnTo>
                    <a:pt x="622814" y="334456"/>
                  </a:lnTo>
                  <a:lnTo>
                    <a:pt x="621180" y="331087"/>
                  </a:lnTo>
                  <a:lnTo>
                    <a:pt x="620685" y="330961"/>
                  </a:lnTo>
                  <a:lnTo>
                    <a:pt x="620319" y="330869"/>
                  </a:lnTo>
                  <a:lnTo>
                    <a:pt x="619942" y="330773"/>
                  </a:lnTo>
                  <a:lnTo>
                    <a:pt x="619513" y="330663"/>
                  </a:lnTo>
                  <a:lnTo>
                    <a:pt x="619128" y="330567"/>
                  </a:lnTo>
                  <a:lnTo>
                    <a:pt x="618765" y="330475"/>
                  </a:lnTo>
                  <a:lnTo>
                    <a:pt x="618331" y="330365"/>
                  </a:lnTo>
                  <a:lnTo>
                    <a:pt x="617996" y="330281"/>
                  </a:lnTo>
                  <a:lnTo>
                    <a:pt x="617687" y="330201"/>
                  </a:lnTo>
                  <a:lnTo>
                    <a:pt x="617551" y="330168"/>
                  </a:lnTo>
                  <a:lnTo>
                    <a:pt x="617497" y="329819"/>
                  </a:lnTo>
                  <a:lnTo>
                    <a:pt x="617396" y="329141"/>
                  </a:lnTo>
                  <a:lnTo>
                    <a:pt x="617342" y="328787"/>
                  </a:lnTo>
                  <a:lnTo>
                    <a:pt x="617262" y="328262"/>
                  </a:lnTo>
                  <a:lnTo>
                    <a:pt x="617190" y="327777"/>
                  </a:lnTo>
                  <a:lnTo>
                    <a:pt x="617138" y="327439"/>
                  </a:lnTo>
                  <a:lnTo>
                    <a:pt x="617037" y="326771"/>
                  </a:lnTo>
                  <a:lnTo>
                    <a:pt x="616953" y="326223"/>
                  </a:lnTo>
                  <a:lnTo>
                    <a:pt x="616843" y="325491"/>
                  </a:lnTo>
                  <a:lnTo>
                    <a:pt x="616751" y="324882"/>
                  </a:lnTo>
                  <a:lnTo>
                    <a:pt x="616662" y="324298"/>
                  </a:lnTo>
                  <a:lnTo>
                    <a:pt x="616529" y="323416"/>
                  </a:lnTo>
                  <a:lnTo>
                    <a:pt x="616468" y="323013"/>
                  </a:lnTo>
                  <a:lnTo>
                    <a:pt x="616447" y="322872"/>
                  </a:lnTo>
                  <a:lnTo>
                    <a:pt x="616299" y="322605"/>
                  </a:lnTo>
                  <a:lnTo>
                    <a:pt x="615814" y="321726"/>
                  </a:lnTo>
                  <a:lnTo>
                    <a:pt x="615375" y="320938"/>
                  </a:lnTo>
                  <a:lnTo>
                    <a:pt x="615028" y="320310"/>
                  </a:lnTo>
                  <a:lnTo>
                    <a:pt x="614735" y="319780"/>
                  </a:lnTo>
                  <a:lnTo>
                    <a:pt x="614395" y="319168"/>
                  </a:lnTo>
                  <a:lnTo>
                    <a:pt x="613966" y="318390"/>
                  </a:lnTo>
                  <a:lnTo>
                    <a:pt x="613392" y="317356"/>
                  </a:lnTo>
                  <a:lnTo>
                    <a:pt x="613066" y="316765"/>
                  </a:lnTo>
                  <a:lnTo>
                    <a:pt x="612663" y="316036"/>
                  </a:lnTo>
                  <a:lnTo>
                    <a:pt x="612140" y="315093"/>
                  </a:lnTo>
                  <a:lnTo>
                    <a:pt x="611926" y="314709"/>
                  </a:lnTo>
                  <a:lnTo>
                    <a:pt x="612001" y="313933"/>
                  </a:lnTo>
                  <a:lnTo>
                    <a:pt x="612116" y="312737"/>
                  </a:lnTo>
                  <a:lnTo>
                    <a:pt x="612247" y="311370"/>
                  </a:lnTo>
                  <a:lnTo>
                    <a:pt x="612313" y="310705"/>
                  </a:lnTo>
                  <a:lnTo>
                    <a:pt x="612383" y="309968"/>
                  </a:lnTo>
                  <a:lnTo>
                    <a:pt x="612510" y="308660"/>
                  </a:lnTo>
                  <a:lnTo>
                    <a:pt x="612531" y="308428"/>
                  </a:lnTo>
                  <a:lnTo>
                    <a:pt x="612269" y="308065"/>
                  </a:lnTo>
                  <a:lnTo>
                    <a:pt x="611680" y="307251"/>
                  </a:lnTo>
                  <a:lnTo>
                    <a:pt x="611181" y="306562"/>
                  </a:lnTo>
                  <a:lnTo>
                    <a:pt x="610538" y="305676"/>
                  </a:lnTo>
                  <a:lnTo>
                    <a:pt x="610030" y="304972"/>
                  </a:lnTo>
                  <a:lnTo>
                    <a:pt x="609368" y="304140"/>
                  </a:lnTo>
                  <a:lnTo>
                    <a:pt x="609408" y="303735"/>
                  </a:lnTo>
                  <a:lnTo>
                    <a:pt x="609474" y="301873"/>
                  </a:lnTo>
                  <a:lnTo>
                    <a:pt x="609549" y="301238"/>
                  </a:lnTo>
                  <a:lnTo>
                    <a:pt x="609556" y="300989"/>
                  </a:lnTo>
                  <a:lnTo>
                    <a:pt x="610403" y="300783"/>
                  </a:lnTo>
                  <a:lnTo>
                    <a:pt x="611104" y="300612"/>
                  </a:lnTo>
                  <a:lnTo>
                    <a:pt x="612144" y="300357"/>
                  </a:lnTo>
                  <a:lnTo>
                    <a:pt x="613293" y="300078"/>
                  </a:lnTo>
                  <a:lnTo>
                    <a:pt x="614592" y="299761"/>
                  </a:lnTo>
                  <a:lnTo>
                    <a:pt x="615746" y="299480"/>
                  </a:lnTo>
                  <a:lnTo>
                    <a:pt x="618650" y="298772"/>
                  </a:lnTo>
                  <a:lnTo>
                    <a:pt x="619140" y="298390"/>
                  </a:lnTo>
                  <a:lnTo>
                    <a:pt x="620144" y="297609"/>
                  </a:lnTo>
                  <a:lnTo>
                    <a:pt x="621039" y="296915"/>
                  </a:lnTo>
                  <a:lnTo>
                    <a:pt x="622305" y="295928"/>
                  </a:lnTo>
                  <a:lnTo>
                    <a:pt x="623086" y="295323"/>
                  </a:lnTo>
                  <a:lnTo>
                    <a:pt x="624071" y="294557"/>
                  </a:lnTo>
                  <a:lnTo>
                    <a:pt x="625930" y="293150"/>
                  </a:lnTo>
                  <a:lnTo>
                    <a:pt x="627078" y="292282"/>
                  </a:lnTo>
                  <a:lnTo>
                    <a:pt x="628192" y="291441"/>
                  </a:lnTo>
                  <a:lnTo>
                    <a:pt x="629453" y="290487"/>
                  </a:lnTo>
                  <a:lnTo>
                    <a:pt x="629643" y="290344"/>
                  </a:lnTo>
                  <a:lnTo>
                    <a:pt x="629989" y="290253"/>
                  </a:lnTo>
                  <a:lnTo>
                    <a:pt x="632088" y="289706"/>
                  </a:lnTo>
                  <a:lnTo>
                    <a:pt x="634187" y="289160"/>
                  </a:lnTo>
                  <a:lnTo>
                    <a:pt x="635422" y="288839"/>
                  </a:lnTo>
                  <a:lnTo>
                    <a:pt x="636820" y="288473"/>
                  </a:lnTo>
                  <a:lnTo>
                    <a:pt x="638409" y="288060"/>
                  </a:lnTo>
                  <a:lnTo>
                    <a:pt x="640212" y="287589"/>
                  </a:lnTo>
                  <a:lnTo>
                    <a:pt x="640456" y="287526"/>
                  </a:lnTo>
                  <a:lnTo>
                    <a:pt x="640657" y="287493"/>
                  </a:lnTo>
                  <a:lnTo>
                    <a:pt x="640859" y="287493"/>
                  </a:lnTo>
                  <a:lnTo>
                    <a:pt x="641185" y="287523"/>
                  </a:lnTo>
                  <a:lnTo>
                    <a:pt x="642516" y="287648"/>
                  </a:lnTo>
                  <a:lnTo>
                    <a:pt x="644509" y="287833"/>
                  </a:lnTo>
                  <a:lnTo>
                    <a:pt x="645405" y="288112"/>
                  </a:lnTo>
                  <a:lnTo>
                    <a:pt x="646837" y="288557"/>
                  </a:lnTo>
                  <a:lnTo>
                    <a:pt x="648384" y="289040"/>
                  </a:lnTo>
                  <a:lnTo>
                    <a:pt x="649029" y="289218"/>
                  </a:lnTo>
                  <a:lnTo>
                    <a:pt x="648889" y="288799"/>
                  </a:lnTo>
                  <a:lnTo>
                    <a:pt x="648567" y="287821"/>
                  </a:lnTo>
                  <a:lnTo>
                    <a:pt x="648312" y="287047"/>
                  </a:lnTo>
                  <a:lnTo>
                    <a:pt x="648077" y="286337"/>
                  </a:lnTo>
                  <a:lnTo>
                    <a:pt x="646720" y="282218"/>
                  </a:lnTo>
                  <a:lnTo>
                    <a:pt x="646460" y="281428"/>
                  </a:lnTo>
                  <a:lnTo>
                    <a:pt x="646286" y="280907"/>
                  </a:lnTo>
                  <a:lnTo>
                    <a:pt x="646214" y="280685"/>
                  </a:lnTo>
                  <a:lnTo>
                    <a:pt x="646699" y="280331"/>
                  </a:lnTo>
                  <a:lnTo>
                    <a:pt x="647405" y="279815"/>
                  </a:lnTo>
                  <a:lnTo>
                    <a:pt x="648199" y="279236"/>
                  </a:lnTo>
                  <a:lnTo>
                    <a:pt x="648640" y="278915"/>
                  </a:lnTo>
                  <a:lnTo>
                    <a:pt x="649217" y="278493"/>
                  </a:lnTo>
                  <a:lnTo>
                    <a:pt x="649597" y="278216"/>
                  </a:lnTo>
                  <a:lnTo>
                    <a:pt x="649517" y="277431"/>
                  </a:lnTo>
                  <a:lnTo>
                    <a:pt x="649433" y="276587"/>
                  </a:lnTo>
                  <a:lnTo>
                    <a:pt x="649381" y="276094"/>
                  </a:lnTo>
                  <a:lnTo>
                    <a:pt x="649322" y="275496"/>
                  </a:lnTo>
                  <a:lnTo>
                    <a:pt x="649418" y="275058"/>
                  </a:lnTo>
                  <a:lnTo>
                    <a:pt x="649641" y="274397"/>
                  </a:lnTo>
                  <a:lnTo>
                    <a:pt x="649958" y="273450"/>
                  </a:lnTo>
                  <a:lnTo>
                    <a:pt x="650321" y="272364"/>
                  </a:lnTo>
                  <a:lnTo>
                    <a:pt x="651015" y="270296"/>
                  </a:lnTo>
                  <a:lnTo>
                    <a:pt x="651097" y="270050"/>
                  </a:lnTo>
                  <a:lnTo>
                    <a:pt x="651076" y="269567"/>
                  </a:lnTo>
                  <a:lnTo>
                    <a:pt x="651066" y="269337"/>
                  </a:lnTo>
                  <a:lnTo>
                    <a:pt x="651038" y="268700"/>
                  </a:lnTo>
                  <a:lnTo>
                    <a:pt x="650994" y="267703"/>
                  </a:lnTo>
                  <a:lnTo>
                    <a:pt x="650928" y="266198"/>
                  </a:lnTo>
                  <a:lnTo>
                    <a:pt x="650879" y="265101"/>
                  </a:lnTo>
                  <a:lnTo>
                    <a:pt x="650832" y="263985"/>
                  </a:lnTo>
                  <a:lnTo>
                    <a:pt x="650802" y="263289"/>
                  </a:lnTo>
                  <a:lnTo>
                    <a:pt x="650790" y="263064"/>
                  </a:lnTo>
                  <a:lnTo>
                    <a:pt x="651228" y="262703"/>
                  </a:lnTo>
                  <a:lnTo>
                    <a:pt x="651899" y="262192"/>
                  </a:lnTo>
                  <a:lnTo>
                    <a:pt x="653266" y="261148"/>
                  </a:lnTo>
                  <a:lnTo>
                    <a:pt x="654211" y="260429"/>
                  </a:lnTo>
                  <a:lnTo>
                    <a:pt x="655235" y="259571"/>
                  </a:lnTo>
                  <a:lnTo>
                    <a:pt x="655983" y="258945"/>
                  </a:lnTo>
                  <a:lnTo>
                    <a:pt x="656592" y="258436"/>
                  </a:lnTo>
                  <a:lnTo>
                    <a:pt x="656745" y="258103"/>
                  </a:lnTo>
                  <a:lnTo>
                    <a:pt x="657181" y="257182"/>
                  </a:lnTo>
                  <a:lnTo>
                    <a:pt x="659539" y="252186"/>
                  </a:lnTo>
                  <a:lnTo>
                    <a:pt x="659945" y="251323"/>
                  </a:lnTo>
                  <a:lnTo>
                    <a:pt x="660029" y="251147"/>
                  </a:lnTo>
                  <a:lnTo>
                    <a:pt x="659666" y="250833"/>
                  </a:lnTo>
                  <a:lnTo>
                    <a:pt x="657460" y="248927"/>
                  </a:lnTo>
                  <a:lnTo>
                    <a:pt x="653977" y="246695"/>
                  </a:lnTo>
                  <a:lnTo>
                    <a:pt x="651458" y="249522"/>
                  </a:lnTo>
                  <a:lnTo>
                    <a:pt x="647501" y="253274"/>
                  </a:lnTo>
                  <a:lnTo>
                    <a:pt x="646223" y="252498"/>
                  </a:lnTo>
                  <a:lnTo>
                    <a:pt x="643016" y="250545"/>
                  </a:lnTo>
                  <a:lnTo>
                    <a:pt x="639903" y="248653"/>
                  </a:lnTo>
                  <a:lnTo>
                    <a:pt x="637267" y="247049"/>
                  </a:lnTo>
                  <a:lnTo>
                    <a:pt x="634895" y="245607"/>
                  </a:lnTo>
                  <a:lnTo>
                    <a:pt x="632867" y="244372"/>
                  </a:lnTo>
                  <a:lnTo>
                    <a:pt x="632079" y="243893"/>
                  </a:lnTo>
                  <a:lnTo>
                    <a:pt x="629667" y="242409"/>
                  </a:lnTo>
                  <a:lnTo>
                    <a:pt x="629301" y="242174"/>
                  </a:lnTo>
                  <a:lnTo>
                    <a:pt x="628121" y="239979"/>
                  </a:lnTo>
                  <a:lnTo>
                    <a:pt x="625338" y="234769"/>
                  </a:lnTo>
                  <a:lnTo>
                    <a:pt x="626117" y="228955"/>
                  </a:lnTo>
                  <a:lnTo>
                    <a:pt x="625885" y="228430"/>
                  </a:lnTo>
                  <a:lnTo>
                    <a:pt x="623717" y="223532"/>
                  </a:lnTo>
                  <a:lnTo>
                    <a:pt x="620345" y="221344"/>
                  </a:lnTo>
                  <a:lnTo>
                    <a:pt x="615424" y="218979"/>
                  </a:lnTo>
                  <a:lnTo>
                    <a:pt x="617809" y="211174"/>
                  </a:lnTo>
                  <a:lnTo>
                    <a:pt x="619584" y="207925"/>
                  </a:lnTo>
                  <a:lnTo>
                    <a:pt x="620599" y="205489"/>
                  </a:lnTo>
                  <a:lnTo>
                    <a:pt x="620667" y="205326"/>
                  </a:lnTo>
                  <a:lnTo>
                    <a:pt x="621098" y="204291"/>
                  </a:lnTo>
                  <a:lnTo>
                    <a:pt x="622184" y="203555"/>
                  </a:lnTo>
                  <a:lnTo>
                    <a:pt x="620376" y="199886"/>
                  </a:lnTo>
                  <a:lnTo>
                    <a:pt x="617739" y="199553"/>
                  </a:lnTo>
                  <a:lnTo>
                    <a:pt x="615446" y="199890"/>
                  </a:lnTo>
                  <a:lnTo>
                    <a:pt x="612529" y="197541"/>
                  </a:lnTo>
                  <a:lnTo>
                    <a:pt x="615447" y="193689"/>
                  </a:lnTo>
                  <a:lnTo>
                    <a:pt x="618630" y="189488"/>
                  </a:lnTo>
                  <a:lnTo>
                    <a:pt x="616836" y="187096"/>
                  </a:lnTo>
                  <a:lnTo>
                    <a:pt x="615420" y="185207"/>
                  </a:lnTo>
                  <a:lnTo>
                    <a:pt x="613725" y="184630"/>
                  </a:lnTo>
                  <a:lnTo>
                    <a:pt x="609939" y="183810"/>
                  </a:lnTo>
                  <a:lnTo>
                    <a:pt x="608112" y="184371"/>
                  </a:lnTo>
                  <a:lnTo>
                    <a:pt x="606809" y="184771"/>
                  </a:lnTo>
                  <a:lnTo>
                    <a:pt x="600723" y="182422"/>
                  </a:lnTo>
                  <a:lnTo>
                    <a:pt x="599316" y="182028"/>
                  </a:lnTo>
                  <a:lnTo>
                    <a:pt x="595382" y="180572"/>
                  </a:lnTo>
                  <a:lnTo>
                    <a:pt x="594257" y="179309"/>
                  </a:lnTo>
                  <a:lnTo>
                    <a:pt x="592038" y="177504"/>
                  </a:lnTo>
                  <a:lnTo>
                    <a:pt x="591444" y="177020"/>
                  </a:lnTo>
                  <a:lnTo>
                    <a:pt x="591362" y="173023"/>
                  </a:lnTo>
                  <a:lnTo>
                    <a:pt x="589896" y="171694"/>
                  </a:lnTo>
                  <a:lnTo>
                    <a:pt x="588902" y="169349"/>
                  </a:lnTo>
                  <a:lnTo>
                    <a:pt x="586607" y="166102"/>
                  </a:lnTo>
                  <a:lnTo>
                    <a:pt x="586487" y="165969"/>
                  </a:lnTo>
                  <a:lnTo>
                    <a:pt x="586394" y="165781"/>
                  </a:lnTo>
                  <a:lnTo>
                    <a:pt x="585969" y="165582"/>
                  </a:lnTo>
                  <a:lnTo>
                    <a:pt x="585050" y="164914"/>
                  </a:lnTo>
                  <a:lnTo>
                    <a:pt x="584909" y="164822"/>
                  </a:lnTo>
                  <a:lnTo>
                    <a:pt x="586242" y="157621"/>
                  </a:lnTo>
                  <a:lnTo>
                    <a:pt x="586685" y="157082"/>
                  </a:lnTo>
                  <a:lnTo>
                    <a:pt x="586560" y="156325"/>
                  </a:lnTo>
                  <a:lnTo>
                    <a:pt x="585952" y="153409"/>
                  </a:lnTo>
                  <a:lnTo>
                    <a:pt x="585686" y="151935"/>
                  </a:lnTo>
                  <a:lnTo>
                    <a:pt x="584973" y="151105"/>
                  </a:lnTo>
                  <a:lnTo>
                    <a:pt x="584912" y="150929"/>
                  </a:lnTo>
                  <a:lnTo>
                    <a:pt x="584895" y="150716"/>
                  </a:lnTo>
                  <a:lnTo>
                    <a:pt x="584316" y="150376"/>
                  </a:lnTo>
                  <a:lnTo>
                    <a:pt x="584012" y="150425"/>
                  </a:lnTo>
                  <a:lnTo>
                    <a:pt x="583665" y="150460"/>
                  </a:lnTo>
                  <a:lnTo>
                    <a:pt x="583468" y="150486"/>
                  </a:lnTo>
                  <a:lnTo>
                    <a:pt x="583226" y="150519"/>
                  </a:lnTo>
                  <a:lnTo>
                    <a:pt x="582917" y="150603"/>
                  </a:lnTo>
                  <a:lnTo>
                    <a:pt x="582666" y="150648"/>
                  </a:lnTo>
                  <a:lnTo>
                    <a:pt x="582272" y="150746"/>
                  </a:lnTo>
                  <a:lnTo>
                    <a:pt x="582075" y="150798"/>
                  </a:lnTo>
                  <a:lnTo>
                    <a:pt x="581752" y="150880"/>
                  </a:lnTo>
                  <a:lnTo>
                    <a:pt x="581526" y="150378"/>
                  </a:lnTo>
                  <a:lnTo>
                    <a:pt x="581442" y="150193"/>
                  </a:lnTo>
                  <a:lnTo>
                    <a:pt x="580959" y="149122"/>
                  </a:lnTo>
                  <a:lnTo>
                    <a:pt x="580570" y="148257"/>
                  </a:lnTo>
                  <a:lnTo>
                    <a:pt x="580263" y="147574"/>
                  </a:lnTo>
                  <a:lnTo>
                    <a:pt x="580061" y="147129"/>
                  </a:lnTo>
                  <a:lnTo>
                    <a:pt x="579827" y="146611"/>
                  </a:lnTo>
                  <a:lnTo>
                    <a:pt x="579616" y="146137"/>
                  </a:lnTo>
                  <a:lnTo>
                    <a:pt x="579393" y="145645"/>
                  </a:lnTo>
                  <a:lnTo>
                    <a:pt x="579309" y="145460"/>
                  </a:lnTo>
                  <a:lnTo>
                    <a:pt x="579069" y="144927"/>
                  </a:lnTo>
                  <a:lnTo>
                    <a:pt x="578805" y="144339"/>
                  </a:lnTo>
                  <a:lnTo>
                    <a:pt x="578572" y="143823"/>
                  </a:lnTo>
                  <a:lnTo>
                    <a:pt x="578298" y="143216"/>
                  </a:lnTo>
                  <a:lnTo>
                    <a:pt x="578085" y="142745"/>
                  </a:lnTo>
                  <a:lnTo>
                    <a:pt x="577848" y="142217"/>
                  </a:lnTo>
                  <a:lnTo>
                    <a:pt x="577691" y="141868"/>
                  </a:lnTo>
                  <a:lnTo>
                    <a:pt x="577480" y="141404"/>
                  </a:lnTo>
                  <a:lnTo>
                    <a:pt x="577020" y="140384"/>
                  </a:lnTo>
                  <a:lnTo>
                    <a:pt x="576779" y="139847"/>
                  </a:lnTo>
                  <a:lnTo>
                    <a:pt x="576495" y="139216"/>
                  </a:lnTo>
                  <a:lnTo>
                    <a:pt x="576191" y="138539"/>
                  </a:lnTo>
                  <a:lnTo>
                    <a:pt x="576019" y="138161"/>
                  </a:lnTo>
                  <a:lnTo>
                    <a:pt x="575787" y="137643"/>
                  </a:lnTo>
                  <a:lnTo>
                    <a:pt x="575450" y="136966"/>
                  </a:lnTo>
                  <a:lnTo>
                    <a:pt x="575316" y="136895"/>
                  </a:lnTo>
                  <a:lnTo>
                    <a:pt x="575004" y="136694"/>
                  </a:lnTo>
                  <a:lnTo>
                    <a:pt x="574779" y="136466"/>
                  </a:lnTo>
                  <a:lnTo>
                    <a:pt x="574685" y="136333"/>
                  </a:lnTo>
                  <a:lnTo>
                    <a:pt x="574554" y="136169"/>
                  </a:lnTo>
                  <a:lnTo>
                    <a:pt x="574202" y="135662"/>
                  </a:lnTo>
                  <a:lnTo>
                    <a:pt x="574149" y="135526"/>
                  </a:lnTo>
                  <a:lnTo>
                    <a:pt x="574292" y="135079"/>
                  </a:lnTo>
                  <a:lnTo>
                    <a:pt x="574800" y="134509"/>
                  </a:lnTo>
                  <a:lnTo>
                    <a:pt x="574957" y="134335"/>
                  </a:lnTo>
                  <a:lnTo>
                    <a:pt x="575206" y="134174"/>
                  </a:lnTo>
                  <a:lnTo>
                    <a:pt x="575391" y="134019"/>
                  </a:lnTo>
                  <a:lnTo>
                    <a:pt x="575611" y="133836"/>
                  </a:lnTo>
                  <a:lnTo>
                    <a:pt x="575644" y="133538"/>
                  </a:lnTo>
                  <a:lnTo>
                    <a:pt x="575694" y="133086"/>
                  </a:lnTo>
                  <a:lnTo>
                    <a:pt x="575815" y="131986"/>
                  </a:lnTo>
                  <a:lnTo>
                    <a:pt x="575752" y="131700"/>
                  </a:lnTo>
                  <a:lnTo>
                    <a:pt x="575586" y="130959"/>
                  </a:lnTo>
                  <a:lnTo>
                    <a:pt x="575337" y="129843"/>
                  </a:lnTo>
                  <a:lnTo>
                    <a:pt x="575211" y="129281"/>
                  </a:lnTo>
                  <a:lnTo>
                    <a:pt x="575089" y="128739"/>
                  </a:lnTo>
                  <a:lnTo>
                    <a:pt x="574953" y="128125"/>
                  </a:lnTo>
                  <a:lnTo>
                    <a:pt x="574821" y="127536"/>
                  </a:lnTo>
                  <a:lnTo>
                    <a:pt x="574704" y="127018"/>
                  </a:lnTo>
                  <a:lnTo>
                    <a:pt x="574568" y="126409"/>
                  </a:lnTo>
                  <a:lnTo>
                    <a:pt x="574446" y="125860"/>
                  </a:lnTo>
                  <a:lnTo>
                    <a:pt x="574268" y="125070"/>
                  </a:lnTo>
                  <a:lnTo>
                    <a:pt x="574153" y="124554"/>
                  </a:lnTo>
                  <a:lnTo>
                    <a:pt x="574048" y="124078"/>
                  </a:lnTo>
                  <a:lnTo>
                    <a:pt x="573998" y="123858"/>
                  </a:lnTo>
                  <a:lnTo>
                    <a:pt x="572936" y="123860"/>
                  </a:lnTo>
                  <a:lnTo>
                    <a:pt x="572608" y="123863"/>
                  </a:lnTo>
                  <a:lnTo>
                    <a:pt x="572364" y="123863"/>
                  </a:lnTo>
                  <a:lnTo>
                    <a:pt x="572160" y="123872"/>
                  </a:lnTo>
                  <a:lnTo>
                    <a:pt x="571816" y="123860"/>
                  </a:lnTo>
                  <a:lnTo>
                    <a:pt x="571593" y="123870"/>
                  </a:lnTo>
                  <a:lnTo>
                    <a:pt x="571345" y="123881"/>
                  </a:lnTo>
                  <a:lnTo>
                    <a:pt x="570637" y="123959"/>
                  </a:lnTo>
                  <a:lnTo>
                    <a:pt x="569148" y="125021"/>
                  </a:lnTo>
                  <a:lnTo>
                    <a:pt x="568623" y="125349"/>
                  </a:lnTo>
                  <a:lnTo>
                    <a:pt x="568367" y="125499"/>
                  </a:lnTo>
                  <a:lnTo>
                    <a:pt x="568109" y="125633"/>
                  </a:lnTo>
                  <a:lnTo>
                    <a:pt x="567870" y="125738"/>
                  </a:lnTo>
                  <a:lnTo>
                    <a:pt x="567645" y="125863"/>
                  </a:lnTo>
                  <a:lnTo>
                    <a:pt x="567488" y="125933"/>
                  </a:lnTo>
                  <a:lnTo>
                    <a:pt x="567078" y="126043"/>
                  </a:lnTo>
                  <a:lnTo>
                    <a:pt x="565664" y="126418"/>
                  </a:lnTo>
                  <a:lnTo>
                    <a:pt x="564881" y="126671"/>
                  </a:lnTo>
                  <a:lnTo>
                    <a:pt x="564581" y="126800"/>
                  </a:lnTo>
                  <a:lnTo>
                    <a:pt x="564253" y="126957"/>
                  </a:lnTo>
                  <a:lnTo>
                    <a:pt x="563803" y="127400"/>
                  </a:lnTo>
                  <a:lnTo>
                    <a:pt x="563667" y="127635"/>
                  </a:lnTo>
                  <a:lnTo>
                    <a:pt x="563538" y="127888"/>
                  </a:lnTo>
                  <a:lnTo>
                    <a:pt x="563364" y="128392"/>
                  </a:lnTo>
                  <a:lnTo>
                    <a:pt x="563275" y="128615"/>
                  </a:lnTo>
                  <a:lnTo>
                    <a:pt x="563228" y="128749"/>
                  </a:lnTo>
                  <a:lnTo>
                    <a:pt x="562197" y="129895"/>
                  </a:lnTo>
                  <a:lnTo>
                    <a:pt x="561960" y="129986"/>
                  </a:lnTo>
                  <a:lnTo>
                    <a:pt x="561003" y="130948"/>
                  </a:lnTo>
                  <a:lnTo>
                    <a:pt x="560678" y="130823"/>
                  </a:lnTo>
                  <a:lnTo>
                    <a:pt x="560183" y="130633"/>
                  </a:lnTo>
                  <a:lnTo>
                    <a:pt x="559576" y="130404"/>
                  </a:lnTo>
                  <a:lnTo>
                    <a:pt x="559262" y="130284"/>
                  </a:lnTo>
                  <a:lnTo>
                    <a:pt x="558971" y="130174"/>
                  </a:lnTo>
                  <a:lnTo>
                    <a:pt x="558661" y="130054"/>
                  </a:lnTo>
                  <a:lnTo>
                    <a:pt x="558422" y="129963"/>
                  </a:lnTo>
                  <a:lnTo>
                    <a:pt x="557973" y="129793"/>
                  </a:lnTo>
                  <a:lnTo>
                    <a:pt x="557735" y="129703"/>
                  </a:lnTo>
                  <a:lnTo>
                    <a:pt x="557269" y="129525"/>
                  </a:lnTo>
                  <a:lnTo>
                    <a:pt x="556854" y="129367"/>
                  </a:lnTo>
                  <a:lnTo>
                    <a:pt x="556467" y="129220"/>
                  </a:lnTo>
                  <a:lnTo>
                    <a:pt x="556202" y="129119"/>
                  </a:lnTo>
                  <a:lnTo>
                    <a:pt x="556240" y="129473"/>
                  </a:lnTo>
                  <a:lnTo>
                    <a:pt x="556286" y="129944"/>
                  </a:lnTo>
                  <a:lnTo>
                    <a:pt x="556329" y="130350"/>
                  </a:lnTo>
                  <a:lnTo>
                    <a:pt x="556392" y="130955"/>
                  </a:lnTo>
                  <a:lnTo>
                    <a:pt x="556460" y="131623"/>
                  </a:lnTo>
                  <a:lnTo>
                    <a:pt x="556511" y="132103"/>
                  </a:lnTo>
                  <a:lnTo>
                    <a:pt x="556540" y="132387"/>
                  </a:lnTo>
                  <a:lnTo>
                    <a:pt x="556586" y="132847"/>
                  </a:lnTo>
                  <a:lnTo>
                    <a:pt x="556638" y="133339"/>
                  </a:lnTo>
                  <a:lnTo>
                    <a:pt x="556359" y="133623"/>
                  </a:lnTo>
                  <a:lnTo>
                    <a:pt x="556097" y="133892"/>
                  </a:lnTo>
                  <a:lnTo>
                    <a:pt x="555771" y="134225"/>
                  </a:lnTo>
                  <a:lnTo>
                    <a:pt x="555391" y="134612"/>
                  </a:lnTo>
                  <a:lnTo>
                    <a:pt x="555118" y="134892"/>
                  </a:lnTo>
                  <a:lnTo>
                    <a:pt x="554582" y="135442"/>
                  </a:lnTo>
                  <a:lnTo>
                    <a:pt x="554212" y="135819"/>
                  </a:lnTo>
                  <a:lnTo>
                    <a:pt x="553853" y="136187"/>
                  </a:lnTo>
                  <a:lnTo>
                    <a:pt x="553600" y="136445"/>
                  </a:lnTo>
                  <a:lnTo>
                    <a:pt x="553161" y="136931"/>
                  </a:lnTo>
                  <a:lnTo>
                    <a:pt x="553213" y="137151"/>
                  </a:lnTo>
                  <a:lnTo>
                    <a:pt x="553325" y="137474"/>
                  </a:lnTo>
                  <a:lnTo>
                    <a:pt x="553440" y="138035"/>
                  </a:lnTo>
                  <a:lnTo>
                    <a:pt x="553522" y="138424"/>
                  </a:lnTo>
                  <a:lnTo>
                    <a:pt x="553574" y="138635"/>
                  </a:lnTo>
                  <a:lnTo>
                    <a:pt x="553635" y="138886"/>
                  </a:lnTo>
                  <a:lnTo>
                    <a:pt x="553740" y="139322"/>
                  </a:lnTo>
                  <a:lnTo>
                    <a:pt x="553858" y="139810"/>
                  </a:lnTo>
                  <a:lnTo>
                    <a:pt x="553991" y="140375"/>
                  </a:lnTo>
                  <a:lnTo>
                    <a:pt x="554024" y="140508"/>
                  </a:lnTo>
                  <a:lnTo>
                    <a:pt x="554120" y="140921"/>
                  </a:lnTo>
                  <a:lnTo>
                    <a:pt x="554174" y="141139"/>
                  </a:lnTo>
                  <a:lnTo>
                    <a:pt x="554317" y="141699"/>
                  </a:lnTo>
                  <a:lnTo>
                    <a:pt x="554113" y="141856"/>
                  </a:lnTo>
                  <a:lnTo>
                    <a:pt x="553487" y="142405"/>
                  </a:lnTo>
                  <a:lnTo>
                    <a:pt x="553075" y="142747"/>
                  </a:lnTo>
                  <a:lnTo>
                    <a:pt x="552641" y="143103"/>
                  </a:lnTo>
                  <a:lnTo>
                    <a:pt x="552235" y="143439"/>
                  </a:lnTo>
                  <a:lnTo>
                    <a:pt x="551825" y="143776"/>
                  </a:lnTo>
                  <a:lnTo>
                    <a:pt x="551410" y="144121"/>
                  </a:lnTo>
                  <a:lnTo>
                    <a:pt x="550613" y="144777"/>
                  </a:lnTo>
                  <a:lnTo>
                    <a:pt x="549879" y="144353"/>
                  </a:lnTo>
                  <a:lnTo>
                    <a:pt x="549757" y="144135"/>
                  </a:lnTo>
                  <a:lnTo>
                    <a:pt x="549525" y="143971"/>
                  </a:lnTo>
                  <a:lnTo>
                    <a:pt x="549000" y="143584"/>
                  </a:lnTo>
                  <a:lnTo>
                    <a:pt x="548941" y="143436"/>
                  </a:lnTo>
                  <a:lnTo>
                    <a:pt x="548845" y="143239"/>
                  </a:lnTo>
                  <a:lnTo>
                    <a:pt x="548758" y="142693"/>
                  </a:lnTo>
                  <a:lnTo>
                    <a:pt x="548400" y="142440"/>
                  </a:lnTo>
                  <a:lnTo>
                    <a:pt x="548184" y="142288"/>
                  </a:lnTo>
                  <a:lnTo>
                    <a:pt x="547657" y="141837"/>
                  </a:lnTo>
                  <a:lnTo>
                    <a:pt x="547518" y="141727"/>
                  </a:lnTo>
                  <a:lnTo>
                    <a:pt x="547251" y="141526"/>
                  </a:lnTo>
                  <a:lnTo>
                    <a:pt x="547148" y="141397"/>
                  </a:lnTo>
                  <a:lnTo>
                    <a:pt x="545858" y="140841"/>
                  </a:lnTo>
                  <a:lnTo>
                    <a:pt x="545033" y="140651"/>
                  </a:lnTo>
                  <a:lnTo>
                    <a:pt x="544742" y="140600"/>
                  </a:lnTo>
                  <a:lnTo>
                    <a:pt x="544548" y="140536"/>
                  </a:lnTo>
                  <a:lnTo>
                    <a:pt x="544114" y="140482"/>
                  </a:lnTo>
                  <a:lnTo>
                    <a:pt x="543816" y="140503"/>
                  </a:lnTo>
                  <a:lnTo>
                    <a:pt x="543582" y="140501"/>
                  </a:lnTo>
                  <a:lnTo>
                    <a:pt x="543408" y="140534"/>
                  </a:lnTo>
                  <a:lnTo>
                    <a:pt x="543036" y="140550"/>
                  </a:lnTo>
                  <a:lnTo>
                    <a:pt x="542710" y="140461"/>
                  </a:lnTo>
                  <a:lnTo>
                    <a:pt x="542260" y="140375"/>
                  </a:lnTo>
                  <a:lnTo>
                    <a:pt x="542098" y="140389"/>
                  </a:lnTo>
                  <a:lnTo>
                    <a:pt x="541964" y="140419"/>
                  </a:lnTo>
                  <a:lnTo>
                    <a:pt x="541788" y="140419"/>
                  </a:lnTo>
                  <a:lnTo>
                    <a:pt x="541493" y="140457"/>
                  </a:lnTo>
                  <a:lnTo>
                    <a:pt x="541226" y="140440"/>
                  </a:lnTo>
                  <a:lnTo>
                    <a:pt x="541066" y="140457"/>
                  </a:lnTo>
                  <a:lnTo>
                    <a:pt x="540738" y="140424"/>
                  </a:lnTo>
                  <a:lnTo>
                    <a:pt x="540068" y="139964"/>
                  </a:lnTo>
                  <a:lnTo>
                    <a:pt x="539950" y="139821"/>
                  </a:lnTo>
                  <a:lnTo>
                    <a:pt x="539704" y="139523"/>
                  </a:lnTo>
                  <a:lnTo>
                    <a:pt x="539580" y="139355"/>
                  </a:lnTo>
                  <a:lnTo>
                    <a:pt x="539467" y="139198"/>
                  </a:lnTo>
                  <a:lnTo>
                    <a:pt x="539376" y="139069"/>
                  </a:lnTo>
                  <a:lnTo>
                    <a:pt x="539315" y="138879"/>
                  </a:lnTo>
                  <a:lnTo>
                    <a:pt x="539235" y="138518"/>
                  </a:lnTo>
                  <a:lnTo>
                    <a:pt x="539233" y="137739"/>
                  </a:lnTo>
                  <a:lnTo>
                    <a:pt x="539292" y="137374"/>
                  </a:lnTo>
                  <a:lnTo>
                    <a:pt x="539357" y="136970"/>
                  </a:lnTo>
                  <a:lnTo>
                    <a:pt x="539421" y="136696"/>
                  </a:lnTo>
                  <a:lnTo>
                    <a:pt x="539491" y="136424"/>
                  </a:lnTo>
                  <a:lnTo>
                    <a:pt x="539545" y="136178"/>
                  </a:lnTo>
                  <a:lnTo>
                    <a:pt x="539639" y="135859"/>
                  </a:lnTo>
                  <a:lnTo>
                    <a:pt x="539709" y="135618"/>
                  </a:lnTo>
                  <a:lnTo>
                    <a:pt x="539545" y="135615"/>
                  </a:lnTo>
                  <a:lnTo>
                    <a:pt x="539406" y="135613"/>
                  </a:lnTo>
                  <a:lnTo>
                    <a:pt x="539174" y="135608"/>
                  </a:lnTo>
                  <a:lnTo>
                    <a:pt x="538984" y="135604"/>
                  </a:lnTo>
                  <a:lnTo>
                    <a:pt x="538438" y="135552"/>
                  </a:lnTo>
                  <a:lnTo>
                    <a:pt x="537634" y="135285"/>
                  </a:lnTo>
                  <a:lnTo>
                    <a:pt x="537451" y="135191"/>
                  </a:lnTo>
                  <a:lnTo>
                    <a:pt x="537297" y="135088"/>
                  </a:lnTo>
                  <a:lnTo>
                    <a:pt x="537027" y="134933"/>
                  </a:lnTo>
                  <a:lnTo>
                    <a:pt x="536750" y="134729"/>
                  </a:lnTo>
                  <a:lnTo>
                    <a:pt x="536502" y="134563"/>
                  </a:lnTo>
                  <a:lnTo>
                    <a:pt x="536345" y="134399"/>
                  </a:lnTo>
                  <a:lnTo>
                    <a:pt x="536192" y="134284"/>
                  </a:lnTo>
                  <a:lnTo>
                    <a:pt x="536047" y="134155"/>
                  </a:lnTo>
                  <a:lnTo>
                    <a:pt x="536272" y="133147"/>
                  </a:lnTo>
                  <a:lnTo>
                    <a:pt x="535946" y="133177"/>
                  </a:lnTo>
                  <a:lnTo>
                    <a:pt x="535229" y="133201"/>
                  </a:lnTo>
                  <a:lnTo>
                    <a:pt x="534720" y="133177"/>
                  </a:lnTo>
                  <a:lnTo>
                    <a:pt x="534565" y="133140"/>
                  </a:lnTo>
                  <a:lnTo>
                    <a:pt x="534375" y="133097"/>
                  </a:lnTo>
                  <a:lnTo>
                    <a:pt x="534211" y="132966"/>
                  </a:lnTo>
                  <a:lnTo>
                    <a:pt x="534073" y="132753"/>
                  </a:lnTo>
                  <a:lnTo>
                    <a:pt x="533949" y="132303"/>
                  </a:lnTo>
                  <a:lnTo>
                    <a:pt x="533698" y="131810"/>
                  </a:lnTo>
                  <a:lnTo>
                    <a:pt x="533672" y="131529"/>
                  </a:lnTo>
                  <a:lnTo>
                    <a:pt x="533663" y="131391"/>
                  </a:lnTo>
                  <a:lnTo>
                    <a:pt x="533381" y="130850"/>
                  </a:lnTo>
                  <a:lnTo>
                    <a:pt x="532512" y="130357"/>
                  </a:lnTo>
                  <a:lnTo>
                    <a:pt x="532186" y="130195"/>
                  </a:lnTo>
                  <a:lnTo>
                    <a:pt x="531921" y="130019"/>
                  </a:lnTo>
                  <a:lnTo>
                    <a:pt x="531443" y="129677"/>
                  </a:lnTo>
                  <a:lnTo>
                    <a:pt x="531307" y="129665"/>
                  </a:lnTo>
                  <a:lnTo>
                    <a:pt x="531086" y="129771"/>
                  </a:lnTo>
                  <a:lnTo>
                    <a:pt x="530430" y="129555"/>
                  </a:lnTo>
                  <a:lnTo>
                    <a:pt x="530280" y="129351"/>
                  </a:lnTo>
                  <a:lnTo>
                    <a:pt x="530081" y="128920"/>
                  </a:lnTo>
                  <a:lnTo>
                    <a:pt x="529966" y="128671"/>
                  </a:lnTo>
                  <a:lnTo>
                    <a:pt x="529940" y="128291"/>
                  </a:lnTo>
                  <a:lnTo>
                    <a:pt x="529763" y="127872"/>
                  </a:lnTo>
                  <a:lnTo>
                    <a:pt x="529357" y="127662"/>
                  </a:lnTo>
                  <a:lnTo>
                    <a:pt x="529181" y="127469"/>
                  </a:lnTo>
                  <a:lnTo>
                    <a:pt x="528701" y="126946"/>
                  </a:lnTo>
                  <a:lnTo>
                    <a:pt x="529719" y="125689"/>
                  </a:lnTo>
                  <a:lnTo>
                    <a:pt x="529780" y="125548"/>
                  </a:lnTo>
                  <a:lnTo>
                    <a:pt x="529940" y="125260"/>
                  </a:lnTo>
                  <a:lnTo>
                    <a:pt x="530001" y="125098"/>
                  </a:lnTo>
                  <a:lnTo>
                    <a:pt x="530076" y="124871"/>
                  </a:lnTo>
                  <a:lnTo>
                    <a:pt x="530139" y="124634"/>
                  </a:lnTo>
                  <a:lnTo>
                    <a:pt x="530191" y="124282"/>
                  </a:lnTo>
                  <a:lnTo>
                    <a:pt x="530134" y="124116"/>
                  </a:lnTo>
                  <a:lnTo>
                    <a:pt x="530148" y="123828"/>
                  </a:lnTo>
                  <a:lnTo>
                    <a:pt x="529173" y="123633"/>
                  </a:lnTo>
                  <a:lnTo>
                    <a:pt x="528908" y="123556"/>
                  </a:lnTo>
                  <a:lnTo>
                    <a:pt x="528607" y="123508"/>
                  </a:lnTo>
                  <a:lnTo>
                    <a:pt x="526632" y="123195"/>
                  </a:lnTo>
                  <a:lnTo>
                    <a:pt x="526182" y="123098"/>
                  </a:lnTo>
                  <a:lnTo>
                    <a:pt x="525274" y="122955"/>
                  </a:lnTo>
                  <a:lnTo>
                    <a:pt x="524920" y="122887"/>
                  </a:lnTo>
                  <a:lnTo>
                    <a:pt x="524719" y="122894"/>
                  </a:lnTo>
                  <a:lnTo>
                    <a:pt x="524295" y="123070"/>
                  </a:lnTo>
                  <a:lnTo>
                    <a:pt x="523805" y="123288"/>
                  </a:lnTo>
                  <a:lnTo>
                    <a:pt x="523197" y="123530"/>
                  </a:lnTo>
                  <a:lnTo>
                    <a:pt x="522832" y="123666"/>
                  </a:lnTo>
                  <a:lnTo>
                    <a:pt x="522468" y="123818"/>
                  </a:lnTo>
                  <a:lnTo>
                    <a:pt x="522236" y="123881"/>
                  </a:lnTo>
                  <a:lnTo>
                    <a:pt x="522093" y="124561"/>
                  </a:lnTo>
                  <a:lnTo>
                    <a:pt x="522009" y="124904"/>
                  </a:lnTo>
                  <a:lnTo>
                    <a:pt x="521809" y="125619"/>
                  </a:lnTo>
                  <a:lnTo>
                    <a:pt x="521623" y="126001"/>
                  </a:lnTo>
                  <a:lnTo>
                    <a:pt x="521342" y="126488"/>
                  </a:lnTo>
                  <a:lnTo>
                    <a:pt x="520949" y="126631"/>
                  </a:lnTo>
                  <a:lnTo>
                    <a:pt x="520616" y="126715"/>
                  </a:lnTo>
                  <a:lnTo>
                    <a:pt x="520309" y="126753"/>
                  </a:lnTo>
                  <a:lnTo>
                    <a:pt x="519840" y="126640"/>
                  </a:lnTo>
                  <a:lnTo>
                    <a:pt x="519505" y="126953"/>
                  </a:lnTo>
                  <a:lnTo>
                    <a:pt x="519198" y="126890"/>
                  </a:lnTo>
                  <a:lnTo>
                    <a:pt x="518810" y="126820"/>
                  </a:lnTo>
                  <a:lnTo>
                    <a:pt x="518553" y="126392"/>
                  </a:lnTo>
                  <a:lnTo>
                    <a:pt x="518245" y="126393"/>
                  </a:lnTo>
                  <a:lnTo>
                    <a:pt x="518126" y="126057"/>
                  </a:lnTo>
                  <a:lnTo>
                    <a:pt x="517899" y="125602"/>
                  </a:lnTo>
                  <a:lnTo>
                    <a:pt x="517789" y="125403"/>
                  </a:lnTo>
                  <a:lnTo>
                    <a:pt x="517271" y="124739"/>
                  </a:lnTo>
                  <a:lnTo>
                    <a:pt x="517076" y="124634"/>
                  </a:lnTo>
                  <a:lnTo>
                    <a:pt x="516537" y="125098"/>
                  </a:lnTo>
                  <a:lnTo>
                    <a:pt x="516520" y="125236"/>
                  </a:lnTo>
                  <a:lnTo>
                    <a:pt x="515189" y="125478"/>
                  </a:lnTo>
                  <a:lnTo>
                    <a:pt x="515111" y="125628"/>
                  </a:lnTo>
                  <a:lnTo>
                    <a:pt x="514711" y="126184"/>
                  </a:lnTo>
                  <a:lnTo>
                    <a:pt x="514582" y="126336"/>
                  </a:lnTo>
                  <a:lnTo>
                    <a:pt x="514272" y="126840"/>
                  </a:lnTo>
                  <a:lnTo>
                    <a:pt x="513517" y="127510"/>
                  </a:lnTo>
                  <a:lnTo>
                    <a:pt x="513076" y="127529"/>
                  </a:lnTo>
                  <a:lnTo>
                    <a:pt x="512884" y="127541"/>
                  </a:lnTo>
                  <a:lnTo>
                    <a:pt x="512753" y="127548"/>
                  </a:lnTo>
                  <a:lnTo>
                    <a:pt x="512621" y="127527"/>
                  </a:lnTo>
                  <a:lnTo>
                    <a:pt x="512368" y="127494"/>
                  </a:lnTo>
                  <a:lnTo>
                    <a:pt x="511447" y="126268"/>
                  </a:lnTo>
                  <a:lnTo>
                    <a:pt x="511646" y="125813"/>
                  </a:lnTo>
                  <a:lnTo>
                    <a:pt x="511763" y="125365"/>
                  </a:lnTo>
                  <a:lnTo>
                    <a:pt x="511665" y="125117"/>
                  </a:lnTo>
                  <a:lnTo>
                    <a:pt x="511667" y="124864"/>
                  </a:lnTo>
                  <a:lnTo>
                    <a:pt x="511499" y="124873"/>
                  </a:lnTo>
                  <a:lnTo>
                    <a:pt x="511316" y="124882"/>
                  </a:lnTo>
                  <a:lnTo>
                    <a:pt x="510971" y="124908"/>
                  </a:lnTo>
                  <a:lnTo>
                    <a:pt x="510596" y="124934"/>
                  </a:lnTo>
                  <a:lnTo>
                    <a:pt x="510411" y="124948"/>
                  </a:lnTo>
                  <a:lnTo>
                    <a:pt x="509890" y="124929"/>
                  </a:lnTo>
                  <a:lnTo>
                    <a:pt x="509536" y="124875"/>
                  </a:lnTo>
                  <a:lnTo>
                    <a:pt x="509281" y="124864"/>
                  </a:lnTo>
                  <a:lnTo>
                    <a:pt x="508924" y="124751"/>
                  </a:lnTo>
                  <a:lnTo>
                    <a:pt x="508240" y="124613"/>
                  </a:lnTo>
                  <a:lnTo>
                    <a:pt x="507379" y="124442"/>
                  </a:lnTo>
                  <a:lnTo>
                    <a:pt x="507021" y="124371"/>
                  </a:lnTo>
                  <a:lnTo>
                    <a:pt x="506617" y="124261"/>
                  </a:lnTo>
                  <a:lnTo>
                    <a:pt x="506481" y="124219"/>
                  </a:lnTo>
                  <a:lnTo>
                    <a:pt x="506353" y="124181"/>
                  </a:lnTo>
                  <a:lnTo>
                    <a:pt x="506109" y="124064"/>
                  </a:lnTo>
                  <a:lnTo>
                    <a:pt x="505577" y="123635"/>
                  </a:lnTo>
                  <a:lnTo>
                    <a:pt x="505157" y="123232"/>
                  </a:lnTo>
                  <a:lnTo>
                    <a:pt x="505014" y="123258"/>
                  </a:lnTo>
                  <a:lnTo>
                    <a:pt x="503863" y="123253"/>
                  </a:lnTo>
                  <a:lnTo>
                    <a:pt x="503588" y="123230"/>
                  </a:lnTo>
                  <a:lnTo>
                    <a:pt x="503460" y="123169"/>
                  </a:lnTo>
                  <a:lnTo>
                    <a:pt x="503324" y="123201"/>
                  </a:lnTo>
                  <a:lnTo>
                    <a:pt x="502944" y="123401"/>
                  </a:lnTo>
                  <a:lnTo>
                    <a:pt x="502491" y="122801"/>
                  </a:lnTo>
                  <a:lnTo>
                    <a:pt x="502332" y="122688"/>
                  </a:lnTo>
                  <a:lnTo>
                    <a:pt x="502086" y="122512"/>
                  </a:lnTo>
                  <a:lnTo>
                    <a:pt x="501622" y="122179"/>
                  </a:lnTo>
                  <a:lnTo>
                    <a:pt x="501091" y="122055"/>
                  </a:lnTo>
                  <a:lnTo>
                    <a:pt x="499983" y="121073"/>
                  </a:lnTo>
                  <a:lnTo>
                    <a:pt x="498553" y="120357"/>
                  </a:lnTo>
                  <a:lnTo>
                    <a:pt x="496567" y="119669"/>
                  </a:lnTo>
                  <a:lnTo>
                    <a:pt x="495191" y="119530"/>
                  </a:lnTo>
                  <a:lnTo>
                    <a:pt x="494356" y="119448"/>
                  </a:lnTo>
                  <a:lnTo>
                    <a:pt x="494037" y="119422"/>
                  </a:lnTo>
                  <a:lnTo>
                    <a:pt x="493858" y="119404"/>
                  </a:lnTo>
                  <a:lnTo>
                    <a:pt x="493113" y="119326"/>
                  </a:lnTo>
                  <a:lnTo>
                    <a:pt x="492850" y="119298"/>
                  </a:lnTo>
                  <a:lnTo>
                    <a:pt x="492507" y="119269"/>
                  </a:lnTo>
                  <a:lnTo>
                    <a:pt x="492241" y="119240"/>
                  </a:lnTo>
                  <a:lnTo>
                    <a:pt x="491750" y="119450"/>
                  </a:lnTo>
                  <a:lnTo>
                    <a:pt x="491483" y="119557"/>
                  </a:lnTo>
                  <a:lnTo>
                    <a:pt x="491100" y="119729"/>
                  </a:lnTo>
                  <a:lnTo>
                    <a:pt x="490683" y="119642"/>
                  </a:lnTo>
                  <a:lnTo>
                    <a:pt x="489480" y="119401"/>
                  </a:lnTo>
                  <a:lnTo>
                    <a:pt x="489191" y="119345"/>
                  </a:lnTo>
                  <a:lnTo>
                    <a:pt x="474016" y="117041"/>
                  </a:lnTo>
                  <a:lnTo>
                    <a:pt x="473022" y="115011"/>
                  </a:lnTo>
                  <a:lnTo>
                    <a:pt x="471087" y="111062"/>
                  </a:lnTo>
                  <a:lnTo>
                    <a:pt x="461595" y="91690"/>
                  </a:lnTo>
                  <a:lnTo>
                    <a:pt x="452035" y="72177"/>
                  </a:lnTo>
                  <a:lnTo>
                    <a:pt x="439588" y="46773"/>
                  </a:lnTo>
                  <a:lnTo>
                    <a:pt x="431910" y="31148"/>
                  </a:lnTo>
                  <a:lnTo>
                    <a:pt x="416603" y="0"/>
                  </a:lnTo>
                  <a:lnTo>
                    <a:pt x="366489" y="24566"/>
                  </a:lnTo>
                  <a:lnTo>
                    <a:pt x="360942" y="27286"/>
                  </a:lnTo>
                  <a:lnTo>
                    <a:pt x="350723" y="32295"/>
                  </a:lnTo>
                  <a:lnTo>
                    <a:pt x="324996" y="44929"/>
                  </a:lnTo>
                  <a:lnTo>
                    <a:pt x="315169" y="49754"/>
                  </a:lnTo>
                  <a:lnTo>
                    <a:pt x="305875" y="54318"/>
                  </a:lnTo>
                  <a:lnTo>
                    <a:pt x="279906" y="67070"/>
                  </a:lnTo>
                  <a:lnTo>
                    <a:pt x="279394" y="67325"/>
                  </a:lnTo>
                  <a:lnTo>
                    <a:pt x="277326" y="68428"/>
                  </a:lnTo>
                  <a:lnTo>
                    <a:pt x="275309" y="69623"/>
                  </a:lnTo>
                  <a:lnTo>
                    <a:pt x="238107" y="92811"/>
                  </a:lnTo>
                  <a:lnTo>
                    <a:pt x="236244" y="94028"/>
                  </a:lnTo>
                  <a:lnTo>
                    <a:pt x="234340" y="95395"/>
                  </a:lnTo>
                  <a:lnTo>
                    <a:pt x="232499" y="96846"/>
                  </a:lnTo>
                  <a:lnTo>
                    <a:pt x="230726" y="98378"/>
                  </a:lnTo>
                  <a:lnTo>
                    <a:pt x="229023" y="99989"/>
                  </a:lnTo>
                  <a:lnTo>
                    <a:pt x="227394" y="101674"/>
                  </a:lnTo>
                  <a:lnTo>
                    <a:pt x="225843" y="103431"/>
                  </a:lnTo>
                  <a:lnTo>
                    <a:pt x="224373" y="105256"/>
                  </a:lnTo>
                  <a:lnTo>
                    <a:pt x="222986" y="107145"/>
                  </a:lnTo>
                  <a:lnTo>
                    <a:pt x="221685" y="109095"/>
                  </a:lnTo>
                  <a:lnTo>
                    <a:pt x="208681" y="129572"/>
                  </a:lnTo>
                  <a:lnTo>
                    <a:pt x="200471" y="142500"/>
                  </a:lnTo>
                  <a:lnTo>
                    <a:pt x="200274" y="142813"/>
                  </a:lnTo>
                  <a:lnTo>
                    <a:pt x="192294" y="155577"/>
                  </a:lnTo>
                  <a:lnTo>
                    <a:pt x="176442" y="180931"/>
                  </a:lnTo>
                  <a:lnTo>
                    <a:pt x="175151" y="182997"/>
                  </a:lnTo>
                  <a:lnTo>
                    <a:pt x="162948" y="202515"/>
                  </a:lnTo>
                  <a:lnTo>
                    <a:pt x="162802" y="202749"/>
                  </a:lnTo>
                  <a:lnTo>
                    <a:pt x="161616" y="204770"/>
                  </a:lnTo>
                  <a:lnTo>
                    <a:pt x="160521" y="206842"/>
                  </a:lnTo>
                  <a:lnTo>
                    <a:pt x="145108" y="237678"/>
                  </a:lnTo>
                  <a:lnTo>
                    <a:pt x="138368" y="251163"/>
                  </a:lnTo>
                  <a:lnTo>
                    <a:pt x="129519" y="268866"/>
                  </a:lnTo>
                  <a:lnTo>
                    <a:pt x="123553" y="272660"/>
                  </a:lnTo>
                  <a:lnTo>
                    <a:pt x="118751" y="275714"/>
                  </a:lnTo>
                  <a:lnTo>
                    <a:pt x="115896" y="277530"/>
                  </a:lnTo>
                  <a:lnTo>
                    <a:pt x="112385" y="279763"/>
                  </a:lnTo>
                  <a:lnTo>
                    <a:pt x="107811" y="282671"/>
                  </a:lnTo>
                  <a:lnTo>
                    <a:pt x="105890" y="283893"/>
                  </a:lnTo>
                  <a:lnTo>
                    <a:pt x="95806" y="290306"/>
                  </a:lnTo>
                  <a:lnTo>
                    <a:pt x="86235" y="295163"/>
                  </a:lnTo>
                  <a:lnTo>
                    <a:pt x="57767" y="309607"/>
                  </a:lnTo>
                  <a:lnTo>
                    <a:pt x="71264" y="334692"/>
                  </a:lnTo>
                  <a:lnTo>
                    <a:pt x="82954" y="356419"/>
                  </a:lnTo>
                  <a:lnTo>
                    <a:pt x="80554" y="365447"/>
                  </a:lnTo>
                  <a:lnTo>
                    <a:pt x="78156" y="374466"/>
                  </a:lnTo>
                  <a:lnTo>
                    <a:pt x="77343" y="377525"/>
                  </a:lnTo>
                  <a:lnTo>
                    <a:pt x="75753" y="383506"/>
                  </a:lnTo>
                  <a:lnTo>
                    <a:pt x="69813" y="405851"/>
                  </a:lnTo>
                  <a:lnTo>
                    <a:pt x="65496" y="422091"/>
                  </a:lnTo>
                  <a:lnTo>
                    <a:pt x="63622" y="425405"/>
                  </a:lnTo>
                  <a:lnTo>
                    <a:pt x="55273" y="440168"/>
                  </a:lnTo>
                  <a:lnTo>
                    <a:pt x="54062" y="442310"/>
                  </a:lnTo>
                  <a:lnTo>
                    <a:pt x="48450" y="452234"/>
                  </a:lnTo>
                  <a:lnTo>
                    <a:pt x="48137" y="452788"/>
                  </a:lnTo>
                  <a:lnTo>
                    <a:pt x="45258" y="457879"/>
                  </a:lnTo>
                  <a:lnTo>
                    <a:pt x="43289" y="461360"/>
                  </a:lnTo>
                  <a:lnTo>
                    <a:pt x="41982" y="463672"/>
                  </a:lnTo>
                  <a:lnTo>
                    <a:pt x="44387" y="471708"/>
                  </a:lnTo>
                  <a:lnTo>
                    <a:pt x="47964" y="483659"/>
                  </a:lnTo>
                  <a:lnTo>
                    <a:pt x="39993" y="489684"/>
                  </a:lnTo>
                  <a:lnTo>
                    <a:pt x="37766" y="496623"/>
                  </a:lnTo>
                  <a:lnTo>
                    <a:pt x="32772" y="504970"/>
                  </a:lnTo>
                  <a:lnTo>
                    <a:pt x="31319" y="511792"/>
                  </a:lnTo>
                  <a:lnTo>
                    <a:pt x="32116" y="515379"/>
                  </a:lnTo>
                  <a:lnTo>
                    <a:pt x="39011" y="514778"/>
                  </a:lnTo>
                  <a:lnTo>
                    <a:pt x="40181" y="514676"/>
                  </a:lnTo>
                  <a:lnTo>
                    <a:pt x="42478" y="529235"/>
                  </a:lnTo>
                  <a:lnTo>
                    <a:pt x="41500" y="529403"/>
                  </a:lnTo>
                  <a:lnTo>
                    <a:pt x="38486" y="530068"/>
                  </a:lnTo>
                  <a:lnTo>
                    <a:pt x="38228" y="530111"/>
                  </a:lnTo>
                  <a:lnTo>
                    <a:pt x="37612" y="530430"/>
                  </a:lnTo>
                  <a:lnTo>
                    <a:pt x="37466" y="530517"/>
                  </a:lnTo>
                  <a:lnTo>
                    <a:pt x="36083" y="531204"/>
                  </a:lnTo>
                  <a:lnTo>
                    <a:pt x="35761" y="531331"/>
                  </a:lnTo>
                  <a:lnTo>
                    <a:pt x="35927" y="531694"/>
                  </a:lnTo>
                  <a:lnTo>
                    <a:pt x="35775" y="532006"/>
                  </a:lnTo>
                  <a:lnTo>
                    <a:pt x="35746" y="532145"/>
                  </a:lnTo>
                  <a:lnTo>
                    <a:pt x="35430" y="532696"/>
                  </a:lnTo>
                  <a:lnTo>
                    <a:pt x="35452" y="532989"/>
                  </a:lnTo>
                  <a:lnTo>
                    <a:pt x="35527" y="533254"/>
                  </a:lnTo>
                  <a:lnTo>
                    <a:pt x="35480" y="533391"/>
                  </a:lnTo>
                  <a:lnTo>
                    <a:pt x="35333" y="534181"/>
                  </a:lnTo>
                  <a:lnTo>
                    <a:pt x="35172" y="534273"/>
                  </a:lnTo>
                  <a:lnTo>
                    <a:pt x="34929" y="534534"/>
                  </a:lnTo>
                  <a:lnTo>
                    <a:pt x="34634" y="534618"/>
                  </a:lnTo>
                  <a:lnTo>
                    <a:pt x="34322" y="534247"/>
                  </a:lnTo>
                  <a:lnTo>
                    <a:pt x="34318" y="534109"/>
                  </a:lnTo>
                  <a:lnTo>
                    <a:pt x="34277" y="533903"/>
                  </a:lnTo>
                  <a:lnTo>
                    <a:pt x="32642" y="535994"/>
                  </a:lnTo>
                  <a:lnTo>
                    <a:pt x="32497" y="536179"/>
                  </a:lnTo>
                  <a:lnTo>
                    <a:pt x="32276" y="536462"/>
                  </a:lnTo>
                  <a:lnTo>
                    <a:pt x="31966" y="536522"/>
                  </a:lnTo>
                  <a:lnTo>
                    <a:pt x="31630" y="536588"/>
                  </a:lnTo>
                  <a:lnTo>
                    <a:pt x="31221" y="536401"/>
                  </a:lnTo>
                  <a:lnTo>
                    <a:pt x="30862" y="536503"/>
                  </a:lnTo>
                  <a:lnTo>
                    <a:pt x="30522" y="536280"/>
                  </a:lnTo>
                  <a:lnTo>
                    <a:pt x="30217" y="536186"/>
                  </a:lnTo>
                  <a:lnTo>
                    <a:pt x="29959" y="536280"/>
                  </a:lnTo>
                  <a:lnTo>
                    <a:pt x="28834" y="536749"/>
                  </a:lnTo>
                  <a:lnTo>
                    <a:pt x="28517" y="537053"/>
                  </a:lnTo>
                  <a:lnTo>
                    <a:pt x="28294" y="537100"/>
                  </a:lnTo>
                  <a:lnTo>
                    <a:pt x="27861" y="537370"/>
                  </a:lnTo>
                  <a:lnTo>
                    <a:pt x="27872" y="537651"/>
                  </a:lnTo>
                  <a:lnTo>
                    <a:pt x="27943" y="537792"/>
                  </a:lnTo>
                  <a:lnTo>
                    <a:pt x="27732" y="538050"/>
                  </a:lnTo>
                  <a:lnTo>
                    <a:pt x="27755" y="539011"/>
                  </a:lnTo>
                  <a:lnTo>
                    <a:pt x="28025" y="539644"/>
                  </a:lnTo>
                  <a:lnTo>
                    <a:pt x="28154" y="539714"/>
                  </a:lnTo>
                  <a:lnTo>
                    <a:pt x="28042" y="540116"/>
                  </a:lnTo>
                  <a:lnTo>
                    <a:pt x="27574" y="541707"/>
                  </a:lnTo>
                  <a:lnTo>
                    <a:pt x="27286" y="542035"/>
                  </a:lnTo>
                  <a:lnTo>
                    <a:pt x="26970" y="542223"/>
                  </a:lnTo>
                  <a:lnTo>
                    <a:pt x="25915" y="542364"/>
                  </a:lnTo>
                  <a:lnTo>
                    <a:pt x="25903" y="542106"/>
                  </a:lnTo>
                  <a:lnTo>
                    <a:pt x="24590" y="542106"/>
                  </a:lnTo>
                  <a:lnTo>
                    <a:pt x="24508" y="542270"/>
                  </a:lnTo>
                  <a:lnTo>
                    <a:pt x="24177" y="542179"/>
                  </a:lnTo>
                  <a:lnTo>
                    <a:pt x="23852" y="542317"/>
                  </a:lnTo>
                  <a:lnTo>
                    <a:pt x="23558" y="542340"/>
                  </a:lnTo>
                  <a:lnTo>
                    <a:pt x="22900" y="541697"/>
                  </a:lnTo>
                  <a:lnTo>
                    <a:pt x="22480" y="542141"/>
                  </a:lnTo>
                  <a:lnTo>
                    <a:pt x="20898" y="541982"/>
                  </a:lnTo>
                  <a:lnTo>
                    <a:pt x="20586" y="541926"/>
                  </a:lnTo>
                  <a:lnTo>
                    <a:pt x="19655" y="541819"/>
                  </a:lnTo>
                  <a:lnTo>
                    <a:pt x="19124" y="542398"/>
                  </a:lnTo>
                  <a:lnTo>
                    <a:pt x="18902" y="542494"/>
                  </a:lnTo>
                  <a:lnTo>
                    <a:pt x="18744" y="542409"/>
                  </a:lnTo>
                  <a:lnTo>
                    <a:pt x="18554" y="542387"/>
                  </a:lnTo>
                  <a:lnTo>
                    <a:pt x="18185" y="542445"/>
                  </a:lnTo>
                  <a:lnTo>
                    <a:pt x="18005" y="542306"/>
                  </a:lnTo>
                  <a:lnTo>
                    <a:pt x="18303" y="545353"/>
                  </a:lnTo>
                  <a:lnTo>
                    <a:pt x="17883" y="546447"/>
                  </a:lnTo>
                  <a:lnTo>
                    <a:pt x="17312" y="547936"/>
                  </a:lnTo>
                  <a:lnTo>
                    <a:pt x="17287" y="548158"/>
                  </a:lnTo>
                  <a:lnTo>
                    <a:pt x="17324" y="548306"/>
                  </a:lnTo>
                  <a:lnTo>
                    <a:pt x="19227" y="551977"/>
                  </a:lnTo>
                  <a:lnTo>
                    <a:pt x="18554" y="553130"/>
                  </a:lnTo>
                  <a:lnTo>
                    <a:pt x="18435" y="553453"/>
                  </a:lnTo>
                  <a:lnTo>
                    <a:pt x="17969" y="554725"/>
                  </a:lnTo>
                  <a:lnTo>
                    <a:pt x="17800" y="555191"/>
                  </a:lnTo>
                  <a:lnTo>
                    <a:pt x="17708" y="555444"/>
                  </a:lnTo>
                  <a:lnTo>
                    <a:pt x="17556" y="555864"/>
                  </a:lnTo>
                  <a:lnTo>
                    <a:pt x="17683" y="556488"/>
                  </a:lnTo>
                  <a:lnTo>
                    <a:pt x="17550" y="556692"/>
                  </a:lnTo>
                  <a:lnTo>
                    <a:pt x="17454" y="556990"/>
                  </a:lnTo>
                  <a:lnTo>
                    <a:pt x="17416" y="557168"/>
                  </a:lnTo>
                  <a:lnTo>
                    <a:pt x="17306" y="557419"/>
                  </a:lnTo>
                  <a:lnTo>
                    <a:pt x="17163" y="557503"/>
                  </a:lnTo>
                  <a:lnTo>
                    <a:pt x="16980" y="557597"/>
                  </a:lnTo>
                  <a:lnTo>
                    <a:pt x="16757" y="557667"/>
                  </a:lnTo>
                  <a:lnTo>
                    <a:pt x="16507" y="557855"/>
                  </a:lnTo>
                  <a:lnTo>
                    <a:pt x="16389" y="557989"/>
                  </a:lnTo>
                  <a:lnTo>
                    <a:pt x="14828" y="559939"/>
                  </a:lnTo>
                  <a:lnTo>
                    <a:pt x="14399" y="560096"/>
                  </a:lnTo>
                  <a:lnTo>
                    <a:pt x="14209" y="560143"/>
                  </a:lnTo>
                  <a:lnTo>
                    <a:pt x="13883" y="560216"/>
                  </a:lnTo>
                  <a:lnTo>
                    <a:pt x="13513" y="560230"/>
                  </a:lnTo>
                  <a:lnTo>
                    <a:pt x="13302" y="560124"/>
                  </a:lnTo>
                  <a:lnTo>
                    <a:pt x="13025" y="559993"/>
                  </a:lnTo>
                  <a:lnTo>
                    <a:pt x="12828" y="559867"/>
                  </a:lnTo>
                  <a:lnTo>
                    <a:pt x="12704" y="559648"/>
                  </a:lnTo>
                  <a:lnTo>
                    <a:pt x="12610" y="559400"/>
                  </a:lnTo>
                  <a:lnTo>
                    <a:pt x="12469" y="559215"/>
                  </a:lnTo>
                  <a:lnTo>
                    <a:pt x="12209" y="559107"/>
                  </a:lnTo>
                  <a:lnTo>
                    <a:pt x="11940" y="559053"/>
                  </a:lnTo>
                  <a:lnTo>
                    <a:pt x="11670" y="559184"/>
                  </a:lnTo>
                  <a:lnTo>
                    <a:pt x="11468" y="559187"/>
                  </a:lnTo>
                  <a:lnTo>
                    <a:pt x="11241" y="558919"/>
                  </a:lnTo>
                  <a:lnTo>
                    <a:pt x="10880" y="558617"/>
                  </a:lnTo>
                  <a:lnTo>
                    <a:pt x="10561" y="558359"/>
                  </a:lnTo>
                  <a:lnTo>
                    <a:pt x="10369" y="558256"/>
                  </a:lnTo>
                  <a:lnTo>
                    <a:pt x="10134" y="558307"/>
                  </a:lnTo>
                  <a:lnTo>
                    <a:pt x="9956" y="558493"/>
                  </a:lnTo>
                  <a:lnTo>
                    <a:pt x="9818" y="558657"/>
                  </a:lnTo>
                  <a:lnTo>
                    <a:pt x="9532" y="558898"/>
                  </a:lnTo>
                  <a:lnTo>
                    <a:pt x="9246" y="559135"/>
                  </a:lnTo>
                  <a:lnTo>
                    <a:pt x="8979" y="559445"/>
                  </a:lnTo>
                  <a:lnTo>
                    <a:pt x="8674" y="559602"/>
                  </a:lnTo>
                  <a:lnTo>
                    <a:pt x="8435" y="559841"/>
                  </a:lnTo>
                  <a:lnTo>
                    <a:pt x="8217" y="559998"/>
                  </a:lnTo>
                  <a:lnTo>
                    <a:pt x="8114" y="560192"/>
                  </a:lnTo>
                  <a:lnTo>
                    <a:pt x="8048" y="560382"/>
                  </a:lnTo>
                  <a:lnTo>
                    <a:pt x="7952" y="560626"/>
                  </a:lnTo>
                  <a:lnTo>
                    <a:pt x="7910" y="560802"/>
                  </a:lnTo>
                  <a:lnTo>
                    <a:pt x="7924" y="561065"/>
                  </a:lnTo>
                  <a:lnTo>
                    <a:pt x="7961" y="561311"/>
                  </a:lnTo>
                  <a:lnTo>
                    <a:pt x="7799" y="561454"/>
                  </a:lnTo>
                  <a:lnTo>
                    <a:pt x="7553" y="561644"/>
                  </a:lnTo>
                  <a:lnTo>
                    <a:pt x="7314" y="561909"/>
                  </a:lnTo>
                  <a:lnTo>
                    <a:pt x="7033" y="562131"/>
                  </a:lnTo>
                  <a:lnTo>
                    <a:pt x="6758" y="562361"/>
                  </a:lnTo>
                  <a:lnTo>
                    <a:pt x="4890" y="562533"/>
                  </a:lnTo>
                  <a:lnTo>
                    <a:pt x="4990" y="563067"/>
                  </a:lnTo>
                  <a:lnTo>
                    <a:pt x="5324" y="564836"/>
                  </a:lnTo>
                  <a:lnTo>
                    <a:pt x="5350" y="564978"/>
                  </a:lnTo>
                  <a:lnTo>
                    <a:pt x="5716" y="565673"/>
                  </a:lnTo>
                  <a:lnTo>
                    <a:pt x="6050" y="566308"/>
                  </a:lnTo>
                  <a:lnTo>
                    <a:pt x="6334" y="566846"/>
                  </a:lnTo>
                  <a:lnTo>
                    <a:pt x="6422" y="567014"/>
                  </a:lnTo>
                  <a:lnTo>
                    <a:pt x="6570" y="567296"/>
                  </a:lnTo>
                  <a:lnTo>
                    <a:pt x="6679" y="567909"/>
                  </a:lnTo>
                  <a:lnTo>
                    <a:pt x="6807" y="568633"/>
                  </a:lnTo>
                  <a:lnTo>
                    <a:pt x="6672" y="568879"/>
                  </a:lnTo>
                  <a:lnTo>
                    <a:pt x="6325" y="569512"/>
                  </a:lnTo>
                  <a:lnTo>
                    <a:pt x="6550" y="569922"/>
                  </a:lnTo>
                  <a:lnTo>
                    <a:pt x="6689" y="569915"/>
                  </a:lnTo>
                  <a:lnTo>
                    <a:pt x="7288" y="570532"/>
                  </a:lnTo>
                  <a:lnTo>
                    <a:pt x="7375" y="570761"/>
                  </a:lnTo>
                  <a:lnTo>
                    <a:pt x="7764" y="571780"/>
                  </a:lnTo>
                  <a:lnTo>
                    <a:pt x="7602" y="572498"/>
                  </a:lnTo>
                  <a:lnTo>
                    <a:pt x="7360" y="572942"/>
                  </a:lnTo>
                  <a:lnTo>
                    <a:pt x="7119" y="573753"/>
                  </a:lnTo>
                  <a:lnTo>
                    <a:pt x="6100" y="575254"/>
                  </a:lnTo>
                  <a:lnTo>
                    <a:pt x="5369" y="575811"/>
                  </a:lnTo>
                  <a:lnTo>
                    <a:pt x="3833" y="577414"/>
                  </a:lnTo>
                  <a:lnTo>
                    <a:pt x="3671" y="577408"/>
                  </a:lnTo>
                  <a:lnTo>
                    <a:pt x="3329" y="577363"/>
                  </a:lnTo>
                  <a:lnTo>
                    <a:pt x="2822" y="577326"/>
                  </a:lnTo>
                  <a:lnTo>
                    <a:pt x="2234" y="577225"/>
                  </a:lnTo>
                  <a:lnTo>
                    <a:pt x="2093" y="577248"/>
                  </a:lnTo>
                  <a:lnTo>
                    <a:pt x="1678" y="577581"/>
                  </a:lnTo>
                  <a:lnTo>
                    <a:pt x="1624" y="577712"/>
                  </a:lnTo>
                  <a:lnTo>
                    <a:pt x="1472" y="577952"/>
                  </a:lnTo>
                  <a:lnTo>
                    <a:pt x="1230" y="578156"/>
                  </a:lnTo>
                  <a:lnTo>
                    <a:pt x="1029" y="578392"/>
                  </a:lnTo>
                  <a:lnTo>
                    <a:pt x="797" y="578549"/>
                  </a:lnTo>
                  <a:lnTo>
                    <a:pt x="14" y="578941"/>
                  </a:lnTo>
                  <a:lnTo>
                    <a:pt x="0" y="579122"/>
                  </a:lnTo>
                  <a:lnTo>
                    <a:pt x="1033" y="580003"/>
                  </a:lnTo>
                  <a:lnTo>
                    <a:pt x="1265" y="580209"/>
                  </a:lnTo>
                  <a:lnTo>
                    <a:pt x="1376" y="580380"/>
                  </a:lnTo>
                  <a:lnTo>
                    <a:pt x="1547" y="580756"/>
                  </a:lnTo>
                  <a:lnTo>
                    <a:pt x="1462" y="581290"/>
                  </a:lnTo>
                  <a:lnTo>
                    <a:pt x="1460" y="581811"/>
                  </a:lnTo>
                  <a:lnTo>
                    <a:pt x="1411" y="581977"/>
                  </a:lnTo>
                  <a:lnTo>
                    <a:pt x="1718" y="582641"/>
                  </a:lnTo>
                  <a:lnTo>
                    <a:pt x="1826" y="582920"/>
                  </a:lnTo>
                  <a:lnTo>
                    <a:pt x="1938" y="583133"/>
                  </a:lnTo>
                  <a:lnTo>
                    <a:pt x="1955" y="583271"/>
                  </a:lnTo>
                  <a:lnTo>
                    <a:pt x="1870" y="583658"/>
                  </a:lnTo>
                  <a:lnTo>
                    <a:pt x="1877" y="583806"/>
                  </a:lnTo>
                  <a:lnTo>
                    <a:pt x="1910" y="583982"/>
                  </a:lnTo>
                  <a:lnTo>
                    <a:pt x="1922" y="584195"/>
                  </a:lnTo>
                  <a:lnTo>
                    <a:pt x="2215" y="584727"/>
                  </a:lnTo>
                  <a:lnTo>
                    <a:pt x="2471" y="584840"/>
                  </a:lnTo>
                  <a:lnTo>
                    <a:pt x="2646" y="584948"/>
                  </a:lnTo>
                  <a:lnTo>
                    <a:pt x="2336" y="585905"/>
                  </a:lnTo>
                  <a:lnTo>
                    <a:pt x="2560" y="586068"/>
                  </a:lnTo>
                  <a:lnTo>
                    <a:pt x="2916" y="586295"/>
                  </a:lnTo>
                  <a:lnTo>
                    <a:pt x="3085" y="586469"/>
                  </a:lnTo>
                  <a:lnTo>
                    <a:pt x="3167" y="586605"/>
                  </a:lnTo>
                  <a:lnTo>
                    <a:pt x="3244" y="586816"/>
                  </a:lnTo>
                  <a:lnTo>
                    <a:pt x="3280" y="587041"/>
                  </a:lnTo>
                  <a:lnTo>
                    <a:pt x="3284" y="587292"/>
                  </a:lnTo>
                  <a:lnTo>
                    <a:pt x="3413" y="587413"/>
                  </a:lnTo>
                  <a:lnTo>
                    <a:pt x="3641" y="587542"/>
                  </a:lnTo>
                  <a:lnTo>
                    <a:pt x="3659" y="587739"/>
                  </a:lnTo>
                  <a:lnTo>
                    <a:pt x="3573" y="588049"/>
                  </a:lnTo>
                  <a:lnTo>
                    <a:pt x="3530" y="588332"/>
                  </a:lnTo>
                  <a:lnTo>
                    <a:pt x="3526" y="588597"/>
                  </a:lnTo>
                  <a:lnTo>
                    <a:pt x="3444" y="588862"/>
                  </a:lnTo>
                  <a:lnTo>
                    <a:pt x="3439" y="589130"/>
                  </a:lnTo>
                  <a:lnTo>
                    <a:pt x="3535" y="589369"/>
                  </a:lnTo>
                  <a:lnTo>
                    <a:pt x="3685" y="589594"/>
                  </a:lnTo>
                  <a:lnTo>
                    <a:pt x="3842" y="589761"/>
                  </a:lnTo>
                  <a:lnTo>
                    <a:pt x="5635" y="590254"/>
                  </a:lnTo>
                  <a:lnTo>
                    <a:pt x="5924" y="590494"/>
                  </a:lnTo>
                  <a:lnTo>
                    <a:pt x="5922" y="590738"/>
                  </a:lnTo>
                  <a:lnTo>
                    <a:pt x="5887" y="591155"/>
                  </a:lnTo>
                  <a:lnTo>
                    <a:pt x="5865" y="591516"/>
                  </a:lnTo>
                  <a:lnTo>
                    <a:pt x="5884" y="591739"/>
                  </a:lnTo>
                  <a:lnTo>
                    <a:pt x="5971" y="592046"/>
                  </a:lnTo>
                  <a:lnTo>
                    <a:pt x="6032" y="592306"/>
                  </a:lnTo>
                  <a:lnTo>
                    <a:pt x="6114" y="592742"/>
                  </a:lnTo>
                  <a:lnTo>
                    <a:pt x="6154" y="593031"/>
                  </a:lnTo>
                  <a:lnTo>
                    <a:pt x="6182" y="593188"/>
                  </a:lnTo>
                  <a:lnTo>
                    <a:pt x="6304" y="593335"/>
                  </a:lnTo>
                  <a:lnTo>
                    <a:pt x="6360" y="593471"/>
                  </a:lnTo>
                  <a:lnTo>
                    <a:pt x="6538" y="593617"/>
                  </a:lnTo>
                  <a:lnTo>
                    <a:pt x="6829" y="593786"/>
                  </a:lnTo>
                  <a:lnTo>
                    <a:pt x="7106" y="593980"/>
                  </a:lnTo>
                  <a:lnTo>
                    <a:pt x="7237" y="594269"/>
                  </a:lnTo>
                  <a:lnTo>
                    <a:pt x="7134" y="594526"/>
                  </a:lnTo>
                  <a:lnTo>
                    <a:pt x="7074" y="594757"/>
                  </a:lnTo>
                  <a:lnTo>
                    <a:pt x="7038" y="595063"/>
                  </a:lnTo>
                  <a:lnTo>
                    <a:pt x="7035" y="595382"/>
                  </a:lnTo>
                  <a:lnTo>
                    <a:pt x="7099" y="595567"/>
                  </a:lnTo>
                  <a:lnTo>
                    <a:pt x="7129" y="595792"/>
                  </a:lnTo>
                  <a:lnTo>
                    <a:pt x="6897" y="597644"/>
                  </a:lnTo>
                  <a:lnTo>
                    <a:pt x="7873" y="600283"/>
                  </a:lnTo>
                  <a:lnTo>
                    <a:pt x="7992" y="600514"/>
                  </a:lnTo>
                  <a:lnTo>
                    <a:pt x="7853" y="601694"/>
                  </a:lnTo>
                  <a:lnTo>
                    <a:pt x="7671" y="601993"/>
                  </a:lnTo>
                  <a:lnTo>
                    <a:pt x="7347" y="602436"/>
                  </a:lnTo>
                  <a:lnTo>
                    <a:pt x="7174" y="602671"/>
                  </a:lnTo>
                  <a:lnTo>
                    <a:pt x="6932" y="602762"/>
                  </a:lnTo>
                  <a:lnTo>
                    <a:pt x="6791" y="602826"/>
                  </a:lnTo>
                  <a:lnTo>
                    <a:pt x="6573" y="603161"/>
                  </a:lnTo>
                  <a:lnTo>
                    <a:pt x="6534" y="603308"/>
                  </a:lnTo>
                  <a:lnTo>
                    <a:pt x="6480" y="603459"/>
                  </a:lnTo>
                  <a:lnTo>
                    <a:pt x="6400" y="603602"/>
                  </a:lnTo>
                  <a:lnTo>
                    <a:pt x="6266" y="603782"/>
                  </a:lnTo>
                  <a:lnTo>
                    <a:pt x="6032" y="604045"/>
                  </a:lnTo>
                  <a:lnTo>
                    <a:pt x="5894" y="604106"/>
                  </a:lnTo>
                  <a:lnTo>
                    <a:pt x="5394" y="604124"/>
                  </a:lnTo>
                  <a:lnTo>
                    <a:pt x="5232" y="604155"/>
                  </a:lnTo>
                  <a:lnTo>
                    <a:pt x="5042" y="604164"/>
                  </a:lnTo>
                  <a:lnTo>
                    <a:pt x="4853" y="604249"/>
                  </a:lnTo>
                  <a:lnTo>
                    <a:pt x="4665" y="604343"/>
                  </a:lnTo>
                  <a:lnTo>
                    <a:pt x="4419" y="604497"/>
                  </a:lnTo>
                  <a:lnTo>
                    <a:pt x="4011" y="604946"/>
                  </a:lnTo>
                  <a:lnTo>
                    <a:pt x="4009" y="605192"/>
                  </a:lnTo>
                  <a:lnTo>
                    <a:pt x="4067" y="605384"/>
                  </a:lnTo>
                  <a:lnTo>
                    <a:pt x="4142" y="605586"/>
                  </a:lnTo>
                  <a:lnTo>
                    <a:pt x="4184" y="605843"/>
                  </a:lnTo>
                  <a:lnTo>
                    <a:pt x="4128" y="606177"/>
                  </a:lnTo>
                  <a:lnTo>
                    <a:pt x="3926" y="606280"/>
                  </a:lnTo>
                  <a:lnTo>
                    <a:pt x="3652" y="606420"/>
                  </a:lnTo>
                  <a:lnTo>
                    <a:pt x="3453" y="606538"/>
                  </a:lnTo>
                  <a:lnTo>
                    <a:pt x="3050" y="606835"/>
                  </a:lnTo>
                  <a:lnTo>
                    <a:pt x="2993" y="607060"/>
                  </a:lnTo>
                  <a:lnTo>
                    <a:pt x="2975" y="607213"/>
                  </a:lnTo>
                  <a:lnTo>
                    <a:pt x="2440" y="607855"/>
                  </a:lnTo>
                  <a:lnTo>
                    <a:pt x="2597" y="608220"/>
                  </a:lnTo>
                  <a:lnTo>
                    <a:pt x="2609" y="608352"/>
                  </a:lnTo>
                  <a:lnTo>
                    <a:pt x="2532" y="608619"/>
                  </a:lnTo>
                  <a:lnTo>
                    <a:pt x="2607" y="609006"/>
                  </a:lnTo>
                  <a:lnTo>
                    <a:pt x="2705" y="609160"/>
                  </a:lnTo>
                  <a:lnTo>
                    <a:pt x="2750" y="609456"/>
                  </a:lnTo>
                  <a:lnTo>
                    <a:pt x="2881" y="609601"/>
                  </a:lnTo>
                  <a:lnTo>
                    <a:pt x="3026" y="609735"/>
                  </a:lnTo>
                  <a:lnTo>
                    <a:pt x="3195" y="609918"/>
                  </a:lnTo>
                  <a:lnTo>
                    <a:pt x="3413" y="610103"/>
                  </a:lnTo>
                  <a:lnTo>
                    <a:pt x="3575" y="610243"/>
                  </a:lnTo>
                  <a:lnTo>
                    <a:pt x="3791" y="610440"/>
                  </a:lnTo>
                  <a:lnTo>
                    <a:pt x="3929" y="610605"/>
                  </a:lnTo>
                  <a:lnTo>
                    <a:pt x="4210" y="610773"/>
                  </a:lnTo>
                  <a:lnTo>
                    <a:pt x="4510" y="610951"/>
                  </a:lnTo>
                  <a:lnTo>
                    <a:pt x="4733" y="611109"/>
                  </a:lnTo>
                  <a:lnTo>
                    <a:pt x="4993" y="611322"/>
                  </a:lnTo>
                  <a:lnTo>
                    <a:pt x="5718" y="611960"/>
                  </a:lnTo>
                  <a:lnTo>
                    <a:pt x="5729" y="611711"/>
                  </a:lnTo>
                  <a:lnTo>
                    <a:pt x="5781" y="611287"/>
                  </a:lnTo>
                  <a:lnTo>
                    <a:pt x="5779" y="611062"/>
                  </a:lnTo>
                  <a:lnTo>
                    <a:pt x="5729" y="610912"/>
                  </a:lnTo>
                  <a:lnTo>
                    <a:pt x="5755" y="610605"/>
                  </a:lnTo>
                  <a:lnTo>
                    <a:pt x="5816" y="610349"/>
                  </a:lnTo>
                  <a:lnTo>
                    <a:pt x="5865" y="610192"/>
                  </a:lnTo>
                  <a:lnTo>
                    <a:pt x="5971" y="610007"/>
                  </a:lnTo>
                  <a:lnTo>
                    <a:pt x="6062" y="609803"/>
                  </a:lnTo>
                  <a:lnTo>
                    <a:pt x="6175" y="609594"/>
                  </a:lnTo>
                  <a:lnTo>
                    <a:pt x="6449" y="609172"/>
                  </a:lnTo>
                  <a:lnTo>
                    <a:pt x="6599" y="608935"/>
                  </a:lnTo>
                  <a:lnTo>
                    <a:pt x="6735" y="608771"/>
                  </a:lnTo>
                  <a:lnTo>
                    <a:pt x="6883" y="608727"/>
                  </a:lnTo>
                  <a:lnTo>
                    <a:pt x="7108" y="608614"/>
                  </a:lnTo>
                  <a:lnTo>
                    <a:pt x="7368" y="608516"/>
                  </a:lnTo>
                  <a:lnTo>
                    <a:pt x="7649" y="608401"/>
                  </a:lnTo>
                  <a:lnTo>
                    <a:pt x="7832" y="608335"/>
                  </a:lnTo>
                  <a:lnTo>
                    <a:pt x="8006" y="608251"/>
                  </a:lnTo>
                  <a:lnTo>
                    <a:pt x="8193" y="608201"/>
                  </a:lnTo>
                  <a:lnTo>
                    <a:pt x="8313" y="607876"/>
                  </a:lnTo>
                  <a:lnTo>
                    <a:pt x="8515" y="607775"/>
                  </a:lnTo>
                  <a:lnTo>
                    <a:pt x="8662" y="607690"/>
                  </a:lnTo>
                  <a:lnTo>
                    <a:pt x="8897" y="607543"/>
                  </a:lnTo>
                  <a:lnTo>
                    <a:pt x="9056" y="607372"/>
                  </a:lnTo>
                  <a:lnTo>
                    <a:pt x="9279" y="607083"/>
                  </a:lnTo>
                  <a:lnTo>
                    <a:pt x="9759" y="606502"/>
                  </a:lnTo>
                  <a:lnTo>
                    <a:pt x="9710" y="606190"/>
                  </a:lnTo>
                  <a:lnTo>
                    <a:pt x="9654" y="605984"/>
                  </a:lnTo>
                  <a:lnTo>
                    <a:pt x="9574" y="605620"/>
                  </a:lnTo>
                  <a:lnTo>
                    <a:pt x="9408" y="605008"/>
                  </a:lnTo>
                  <a:lnTo>
                    <a:pt x="9258" y="604469"/>
                  </a:lnTo>
                  <a:lnTo>
                    <a:pt x="9281" y="604286"/>
                  </a:lnTo>
                  <a:lnTo>
                    <a:pt x="9377" y="604115"/>
                  </a:lnTo>
                  <a:lnTo>
                    <a:pt x="9605" y="603841"/>
                  </a:lnTo>
                  <a:lnTo>
                    <a:pt x="9790" y="603698"/>
                  </a:lnTo>
                  <a:lnTo>
                    <a:pt x="9987" y="603541"/>
                  </a:lnTo>
                  <a:lnTo>
                    <a:pt x="10078" y="603349"/>
                  </a:lnTo>
                  <a:lnTo>
                    <a:pt x="10289" y="602849"/>
                  </a:lnTo>
                  <a:lnTo>
                    <a:pt x="10460" y="602594"/>
                  </a:lnTo>
                  <a:lnTo>
                    <a:pt x="10601" y="602352"/>
                  </a:lnTo>
                  <a:lnTo>
                    <a:pt x="10732" y="602129"/>
                  </a:lnTo>
                  <a:lnTo>
                    <a:pt x="10910" y="601860"/>
                  </a:lnTo>
                  <a:lnTo>
                    <a:pt x="17098" y="595598"/>
                  </a:lnTo>
                  <a:lnTo>
                    <a:pt x="17339" y="595621"/>
                  </a:lnTo>
                  <a:lnTo>
                    <a:pt x="17784" y="595649"/>
                  </a:lnTo>
                  <a:lnTo>
                    <a:pt x="18021" y="595654"/>
                  </a:lnTo>
                  <a:lnTo>
                    <a:pt x="18192" y="595530"/>
                  </a:lnTo>
                  <a:lnTo>
                    <a:pt x="18281" y="595370"/>
                  </a:lnTo>
                  <a:lnTo>
                    <a:pt x="18342" y="595171"/>
                  </a:lnTo>
                  <a:lnTo>
                    <a:pt x="18328" y="594923"/>
                  </a:lnTo>
                  <a:lnTo>
                    <a:pt x="18300" y="594634"/>
                  </a:lnTo>
                  <a:lnTo>
                    <a:pt x="18296" y="594365"/>
                  </a:lnTo>
                  <a:lnTo>
                    <a:pt x="18300" y="594226"/>
                  </a:lnTo>
                  <a:lnTo>
                    <a:pt x="18563" y="593912"/>
                  </a:lnTo>
                  <a:lnTo>
                    <a:pt x="18912" y="593706"/>
                  </a:lnTo>
                  <a:lnTo>
                    <a:pt x="19048" y="593558"/>
                  </a:lnTo>
                  <a:lnTo>
                    <a:pt x="19477" y="593251"/>
                  </a:lnTo>
                  <a:lnTo>
                    <a:pt x="19784" y="593040"/>
                  </a:lnTo>
                  <a:lnTo>
                    <a:pt x="20077" y="592885"/>
                  </a:lnTo>
                  <a:lnTo>
                    <a:pt x="20284" y="592763"/>
                  </a:lnTo>
                  <a:lnTo>
                    <a:pt x="20462" y="592583"/>
                  </a:lnTo>
                  <a:lnTo>
                    <a:pt x="20525" y="592416"/>
                  </a:lnTo>
                  <a:lnTo>
                    <a:pt x="20577" y="592189"/>
                  </a:lnTo>
                  <a:lnTo>
                    <a:pt x="20701" y="591877"/>
                  </a:lnTo>
                  <a:lnTo>
                    <a:pt x="20788" y="591695"/>
                  </a:lnTo>
                  <a:lnTo>
                    <a:pt x="21515" y="590699"/>
                  </a:lnTo>
                  <a:lnTo>
                    <a:pt x="21880" y="589891"/>
                  </a:lnTo>
                  <a:lnTo>
                    <a:pt x="22010" y="589591"/>
                  </a:lnTo>
                  <a:lnTo>
                    <a:pt x="22737" y="587928"/>
                  </a:lnTo>
                  <a:lnTo>
                    <a:pt x="23264" y="587984"/>
                  </a:lnTo>
                  <a:lnTo>
                    <a:pt x="24102" y="588073"/>
                  </a:lnTo>
                  <a:lnTo>
                    <a:pt x="25176" y="588185"/>
                  </a:lnTo>
                  <a:lnTo>
                    <a:pt x="25712" y="588243"/>
                  </a:lnTo>
                  <a:lnTo>
                    <a:pt x="26172" y="588289"/>
                  </a:lnTo>
                  <a:lnTo>
                    <a:pt x="26877" y="588367"/>
                  </a:lnTo>
                  <a:lnTo>
                    <a:pt x="27602" y="588205"/>
                  </a:lnTo>
                  <a:lnTo>
                    <a:pt x="28472" y="588010"/>
                  </a:lnTo>
                  <a:lnTo>
                    <a:pt x="28672" y="587880"/>
                  </a:lnTo>
                  <a:lnTo>
                    <a:pt x="28679" y="587707"/>
                  </a:lnTo>
                  <a:lnTo>
                    <a:pt x="28687" y="587382"/>
                  </a:lnTo>
                  <a:lnTo>
                    <a:pt x="28706" y="586786"/>
                  </a:lnTo>
                  <a:lnTo>
                    <a:pt x="28740" y="586275"/>
                  </a:lnTo>
                  <a:lnTo>
                    <a:pt x="28890" y="585883"/>
                  </a:lnTo>
                  <a:lnTo>
                    <a:pt x="29002" y="585522"/>
                  </a:lnTo>
                  <a:lnTo>
                    <a:pt x="29026" y="585067"/>
                  </a:lnTo>
                  <a:lnTo>
                    <a:pt x="29031" y="584739"/>
                  </a:lnTo>
                  <a:lnTo>
                    <a:pt x="29031" y="584326"/>
                  </a:lnTo>
                  <a:lnTo>
                    <a:pt x="29281" y="584040"/>
                  </a:lnTo>
                  <a:lnTo>
                    <a:pt x="29009" y="583698"/>
                  </a:lnTo>
                  <a:lnTo>
                    <a:pt x="28773" y="583330"/>
                  </a:lnTo>
                  <a:lnTo>
                    <a:pt x="28730" y="583145"/>
                  </a:lnTo>
                  <a:lnTo>
                    <a:pt x="28749" y="582971"/>
                  </a:lnTo>
                  <a:lnTo>
                    <a:pt x="28632" y="582662"/>
                  </a:lnTo>
                  <a:lnTo>
                    <a:pt x="28473" y="582251"/>
                  </a:lnTo>
                  <a:lnTo>
                    <a:pt x="28367" y="581970"/>
                  </a:lnTo>
                  <a:lnTo>
                    <a:pt x="28322" y="581733"/>
                  </a:lnTo>
                  <a:lnTo>
                    <a:pt x="28365" y="581600"/>
                  </a:lnTo>
                  <a:lnTo>
                    <a:pt x="28423" y="581440"/>
                  </a:lnTo>
                  <a:lnTo>
                    <a:pt x="28632" y="581264"/>
                  </a:lnTo>
                  <a:lnTo>
                    <a:pt x="28827" y="581117"/>
                  </a:lnTo>
                  <a:lnTo>
                    <a:pt x="29141" y="580887"/>
                  </a:lnTo>
                  <a:lnTo>
                    <a:pt x="29373" y="580767"/>
                  </a:lnTo>
                  <a:lnTo>
                    <a:pt x="29635" y="580653"/>
                  </a:lnTo>
                  <a:lnTo>
                    <a:pt x="29984" y="580468"/>
                  </a:lnTo>
                  <a:lnTo>
                    <a:pt x="30048" y="579987"/>
                  </a:lnTo>
                  <a:lnTo>
                    <a:pt x="30025" y="579602"/>
                  </a:lnTo>
                  <a:lnTo>
                    <a:pt x="30046" y="579314"/>
                  </a:lnTo>
                  <a:lnTo>
                    <a:pt x="30322" y="578852"/>
                  </a:lnTo>
                  <a:lnTo>
                    <a:pt x="30268" y="578514"/>
                  </a:lnTo>
                  <a:lnTo>
                    <a:pt x="30312" y="578167"/>
                  </a:lnTo>
                  <a:lnTo>
                    <a:pt x="30350" y="577935"/>
                  </a:lnTo>
                  <a:lnTo>
                    <a:pt x="30493" y="577684"/>
                  </a:lnTo>
                  <a:lnTo>
                    <a:pt x="30629" y="577424"/>
                  </a:lnTo>
                  <a:lnTo>
                    <a:pt x="30791" y="577211"/>
                  </a:lnTo>
                  <a:lnTo>
                    <a:pt x="30920" y="576997"/>
                  </a:lnTo>
                  <a:lnTo>
                    <a:pt x="31035" y="576711"/>
                  </a:lnTo>
                  <a:lnTo>
                    <a:pt x="31056" y="576571"/>
                  </a:lnTo>
                  <a:lnTo>
                    <a:pt x="31220" y="576271"/>
                  </a:lnTo>
                  <a:lnTo>
                    <a:pt x="31361" y="576001"/>
                  </a:lnTo>
                  <a:lnTo>
                    <a:pt x="31534" y="575809"/>
                  </a:lnTo>
                  <a:lnTo>
                    <a:pt x="31762" y="575492"/>
                  </a:lnTo>
                  <a:lnTo>
                    <a:pt x="31919" y="575298"/>
                  </a:lnTo>
                  <a:lnTo>
                    <a:pt x="32097" y="575047"/>
                  </a:lnTo>
                  <a:lnTo>
                    <a:pt x="32111" y="574723"/>
                  </a:lnTo>
                  <a:lnTo>
                    <a:pt x="32076" y="574461"/>
                  </a:lnTo>
                  <a:lnTo>
                    <a:pt x="31998" y="574175"/>
                  </a:lnTo>
                  <a:lnTo>
                    <a:pt x="32097" y="573933"/>
                  </a:lnTo>
                  <a:lnTo>
                    <a:pt x="32066" y="573565"/>
                  </a:lnTo>
                  <a:lnTo>
                    <a:pt x="31991" y="573246"/>
                  </a:lnTo>
                  <a:lnTo>
                    <a:pt x="31944" y="572932"/>
                  </a:lnTo>
                  <a:lnTo>
                    <a:pt x="32057" y="572203"/>
                  </a:lnTo>
                  <a:lnTo>
                    <a:pt x="32050" y="572023"/>
                  </a:lnTo>
                  <a:lnTo>
                    <a:pt x="32170" y="571842"/>
                  </a:lnTo>
                  <a:lnTo>
                    <a:pt x="32313" y="571551"/>
                  </a:lnTo>
                  <a:lnTo>
                    <a:pt x="32329" y="571291"/>
                  </a:lnTo>
                  <a:lnTo>
                    <a:pt x="32294" y="570913"/>
                  </a:lnTo>
                  <a:lnTo>
                    <a:pt x="32445" y="570398"/>
                  </a:lnTo>
                  <a:lnTo>
                    <a:pt x="33012" y="570245"/>
                  </a:lnTo>
                  <a:lnTo>
                    <a:pt x="33482" y="569782"/>
                  </a:lnTo>
                  <a:lnTo>
                    <a:pt x="33351" y="568798"/>
                  </a:lnTo>
                  <a:lnTo>
                    <a:pt x="33528" y="568376"/>
                  </a:lnTo>
                  <a:lnTo>
                    <a:pt x="33649" y="568157"/>
                  </a:lnTo>
                  <a:lnTo>
                    <a:pt x="34544" y="568053"/>
                  </a:lnTo>
                  <a:lnTo>
                    <a:pt x="34854" y="567781"/>
                  </a:lnTo>
                  <a:lnTo>
                    <a:pt x="35083" y="567196"/>
                  </a:lnTo>
                  <a:lnTo>
                    <a:pt x="35165" y="566987"/>
                  </a:lnTo>
                  <a:lnTo>
                    <a:pt x="35510" y="567385"/>
                  </a:lnTo>
                  <a:lnTo>
                    <a:pt x="35834" y="567796"/>
                  </a:lnTo>
                  <a:lnTo>
                    <a:pt x="36150" y="568197"/>
                  </a:lnTo>
                  <a:lnTo>
                    <a:pt x="36584" y="568715"/>
                  </a:lnTo>
                  <a:lnTo>
                    <a:pt x="36746" y="569195"/>
                  </a:lnTo>
                  <a:lnTo>
                    <a:pt x="36931" y="569739"/>
                  </a:lnTo>
                  <a:lnTo>
                    <a:pt x="37194" y="570077"/>
                  </a:lnTo>
                  <a:lnTo>
                    <a:pt x="37623" y="570555"/>
                  </a:lnTo>
                  <a:lnTo>
                    <a:pt x="38131" y="570864"/>
                  </a:lnTo>
                  <a:lnTo>
                    <a:pt x="38366" y="571068"/>
                  </a:lnTo>
                  <a:lnTo>
                    <a:pt x="38748" y="571315"/>
                  </a:lnTo>
                  <a:lnTo>
                    <a:pt x="39093" y="571570"/>
                  </a:lnTo>
                  <a:lnTo>
                    <a:pt x="39238" y="571917"/>
                  </a:lnTo>
                  <a:lnTo>
                    <a:pt x="39369" y="572306"/>
                  </a:lnTo>
                  <a:lnTo>
                    <a:pt x="39454" y="572857"/>
                  </a:lnTo>
                  <a:lnTo>
                    <a:pt x="39548" y="573319"/>
                  </a:lnTo>
                  <a:lnTo>
                    <a:pt x="39590" y="573495"/>
                  </a:lnTo>
                  <a:lnTo>
                    <a:pt x="39618" y="573668"/>
                  </a:lnTo>
                  <a:lnTo>
                    <a:pt x="39379" y="573713"/>
                  </a:lnTo>
                  <a:lnTo>
                    <a:pt x="39189" y="573788"/>
                  </a:lnTo>
                  <a:lnTo>
                    <a:pt x="38999" y="573912"/>
                  </a:lnTo>
                  <a:lnTo>
                    <a:pt x="38591" y="574182"/>
                  </a:lnTo>
                  <a:lnTo>
                    <a:pt x="38706" y="574597"/>
                  </a:lnTo>
                  <a:lnTo>
                    <a:pt x="39104" y="574956"/>
                  </a:lnTo>
                  <a:lnTo>
                    <a:pt x="39470" y="575331"/>
                  </a:lnTo>
                  <a:lnTo>
                    <a:pt x="39878" y="575591"/>
                  </a:lnTo>
                  <a:lnTo>
                    <a:pt x="40174" y="575816"/>
                  </a:lnTo>
                  <a:lnTo>
                    <a:pt x="40771" y="575868"/>
                  </a:lnTo>
                  <a:lnTo>
                    <a:pt x="40924" y="576163"/>
                  </a:lnTo>
                  <a:lnTo>
                    <a:pt x="41236" y="576516"/>
                  </a:lnTo>
                  <a:lnTo>
                    <a:pt x="41468" y="576894"/>
                  </a:lnTo>
                  <a:lnTo>
                    <a:pt x="41531" y="577051"/>
                  </a:lnTo>
                  <a:lnTo>
                    <a:pt x="41587" y="577335"/>
                  </a:lnTo>
                  <a:lnTo>
                    <a:pt x="41557" y="577808"/>
                  </a:lnTo>
                  <a:lnTo>
                    <a:pt x="41496" y="578415"/>
                  </a:lnTo>
                  <a:lnTo>
                    <a:pt x="41826" y="578896"/>
                  </a:lnTo>
                  <a:lnTo>
                    <a:pt x="41740" y="579053"/>
                  </a:lnTo>
                  <a:lnTo>
                    <a:pt x="41395" y="579463"/>
                  </a:lnTo>
                  <a:lnTo>
                    <a:pt x="41008" y="579953"/>
                  </a:lnTo>
                  <a:lnTo>
                    <a:pt x="40776" y="580209"/>
                  </a:lnTo>
                  <a:lnTo>
                    <a:pt x="40207" y="580847"/>
                  </a:lnTo>
                  <a:lnTo>
                    <a:pt x="39906" y="581107"/>
                  </a:lnTo>
                  <a:lnTo>
                    <a:pt x="39702" y="581320"/>
                  </a:lnTo>
                  <a:lnTo>
                    <a:pt x="39229" y="581660"/>
                  </a:lnTo>
                  <a:lnTo>
                    <a:pt x="38734" y="581993"/>
                  </a:lnTo>
                  <a:lnTo>
                    <a:pt x="38687" y="582143"/>
                  </a:lnTo>
                  <a:lnTo>
                    <a:pt x="38697" y="582471"/>
                  </a:lnTo>
                  <a:lnTo>
                    <a:pt x="38744" y="582938"/>
                  </a:lnTo>
                  <a:lnTo>
                    <a:pt x="38755" y="583257"/>
                  </a:lnTo>
                  <a:lnTo>
                    <a:pt x="38854" y="583404"/>
                  </a:lnTo>
                  <a:lnTo>
                    <a:pt x="39231" y="583862"/>
                  </a:lnTo>
                  <a:lnTo>
                    <a:pt x="39452" y="584115"/>
                  </a:lnTo>
                  <a:lnTo>
                    <a:pt x="39646" y="584391"/>
                  </a:lnTo>
                  <a:lnTo>
                    <a:pt x="39742" y="584743"/>
                  </a:lnTo>
                  <a:lnTo>
                    <a:pt x="39738" y="584914"/>
                  </a:lnTo>
                  <a:lnTo>
                    <a:pt x="39569" y="585388"/>
                  </a:lnTo>
                  <a:lnTo>
                    <a:pt x="39602" y="585550"/>
                  </a:lnTo>
                  <a:lnTo>
                    <a:pt x="39691" y="585718"/>
                  </a:lnTo>
                  <a:lnTo>
                    <a:pt x="39824" y="585861"/>
                  </a:lnTo>
                  <a:lnTo>
                    <a:pt x="40287" y="586178"/>
                  </a:lnTo>
                  <a:lnTo>
                    <a:pt x="40591" y="586382"/>
                  </a:lnTo>
                  <a:lnTo>
                    <a:pt x="40992" y="586666"/>
                  </a:lnTo>
                  <a:lnTo>
                    <a:pt x="41390" y="586928"/>
                  </a:lnTo>
                  <a:lnTo>
                    <a:pt x="41953" y="587284"/>
                  </a:lnTo>
                  <a:lnTo>
                    <a:pt x="42345" y="587582"/>
                  </a:lnTo>
                  <a:lnTo>
                    <a:pt x="42649" y="587744"/>
                  </a:lnTo>
                  <a:lnTo>
                    <a:pt x="43414" y="588281"/>
                  </a:lnTo>
                  <a:lnTo>
                    <a:pt x="43962" y="588649"/>
                  </a:lnTo>
                  <a:lnTo>
                    <a:pt x="44218" y="588609"/>
                  </a:lnTo>
                  <a:lnTo>
                    <a:pt x="44541" y="588330"/>
                  </a:lnTo>
                  <a:lnTo>
                    <a:pt x="44741" y="588281"/>
                  </a:lnTo>
                  <a:lnTo>
                    <a:pt x="45233" y="588210"/>
                  </a:lnTo>
                  <a:lnTo>
                    <a:pt x="45378" y="588143"/>
                  </a:lnTo>
                  <a:lnTo>
                    <a:pt x="45564" y="587957"/>
                  </a:lnTo>
                  <a:lnTo>
                    <a:pt x="45789" y="587671"/>
                  </a:lnTo>
                  <a:lnTo>
                    <a:pt x="45899" y="587526"/>
                  </a:lnTo>
                  <a:lnTo>
                    <a:pt x="46194" y="587289"/>
                  </a:lnTo>
                  <a:lnTo>
                    <a:pt x="46490" y="587113"/>
                  </a:lnTo>
                  <a:lnTo>
                    <a:pt x="46869" y="586975"/>
                  </a:lnTo>
                  <a:lnTo>
                    <a:pt x="47301" y="586888"/>
                  </a:lnTo>
                  <a:lnTo>
                    <a:pt x="47523" y="586846"/>
                  </a:lnTo>
                  <a:lnTo>
                    <a:pt x="48269" y="586743"/>
                  </a:lnTo>
                  <a:lnTo>
                    <a:pt x="48580" y="586623"/>
                  </a:lnTo>
                  <a:lnTo>
                    <a:pt x="49247" y="586366"/>
                  </a:lnTo>
                  <a:lnTo>
                    <a:pt x="50005" y="586340"/>
                  </a:lnTo>
                  <a:lnTo>
                    <a:pt x="51046" y="586312"/>
                  </a:lnTo>
                  <a:lnTo>
                    <a:pt x="51200" y="589862"/>
                  </a:lnTo>
                  <a:lnTo>
                    <a:pt x="54552" y="590659"/>
                  </a:lnTo>
                  <a:lnTo>
                    <a:pt x="54175" y="591553"/>
                  </a:lnTo>
                  <a:lnTo>
                    <a:pt x="52674" y="595107"/>
                  </a:lnTo>
                  <a:lnTo>
                    <a:pt x="44247" y="615061"/>
                  </a:lnTo>
                  <a:lnTo>
                    <a:pt x="43463" y="616917"/>
                  </a:lnTo>
                  <a:lnTo>
                    <a:pt x="42642" y="628850"/>
                  </a:lnTo>
                  <a:lnTo>
                    <a:pt x="55420" y="629858"/>
                  </a:lnTo>
                  <a:lnTo>
                    <a:pt x="58646" y="627994"/>
                  </a:lnTo>
                  <a:lnTo>
                    <a:pt x="60778" y="626763"/>
                  </a:lnTo>
                  <a:lnTo>
                    <a:pt x="67353" y="622965"/>
                  </a:lnTo>
                  <a:lnTo>
                    <a:pt x="79239" y="620386"/>
                  </a:lnTo>
                  <a:lnTo>
                    <a:pt x="81895" y="618530"/>
                  </a:lnTo>
                  <a:lnTo>
                    <a:pt x="87491" y="614619"/>
                  </a:lnTo>
                  <a:lnTo>
                    <a:pt x="94103" y="612743"/>
                  </a:lnTo>
                  <a:lnTo>
                    <a:pt x="93066" y="609335"/>
                  </a:lnTo>
                  <a:lnTo>
                    <a:pt x="93303" y="608930"/>
                  </a:lnTo>
                  <a:lnTo>
                    <a:pt x="93462" y="608536"/>
                  </a:lnTo>
                  <a:lnTo>
                    <a:pt x="93546" y="608295"/>
                  </a:lnTo>
                  <a:lnTo>
                    <a:pt x="93638" y="608066"/>
                  </a:lnTo>
                  <a:lnTo>
                    <a:pt x="93884" y="607657"/>
                  </a:lnTo>
                  <a:lnTo>
                    <a:pt x="93792" y="607278"/>
                  </a:lnTo>
                  <a:lnTo>
                    <a:pt x="93561" y="607068"/>
                  </a:lnTo>
                  <a:lnTo>
                    <a:pt x="93406" y="606925"/>
                  </a:lnTo>
                  <a:lnTo>
                    <a:pt x="93251" y="606787"/>
                  </a:lnTo>
                  <a:lnTo>
                    <a:pt x="92973" y="606536"/>
                  </a:lnTo>
                  <a:lnTo>
                    <a:pt x="92790" y="606370"/>
                  </a:lnTo>
                  <a:lnTo>
                    <a:pt x="92531" y="606133"/>
                  </a:lnTo>
                  <a:lnTo>
                    <a:pt x="92578" y="605905"/>
                  </a:lnTo>
                  <a:lnTo>
                    <a:pt x="92638" y="605634"/>
                  </a:lnTo>
                  <a:lnTo>
                    <a:pt x="92733" y="605188"/>
                  </a:lnTo>
                  <a:lnTo>
                    <a:pt x="92816" y="604998"/>
                  </a:lnTo>
                  <a:lnTo>
                    <a:pt x="92909" y="604783"/>
                  </a:lnTo>
                  <a:lnTo>
                    <a:pt x="93059" y="604573"/>
                  </a:lnTo>
                  <a:lnTo>
                    <a:pt x="93167" y="604420"/>
                  </a:lnTo>
                  <a:lnTo>
                    <a:pt x="93202" y="604175"/>
                  </a:lnTo>
                  <a:lnTo>
                    <a:pt x="93226" y="603987"/>
                  </a:lnTo>
                  <a:lnTo>
                    <a:pt x="93169" y="603858"/>
                  </a:lnTo>
                  <a:lnTo>
                    <a:pt x="93076" y="603663"/>
                  </a:lnTo>
                  <a:lnTo>
                    <a:pt x="93034" y="603494"/>
                  </a:lnTo>
                  <a:lnTo>
                    <a:pt x="92978" y="603246"/>
                  </a:lnTo>
                  <a:lnTo>
                    <a:pt x="92938" y="603063"/>
                  </a:lnTo>
                  <a:lnTo>
                    <a:pt x="92760" y="602689"/>
                  </a:lnTo>
                  <a:lnTo>
                    <a:pt x="92621" y="602404"/>
                  </a:lnTo>
                  <a:lnTo>
                    <a:pt x="92379" y="601905"/>
                  </a:lnTo>
                  <a:lnTo>
                    <a:pt x="92372" y="601636"/>
                  </a:lnTo>
                  <a:lnTo>
                    <a:pt x="92363" y="601047"/>
                  </a:lnTo>
                  <a:lnTo>
                    <a:pt x="92356" y="600684"/>
                  </a:lnTo>
                  <a:lnTo>
                    <a:pt x="92344" y="600287"/>
                  </a:lnTo>
                  <a:lnTo>
                    <a:pt x="92337" y="599971"/>
                  </a:lnTo>
                  <a:lnTo>
                    <a:pt x="92329" y="599589"/>
                  </a:lnTo>
                  <a:lnTo>
                    <a:pt x="92334" y="599404"/>
                  </a:lnTo>
                  <a:lnTo>
                    <a:pt x="92340" y="599263"/>
                  </a:lnTo>
                  <a:lnTo>
                    <a:pt x="92349" y="598997"/>
                  </a:lnTo>
                  <a:lnTo>
                    <a:pt x="92377" y="598470"/>
                  </a:lnTo>
                  <a:lnTo>
                    <a:pt x="92392" y="598123"/>
                  </a:lnTo>
                  <a:lnTo>
                    <a:pt x="92485" y="597907"/>
                  </a:lnTo>
                  <a:lnTo>
                    <a:pt x="92626" y="597527"/>
                  </a:lnTo>
                  <a:lnTo>
                    <a:pt x="92792" y="597121"/>
                  </a:lnTo>
                  <a:lnTo>
                    <a:pt x="92980" y="596667"/>
                  </a:lnTo>
                  <a:lnTo>
                    <a:pt x="93040" y="596517"/>
                  </a:lnTo>
                  <a:lnTo>
                    <a:pt x="93102" y="596361"/>
                  </a:lnTo>
                  <a:lnTo>
                    <a:pt x="93195" y="596130"/>
                  </a:lnTo>
                  <a:lnTo>
                    <a:pt x="93247" y="595999"/>
                  </a:lnTo>
                  <a:lnTo>
                    <a:pt x="93303" y="595863"/>
                  </a:lnTo>
                  <a:lnTo>
                    <a:pt x="93359" y="595727"/>
                  </a:lnTo>
                  <a:lnTo>
                    <a:pt x="93596" y="595272"/>
                  </a:lnTo>
                  <a:lnTo>
                    <a:pt x="93664" y="595139"/>
                  </a:lnTo>
                  <a:lnTo>
                    <a:pt x="93969" y="594998"/>
                  </a:lnTo>
                  <a:lnTo>
                    <a:pt x="94169" y="594901"/>
                  </a:lnTo>
                  <a:lnTo>
                    <a:pt x="94531" y="594725"/>
                  </a:lnTo>
                  <a:lnTo>
                    <a:pt x="94623" y="595031"/>
                  </a:lnTo>
                  <a:lnTo>
                    <a:pt x="96193" y="595264"/>
                  </a:lnTo>
                  <a:lnTo>
                    <a:pt x="97498" y="595457"/>
                  </a:lnTo>
                  <a:lnTo>
                    <a:pt x="97671" y="595486"/>
                  </a:lnTo>
                  <a:lnTo>
                    <a:pt x="97880" y="595520"/>
                  </a:lnTo>
                  <a:lnTo>
                    <a:pt x="98177" y="595569"/>
                  </a:lnTo>
                  <a:lnTo>
                    <a:pt x="98986" y="595701"/>
                  </a:lnTo>
                  <a:lnTo>
                    <a:pt x="99220" y="595683"/>
                  </a:lnTo>
                  <a:lnTo>
                    <a:pt x="99599" y="595658"/>
                  </a:lnTo>
                  <a:lnTo>
                    <a:pt x="99771" y="595589"/>
                  </a:lnTo>
                  <a:lnTo>
                    <a:pt x="100199" y="595447"/>
                  </a:lnTo>
                  <a:lnTo>
                    <a:pt x="100556" y="595308"/>
                  </a:lnTo>
                  <a:lnTo>
                    <a:pt x="101292" y="595045"/>
                  </a:lnTo>
                  <a:lnTo>
                    <a:pt x="101699" y="594905"/>
                  </a:lnTo>
                  <a:lnTo>
                    <a:pt x="102497" y="594633"/>
                  </a:lnTo>
                  <a:lnTo>
                    <a:pt x="102898" y="594512"/>
                  </a:lnTo>
                  <a:lnTo>
                    <a:pt x="103332" y="594377"/>
                  </a:lnTo>
                  <a:lnTo>
                    <a:pt x="103587" y="594252"/>
                  </a:lnTo>
                  <a:lnTo>
                    <a:pt x="103941" y="594089"/>
                  </a:lnTo>
                  <a:lnTo>
                    <a:pt x="104457" y="593851"/>
                  </a:lnTo>
                  <a:lnTo>
                    <a:pt x="105322" y="593454"/>
                  </a:lnTo>
                  <a:lnTo>
                    <a:pt x="105653" y="593300"/>
                  </a:lnTo>
                  <a:lnTo>
                    <a:pt x="106004" y="593136"/>
                  </a:lnTo>
                  <a:lnTo>
                    <a:pt x="106160" y="593064"/>
                  </a:lnTo>
                  <a:lnTo>
                    <a:pt x="106357" y="592973"/>
                  </a:lnTo>
                  <a:lnTo>
                    <a:pt x="106567" y="592874"/>
                  </a:lnTo>
                  <a:lnTo>
                    <a:pt x="106752" y="592788"/>
                  </a:lnTo>
                  <a:lnTo>
                    <a:pt x="107001" y="592672"/>
                  </a:lnTo>
                  <a:lnTo>
                    <a:pt x="107247" y="592557"/>
                  </a:lnTo>
                  <a:lnTo>
                    <a:pt x="107692" y="592315"/>
                  </a:lnTo>
                  <a:lnTo>
                    <a:pt x="107993" y="591989"/>
                  </a:lnTo>
                  <a:lnTo>
                    <a:pt x="108225" y="591738"/>
                  </a:lnTo>
                  <a:lnTo>
                    <a:pt x="108657" y="591267"/>
                  </a:lnTo>
                  <a:lnTo>
                    <a:pt x="108823" y="591080"/>
                  </a:lnTo>
                  <a:lnTo>
                    <a:pt x="114791" y="584007"/>
                  </a:lnTo>
                  <a:lnTo>
                    <a:pt x="115310" y="583088"/>
                  </a:lnTo>
                  <a:lnTo>
                    <a:pt x="115933" y="583177"/>
                  </a:lnTo>
                  <a:lnTo>
                    <a:pt x="116417" y="582585"/>
                  </a:lnTo>
                  <a:lnTo>
                    <a:pt x="117295" y="581448"/>
                  </a:lnTo>
                  <a:lnTo>
                    <a:pt x="117522" y="581154"/>
                  </a:lnTo>
                  <a:lnTo>
                    <a:pt x="117728" y="580892"/>
                  </a:lnTo>
                  <a:lnTo>
                    <a:pt x="119502" y="578636"/>
                  </a:lnTo>
                  <a:lnTo>
                    <a:pt x="119752" y="578317"/>
                  </a:lnTo>
                  <a:lnTo>
                    <a:pt x="121772" y="575751"/>
                  </a:lnTo>
                  <a:lnTo>
                    <a:pt x="123213" y="575887"/>
                  </a:lnTo>
                  <a:lnTo>
                    <a:pt x="124916" y="576062"/>
                  </a:lnTo>
                  <a:lnTo>
                    <a:pt x="126786" y="576231"/>
                  </a:lnTo>
                  <a:lnTo>
                    <a:pt x="127578" y="576288"/>
                  </a:lnTo>
                  <a:lnTo>
                    <a:pt x="128397" y="576348"/>
                  </a:lnTo>
                  <a:lnTo>
                    <a:pt x="129023" y="576470"/>
                  </a:lnTo>
                  <a:lnTo>
                    <a:pt x="132158" y="576655"/>
                  </a:lnTo>
                  <a:lnTo>
                    <a:pt x="134786" y="576852"/>
                  </a:lnTo>
                  <a:lnTo>
                    <a:pt x="135864" y="576939"/>
                  </a:lnTo>
                  <a:lnTo>
                    <a:pt x="137118" y="577042"/>
                  </a:lnTo>
                  <a:lnTo>
                    <a:pt x="138281" y="577162"/>
                  </a:lnTo>
                  <a:lnTo>
                    <a:pt x="139353" y="577244"/>
                  </a:lnTo>
                  <a:lnTo>
                    <a:pt x="140297" y="577321"/>
                  </a:lnTo>
                  <a:lnTo>
                    <a:pt x="141181" y="577380"/>
                  </a:lnTo>
                  <a:lnTo>
                    <a:pt x="142351" y="577473"/>
                  </a:lnTo>
                  <a:lnTo>
                    <a:pt x="144625" y="577694"/>
                  </a:lnTo>
                  <a:lnTo>
                    <a:pt x="146147" y="577780"/>
                  </a:lnTo>
                  <a:lnTo>
                    <a:pt x="147298" y="577874"/>
                  </a:lnTo>
                  <a:lnTo>
                    <a:pt x="147814" y="577926"/>
                  </a:lnTo>
                  <a:lnTo>
                    <a:pt x="148965" y="578081"/>
                  </a:lnTo>
                  <a:lnTo>
                    <a:pt x="150207" y="578235"/>
                  </a:lnTo>
                  <a:lnTo>
                    <a:pt x="151260" y="578327"/>
                  </a:lnTo>
                  <a:lnTo>
                    <a:pt x="152445" y="578434"/>
                  </a:lnTo>
                  <a:lnTo>
                    <a:pt x="152827" y="578555"/>
                  </a:lnTo>
                  <a:lnTo>
                    <a:pt x="152957" y="578596"/>
                  </a:lnTo>
                  <a:lnTo>
                    <a:pt x="153312" y="578708"/>
                  </a:lnTo>
                  <a:lnTo>
                    <a:pt x="154476" y="578548"/>
                  </a:lnTo>
                  <a:lnTo>
                    <a:pt x="155181" y="578476"/>
                  </a:lnTo>
                  <a:lnTo>
                    <a:pt x="156015" y="578382"/>
                  </a:lnTo>
                  <a:lnTo>
                    <a:pt x="156246" y="578357"/>
                  </a:lnTo>
                  <a:lnTo>
                    <a:pt x="156735" y="578302"/>
                  </a:lnTo>
                  <a:lnTo>
                    <a:pt x="156910" y="578282"/>
                  </a:lnTo>
                  <a:lnTo>
                    <a:pt x="157192" y="578251"/>
                  </a:lnTo>
                  <a:lnTo>
                    <a:pt x="160787" y="577768"/>
                  </a:lnTo>
                  <a:lnTo>
                    <a:pt x="161073" y="577727"/>
                  </a:lnTo>
                  <a:lnTo>
                    <a:pt x="161490" y="577668"/>
                  </a:lnTo>
                  <a:lnTo>
                    <a:pt x="162209" y="577566"/>
                  </a:lnTo>
                  <a:lnTo>
                    <a:pt x="162572" y="577515"/>
                  </a:lnTo>
                  <a:lnTo>
                    <a:pt x="162895" y="577467"/>
                  </a:lnTo>
                  <a:lnTo>
                    <a:pt x="163094" y="577441"/>
                  </a:lnTo>
                  <a:lnTo>
                    <a:pt x="163348" y="577405"/>
                  </a:lnTo>
                  <a:lnTo>
                    <a:pt x="163526" y="577380"/>
                  </a:lnTo>
                  <a:lnTo>
                    <a:pt x="163972" y="577316"/>
                  </a:lnTo>
                  <a:lnTo>
                    <a:pt x="164458" y="577247"/>
                  </a:lnTo>
                  <a:lnTo>
                    <a:pt x="164858" y="577191"/>
                  </a:lnTo>
                  <a:lnTo>
                    <a:pt x="165244" y="577136"/>
                  </a:lnTo>
                  <a:lnTo>
                    <a:pt x="165921" y="577040"/>
                  </a:lnTo>
                  <a:lnTo>
                    <a:pt x="166062" y="577020"/>
                  </a:lnTo>
                  <a:lnTo>
                    <a:pt x="166258" y="576992"/>
                  </a:lnTo>
                  <a:lnTo>
                    <a:pt x="166853" y="576907"/>
                  </a:lnTo>
                  <a:lnTo>
                    <a:pt x="167072" y="576798"/>
                  </a:lnTo>
                  <a:lnTo>
                    <a:pt x="167498" y="576585"/>
                  </a:lnTo>
                  <a:lnTo>
                    <a:pt x="167904" y="576383"/>
                  </a:lnTo>
                  <a:lnTo>
                    <a:pt x="168242" y="576214"/>
                  </a:lnTo>
                  <a:lnTo>
                    <a:pt x="168483" y="576094"/>
                  </a:lnTo>
                  <a:lnTo>
                    <a:pt x="168774" y="575949"/>
                  </a:lnTo>
                  <a:lnTo>
                    <a:pt x="169048" y="575812"/>
                  </a:lnTo>
                  <a:lnTo>
                    <a:pt x="169284" y="575694"/>
                  </a:lnTo>
                  <a:lnTo>
                    <a:pt x="169440" y="575615"/>
                  </a:lnTo>
                  <a:lnTo>
                    <a:pt x="169631" y="575520"/>
                  </a:lnTo>
                  <a:lnTo>
                    <a:pt x="172421" y="574126"/>
                  </a:lnTo>
                  <a:lnTo>
                    <a:pt x="174226" y="573226"/>
                  </a:lnTo>
                  <a:lnTo>
                    <a:pt x="175632" y="572524"/>
                  </a:lnTo>
                  <a:lnTo>
                    <a:pt x="177915" y="571387"/>
                  </a:lnTo>
                  <a:lnTo>
                    <a:pt x="178541" y="571076"/>
                  </a:lnTo>
                  <a:lnTo>
                    <a:pt x="186536" y="567085"/>
                  </a:lnTo>
                  <a:lnTo>
                    <a:pt x="187153" y="567053"/>
                  </a:lnTo>
                  <a:lnTo>
                    <a:pt x="189280" y="566944"/>
                  </a:lnTo>
                  <a:lnTo>
                    <a:pt x="190537" y="566878"/>
                  </a:lnTo>
                  <a:lnTo>
                    <a:pt x="190858" y="566861"/>
                  </a:lnTo>
                  <a:lnTo>
                    <a:pt x="191033" y="566852"/>
                  </a:lnTo>
                  <a:lnTo>
                    <a:pt x="191168" y="566846"/>
                  </a:lnTo>
                  <a:lnTo>
                    <a:pt x="191579" y="566825"/>
                  </a:lnTo>
                  <a:lnTo>
                    <a:pt x="191750" y="566817"/>
                  </a:lnTo>
                  <a:lnTo>
                    <a:pt x="192174" y="566796"/>
                  </a:lnTo>
                  <a:close/>
                </a:path>
              </a:pathLst>
            </a:custGeom>
            <a:solidFill>
              <a:srgbClr val="CFE1E9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g45"/>
            <p:cNvSpPr/>
            <p:nvPr/>
          </p:nvSpPr>
          <p:spPr>
            <a:xfrm>
              <a:off x="6594043" y="2273754"/>
              <a:ext cx="984853" cy="768419"/>
            </a:xfrm>
            <a:custGeom>
              <a:avLst/>
              <a:pathLst>
                <a:path w="984853" h="768419">
                  <a:moveTo>
                    <a:pt x="769678" y="386341"/>
                  </a:moveTo>
                  <a:lnTo>
                    <a:pt x="776591" y="388103"/>
                  </a:lnTo>
                  <a:lnTo>
                    <a:pt x="778835" y="388680"/>
                  </a:lnTo>
                  <a:lnTo>
                    <a:pt x="785984" y="390119"/>
                  </a:lnTo>
                  <a:lnTo>
                    <a:pt x="790217" y="390973"/>
                  </a:lnTo>
                  <a:lnTo>
                    <a:pt x="797655" y="392482"/>
                  </a:lnTo>
                  <a:lnTo>
                    <a:pt x="800122" y="392968"/>
                  </a:lnTo>
                  <a:lnTo>
                    <a:pt x="802359" y="397544"/>
                  </a:lnTo>
                  <a:lnTo>
                    <a:pt x="804528" y="401981"/>
                  </a:lnTo>
                  <a:lnTo>
                    <a:pt x="806773" y="406575"/>
                  </a:lnTo>
                  <a:lnTo>
                    <a:pt x="808198" y="408745"/>
                  </a:lnTo>
                  <a:lnTo>
                    <a:pt x="810172" y="411760"/>
                  </a:lnTo>
                  <a:lnTo>
                    <a:pt x="811607" y="413954"/>
                  </a:lnTo>
                  <a:lnTo>
                    <a:pt x="814057" y="417707"/>
                  </a:lnTo>
                  <a:lnTo>
                    <a:pt x="816024" y="420713"/>
                  </a:lnTo>
                  <a:lnTo>
                    <a:pt x="819233" y="425614"/>
                  </a:lnTo>
                  <a:lnTo>
                    <a:pt x="821640" y="429267"/>
                  </a:lnTo>
                  <a:lnTo>
                    <a:pt x="823960" y="432792"/>
                  </a:lnTo>
                  <a:lnTo>
                    <a:pt x="824332" y="433358"/>
                  </a:lnTo>
                  <a:lnTo>
                    <a:pt x="828279" y="439392"/>
                  </a:lnTo>
                  <a:lnTo>
                    <a:pt x="831347" y="444077"/>
                  </a:lnTo>
                  <a:lnTo>
                    <a:pt x="829370" y="452232"/>
                  </a:lnTo>
                  <a:lnTo>
                    <a:pt x="828828" y="454469"/>
                  </a:lnTo>
                  <a:lnTo>
                    <a:pt x="828000" y="457876"/>
                  </a:lnTo>
                  <a:lnTo>
                    <a:pt x="825743" y="467178"/>
                  </a:lnTo>
                  <a:lnTo>
                    <a:pt x="821886" y="475450"/>
                  </a:lnTo>
                  <a:lnTo>
                    <a:pt x="818704" y="482299"/>
                  </a:lnTo>
                  <a:lnTo>
                    <a:pt x="815544" y="489081"/>
                  </a:lnTo>
                  <a:lnTo>
                    <a:pt x="811421" y="497879"/>
                  </a:lnTo>
                  <a:lnTo>
                    <a:pt x="807460" y="506320"/>
                  </a:lnTo>
                  <a:lnTo>
                    <a:pt x="804895" y="511650"/>
                  </a:lnTo>
                  <a:lnTo>
                    <a:pt x="801053" y="519638"/>
                  </a:lnTo>
                  <a:lnTo>
                    <a:pt x="803017" y="528508"/>
                  </a:lnTo>
                  <a:lnTo>
                    <a:pt x="804029" y="533077"/>
                  </a:lnTo>
                  <a:lnTo>
                    <a:pt x="804282" y="536198"/>
                  </a:lnTo>
                  <a:lnTo>
                    <a:pt x="805081" y="546042"/>
                  </a:lnTo>
                  <a:lnTo>
                    <a:pt x="805331" y="549131"/>
                  </a:lnTo>
                  <a:lnTo>
                    <a:pt x="809300" y="553876"/>
                  </a:lnTo>
                  <a:lnTo>
                    <a:pt x="811849" y="556925"/>
                  </a:lnTo>
                  <a:lnTo>
                    <a:pt x="814401" y="558384"/>
                  </a:lnTo>
                  <a:lnTo>
                    <a:pt x="820141" y="561668"/>
                  </a:lnTo>
                  <a:lnTo>
                    <a:pt x="821838" y="562511"/>
                  </a:lnTo>
                  <a:lnTo>
                    <a:pt x="823480" y="563326"/>
                  </a:lnTo>
                  <a:lnTo>
                    <a:pt x="825017" y="564091"/>
                  </a:lnTo>
                  <a:lnTo>
                    <a:pt x="826702" y="564927"/>
                  </a:lnTo>
                  <a:lnTo>
                    <a:pt x="827532" y="565339"/>
                  </a:lnTo>
                  <a:lnTo>
                    <a:pt x="827932" y="565538"/>
                  </a:lnTo>
                  <a:lnTo>
                    <a:pt x="829862" y="566497"/>
                  </a:lnTo>
                  <a:lnTo>
                    <a:pt x="830016" y="566574"/>
                  </a:lnTo>
                  <a:lnTo>
                    <a:pt x="830945" y="567625"/>
                  </a:lnTo>
                  <a:lnTo>
                    <a:pt x="831279" y="568005"/>
                  </a:lnTo>
                  <a:lnTo>
                    <a:pt x="832848" y="569781"/>
                  </a:lnTo>
                  <a:lnTo>
                    <a:pt x="833980" y="568332"/>
                  </a:lnTo>
                  <a:lnTo>
                    <a:pt x="835982" y="561316"/>
                  </a:lnTo>
                  <a:lnTo>
                    <a:pt x="838952" y="554266"/>
                  </a:lnTo>
                  <a:lnTo>
                    <a:pt x="840297" y="552877"/>
                  </a:lnTo>
                  <a:lnTo>
                    <a:pt x="845042" y="539363"/>
                  </a:lnTo>
                  <a:lnTo>
                    <a:pt x="844462" y="538468"/>
                  </a:lnTo>
                  <a:lnTo>
                    <a:pt x="844087" y="536189"/>
                  </a:lnTo>
                  <a:lnTo>
                    <a:pt x="844130" y="536052"/>
                  </a:lnTo>
                  <a:lnTo>
                    <a:pt x="844079" y="534665"/>
                  </a:lnTo>
                  <a:lnTo>
                    <a:pt x="843945" y="534389"/>
                  </a:lnTo>
                  <a:lnTo>
                    <a:pt x="843700" y="533959"/>
                  </a:lnTo>
                  <a:lnTo>
                    <a:pt x="843268" y="532782"/>
                  </a:lnTo>
                  <a:lnTo>
                    <a:pt x="843278" y="532644"/>
                  </a:lnTo>
                  <a:lnTo>
                    <a:pt x="843349" y="531922"/>
                  </a:lnTo>
                  <a:lnTo>
                    <a:pt x="843416" y="531365"/>
                  </a:lnTo>
                  <a:lnTo>
                    <a:pt x="843425" y="531220"/>
                  </a:lnTo>
                  <a:lnTo>
                    <a:pt x="843464" y="530372"/>
                  </a:lnTo>
                  <a:lnTo>
                    <a:pt x="843573" y="529968"/>
                  </a:lnTo>
                  <a:lnTo>
                    <a:pt x="843647" y="529592"/>
                  </a:lnTo>
                  <a:lnTo>
                    <a:pt x="843665" y="529461"/>
                  </a:lnTo>
                  <a:lnTo>
                    <a:pt x="843214" y="526409"/>
                  </a:lnTo>
                  <a:lnTo>
                    <a:pt x="844031" y="525956"/>
                  </a:lnTo>
                  <a:lnTo>
                    <a:pt x="845153" y="523229"/>
                  </a:lnTo>
                  <a:lnTo>
                    <a:pt x="845421" y="521353"/>
                  </a:lnTo>
                  <a:lnTo>
                    <a:pt x="845362" y="520625"/>
                  </a:lnTo>
                  <a:lnTo>
                    <a:pt x="845374" y="520261"/>
                  </a:lnTo>
                  <a:lnTo>
                    <a:pt x="845383" y="520020"/>
                  </a:lnTo>
                  <a:lnTo>
                    <a:pt x="845380" y="519763"/>
                  </a:lnTo>
                  <a:lnTo>
                    <a:pt x="845188" y="518937"/>
                  </a:lnTo>
                  <a:lnTo>
                    <a:pt x="845112" y="518761"/>
                  </a:lnTo>
                  <a:lnTo>
                    <a:pt x="844783" y="517926"/>
                  </a:lnTo>
                  <a:lnTo>
                    <a:pt x="844713" y="517254"/>
                  </a:lnTo>
                  <a:lnTo>
                    <a:pt x="844794" y="516415"/>
                  </a:lnTo>
                  <a:lnTo>
                    <a:pt x="844527" y="515884"/>
                  </a:lnTo>
                  <a:lnTo>
                    <a:pt x="844380" y="515586"/>
                  </a:lnTo>
                  <a:lnTo>
                    <a:pt x="844210" y="515251"/>
                  </a:lnTo>
                  <a:lnTo>
                    <a:pt x="844408" y="512521"/>
                  </a:lnTo>
                  <a:lnTo>
                    <a:pt x="844289" y="512265"/>
                  </a:lnTo>
                  <a:lnTo>
                    <a:pt x="844084" y="511691"/>
                  </a:lnTo>
                  <a:lnTo>
                    <a:pt x="844026" y="511405"/>
                  </a:lnTo>
                  <a:lnTo>
                    <a:pt x="844001" y="511250"/>
                  </a:lnTo>
                  <a:lnTo>
                    <a:pt x="843983" y="511113"/>
                  </a:lnTo>
                  <a:lnTo>
                    <a:pt x="843951" y="510663"/>
                  </a:lnTo>
                  <a:lnTo>
                    <a:pt x="843950" y="510339"/>
                  </a:lnTo>
                  <a:lnTo>
                    <a:pt x="843946" y="509985"/>
                  </a:lnTo>
                  <a:lnTo>
                    <a:pt x="843944" y="509835"/>
                  </a:lnTo>
                  <a:lnTo>
                    <a:pt x="843950" y="509693"/>
                  </a:lnTo>
                  <a:lnTo>
                    <a:pt x="843963" y="509553"/>
                  </a:lnTo>
                  <a:lnTo>
                    <a:pt x="843974" y="509413"/>
                  </a:lnTo>
                  <a:lnTo>
                    <a:pt x="844389" y="507619"/>
                  </a:lnTo>
                  <a:lnTo>
                    <a:pt x="844348" y="507418"/>
                  </a:lnTo>
                  <a:lnTo>
                    <a:pt x="844304" y="507210"/>
                  </a:lnTo>
                  <a:lnTo>
                    <a:pt x="844248" y="506954"/>
                  </a:lnTo>
                  <a:lnTo>
                    <a:pt x="844219" y="506826"/>
                  </a:lnTo>
                  <a:lnTo>
                    <a:pt x="844152" y="506589"/>
                  </a:lnTo>
                  <a:lnTo>
                    <a:pt x="844074" y="506405"/>
                  </a:lnTo>
                  <a:lnTo>
                    <a:pt x="843968" y="506184"/>
                  </a:lnTo>
                  <a:lnTo>
                    <a:pt x="843867" y="506014"/>
                  </a:lnTo>
                  <a:lnTo>
                    <a:pt x="843173" y="505286"/>
                  </a:lnTo>
                  <a:lnTo>
                    <a:pt x="843045" y="505181"/>
                  </a:lnTo>
                  <a:lnTo>
                    <a:pt x="842889" y="505065"/>
                  </a:lnTo>
                  <a:lnTo>
                    <a:pt x="842760" y="504988"/>
                  </a:lnTo>
                  <a:lnTo>
                    <a:pt x="842598" y="504900"/>
                  </a:lnTo>
                  <a:lnTo>
                    <a:pt x="842447" y="504831"/>
                  </a:lnTo>
                  <a:lnTo>
                    <a:pt x="842207" y="504728"/>
                  </a:lnTo>
                  <a:lnTo>
                    <a:pt x="841989" y="504648"/>
                  </a:lnTo>
                  <a:lnTo>
                    <a:pt x="841787" y="504581"/>
                  </a:lnTo>
                  <a:lnTo>
                    <a:pt x="839782" y="503231"/>
                  </a:lnTo>
                  <a:lnTo>
                    <a:pt x="839746" y="503091"/>
                  </a:lnTo>
                  <a:lnTo>
                    <a:pt x="839673" y="502795"/>
                  </a:lnTo>
                  <a:lnTo>
                    <a:pt x="839575" y="502358"/>
                  </a:lnTo>
                  <a:lnTo>
                    <a:pt x="839366" y="501454"/>
                  </a:lnTo>
                  <a:lnTo>
                    <a:pt x="839340" y="501326"/>
                  </a:lnTo>
                  <a:lnTo>
                    <a:pt x="839308" y="501142"/>
                  </a:lnTo>
                  <a:lnTo>
                    <a:pt x="839275" y="500953"/>
                  </a:lnTo>
                  <a:lnTo>
                    <a:pt x="839208" y="500562"/>
                  </a:lnTo>
                  <a:lnTo>
                    <a:pt x="839121" y="500209"/>
                  </a:lnTo>
                  <a:lnTo>
                    <a:pt x="839068" y="500040"/>
                  </a:lnTo>
                  <a:lnTo>
                    <a:pt x="839018" y="499885"/>
                  </a:lnTo>
                  <a:lnTo>
                    <a:pt x="838827" y="499350"/>
                  </a:lnTo>
                  <a:lnTo>
                    <a:pt x="838667" y="498866"/>
                  </a:lnTo>
                  <a:lnTo>
                    <a:pt x="838534" y="498422"/>
                  </a:lnTo>
                  <a:lnTo>
                    <a:pt x="838484" y="498224"/>
                  </a:lnTo>
                  <a:lnTo>
                    <a:pt x="838435" y="497996"/>
                  </a:lnTo>
                  <a:lnTo>
                    <a:pt x="838378" y="497638"/>
                  </a:lnTo>
                  <a:lnTo>
                    <a:pt x="838340" y="497262"/>
                  </a:lnTo>
                  <a:lnTo>
                    <a:pt x="838311" y="497013"/>
                  </a:lnTo>
                  <a:lnTo>
                    <a:pt x="838301" y="496807"/>
                  </a:lnTo>
                  <a:lnTo>
                    <a:pt x="838306" y="496654"/>
                  </a:lnTo>
                  <a:lnTo>
                    <a:pt x="838321" y="496514"/>
                  </a:lnTo>
                  <a:lnTo>
                    <a:pt x="838411" y="496096"/>
                  </a:lnTo>
                  <a:lnTo>
                    <a:pt x="838504" y="495665"/>
                  </a:lnTo>
                  <a:lnTo>
                    <a:pt x="838453" y="495294"/>
                  </a:lnTo>
                  <a:lnTo>
                    <a:pt x="838334" y="494298"/>
                  </a:lnTo>
                  <a:lnTo>
                    <a:pt x="838201" y="493462"/>
                  </a:lnTo>
                  <a:lnTo>
                    <a:pt x="838112" y="493075"/>
                  </a:lnTo>
                  <a:lnTo>
                    <a:pt x="838075" y="492883"/>
                  </a:lnTo>
                  <a:lnTo>
                    <a:pt x="838050" y="492695"/>
                  </a:lnTo>
                  <a:lnTo>
                    <a:pt x="838039" y="492524"/>
                  </a:lnTo>
                  <a:lnTo>
                    <a:pt x="838035" y="492359"/>
                  </a:lnTo>
                  <a:lnTo>
                    <a:pt x="838044" y="492186"/>
                  </a:lnTo>
                  <a:lnTo>
                    <a:pt x="838055" y="492017"/>
                  </a:lnTo>
                  <a:lnTo>
                    <a:pt x="838081" y="491850"/>
                  </a:lnTo>
                  <a:lnTo>
                    <a:pt x="838118" y="491652"/>
                  </a:lnTo>
                  <a:lnTo>
                    <a:pt x="838149" y="491518"/>
                  </a:lnTo>
                  <a:lnTo>
                    <a:pt x="838669" y="490734"/>
                  </a:lnTo>
                  <a:lnTo>
                    <a:pt x="838836" y="490589"/>
                  </a:lnTo>
                  <a:lnTo>
                    <a:pt x="838977" y="490469"/>
                  </a:lnTo>
                  <a:lnTo>
                    <a:pt x="839114" y="490365"/>
                  </a:lnTo>
                  <a:lnTo>
                    <a:pt x="839421" y="490171"/>
                  </a:lnTo>
                  <a:lnTo>
                    <a:pt x="839640" y="490057"/>
                  </a:lnTo>
                  <a:lnTo>
                    <a:pt x="840010" y="489869"/>
                  </a:lnTo>
                  <a:lnTo>
                    <a:pt x="840235" y="489752"/>
                  </a:lnTo>
                  <a:lnTo>
                    <a:pt x="840415" y="489647"/>
                  </a:lnTo>
                  <a:lnTo>
                    <a:pt x="840617" y="489479"/>
                  </a:lnTo>
                  <a:lnTo>
                    <a:pt x="840791" y="489233"/>
                  </a:lnTo>
                  <a:lnTo>
                    <a:pt x="840858" y="489099"/>
                  </a:lnTo>
                  <a:lnTo>
                    <a:pt x="840942" y="488906"/>
                  </a:lnTo>
                  <a:lnTo>
                    <a:pt x="841197" y="488339"/>
                  </a:lnTo>
                  <a:lnTo>
                    <a:pt x="841529" y="487946"/>
                  </a:lnTo>
                  <a:lnTo>
                    <a:pt x="841792" y="487533"/>
                  </a:lnTo>
                  <a:lnTo>
                    <a:pt x="842274" y="487366"/>
                  </a:lnTo>
                  <a:lnTo>
                    <a:pt x="842411" y="487244"/>
                  </a:lnTo>
                  <a:lnTo>
                    <a:pt x="842804" y="486780"/>
                  </a:lnTo>
                  <a:lnTo>
                    <a:pt x="842914" y="486616"/>
                  </a:lnTo>
                  <a:lnTo>
                    <a:pt x="844678" y="484365"/>
                  </a:lnTo>
                  <a:lnTo>
                    <a:pt x="845267" y="483647"/>
                  </a:lnTo>
                  <a:lnTo>
                    <a:pt x="845309" y="483447"/>
                  </a:lnTo>
                  <a:lnTo>
                    <a:pt x="846818" y="482707"/>
                  </a:lnTo>
                  <a:lnTo>
                    <a:pt x="847779" y="483183"/>
                  </a:lnTo>
                  <a:lnTo>
                    <a:pt x="848888" y="482642"/>
                  </a:lnTo>
                  <a:lnTo>
                    <a:pt x="849251" y="482361"/>
                  </a:lnTo>
                  <a:lnTo>
                    <a:pt x="849425" y="482250"/>
                  </a:lnTo>
                  <a:lnTo>
                    <a:pt x="849563" y="482174"/>
                  </a:lnTo>
                  <a:lnTo>
                    <a:pt x="849697" y="482106"/>
                  </a:lnTo>
                  <a:lnTo>
                    <a:pt x="849833" y="482038"/>
                  </a:lnTo>
                  <a:lnTo>
                    <a:pt x="850146" y="481919"/>
                  </a:lnTo>
                  <a:lnTo>
                    <a:pt x="850294" y="481873"/>
                  </a:lnTo>
                  <a:lnTo>
                    <a:pt x="850529" y="481809"/>
                  </a:lnTo>
                  <a:lnTo>
                    <a:pt x="851425" y="481729"/>
                  </a:lnTo>
                  <a:lnTo>
                    <a:pt x="851562" y="481716"/>
                  </a:lnTo>
                  <a:lnTo>
                    <a:pt x="851700" y="481692"/>
                  </a:lnTo>
                  <a:lnTo>
                    <a:pt x="852241" y="481425"/>
                  </a:lnTo>
                  <a:lnTo>
                    <a:pt x="854568" y="480528"/>
                  </a:lnTo>
                  <a:lnTo>
                    <a:pt x="855386" y="479456"/>
                  </a:lnTo>
                  <a:lnTo>
                    <a:pt x="855482" y="479043"/>
                  </a:lnTo>
                  <a:lnTo>
                    <a:pt x="856021" y="478589"/>
                  </a:lnTo>
                  <a:lnTo>
                    <a:pt x="856792" y="478633"/>
                  </a:lnTo>
                  <a:lnTo>
                    <a:pt x="857733" y="478446"/>
                  </a:lnTo>
                  <a:lnTo>
                    <a:pt x="857841" y="478791"/>
                  </a:lnTo>
                  <a:lnTo>
                    <a:pt x="859148" y="480738"/>
                  </a:lnTo>
                  <a:lnTo>
                    <a:pt x="859411" y="480846"/>
                  </a:lnTo>
                  <a:lnTo>
                    <a:pt x="859549" y="480878"/>
                  </a:lnTo>
                  <a:lnTo>
                    <a:pt x="859690" y="480902"/>
                  </a:lnTo>
                  <a:lnTo>
                    <a:pt x="859825" y="480912"/>
                  </a:lnTo>
                  <a:lnTo>
                    <a:pt x="859953" y="480908"/>
                  </a:lnTo>
                  <a:lnTo>
                    <a:pt x="860109" y="480891"/>
                  </a:lnTo>
                  <a:lnTo>
                    <a:pt x="860273" y="480860"/>
                  </a:lnTo>
                  <a:lnTo>
                    <a:pt x="860447" y="480815"/>
                  </a:lnTo>
                  <a:lnTo>
                    <a:pt x="860674" y="480744"/>
                  </a:lnTo>
                  <a:lnTo>
                    <a:pt x="861017" y="480631"/>
                  </a:lnTo>
                  <a:lnTo>
                    <a:pt x="861261" y="480541"/>
                  </a:lnTo>
                  <a:lnTo>
                    <a:pt x="861481" y="480454"/>
                  </a:lnTo>
                  <a:lnTo>
                    <a:pt x="861741" y="480324"/>
                  </a:lnTo>
                  <a:lnTo>
                    <a:pt x="862611" y="479454"/>
                  </a:lnTo>
                  <a:lnTo>
                    <a:pt x="862711" y="479289"/>
                  </a:lnTo>
                  <a:lnTo>
                    <a:pt x="862846" y="479051"/>
                  </a:lnTo>
                  <a:lnTo>
                    <a:pt x="863133" y="478496"/>
                  </a:lnTo>
                  <a:lnTo>
                    <a:pt x="863586" y="477629"/>
                  </a:lnTo>
                  <a:lnTo>
                    <a:pt x="863652" y="477498"/>
                  </a:lnTo>
                  <a:lnTo>
                    <a:pt x="863730" y="477334"/>
                  </a:lnTo>
                  <a:lnTo>
                    <a:pt x="863845" y="477069"/>
                  </a:lnTo>
                  <a:lnTo>
                    <a:pt x="863922" y="476892"/>
                  </a:lnTo>
                  <a:lnTo>
                    <a:pt x="864012" y="476691"/>
                  </a:lnTo>
                  <a:lnTo>
                    <a:pt x="864295" y="476154"/>
                  </a:lnTo>
                  <a:lnTo>
                    <a:pt x="864529" y="475801"/>
                  </a:lnTo>
                  <a:lnTo>
                    <a:pt x="864731" y="475510"/>
                  </a:lnTo>
                  <a:lnTo>
                    <a:pt x="864932" y="475243"/>
                  </a:lnTo>
                  <a:lnTo>
                    <a:pt x="865099" y="475024"/>
                  </a:lnTo>
                  <a:lnTo>
                    <a:pt x="865211" y="474886"/>
                  </a:lnTo>
                  <a:lnTo>
                    <a:pt x="865317" y="474752"/>
                  </a:lnTo>
                  <a:lnTo>
                    <a:pt x="865425" y="474603"/>
                  </a:lnTo>
                  <a:lnTo>
                    <a:pt x="865562" y="474394"/>
                  </a:lnTo>
                  <a:lnTo>
                    <a:pt x="865675" y="474209"/>
                  </a:lnTo>
                  <a:lnTo>
                    <a:pt x="865803" y="473979"/>
                  </a:lnTo>
                  <a:lnTo>
                    <a:pt x="865937" y="473740"/>
                  </a:lnTo>
                  <a:lnTo>
                    <a:pt x="866052" y="473492"/>
                  </a:lnTo>
                  <a:lnTo>
                    <a:pt x="866201" y="473102"/>
                  </a:lnTo>
                  <a:lnTo>
                    <a:pt x="866236" y="472963"/>
                  </a:lnTo>
                  <a:lnTo>
                    <a:pt x="866265" y="472796"/>
                  </a:lnTo>
                  <a:lnTo>
                    <a:pt x="866307" y="472429"/>
                  </a:lnTo>
                  <a:lnTo>
                    <a:pt x="866351" y="472184"/>
                  </a:lnTo>
                  <a:lnTo>
                    <a:pt x="866425" y="471925"/>
                  </a:lnTo>
                  <a:lnTo>
                    <a:pt x="866532" y="471665"/>
                  </a:lnTo>
                  <a:lnTo>
                    <a:pt x="866604" y="471519"/>
                  </a:lnTo>
                  <a:lnTo>
                    <a:pt x="866722" y="471299"/>
                  </a:lnTo>
                  <a:lnTo>
                    <a:pt x="867353" y="470412"/>
                  </a:lnTo>
                  <a:lnTo>
                    <a:pt x="867487" y="470288"/>
                  </a:lnTo>
                  <a:lnTo>
                    <a:pt x="867813" y="469960"/>
                  </a:lnTo>
                  <a:lnTo>
                    <a:pt x="867934" y="469825"/>
                  </a:lnTo>
                  <a:lnTo>
                    <a:pt x="868108" y="469618"/>
                  </a:lnTo>
                  <a:lnTo>
                    <a:pt x="868285" y="469394"/>
                  </a:lnTo>
                  <a:lnTo>
                    <a:pt x="868389" y="469258"/>
                  </a:lnTo>
                  <a:lnTo>
                    <a:pt x="868525" y="469075"/>
                  </a:lnTo>
                  <a:lnTo>
                    <a:pt x="868628" y="468909"/>
                  </a:lnTo>
                  <a:lnTo>
                    <a:pt x="869053" y="468219"/>
                  </a:lnTo>
                  <a:lnTo>
                    <a:pt x="869506" y="467545"/>
                  </a:lnTo>
                  <a:lnTo>
                    <a:pt x="869870" y="466965"/>
                  </a:lnTo>
                  <a:lnTo>
                    <a:pt x="870058" y="466620"/>
                  </a:lnTo>
                  <a:lnTo>
                    <a:pt x="870314" y="466155"/>
                  </a:lnTo>
                  <a:lnTo>
                    <a:pt x="870484" y="465846"/>
                  </a:lnTo>
                  <a:lnTo>
                    <a:pt x="870684" y="464854"/>
                  </a:lnTo>
                  <a:lnTo>
                    <a:pt x="870381" y="463813"/>
                  </a:lnTo>
                  <a:lnTo>
                    <a:pt x="870371" y="463520"/>
                  </a:lnTo>
                  <a:lnTo>
                    <a:pt x="870368" y="463360"/>
                  </a:lnTo>
                  <a:lnTo>
                    <a:pt x="870500" y="462816"/>
                  </a:lnTo>
                  <a:lnTo>
                    <a:pt x="870613" y="462362"/>
                  </a:lnTo>
                  <a:lnTo>
                    <a:pt x="870994" y="461881"/>
                  </a:lnTo>
                  <a:lnTo>
                    <a:pt x="871301" y="459275"/>
                  </a:lnTo>
                  <a:lnTo>
                    <a:pt x="872731" y="457598"/>
                  </a:lnTo>
                  <a:lnTo>
                    <a:pt x="873871" y="456948"/>
                  </a:lnTo>
                  <a:lnTo>
                    <a:pt x="874806" y="456297"/>
                  </a:lnTo>
                  <a:lnTo>
                    <a:pt x="875852" y="455420"/>
                  </a:lnTo>
                  <a:lnTo>
                    <a:pt x="876131" y="454840"/>
                  </a:lnTo>
                  <a:lnTo>
                    <a:pt x="876806" y="454808"/>
                  </a:lnTo>
                  <a:lnTo>
                    <a:pt x="876885" y="454626"/>
                  </a:lnTo>
                  <a:lnTo>
                    <a:pt x="877077" y="453840"/>
                  </a:lnTo>
                  <a:lnTo>
                    <a:pt x="877390" y="452005"/>
                  </a:lnTo>
                  <a:lnTo>
                    <a:pt x="878014" y="451234"/>
                  </a:lnTo>
                  <a:lnTo>
                    <a:pt x="878535" y="450381"/>
                  </a:lnTo>
                  <a:lnTo>
                    <a:pt x="879587" y="449228"/>
                  </a:lnTo>
                  <a:lnTo>
                    <a:pt x="879851" y="448870"/>
                  </a:lnTo>
                  <a:lnTo>
                    <a:pt x="879994" y="448627"/>
                  </a:lnTo>
                  <a:lnTo>
                    <a:pt x="880889" y="446968"/>
                  </a:lnTo>
                  <a:lnTo>
                    <a:pt x="881017" y="446870"/>
                  </a:lnTo>
                  <a:lnTo>
                    <a:pt x="881182" y="446749"/>
                  </a:lnTo>
                  <a:lnTo>
                    <a:pt x="881311" y="446658"/>
                  </a:lnTo>
                  <a:lnTo>
                    <a:pt x="883525" y="446371"/>
                  </a:lnTo>
                  <a:lnTo>
                    <a:pt x="885350" y="447011"/>
                  </a:lnTo>
                  <a:lnTo>
                    <a:pt x="886125" y="446993"/>
                  </a:lnTo>
                  <a:lnTo>
                    <a:pt x="887763" y="447087"/>
                  </a:lnTo>
                  <a:lnTo>
                    <a:pt x="889970" y="449355"/>
                  </a:lnTo>
                  <a:lnTo>
                    <a:pt x="892812" y="448141"/>
                  </a:lnTo>
                  <a:lnTo>
                    <a:pt x="893212" y="447555"/>
                  </a:lnTo>
                  <a:lnTo>
                    <a:pt x="893346" y="447438"/>
                  </a:lnTo>
                  <a:lnTo>
                    <a:pt x="893598" y="447210"/>
                  </a:lnTo>
                  <a:lnTo>
                    <a:pt x="894392" y="446422"/>
                  </a:lnTo>
                  <a:lnTo>
                    <a:pt x="894576" y="446227"/>
                  </a:lnTo>
                  <a:lnTo>
                    <a:pt x="894744" y="446044"/>
                  </a:lnTo>
                  <a:lnTo>
                    <a:pt x="895083" y="445664"/>
                  </a:lnTo>
                  <a:lnTo>
                    <a:pt x="896034" y="444473"/>
                  </a:lnTo>
                  <a:lnTo>
                    <a:pt x="896139" y="444317"/>
                  </a:lnTo>
                  <a:lnTo>
                    <a:pt x="896295" y="444079"/>
                  </a:lnTo>
                  <a:lnTo>
                    <a:pt x="896422" y="443870"/>
                  </a:lnTo>
                  <a:lnTo>
                    <a:pt x="896523" y="443700"/>
                  </a:lnTo>
                  <a:lnTo>
                    <a:pt x="896626" y="443526"/>
                  </a:lnTo>
                  <a:lnTo>
                    <a:pt x="896730" y="443342"/>
                  </a:lnTo>
                  <a:lnTo>
                    <a:pt x="896834" y="443155"/>
                  </a:lnTo>
                  <a:lnTo>
                    <a:pt x="896932" y="442972"/>
                  </a:lnTo>
                  <a:lnTo>
                    <a:pt x="897007" y="442828"/>
                  </a:lnTo>
                  <a:lnTo>
                    <a:pt x="897076" y="442691"/>
                  </a:lnTo>
                  <a:lnTo>
                    <a:pt x="897143" y="442554"/>
                  </a:lnTo>
                  <a:lnTo>
                    <a:pt x="897247" y="442324"/>
                  </a:lnTo>
                  <a:lnTo>
                    <a:pt x="897715" y="441165"/>
                  </a:lnTo>
                  <a:lnTo>
                    <a:pt x="897783" y="440913"/>
                  </a:lnTo>
                  <a:lnTo>
                    <a:pt x="897829" y="440728"/>
                  </a:lnTo>
                  <a:lnTo>
                    <a:pt x="897874" y="440511"/>
                  </a:lnTo>
                  <a:lnTo>
                    <a:pt x="897911" y="440314"/>
                  </a:lnTo>
                  <a:lnTo>
                    <a:pt x="897996" y="439854"/>
                  </a:lnTo>
                  <a:lnTo>
                    <a:pt x="898049" y="439543"/>
                  </a:lnTo>
                  <a:lnTo>
                    <a:pt x="898129" y="439030"/>
                  </a:lnTo>
                  <a:lnTo>
                    <a:pt x="898154" y="438849"/>
                  </a:lnTo>
                  <a:lnTo>
                    <a:pt x="898254" y="438146"/>
                  </a:lnTo>
                  <a:lnTo>
                    <a:pt x="898291" y="437897"/>
                  </a:lnTo>
                  <a:lnTo>
                    <a:pt x="898317" y="437742"/>
                  </a:lnTo>
                  <a:lnTo>
                    <a:pt x="898344" y="437596"/>
                  </a:lnTo>
                  <a:lnTo>
                    <a:pt x="898376" y="437438"/>
                  </a:lnTo>
                  <a:lnTo>
                    <a:pt x="898414" y="437242"/>
                  </a:lnTo>
                  <a:lnTo>
                    <a:pt x="898474" y="436986"/>
                  </a:lnTo>
                  <a:lnTo>
                    <a:pt x="898557" y="436592"/>
                  </a:lnTo>
                  <a:lnTo>
                    <a:pt x="898600" y="436421"/>
                  </a:lnTo>
                  <a:lnTo>
                    <a:pt x="898679" y="436161"/>
                  </a:lnTo>
                  <a:lnTo>
                    <a:pt x="898787" y="435844"/>
                  </a:lnTo>
                  <a:lnTo>
                    <a:pt x="898846" y="435662"/>
                  </a:lnTo>
                  <a:lnTo>
                    <a:pt x="898915" y="435424"/>
                  </a:lnTo>
                  <a:lnTo>
                    <a:pt x="898930" y="435293"/>
                  </a:lnTo>
                  <a:lnTo>
                    <a:pt x="899072" y="434386"/>
                  </a:lnTo>
                  <a:lnTo>
                    <a:pt x="899110" y="434256"/>
                  </a:lnTo>
                  <a:lnTo>
                    <a:pt x="899159" y="434105"/>
                  </a:lnTo>
                  <a:lnTo>
                    <a:pt x="899233" y="433908"/>
                  </a:lnTo>
                  <a:lnTo>
                    <a:pt x="899370" y="433557"/>
                  </a:lnTo>
                  <a:lnTo>
                    <a:pt x="899541" y="433150"/>
                  </a:lnTo>
                  <a:lnTo>
                    <a:pt x="899652" y="432902"/>
                  </a:lnTo>
                  <a:lnTo>
                    <a:pt x="899779" y="432640"/>
                  </a:lnTo>
                  <a:lnTo>
                    <a:pt x="899865" y="432481"/>
                  </a:lnTo>
                  <a:lnTo>
                    <a:pt x="899955" y="432320"/>
                  </a:lnTo>
                  <a:lnTo>
                    <a:pt x="900077" y="432136"/>
                  </a:lnTo>
                  <a:lnTo>
                    <a:pt x="900204" y="431953"/>
                  </a:lnTo>
                  <a:lnTo>
                    <a:pt x="900386" y="431701"/>
                  </a:lnTo>
                  <a:lnTo>
                    <a:pt x="900783" y="431128"/>
                  </a:lnTo>
                  <a:lnTo>
                    <a:pt x="901185" y="430514"/>
                  </a:lnTo>
                  <a:lnTo>
                    <a:pt x="901364" y="430194"/>
                  </a:lnTo>
                  <a:lnTo>
                    <a:pt x="901688" y="429339"/>
                  </a:lnTo>
                  <a:lnTo>
                    <a:pt x="901453" y="428338"/>
                  </a:lnTo>
                  <a:lnTo>
                    <a:pt x="901348" y="428184"/>
                  </a:lnTo>
                  <a:lnTo>
                    <a:pt x="900874" y="427436"/>
                  </a:lnTo>
                  <a:lnTo>
                    <a:pt x="900814" y="427307"/>
                  </a:lnTo>
                  <a:lnTo>
                    <a:pt x="900687" y="426059"/>
                  </a:lnTo>
                  <a:lnTo>
                    <a:pt x="900618" y="425327"/>
                  </a:lnTo>
                  <a:lnTo>
                    <a:pt x="900692" y="424702"/>
                  </a:lnTo>
                  <a:lnTo>
                    <a:pt x="900676" y="424553"/>
                  </a:lnTo>
                  <a:lnTo>
                    <a:pt x="900613" y="424281"/>
                  </a:lnTo>
                  <a:lnTo>
                    <a:pt x="900538" y="424076"/>
                  </a:lnTo>
                  <a:lnTo>
                    <a:pt x="900341" y="423577"/>
                  </a:lnTo>
                  <a:lnTo>
                    <a:pt x="900298" y="423447"/>
                  </a:lnTo>
                  <a:lnTo>
                    <a:pt x="900247" y="423269"/>
                  </a:lnTo>
                  <a:lnTo>
                    <a:pt x="900184" y="423015"/>
                  </a:lnTo>
                  <a:lnTo>
                    <a:pt x="900130" y="422796"/>
                  </a:lnTo>
                  <a:lnTo>
                    <a:pt x="900084" y="422601"/>
                  </a:lnTo>
                  <a:lnTo>
                    <a:pt x="900019" y="422369"/>
                  </a:lnTo>
                  <a:lnTo>
                    <a:pt x="899947" y="422136"/>
                  </a:lnTo>
                  <a:lnTo>
                    <a:pt x="899900" y="421982"/>
                  </a:lnTo>
                  <a:lnTo>
                    <a:pt x="899809" y="421724"/>
                  </a:lnTo>
                  <a:lnTo>
                    <a:pt x="899690" y="421014"/>
                  </a:lnTo>
                  <a:lnTo>
                    <a:pt x="899618" y="420680"/>
                  </a:lnTo>
                  <a:lnTo>
                    <a:pt x="899470" y="420003"/>
                  </a:lnTo>
                  <a:lnTo>
                    <a:pt x="899406" y="419686"/>
                  </a:lnTo>
                  <a:lnTo>
                    <a:pt x="899339" y="419330"/>
                  </a:lnTo>
                  <a:lnTo>
                    <a:pt x="899268" y="418895"/>
                  </a:lnTo>
                  <a:lnTo>
                    <a:pt x="899236" y="418661"/>
                  </a:lnTo>
                  <a:lnTo>
                    <a:pt x="899210" y="418452"/>
                  </a:lnTo>
                  <a:lnTo>
                    <a:pt x="899187" y="418260"/>
                  </a:lnTo>
                  <a:lnTo>
                    <a:pt x="899170" y="418102"/>
                  </a:lnTo>
                  <a:lnTo>
                    <a:pt x="899159" y="417953"/>
                  </a:lnTo>
                  <a:lnTo>
                    <a:pt x="899143" y="417595"/>
                  </a:lnTo>
                  <a:lnTo>
                    <a:pt x="899141" y="417433"/>
                  </a:lnTo>
                  <a:lnTo>
                    <a:pt x="899146" y="417145"/>
                  </a:lnTo>
                  <a:lnTo>
                    <a:pt x="899150" y="417014"/>
                  </a:lnTo>
                  <a:lnTo>
                    <a:pt x="899161" y="416794"/>
                  </a:lnTo>
                  <a:lnTo>
                    <a:pt x="899170" y="416661"/>
                  </a:lnTo>
                  <a:lnTo>
                    <a:pt x="899183" y="416491"/>
                  </a:lnTo>
                  <a:lnTo>
                    <a:pt x="899201" y="416296"/>
                  </a:lnTo>
                  <a:lnTo>
                    <a:pt x="899223" y="416102"/>
                  </a:lnTo>
                  <a:lnTo>
                    <a:pt x="899279" y="415749"/>
                  </a:lnTo>
                  <a:lnTo>
                    <a:pt x="899312" y="415591"/>
                  </a:lnTo>
                  <a:lnTo>
                    <a:pt x="900385" y="414068"/>
                  </a:lnTo>
                  <a:lnTo>
                    <a:pt x="900518" y="413445"/>
                  </a:lnTo>
                  <a:lnTo>
                    <a:pt x="900581" y="413152"/>
                  </a:lnTo>
                  <a:lnTo>
                    <a:pt x="900804" y="412561"/>
                  </a:lnTo>
                  <a:lnTo>
                    <a:pt x="901862" y="411770"/>
                  </a:lnTo>
                  <a:lnTo>
                    <a:pt x="902519" y="411339"/>
                  </a:lnTo>
                  <a:lnTo>
                    <a:pt x="902578" y="411027"/>
                  </a:lnTo>
                  <a:lnTo>
                    <a:pt x="902609" y="410812"/>
                  </a:lnTo>
                  <a:lnTo>
                    <a:pt x="902631" y="410566"/>
                  </a:lnTo>
                  <a:lnTo>
                    <a:pt x="902645" y="410321"/>
                  </a:lnTo>
                  <a:lnTo>
                    <a:pt x="902652" y="410137"/>
                  </a:lnTo>
                  <a:lnTo>
                    <a:pt x="902653" y="409984"/>
                  </a:lnTo>
                  <a:lnTo>
                    <a:pt x="902604" y="409466"/>
                  </a:lnTo>
                  <a:lnTo>
                    <a:pt x="902574" y="409332"/>
                  </a:lnTo>
                  <a:lnTo>
                    <a:pt x="902518" y="409091"/>
                  </a:lnTo>
                  <a:lnTo>
                    <a:pt x="902474" y="408897"/>
                  </a:lnTo>
                  <a:lnTo>
                    <a:pt x="902433" y="408084"/>
                  </a:lnTo>
                  <a:lnTo>
                    <a:pt x="902552" y="407614"/>
                  </a:lnTo>
                  <a:lnTo>
                    <a:pt x="902316" y="406278"/>
                  </a:lnTo>
                  <a:lnTo>
                    <a:pt x="901689" y="404443"/>
                  </a:lnTo>
                  <a:lnTo>
                    <a:pt x="901891" y="403719"/>
                  </a:lnTo>
                  <a:lnTo>
                    <a:pt x="901877" y="403440"/>
                  </a:lnTo>
                  <a:lnTo>
                    <a:pt x="901853" y="403200"/>
                  </a:lnTo>
                  <a:lnTo>
                    <a:pt x="901828" y="403022"/>
                  </a:lnTo>
                  <a:lnTo>
                    <a:pt x="901802" y="402885"/>
                  </a:lnTo>
                  <a:lnTo>
                    <a:pt x="901714" y="402500"/>
                  </a:lnTo>
                  <a:lnTo>
                    <a:pt x="901398" y="401739"/>
                  </a:lnTo>
                  <a:lnTo>
                    <a:pt x="901306" y="401579"/>
                  </a:lnTo>
                  <a:lnTo>
                    <a:pt x="901134" y="401306"/>
                  </a:lnTo>
                  <a:lnTo>
                    <a:pt x="900712" y="400695"/>
                  </a:lnTo>
                  <a:lnTo>
                    <a:pt x="900529" y="400435"/>
                  </a:lnTo>
                  <a:lnTo>
                    <a:pt x="899334" y="397654"/>
                  </a:lnTo>
                  <a:lnTo>
                    <a:pt x="898328" y="396891"/>
                  </a:lnTo>
                  <a:lnTo>
                    <a:pt x="898209" y="396712"/>
                  </a:lnTo>
                  <a:lnTo>
                    <a:pt x="898057" y="396482"/>
                  </a:lnTo>
                  <a:lnTo>
                    <a:pt x="897788" y="396058"/>
                  </a:lnTo>
                  <a:lnTo>
                    <a:pt x="897524" y="395638"/>
                  </a:lnTo>
                  <a:lnTo>
                    <a:pt x="897407" y="395436"/>
                  </a:lnTo>
                  <a:lnTo>
                    <a:pt x="897020" y="394589"/>
                  </a:lnTo>
                  <a:lnTo>
                    <a:pt x="896960" y="394388"/>
                  </a:lnTo>
                  <a:lnTo>
                    <a:pt x="896772" y="393774"/>
                  </a:lnTo>
                  <a:lnTo>
                    <a:pt x="896433" y="393175"/>
                  </a:lnTo>
                  <a:lnTo>
                    <a:pt x="895797" y="392351"/>
                  </a:lnTo>
                  <a:lnTo>
                    <a:pt x="895651" y="391520"/>
                  </a:lnTo>
                  <a:lnTo>
                    <a:pt x="895276" y="390817"/>
                  </a:lnTo>
                  <a:lnTo>
                    <a:pt x="895127" y="390173"/>
                  </a:lnTo>
                  <a:lnTo>
                    <a:pt x="895084" y="390045"/>
                  </a:lnTo>
                  <a:lnTo>
                    <a:pt x="895031" y="389899"/>
                  </a:lnTo>
                  <a:lnTo>
                    <a:pt x="894971" y="389740"/>
                  </a:lnTo>
                  <a:lnTo>
                    <a:pt x="894916" y="389611"/>
                  </a:lnTo>
                  <a:lnTo>
                    <a:pt x="894846" y="389456"/>
                  </a:lnTo>
                  <a:lnTo>
                    <a:pt x="894706" y="389169"/>
                  </a:lnTo>
                  <a:lnTo>
                    <a:pt x="894522" y="388717"/>
                  </a:lnTo>
                  <a:lnTo>
                    <a:pt x="894457" y="388435"/>
                  </a:lnTo>
                  <a:lnTo>
                    <a:pt x="894142" y="387740"/>
                  </a:lnTo>
                  <a:lnTo>
                    <a:pt x="893760" y="387034"/>
                  </a:lnTo>
                  <a:lnTo>
                    <a:pt x="893664" y="386857"/>
                  </a:lnTo>
                  <a:lnTo>
                    <a:pt x="893541" y="386642"/>
                  </a:lnTo>
                  <a:lnTo>
                    <a:pt x="893433" y="386463"/>
                  </a:lnTo>
                  <a:lnTo>
                    <a:pt x="893270" y="386202"/>
                  </a:lnTo>
                  <a:lnTo>
                    <a:pt x="893006" y="385793"/>
                  </a:lnTo>
                  <a:lnTo>
                    <a:pt x="892927" y="385664"/>
                  </a:lnTo>
                  <a:lnTo>
                    <a:pt x="892802" y="385438"/>
                  </a:lnTo>
                  <a:lnTo>
                    <a:pt x="892692" y="385223"/>
                  </a:lnTo>
                  <a:lnTo>
                    <a:pt x="892627" y="385092"/>
                  </a:lnTo>
                  <a:lnTo>
                    <a:pt x="892411" y="384585"/>
                  </a:lnTo>
                  <a:lnTo>
                    <a:pt x="892343" y="384386"/>
                  </a:lnTo>
                  <a:lnTo>
                    <a:pt x="891782" y="384554"/>
                  </a:lnTo>
                  <a:lnTo>
                    <a:pt x="891546" y="384625"/>
                  </a:lnTo>
                  <a:lnTo>
                    <a:pt x="891044" y="384774"/>
                  </a:lnTo>
                  <a:lnTo>
                    <a:pt x="889768" y="385155"/>
                  </a:lnTo>
                  <a:lnTo>
                    <a:pt x="889506" y="385233"/>
                  </a:lnTo>
                  <a:lnTo>
                    <a:pt x="889014" y="385380"/>
                  </a:lnTo>
                  <a:lnTo>
                    <a:pt x="888263" y="385604"/>
                  </a:lnTo>
                  <a:lnTo>
                    <a:pt x="887522" y="383765"/>
                  </a:lnTo>
                  <a:lnTo>
                    <a:pt x="886909" y="382247"/>
                  </a:lnTo>
                  <a:lnTo>
                    <a:pt x="886753" y="381852"/>
                  </a:lnTo>
                  <a:lnTo>
                    <a:pt x="887770" y="380817"/>
                  </a:lnTo>
                  <a:lnTo>
                    <a:pt x="888748" y="379821"/>
                  </a:lnTo>
                  <a:lnTo>
                    <a:pt x="889095" y="379565"/>
                  </a:lnTo>
                  <a:lnTo>
                    <a:pt x="889375" y="379358"/>
                  </a:lnTo>
                  <a:lnTo>
                    <a:pt x="889874" y="378990"/>
                  </a:lnTo>
                  <a:lnTo>
                    <a:pt x="890197" y="378753"/>
                  </a:lnTo>
                  <a:lnTo>
                    <a:pt x="890632" y="378431"/>
                  </a:lnTo>
                  <a:lnTo>
                    <a:pt x="890780" y="378322"/>
                  </a:lnTo>
                  <a:lnTo>
                    <a:pt x="891299" y="377938"/>
                  </a:lnTo>
                  <a:lnTo>
                    <a:pt x="891899" y="377496"/>
                  </a:lnTo>
                  <a:lnTo>
                    <a:pt x="892053" y="377547"/>
                  </a:lnTo>
                  <a:lnTo>
                    <a:pt x="892526" y="377707"/>
                  </a:lnTo>
                  <a:lnTo>
                    <a:pt x="893214" y="377938"/>
                  </a:lnTo>
                  <a:lnTo>
                    <a:pt x="893872" y="378160"/>
                  </a:lnTo>
                  <a:lnTo>
                    <a:pt x="894511" y="378375"/>
                  </a:lnTo>
                  <a:lnTo>
                    <a:pt x="895032" y="378549"/>
                  </a:lnTo>
                  <a:lnTo>
                    <a:pt x="895308" y="378642"/>
                  </a:lnTo>
                  <a:lnTo>
                    <a:pt x="897287" y="379307"/>
                  </a:lnTo>
                  <a:lnTo>
                    <a:pt x="897867" y="379502"/>
                  </a:lnTo>
                  <a:lnTo>
                    <a:pt x="898398" y="379680"/>
                  </a:lnTo>
                  <a:lnTo>
                    <a:pt x="899355" y="380002"/>
                  </a:lnTo>
                  <a:lnTo>
                    <a:pt x="899883" y="380268"/>
                  </a:lnTo>
                  <a:lnTo>
                    <a:pt x="900668" y="380664"/>
                  </a:lnTo>
                  <a:lnTo>
                    <a:pt x="901875" y="381273"/>
                  </a:lnTo>
                  <a:lnTo>
                    <a:pt x="902541" y="381609"/>
                  </a:lnTo>
                  <a:lnTo>
                    <a:pt x="903957" y="382323"/>
                  </a:lnTo>
                  <a:lnTo>
                    <a:pt x="904492" y="382592"/>
                  </a:lnTo>
                  <a:lnTo>
                    <a:pt x="904889" y="382793"/>
                  </a:lnTo>
                  <a:lnTo>
                    <a:pt x="906302" y="383505"/>
                  </a:lnTo>
                  <a:lnTo>
                    <a:pt x="906570" y="383640"/>
                  </a:lnTo>
                  <a:lnTo>
                    <a:pt x="906967" y="383841"/>
                  </a:lnTo>
                  <a:lnTo>
                    <a:pt x="907415" y="384066"/>
                  </a:lnTo>
                  <a:lnTo>
                    <a:pt x="907855" y="384288"/>
                  </a:lnTo>
                  <a:lnTo>
                    <a:pt x="908001" y="384362"/>
                  </a:lnTo>
                  <a:lnTo>
                    <a:pt x="908579" y="384695"/>
                  </a:lnTo>
                  <a:lnTo>
                    <a:pt x="909426" y="385184"/>
                  </a:lnTo>
                  <a:lnTo>
                    <a:pt x="910050" y="385544"/>
                  </a:lnTo>
                  <a:lnTo>
                    <a:pt x="911800" y="386553"/>
                  </a:lnTo>
                  <a:lnTo>
                    <a:pt x="913270" y="387401"/>
                  </a:lnTo>
                  <a:lnTo>
                    <a:pt x="914164" y="387917"/>
                  </a:lnTo>
                  <a:lnTo>
                    <a:pt x="915063" y="388435"/>
                  </a:lnTo>
                  <a:lnTo>
                    <a:pt x="915270" y="388555"/>
                  </a:lnTo>
                  <a:lnTo>
                    <a:pt x="916000" y="388977"/>
                  </a:lnTo>
                  <a:lnTo>
                    <a:pt x="916230" y="389110"/>
                  </a:lnTo>
                  <a:lnTo>
                    <a:pt x="916670" y="389365"/>
                  </a:lnTo>
                  <a:lnTo>
                    <a:pt x="917249" y="389700"/>
                  </a:lnTo>
                  <a:lnTo>
                    <a:pt x="918074" y="390176"/>
                  </a:lnTo>
                  <a:lnTo>
                    <a:pt x="918681" y="390528"/>
                  </a:lnTo>
                  <a:lnTo>
                    <a:pt x="918966" y="390693"/>
                  </a:lnTo>
                  <a:lnTo>
                    <a:pt x="919941" y="391257"/>
                  </a:lnTo>
                  <a:lnTo>
                    <a:pt x="920264" y="391444"/>
                  </a:lnTo>
                  <a:lnTo>
                    <a:pt x="920648" y="391667"/>
                  </a:lnTo>
                  <a:lnTo>
                    <a:pt x="921063" y="391998"/>
                  </a:lnTo>
                  <a:lnTo>
                    <a:pt x="921618" y="392442"/>
                  </a:lnTo>
                  <a:lnTo>
                    <a:pt x="922011" y="392754"/>
                  </a:lnTo>
                  <a:lnTo>
                    <a:pt x="922722" y="393321"/>
                  </a:lnTo>
                  <a:lnTo>
                    <a:pt x="922932" y="393488"/>
                  </a:lnTo>
                  <a:lnTo>
                    <a:pt x="924241" y="394534"/>
                  </a:lnTo>
                  <a:lnTo>
                    <a:pt x="924789" y="394972"/>
                  </a:lnTo>
                  <a:lnTo>
                    <a:pt x="925064" y="395191"/>
                  </a:lnTo>
                  <a:lnTo>
                    <a:pt x="926393" y="396252"/>
                  </a:lnTo>
                  <a:lnTo>
                    <a:pt x="927422" y="397073"/>
                  </a:lnTo>
                  <a:lnTo>
                    <a:pt x="928300" y="397848"/>
                  </a:lnTo>
                  <a:lnTo>
                    <a:pt x="930242" y="399364"/>
                  </a:lnTo>
                  <a:lnTo>
                    <a:pt x="931391" y="400263"/>
                  </a:lnTo>
                  <a:lnTo>
                    <a:pt x="932637" y="401983"/>
                  </a:lnTo>
                  <a:lnTo>
                    <a:pt x="933231" y="401767"/>
                  </a:lnTo>
                  <a:lnTo>
                    <a:pt x="933730" y="401585"/>
                  </a:lnTo>
                  <a:lnTo>
                    <a:pt x="934330" y="401367"/>
                  </a:lnTo>
                  <a:lnTo>
                    <a:pt x="935399" y="400977"/>
                  </a:lnTo>
                  <a:lnTo>
                    <a:pt x="936159" y="400700"/>
                  </a:lnTo>
                  <a:lnTo>
                    <a:pt x="936989" y="400396"/>
                  </a:lnTo>
                  <a:lnTo>
                    <a:pt x="937817" y="400213"/>
                  </a:lnTo>
                  <a:lnTo>
                    <a:pt x="938562" y="400047"/>
                  </a:lnTo>
                  <a:lnTo>
                    <a:pt x="939016" y="399947"/>
                  </a:lnTo>
                  <a:lnTo>
                    <a:pt x="940047" y="399718"/>
                  </a:lnTo>
                  <a:lnTo>
                    <a:pt x="940326" y="399657"/>
                  </a:lnTo>
                  <a:lnTo>
                    <a:pt x="942353" y="399218"/>
                  </a:lnTo>
                  <a:lnTo>
                    <a:pt x="944223" y="398812"/>
                  </a:lnTo>
                  <a:lnTo>
                    <a:pt x="945874" y="398471"/>
                  </a:lnTo>
                  <a:lnTo>
                    <a:pt x="946206" y="398470"/>
                  </a:lnTo>
                  <a:lnTo>
                    <a:pt x="947460" y="398469"/>
                  </a:lnTo>
                  <a:lnTo>
                    <a:pt x="948071" y="398469"/>
                  </a:lnTo>
                  <a:lnTo>
                    <a:pt x="948539" y="398468"/>
                  </a:lnTo>
                  <a:lnTo>
                    <a:pt x="950037" y="398467"/>
                  </a:lnTo>
                  <a:lnTo>
                    <a:pt x="951115" y="398501"/>
                  </a:lnTo>
                  <a:lnTo>
                    <a:pt x="952534" y="398547"/>
                  </a:lnTo>
                  <a:lnTo>
                    <a:pt x="963621" y="394156"/>
                  </a:lnTo>
                  <a:lnTo>
                    <a:pt x="968685" y="386266"/>
                  </a:lnTo>
                  <a:lnTo>
                    <a:pt x="968329" y="385286"/>
                  </a:lnTo>
                  <a:lnTo>
                    <a:pt x="966478" y="378053"/>
                  </a:lnTo>
                  <a:lnTo>
                    <a:pt x="966491" y="373536"/>
                  </a:lnTo>
                  <a:lnTo>
                    <a:pt x="965737" y="371499"/>
                  </a:lnTo>
                  <a:lnTo>
                    <a:pt x="965688" y="371122"/>
                  </a:lnTo>
                  <a:lnTo>
                    <a:pt x="963600" y="366065"/>
                  </a:lnTo>
                  <a:lnTo>
                    <a:pt x="961943" y="363214"/>
                  </a:lnTo>
                  <a:lnTo>
                    <a:pt x="953165" y="349587"/>
                  </a:lnTo>
                  <a:lnTo>
                    <a:pt x="948878" y="338889"/>
                  </a:lnTo>
                  <a:lnTo>
                    <a:pt x="945690" y="335358"/>
                  </a:lnTo>
                  <a:lnTo>
                    <a:pt x="945373" y="333832"/>
                  </a:lnTo>
                  <a:lnTo>
                    <a:pt x="944970" y="333572"/>
                  </a:lnTo>
                  <a:lnTo>
                    <a:pt x="944248" y="333289"/>
                  </a:lnTo>
                  <a:lnTo>
                    <a:pt x="943809" y="332730"/>
                  </a:lnTo>
                  <a:lnTo>
                    <a:pt x="943004" y="331682"/>
                  </a:lnTo>
                  <a:lnTo>
                    <a:pt x="942867" y="331176"/>
                  </a:lnTo>
                  <a:lnTo>
                    <a:pt x="942285" y="330364"/>
                  </a:lnTo>
                  <a:lnTo>
                    <a:pt x="945413" y="316947"/>
                  </a:lnTo>
                  <a:lnTo>
                    <a:pt x="954744" y="276859"/>
                  </a:lnTo>
                  <a:lnTo>
                    <a:pt x="960593" y="266164"/>
                  </a:lnTo>
                  <a:lnTo>
                    <a:pt x="965586" y="257035"/>
                  </a:lnTo>
                  <a:lnTo>
                    <a:pt x="969914" y="249120"/>
                  </a:lnTo>
                  <a:lnTo>
                    <a:pt x="975840" y="238285"/>
                  </a:lnTo>
                  <a:lnTo>
                    <a:pt x="979569" y="231465"/>
                  </a:lnTo>
                  <a:lnTo>
                    <a:pt x="984853" y="223753"/>
                  </a:lnTo>
                  <a:lnTo>
                    <a:pt x="983209" y="206280"/>
                  </a:lnTo>
                  <a:lnTo>
                    <a:pt x="982513" y="198880"/>
                  </a:lnTo>
                  <a:lnTo>
                    <a:pt x="983290" y="189108"/>
                  </a:lnTo>
                  <a:lnTo>
                    <a:pt x="983751" y="183319"/>
                  </a:lnTo>
                  <a:lnTo>
                    <a:pt x="984043" y="179644"/>
                  </a:lnTo>
                  <a:lnTo>
                    <a:pt x="984315" y="176229"/>
                  </a:lnTo>
                  <a:lnTo>
                    <a:pt x="984445" y="173988"/>
                  </a:lnTo>
                  <a:lnTo>
                    <a:pt x="984478" y="171634"/>
                  </a:lnTo>
                  <a:lnTo>
                    <a:pt x="984404" y="169281"/>
                  </a:lnTo>
                  <a:lnTo>
                    <a:pt x="984251" y="167271"/>
                  </a:lnTo>
                  <a:lnTo>
                    <a:pt x="984225" y="166933"/>
                  </a:lnTo>
                  <a:lnTo>
                    <a:pt x="983934" y="164557"/>
                  </a:lnTo>
                  <a:lnTo>
                    <a:pt x="983552" y="162274"/>
                  </a:lnTo>
                  <a:lnTo>
                    <a:pt x="983058" y="159972"/>
                  </a:lnTo>
                  <a:lnTo>
                    <a:pt x="982462" y="157695"/>
                  </a:lnTo>
                  <a:lnTo>
                    <a:pt x="981763" y="155446"/>
                  </a:lnTo>
                  <a:lnTo>
                    <a:pt x="981700" y="155258"/>
                  </a:lnTo>
                  <a:lnTo>
                    <a:pt x="981322" y="154170"/>
                  </a:lnTo>
                  <a:lnTo>
                    <a:pt x="980475" y="151974"/>
                  </a:lnTo>
                  <a:lnTo>
                    <a:pt x="979529" y="149818"/>
                  </a:lnTo>
                  <a:lnTo>
                    <a:pt x="978488" y="147706"/>
                  </a:lnTo>
                  <a:lnTo>
                    <a:pt x="977352" y="145644"/>
                  </a:lnTo>
                  <a:lnTo>
                    <a:pt x="976125" y="143635"/>
                  </a:lnTo>
                  <a:lnTo>
                    <a:pt x="974809" y="141683"/>
                  </a:lnTo>
                  <a:lnTo>
                    <a:pt x="973407" y="139792"/>
                  </a:lnTo>
                  <a:lnTo>
                    <a:pt x="971920" y="137966"/>
                  </a:lnTo>
                  <a:lnTo>
                    <a:pt x="970353" y="136209"/>
                  </a:lnTo>
                  <a:lnTo>
                    <a:pt x="969735" y="135547"/>
                  </a:lnTo>
                  <a:lnTo>
                    <a:pt x="969298" y="135084"/>
                  </a:lnTo>
                  <a:lnTo>
                    <a:pt x="967633" y="133419"/>
                  </a:lnTo>
                  <a:lnTo>
                    <a:pt x="965895" y="131831"/>
                  </a:lnTo>
                  <a:lnTo>
                    <a:pt x="964088" y="130323"/>
                  </a:lnTo>
                  <a:lnTo>
                    <a:pt x="962178" y="128801"/>
                  </a:lnTo>
                  <a:lnTo>
                    <a:pt x="961236" y="128068"/>
                  </a:lnTo>
                  <a:lnTo>
                    <a:pt x="959331" y="126686"/>
                  </a:lnTo>
                  <a:lnTo>
                    <a:pt x="957365" y="125391"/>
                  </a:lnTo>
                  <a:lnTo>
                    <a:pt x="955343" y="124186"/>
                  </a:lnTo>
                  <a:lnTo>
                    <a:pt x="953269" y="123073"/>
                  </a:lnTo>
                  <a:lnTo>
                    <a:pt x="949272" y="121044"/>
                  </a:lnTo>
                  <a:lnTo>
                    <a:pt x="942029" y="117366"/>
                  </a:lnTo>
                  <a:lnTo>
                    <a:pt x="926683" y="109574"/>
                  </a:lnTo>
                  <a:lnTo>
                    <a:pt x="918863" y="105603"/>
                  </a:lnTo>
                  <a:lnTo>
                    <a:pt x="910428" y="101320"/>
                  </a:lnTo>
                  <a:lnTo>
                    <a:pt x="906268" y="99207"/>
                  </a:lnTo>
                  <a:lnTo>
                    <a:pt x="882343" y="87059"/>
                  </a:lnTo>
                  <a:lnTo>
                    <a:pt x="855533" y="73445"/>
                  </a:lnTo>
                  <a:lnTo>
                    <a:pt x="855109" y="73233"/>
                  </a:lnTo>
                  <a:lnTo>
                    <a:pt x="852979" y="72235"/>
                  </a:lnTo>
                  <a:lnTo>
                    <a:pt x="841042" y="66966"/>
                  </a:lnTo>
                  <a:lnTo>
                    <a:pt x="839078" y="66147"/>
                  </a:lnTo>
                  <a:lnTo>
                    <a:pt x="836870" y="65335"/>
                  </a:lnTo>
                  <a:lnTo>
                    <a:pt x="834628" y="64623"/>
                  </a:lnTo>
                  <a:lnTo>
                    <a:pt x="832357" y="64013"/>
                  </a:lnTo>
                  <a:lnTo>
                    <a:pt x="829585" y="63335"/>
                  </a:lnTo>
                  <a:lnTo>
                    <a:pt x="814600" y="59670"/>
                  </a:lnTo>
                  <a:lnTo>
                    <a:pt x="801225" y="56400"/>
                  </a:lnTo>
                  <a:lnTo>
                    <a:pt x="798713" y="55785"/>
                  </a:lnTo>
                  <a:lnTo>
                    <a:pt x="786714" y="52850"/>
                  </a:lnTo>
                  <a:lnTo>
                    <a:pt x="777887" y="50692"/>
                  </a:lnTo>
                  <a:lnTo>
                    <a:pt x="755578" y="45235"/>
                  </a:lnTo>
                  <a:lnTo>
                    <a:pt x="753488" y="44357"/>
                  </a:lnTo>
                  <a:lnTo>
                    <a:pt x="752018" y="43739"/>
                  </a:lnTo>
                  <a:lnTo>
                    <a:pt x="749772" y="42794"/>
                  </a:lnTo>
                  <a:lnTo>
                    <a:pt x="735864" y="36946"/>
                  </a:lnTo>
                  <a:lnTo>
                    <a:pt x="716032" y="28608"/>
                  </a:lnTo>
                  <a:lnTo>
                    <a:pt x="681113" y="13924"/>
                  </a:lnTo>
                  <a:lnTo>
                    <a:pt x="676033" y="11789"/>
                  </a:lnTo>
                  <a:lnTo>
                    <a:pt x="657723" y="4090"/>
                  </a:lnTo>
                  <a:lnTo>
                    <a:pt x="656204" y="3479"/>
                  </a:lnTo>
                  <a:lnTo>
                    <a:pt x="653992" y="2686"/>
                  </a:lnTo>
                  <a:lnTo>
                    <a:pt x="651747" y="1994"/>
                  </a:lnTo>
                  <a:lnTo>
                    <a:pt x="649472" y="1403"/>
                  </a:lnTo>
                  <a:lnTo>
                    <a:pt x="647173" y="915"/>
                  </a:lnTo>
                  <a:lnTo>
                    <a:pt x="644855" y="531"/>
                  </a:lnTo>
                  <a:lnTo>
                    <a:pt x="642522" y="252"/>
                  </a:lnTo>
                  <a:lnTo>
                    <a:pt x="640179" y="78"/>
                  </a:lnTo>
                  <a:lnTo>
                    <a:pt x="637830" y="10"/>
                  </a:lnTo>
                  <a:lnTo>
                    <a:pt x="636270" y="0"/>
                  </a:lnTo>
                  <a:lnTo>
                    <a:pt x="634699" y="13"/>
                  </a:lnTo>
                  <a:lnTo>
                    <a:pt x="627615" y="179"/>
                  </a:lnTo>
                  <a:lnTo>
                    <a:pt x="617582" y="414"/>
                  </a:lnTo>
                  <a:lnTo>
                    <a:pt x="612843" y="526"/>
                  </a:lnTo>
                  <a:lnTo>
                    <a:pt x="608104" y="637"/>
                  </a:lnTo>
                  <a:lnTo>
                    <a:pt x="607641" y="648"/>
                  </a:lnTo>
                  <a:lnTo>
                    <a:pt x="606943" y="664"/>
                  </a:lnTo>
                  <a:lnTo>
                    <a:pt x="589724" y="1068"/>
                  </a:lnTo>
                  <a:lnTo>
                    <a:pt x="589592" y="1071"/>
                  </a:lnTo>
                  <a:lnTo>
                    <a:pt x="587278" y="1177"/>
                  </a:lnTo>
                  <a:lnTo>
                    <a:pt x="584939" y="1389"/>
                  </a:lnTo>
                  <a:lnTo>
                    <a:pt x="529919" y="7618"/>
                  </a:lnTo>
                  <a:lnTo>
                    <a:pt x="506790" y="10237"/>
                  </a:lnTo>
                  <a:lnTo>
                    <a:pt x="498188" y="11211"/>
                  </a:lnTo>
                  <a:lnTo>
                    <a:pt x="476123" y="13709"/>
                  </a:lnTo>
                  <a:lnTo>
                    <a:pt x="438318" y="17990"/>
                  </a:lnTo>
                  <a:lnTo>
                    <a:pt x="426436" y="19335"/>
                  </a:lnTo>
                  <a:lnTo>
                    <a:pt x="417604" y="20335"/>
                  </a:lnTo>
                  <a:lnTo>
                    <a:pt x="417236" y="20378"/>
                  </a:lnTo>
                  <a:lnTo>
                    <a:pt x="414912" y="20711"/>
                  </a:lnTo>
                  <a:lnTo>
                    <a:pt x="412606" y="21148"/>
                  </a:lnTo>
                  <a:lnTo>
                    <a:pt x="410321" y="21688"/>
                  </a:lnTo>
                  <a:lnTo>
                    <a:pt x="408064" y="22331"/>
                  </a:lnTo>
                  <a:lnTo>
                    <a:pt x="405837" y="23074"/>
                  </a:lnTo>
                  <a:lnTo>
                    <a:pt x="403646" y="23917"/>
                  </a:lnTo>
                  <a:lnTo>
                    <a:pt x="383635" y="32135"/>
                  </a:lnTo>
                  <a:lnTo>
                    <a:pt x="354118" y="44257"/>
                  </a:lnTo>
                  <a:lnTo>
                    <a:pt x="330968" y="53764"/>
                  </a:lnTo>
                  <a:lnTo>
                    <a:pt x="309586" y="58583"/>
                  </a:lnTo>
                  <a:lnTo>
                    <a:pt x="307399" y="59076"/>
                  </a:lnTo>
                  <a:lnTo>
                    <a:pt x="280643" y="65106"/>
                  </a:lnTo>
                  <a:lnTo>
                    <a:pt x="278388" y="65668"/>
                  </a:lnTo>
                  <a:lnTo>
                    <a:pt x="276139" y="66336"/>
                  </a:lnTo>
                  <a:lnTo>
                    <a:pt x="269216" y="68563"/>
                  </a:lnTo>
                  <a:lnTo>
                    <a:pt x="267595" y="69114"/>
                  </a:lnTo>
                  <a:lnTo>
                    <a:pt x="265404" y="69955"/>
                  </a:lnTo>
                  <a:lnTo>
                    <a:pt x="263254" y="70893"/>
                  </a:lnTo>
                  <a:lnTo>
                    <a:pt x="261148" y="71927"/>
                  </a:lnTo>
                  <a:lnTo>
                    <a:pt x="259091" y="73055"/>
                  </a:lnTo>
                  <a:lnTo>
                    <a:pt x="257087" y="74275"/>
                  </a:lnTo>
                  <a:lnTo>
                    <a:pt x="255139" y="75583"/>
                  </a:lnTo>
                  <a:lnTo>
                    <a:pt x="254493" y="76038"/>
                  </a:lnTo>
                  <a:lnTo>
                    <a:pt x="252885" y="77218"/>
                  </a:lnTo>
                  <a:lnTo>
                    <a:pt x="251053" y="78684"/>
                  </a:lnTo>
                  <a:lnTo>
                    <a:pt x="236842" y="90583"/>
                  </a:lnTo>
                  <a:lnTo>
                    <a:pt x="228823" y="97298"/>
                  </a:lnTo>
                  <a:lnTo>
                    <a:pt x="220805" y="104013"/>
                  </a:lnTo>
                  <a:lnTo>
                    <a:pt x="190635" y="129276"/>
                  </a:lnTo>
                  <a:lnTo>
                    <a:pt x="190051" y="129766"/>
                  </a:lnTo>
                  <a:lnTo>
                    <a:pt x="161357" y="153793"/>
                  </a:lnTo>
                  <a:lnTo>
                    <a:pt x="160473" y="154550"/>
                  </a:lnTo>
                  <a:lnTo>
                    <a:pt x="147549" y="165868"/>
                  </a:lnTo>
                  <a:lnTo>
                    <a:pt x="143048" y="169809"/>
                  </a:lnTo>
                  <a:lnTo>
                    <a:pt x="137819" y="174389"/>
                  </a:lnTo>
                  <a:lnTo>
                    <a:pt x="117395" y="192274"/>
                  </a:lnTo>
                  <a:lnTo>
                    <a:pt x="103908" y="204085"/>
                  </a:lnTo>
                  <a:lnTo>
                    <a:pt x="100837" y="206774"/>
                  </a:lnTo>
                  <a:lnTo>
                    <a:pt x="57656" y="227942"/>
                  </a:lnTo>
                  <a:lnTo>
                    <a:pt x="0" y="256206"/>
                  </a:lnTo>
                  <a:lnTo>
                    <a:pt x="15306" y="287355"/>
                  </a:lnTo>
                  <a:lnTo>
                    <a:pt x="22985" y="302980"/>
                  </a:lnTo>
                  <a:lnTo>
                    <a:pt x="35431" y="328383"/>
                  </a:lnTo>
                  <a:lnTo>
                    <a:pt x="44992" y="347897"/>
                  </a:lnTo>
                  <a:lnTo>
                    <a:pt x="54483" y="367268"/>
                  </a:lnTo>
                  <a:lnTo>
                    <a:pt x="56418" y="371218"/>
                  </a:lnTo>
                  <a:lnTo>
                    <a:pt x="57412" y="373247"/>
                  </a:lnTo>
                  <a:lnTo>
                    <a:pt x="72640" y="375561"/>
                  </a:lnTo>
                  <a:lnTo>
                    <a:pt x="72915" y="375616"/>
                  </a:lnTo>
                  <a:lnTo>
                    <a:pt x="74148" y="375864"/>
                  </a:lnTo>
                  <a:lnTo>
                    <a:pt x="74496" y="375936"/>
                  </a:lnTo>
                  <a:lnTo>
                    <a:pt x="74879" y="375764"/>
                  </a:lnTo>
                  <a:lnTo>
                    <a:pt x="75147" y="375657"/>
                  </a:lnTo>
                  <a:lnTo>
                    <a:pt x="75637" y="375447"/>
                  </a:lnTo>
                  <a:lnTo>
                    <a:pt x="75904" y="375476"/>
                  </a:lnTo>
                  <a:lnTo>
                    <a:pt x="76275" y="375508"/>
                  </a:lnTo>
                  <a:lnTo>
                    <a:pt x="76509" y="375532"/>
                  </a:lnTo>
                  <a:lnTo>
                    <a:pt x="77254" y="375610"/>
                  </a:lnTo>
                  <a:lnTo>
                    <a:pt x="77434" y="375629"/>
                  </a:lnTo>
                  <a:lnTo>
                    <a:pt x="77939" y="375671"/>
                  </a:lnTo>
                  <a:lnTo>
                    <a:pt x="78588" y="375736"/>
                  </a:lnTo>
                  <a:lnTo>
                    <a:pt x="79964" y="375876"/>
                  </a:lnTo>
                  <a:lnTo>
                    <a:pt x="81949" y="376564"/>
                  </a:lnTo>
                  <a:lnTo>
                    <a:pt x="83380" y="377280"/>
                  </a:lnTo>
                  <a:lnTo>
                    <a:pt x="84488" y="378262"/>
                  </a:lnTo>
                  <a:lnTo>
                    <a:pt x="85018" y="378386"/>
                  </a:lnTo>
                  <a:lnTo>
                    <a:pt x="85482" y="378719"/>
                  </a:lnTo>
                  <a:lnTo>
                    <a:pt x="85728" y="378895"/>
                  </a:lnTo>
                  <a:lnTo>
                    <a:pt x="86211" y="379612"/>
                  </a:lnTo>
                  <a:lnTo>
                    <a:pt x="86572" y="379490"/>
                  </a:lnTo>
                  <a:lnTo>
                    <a:pt x="86720" y="379408"/>
                  </a:lnTo>
                  <a:lnTo>
                    <a:pt x="86856" y="379375"/>
                  </a:lnTo>
                  <a:lnTo>
                    <a:pt x="87093" y="379479"/>
                  </a:lnTo>
                  <a:lnTo>
                    <a:pt x="88260" y="379501"/>
                  </a:lnTo>
                  <a:lnTo>
                    <a:pt x="88410" y="379464"/>
                  </a:lnTo>
                  <a:lnTo>
                    <a:pt x="88825" y="379711"/>
                  </a:lnTo>
                  <a:lnTo>
                    <a:pt x="89336" y="380163"/>
                  </a:lnTo>
                  <a:lnTo>
                    <a:pt x="89618" y="380369"/>
                  </a:lnTo>
                  <a:lnTo>
                    <a:pt x="89749" y="380388"/>
                  </a:lnTo>
                  <a:lnTo>
                    <a:pt x="89878" y="380426"/>
                  </a:lnTo>
                  <a:lnTo>
                    <a:pt x="90239" y="380536"/>
                  </a:lnTo>
                  <a:lnTo>
                    <a:pt x="90417" y="380578"/>
                  </a:lnTo>
                  <a:lnTo>
                    <a:pt x="90776" y="380648"/>
                  </a:lnTo>
                  <a:lnTo>
                    <a:pt x="91636" y="380820"/>
                  </a:lnTo>
                  <a:lnTo>
                    <a:pt x="92368" y="380993"/>
                  </a:lnTo>
                  <a:lnTo>
                    <a:pt x="92677" y="381070"/>
                  </a:lnTo>
                  <a:lnTo>
                    <a:pt x="93116" y="381131"/>
                  </a:lnTo>
                  <a:lnTo>
                    <a:pt x="93460" y="381181"/>
                  </a:lnTo>
                  <a:lnTo>
                    <a:pt x="93807" y="381155"/>
                  </a:lnTo>
                  <a:lnTo>
                    <a:pt x="93992" y="381141"/>
                  </a:lnTo>
                  <a:lnTo>
                    <a:pt x="94368" y="381115"/>
                  </a:lnTo>
                  <a:lnTo>
                    <a:pt x="94712" y="381089"/>
                  </a:lnTo>
                  <a:lnTo>
                    <a:pt x="94895" y="381080"/>
                  </a:lnTo>
                  <a:lnTo>
                    <a:pt x="95029" y="381190"/>
                  </a:lnTo>
                  <a:lnTo>
                    <a:pt x="95083" y="381408"/>
                  </a:lnTo>
                  <a:lnTo>
                    <a:pt x="95132" y="381884"/>
                  </a:lnTo>
                  <a:lnTo>
                    <a:pt x="94890" y="382236"/>
                  </a:lnTo>
                  <a:lnTo>
                    <a:pt x="95598" y="383640"/>
                  </a:lnTo>
                  <a:lnTo>
                    <a:pt x="95849" y="383708"/>
                  </a:lnTo>
                  <a:lnTo>
                    <a:pt x="96018" y="383734"/>
                  </a:lnTo>
                  <a:lnTo>
                    <a:pt x="96149" y="383755"/>
                  </a:lnTo>
                  <a:lnTo>
                    <a:pt x="96281" y="383748"/>
                  </a:lnTo>
                  <a:lnTo>
                    <a:pt x="96759" y="383745"/>
                  </a:lnTo>
                  <a:lnTo>
                    <a:pt x="97521" y="383164"/>
                  </a:lnTo>
                  <a:lnTo>
                    <a:pt x="97826" y="382765"/>
                  </a:lnTo>
                  <a:lnTo>
                    <a:pt x="97978" y="382543"/>
                  </a:lnTo>
                  <a:lnTo>
                    <a:pt x="98442" y="381964"/>
                  </a:lnTo>
                  <a:lnTo>
                    <a:pt x="98508" y="381835"/>
                  </a:lnTo>
                  <a:lnTo>
                    <a:pt x="99755" y="381443"/>
                  </a:lnTo>
                  <a:lnTo>
                    <a:pt x="99917" y="381443"/>
                  </a:lnTo>
                  <a:lnTo>
                    <a:pt x="100287" y="380770"/>
                  </a:lnTo>
                  <a:lnTo>
                    <a:pt x="100473" y="380841"/>
                  </a:lnTo>
                  <a:lnTo>
                    <a:pt x="101115" y="381481"/>
                  </a:lnTo>
                  <a:lnTo>
                    <a:pt x="101185" y="381610"/>
                  </a:lnTo>
                  <a:lnTo>
                    <a:pt x="101422" y="382079"/>
                  </a:lnTo>
                  <a:lnTo>
                    <a:pt x="101542" y="382466"/>
                  </a:lnTo>
                  <a:lnTo>
                    <a:pt x="101708" y="382601"/>
                  </a:lnTo>
                  <a:lnTo>
                    <a:pt x="101949" y="382599"/>
                  </a:lnTo>
                  <a:lnTo>
                    <a:pt x="102207" y="383027"/>
                  </a:lnTo>
                  <a:lnTo>
                    <a:pt x="102595" y="383096"/>
                  </a:lnTo>
                  <a:lnTo>
                    <a:pt x="103104" y="383127"/>
                  </a:lnTo>
                  <a:lnTo>
                    <a:pt x="103237" y="382847"/>
                  </a:lnTo>
                  <a:lnTo>
                    <a:pt x="103706" y="382959"/>
                  </a:lnTo>
                  <a:lnTo>
                    <a:pt x="104012" y="382921"/>
                  </a:lnTo>
                  <a:lnTo>
                    <a:pt x="104345" y="382838"/>
                  </a:lnTo>
                  <a:lnTo>
                    <a:pt x="104738" y="382694"/>
                  </a:lnTo>
                  <a:lnTo>
                    <a:pt x="105033" y="382185"/>
                  </a:lnTo>
                  <a:lnTo>
                    <a:pt x="105347" y="381464"/>
                  </a:lnTo>
                  <a:lnTo>
                    <a:pt x="105405" y="381110"/>
                  </a:lnTo>
                  <a:lnTo>
                    <a:pt x="105490" y="380768"/>
                  </a:lnTo>
                  <a:lnTo>
                    <a:pt x="105708" y="380067"/>
                  </a:lnTo>
                  <a:lnTo>
                    <a:pt x="105865" y="380025"/>
                  </a:lnTo>
                  <a:lnTo>
                    <a:pt x="106228" y="379872"/>
                  </a:lnTo>
                  <a:lnTo>
                    <a:pt x="106594" y="379736"/>
                  </a:lnTo>
                  <a:lnTo>
                    <a:pt x="107201" y="379495"/>
                  </a:lnTo>
                  <a:lnTo>
                    <a:pt x="107773" y="379239"/>
                  </a:lnTo>
                  <a:lnTo>
                    <a:pt x="108167" y="379099"/>
                  </a:lnTo>
                  <a:lnTo>
                    <a:pt x="108446" y="379127"/>
                  </a:lnTo>
                  <a:lnTo>
                    <a:pt x="108671" y="379162"/>
                  </a:lnTo>
                  <a:lnTo>
                    <a:pt x="109578" y="379305"/>
                  </a:lnTo>
                  <a:lnTo>
                    <a:pt x="110153" y="379420"/>
                  </a:lnTo>
                  <a:lnTo>
                    <a:pt x="112004" y="379714"/>
                  </a:lnTo>
                  <a:lnTo>
                    <a:pt x="112305" y="379762"/>
                  </a:lnTo>
                  <a:lnTo>
                    <a:pt x="112570" y="379840"/>
                  </a:lnTo>
                  <a:lnTo>
                    <a:pt x="113545" y="380034"/>
                  </a:lnTo>
                  <a:lnTo>
                    <a:pt x="113531" y="380323"/>
                  </a:lnTo>
                  <a:lnTo>
                    <a:pt x="113601" y="380630"/>
                  </a:lnTo>
                  <a:lnTo>
                    <a:pt x="113536" y="380841"/>
                  </a:lnTo>
                  <a:lnTo>
                    <a:pt x="113440" y="381141"/>
                  </a:lnTo>
                  <a:lnTo>
                    <a:pt x="113397" y="381305"/>
                  </a:lnTo>
                  <a:lnTo>
                    <a:pt x="113301" y="381530"/>
                  </a:lnTo>
                  <a:lnTo>
                    <a:pt x="113177" y="381755"/>
                  </a:lnTo>
                  <a:lnTo>
                    <a:pt x="112080" y="383026"/>
                  </a:lnTo>
                  <a:lnTo>
                    <a:pt x="112097" y="383153"/>
                  </a:lnTo>
                  <a:lnTo>
                    <a:pt x="112577" y="383676"/>
                  </a:lnTo>
                  <a:lnTo>
                    <a:pt x="113026" y="384021"/>
                  </a:lnTo>
                  <a:lnTo>
                    <a:pt x="113355" y="384371"/>
                  </a:lnTo>
                  <a:lnTo>
                    <a:pt x="113355" y="384728"/>
                  </a:lnTo>
                  <a:lnTo>
                    <a:pt x="113416" y="384996"/>
                  </a:lnTo>
                  <a:lnTo>
                    <a:pt x="113627" y="385412"/>
                  </a:lnTo>
                  <a:lnTo>
                    <a:pt x="113716" y="385600"/>
                  </a:lnTo>
                  <a:lnTo>
                    <a:pt x="114272" y="386073"/>
                  </a:lnTo>
                  <a:lnTo>
                    <a:pt x="114553" y="385945"/>
                  </a:lnTo>
                  <a:lnTo>
                    <a:pt x="114703" y="385872"/>
                  </a:lnTo>
                  <a:lnTo>
                    <a:pt x="115174" y="386095"/>
                  </a:lnTo>
                  <a:lnTo>
                    <a:pt x="115376" y="386261"/>
                  </a:lnTo>
                  <a:lnTo>
                    <a:pt x="115692" y="386456"/>
                  </a:lnTo>
                  <a:lnTo>
                    <a:pt x="116562" y="386835"/>
                  </a:lnTo>
                  <a:lnTo>
                    <a:pt x="117045" y="387342"/>
                  </a:lnTo>
                  <a:lnTo>
                    <a:pt x="117059" y="387597"/>
                  </a:lnTo>
                  <a:lnTo>
                    <a:pt x="117069" y="387736"/>
                  </a:lnTo>
                  <a:lnTo>
                    <a:pt x="117341" y="388348"/>
                  </a:lnTo>
                  <a:lnTo>
                    <a:pt x="117425" y="388727"/>
                  </a:lnTo>
                  <a:lnTo>
                    <a:pt x="117470" y="388959"/>
                  </a:lnTo>
                  <a:lnTo>
                    <a:pt x="117608" y="389173"/>
                  </a:lnTo>
                  <a:lnTo>
                    <a:pt x="117772" y="389304"/>
                  </a:lnTo>
                  <a:lnTo>
                    <a:pt x="117962" y="389346"/>
                  </a:lnTo>
                  <a:lnTo>
                    <a:pt x="118494" y="389414"/>
                  </a:lnTo>
                  <a:lnTo>
                    <a:pt x="119118" y="389384"/>
                  </a:lnTo>
                  <a:lnTo>
                    <a:pt x="119535" y="389372"/>
                  </a:lnTo>
                  <a:lnTo>
                    <a:pt x="119296" y="390247"/>
                  </a:lnTo>
                  <a:lnTo>
                    <a:pt x="119443" y="390361"/>
                  </a:lnTo>
                  <a:lnTo>
                    <a:pt x="119589" y="390490"/>
                  </a:lnTo>
                  <a:lnTo>
                    <a:pt x="119741" y="390605"/>
                  </a:lnTo>
                  <a:lnTo>
                    <a:pt x="119959" y="390809"/>
                  </a:lnTo>
                  <a:lnTo>
                    <a:pt x="120290" y="391039"/>
                  </a:lnTo>
                  <a:lnTo>
                    <a:pt x="120548" y="391196"/>
                  </a:lnTo>
                  <a:lnTo>
                    <a:pt x="120693" y="391295"/>
                  </a:lnTo>
                  <a:lnTo>
                    <a:pt x="120848" y="391398"/>
                  </a:lnTo>
                  <a:lnTo>
                    <a:pt x="121689" y="391747"/>
                  </a:lnTo>
                  <a:lnTo>
                    <a:pt x="122250" y="391806"/>
                  </a:lnTo>
                  <a:lnTo>
                    <a:pt x="122381" y="391810"/>
                  </a:lnTo>
                  <a:lnTo>
                    <a:pt x="122653" y="391815"/>
                  </a:lnTo>
                  <a:lnTo>
                    <a:pt x="122803" y="391820"/>
                  </a:lnTo>
                  <a:lnTo>
                    <a:pt x="122941" y="391822"/>
                  </a:lnTo>
                  <a:lnTo>
                    <a:pt x="123105" y="391824"/>
                  </a:lnTo>
                  <a:lnTo>
                    <a:pt x="123035" y="392066"/>
                  </a:lnTo>
                  <a:lnTo>
                    <a:pt x="122941" y="392385"/>
                  </a:lnTo>
                  <a:lnTo>
                    <a:pt x="122887" y="392631"/>
                  </a:lnTo>
                  <a:lnTo>
                    <a:pt x="122805" y="392957"/>
                  </a:lnTo>
                  <a:lnTo>
                    <a:pt x="122737" y="393276"/>
                  </a:lnTo>
                  <a:lnTo>
                    <a:pt x="122688" y="393580"/>
                  </a:lnTo>
                  <a:lnTo>
                    <a:pt x="122608" y="394509"/>
                  </a:lnTo>
                  <a:lnTo>
                    <a:pt x="122651" y="394898"/>
                  </a:lnTo>
                  <a:lnTo>
                    <a:pt x="122712" y="395085"/>
                  </a:lnTo>
                  <a:lnTo>
                    <a:pt x="122773" y="395275"/>
                  </a:lnTo>
                  <a:lnTo>
                    <a:pt x="122864" y="395404"/>
                  </a:lnTo>
                  <a:lnTo>
                    <a:pt x="122977" y="395561"/>
                  </a:lnTo>
                  <a:lnTo>
                    <a:pt x="123227" y="395883"/>
                  </a:lnTo>
                  <a:lnTo>
                    <a:pt x="123347" y="396028"/>
                  </a:lnTo>
                  <a:lnTo>
                    <a:pt x="124003" y="396612"/>
                  </a:lnTo>
                  <a:lnTo>
                    <a:pt x="124261" y="396649"/>
                  </a:lnTo>
                  <a:lnTo>
                    <a:pt x="124463" y="396663"/>
                  </a:lnTo>
                  <a:lnTo>
                    <a:pt x="124622" y="396647"/>
                  </a:lnTo>
                  <a:lnTo>
                    <a:pt x="125035" y="396652"/>
                  </a:lnTo>
                  <a:lnTo>
                    <a:pt x="125185" y="396626"/>
                  </a:lnTo>
                  <a:lnTo>
                    <a:pt x="125361" y="396626"/>
                  </a:lnTo>
                  <a:lnTo>
                    <a:pt x="125494" y="396595"/>
                  </a:lnTo>
                  <a:lnTo>
                    <a:pt x="125881" y="396593"/>
                  </a:lnTo>
                  <a:lnTo>
                    <a:pt x="126226" y="396696"/>
                  </a:lnTo>
                  <a:lnTo>
                    <a:pt x="126585" y="396783"/>
                  </a:lnTo>
                  <a:lnTo>
                    <a:pt x="126805" y="396741"/>
                  </a:lnTo>
                  <a:lnTo>
                    <a:pt x="126978" y="396708"/>
                  </a:lnTo>
                  <a:lnTo>
                    <a:pt x="127264" y="396706"/>
                  </a:lnTo>
                  <a:lnTo>
                    <a:pt x="127790" y="396687"/>
                  </a:lnTo>
                  <a:lnTo>
                    <a:pt x="128010" y="396769"/>
                  </a:lnTo>
                  <a:lnTo>
                    <a:pt x="128244" y="396839"/>
                  </a:lnTo>
                  <a:lnTo>
                    <a:pt x="129124" y="396989"/>
                  </a:lnTo>
                  <a:lnTo>
                    <a:pt x="130411" y="397503"/>
                  </a:lnTo>
                  <a:lnTo>
                    <a:pt x="130544" y="397603"/>
                  </a:lnTo>
                  <a:lnTo>
                    <a:pt x="130751" y="397777"/>
                  </a:lnTo>
                  <a:lnTo>
                    <a:pt x="130915" y="397934"/>
                  </a:lnTo>
                  <a:lnTo>
                    <a:pt x="131166" y="398136"/>
                  </a:lnTo>
                  <a:lnTo>
                    <a:pt x="131581" y="398494"/>
                  </a:lnTo>
                  <a:lnTo>
                    <a:pt x="131796" y="398647"/>
                  </a:lnTo>
                  <a:lnTo>
                    <a:pt x="132237" y="399273"/>
                  </a:lnTo>
                  <a:lnTo>
                    <a:pt x="132242" y="399446"/>
                  </a:lnTo>
                  <a:lnTo>
                    <a:pt x="132338" y="399643"/>
                  </a:lnTo>
                  <a:lnTo>
                    <a:pt x="132741" y="400152"/>
                  </a:lnTo>
                  <a:lnTo>
                    <a:pt x="133079" y="400166"/>
                  </a:lnTo>
                  <a:lnTo>
                    <a:pt x="133154" y="400342"/>
                  </a:lnTo>
                  <a:lnTo>
                    <a:pt x="133838" y="401127"/>
                  </a:lnTo>
                  <a:lnTo>
                    <a:pt x="134110" y="400902"/>
                  </a:lnTo>
                  <a:lnTo>
                    <a:pt x="134927" y="400227"/>
                  </a:lnTo>
                  <a:lnTo>
                    <a:pt x="135221" y="399983"/>
                  </a:lnTo>
                  <a:lnTo>
                    <a:pt x="135632" y="399645"/>
                  </a:lnTo>
                  <a:lnTo>
                    <a:pt x="136037" y="399310"/>
                  </a:lnTo>
                  <a:lnTo>
                    <a:pt x="136471" y="398954"/>
                  </a:lnTo>
                  <a:lnTo>
                    <a:pt x="136884" y="398612"/>
                  </a:lnTo>
                  <a:lnTo>
                    <a:pt x="137578" y="398002"/>
                  </a:lnTo>
                  <a:lnTo>
                    <a:pt x="137714" y="397906"/>
                  </a:lnTo>
                  <a:lnTo>
                    <a:pt x="137557" y="397292"/>
                  </a:lnTo>
                  <a:lnTo>
                    <a:pt x="137517" y="397128"/>
                  </a:lnTo>
                  <a:lnTo>
                    <a:pt x="137421" y="396715"/>
                  </a:lnTo>
                  <a:lnTo>
                    <a:pt x="137388" y="396581"/>
                  </a:lnTo>
                  <a:lnTo>
                    <a:pt x="137254" y="396016"/>
                  </a:lnTo>
                  <a:lnTo>
                    <a:pt x="137137" y="395529"/>
                  </a:lnTo>
                  <a:lnTo>
                    <a:pt x="137031" y="395093"/>
                  </a:lnTo>
                  <a:lnTo>
                    <a:pt x="136970" y="394842"/>
                  </a:lnTo>
                  <a:lnTo>
                    <a:pt x="136919" y="394631"/>
                  </a:lnTo>
                  <a:lnTo>
                    <a:pt x="136811" y="394148"/>
                  </a:lnTo>
                  <a:lnTo>
                    <a:pt x="136710" y="393611"/>
                  </a:lnTo>
                  <a:lnTo>
                    <a:pt x="136609" y="393358"/>
                  </a:lnTo>
                  <a:lnTo>
                    <a:pt x="136710" y="392994"/>
                  </a:lnTo>
                  <a:lnTo>
                    <a:pt x="136996" y="392652"/>
                  </a:lnTo>
                  <a:lnTo>
                    <a:pt x="137249" y="392394"/>
                  </a:lnTo>
                  <a:lnTo>
                    <a:pt x="137608" y="392026"/>
                  </a:lnTo>
                  <a:lnTo>
                    <a:pt x="137979" y="391649"/>
                  </a:lnTo>
                  <a:lnTo>
                    <a:pt x="138514" y="391099"/>
                  </a:lnTo>
                  <a:lnTo>
                    <a:pt x="138787" y="390819"/>
                  </a:lnTo>
                  <a:lnTo>
                    <a:pt x="139237" y="390361"/>
                  </a:lnTo>
                  <a:lnTo>
                    <a:pt x="139493" y="390099"/>
                  </a:lnTo>
                  <a:lnTo>
                    <a:pt x="139756" y="389829"/>
                  </a:lnTo>
                  <a:lnTo>
                    <a:pt x="140035" y="389546"/>
                  </a:lnTo>
                  <a:lnTo>
                    <a:pt x="139983" y="389053"/>
                  </a:lnTo>
                  <a:lnTo>
                    <a:pt x="139936" y="388594"/>
                  </a:lnTo>
                  <a:lnTo>
                    <a:pt x="139908" y="388310"/>
                  </a:lnTo>
                  <a:lnTo>
                    <a:pt x="139856" y="387829"/>
                  </a:lnTo>
                  <a:lnTo>
                    <a:pt x="139788" y="387161"/>
                  </a:lnTo>
                  <a:lnTo>
                    <a:pt x="139725" y="386556"/>
                  </a:lnTo>
                  <a:lnTo>
                    <a:pt x="139683" y="386151"/>
                  </a:lnTo>
                  <a:lnTo>
                    <a:pt x="139636" y="385680"/>
                  </a:lnTo>
                  <a:lnTo>
                    <a:pt x="139599" y="385326"/>
                  </a:lnTo>
                  <a:lnTo>
                    <a:pt x="139863" y="385426"/>
                  </a:lnTo>
                  <a:lnTo>
                    <a:pt x="140250" y="385574"/>
                  </a:lnTo>
                  <a:lnTo>
                    <a:pt x="140665" y="385731"/>
                  </a:lnTo>
                  <a:lnTo>
                    <a:pt x="141132" y="385909"/>
                  </a:lnTo>
                  <a:lnTo>
                    <a:pt x="141439" y="386027"/>
                  </a:lnTo>
                  <a:lnTo>
                    <a:pt x="141819" y="386170"/>
                  </a:lnTo>
                  <a:lnTo>
                    <a:pt x="142058" y="386261"/>
                  </a:lnTo>
                  <a:lnTo>
                    <a:pt x="142367" y="386381"/>
                  </a:lnTo>
                  <a:lnTo>
                    <a:pt x="142658" y="386491"/>
                  </a:lnTo>
                  <a:lnTo>
                    <a:pt x="142972" y="386610"/>
                  </a:lnTo>
                  <a:lnTo>
                    <a:pt x="143579" y="386840"/>
                  </a:lnTo>
                  <a:lnTo>
                    <a:pt x="144074" y="387030"/>
                  </a:lnTo>
                  <a:lnTo>
                    <a:pt x="145216" y="386240"/>
                  </a:lnTo>
                  <a:lnTo>
                    <a:pt x="145424" y="386170"/>
                  </a:lnTo>
                  <a:lnTo>
                    <a:pt x="146569" y="385122"/>
                  </a:lnTo>
                  <a:lnTo>
                    <a:pt x="146625" y="384955"/>
                  </a:lnTo>
                  <a:lnTo>
                    <a:pt x="146697" y="384779"/>
                  </a:lnTo>
                  <a:lnTo>
                    <a:pt x="146878" y="384259"/>
                  </a:lnTo>
                  <a:lnTo>
                    <a:pt x="146934" y="384095"/>
                  </a:lnTo>
                  <a:lnTo>
                    <a:pt x="147063" y="383842"/>
                  </a:lnTo>
                  <a:lnTo>
                    <a:pt x="147502" y="383281"/>
                  </a:lnTo>
                  <a:lnTo>
                    <a:pt x="147759" y="383138"/>
                  </a:lnTo>
                  <a:lnTo>
                    <a:pt x="147978" y="383007"/>
                  </a:lnTo>
                  <a:lnTo>
                    <a:pt x="148622" y="382742"/>
                  </a:lnTo>
                  <a:lnTo>
                    <a:pt x="149061" y="382625"/>
                  </a:lnTo>
                  <a:lnTo>
                    <a:pt x="150474" y="382250"/>
                  </a:lnTo>
                  <a:lnTo>
                    <a:pt x="150885" y="382140"/>
                  </a:lnTo>
                  <a:lnTo>
                    <a:pt x="151126" y="382029"/>
                  </a:lnTo>
                  <a:lnTo>
                    <a:pt x="151267" y="381945"/>
                  </a:lnTo>
                  <a:lnTo>
                    <a:pt x="151506" y="381839"/>
                  </a:lnTo>
                  <a:lnTo>
                    <a:pt x="151813" y="381680"/>
                  </a:lnTo>
                  <a:lnTo>
                    <a:pt x="152350" y="381359"/>
                  </a:lnTo>
                  <a:lnTo>
                    <a:pt x="153843" y="380229"/>
                  </a:lnTo>
                  <a:lnTo>
                    <a:pt x="154462" y="380088"/>
                  </a:lnTo>
                  <a:lnTo>
                    <a:pt x="154844" y="380083"/>
                  </a:lnTo>
                  <a:lnTo>
                    <a:pt x="154990" y="380076"/>
                  </a:lnTo>
                  <a:lnTo>
                    <a:pt x="155212" y="380067"/>
                  </a:lnTo>
                  <a:lnTo>
                    <a:pt x="155557" y="380079"/>
                  </a:lnTo>
                  <a:lnTo>
                    <a:pt x="155761" y="380069"/>
                  </a:lnTo>
                  <a:lnTo>
                    <a:pt x="156005" y="380069"/>
                  </a:lnTo>
                  <a:lnTo>
                    <a:pt x="156333" y="380067"/>
                  </a:lnTo>
                  <a:lnTo>
                    <a:pt x="157395" y="380065"/>
                  </a:lnTo>
                  <a:lnTo>
                    <a:pt x="157444" y="380285"/>
                  </a:lnTo>
                  <a:lnTo>
                    <a:pt x="157550" y="380761"/>
                  </a:lnTo>
                  <a:lnTo>
                    <a:pt x="157665" y="381277"/>
                  </a:lnTo>
                  <a:lnTo>
                    <a:pt x="157843" y="382067"/>
                  </a:lnTo>
                  <a:lnTo>
                    <a:pt x="157965" y="382615"/>
                  </a:lnTo>
                  <a:lnTo>
                    <a:pt x="158101" y="383225"/>
                  </a:lnTo>
                  <a:lnTo>
                    <a:pt x="158218" y="383743"/>
                  </a:lnTo>
                  <a:lnTo>
                    <a:pt x="158349" y="384332"/>
                  </a:lnTo>
                  <a:lnTo>
                    <a:pt x="158485" y="384946"/>
                  </a:lnTo>
                  <a:lnTo>
                    <a:pt x="158607" y="385487"/>
                  </a:lnTo>
                  <a:lnTo>
                    <a:pt x="158734" y="386050"/>
                  </a:lnTo>
                  <a:lnTo>
                    <a:pt x="158982" y="387166"/>
                  </a:lnTo>
                  <a:lnTo>
                    <a:pt x="159149" y="387907"/>
                  </a:lnTo>
                  <a:lnTo>
                    <a:pt x="159212" y="388193"/>
                  </a:lnTo>
                  <a:lnTo>
                    <a:pt x="159090" y="389292"/>
                  </a:lnTo>
                  <a:lnTo>
                    <a:pt x="159041" y="389745"/>
                  </a:lnTo>
                  <a:lnTo>
                    <a:pt x="158919" y="390115"/>
                  </a:lnTo>
                  <a:lnTo>
                    <a:pt x="158788" y="390226"/>
                  </a:lnTo>
                  <a:lnTo>
                    <a:pt x="158492" y="390451"/>
                  </a:lnTo>
                  <a:lnTo>
                    <a:pt x="158354" y="390542"/>
                  </a:lnTo>
                  <a:lnTo>
                    <a:pt x="157787" y="391126"/>
                  </a:lnTo>
                  <a:lnTo>
                    <a:pt x="157522" y="391588"/>
                  </a:lnTo>
                  <a:lnTo>
                    <a:pt x="157545" y="391733"/>
                  </a:lnTo>
                  <a:lnTo>
                    <a:pt x="157791" y="392174"/>
                  </a:lnTo>
                  <a:lnTo>
                    <a:pt x="157951" y="392375"/>
                  </a:lnTo>
                  <a:lnTo>
                    <a:pt x="158082" y="392540"/>
                  </a:lnTo>
                  <a:lnTo>
                    <a:pt x="158260" y="392760"/>
                  </a:lnTo>
                  <a:lnTo>
                    <a:pt x="158577" y="393034"/>
                  </a:lnTo>
                  <a:lnTo>
                    <a:pt x="158713" y="393102"/>
                  </a:lnTo>
                  <a:lnTo>
                    <a:pt x="158952" y="393339"/>
                  </a:lnTo>
                  <a:lnTo>
                    <a:pt x="159184" y="393850"/>
                  </a:lnTo>
                  <a:lnTo>
                    <a:pt x="159416" y="394368"/>
                  </a:lnTo>
                  <a:lnTo>
                    <a:pt x="159587" y="394746"/>
                  </a:lnTo>
                  <a:lnTo>
                    <a:pt x="159892" y="395423"/>
                  </a:lnTo>
                  <a:lnTo>
                    <a:pt x="160176" y="396054"/>
                  </a:lnTo>
                  <a:lnTo>
                    <a:pt x="160417" y="396591"/>
                  </a:lnTo>
                  <a:lnTo>
                    <a:pt x="160877" y="397611"/>
                  </a:lnTo>
                  <a:lnTo>
                    <a:pt x="161088" y="398075"/>
                  </a:lnTo>
                  <a:lnTo>
                    <a:pt x="161245" y="398424"/>
                  </a:lnTo>
                  <a:lnTo>
                    <a:pt x="161481" y="398951"/>
                  </a:lnTo>
                  <a:lnTo>
                    <a:pt x="161700" y="399434"/>
                  </a:lnTo>
                  <a:lnTo>
                    <a:pt x="161969" y="400030"/>
                  </a:lnTo>
                  <a:lnTo>
                    <a:pt x="162201" y="400546"/>
                  </a:lnTo>
                  <a:lnTo>
                    <a:pt x="162466" y="401134"/>
                  </a:lnTo>
                  <a:lnTo>
                    <a:pt x="162705" y="401666"/>
                  </a:lnTo>
                  <a:lnTo>
                    <a:pt x="162790" y="401852"/>
                  </a:lnTo>
                  <a:lnTo>
                    <a:pt x="163012" y="402344"/>
                  </a:lnTo>
                  <a:lnTo>
                    <a:pt x="163223" y="402817"/>
                  </a:lnTo>
                  <a:lnTo>
                    <a:pt x="163458" y="403338"/>
                  </a:lnTo>
                  <a:lnTo>
                    <a:pt x="163659" y="403781"/>
                  </a:lnTo>
                  <a:lnTo>
                    <a:pt x="163966" y="404463"/>
                  </a:lnTo>
                  <a:lnTo>
                    <a:pt x="164356" y="405328"/>
                  </a:lnTo>
                  <a:lnTo>
                    <a:pt x="164839" y="406400"/>
                  </a:lnTo>
                  <a:lnTo>
                    <a:pt x="164923" y="406585"/>
                  </a:lnTo>
                  <a:lnTo>
                    <a:pt x="165148" y="407087"/>
                  </a:lnTo>
                  <a:lnTo>
                    <a:pt x="165472" y="407005"/>
                  </a:lnTo>
                  <a:lnTo>
                    <a:pt x="165669" y="406953"/>
                  </a:lnTo>
                  <a:lnTo>
                    <a:pt x="166062" y="406855"/>
                  </a:lnTo>
                  <a:lnTo>
                    <a:pt x="166409" y="406773"/>
                  </a:lnTo>
                  <a:lnTo>
                    <a:pt x="166733" y="406716"/>
                  </a:lnTo>
                  <a:lnTo>
                    <a:pt x="166864" y="406693"/>
                  </a:lnTo>
                  <a:lnTo>
                    <a:pt x="167249" y="406665"/>
                  </a:lnTo>
                  <a:lnTo>
                    <a:pt x="167579" y="406604"/>
                  </a:lnTo>
                  <a:lnTo>
                    <a:pt x="168313" y="406758"/>
                  </a:lnTo>
                  <a:lnTo>
                    <a:pt x="168292" y="406923"/>
                  </a:lnTo>
                  <a:lnTo>
                    <a:pt x="168308" y="407136"/>
                  </a:lnTo>
                  <a:lnTo>
                    <a:pt x="168883" y="407985"/>
                  </a:lnTo>
                  <a:lnTo>
                    <a:pt x="169082" y="408142"/>
                  </a:lnTo>
                  <a:lnTo>
                    <a:pt x="169348" y="409615"/>
                  </a:lnTo>
                  <a:lnTo>
                    <a:pt x="169956" y="412532"/>
                  </a:lnTo>
                  <a:lnTo>
                    <a:pt x="170082" y="413289"/>
                  </a:lnTo>
                  <a:lnTo>
                    <a:pt x="168190" y="420787"/>
                  </a:lnTo>
                  <a:lnTo>
                    <a:pt x="168305" y="421028"/>
                  </a:lnTo>
                  <a:lnTo>
                    <a:pt x="169220" y="421711"/>
                  </a:lnTo>
                  <a:lnTo>
                    <a:pt x="169708" y="421817"/>
                  </a:lnTo>
                  <a:lnTo>
                    <a:pt x="169790" y="421988"/>
                  </a:lnTo>
                  <a:lnTo>
                    <a:pt x="169884" y="422175"/>
                  </a:lnTo>
                  <a:lnTo>
                    <a:pt x="170060" y="422621"/>
                  </a:lnTo>
                  <a:lnTo>
                    <a:pt x="172299" y="425556"/>
                  </a:lnTo>
                  <a:lnTo>
                    <a:pt x="173293" y="427901"/>
                  </a:lnTo>
                  <a:lnTo>
                    <a:pt x="174758" y="429230"/>
                  </a:lnTo>
                  <a:lnTo>
                    <a:pt x="174840" y="433227"/>
                  </a:lnTo>
                  <a:lnTo>
                    <a:pt x="175434" y="433711"/>
                  </a:lnTo>
                  <a:lnTo>
                    <a:pt x="177653" y="435515"/>
                  </a:lnTo>
                  <a:lnTo>
                    <a:pt x="178779" y="436779"/>
                  </a:lnTo>
                  <a:lnTo>
                    <a:pt x="182713" y="438235"/>
                  </a:lnTo>
                  <a:lnTo>
                    <a:pt x="184246" y="438664"/>
                  </a:lnTo>
                  <a:lnTo>
                    <a:pt x="190206" y="440978"/>
                  </a:lnTo>
                  <a:lnTo>
                    <a:pt x="191509" y="440578"/>
                  </a:lnTo>
                  <a:lnTo>
                    <a:pt x="193335" y="440017"/>
                  </a:lnTo>
                  <a:lnTo>
                    <a:pt x="197122" y="440837"/>
                  </a:lnTo>
                  <a:lnTo>
                    <a:pt x="198817" y="441414"/>
                  </a:lnTo>
                  <a:lnTo>
                    <a:pt x="200233" y="443303"/>
                  </a:lnTo>
                  <a:lnTo>
                    <a:pt x="202026" y="445695"/>
                  </a:lnTo>
                  <a:lnTo>
                    <a:pt x="198844" y="449896"/>
                  </a:lnTo>
                  <a:lnTo>
                    <a:pt x="195926" y="453748"/>
                  </a:lnTo>
                  <a:lnTo>
                    <a:pt x="198842" y="456097"/>
                  </a:lnTo>
                  <a:lnTo>
                    <a:pt x="201135" y="455760"/>
                  </a:lnTo>
                  <a:lnTo>
                    <a:pt x="203773" y="456093"/>
                  </a:lnTo>
                  <a:lnTo>
                    <a:pt x="205581" y="459762"/>
                  </a:lnTo>
                  <a:lnTo>
                    <a:pt x="204495" y="460498"/>
                  </a:lnTo>
                  <a:lnTo>
                    <a:pt x="204063" y="461533"/>
                  </a:lnTo>
                  <a:lnTo>
                    <a:pt x="203996" y="461695"/>
                  </a:lnTo>
                  <a:lnTo>
                    <a:pt x="202980" y="464132"/>
                  </a:lnTo>
                  <a:lnTo>
                    <a:pt x="201205" y="467381"/>
                  </a:lnTo>
                  <a:lnTo>
                    <a:pt x="198821" y="475186"/>
                  </a:lnTo>
                  <a:lnTo>
                    <a:pt x="203742" y="477551"/>
                  </a:lnTo>
                  <a:lnTo>
                    <a:pt x="207113" y="479739"/>
                  </a:lnTo>
                  <a:lnTo>
                    <a:pt x="209282" y="484637"/>
                  </a:lnTo>
                  <a:lnTo>
                    <a:pt x="209523" y="485220"/>
                  </a:lnTo>
                  <a:lnTo>
                    <a:pt x="208734" y="490976"/>
                  </a:lnTo>
                  <a:lnTo>
                    <a:pt x="211517" y="496185"/>
                  </a:lnTo>
                  <a:lnTo>
                    <a:pt x="212698" y="498381"/>
                  </a:lnTo>
                  <a:lnTo>
                    <a:pt x="213063" y="498616"/>
                  </a:lnTo>
                  <a:lnTo>
                    <a:pt x="215476" y="500100"/>
                  </a:lnTo>
                  <a:lnTo>
                    <a:pt x="216264" y="500578"/>
                  </a:lnTo>
                  <a:lnTo>
                    <a:pt x="218292" y="501814"/>
                  </a:lnTo>
                  <a:lnTo>
                    <a:pt x="220664" y="503256"/>
                  </a:lnTo>
                  <a:lnTo>
                    <a:pt x="223299" y="504859"/>
                  </a:lnTo>
                  <a:lnTo>
                    <a:pt x="226413" y="506751"/>
                  </a:lnTo>
                  <a:lnTo>
                    <a:pt x="229620" y="508704"/>
                  </a:lnTo>
                  <a:lnTo>
                    <a:pt x="230897" y="509480"/>
                  </a:lnTo>
                  <a:lnTo>
                    <a:pt x="234855" y="505729"/>
                  </a:lnTo>
                  <a:lnTo>
                    <a:pt x="237373" y="502902"/>
                  </a:lnTo>
                  <a:lnTo>
                    <a:pt x="240857" y="505134"/>
                  </a:lnTo>
                  <a:lnTo>
                    <a:pt x="243063" y="507040"/>
                  </a:lnTo>
                  <a:lnTo>
                    <a:pt x="243426" y="507354"/>
                  </a:lnTo>
                  <a:lnTo>
                    <a:pt x="243342" y="507530"/>
                  </a:lnTo>
                  <a:lnTo>
                    <a:pt x="242936" y="508392"/>
                  </a:lnTo>
                  <a:lnTo>
                    <a:pt x="240577" y="513388"/>
                  </a:lnTo>
                  <a:lnTo>
                    <a:pt x="240141" y="514310"/>
                  </a:lnTo>
                  <a:lnTo>
                    <a:pt x="239989" y="514643"/>
                  </a:lnTo>
                  <a:lnTo>
                    <a:pt x="239379" y="515151"/>
                  </a:lnTo>
                  <a:lnTo>
                    <a:pt x="238632" y="515777"/>
                  </a:lnTo>
                  <a:lnTo>
                    <a:pt x="237497" y="516720"/>
                  </a:lnTo>
                  <a:lnTo>
                    <a:pt x="236662" y="517355"/>
                  </a:lnTo>
                  <a:lnTo>
                    <a:pt x="235295" y="518398"/>
                  </a:lnTo>
                  <a:lnTo>
                    <a:pt x="234625" y="518910"/>
                  </a:lnTo>
                  <a:lnTo>
                    <a:pt x="234187" y="519271"/>
                  </a:lnTo>
                  <a:lnTo>
                    <a:pt x="234198" y="519496"/>
                  </a:lnTo>
                  <a:lnTo>
                    <a:pt x="234229" y="520192"/>
                  </a:lnTo>
                  <a:lnTo>
                    <a:pt x="234276" y="521308"/>
                  </a:lnTo>
                  <a:lnTo>
                    <a:pt x="234325" y="522405"/>
                  </a:lnTo>
                  <a:lnTo>
                    <a:pt x="234390" y="523910"/>
                  </a:lnTo>
                  <a:lnTo>
                    <a:pt x="234435" y="524907"/>
                  </a:lnTo>
                  <a:lnTo>
                    <a:pt x="234463" y="525543"/>
                  </a:lnTo>
                  <a:lnTo>
                    <a:pt x="234472" y="525774"/>
                  </a:lnTo>
                  <a:lnTo>
                    <a:pt x="234494" y="526257"/>
                  </a:lnTo>
                  <a:lnTo>
                    <a:pt x="234412" y="526503"/>
                  </a:lnTo>
                  <a:lnTo>
                    <a:pt x="233718" y="528571"/>
                  </a:lnTo>
                  <a:lnTo>
                    <a:pt x="233354" y="529656"/>
                  </a:lnTo>
                  <a:lnTo>
                    <a:pt x="233038" y="530604"/>
                  </a:lnTo>
                  <a:lnTo>
                    <a:pt x="232815" y="531265"/>
                  </a:lnTo>
                  <a:lnTo>
                    <a:pt x="232719" y="531703"/>
                  </a:lnTo>
                  <a:lnTo>
                    <a:pt x="232777" y="532301"/>
                  </a:lnTo>
                  <a:lnTo>
                    <a:pt x="232829" y="532793"/>
                  </a:lnTo>
                  <a:lnTo>
                    <a:pt x="232913" y="533637"/>
                  </a:lnTo>
                  <a:lnTo>
                    <a:pt x="232993" y="534423"/>
                  </a:lnTo>
                  <a:lnTo>
                    <a:pt x="232613" y="534699"/>
                  </a:lnTo>
                  <a:lnTo>
                    <a:pt x="232037" y="535121"/>
                  </a:lnTo>
                  <a:lnTo>
                    <a:pt x="231596" y="535442"/>
                  </a:lnTo>
                  <a:lnTo>
                    <a:pt x="230801" y="536022"/>
                  </a:lnTo>
                  <a:lnTo>
                    <a:pt x="230095" y="536537"/>
                  </a:lnTo>
                  <a:lnTo>
                    <a:pt x="229610" y="536891"/>
                  </a:lnTo>
                  <a:lnTo>
                    <a:pt x="229683" y="537114"/>
                  </a:lnTo>
                  <a:lnTo>
                    <a:pt x="229856" y="537635"/>
                  </a:lnTo>
                  <a:lnTo>
                    <a:pt x="230117" y="538425"/>
                  </a:lnTo>
                  <a:lnTo>
                    <a:pt x="231507" y="542643"/>
                  </a:lnTo>
                  <a:lnTo>
                    <a:pt x="231708" y="543254"/>
                  </a:lnTo>
                  <a:lnTo>
                    <a:pt x="231964" y="544028"/>
                  </a:lnTo>
                  <a:lnTo>
                    <a:pt x="232285" y="545005"/>
                  </a:lnTo>
                  <a:lnTo>
                    <a:pt x="232426" y="545425"/>
                  </a:lnTo>
                  <a:lnTo>
                    <a:pt x="231781" y="545247"/>
                  </a:lnTo>
                  <a:lnTo>
                    <a:pt x="230234" y="544764"/>
                  </a:lnTo>
                  <a:lnTo>
                    <a:pt x="228801" y="544319"/>
                  </a:lnTo>
                  <a:lnTo>
                    <a:pt x="227906" y="544039"/>
                  </a:lnTo>
                  <a:lnTo>
                    <a:pt x="225913" y="543854"/>
                  </a:lnTo>
                  <a:lnTo>
                    <a:pt x="224581" y="543730"/>
                  </a:lnTo>
                  <a:lnTo>
                    <a:pt x="224255" y="543700"/>
                  </a:lnTo>
                  <a:lnTo>
                    <a:pt x="224054" y="543700"/>
                  </a:lnTo>
                  <a:lnTo>
                    <a:pt x="223852" y="543732"/>
                  </a:lnTo>
                  <a:lnTo>
                    <a:pt x="223608" y="543796"/>
                  </a:lnTo>
                  <a:lnTo>
                    <a:pt x="221806" y="544267"/>
                  </a:lnTo>
                  <a:lnTo>
                    <a:pt x="220216" y="544679"/>
                  </a:lnTo>
                  <a:lnTo>
                    <a:pt x="218819" y="545045"/>
                  </a:lnTo>
                  <a:lnTo>
                    <a:pt x="217583" y="545366"/>
                  </a:lnTo>
                  <a:lnTo>
                    <a:pt x="215485" y="545913"/>
                  </a:lnTo>
                  <a:lnTo>
                    <a:pt x="213386" y="546460"/>
                  </a:lnTo>
                  <a:lnTo>
                    <a:pt x="213040" y="546550"/>
                  </a:lnTo>
                  <a:lnTo>
                    <a:pt x="212850" y="546693"/>
                  </a:lnTo>
                  <a:lnTo>
                    <a:pt x="211589" y="547648"/>
                  </a:lnTo>
                  <a:lnTo>
                    <a:pt x="210475" y="548489"/>
                  </a:lnTo>
                  <a:lnTo>
                    <a:pt x="209326" y="549357"/>
                  </a:lnTo>
                  <a:lnTo>
                    <a:pt x="207366" y="550841"/>
                  </a:lnTo>
                  <a:lnTo>
                    <a:pt x="206482" y="551530"/>
                  </a:lnTo>
                  <a:lnTo>
                    <a:pt x="205702" y="552135"/>
                  </a:lnTo>
                  <a:lnTo>
                    <a:pt x="204436" y="553122"/>
                  </a:lnTo>
                  <a:lnTo>
                    <a:pt x="203540" y="553816"/>
                  </a:lnTo>
                  <a:lnTo>
                    <a:pt x="202537" y="554596"/>
                  </a:lnTo>
                  <a:lnTo>
                    <a:pt x="202047" y="554978"/>
                  </a:lnTo>
                  <a:lnTo>
                    <a:pt x="199142" y="555686"/>
                  </a:lnTo>
                  <a:lnTo>
                    <a:pt x="197989" y="555968"/>
                  </a:lnTo>
                  <a:lnTo>
                    <a:pt x="196690" y="556284"/>
                  </a:lnTo>
                  <a:lnTo>
                    <a:pt x="195541" y="556563"/>
                  </a:lnTo>
                  <a:lnTo>
                    <a:pt x="194500" y="556819"/>
                  </a:lnTo>
                  <a:lnTo>
                    <a:pt x="193799" y="556990"/>
                  </a:lnTo>
                  <a:lnTo>
                    <a:pt x="192953" y="557196"/>
                  </a:lnTo>
                  <a:lnTo>
                    <a:pt x="192945" y="557445"/>
                  </a:lnTo>
                  <a:lnTo>
                    <a:pt x="192870" y="558080"/>
                  </a:lnTo>
                  <a:lnTo>
                    <a:pt x="192805" y="559941"/>
                  </a:lnTo>
                  <a:lnTo>
                    <a:pt x="192840" y="560455"/>
                  </a:lnTo>
                  <a:lnTo>
                    <a:pt x="193426" y="561179"/>
                  </a:lnTo>
                  <a:lnTo>
                    <a:pt x="193935" y="561883"/>
                  </a:lnTo>
                  <a:lnTo>
                    <a:pt x="194577" y="562769"/>
                  </a:lnTo>
                  <a:lnTo>
                    <a:pt x="195077" y="563458"/>
                  </a:lnTo>
                  <a:lnTo>
                    <a:pt x="195665" y="564272"/>
                  </a:lnTo>
                  <a:lnTo>
                    <a:pt x="195928" y="564635"/>
                  </a:lnTo>
                  <a:lnTo>
                    <a:pt x="195907" y="564867"/>
                  </a:lnTo>
                  <a:lnTo>
                    <a:pt x="195780" y="566175"/>
                  </a:lnTo>
                  <a:lnTo>
                    <a:pt x="195710" y="566911"/>
                  </a:lnTo>
                  <a:lnTo>
                    <a:pt x="195644" y="567577"/>
                  </a:lnTo>
                  <a:lnTo>
                    <a:pt x="195513" y="568944"/>
                  </a:lnTo>
                  <a:lnTo>
                    <a:pt x="195398" y="570140"/>
                  </a:lnTo>
                  <a:lnTo>
                    <a:pt x="195323" y="570916"/>
                  </a:lnTo>
                  <a:lnTo>
                    <a:pt x="195536" y="571300"/>
                  </a:lnTo>
                  <a:lnTo>
                    <a:pt x="196059" y="572243"/>
                  </a:lnTo>
                  <a:lnTo>
                    <a:pt x="196462" y="572972"/>
                  </a:lnTo>
                  <a:lnTo>
                    <a:pt x="196788" y="573563"/>
                  </a:lnTo>
                  <a:lnTo>
                    <a:pt x="197363" y="574597"/>
                  </a:lnTo>
                  <a:lnTo>
                    <a:pt x="197792" y="575375"/>
                  </a:lnTo>
                  <a:lnTo>
                    <a:pt x="198132" y="575987"/>
                  </a:lnTo>
                  <a:lnTo>
                    <a:pt x="198425" y="576517"/>
                  </a:lnTo>
                  <a:lnTo>
                    <a:pt x="198772" y="577145"/>
                  </a:lnTo>
                  <a:lnTo>
                    <a:pt x="199210" y="577933"/>
                  </a:lnTo>
                  <a:lnTo>
                    <a:pt x="199695" y="578812"/>
                  </a:lnTo>
                  <a:lnTo>
                    <a:pt x="199843" y="579079"/>
                  </a:lnTo>
                  <a:lnTo>
                    <a:pt x="199864" y="579220"/>
                  </a:lnTo>
                  <a:lnTo>
                    <a:pt x="199925" y="579623"/>
                  </a:lnTo>
                  <a:lnTo>
                    <a:pt x="200059" y="580505"/>
                  </a:lnTo>
                  <a:lnTo>
                    <a:pt x="200148" y="581088"/>
                  </a:lnTo>
                  <a:lnTo>
                    <a:pt x="200239" y="581698"/>
                  </a:lnTo>
                  <a:lnTo>
                    <a:pt x="200349" y="582429"/>
                  </a:lnTo>
                  <a:lnTo>
                    <a:pt x="200434" y="582978"/>
                  </a:lnTo>
                  <a:lnTo>
                    <a:pt x="200535" y="583646"/>
                  </a:lnTo>
                  <a:lnTo>
                    <a:pt x="200586" y="583984"/>
                  </a:lnTo>
                  <a:lnTo>
                    <a:pt x="200659" y="584469"/>
                  </a:lnTo>
                  <a:lnTo>
                    <a:pt x="200739" y="584994"/>
                  </a:lnTo>
                  <a:lnTo>
                    <a:pt x="200792" y="585348"/>
                  </a:lnTo>
                  <a:lnTo>
                    <a:pt x="200893" y="586026"/>
                  </a:lnTo>
                  <a:lnTo>
                    <a:pt x="200947" y="586375"/>
                  </a:lnTo>
                  <a:lnTo>
                    <a:pt x="201083" y="586408"/>
                  </a:lnTo>
                  <a:lnTo>
                    <a:pt x="201393" y="586488"/>
                  </a:lnTo>
                  <a:lnTo>
                    <a:pt x="201728" y="586572"/>
                  </a:lnTo>
                  <a:lnTo>
                    <a:pt x="202162" y="586682"/>
                  </a:lnTo>
                  <a:lnTo>
                    <a:pt x="202525" y="586774"/>
                  </a:lnTo>
                  <a:lnTo>
                    <a:pt x="202909" y="586870"/>
                  </a:lnTo>
                  <a:lnTo>
                    <a:pt x="203338" y="586980"/>
                  </a:lnTo>
                  <a:lnTo>
                    <a:pt x="203716" y="587076"/>
                  </a:lnTo>
                  <a:lnTo>
                    <a:pt x="204082" y="587167"/>
                  </a:lnTo>
                  <a:lnTo>
                    <a:pt x="204576" y="587294"/>
                  </a:lnTo>
                  <a:lnTo>
                    <a:pt x="206210" y="590663"/>
                  </a:lnTo>
                  <a:lnTo>
                    <a:pt x="206431" y="591115"/>
                  </a:lnTo>
                  <a:lnTo>
                    <a:pt x="206670" y="591608"/>
                  </a:lnTo>
                  <a:lnTo>
                    <a:pt x="206923" y="592128"/>
                  </a:lnTo>
                  <a:lnTo>
                    <a:pt x="207146" y="592588"/>
                  </a:lnTo>
                  <a:lnTo>
                    <a:pt x="207242" y="592782"/>
                  </a:lnTo>
                  <a:lnTo>
                    <a:pt x="207455" y="593357"/>
                  </a:lnTo>
                  <a:lnTo>
                    <a:pt x="207678" y="593683"/>
                  </a:lnTo>
                  <a:lnTo>
                    <a:pt x="208084" y="594519"/>
                  </a:lnTo>
                  <a:lnTo>
                    <a:pt x="208761" y="595917"/>
                  </a:lnTo>
                  <a:lnTo>
                    <a:pt x="209474" y="596852"/>
                  </a:lnTo>
                  <a:lnTo>
                    <a:pt x="212568" y="600913"/>
                  </a:lnTo>
                  <a:lnTo>
                    <a:pt x="212690" y="601152"/>
                  </a:lnTo>
                  <a:lnTo>
                    <a:pt x="212810" y="601389"/>
                  </a:lnTo>
                  <a:lnTo>
                    <a:pt x="213305" y="602378"/>
                  </a:lnTo>
                  <a:lnTo>
                    <a:pt x="213476" y="602716"/>
                  </a:lnTo>
                  <a:lnTo>
                    <a:pt x="213684" y="603133"/>
                  </a:lnTo>
                  <a:lnTo>
                    <a:pt x="213907" y="603576"/>
                  </a:lnTo>
                  <a:lnTo>
                    <a:pt x="214090" y="603937"/>
                  </a:lnTo>
                  <a:lnTo>
                    <a:pt x="214261" y="604279"/>
                  </a:lnTo>
                  <a:lnTo>
                    <a:pt x="214479" y="604711"/>
                  </a:lnTo>
                  <a:lnTo>
                    <a:pt x="214582" y="604910"/>
                  </a:lnTo>
                  <a:lnTo>
                    <a:pt x="214779" y="605274"/>
                  </a:lnTo>
                  <a:lnTo>
                    <a:pt x="214948" y="605588"/>
                  </a:lnTo>
                  <a:lnTo>
                    <a:pt x="215133" y="605904"/>
                  </a:lnTo>
                  <a:lnTo>
                    <a:pt x="215295" y="606160"/>
                  </a:lnTo>
                  <a:lnTo>
                    <a:pt x="215487" y="606460"/>
                  </a:lnTo>
                  <a:lnTo>
                    <a:pt x="215705" y="606800"/>
                  </a:lnTo>
                  <a:lnTo>
                    <a:pt x="216160" y="607510"/>
                  </a:lnTo>
                  <a:lnTo>
                    <a:pt x="216352" y="607899"/>
                  </a:lnTo>
                  <a:lnTo>
                    <a:pt x="216676" y="608406"/>
                  </a:lnTo>
                  <a:lnTo>
                    <a:pt x="216877" y="608631"/>
                  </a:lnTo>
                  <a:lnTo>
                    <a:pt x="217145" y="609046"/>
                  </a:lnTo>
                  <a:lnTo>
                    <a:pt x="217508" y="609613"/>
                  </a:lnTo>
                  <a:lnTo>
                    <a:pt x="217635" y="609810"/>
                  </a:lnTo>
                  <a:lnTo>
                    <a:pt x="217761" y="610009"/>
                  </a:lnTo>
                  <a:lnTo>
                    <a:pt x="218362" y="610945"/>
                  </a:lnTo>
                  <a:lnTo>
                    <a:pt x="218509" y="610928"/>
                  </a:lnTo>
                  <a:lnTo>
                    <a:pt x="218713" y="610905"/>
                  </a:lnTo>
                  <a:lnTo>
                    <a:pt x="218939" y="610883"/>
                  </a:lnTo>
                  <a:lnTo>
                    <a:pt x="219206" y="610959"/>
                  </a:lnTo>
                  <a:lnTo>
                    <a:pt x="219381" y="611020"/>
                  </a:lnTo>
                  <a:lnTo>
                    <a:pt x="219517" y="611099"/>
                  </a:lnTo>
                  <a:lnTo>
                    <a:pt x="219665" y="611156"/>
                  </a:lnTo>
                  <a:lnTo>
                    <a:pt x="219960" y="611282"/>
                  </a:lnTo>
                  <a:lnTo>
                    <a:pt x="220636" y="611723"/>
                  </a:lnTo>
                  <a:lnTo>
                    <a:pt x="220823" y="611913"/>
                  </a:lnTo>
                  <a:lnTo>
                    <a:pt x="220950" y="612072"/>
                  </a:lnTo>
                  <a:lnTo>
                    <a:pt x="221069" y="612328"/>
                  </a:lnTo>
                  <a:lnTo>
                    <a:pt x="221981" y="614281"/>
                  </a:lnTo>
                  <a:lnTo>
                    <a:pt x="222246" y="614848"/>
                  </a:lnTo>
                  <a:lnTo>
                    <a:pt x="222342" y="615057"/>
                  </a:lnTo>
                  <a:lnTo>
                    <a:pt x="222450" y="615286"/>
                  </a:lnTo>
                  <a:lnTo>
                    <a:pt x="222535" y="615469"/>
                  </a:lnTo>
                  <a:lnTo>
                    <a:pt x="222621" y="615622"/>
                  </a:lnTo>
                  <a:lnTo>
                    <a:pt x="222680" y="615751"/>
                  </a:lnTo>
                  <a:lnTo>
                    <a:pt x="222792" y="615994"/>
                  </a:lnTo>
                  <a:lnTo>
                    <a:pt x="223157" y="616786"/>
                  </a:lnTo>
                  <a:lnTo>
                    <a:pt x="223346" y="617193"/>
                  </a:lnTo>
                  <a:lnTo>
                    <a:pt x="223620" y="617788"/>
                  </a:lnTo>
                  <a:lnTo>
                    <a:pt x="223598" y="617949"/>
                  </a:lnTo>
                  <a:lnTo>
                    <a:pt x="223444" y="619070"/>
                  </a:lnTo>
                  <a:lnTo>
                    <a:pt x="223461" y="619209"/>
                  </a:lnTo>
                  <a:lnTo>
                    <a:pt x="223468" y="619572"/>
                  </a:lnTo>
                  <a:lnTo>
                    <a:pt x="223486" y="620740"/>
                  </a:lnTo>
                  <a:lnTo>
                    <a:pt x="223496" y="621384"/>
                  </a:lnTo>
                  <a:lnTo>
                    <a:pt x="224881" y="626366"/>
                  </a:lnTo>
                  <a:lnTo>
                    <a:pt x="225052" y="627074"/>
                  </a:lnTo>
                  <a:lnTo>
                    <a:pt x="225015" y="627426"/>
                  </a:lnTo>
                  <a:lnTo>
                    <a:pt x="224509" y="631967"/>
                  </a:lnTo>
                  <a:lnTo>
                    <a:pt x="224417" y="632788"/>
                  </a:lnTo>
                  <a:lnTo>
                    <a:pt x="224316" y="633690"/>
                  </a:lnTo>
                  <a:lnTo>
                    <a:pt x="224403" y="633857"/>
                  </a:lnTo>
                  <a:lnTo>
                    <a:pt x="224527" y="634096"/>
                  </a:lnTo>
                  <a:lnTo>
                    <a:pt x="224766" y="634556"/>
                  </a:lnTo>
                  <a:lnTo>
                    <a:pt x="225104" y="635205"/>
                  </a:lnTo>
                  <a:lnTo>
                    <a:pt x="225444" y="635859"/>
                  </a:lnTo>
                  <a:lnTo>
                    <a:pt x="225632" y="636220"/>
                  </a:lnTo>
                  <a:lnTo>
                    <a:pt x="225807" y="636560"/>
                  </a:lnTo>
                  <a:lnTo>
                    <a:pt x="225845" y="636785"/>
                  </a:lnTo>
                  <a:lnTo>
                    <a:pt x="225882" y="637008"/>
                  </a:lnTo>
                  <a:lnTo>
                    <a:pt x="226004" y="637749"/>
                  </a:lnTo>
                  <a:lnTo>
                    <a:pt x="225885" y="638011"/>
                  </a:lnTo>
                  <a:lnTo>
                    <a:pt x="225627" y="638525"/>
                  </a:lnTo>
                  <a:lnTo>
                    <a:pt x="225217" y="639338"/>
                  </a:lnTo>
                  <a:lnTo>
                    <a:pt x="224790" y="640185"/>
                  </a:lnTo>
                  <a:lnTo>
                    <a:pt x="224384" y="640989"/>
                  </a:lnTo>
                  <a:lnTo>
                    <a:pt x="224155" y="641444"/>
                  </a:lnTo>
                  <a:lnTo>
                    <a:pt x="223707" y="642327"/>
                  </a:lnTo>
                  <a:lnTo>
                    <a:pt x="223407" y="642923"/>
                  </a:lnTo>
                  <a:lnTo>
                    <a:pt x="223519" y="643354"/>
                  </a:lnTo>
                  <a:lnTo>
                    <a:pt x="223667" y="643931"/>
                  </a:lnTo>
                  <a:lnTo>
                    <a:pt x="223808" y="644477"/>
                  </a:lnTo>
                  <a:lnTo>
                    <a:pt x="223911" y="644885"/>
                  </a:lnTo>
                  <a:lnTo>
                    <a:pt x="224150" y="645809"/>
                  </a:lnTo>
                  <a:lnTo>
                    <a:pt x="224333" y="646519"/>
                  </a:lnTo>
                  <a:lnTo>
                    <a:pt x="224530" y="647291"/>
                  </a:lnTo>
                  <a:lnTo>
                    <a:pt x="224410" y="647638"/>
                  </a:lnTo>
                  <a:lnTo>
                    <a:pt x="223778" y="649461"/>
                  </a:lnTo>
                  <a:lnTo>
                    <a:pt x="222996" y="651717"/>
                  </a:lnTo>
                  <a:lnTo>
                    <a:pt x="222467" y="651963"/>
                  </a:lnTo>
                  <a:lnTo>
                    <a:pt x="222049" y="652155"/>
                  </a:lnTo>
                  <a:lnTo>
                    <a:pt x="221562" y="652383"/>
                  </a:lnTo>
                  <a:lnTo>
                    <a:pt x="221041" y="652624"/>
                  </a:lnTo>
                  <a:lnTo>
                    <a:pt x="220631" y="652814"/>
                  </a:lnTo>
                  <a:lnTo>
                    <a:pt x="220026" y="653095"/>
                  </a:lnTo>
                  <a:lnTo>
                    <a:pt x="219520" y="653332"/>
                  </a:lnTo>
                  <a:lnTo>
                    <a:pt x="219055" y="653548"/>
                  </a:lnTo>
                  <a:lnTo>
                    <a:pt x="218608" y="653754"/>
                  </a:lnTo>
                  <a:lnTo>
                    <a:pt x="218108" y="653986"/>
                  </a:lnTo>
                  <a:lnTo>
                    <a:pt x="217475" y="654286"/>
                  </a:lnTo>
                  <a:lnTo>
                    <a:pt x="217156" y="654460"/>
                  </a:lnTo>
                  <a:lnTo>
                    <a:pt x="216671" y="654868"/>
                  </a:lnTo>
                  <a:lnTo>
                    <a:pt x="216226" y="655189"/>
                  </a:lnTo>
                  <a:lnTo>
                    <a:pt x="215808" y="655489"/>
                  </a:lnTo>
                  <a:lnTo>
                    <a:pt x="215321" y="655838"/>
                  </a:lnTo>
                  <a:lnTo>
                    <a:pt x="215068" y="656021"/>
                  </a:lnTo>
                  <a:lnTo>
                    <a:pt x="214730" y="656263"/>
                  </a:lnTo>
                  <a:lnTo>
                    <a:pt x="214364" y="656528"/>
                  </a:lnTo>
                  <a:lnTo>
                    <a:pt x="213991" y="656797"/>
                  </a:lnTo>
                  <a:lnTo>
                    <a:pt x="213555" y="657112"/>
                  </a:lnTo>
                  <a:lnTo>
                    <a:pt x="213300" y="657294"/>
                  </a:lnTo>
                  <a:lnTo>
                    <a:pt x="212836" y="657627"/>
                  </a:lnTo>
                  <a:lnTo>
                    <a:pt x="212531" y="657848"/>
                  </a:lnTo>
                  <a:lnTo>
                    <a:pt x="212146" y="658124"/>
                  </a:lnTo>
                  <a:lnTo>
                    <a:pt x="211790" y="658394"/>
                  </a:lnTo>
                  <a:lnTo>
                    <a:pt x="211673" y="658528"/>
                  </a:lnTo>
                  <a:lnTo>
                    <a:pt x="211429" y="658807"/>
                  </a:lnTo>
                  <a:lnTo>
                    <a:pt x="211049" y="659240"/>
                  </a:lnTo>
                  <a:lnTo>
                    <a:pt x="210487" y="659880"/>
                  </a:lnTo>
                  <a:lnTo>
                    <a:pt x="210294" y="660098"/>
                  </a:lnTo>
                  <a:lnTo>
                    <a:pt x="209781" y="660687"/>
                  </a:lnTo>
                  <a:lnTo>
                    <a:pt x="209401" y="661121"/>
                  </a:lnTo>
                  <a:lnTo>
                    <a:pt x="209129" y="661392"/>
                  </a:lnTo>
                  <a:lnTo>
                    <a:pt x="208928" y="661421"/>
                  </a:lnTo>
                  <a:lnTo>
                    <a:pt x="208245" y="661521"/>
                  </a:lnTo>
                  <a:lnTo>
                    <a:pt x="199637" y="662780"/>
                  </a:lnTo>
                  <a:lnTo>
                    <a:pt x="193255" y="664014"/>
                  </a:lnTo>
                  <a:lnTo>
                    <a:pt x="193100" y="664044"/>
                  </a:lnTo>
                  <a:lnTo>
                    <a:pt x="192008" y="664255"/>
                  </a:lnTo>
                  <a:lnTo>
                    <a:pt x="190965" y="664457"/>
                  </a:lnTo>
                  <a:lnTo>
                    <a:pt x="189802" y="664682"/>
                  </a:lnTo>
                  <a:lnTo>
                    <a:pt x="188749" y="664876"/>
                  </a:lnTo>
                  <a:lnTo>
                    <a:pt x="188580" y="664909"/>
                  </a:lnTo>
                  <a:lnTo>
                    <a:pt x="187471" y="665118"/>
                  </a:lnTo>
                  <a:lnTo>
                    <a:pt x="186229" y="665350"/>
                  </a:lnTo>
                  <a:lnTo>
                    <a:pt x="184691" y="665638"/>
                  </a:lnTo>
                  <a:lnTo>
                    <a:pt x="183469" y="665868"/>
                  </a:lnTo>
                  <a:lnTo>
                    <a:pt x="181727" y="666196"/>
                  </a:lnTo>
                  <a:lnTo>
                    <a:pt x="180600" y="666407"/>
                  </a:lnTo>
                  <a:lnTo>
                    <a:pt x="179599" y="666595"/>
                  </a:lnTo>
                  <a:lnTo>
                    <a:pt x="178190" y="666787"/>
                  </a:lnTo>
                  <a:lnTo>
                    <a:pt x="180829" y="670269"/>
                  </a:lnTo>
                  <a:lnTo>
                    <a:pt x="182735" y="672783"/>
                  </a:lnTo>
                  <a:lnTo>
                    <a:pt x="185902" y="676963"/>
                  </a:lnTo>
                  <a:lnTo>
                    <a:pt x="190099" y="682506"/>
                  </a:lnTo>
                  <a:lnTo>
                    <a:pt x="198044" y="692949"/>
                  </a:lnTo>
                  <a:lnTo>
                    <a:pt x="199605" y="695009"/>
                  </a:lnTo>
                  <a:lnTo>
                    <a:pt x="201519" y="701916"/>
                  </a:lnTo>
                  <a:lnTo>
                    <a:pt x="202259" y="704591"/>
                  </a:lnTo>
                  <a:lnTo>
                    <a:pt x="205244" y="708527"/>
                  </a:lnTo>
                  <a:lnTo>
                    <a:pt x="209805" y="714542"/>
                  </a:lnTo>
                  <a:lnTo>
                    <a:pt x="210487" y="715440"/>
                  </a:lnTo>
                  <a:lnTo>
                    <a:pt x="219047" y="726719"/>
                  </a:lnTo>
                  <a:lnTo>
                    <a:pt x="220413" y="732430"/>
                  </a:lnTo>
                  <a:lnTo>
                    <a:pt x="221519" y="737017"/>
                  </a:lnTo>
                  <a:lnTo>
                    <a:pt x="223613" y="746102"/>
                  </a:lnTo>
                  <a:lnTo>
                    <a:pt x="225682" y="755062"/>
                  </a:lnTo>
                  <a:lnTo>
                    <a:pt x="228369" y="753354"/>
                  </a:lnTo>
                  <a:lnTo>
                    <a:pt x="230999" y="751682"/>
                  </a:lnTo>
                  <a:lnTo>
                    <a:pt x="239972" y="745978"/>
                  </a:lnTo>
                  <a:lnTo>
                    <a:pt x="245917" y="749231"/>
                  </a:lnTo>
                  <a:lnTo>
                    <a:pt x="247199" y="749933"/>
                  </a:lnTo>
                  <a:lnTo>
                    <a:pt x="250189" y="751106"/>
                  </a:lnTo>
                  <a:lnTo>
                    <a:pt x="252429" y="751976"/>
                  </a:lnTo>
                  <a:lnTo>
                    <a:pt x="254474" y="752774"/>
                  </a:lnTo>
                  <a:lnTo>
                    <a:pt x="255278" y="753088"/>
                  </a:lnTo>
                  <a:lnTo>
                    <a:pt x="256672" y="753633"/>
                  </a:lnTo>
                  <a:lnTo>
                    <a:pt x="258220" y="754240"/>
                  </a:lnTo>
                  <a:lnTo>
                    <a:pt x="261263" y="755430"/>
                  </a:lnTo>
                  <a:lnTo>
                    <a:pt x="266870" y="757629"/>
                  </a:lnTo>
                  <a:lnTo>
                    <a:pt x="273830" y="756583"/>
                  </a:lnTo>
                  <a:lnTo>
                    <a:pt x="281397" y="755446"/>
                  </a:lnTo>
                  <a:lnTo>
                    <a:pt x="286628" y="754660"/>
                  </a:lnTo>
                  <a:lnTo>
                    <a:pt x="289955" y="754162"/>
                  </a:lnTo>
                  <a:lnTo>
                    <a:pt x="290902" y="755162"/>
                  </a:lnTo>
                  <a:lnTo>
                    <a:pt x="292337" y="756676"/>
                  </a:lnTo>
                  <a:lnTo>
                    <a:pt x="296203" y="760751"/>
                  </a:lnTo>
                  <a:lnTo>
                    <a:pt x="303544" y="768419"/>
                  </a:lnTo>
                  <a:lnTo>
                    <a:pt x="308139" y="764466"/>
                  </a:lnTo>
                  <a:lnTo>
                    <a:pt x="309374" y="763404"/>
                  </a:lnTo>
                  <a:lnTo>
                    <a:pt x="316060" y="757604"/>
                  </a:lnTo>
                  <a:lnTo>
                    <a:pt x="316500" y="757223"/>
                  </a:lnTo>
                  <a:lnTo>
                    <a:pt x="318394" y="755577"/>
                  </a:lnTo>
                  <a:lnTo>
                    <a:pt x="320446" y="753795"/>
                  </a:lnTo>
                  <a:lnTo>
                    <a:pt x="322694" y="751967"/>
                  </a:lnTo>
                  <a:lnTo>
                    <a:pt x="327096" y="748404"/>
                  </a:lnTo>
                  <a:lnTo>
                    <a:pt x="336795" y="745447"/>
                  </a:lnTo>
                  <a:lnTo>
                    <a:pt x="340821" y="744221"/>
                  </a:lnTo>
                  <a:lnTo>
                    <a:pt x="348563" y="741864"/>
                  </a:lnTo>
                  <a:lnTo>
                    <a:pt x="352306" y="729368"/>
                  </a:lnTo>
                  <a:lnTo>
                    <a:pt x="352761" y="724286"/>
                  </a:lnTo>
                  <a:lnTo>
                    <a:pt x="353145" y="719989"/>
                  </a:lnTo>
                  <a:lnTo>
                    <a:pt x="353934" y="711123"/>
                  </a:lnTo>
                  <a:lnTo>
                    <a:pt x="357272" y="708764"/>
                  </a:lnTo>
                  <a:lnTo>
                    <a:pt x="362270" y="705243"/>
                  </a:lnTo>
                  <a:lnTo>
                    <a:pt x="369810" y="705865"/>
                  </a:lnTo>
                  <a:lnTo>
                    <a:pt x="373100" y="706137"/>
                  </a:lnTo>
                  <a:lnTo>
                    <a:pt x="376655" y="709859"/>
                  </a:lnTo>
                  <a:lnTo>
                    <a:pt x="383558" y="717075"/>
                  </a:lnTo>
                  <a:lnTo>
                    <a:pt x="390961" y="713388"/>
                  </a:lnTo>
                  <a:lnTo>
                    <a:pt x="391842" y="722819"/>
                  </a:lnTo>
                  <a:lnTo>
                    <a:pt x="393698" y="723279"/>
                  </a:lnTo>
                  <a:lnTo>
                    <a:pt x="394245" y="723416"/>
                  </a:lnTo>
                  <a:lnTo>
                    <a:pt x="397339" y="724184"/>
                  </a:lnTo>
                  <a:lnTo>
                    <a:pt x="398898" y="725531"/>
                  </a:lnTo>
                  <a:lnTo>
                    <a:pt x="402085" y="728279"/>
                  </a:lnTo>
                  <a:lnTo>
                    <a:pt x="404807" y="729216"/>
                  </a:lnTo>
                  <a:lnTo>
                    <a:pt x="407293" y="730077"/>
                  </a:lnTo>
                  <a:lnTo>
                    <a:pt x="409715" y="730409"/>
                  </a:lnTo>
                  <a:lnTo>
                    <a:pt x="417009" y="731411"/>
                  </a:lnTo>
                  <a:lnTo>
                    <a:pt x="420091" y="731835"/>
                  </a:lnTo>
                  <a:lnTo>
                    <a:pt x="423557" y="732285"/>
                  </a:lnTo>
                  <a:lnTo>
                    <a:pt x="426028" y="732726"/>
                  </a:lnTo>
                  <a:lnTo>
                    <a:pt x="427674" y="733022"/>
                  </a:lnTo>
                  <a:lnTo>
                    <a:pt x="434310" y="734206"/>
                  </a:lnTo>
                  <a:lnTo>
                    <a:pt x="437519" y="734782"/>
                  </a:lnTo>
                  <a:lnTo>
                    <a:pt x="444141" y="738096"/>
                  </a:lnTo>
                  <a:lnTo>
                    <a:pt x="448847" y="740446"/>
                  </a:lnTo>
                  <a:lnTo>
                    <a:pt x="455889" y="743969"/>
                  </a:lnTo>
                  <a:lnTo>
                    <a:pt x="457204" y="746298"/>
                  </a:lnTo>
                  <a:lnTo>
                    <a:pt x="457939" y="747600"/>
                  </a:lnTo>
                  <a:lnTo>
                    <a:pt x="458287" y="748218"/>
                  </a:lnTo>
                  <a:lnTo>
                    <a:pt x="459859" y="751011"/>
                  </a:lnTo>
                  <a:lnTo>
                    <a:pt x="462019" y="754915"/>
                  </a:lnTo>
                  <a:lnTo>
                    <a:pt x="465937" y="761987"/>
                  </a:lnTo>
                  <a:lnTo>
                    <a:pt x="470608" y="763252"/>
                  </a:lnTo>
                  <a:lnTo>
                    <a:pt x="470141" y="759234"/>
                  </a:lnTo>
                  <a:lnTo>
                    <a:pt x="469926" y="757389"/>
                  </a:lnTo>
                  <a:lnTo>
                    <a:pt x="469782" y="756138"/>
                  </a:lnTo>
                  <a:lnTo>
                    <a:pt x="486249" y="733456"/>
                  </a:lnTo>
                  <a:lnTo>
                    <a:pt x="484595" y="726503"/>
                  </a:lnTo>
                  <a:lnTo>
                    <a:pt x="484606" y="726230"/>
                  </a:lnTo>
                  <a:lnTo>
                    <a:pt x="484601" y="725958"/>
                  </a:lnTo>
                  <a:lnTo>
                    <a:pt x="484624" y="725731"/>
                  </a:lnTo>
                  <a:lnTo>
                    <a:pt x="484631" y="725509"/>
                  </a:lnTo>
                  <a:lnTo>
                    <a:pt x="484642" y="725195"/>
                  </a:lnTo>
                  <a:lnTo>
                    <a:pt x="484648" y="724745"/>
                  </a:lnTo>
                  <a:lnTo>
                    <a:pt x="484651" y="724609"/>
                  </a:lnTo>
                  <a:lnTo>
                    <a:pt x="484645" y="724248"/>
                  </a:lnTo>
                  <a:lnTo>
                    <a:pt x="484607" y="724057"/>
                  </a:lnTo>
                  <a:lnTo>
                    <a:pt x="484559" y="723825"/>
                  </a:lnTo>
                  <a:lnTo>
                    <a:pt x="484506" y="723647"/>
                  </a:lnTo>
                  <a:lnTo>
                    <a:pt x="484426" y="723415"/>
                  </a:lnTo>
                  <a:lnTo>
                    <a:pt x="484368" y="723192"/>
                  </a:lnTo>
                  <a:lnTo>
                    <a:pt x="484328" y="723036"/>
                  </a:lnTo>
                  <a:lnTo>
                    <a:pt x="484450" y="720121"/>
                  </a:lnTo>
                  <a:lnTo>
                    <a:pt x="484461" y="719898"/>
                  </a:lnTo>
                  <a:lnTo>
                    <a:pt x="484487" y="719252"/>
                  </a:lnTo>
                  <a:lnTo>
                    <a:pt x="484501" y="719056"/>
                  </a:lnTo>
                  <a:lnTo>
                    <a:pt x="484968" y="718594"/>
                  </a:lnTo>
                  <a:lnTo>
                    <a:pt x="484168" y="716382"/>
                  </a:lnTo>
                  <a:lnTo>
                    <a:pt x="484054" y="716129"/>
                  </a:lnTo>
                  <a:lnTo>
                    <a:pt x="484030" y="715688"/>
                  </a:lnTo>
                  <a:lnTo>
                    <a:pt x="483997" y="715543"/>
                  </a:lnTo>
                  <a:lnTo>
                    <a:pt x="483949" y="715293"/>
                  </a:lnTo>
                  <a:lnTo>
                    <a:pt x="483789" y="713692"/>
                  </a:lnTo>
                  <a:lnTo>
                    <a:pt x="483799" y="713523"/>
                  </a:lnTo>
                  <a:lnTo>
                    <a:pt x="483795" y="713391"/>
                  </a:lnTo>
                  <a:lnTo>
                    <a:pt x="483643" y="711628"/>
                  </a:lnTo>
                  <a:lnTo>
                    <a:pt x="483640" y="711482"/>
                  </a:lnTo>
                  <a:lnTo>
                    <a:pt x="483136" y="710795"/>
                  </a:lnTo>
                  <a:lnTo>
                    <a:pt x="483063" y="709427"/>
                  </a:lnTo>
                  <a:lnTo>
                    <a:pt x="483357" y="706518"/>
                  </a:lnTo>
                  <a:lnTo>
                    <a:pt x="483576" y="705572"/>
                  </a:lnTo>
                  <a:lnTo>
                    <a:pt x="483539" y="705438"/>
                  </a:lnTo>
                  <a:lnTo>
                    <a:pt x="483514" y="705283"/>
                  </a:lnTo>
                  <a:lnTo>
                    <a:pt x="483482" y="704969"/>
                  </a:lnTo>
                  <a:lnTo>
                    <a:pt x="483458" y="702633"/>
                  </a:lnTo>
                  <a:lnTo>
                    <a:pt x="483367" y="702248"/>
                  </a:lnTo>
                  <a:lnTo>
                    <a:pt x="485265" y="694629"/>
                  </a:lnTo>
                  <a:lnTo>
                    <a:pt x="486122" y="693421"/>
                  </a:lnTo>
                  <a:lnTo>
                    <a:pt x="490299" y="683839"/>
                  </a:lnTo>
                  <a:lnTo>
                    <a:pt x="491175" y="682783"/>
                  </a:lnTo>
                  <a:lnTo>
                    <a:pt x="491260" y="682654"/>
                  </a:lnTo>
                  <a:lnTo>
                    <a:pt x="491397" y="682404"/>
                  </a:lnTo>
                  <a:lnTo>
                    <a:pt x="492325" y="680805"/>
                  </a:lnTo>
                  <a:lnTo>
                    <a:pt x="492493" y="680657"/>
                  </a:lnTo>
                  <a:lnTo>
                    <a:pt x="492820" y="680377"/>
                  </a:lnTo>
                  <a:lnTo>
                    <a:pt x="492969" y="680258"/>
                  </a:lnTo>
                  <a:lnTo>
                    <a:pt x="493584" y="679872"/>
                  </a:lnTo>
                  <a:lnTo>
                    <a:pt x="493725" y="678863"/>
                  </a:lnTo>
                  <a:lnTo>
                    <a:pt x="493829" y="678735"/>
                  </a:lnTo>
                  <a:lnTo>
                    <a:pt x="494275" y="678115"/>
                  </a:lnTo>
                  <a:lnTo>
                    <a:pt x="494364" y="677959"/>
                  </a:lnTo>
                  <a:lnTo>
                    <a:pt x="494579" y="677808"/>
                  </a:lnTo>
                  <a:lnTo>
                    <a:pt x="494923" y="677547"/>
                  </a:lnTo>
                  <a:lnTo>
                    <a:pt x="497478" y="675448"/>
                  </a:lnTo>
                  <a:lnTo>
                    <a:pt x="497563" y="675304"/>
                  </a:lnTo>
                  <a:lnTo>
                    <a:pt x="497714" y="675151"/>
                  </a:lnTo>
                  <a:lnTo>
                    <a:pt x="498786" y="674243"/>
                  </a:lnTo>
                  <a:lnTo>
                    <a:pt x="498935" y="674131"/>
                  </a:lnTo>
                  <a:lnTo>
                    <a:pt x="499100" y="673983"/>
                  </a:lnTo>
                  <a:lnTo>
                    <a:pt x="499336" y="673614"/>
                  </a:lnTo>
                  <a:lnTo>
                    <a:pt x="499940" y="673038"/>
                  </a:lnTo>
                  <a:lnTo>
                    <a:pt x="500060" y="672893"/>
                  </a:lnTo>
                  <a:lnTo>
                    <a:pt x="500259" y="672709"/>
                  </a:lnTo>
                  <a:lnTo>
                    <a:pt x="500737" y="672271"/>
                  </a:lnTo>
                  <a:lnTo>
                    <a:pt x="500913" y="671695"/>
                  </a:lnTo>
                  <a:lnTo>
                    <a:pt x="501062" y="671428"/>
                  </a:lnTo>
                  <a:lnTo>
                    <a:pt x="501287" y="671182"/>
                  </a:lnTo>
                  <a:lnTo>
                    <a:pt x="501684" y="670865"/>
                  </a:lnTo>
                  <a:lnTo>
                    <a:pt x="501883" y="670734"/>
                  </a:lnTo>
                  <a:lnTo>
                    <a:pt x="502051" y="670626"/>
                  </a:lnTo>
                  <a:lnTo>
                    <a:pt x="502208" y="670497"/>
                  </a:lnTo>
                  <a:lnTo>
                    <a:pt x="502421" y="670325"/>
                  </a:lnTo>
                  <a:lnTo>
                    <a:pt x="502766" y="669983"/>
                  </a:lnTo>
                  <a:lnTo>
                    <a:pt x="502881" y="669840"/>
                  </a:lnTo>
                  <a:lnTo>
                    <a:pt x="502720" y="668514"/>
                  </a:lnTo>
                  <a:lnTo>
                    <a:pt x="503233" y="668130"/>
                  </a:lnTo>
                  <a:lnTo>
                    <a:pt x="503374" y="668046"/>
                  </a:lnTo>
                  <a:lnTo>
                    <a:pt x="503546" y="667975"/>
                  </a:lnTo>
                  <a:lnTo>
                    <a:pt x="503686" y="667936"/>
                  </a:lnTo>
                  <a:lnTo>
                    <a:pt x="503821" y="667952"/>
                  </a:lnTo>
                  <a:lnTo>
                    <a:pt x="506332" y="666614"/>
                  </a:lnTo>
                  <a:lnTo>
                    <a:pt x="506449" y="666473"/>
                  </a:lnTo>
                  <a:lnTo>
                    <a:pt x="506862" y="666123"/>
                  </a:lnTo>
                  <a:lnTo>
                    <a:pt x="507028" y="666031"/>
                  </a:lnTo>
                  <a:lnTo>
                    <a:pt x="507229" y="665941"/>
                  </a:lnTo>
                  <a:lnTo>
                    <a:pt x="507380" y="665856"/>
                  </a:lnTo>
                  <a:lnTo>
                    <a:pt x="507973" y="665059"/>
                  </a:lnTo>
                  <a:lnTo>
                    <a:pt x="508236" y="664837"/>
                  </a:lnTo>
                  <a:lnTo>
                    <a:pt x="508385" y="664672"/>
                  </a:lnTo>
                  <a:lnTo>
                    <a:pt x="508611" y="664497"/>
                  </a:lnTo>
                  <a:lnTo>
                    <a:pt x="509014" y="664109"/>
                  </a:lnTo>
                  <a:lnTo>
                    <a:pt x="509233" y="663840"/>
                  </a:lnTo>
                  <a:lnTo>
                    <a:pt x="509374" y="663779"/>
                  </a:lnTo>
                  <a:lnTo>
                    <a:pt x="511564" y="665102"/>
                  </a:lnTo>
                  <a:lnTo>
                    <a:pt x="511760" y="665182"/>
                  </a:lnTo>
                  <a:lnTo>
                    <a:pt x="519159" y="667277"/>
                  </a:lnTo>
                  <a:lnTo>
                    <a:pt x="520343" y="667552"/>
                  </a:lnTo>
                  <a:lnTo>
                    <a:pt x="525563" y="660253"/>
                  </a:lnTo>
                  <a:lnTo>
                    <a:pt x="525636" y="659246"/>
                  </a:lnTo>
                  <a:lnTo>
                    <a:pt x="525536" y="658082"/>
                  </a:lnTo>
                  <a:lnTo>
                    <a:pt x="525500" y="657654"/>
                  </a:lnTo>
                  <a:lnTo>
                    <a:pt x="525724" y="656976"/>
                  </a:lnTo>
                  <a:lnTo>
                    <a:pt x="525728" y="656720"/>
                  </a:lnTo>
                  <a:lnTo>
                    <a:pt x="525752" y="656578"/>
                  </a:lnTo>
                  <a:lnTo>
                    <a:pt x="526118" y="655030"/>
                  </a:lnTo>
                  <a:lnTo>
                    <a:pt x="526172" y="654862"/>
                  </a:lnTo>
                  <a:lnTo>
                    <a:pt x="526221" y="654695"/>
                  </a:lnTo>
                  <a:lnTo>
                    <a:pt x="526270" y="654472"/>
                  </a:lnTo>
                  <a:lnTo>
                    <a:pt x="526301" y="654267"/>
                  </a:lnTo>
                  <a:lnTo>
                    <a:pt x="526243" y="653765"/>
                  </a:lnTo>
                  <a:lnTo>
                    <a:pt x="526258" y="653623"/>
                  </a:lnTo>
                  <a:lnTo>
                    <a:pt x="526321" y="653458"/>
                  </a:lnTo>
                  <a:lnTo>
                    <a:pt x="526395" y="653235"/>
                  </a:lnTo>
                  <a:lnTo>
                    <a:pt x="526480" y="652962"/>
                  </a:lnTo>
                  <a:lnTo>
                    <a:pt x="526544" y="652772"/>
                  </a:lnTo>
                  <a:lnTo>
                    <a:pt x="526618" y="652613"/>
                  </a:lnTo>
                  <a:lnTo>
                    <a:pt x="526688" y="652465"/>
                  </a:lnTo>
                  <a:lnTo>
                    <a:pt x="526735" y="652319"/>
                  </a:lnTo>
                  <a:lnTo>
                    <a:pt x="526753" y="652166"/>
                  </a:lnTo>
                  <a:lnTo>
                    <a:pt x="526774" y="652035"/>
                  </a:lnTo>
                  <a:lnTo>
                    <a:pt x="526792" y="651860"/>
                  </a:lnTo>
                  <a:lnTo>
                    <a:pt x="526924" y="651387"/>
                  </a:lnTo>
                  <a:lnTo>
                    <a:pt x="526993" y="651160"/>
                  </a:lnTo>
                  <a:lnTo>
                    <a:pt x="527115" y="650822"/>
                  </a:lnTo>
                  <a:lnTo>
                    <a:pt x="527187" y="650615"/>
                  </a:lnTo>
                  <a:lnTo>
                    <a:pt x="527257" y="650448"/>
                  </a:lnTo>
                  <a:lnTo>
                    <a:pt x="527265" y="650245"/>
                  </a:lnTo>
                  <a:lnTo>
                    <a:pt x="527369" y="650004"/>
                  </a:lnTo>
                  <a:lnTo>
                    <a:pt x="527374" y="649876"/>
                  </a:lnTo>
                  <a:lnTo>
                    <a:pt x="527345" y="649743"/>
                  </a:lnTo>
                  <a:lnTo>
                    <a:pt x="527413" y="649501"/>
                  </a:lnTo>
                  <a:lnTo>
                    <a:pt x="527158" y="648564"/>
                  </a:lnTo>
                  <a:lnTo>
                    <a:pt x="527155" y="648415"/>
                  </a:lnTo>
                  <a:lnTo>
                    <a:pt x="527185" y="648124"/>
                  </a:lnTo>
                  <a:lnTo>
                    <a:pt x="527225" y="647982"/>
                  </a:lnTo>
                  <a:lnTo>
                    <a:pt x="527816" y="646717"/>
                  </a:lnTo>
                  <a:lnTo>
                    <a:pt x="527904" y="646403"/>
                  </a:lnTo>
                  <a:lnTo>
                    <a:pt x="527976" y="645988"/>
                  </a:lnTo>
                  <a:lnTo>
                    <a:pt x="528216" y="645019"/>
                  </a:lnTo>
                  <a:lnTo>
                    <a:pt x="528280" y="644379"/>
                  </a:lnTo>
                  <a:lnTo>
                    <a:pt x="528211" y="643201"/>
                  </a:lnTo>
                  <a:lnTo>
                    <a:pt x="528219" y="643067"/>
                  </a:lnTo>
                  <a:lnTo>
                    <a:pt x="528252" y="642802"/>
                  </a:lnTo>
                  <a:lnTo>
                    <a:pt x="527709" y="640507"/>
                  </a:lnTo>
                  <a:lnTo>
                    <a:pt x="527712" y="640377"/>
                  </a:lnTo>
                  <a:lnTo>
                    <a:pt x="528066" y="639628"/>
                  </a:lnTo>
                  <a:lnTo>
                    <a:pt x="528173" y="638782"/>
                  </a:lnTo>
                  <a:lnTo>
                    <a:pt x="530140" y="634517"/>
                  </a:lnTo>
                  <a:lnTo>
                    <a:pt x="530316" y="634256"/>
                  </a:lnTo>
                  <a:lnTo>
                    <a:pt x="530384" y="634068"/>
                  </a:lnTo>
                  <a:lnTo>
                    <a:pt x="530459" y="633892"/>
                  </a:lnTo>
                  <a:lnTo>
                    <a:pt x="531313" y="633235"/>
                  </a:lnTo>
                  <a:lnTo>
                    <a:pt x="531376" y="633039"/>
                  </a:lnTo>
                  <a:lnTo>
                    <a:pt x="531439" y="632853"/>
                  </a:lnTo>
                  <a:lnTo>
                    <a:pt x="531629" y="632075"/>
                  </a:lnTo>
                  <a:lnTo>
                    <a:pt x="531683" y="631942"/>
                  </a:lnTo>
                  <a:lnTo>
                    <a:pt x="531739" y="631627"/>
                  </a:lnTo>
                  <a:lnTo>
                    <a:pt x="531775" y="631494"/>
                  </a:lnTo>
                  <a:lnTo>
                    <a:pt x="531943" y="630355"/>
                  </a:lnTo>
                  <a:lnTo>
                    <a:pt x="531931" y="630124"/>
                  </a:lnTo>
                  <a:lnTo>
                    <a:pt x="531957" y="629984"/>
                  </a:lnTo>
                  <a:lnTo>
                    <a:pt x="531989" y="629839"/>
                  </a:lnTo>
                  <a:lnTo>
                    <a:pt x="531990" y="629511"/>
                  </a:lnTo>
                  <a:lnTo>
                    <a:pt x="531951" y="629336"/>
                  </a:lnTo>
                  <a:lnTo>
                    <a:pt x="531722" y="628711"/>
                  </a:lnTo>
                  <a:lnTo>
                    <a:pt x="531305" y="627956"/>
                  </a:lnTo>
                  <a:lnTo>
                    <a:pt x="529467" y="626826"/>
                  </a:lnTo>
                  <a:lnTo>
                    <a:pt x="529285" y="626656"/>
                  </a:lnTo>
                  <a:lnTo>
                    <a:pt x="529106" y="626523"/>
                  </a:lnTo>
                  <a:lnTo>
                    <a:pt x="528850" y="626371"/>
                  </a:lnTo>
                  <a:lnTo>
                    <a:pt x="528789" y="626229"/>
                  </a:lnTo>
                  <a:lnTo>
                    <a:pt x="528746" y="626026"/>
                  </a:lnTo>
                  <a:lnTo>
                    <a:pt x="528748" y="625847"/>
                  </a:lnTo>
                  <a:lnTo>
                    <a:pt x="528762" y="625638"/>
                  </a:lnTo>
                  <a:lnTo>
                    <a:pt x="528708" y="625380"/>
                  </a:lnTo>
                  <a:lnTo>
                    <a:pt x="528541" y="625134"/>
                  </a:lnTo>
                  <a:lnTo>
                    <a:pt x="528275" y="624961"/>
                  </a:lnTo>
                  <a:lnTo>
                    <a:pt x="528052" y="624578"/>
                  </a:lnTo>
                  <a:lnTo>
                    <a:pt x="527979" y="624264"/>
                  </a:lnTo>
                  <a:lnTo>
                    <a:pt x="528020" y="624006"/>
                  </a:lnTo>
                  <a:lnTo>
                    <a:pt x="527990" y="623787"/>
                  </a:lnTo>
                  <a:lnTo>
                    <a:pt x="528091" y="622277"/>
                  </a:lnTo>
                  <a:lnTo>
                    <a:pt x="528017" y="622082"/>
                  </a:lnTo>
                  <a:lnTo>
                    <a:pt x="527973" y="621904"/>
                  </a:lnTo>
                  <a:lnTo>
                    <a:pt x="527948" y="621598"/>
                  </a:lnTo>
                  <a:lnTo>
                    <a:pt x="528036" y="621423"/>
                  </a:lnTo>
                  <a:lnTo>
                    <a:pt x="527022" y="618844"/>
                  </a:lnTo>
                  <a:lnTo>
                    <a:pt x="526941" y="618688"/>
                  </a:lnTo>
                  <a:lnTo>
                    <a:pt x="526679" y="618349"/>
                  </a:lnTo>
                  <a:lnTo>
                    <a:pt x="526432" y="618058"/>
                  </a:lnTo>
                  <a:lnTo>
                    <a:pt x="526277" y="617814"/>
                  </a:lnTo>
                  <a:lnTo>
                    <a:pt x="526106" y="617598"/>
                  </a:lnTo>
                  <a:lnTo>
                    <a:pt x="525987" y="617380"/>
                  </a:lnTo>
                  <a:lnTo>
                    <a:pt x="525746" y="617015"/>
                  </a:lnTo>
                  <a:lnTo>
                    <a:pt x="525522" y="616696"/>
                  </a:lnTo>
                  <a:lnTo>
                    <a:pt x="525001" y="615917"/>
                  </a:lnTo>
                  <a:lnTo>
                    <a:pt x="524925" y="615730"/>
                  </a:lnTo>
                  <a:lnTo>
                    <a:pt x="524790" y="615543"/>
                  </a:lnTo>
                  <a:lnTo>
                    <a:pt x="524569" y="615103"/>
                  </a:lnTo>
                  <a:lnTo>
                    <a:pt x="524397" y="614821"/>
                  </a:lnTo>
                  <a:lnTo>
                    <a:pt x="524297" y="614647"/>
                  </a:lnTo>
                  <a:lnTo>
                    <a:pt x="524298" y="614322"/>
                  </a:lnTo>
                  <a:lnTo>
                    <a:pt x="524440" y="614215"/>
                  </a:lnTo>
                  <a:lnTo>
                    <a:pt x="524591" y="614090"/>
                  </a:lnTo>
                  <a:lnTo>
                    <a:pt x="524758" y="613622"/>
                  </a:lnTo>
                  <a:lnTo>
                    <a:pt x="524592" y="613282"/>
                  </a:lnTo>
                  <a:lnTo>
                    <a:pt x="524500" y="613150"/>
                  </a:lnTo>
                  <a:lnTo>
                    <a:pt x="524466" y="612899"/>
                  </a:lnTo>
                  <a:lnTo>
                    <a:pt x="524435" y="612734"/>
                  </a:lnTo>
                  <a:lnTo>
                    <a:pt x="524337" y="612461"/>
                  </a:lnTo>
                  <a:lnTo>
                    <a:pt x="523844" y="611374"/>
                  </a:lnTo>
                  <a:lnTo>
                    <a:pt x="523787" y="611205"/>
                  </a:lnTo>
                  <a:lnTo>
                    <a:pt x="523744" y="611040"/>
                  </a:lnTo>
                  <a:lnTo>
                    <a:pt x="523716" y="610860"/>
                  </a:lnTo>
                  <a:lnTo>
                    <a:pt x="523699" y="610708"/>
                  </a:lnTo>
                  <a:lnTo>
                    <a:pt x="523687" y="610487"/>
                  </a:lnTo>
                  <a:lnTo>
                    <a:pt x="523702" y="610284"/>
                  </a:lnTo>
                  <a:lnTo>
                    <a:pt x="523750" y="609613"/>
                  </a:lnTo>
                  <a:lnTo>
                    <a:pt x="523734" y="609477"/>
                  </a:lnTo>
                  <a:lnTo>
                    <a:pt x="523804" y="609100"/>
                  </a:lnTo>
                  <a:lnTo>
                    <a:pt x="523875" y="608969"/>
                  </a:lnTo>
                  <a:lnTo>
                    <a:pt x="523776" y="608094"/>
                  </a:lnTo>
                  <a:lnTo>
                    <a:pt x="522561" y="607104"/>
                  </a:lnTo>
                  <a:lnTo>
                    <a:pt x="522539" y="606942"/>
                  </a:lnTo>
                  <a:lnTo>
                    <a:pt x="522509" y="605930"/>
                  </a:lnTo>
                  <a:lnTo>
                    <a:pt x="522520" y="605801"/>
                  </a:lnTo>
                  <a:lnTo>
                    <a:pt x="522495" y="605648"/>
                  </a:lnTo>
                  <a:lnTo>
                    <a:pt x="522883" y="604166"/>
                  </a:lnTo>
                  <a:lnTo>
                    <a:pt x="522912" y="604017"/>
                  </a:lnTo>
                  <a:lnTo>
                    <a:pt x="522930" y="603858"/>
                  </a:lnTo>
                  <a:lnTo>
                    <a:pt x="522959" y="603711"/>
                  </a:lnTo>
                  <a:lnTo>
                    <a:pt x="522989" y="603508"/>
                  </a:lnTo>
                  <a:lnTo>
                    <a:pt x="523005" y="603325"/>
                  </a:lnTo>
                  <a:lnTo>
                    <a:pt x="522991" y="603150"/>
                  </a:lnTo>
                  <a:lnTo>
                    <a:pt x="522935" y="602821"/>
                  </a:lnTo>
                  <a:lnTo>
                    <a:pt x="522896" y="602679"/>
                  </a:lnTo>
                  <a:lnTo>
                    <a:pt x="522829" y="602407"/>
                  </a:lnTo>
                  <a:lnTo>
                    <a:pt x="522809" y="602240"/>
                  </a:lnTo>
                  <a:lnTo>
                    <a:pt x="522808" y="602085"/>
                  </a:lnTo>
                  <a:lnTo>
                    <a:pt x="522827" y="601930"/>
                  </a:lnTo>
                  <a:lnTo>
                    <a:pt x="522850" y="601783"/>
                  </a:lnTo>
                  <a:lnTo>
                    <a:pt x="522894" y="601636"/>
                  </a:lnTo>
                  <a:lnTo>
                    <a:pt x="522964" y="601221"/>
                  </a:lnTo>
                  <a:lnTo>
                    <a:pt x="523385" y="599615"/>
                  </a:lnTo>
                  <a:lnTo>
                    <a:pt x="523083" y="597942"/>
                  </a:lnTo>
                  <a:lnTo>
                    <a:pt x="522745" y="597301"/>
                  </a:lnTo>
                  <a:lnTo>
                    <a:pt x="522624" y="597159"/>
                  </a:lnTo>
                  <a:lnTo>
                    <a:pt x="522399" y="596707"/>
                  </a:lnTo>
                  <a:lnTo>
                    <a:pt x="522014" y="596418"/>
                  </a:lnTo>
                  <a:lnTo>
                    <a:pt x="521555" y="595414"/>
                  </a:lnTo>
                  <a:lnTo>
                    <a:pt x="521542" y="595273"/>
                  </a:lnTo>
                  <a:lnTo>
                    <a:pt x="521403" y="594819"/>
                  </a:lnTo>
                  <a:lnTo>
                    <a:pt x="521360" y="594514"/>
                  </a:lnTo>
                  <a:lnTo>
                    <a:pt x="520409" y="592432"/>
                  </a:lnTo>
                  <a:lnTo>
                    <a:pt x="520193" y="592006"/>
                  </a:lnTo>
                  <a:lnTo>
                    <a:pt x="519703" y="591303"/>
                  </a:lnTo>
                  <a:lnTo>
                    <a:pt x="519662" y="591033"/>
                  </a:lnTo>
                  <a:lnTo>
                    <a:pt x="519612" y="590873"/>
                  </a:lnTo>
                  <a:lnTo>
                    <a:pt x="519537" y="590681"/>
                  </a:lnTo>
                  <a:lnTo>
                    <a:pt x="519443" y="590514"/>
                  </a:lnTo>
                  <a:lnTo>
                    <a:pt x="519382" y="590367"/>
                  </a:lnTo>
                  <a:lnTo>
                    <a:pt x="519280" y="590216"/>
                  </a:lnTo>
                  <a:lnTo>
                    <a:pt x="519129" y="589855"/>
                  </a:lnTo>
                  <a:lnTo>
                    <a:pt x="519024" y="589721"/>
                  </a:lnTo>
                  <a:lnTo>
                    <a:pt x="518977" y="589514"/>
                  </a:lnTo>
                  <a:lnTo>
                    <a:pt x="518620" y="588849"/>
                  </a:lnTo>
                  <a:lnTo>
                    <a:pt x="518577" y="588715"/>
                  </a:lnTo>
                  <a:lnTo>
                    <a:pt x="518490" y="588551"/>
                  </a:lnTo>
                  <a:lnTo>
                    <a:pt x="518435" y="588417"/>
                  </a:lnTo>
                  <a:lnTo>
                    <a:pt x="518346" y="588154"/>
                  </a:lnTo>
                  <a:lnTo>
                    <a:pt x="517507" y="586807"/>
                  </a:lnTo>
                  <a:lnTo>
                    <a:pt x="517048" y="586225"/>
                  </a:lnTo>
                  <a:lnTo>
                    <a:pt x="516450" y="585592"/>
                  </a:lnTo>
                  <a:lnTo>
                    <a:pt x="516337" y="585417"/>
                  </a:lnTo>
                  <a:lnTo>
                    <a:pt x="516230" y="585254"/>
                  </a:lnTo>
                  <a:lnTo>
                    <a:pt x="516147" y="585103"/>
                  </a:lnTo>
                  <a:lnTo>
                    <a:pt x="516122" y="584256"/>
                  </a:lnTo>
                  <a:lnTo>
                    <a:pt x="516157" y="584111"/>
                  </a:lnTo>
                  <a:lnTo>
                    <a:pt x="516162" y="583972"/>
                  </a:lnTo>
                  <a:lnTo>
                    <a:pt x="516133" y="583725"/>
                  </a:lnTo>
                  <a:lnTo>
                    <a:pt x="515829" y="583045"/>
                  </a:lnTo>
                  <a:lnTo>
                    <a:pt x="516687" y="581997"/>
                  </a:lnTo>
                  <a:lnTo>
                    <a:pt x="516741" y="581841"/>
                  </a:lnTo>
                  <a:lnTo>
                    <a:pt x="516788" y="581711"/>
                  </a:lnTo>
                  <a:lnTo>
                    <a:pt x="516865" y="581533"/>
                  </a:lnTo>
                  <a:lnTo>
                    <a:pt x="516964" y="581403"/>
                  </a:lnTo>
                  <a:lnTo>
                    <a:pt x="517275" y="580910"/>
                  </a:lnTo>
                  <a:lnTo>
                    <a:pt x="517127" y="580562"/>
                  </a:lnTo>
                  <a:lnTo>
                    <a:pt x="516977" y="580406"/>
                  </a:lnTo>
                  <a:lnTo>
                    <a:pt x="516854" y="580276"/>
                  </a:lnTo>
                  <a:lnTo>
                    <a:pt x="516713" y="580100"/>
                  </a:lnTo>
                  <a:lnTo>
                    <a:pt x="516633" y="579962"/>
                  </a:lnTo>
                  <a:lnTo>
                    <a:pt x="516542" y="579778"/>
                  </a:lnTo>
                  <a:lnTo>
                    <a:pt x="516477" y="579605"/>
                  </a:lnTo>
                  <a:lnTo>
                    <a:pt x="516435" y="579407"/>
                  </a:lnTo>
                  <a:lnTo>
                    <a:pt x="516265" y="579004"/>
                  </a:lnTo>
                  <a:lnTo>
                    <a:pt x="516199" y="578846"/>
                  </a:lnTo>
                  <a:lnTo>
                    <a:pt x="516187" y="578584"/>
                  </a:lnTo>
                  <a:lnTo>
                    <a:pt x="516207" y="578440"/>
                  </a:lnTo>
                  <a:lnTo>
                    <a:pt x="516311" y="578142"/>
                  </a:lnTo>
                  <a:lnTo>
                    <a:pt x="516501" y="577921"/>
                  </a:lnTo>
                  <a:lnTo>
                    <a:pt x="516570" y="577792"/>
                  </a:lnTo>
                  <a:lnTo>
                    <a:pt x="516606" y="577618"/>
                  </a:lnTo>
                  <a:lnTo>
                    <a:pt x="516650" y="577445"/>
                  </a:lnTo>
                  <a:lnTo>
                    <a:pt x="516671" y="577317"/>
                  </a:lnTo>
                  <a:lnTo>
                    <a:pt x="516680" y="577177"/>
                  </a:lnTo>
                  <a:lnTo>
                    <a:pt x="516469" y="576847"/>
                  </a:lnTo>
                  <a:lnTo>
                    <a:pt x="516319" y="576787"/>
                  </a:lnTo>
                  <a:lnTo>
                    <a:pt x="516060" y="576659"/>
                  </a:lnTo>
                  <a:lnTo>
                    <a:pt x="515931" y="576578"/>
                  </a:lnTo>
                  <a:lnTo>
                    <a:pt x="515782" y="576474"/>
                  </a:lnTo>
                  <a:lnTo>
                    <a:pt x="515201" y="575684"/>
                  </a:lnTo>
                  <a:lnTo>
                    <a:pt x="515263" y="575516"/>
                  </a:lnTo>
                  <a:lnTo>
                    <a:pt x="515302" y="575341"/>
                  </a:lnTo>
                  <a:lnTo>
                    <a:pt x="515337" y="575197"/>
                  </a:lnTo>
                  <a:lnTo>
                    <a:pt x="515354" y="575066"/>
                  </a:lnTo>
                  <a:lnTo>
                    <a:pt x="515347" y="574879"/>
                  </a:lnTo>
                  <a:lnTo>
                    <a:pt x="515337" y="574692"/>
                  </a:lnTo>
                  <a:lnTo>
                    <a:pt x="515293" y="574529"/>
                  </a:lnTo>
                  <a:lnTo>
                    <a:pt x="515148" y="574278"/>
                  </a:lnTo>
                  <a:lnTo>
                    <a:pt x="515076" y="574145"/>
                  </a:lnTo>
                  <a:lnTo>
                    <a:pt x="515030" y="574002"/>
                  </a:lnTo>
                  <a:lnTo>
                    <a:pt x="515001" y="573840"/>
                  </a:lnTo>
                  <a:lnTo>
                    <a:pt x="515279" y="572715"/>
                  </a:lnTo>
                  <a:lnTo>
                    <a:pt x="515149" y="572169"/>
                  </a:lnTo>
                  <a:lnTo>
                    <a:pt x="515061" y="572031"/>
                  </a:lnTo>
                  <a:lnTo>
                    <a:pt x="514411" y="571056"/>
                  </a:lnTo>
                  <a:lnTo>
                    <a:pt x="514409" y="570877"/>
                  </a:lnTo>
                  <a:lnTo>
                    <a:pt x="514436" y="570692"/>
                  </a:lnTo>
                  <a:lnTo>
                    <a:pt x="514436" y="570529"/>
                  </a:lnTo>
                  <a:lnTo>
                    <a:pt x="514427" y="570383"/>
                  </a:lnTo>
                  <a:lnTo>
                    <a:pt x="514364" y="570248"/>
                  </a:lnTo>
                  <a:lnTo>
                    <a:pt x="514314" y="570102"/>
                  </a:lnTo>
                  <a:lnTo>
                    <a:pt x="514310" y="569940"/>
                  </a:lnTo>
                  <a:lnTo>
                    <a:pt x="514335" y="569790"/>
                  </a:lnTo>
                  <a:lnTo>
                    <a:pt x="514571" y="569458"/>
                  </a:lnTo>
                  <a:lnTo>
                    <a:pt x="514716" y="569359"/>
                  </a:lnTo>
                  <a:lnTo>
                    <a:pt x="514867" y="569250"/>
                  </a:lnTo>
                  <a:lnTo>
                    <a:pt x="515015" y="569169"/>
                  </a:lnTo>
                  <a:lnTo>
                    <a:pt x="515303" y="569141"/>
                  </a:lnTo>
                  <a:lnTo>
                    <a:pt x="515778" y="568543"/>
                  </a:lnTo>
                  <a:lnTo>
                    <a:pt x="515806" y="568401"/>
                  </a:lnTo>
                  <a:lnTo>
                    <a:pt x="515876" y="568239"/>
                  </a:lnTo>
                  <a:lnTo>
                    <a:pt x="516004" y="567952"/>
                  </a:lnTo>
                  <a:lnTo>
                    <a:pt x="516181" y="567694"/>
                  </a:lnTo>
                  <a:lnTo>
                    <a:pt x="516419" y="567294"/>
                  </a:lnTo>
                  <a:lnTo>
                    <a:pt x="516434" y="567108"/>
                  </a:lnTo>
                  <a:lnTo>
                    <a:pt x="516483" y="566918"/>
                  </a:lnTo>
                  <a:lnTo>
                    <a:pt x="516565" y="566729"/>
                  </a:lnTo>
                  <a:lnTo>
                    <a:pt x="516557" y="566551"/>
                  </a:lnTo>
                  <a:lnTo>
                    <a:pt x="516510" y="566403"/>
                  </a:lnTo>
                  <a:lnTo>
                    <a:pt x="516441" y="566273"/>
                  </a:lnTo>
                  <a:lnTo>
                    <a:pt x="516370" y="566129"/>
                  </a:lnTo>
                  <a:lnTo>
                    <a:pt x="516280" y="565968"/>
                  </a:lnTo>
                  <a:lnTo>
                    <a:pt x="516156" y="565755"/>
                  </a:lnTo>
                  <a:lnTo>
                    <a:pt x="516017" y="565485"/>
                  </a:lnTo>
                  <a:lnTo>
                    <a:pt x="515939" y="565245"/>
                  </a:lnTo>
                  <a:lnTo>
                    <a:pt x="515926" y="565072"/>
                  </a:lnTo>
                  <a:lnTo>
                    <a:pt x="515952" y="564896"/>
                  </a:lnTo>
                  <a:lnTo>
                    <a:pt x="515998" y="564686"/>
                  </a:lnTo>
                  <a:lnTo>
                    <a:pt x="516076" y="564492"/>
                  </a:lnTo>
                  <a:lnTo>
                    <a:pt x="516265" y="564233"/>
                  </a:lnTo>
                  <a:lnTo>
                    <a:pt x="516982" y="563270"/>
                  </a:lnTo>
                  <a:lnTo>
                    <a:pt x="516912" y="563132"/>
                  </a:lnTo>
                  <a:lnTo>
                    <a:pt x="516815" y="562996"/>
                  </a:lnTo>
                  <a:lnTo>
                    <a:pt x="516359" y="562306"/>
                  </a:lnTo>
                  <a:lnTo>
                    <a:pt x="516330" y="562162"/>
                  </a:lnTo>
                  <a:lnTo>
                    <a:pt x="516333" y="561993"/>
                  </a:lnTo>
                  <a:lnTo>
                    <a:pt x="516376" y="561828"/>
                  </a:lnTo>
                  <a:lnTo>
                    <a:pt x="517003" y="560970"/>
                  </a:lnTo>
                  <a:lnTo>
                    <a:pt x="516958" y="560821"/>
                  </a:lnTo>
                  <a:lnTo>
                    <a:pt x="516902" y="560662"/>
                  </a:lnTo>
                  <a:lnTo>
                    <a:pt x="516807" y="560398"/>
                  </a:lnTo>
                  <a:lnTo>
                    <a:pt x="516621" y="559975"/>
                  </a:lnTo>
                  <a:lnTo>
                    <a:pt x="516561" y="559800"/>
                  </a:lnTo>
                  <a:lnTo>
                    <a:pt x="516505" y="559601"/>
                  </a:lnTo>
                  <a:lnTo>
                    <a:pt x="516331" y="559236"/>
                  </a:lnTo>
                  <a:lnTo>
                    <a:pt x="515462" y="558743"/>
                  </a:lnTo>
                  <a:lnTo>
                    <a:pt x="515424" y="558597"/>
                  </a:lnTo>
                  <a:lnTo>
                    <a:pt x="515406" y="558357"/>
                  </a:lnTo>
                  <a:lnTo>
                    <a:pt x="515379" y="558145"/>
                  </a:lnTo>
                  <a:lnTo>
                    <a:pt x="515554" y="557861"/>
                  </a:lnTo>
                  <a:lnTo>
                    <a:pt x="516265" y="556770"/>
                  </a:lnTo>
                  <a:lnTo>
                    <a:pt x="516246" y="556624"/>
                  </a:lnTo>
                  <a:lnTo>
                    <a:pt x="516233" y="556490"/>
                  </a:lnTo>
                  <a:lnTo>
                    <a:pt x="515913" y="555941"/>
                  </a:lnTo>
                  <a:lnTo>
                    <a:pt x="515649" y="555841"/>
                  </a:lnTo>
                  <a:lnTo>
                    <a:pt x="515426" y="555716"/>
                  </a:lnTo>
                  <a:lnTo>
                    <a:pt x="515356" y="555582"/>
                  </a:lnTo>
                  <a:lnTo>
                    <a:pt x="515179" y="555330"/>
                  </a:lnTo>
                  <a:lnTo>
                    <a:pt x="515097" y="555132"/>
                  </a:lnTo>
                  <a:lnTo>
                    <a:pt x="515018" y="554988"/>
                  </a:lnTo>
                  <a:lnTo>
                    <a:pt x="514977" y="554842"/>
                  </a:lnTo>
                  <a:lnTo>
                    <a:pt x="515002" y="554509"/>
                  </a:lnTo>
                  <a:lnTo>
                    <a:pt x="514984" y="554369"/>
                  </a:lnTo>
                  <a:lnTo>
                    <a:pt x="514972" y="554148"/>
                  </a:lnTo>
                  <a:lnTo>
                    <a:pt x="514967" y="553906"/>
                  </a:lnTo>
                  <a:lnTo>
                    <a:pt x="514954" y="553684"/>
                  </a:lnTo>
                  <a:lnTo>
                    <a:pt x="514932" y="553495"/>
                  </a:lnTo>
                  <a:lnTo>
                    <a:pt x="514922" y="553298"/>
                  </a:lnTo>
                  <a:lnTo>
                    <a:pt x="514932" y="553142"/>
                  </a:lnTo>
                  <a:lnTo>
                    <a:pt x="514921" y="552966"/>
                  </a:lnTo>
                  <a:lnTo>
                    <a:pt x="514916" y="552769"/>
                  </a:lnTo>
                  <a:lnTo>
                    <a:pt x="514959" y="552587"/>
                  </a:lnTo>
                  <a:lnTo>
                    <a:pt x="515053" y="552406"/>
                  </a:lnTo>
                  <a:lnTo>
                    <a:pt x="515131" y="552250"/>
                  </a:lnTo>
                  <a:lnTo>
                    <a:pt x="515237" y="552067"/>
                  </a:lnTo>
                  <a:lnTo>
                    <a:pt x="515367" y="551909"/>
                  </a:lnTo>
                  <a:lnTo>
                    <a:pt x="515461" y="551757"/>
                  </a:lnTo>
                  <a:lnTo>
                    <a:pt x="515543" y="551598"/>
                  </a:lnTo>
                  <a:lnTo>
                    <a:pt x="515606" y="551471"/>
                  </a:lnTo>
                  <a:lnTo>
                    <a:pt x="515979" y="550758"/>
                  </a:lnTo>
                  <a:lnTo>
                    <a:pt x="515982" y="550509"/>
                  </a:lnTo>
                  <a:lnTo>
                    <a:pt x="516142" y="550184"/>
                  </a:lnTo>
                  <a:lnTo>
                    <a:pt x="516122" y="550032"/>
                  </a:lnTo>
                  <a:lnTo>
                    <a:pt x="516087" y="549879"/>
                  </a:lnTo>
                  <a:lnTo>
                    <a:pt x="516045" y="549696"/>
                  </a:lnTo>
                  <a:lnTo>
                    <a:pt x="515997" y="549560"/>
                  </a:lnTo>
                  <a:lnTo>
                    <a:pt x="515954" y="549149"/>
                  </a:lnTo>
                  <a:lnTo>
                    <a:pt x="516000" y="548871"/>
                  </a:lnTo>
                  <a:lnTo>
                    <a:pt x="516199" y="548339"/>
                  </a:lnTo>
                  <a:lnTo>
                    <a:pt x="515877" y="547787"/>
                  </a:lnTo>
                  <a:lnTo>
                    <a:pt x="515814" y="547642"/>
                  </a:lnTo>
                  <a:lnTo>
                    <a:pt x="515760" y="547492"/>
                  </a:lnTo>
                  <a:lnTo>
                    <a:pt x="515695" y="547299"/>
                  </a:lnTo>
                  <a:lnTo>
                    <a:pt x="515650" y="547132"/>
                  </a:lnTo>
                  <a:lnTo>
                    <a:pt x="515602" y="546954"/>
                  </a:lnTo>
                  <a:lnTo>
                    <a:pt x="515581" y="546804"/>
                  </a:lnTo>
                  <a:lnTo>
                    <a:pt x="516047" y="546345"/>
                  </a:lnTo>
                  <a:lnTo>
                    <a:pt x="516342" y="546091"/>
                  </a:lnTo>
                  <a:lnTo>
                    <a:pt x="516461" y="545898"/>
                  </a:lnTo>
                  <a:lnTo>
                    <a:pt x="516600" y="545795"/>
                  </a:lnTo>
                  <a:lnTo>
                    <a:pt x="516784" y="545732"/>
                  </a:lnTo>
                  <a:lnTo>
                    <a:pt x="517125" y="545288"/>
                  </a:lnTo>
                  <a:lnTo>
                    <a:pt x="517174" y="544930"/>
                  </a:lnTo>
                  <a:lnTo>
                    <a:pt x="516905" y="543964"/>
                  </a:lnTo>
                  <a:lnTo>
                    <a:pt x="516871" y="543815"/>
                  </a:lnTo>
                  <a:lnTo>
                    <a:pt x="516932" y="543442"/>
                  </a:lnTo>
                  <a:lnTo>
                    <a:pt x="517081" y="543020"/>
                  </a:lnTo>
                  <a:lnTo>
                    <a:pt x="517065" y="542802"/>
                  </a:lnTo>
                  <a:lnTo>
                    <a:pt x="517536" y="542172"/>
                  </a:lnTo>
                  <a:lnTo>
                    <a:pt x="517689" y="542120"/>
                  </a:lnTo>
                  <a:lnTo>
                    <a:pt x="518143" y="541940"/>
                  </a:lnTo>
                  <a:lnTo>
                    <a:pt x="518276" y="541935"/>
                  </a:lnTo>
                  <a:lnTo>
                    <a:pt x="518418" y="541890"/>
                  </a:lnTo>
                  <a:lnTo>
                    <a:pt x="519277" y="541337"/>
                  </a:lnTo>
                  <a:lnTo>
                    <a:pt x="519926" y="540894"/>
                  </a:lnTo>
                  <a:lnTo>
                    <a:pt x="519996" y="540740"/>
                  </a:lnTo>
                  <a:lnTo>
                    <a:pt x="520029" y="540595"/>
                  </a:lnTo>
                  <a:lnTo>
                    <a:pt x="520010" y="540451"/>
                  </a:lnTo>
                  <a:lnTo>
                    <a:pt x="519806" y="539843"/>
                  </a:lnTo>
                  <a:lnTo>
                    <a:pt x="519674" y="539606"/>
                  </a:lnTo>
                  <a:lnTo>
                    <a:pt x="519616" y="539460"/>
                  </a:lnTo>
                  <a:lnTo>
                    <a:pt x="519560" y="539296"/>
                  </a:lnTo>
                  <a:lnTo>
                    <a:pt x="519532" y="539136"/>
                  </a:lnTo>
                  <a:lnTo>
                    <a:pt x="519515" y="538999"/>
                  </a:lnTo>
                  <a:lnTo>
                    <a:pt x="519505" y="538866"/>
                  </a:lnTo>
                  <a:lnTo>
                    <a:pt x="519506" y="538682"/>
                  </a:lnTo>
                  <a:lnTo>
                    <a:pt x="519520" y="538513"/>
                  </a:lnTo>
                  <a:lnTo>
                    <a:pt x="519517" y="538352"/>
                  </a:lnTo>
                  <a:lnTo>
                    <a:pt x="519499" y="538204"/>
                  </a:lnTo>
                  <a:lnTo>
                    <a:pt x="519491" y="538075"/>
                  </a:lnTo>
                  <a:lnTo>
                    <a:pt x="519193" y="537371"/>
                  </a:lnTo>
                  <a:lnTo>
                    <a:pt x="518862" y="537256"/>
                  </a:lnTo>
                  <a:lnTo>
                    <a:pt x="518801" y="537126"/>
                  </a:lnTo>
                  <a:lnTo>
                    <a:pt x="518780" y="536969"/>
                  </a:lnTo>
                  <a:lnTo>
                    <a:pt x="518790" y="536776"/>
                  </a:lnTo>
                  <a:lnTo>
                    <a:pt x="518857" y="536601"/>
                  </a:lnTo>
                  <a:lnTo>
                    <a:pt x="519226" y="535999"/>
                  </a:lnTo>
                  <a:lnTo>
                    <a:pt x="519719" y="535385"/>
                  </a:lnTo>
                  <a:lnTo>
                    <a:pt x="519841" y="535253"/>
                  </a:lnTo>
                  <a:lnTo>
                    <a:pt x="519945" y="535109"/>
                  </a:lnTo>
                  <a:lnTo>
                    <a:pt x="519989" y="534945"/>
                  </a:lnTo>
                  <a:lnTo>
                    <a:pt x="520045" y="534742"/>
                  </a:lnTo>
                  <a:lnTo>
                    <a:pt x="520058" y="534519"/>
                  </a:lnTo>
                  <a:lnTo>
                    <a:pt x="520051" y="534358"/>
                  </a:lnTo>
                  <a:lnTo>
                    <a:pt x="520011" y="534190"/>
                  </a:lnTo>
                  <a:lnTo>
                    <a:pt x="519987" y="534033"/>
                  </a:lnTo>
                  <a:lnTo>
                    <a:pt x="520016" y="532931"/>
                  </a:lnTo>
                  <a:lnTo>
                    <a:pt x="520077" y="532755"/>
                  </a:lnTo>
                  <a:lnTo>
                    <a:pt x="520523" y="532039"/>
                  </a:lnTo>
                  <a:lnTo>
                    <a:pt x="521018" y="531428"/>
                  </a:lnTo>
                  <a:lnTo>
                    <a:pt x="520923" y="531295"/>
                  </a:lnTo>
                  <a:lnTo>
                    <a:pt x="520849" y="531167"/>
                  </a:lnTo>
                  <a:lnTo>
                    <a:pt x="520778" y="531031"/>
                  </a:lnTo>
                  <a:lnTo>
                    <a:pt x="520715" y="530881"/>
                  </a:lnTo>
                  <a:lnTo>
                    <a:pt x="519113" y="528491"/>
                  </a:lnTo>
                  <a:lnTo>
                    <a:pt x="518951" y="528407"/>
                  </a:lnTo>
                  <a:lnTo>
                    <a:pt x="518809" y="528398"/>
                  </a:lnTo>
                  <a:lnTo>
                    <a:pt x="518681" y="528411"/>
                  </a:lnTo>
                  <a:lnTo>
                    <a:pt x="518551" y="528475"/>
                  </a:lnTo>
                  <a:lnTo>
                    <a:pt x="518422" y="528560"/>
                  </a:lnTo>
                  <a:lnTo>
                    <a:pt x="518198" y="528754"/>
                  </a:lnTo>
                  <a:lnTo>
                    <a:pt x="518034" y="528918"/>
                  </a:lnTo>
                  <a:lnTo>
                    <a:pt x="517832" y="529066"/>
                  </a:lnTo>
                  <a:lnTo>
                    <a:pt x="517130" y="528387"/>
                  </a:lnTo>
                  <a:lnTo>
                    <a:pt x="517150" y="527573"/>
                  </a:lnTo>
                  <a:lnTo>
                    <a:pt x="517294" y="527503"/>
                  </a:lnTo>
                  <a:lnTo>
                    <a:pt x="517467" y="527430"/>
                  </a:lnTo>
                  <a:lnTo>
                    <a:pt x="517659" y="527362"/>
                  </a:lnTo>
                  <a:lnTo>
                    <a:pt x="517963" y="526670"/>
                  </a:lnTo>
                  <a:lnTo>
                    <a:pt x="517905" y="526493"/>
                  </a:lnTo>
                  <a:lnTo>
                    <a:pt x="517346" y="525962"/>
                  </a:lnTo>
                  <a:lnTo>
                    <a:pt x="517196" y="525909"/>
                  </a:lnTo>
                  <a:lnTo>
                    <a:pt x="516927" y="525846"/>
                  </a:lnTo>
                  <a:lnTo>
                    <a:pt x="516720" y="525749"/>
                  </a:lnTo>
                  <a:lnTo>
                    <a:pt x="516458" y="525649"/>
                  </a:lnTo>
                  <a:lnTo>
                    <a:pt x="516225" y="525660"/>
                  </a:lnTo>
                  <a:lnTo>
                    <a:pt x="515950" y="525712"/>
                  </a:lnTo>
                  <a:lnTo>
                    <a:pt x="515670" y="525796"/>
                  </a:lnTo>
                  <a:lnTo>
                    <a:pt x="515347" y="525866"/>
                  </a:lnTo>
                  <a:lnTo>
                    <a:pt x="515202" y="525781"/>
                  </a:lnTo>
                  <a:lnTo>
                    <a:pt x="515052" y="525643"/>
                  </a:lnTo>
                  <a:lnTo>
                    <a:pt x="514928" y="525365"/>
                  </a:lnTo>
                  <a:lnTo>
                    <a:pt x="514991" y="525090"/>
                  </a:lnTo>
                  <a:lnTo>
                    <a:pt x="515003" y="524879"/>
                  </a:lnTo>
                  <a:lnTo>
                    <a:pt x="515081" y="524718"/>
                  </a:lnTo>
                  <a:lnTo>
                    <a:pt x="515170" y="524530"/>
                  </a:lnTo>
                  <a:lnTo>
                    <a:pt x="515334" y="524337"/>
                  </a:lnTo>
                  <a:lnTo>
                    <a:pt x="515470" y="524262"/>
                  </a:lnTo>
                  <a:lnTo>
                    <a:pt x="515617" y="524224"/>
                  </a:lnTo>
                  <a:lnTo>
                    <a:pt x="515885" y="524167"/>
                  </a:lnTo>
                  <a:lnTo>
                    <a:pt x="516014" y="524081"/>
                  </a:lnTo>
                  <a:lnTo>
                    <a:pt x="516113" y="523941"/>
                  </a:lnTo>
                  <a:lnTo>
                    <a:pt x="516168" y="523809"/>
                  </a:lnTo>
                  <a:lnTo>
                    <a:pt x="516193" y="523533"/>
                  </a:lnTo>
                  <a:lnTo>
                    <a:pt x="516199" y="523218"/>
                  </a:lnTo>
                  <a:lnTo>
                    <a:pt x="516160" y="522940"/>
                  </a:lnTo>
                  <a:lnTo>
                    <a:pt x="516070" y="522670"/>
                  </a:lnTo>
                  <a:lnTo>
                    <a:pt x="515765" y="522357"/>
                  </a:lnTo>
                  <a:lnTo>
                    <a:pt x="515547" y="521993"/>
                  </a:lnTo>
                  <a:lnTo>
                    <a:pt x="515537" y="521844"/>
                  </a:lnTo>
                  <a:lnTo>
                    <a:pt x="515524" y="521704"/>
                  </a:lnTo>
                  <a:lnTo>
                    <a:pt x="515530" y="521563"/>
                  </a:lnTo>
                  <a:lnTo>
                    <a:pt x="515591" y="521428"/>
                  </a:lnTo>
                  <a:lnTo>
                    <a:pt x="515806" y="521151"/>
                  </a:lnTo>
                  <a:lnTo>
                    <a:pt x="515923" y="520992"/>
                  </a:lnTo>
                  <a:lnTo>
                    <a:pt x="516001" y="520828"/>
                  </a:lnTo>
                  <a:lnTo>
                    <a:pt x="516093" y="520628"/>
                  </a:lnTo>
                  <a:lnTo>
                    <a:pt x="516176" y="520407"/>
                  </a:lnTo>
                  <a:lnTo>
                    <a:pt x="516248" y="520168"/>
                  </a:lnTo>
                  <a:lnTo>
                    <a:pt x="516246" y="519985"/>
                  </a:lnTo>
                  <a:lnTo>
                    <a:pt x="516233" y="519794"/>
                  </a:lnTo>
                  <a:lnTo>
                    <a:pt x="516226" y="519627"/>
                  </a:lnTo>
                  <a:lnTo>
                    <a:pt x="516206" y="519396"/>
                  </a:lnTo>
                  <a:lnTo>
                    <a:pt x="516175" y="519169"/>
                  </a:lnTo>
                  <a:lnTo>
                    <a:pt x="516176" y="518930"/>
                  </a:lnTo>
                  <a:lnTo>
                    <a:pt x="516236" y="518689"/>
                  </a:lnTo>
                  <a:lnTo>
                    <a:pt x="516334" y="518454"/>
                  </a:lnTo>
                  <a:lnTo>
                    <a:pt x="516459" y="518269"/>
                  </a:lnTo>
                  <a:lnTo>
                    <a:pt x="516557" y="518099"/>
                  </a:lnTo>
                  <a:lnTo>
                    <a:pt x="516609" y="517937"/>
                  </a:lnTo>
                  <a:lnTo>
                    <a:pt x="516646" y="517777"/>
                  </a:lnTo>
                  <a:lnTo>
                    <a:pt x="516606" y="517621"/>
                  </a:lnTo>
                  <a:lnTo>
                    <a:pt x="516560" y="517375"/>
                  </a:lnTo>
                  <a:lnTo>
                    <a:pt x="516575" y="517196"/>
                  </a:lnTo>
                  <a:lnTo>
                    <a:pt x="516664" y="516976"/>
                  </a:lnTo>
                  <a:lnTo>
                    <a:pt x="516719" y="516761"/>
                  </a:lnTo>
                  <a:lnTo>
                    <a:pt x="516753" y="516624"/>
                  </a:lnTo>
                  <a:lnTo>
                    <a:pt x="516751" y="516442"/>
                  </a:lnTo>
                  <a:lnTo>
                    <a:pt x="516726" y="516304"/>
                  </a:lnTo>
                  <a:lnTo>
                    <a:pt x="516644" y="515970"/>
                  </a:lnTo>
                  <a:lnTo>
                    <a:pt x="516623" y="515732"/>
                  </a:lnTo>
                  <a:lnTo>
                    <a:pt x="516628" y="515477"/>
                  </a:lnTo>
                  <a:lnTo>
                    <a:pt x="516598" y="515187"/>
                  </a:lnTo>
                  <a:lnTo>
                    <a:pt x="516484" y="514199"/>
                  </a:lnTo>
                  <a:lnTo>
                    <a:pt x="516502" y="513759"/>
                  </a:lnTo>
                  <a:lnTo>
                    <a:pt x="516485" y="513531"/>
                  </a:lnTo>
                  <a:lnTo>
                    <a:pt x="516471" y="513132"/>
                  </a:lnTo>
                  <a:lnTo>
                    <a:pt x="516487" y="512852"/>
                  </a:lnTo>
                  <a:lnTo>
                    <a:pt x="516554" y="512614"/>
                  </a:lnTo>
                  <a:lnTo>
                    <a:pt x="516637" y="512425"/>
                  </a:lnTo>
                  <a:lnTo>
                    <a:pt x="516733" y="512246"/>
                  </a:lnTo>
                  <a:lnTo>
                    <a:pt x="516951" y="511979"/>
                  </a:lnTo>
                  <a:lnTo>
                    <a:pt x="517144" y="511826"/>
                  </a:lnTo>
                  <a:lnTo>
                    <a:pt x="517350" y="511673"/>
                  </a:lnTo>
                  <a:lnTo>
                    <a:pt x="517622" y="511469"/>
                  </a:lnTo>
                  <a:lnTo>
                    <a:pt x="517914" y="511264"/>
                  </a:lnTo>
                  <a:lnTo>
                    <a:pt x="518206" y="511008"/>
                  </a:lnTo>
                  <a:lnTo>
                    <a:pt x="518479" y="510793"/>
                  </a:lnTo>
                  <a:lnTo>
                    <a:pt x="518710" y="510592"/>
                  </a:lnTo>
                  <a:lnTo>
                    <a:pt x="518851" y="510439"/>
                  </a:lnTo>
                  <a:lnTo>
                    <a:pt x="518896" y="510296"/>
                  </a:lnTo>
                  <a:lnTo>
                    <a:pt x="518765" y="509992"/>
                  </a:lnTo>
                  <a:lnTo>
                    <a:pt x="518715" y="509864"/>
                  </a:lnTo>
                  <a:lnTo>
                    <a:pt x="518620" y="509302"/>
                  </a:lnTo>
                  <a:lnTo>
                    <a:pt x="518093" y="507820"/>
                  </a:lnTo>
                  <a:lnTo>
                    <a:pt x="517941" y="507714"/>
                  </a:lnTo>
                  <a:lnTo>
                    <a:pt x="517782" y="507646"/>
                  </a:lnTo>
                  <a:lnTo>
                    <a:pt x="517487" y="507489"/>
                  </a:lnTo>
                  <a:lnTo>
                    <a:pt x="516661" y="506718"/>
                  </a:lnTo>
                  <a:lnTo>
                    <a:pt x="516635" y="506422"/>
                  </a:lnTo>
                  <a:lnTo>
                    <a:pt x="516464" y="506149"/>
                  </a:lnTo>
                  <a:lnTo>
                    <a:pt x="516468" y="505896"/>
                  </a:lnTo>
                  <a:lnTo>
                    <a:pt x="516494" y="505714"/>
                  </a:lnTo>
                  <a:lnTo>
                    <a:pt x="516518" y="505529"/>
                  </a:lnTo>
                  <a:lnTo>
                    <a:pt x="516534" y="505354"/>
                  </a:lnTo>
                  <a:lnTo>
                    <a:pt x="516544" y="505166"/>
                  </a:lnTo>
                  <a:lnTo>
                    <a:pt x="516578" y="504966"/>
                  </a:lnTo>
                  <a:lnTo>
                    <a:pt x="516626" y="504757"/>
                  </a:lnTo>
                  <a:lnTo>
                    <a:pt x="516693" y="504558"/>
                  </a:lnTo>
                  <a:lnTo>
                    <a:pt x="516749" y="504411"/>
                  </a:lnTo>
                  <a:lnTo>
                    <a:pt x="516815" y="504222"/>
                  </a:lnTo>
                  <a:lnTo>
                    <a:pt x="516867" y="504032"/>
                  </a:lnTo>
                  <a:lnTo>
                    <a:pt x="516913" y="503855"/>
                  </a:lnTo>
                  <a:lnTo>
                    <a:pt x="516966" y="503690"/>
                  </a:lnTo>
                  <a:lnTo>
                    <a:pt x="516976" y="503527"/>
                  </a:lnTo>
                  <a:lnTo>
                    <a:pt x="516991" y="503266"/>
                  </a:lnTo>
                  <a:lnTo>
                    <a:pt x="517023" y="503130"/>
                  </a:lnTo>
                  <a:lnTo>
                    <a:pt x="516817" y="501505"/>
                  </a:lnTo>
                  <a:lnTo>
                    <a:pt x="516849" y="501239"/>
                  </a:lnTo>
                  <a:lnTo>
                    <a:pt x="516795" y="500980"/>
                  </a:lnTo>
                  <a:lnTo>
                    <a:pt x="516749" y="500840"/>
                  </a:lnTo>
                  <a:lnTo>
                    <a:pt x="516766" y="500390"/>
                  </a:lnTo>
                  <a:lnTo>
                    <a:pt x="516890" y="500199"/>
                  </a:lnTo>
                  <a:lnTo>
                    <a:pt x="516977" y="500032"/>
                  </a:lnTo>
                  <a:lnTo>
                    <a:pt x="517044" y="499876"/>
                  </a:lnTo>
                  <a:lnTo>
                    <a:pt x="517147" y="499678"/>
                  </a:lnTo>
                  <a:lnTo>
                    <a:pt x="517256" y="499471"/>
                  </a:lnTo>
                  <a:lnTo>
                    <a:pt x="517381" y="499250"/>
                  </a:lnTo>
                  <a:lnTo>
                    <a:pt x="517507" y="499044"/>
                  </a:lnTo>
                  <a:lnTo>
                    <a:pt x="517574" y="498886"/>
                  </a:lnTo>
                  <a:lnTo>
                    <a:pt x="517637" y="498699"/>
                  </a:lnTo>
                  <a:lnTo>
                    <a:pt x="517692" y="498441"/>
                  </a:lnTo>
                  <a:lnTo>
                    <a:pt x="517709" y="497611"/>
                  </a:lnTo>
                  <a:lnTo>
                    <a:pt x="517715" y="497417"/>
                  </a:lnTo>
                  <a:lnTo>
                    <a:pt x="517673" y="497206"/>
                  </a:lnTo>
                  <a:lnTo>
                    <a:pt x="517594" y="496982"/>
                  </a:lnTo>
                  <a:lnTo>
                    <a:pt x="517508" y="496748"/>
                  </a:lnTo>
                  <a:lnTo>
                    <a:pt x="517464" y="496536"/>
                  </a:lnTo>
                  <a:lnTo>
                    <a:pt x="517268" y="496048"/>
                  </a:lnTo>
                  <a:lnTo>
                    <a:pt x="517177" y="495904"/>
                  </a:lnTo>
                  <a:lnTo>
                    <a:pt x="516891" y="495552"/>
                  </a:lnTo>
                  <a:lnTo>
                    <a:pt x="516700" y="495361"/>
                  </a:lnTo>
                  <a:lnTo>
                    <a:pt x="516577" y="495224"/>
                  </a:lnTo>
                  <a:lnTo>
                    <a:pt x="516389" y="495089"/>
                  </a:lnTo>
                  <a:lnTo>
                    <a:pt x="515950" y="494705"/>
                  </a:lnTo>
                  <a:lnTo>
                    <a:pt x="515776" y="494553"/>
                  </a:lnTo>
                  <a:lnTo>
                    <a:pt x="515648" y="494462"/>
                  </a:lnTo>
                  <a:lnTo>
                    <a:pt x="515473" y="494359"/>
                  </a:lnTo>
                  <a:lnTo>
                    <a:pt x="515254" y="494276"/>
                  </a:lnTo>
                  <a:lnTo>
                    <a:pt x="515044" y="494173"/>
                  </a:lnTo>
                  <a:lnTo>
                    <a:pt x="514821" y="494053"/>
                  </a:lnTo>
                  <a:lnTo>
                    <a:pt x="514606" y="493962"/>
                  </a:lnTo>
                  <a:lnTo>
                    <a:pt x="514441" y="493845"/>
                  </a:lnTo>
                  <a:lnTo>
                    <a:pt x="514284" y="493715"/>
                  </a:lnTo>
                  <a:lnTo>
                    <a:pt x="514124" y="493626"/>
                  </a:lnTo>
                  <a:lnTo>
                    <a:pt x="513926" y="493578"/>
                  </a:lnTo>
                  <a:lnTo>
                    <a:pt x="513714" y="493456"/>
                  </a:lnTo>
                  <a:lnTo>
                    <a:pt x="513551" y="493246"/>
                  </a:lnTo>
                  <a:lnTo>
                    <a:pt x="513461" y="493092"/>
                  </a:lnTo>
                  <a:lnTo>
                    <a:pt x="513431" y="492861"/>
                  </a:lnTo>
                  <a:lnTo>
                    <a:pt x="513453" y="492654"/>
                  </a:lnTo>
                  <a:lnTo>
                    <a:pt x="513503" y="492426"/>
                  </a:lnTo>
                  <a:lnTo>
                    <a:pt x="513548" y="492280"/>
                  </a:lnTo>
                  <a:lnTo>
                    <a:pt x="513538" y="492151"/>
                  </a:lnTo>
                  <a:lnTo>
                    <a:pt x="513505" y="492013"/>
                  </a:lnTo>
                  <a:lnTo>
                    <a:pt x="513490" y="491881"/>
                  </a:lnTo>
                  <a:lnTo>
                    <a:pt x="513450" y="491662"/>
                  </a:lnTo>
                  <a:lnTo>
                    <a:pt x="513396" y="491478"/>
                  </a:lnTo>
                  <a:lnTo>
                    <a:pt x="513328" y="491326"/>
                  </a:lnTo>
                  <a:lnTo>
                    <a:pt x="513317" y="491150"/>
                  </a:lnTo>
                  <a:lnTo>
                    <a:pt x="513388" y="490958"/>
                  </a:lnTo>
                  <a:lnTo>
                    <a:pt x="513503" y="490780"/>
                  </a:lnTo>
                  <a:lnTo>
                    <a:pt x="513720" y="490624"/>
                  </a:lnTo>
                  <a:lnTo>
                    <a:pt x="513917" y="490558"/>
                  </a:lnTo>
                  <a:lnTo>
                    <a:pt x="514134" y="490468"/>
                  </a:lnTo>
                  <a:lnTo>
                    <a:pt x="514349" y="490365"/>
                  </a:lnTo>
                  <a:lnTo>
                    <a:pt x="514578" y="490298"/>
                  </a:lnTo>
                  <a:lnTo>
                    <a:pt x="514766" y="490266"/>
                  </a:lnTo>
                  <a:lnTo>
                    <a:pt x="514953" y="490251"/>
                  </a:lnTo>
                  <a:lnTo>
                    <a:pt x="515103" y="490245"/>
                  </a:lnTo>
                  <a:lnTo>
                    <a:pt x="515284" y="490237"/>
                  </a:lnTo>
                  <a:lnTo>
                    <a:pt x="515490" y="490231"/>
                  </a:lnTo>
                  <a:lnTo>
                    <a:pt x="515631" y="490211"/>
                  </a:lnTo>
                  <a:lnTo>
                    <a:pt x="515799" y="490150"/>
                  </a:lnTo>
                  <a:lnTo>
                    <a:pt x="515972" y="490072"/>
                  </a:lnTo>
                  <a:lnTo>
                    <a:pt x="516535" y="489567"/>
                  </a:lnTo>
                  <a:lnTo>
                    <a:pt x="516651" y="489407"/>
                  </a:lnTo>
                  <a:lnTo>
                    <a:pt x="516719" y="489271"/>
                  </a:lnTo>
                  <a:lnTo>
                    <a:pt x="516805" y="489139"/>
                  </a:lnTo>
                  <a:lnTo>
                    <a:pt x="517064" y="488976"/>
                  </a:lnTo>
                  <a:lnTo>
                    <a:pt x="517272" y="488770"/>
                  </a:lnTo>
                  <a:lnTo>
                    <a:pt x="517342" y="488643"/>
                  </a:lnTo>
                  <a:lnTo>
                    <a:pt x="517449" y="488509"/>
                  </a:lnTo>
                  <a:lnTo>
                    <a:pt x="517710" y="488337"/>
                  </a:lnTo>
                  <a:lnTo>
                    <a:pt x="517988" y="488156"/>
                  </a:lnTo>
                  <a:lnTo>
                    <a:pt x="518064" y="487945"/>
                  </a:lnTo>
                  <a:lnTo>
                    <a:pt x="518289" y="487678"/>
                  </a:lnTo>
                  <a:lnTo>
                    <a:pt x="518642" y="487207"/>
                  </a:lnTo>
                  <a:lnTo>
                    <a:pt x="518804" y="486919"/>
                  </a:lnTo>
                  <a:lnTo>
                    <a:pt x="518975" y="486576"/>
                  </a:lnTo>
                  <a:lnTo>
                    <a:pt x="519130" y="486151"/>
                  </a:lnTo>
                  <a:lnTo>
                    <a:pt x="519247" y="485962"/>
                  </a:lnTo>
                  <a:lnTo>
                    <a:pt x="519350" y="485793"/>
                  </a:lnTo>
                  <a:lnTo>
                    <a:pt x="519458" y="485653"/>
                  </a:lnTo>
                  <a:lnTo>
                    <a:pt x="519661" y="485465"/>
                  </a:lnTo>
                  <a:lnTo>
                    <a:pt x="520048" y="484885"/>
                  </a:lnTo>
                  <a:lnTo>
                    <a:pt x="520218" y="484805"/>
                  </a:lnTo>
                  <a:lnTo>
                    <a:pt x="520481" y="484575"/>
                  </a:lnTo>
                  <a:lnTo>
                    <a:pt x="520618" y="484434"/>
                  </a:lnTo>
                  <a:lnTo>
                    <a:pt x="520746" y="484305"/>
                  </a:lnTo>
                  <a:lnTo>
                    <a:pt x="520970" y="484041"/>
                  </a:lnTo>
                  <a:lnTo>
                    <a:pt x="520984" y="483873"/>
                  </a:lnTo>
                  <a:lnTo>
                    <a:pt x="521023" y="483720"/>
                  </a:lnTo>
                  <a:lnTo>
                    <a:pt x="521042" y="483556"/>
                  </a:lnTo>
                  <a:lnTo>
                    <a:pt x="521044" y="483375"/>
                  </a:lnTo>
                  <a:lnTo>
                    <a:pt x="521139" y="483169"/>
                  </a:lnTo>
                  <a:lnTo>
                    <a:pt x="521184" y="482961"/>
                  </a:lnTo>
                  <a:lnTo>
                    <a:pt x="521151" y="482823"/>
                  </a:lnTo>
                  <a:lnTo>
                    <a:pt x="521332" y="482447"/>
                  </a:lnTo>
                  <a:lnTo>
                    <a:pt x="521390" y="482307"/>
                  </a:lnTo>
                  <a:lnTo>
                    <a:pt x="521417" y="482152"/>
                  </a:lnTo>
                  <a:lnTo>
                    <a:pt x="521426" y="481993"/>
                  </a:lnTo>
                  <a:lnTo>
                    <a:pt x="521417" y="481816"/>
                  </a:lnTo>
                  <a:lnTo>
                    <a:pt x="521401" y="481626"/>
                  </a:lnTo>
                  <a:lnTo>
                    <a:pt x="521443" y="481425"/>
                  </a:lnTo>
                  <a:lnTo>
                    <a:pt x="521292" y="480839"/>
                  </a:lnTo>
                  <a:lnTo>
                    <a:pt x="521124" y="480571"/>
                  </a:lnTo>
                  <a:lnTo>
                    <a:pt x="521066" y="480430"/>
                  </a:lnTo>
                  <a:lnTo>
                    <a:pt x="521057" y="480281"/>
                  </a:lnTo>
                  <a:lnTo>
                    <a:pt x="521269" y="479786"/>
                  </a:lnTo>
                  <a:lnTo>
                    <a:pt x="521309" y="479649"/>
                  </a:lnTo>
                  <a:lnTo>
                    <a:pt x="521339" y="479486"/>
                  </a:lnTo>
                  <a:lnTo>
                    <a:pt x="521357" y="479284"/>
                  </a:lnTo>
                  <a:lnTo>
                    <a:pt x="521370" y="479133"/>
                  </a:lnTo>
                  <a:lnTo>
                    <a:pt x="521382" y="478945"/>
                  </a:lnTo>
                  <a:lnTo>
                    <a:pt x="521280" y="478140"/>
                  </a:lnTo>
                  <a:lnTo>
                    <a:pt x="521327" y="478007"/>
                  </a:lnTo>
                  <a:lnTo>
                    <a:pt x="521414" y="477839"/>
                  </a:lnTo>
                  <a:lnTo>
                    <a:pt x="521538" y="477697"/>
                  </a:lnTo>
                  <a:lnTo>
                    <a:pt x="521683" y="477562"/>
                  </a:lnTo>
                  <a:lnTo>
                    <a:pt x="521880" y="477399"/>
                  </a:lnTo>
                  <a:lnTo>
                    <a:pt x="522373" y="476793"/>
                  </a:lnTo>
                  <a:lnTo>
                    <a:pt x="522377" y="476536"/>
                  </a:lnTo>
                  <a:lnTo>
                    <a:pt x="522362" y="476265"/>
                  </a:lnTo>
                  <a:lnTo>
                    <a:pt x="522389" y="476069"/>
                  </a:lnTo>
                  <a:lnTo>
                    <a:pt x="522411" y="475809"/>
                  </a:lnTo>
                  <a:lnTo>
                    <a:pt x="522425" y="475565"/>
                  </a:lnTo>
                  <a:lnTo>
                    <a:pt x="522506" y="475347"/>
                  </a:lnTo>
                  <a:lnTo>
                    <a:pt x="522582" y="475184"/>
                  </a:lnTo>
                  <a:lnTo>
                    <a:pt x="522557" y="474902"/>
                  </a:lnTo>
                  <a:lnTo>
                    <a:pt x="522521" y="474706"/>
                  </a:lnTo>
                  <a:lnTo>
                    <a:pt x="522518" y="474360"/>
                  </a:lnTo>
                  <a:lnTo>
                    <a:pt x="522583" y="474188"/>
                  </a:lnTo>
                  <a:lnTo>
                    <a:pt x="522633" y="474027"/>
                  </a:lnTo>
                  <a:lnTo>
                    <a:pt x="522698" y="473854"/>
                  </a:lnTo>
                  <a:lnTo>
                    <a:pt x="522684" y="473476"/>
                  </a:lnTo>
                  <a:lnTo>
                    <a:pt x="522500" y="473236"/>
                  </a:lnTo>
                  <a:lnTo>
                    <a:pt x="522431" y="473088"/>
                  </a:lnTo>
                  <a:lnTo>
                    <a:pt x="522212" y="472708"/>
                  </a:lnTo>
                  <a:lnTo>
                    <a:pt x="521928" y="472402"/>
                  </a:lnTo>
                  <a:lnTo>
                    <a:pt x="521797" y="472319"/>
                  </a:lnTo>
                  <a:lnTo>
                    <a:pt x="521627" y="472230"/>
                  </a:lnTo>
                  <a:lnTo>
                    <a:pt x="521399" y="472094"/>
                  </a:lnTo>
                  <a:lnTo>
                    <a:pt x="521262" y="471954"/>
                  </a:lnTo>
                  <a:lnTo>
                    <a:pt x="521152" y="471805"/>
                  </a:lnTo>
                  <a:lnTo>
                    <a:pt x="520803" y="469821"/>
                  </a:lnTo>
                  <a:lnTo>
                    <a:pt x="520617" y="469557"/>
                  </a:lnTo>
                  <a:lnTo>
                    <a:pt x="520422" y="468940"/>
                  </a:lnTo>
                  <a:lnTo>
                    <a:pt x="520434" y="468784"/>
                  </a:lnTo>
                  <a:lnTo>
                    <a:pt x="520448" y="468635"/>
                  </a:lnTo>
                  <a:lnTo>
                    <a:pt x="520466" y="468486"/>
                  </a:lnTo>
                  <a:lnTo>
                    <a:pt x="520490" y="468327"/>
                  </a:lnTo>
                  <a:lnTo>
                    <a:pt x="520492" y="468173"/>
                  </a:lnTo>
                  <a:lnTo>
                    <a:pt x="520467" y="467980"/>
                  </a:lnTo>
                  <a:lnTo>
                    <a:pt x="520433" y="467848"/>
                  </a:lnTo>
                  <a:lnTo>
                    <a:pt x="520266" y="467473"/>
                  </a:lnTo>
                  <a:lnTo>
                    <a:pt x="520213" y="467331"/>
                  </a:lnTo>
                  <a:lnTo>
                    <a:pt x="520157" y="467185"/>
                  </a:lnTo>
                  <a:lnTo>
                    <a:pt x="520092" y="467044"/>
                  </a:lnTo>
                  <a:lnTo>
                    <a:pt x="519993" y="466877"/>
                  </a:lnTo>
                  <a:lnTo>
                    <a:pt x="519841" y="466632"/>
                  </a:lnTo>
                  <a:lnTo>
                    <a:pt x="519777" y="466484"/>
                  </a:lnTo>
                  <a:lnTo>
                    <a:pt x="519684" y="466334"/>
                  </a:lnTo>
                  <a:lnTo>
                    <a:pt x="519573" y="466178"/>
                  </a:lnTo>
                  <a:lnTo>
                    <a:pt x="519444" y="465998"/>
                  </a:lnTo>
                  <a:lnTo>
                    <a:pt x="519377" y="465840"/>
                  </a:lnTo>
                  <a:lnTo>
                    <a:pt x="519296" y="465688"/>
                  </a:lnTo>
                  <a:lnTo>
                    <a:pt x="519265" y="465493"/>
                  </a:lnTo>
                  <a:lnTo>
                    <a:pt x="519279" y="465288"/>
                  </a:lnTo>
                  <a:lnTo>
                    <a:pt x="519239" y="465059"/>
                  </a:lnTo>
                  <a:lnTo>
                    <a:pt x="519176" y="464861"/>
                  </a:lnTo>
                  <a:lnTo>
                    <a:pt x="519112" y="464675"/>
                  </a:lnTo>
                  <a:lnTo>
                    <a:pt x="518962" y="464491"/>
                  </a:lnTo>
                  <a:lnTo>
                    <a:pt x="518753" y="464272"/>
                  </a:lnTo>
                  <a:lnTo>
                    <a:pt x="518569" y="464063"/>
                  </a:lnTo>
                  <a:lnTo>
                    <a:pt x="518354" y="463864"/>
                  </a:lnTo>
                  <a:lnTo>
                    <a:pt x="518131" y="463692"/>
                  </a:lnTo>
                  <a:lnTo>
                    <a:pt x="517879" y="463551"/>
                  </a:lnTo>
                  <a:lnTo>
                    <a:pt x="517602" y="463421"/>
                  </a:lnTo>
                  <a:lnTo>
                    <a:pt x="517363" y="463293"/>
                  </a:lnTo>
                  <a:lnTo>
                    <a:pt x="517188" y="463176"/>
                  </a:lnTo>
                  <a:lnTo>
                    <a:pt x="516845" y="462998"/>
                  </a:lnTo>
                  <a:lnTo>
                    <a:pt x="516689" y="462930"/>
                  </a:lnTo>
                  <a:lnTo>
                    <a:pt x="516540" y="462846"/>
                  </a:lnTo>
                  <a:lnTo>
                    <a:pt x="516362" y="462763"/>
                  </a:lnTo>
                  <a:lnTo>
                    <a:pt x="516139" y="462713"/>
                  </a:lnTo>
                  <a:lnTo>
                    <a:pt x="515961" y="462701"/>
                  </a:lnTo>
                  <a:lnTo>
                    <a:pt x="515656" y="462695"/>
                  </a:lnTo>
                  <a:lnTo>
                    <a:pt x="515394" y="462662"/>
                  </a:lnTo>
                  <a:lnTo>
                    <a:pt x="515119" y="462636"/>
                  </a:lnTo>
                  <a:lnTo>
                    <a:pt x="514691" y="462700"/>
                  </a:lnTo>
                  <a:lnTo>
                    <a:pt x="514355" y="462782"/>
                  </a:lnTo>
                  <a:lnTo>
                    <a:pt x="514034" y="462731"/>
                  </a:lnTo>
                  <a:lnTo>
                    <a:pt x="513700" y="462613"/>
                  </a:lnTo>
                  <a:lnTo>
                    <a:pt x="513301" y="462358"/>
                  </a:lnTo>
                  <a:lnTo>
                    <a:pt x="513030" y="462071"/>
                  </a:lnTo>
                  <a:lnTo>
                    <a:pt x="512775" y="461717"/>
                  </a:lnTo>
                  <a:lnTo>
                    <a:pt x="512578" y="461336"/>
                  </a:lnTo>
                  <a:lnTo>
                    <a:pt x="512503" y="460818"/>
                  </a:lnTo>
                  <a:lnTo>
                    <a:pt x="512554" y="460564"/>
                  </a:lnTo>
                  <a:lnTo>
                    <a:pt x="512577" y="460346"/>
                  </a:lnTo>
                  <a:lnTo>
                    <a:pt x="512635" y="460159"/>
                  </a:lnTo>
                  <a:lnTo>
                    <a:pt x="512669" y="459902"/>
                  </a:lnTo>
                  <a:lnTo>
                    <a:pt x="512691" y="459727"/>
                  </a:lnTo>
                  <a:lnTo>
                    <a:pt x="512762" y="459561"/>
                  </a:lnTo>
                  <a:lnTo>
                    <a:pt x="512907" y="459409"/>
                  </a:lnTo>
                  <a:lnTo>
                    <a:pt x="513037" y="459136"/>
                  </a:lnTo>
                  <a:lnTo>
                    <a:pt x="513205" y="458885"/>
                  </a:lnTo>
                  <a:lnTo>
                    <a:pt x="513456" y="458598"/>
                  </a:lnTo>
                  <a:lnTo>
                    <a:pt x="513632" y="458344"/>
                  </a:lnTo>
                  <a:lnTo>
                    <a:pt x="513808" y="458095"/>
                  </a:lnTo>
                  <a:lnTo>
                    <a:pt x="513942" y="457871"/>
                  </a:lnTo>
                  <a:lnTo>
                    <a:pt x="514020" y="457670"/>
                  </a:lnTo>
                  <a:lnTo>
                    <a:pt x="514080" y="457469"/>
                  </a:lnTo>
                  <a:lnTo>
                    <a:pt x="514144" y="457219"/>
                  </a:lnTo>
                  <a:lnTo>
                    <a:pt x="514175" y="457042"/>
                  </a:lnTo>
                  <a:lnTo>
                    <a:pt x="514297" y="456895"/>
                  </a:lnTo>
                  <a:lnTo>
                    <a:pt x="514437" y="456786"/>
                  </a:lnTo>
                  <a:lnTo>
                    <a:pt x="514592" y="456736"/>
                  </a:lnTo>
                  <a:lnTo>
                    <a:pt x="514804" y="456656"/>
                  </a:lnTo>
                  <a:lnTo>
                    <a:pt x="514999" y="456636"/>
                  </a:lnTo>
                  <a:lnTo>
                    <a:pt x="515171" y="456550"/>
                  </a:lnTo>
                  <a:lnTo>
                    <a:pt x="515375" y="456358"/>
                  </a:lnTo>
                  <a:lnTo>
                    <a:pt x="515588" y="456050"/>
                  </a:lnTo>
                  <a:lnTo>
                    <a:pt x="515739" y="455783"/>
                  </a:lnTo>
                  <a:lnTo>
                    <a:pt x="515911" y="455487"/>
                  </a:lnTo>
                  <a:lnTo>
                    <a:pt x="516091" y="455267"/>
                  </a:lnTo>
                  <a:lnTo>
                    <a:pt x="516200" y="455075"/>
                  </a:lnTo>
                  <a:lnTo>
                    <a:pt x="516249" y="454847"/>
                  </a:lnTo>
                  <a:lnTo>
                    <a:pt x="516235" y="454605"/>
                  </a:lnTo>
                  <a:lnTo>
                    <a:pt x="516211" y="454238"/>
                  </a:lnTo>
                  <a:lnTo>
                    <a:pt x="516205" y="453873"/>
                  </a:lnTo>
                  <a:lnTo>
                    <a:pt x="516250" y="453638"/>
                  </a:lnTo>
                  <a:lnTo>
                    <a:pt x="516378" y="453424"/>
                  </a:lnTo>
                  <a:lnTo>
                    <a:pt x="516576" y="453195"/>
                  </a:lnTo>
                  <a:lnTo>
                    <a:pt x="516642" y="452963"/>
                  </a:lnTo>
                  <a:lnTo>
                    <a:pt x="516654" y="452738"/>
                  </a:lnTo>
                  <a:lnTo>
                    <a:pt x="516624" y="452564"/>
                  </a:lnTo>
                  <a:lnTo>
                    <a:pt x="516508" y="452388"/>
                  </a:lnTo>
                  <a:lnTo>
                    <a:pt x="516376" y="452224"/>
                  </a:lnTo>
                  <a:lnTo>
                    <a:pt x="516305" y="452011"/>
                  </a:lnTo>
                  <a:lnTo>
                    <a:pt x="516345" y="451856"/>
                  </a:lnTo>
                  <a:lnTo>
                    <a:pt x="516509" y="451634"/>
                  </a:lnTo>
                  <a:lnTo>
                    <a:pt x="516740" y="451321"/>
                  </a:lnTo>
                  <a:lnTo>
                    <a:pt x="516918" y="451187"/>
                  </a:lnTo>
                  <a:lnTo>
                    <a:pt x="517085" y="451003"/>
                  </a:lnTo>
                  <a:lnTo>
                    <a:pt x="517168" y="450801"/>
                  </a:lnTo>
                  <a:lnTo>
                    <a:pt x="517237" y="450550"/>
                  </a:lnTo>
                  <a:lnTo>
                    <a:pt x="517305" y="450205"/>
                  </a:lnTo>
                  <a:lnTo>
                    <a:pt x="517382" y="449924"/>
                  </a:lnTo>
                  <a:lnTo>
                    <a:pt x="517391" y="449733"/>
                  </a:lnTo>
                  <a:lnTo>
                    <a:pt x="517318" y="449553"/>
                  </a:lnTo>
                  <a:lnTo>
                    <a:pt x="517324" y="449348"/>
                  </a:lnTo>
                  <a:lnTo>
                    <a:pt x="517454" y="449095"/>
                  </a:lnTo>
                  <a:lnTo>
                    <a:pt x="517638" y="448854"/>
                  </a:lnTo>
                  <a:lnTo>
                    <a:pt x="517850" y="448703"/>
                  </a:lnTo>
                  <a:lnTo>
                    <a:pt x="518004" y="448573"/>
                  </a:lnTo>
                  <a:lnTo>
                    <a:pt x="518116" y="448399"/>
                  </a:lnTo>
                  <a:lnTo>
                    <a:pt x="518294" y="448079"/>
                  </a:lnTo>
                  <a:lnTo>
                    <a:pt x="518463" y="447808"/>
                  </a:lnTo>
                  <a:lnTo>
                    <a:pt x="518627" y="447468"/>
                  </a:lnTo>
                  <a:lnTo>
                    <a:pt x="518667" y="447237"/>
                  </a:lnTo>
                  <a:lnTo>
                    <a:pt x="518774" y="446969"/>
                  </a:lnTo>
                  <a:lnTo>
                    <a:pt x="518893" y="446756"/>
                  </a:lnTo>
                  <a:lnTo>
                    <a:pt x="519048" y="446531"/>
                  </a:lnTo>
                  <a:lnTo>
                    <a:pt x="519232" y="446232"/>
                  </a:lnTo>
                  <a:lnTo>
                    <a:pt x="519314" y="446061"/>
                  </a:lnTo>
                  <a:lnTo>
                    <a:pt x="519324" y="445874"/>
                  </a:lnTo>
                  <a:lnTo>
                    <a:pt x="519317" y="445695"/>
                  </a:lnTo>
                  <a:lnTo>
                    <a:pt x="519385" y="445539"/>
                  </a:lnTo>
                  <a:lnTo>
                    <a:pt x="519530" y="445363"/>
                  </a:lnTo>
                  <a:lnTo>
                    <a:pt x="519638" y="445175"/>
                  </a:lnTo>
                  <a:lnTo>
                    <a:pt x="519838" y="444980"/>
                  </a:lnTo>
                  <a:lnTo>
                    <a:pt x="519995" y="444797"/>
                  </a:lnTo>
                  <a:lnTo>
                    <a:pt x="520070" y="444625"/>
                  </a:lnTo>
                  <a:lnTo>
                    <a:pt x="520078" y="444425"/>
                  </a:lnTo>
                  <a:lnTo>
                    <a:pt x="520175" y="444154"/>
                  </a:lnTo>
                  <a:lnTo>
                    <a:pt x="520307" y="444100"/>
                  </a:lnTo>
                  <a:lnTo>
                    <a:pt x="520471" y="444067"/>
                  </a:lnTo>
                  <a:lnTo>
                    <a:pt x="520650" y="443965"/>
                  </a:lnTo>
                  <a:lnTo>
                    <a:pt x="520782" y="443915"/>
                  </a:lnTo>
                  <a:lnTo>
                    <a:pt x="521052" y="444013"/>
                  </a:lnTo>
                  <a:lnTo>
                    <a:pt x="521198" y="444055"/>
                  </a:lnTo>
                  <a:lnTo>
                    <a:pt x="521345" y="444073"/>
                  </a:lnTo>
                  <a:lnTo>
                    <a:pt x="521588" y="444153"/>
                  </a:lnTo>
                  <a:lnTo>
                    <a:pt x="521792" y="444207"/>
                  </a:lnTo>
                  <a:lnTo>
                    <a:pt x="521988" y="444237"/>
                  </a:lnTo>
                  <a:lnTo>
                    <a:pt x="522258" y="444209"/>
                  </a:lnTo>
                  <a:lnTo>
                    <a:pt x="522569" y="444126"/>
                  </a:lnTo>
                  <a:lnTo>
                    <a:pt x="522860" y="444139"/>
                  </a:lnTo>
                  <a:lnTo>
                    <a:pt x="523073" y="444202"/>
                  </a:lnTo>
                  <a:lnTo>
                    <a:pt x="523205" y="444260"/>
                  </a:lnTo>
                  <a:lnTo>
                    <a:pt x="523333" y="444266"/>
                  </a:lnTo>
                  <a:lnTo>
                    <a:pt x="523510" y="444217"/>
                  </a:lnTo>
                  <a:lnTo>
                    <a:pt x="523729" y="444205"/>
                  </a:lnTo>
                  <a:lnTo>
                    <a:pt x="524013" y="444163"/>
                  </a:lnTo>
                  <a:lnTo>
                    <a:pt x="524316" y="444017"/>
                  </a:lnTo>
                  <a:lnTo>
                    <a:pt x="524490" y="443818"/>
                  </a:lnTo>
                  <a:lnTo>
                    <a:pt x="524593" y="443557"/>
                  </a:lnTo>
                  <a:lnTo>
                    <a:pt x="524641" y="443318"/>
                  </a:lnTo>
                  <a:lnTo>
                    <a:pt x="524745" y="443108"/>
                  </a:lnTo>
                  <a:lnTo>
                    <a:pt x="524923" y="442963"/>
                  </a:lnTo>
                  <a:lnTo>
                    <a:pt x="525222" y="442808"/>
                  </a:lnTo>
                  <a:lnTo>
                    <a:pt x="525431" y="442790"/>
                  </a:lnTo>
                  <a:lnTo>
                    <a:pt x="525599" y="442823"/>
                  </a:lnTo>
                  <a:lnTo>
                    <a:pt x="525748" y="442805"/>
                  </a:lnTo>
                  <a:lnTo>
                    <a:pt x="525899" y="442735"/>
                  </a:lnTo>
                  <a:lnTo>
                    <a:pt x="525989" y="442592"/>
                  </a:lnTo>
                  <a:lnTo>
                    <a:pt x="526055" y="442442"/>
                  </a:lnTo>
                  <a:lnTo>
                    <a:pt x="526153" y="442257"/>
                  </a:lnTo>
                  <a:lnTo>
                    <a:pt x="526278" y="442090"/>
                  </a:lnTo>
                  <a:lnTo>
                    <a:pt x="526306" y="441920"/>
                  </a:lnTo>
                  <a:lnTo>
                    <a:pt x="526443" y="441776"/>
                  </a:lnTo>
                  <a:lnTo>
                    <a:pt x="526667" y="441629"/>
                  </a:lnTo>
                  <a:lnTo>
                    <a:pt x="526941" y="441548"/>
                  </a:lnTo>
                  <a:lnTo>
                    <a:pt x="527167" y="441552"/>
                  </a:lnTo>
                  <a:lnTo>
                    <a:pt x="527375" y="441515"/>
                  </a:lnTo>
                  <a:lnTo>
                    <a:pt x="527543" y="441437"/>
                  </a:lnTo>
                  <a:lnTo>
                    <a:pt x="527754" y="441340"/>
                  </a:lnTo>
                  <a:lnTo>
                    <a:pt x="527968" y="441209"/>
                  </a:lnTo>
                  <a:lnTo>
                    <a:pt x="528121" y="441117"/>
                  </a:lnTo>
                  <a:lnTo>
                    <a:pt x="528313" y="441026"/>
                  </a:lnTo>
                  <a:lnTo>
                    <a:pt x="528516" y="440920"/>
                  </a:lnTo>
                  <a:lnTo>
                    <a:pt x="528686" y="440846"/>
                  </a:lnTo>
                  <a:lnTo>
                    <a:pt x="528830" y="440734"/>
                  </a:lnTo>
                  <a:lnTo>
                    <a:pt x="528985" y="440589"/>
                  </a:lnTo>
                  <a:lnTo>
                    <a:pt x="529115" y="440401"/>
                  </a:lnTo>
                  <a:lnTo>
                    <a:pt x="529322" y="440167"/>
                  </a:lnTo>
                  <a:lnTo>
                    <a:pt x="529571" y="439897"/>
                  </a:lnTo>
                  <a:lnTo>
                    <a:pt x="529927" y="439539"/>
                  </a:lnTo>
                  <a:lnTo>
                    <a:pt x="530133" y="439122"/>
                  </a:lnTo>
                  <a:lnTo>
                    <a:pt x="530421" y="438732"/>
                  </a:lnTo>
                  <a:lnTo>
                    <a:pt x="530679" y="438331"/>
                  </a:lnTo>
                  <a:lnTo>
                    <a:pt x="530910" y="437986"/>
                  </a:lnTo>
                  <a:lnTo>
                    <a:pt x="531011" y="437698"/>
                  </a:lnTo>
                  <a:lnTo>
                    <a:pt x="531108" y="437396"/>
                  </a:lnTo>
                  <a:lnTo>
                    <a:pt x="531222" y="437151"/>
                  </a:lnTo>
                  <a:lnTo>
                    <a:pt x="531372" y="436844"/>
                  </a:lnTo>
                  <a:lnTo>
                    <a:pt x="531489" y="436505"/>
                  </a:lnTo>
                  <a:lnTo>
                    <a:pt x="531582" y="436179"/>
                  </a:lnTo>
                  <a:lnTo>
                    <a:pt x="531605" y="435920"/>
                  </a:lnTo>
                  <a:lnTo>
                    <a:pt x="531602" y="435710"/>
                  </a:lnTo>
                  <a:lnTo>
                    <a:pt x="531602" y="435535"/>
                  </a:lnTo>
                  <a:lnTo>
                    <a:pt x="531573" y="435221"/>
                  </a:lnTo>
                  <a:lnTo>
                    <a:pt x="531514" y="434868"/>
                  </a:lnTo>
                  <a:lnTo>
                    <a:pt x="531446" y="434618"/>
                  </a:lnTo>
                  <a:lnTo>
                    <a:pt x="531388" y="434349"/>
                  </a:lnTo>
                  <a:lnTo>
                    <a:pt x="531367" y="434090"/>
                  </a:lnTo>
                  <a:lnTo>
                    <a:pt x="531357" y="433842"/>
                  </a:lnTo>
                  <a:lnTo>
                    <a:pt x="531379" y="433600"/>
                  </a:lnTo>
                  <a:lnTo>
                    <a:pt x="531403" y="433433"/>
                  </a:lnTo>
                  <a:lnTo>
                    <a:pt x="531469" y="433236"/>
                  </a:lnTo>
                  <a:lnTo>
                    <a:pt x="531631" y="432993"/>
                  </a:lnTo>
                  <a:lnTo>
                    <a:pt x="531839" y="432802"/>
                  </a:lnTo>
                  <a:lnTo>
                    <a:pt x="532073" y="432636"/>
                  </a:lnTo>
                  <a:lnTo>
                    <a:pt x="532357" y="432475"/>
                  </a:lnTo>
                  <a:lnTo>
                    <a:pt x="532635" y="432393"/>
                  </a:lnTo>
                  <a:lnTo>
                    <a:pt x="532889" y="432413"/>
                  </a:lnTo>
                  <a:lnTo>
                    <a:pt x="533110" y="432378"/>
                  </a:lnTo>
                  <a:lnTo>
                    <a:pt x="533331" y="432298"/>
                  </a:lnTo>
                  <a:lnTo>
                    <a:pt x="533593" y="432158"/>
                  </a:lnTo>
                  <a:lnTo>
                    <a:pt x="533832" y="431992"/>
                  </a:lnTo>
                  <a:lnTo>
                    <a:pt x="534027" y="431804"/>
                  </a:lnTo>
                  <a:lnTo>
                    <a:pt x="534144" y="431623"/>
                  </a:lnTo>
                  <a:lnTo>
                    <a:pt x="534199" y="431436"/>
                  </a:lnTo>
                  <a:lnTo>
                    <a:pt x="534215" y="431231"/>
                  </a:lnTo>
                  <a:lnTo>
                    <a:pt x="534219" y="430981"/>
                  </a:lnTo>
                  <a:lnTo>
                    <a:pt x="534203" y="430729"/>
                  </a:lnTo>
                  <a:lnTo>
                    <a:pt x="534169" y="430490"/>
                  </a:lnTo>
                  <a:lnTo>
                    <a:pt x="534089" y="430291"/>
                  </a:lnTo>
                  <a:lnTo>
                    <a:pt x="534052" y="430127"/>
                  </a:lnTo>
                  <a:lnTo>
                    <a:pt x="533569" y="429259"/>
                  </a:lnTo>
                  <a:lnTo>
                    <a:pt x="533605" y="429115"/>
                  </a:lnTo>
                  <a:lnTo>
                    <a:pt x="533662" y="428968"/>
                  </a:lnTo>
                  <a:lnTo>
                    <a:pt x="533746" y="428832"/>
                  </a:lnTo>
                  <a:lnTo>
                    <a:pt x="533773" y="428672"/>
                  </a:lnTo>
                  <a:lnTo>
                    <a:pt x="533765" y="428357"/>
                  </a:lnTo>
                  <a:lnTo>
                    <a:pt x="533811" y="428223"/>
                  </a:lnTo>
                  <a:lnTo>
                    <a:pt x="533886" y="428052"/>
                  </a:lnTo>
                  <a:lnTo>
                    <a:pt x="533903" y="427871"/>
                  </a:lnTo>
                  <a:lnTo>
                    <a:pt x="533945" y="427687"/>
                  </a:lnTo>
                  <a:lnTo>
                    <a:pt x="534008" y="427526"/>
                  </a:lnTo>
                  <a:lnTo>
                    <a:pt x="534072" y="427334"/>
                  </a:lnTo>
                  <a:lnTo>
                    <a:pt x="534145" y="427140"/>
                  </a:lnTo>
                  <a:lnTo>
                    <a:pt x="534369" y="426859"/>
                  </a:lnTo>
                  <a:lnTo>
                    <a:pt x="534594" y="426620"/>
                  </a:lnTo>
                  <a:lnTo>
                    <a:pt x="534859" y="426463"/>
                  </a:lnTo>
                  <a:lnTo>
                    <a:pt x="534996" y="426397"/>
                  </a:lnTo>
                  <a:lnTo>
                    <a:pt x="535130" y="426362"/>
                  </a:lnTo>
                  <a:lnTo>
                    <a:pt x="535293" y="426357"/>
                  </a:lnTo>
                  <a:lnTo>
                    <a:pt x="535517" y="426332"/>
                  </a:lnTo>
                  <a:lnTo>
                    <a:pt x="535717" y="426292"/>
                  </a:lnTo>
                  <a:lnTo>
                    <a:pt x="535888" y="426175"/>
                  </a:lnTo>
                  <a:lnTo>
                    <a:pt x="536012" y="426039"/>
                  </a:lnTo>
                  <a:lnTo>
                    <a:pt x="536076" y="425905"/>
                  </a:lnTo>
                  <a:lnTo>
                    <a:pt x="536145" y="425682"/>
                  </a:lnTo>
                  <a:lnTo>
                    <a:pt x="536137" y="425463"/>
                  </a:lnTo>
                  <a:lnTo>
                    <a:pt x="536105" y="425242"/>
                  </a:lnTo>
                  <a:lnTo>
                    <a:pt x="536125" y="425011"/>
                  </a:lnTo>
                  <a:lnTo>
                    <a:pt x="536139" y="424858"/>
                  </a:lnTo>
                  <a:lnTo>
                    <a:pt x="536189" y="424715"/>
                  </a:lnTo>
                  <a:lnTo>
                    <a:pt x="536455" y="424461"/>
                  </a:lnTo>
                  <a:lnTo>
                    <a:pt x="536550" y="424317"/>
                  </a:lnTo>
                  <a:lnTo>
                    <a:pt x="536600" y="424184"/>
                  </a:lnTo>
                  <a:lnTo>
                    <a:pt x="536635" y="423979"/>
                  </a:lnTo>
                  <a:lnTo>
                    <a:pt x="536639" y="423803"/>
                  </a:lnTo>
                  <a:lnTo>
                    <a:pt x="536638" y="423616"/>
                  </a:lnTo>
                  <a:lnTo>
                    <a:pt x="536631" y="423438"/>
                  </a:lnTo>
                  <a:lnTo>
                    <a:pt x="536618" y="423193"/>
                  </a:lnTo>
                  <a:lnTo>
                    <a:pt x="536609" y="422983"/>
                  </a:lnTo>
                  <a:lnTo>
                    <a:pt x="536587" y="422804"/>
                  </a:lnTo>
                  <a:lnTo>
                    <a:pt x="536579" y="422601"/>
                  </a:lnTo>
                  <a:lnTo>
                    <a:pt x="536933" y="422178"/>
                  </a:lnTo>
                  <a:lnTo>
                    <a:pt x="537164" y="422147"/>
                  </a:lnTo>
                  <a:lnTo>
                    <a:pt x="537441" y="422117"/>
                  </a:lnTo>
                  <a:lnTo>
                    <a:pt x="537609" y="422094"/>
                  </a:lnTo>
                  <a:lnTo>
                    <a:pt x="537816" y="422031"/>
                  </a:lnTo>
                  <a:lnTo>
                    <a:pt x="537978" y="421923"/>
                  </a:lnTo>
                  <a:lnTo>
                    <a:pt x="538067" y="421794"/>
                  </a:lnTo>
                  <a:lnTo>
                    <a:pt x="538117" y="421633"/>
                  </a:lnTo>
                  <a:lnTo>
                    <a:pt x="538119" y="421428"/>
                  </a:lnTo>
                  <a:lnTo>
                    <a:pt x="538120" y="421270"/>
                  </a:lnTo>
                  <a:lnTo>
                    <a:pt x="538107" y="421130"/>
                  </a:lnTo>
                  <a:lnTo>
                    <a:pt x="538095" y="420828"/>
                  </a:lnTo>
                  <a:lnTo>
                    <a:pt x="538060" y="420573"/>
                  </a:lnTo>
                  <a:lnTo>
                    <a:pt x="538032" y="420285"/>
                  </a:lnTo>
                  <a:lnTo>
                    <a:pt x="538029" y="420082"/>
                  </a:lnTo>
                  <a:lnTo>
                    <a:pt x="537994" y="419942"/>
                  </a:lnTo>
                  <a:lnTo>
                    <a:pt x="537935" y="419799"/>
                  </a:lnTo>
                  <a:lnTo>
                    <a:pt x="537873" y="419649"/>
                  </a:lnTo>
                  <a:lnTo>
                    <a:pt x="537774" y="419464"/>
                  </a:lnTo>
                  <a:lnTo>
                    <a:pt x="537701" y="419335"/>
                  </a:lnTo>
                  <a:lnTo>
                    <a:pt x="537615" y="419180"/>
                  </a:lnTo>
                  <a:lnTo>
                    <a:pt x="537502" y="419028"/>
                  </a:lnTo>
                  <a:lnTo>
                    <a:pt x="537402" y="418890"/>
                  </a:lnTo>
                  <a:lnTo>
                    <a:pt x="536993" y="418314"/>
                  </a:lnTo>
                  <a:lnTo>
                    <a:pt x="536942" y="418163"/>
                  </a:lnTo>
                  <a:lnTo>
                    <a:pt x="536911" y="418005"/>
                  </a:lnTo>
                  <a:lnTo>
                    <a:pt x="536890" y="417865"/>
                  </a:lnTo>
                  <a:lnTo>
                    <a:pt x="536858" y="417724"/>
                  </a:lnTo>
                  <a:lnTo>
                    <a:pt x="536815" y="417578"/>
                  </a:lnTo>
                  <a:lnTo>
                    <a:pt x="536765" y="417410"/>
                  </a:lnTo>
                  <a:lnTo>
                    <a:pt x="536733" y="417235"/>
                  </a:lnTo>
                  <a:lnTo>
                    <a:pt x="536711" y="417057"/>
                  </a:lnTo>
                  <a:lnTo>
                    <a:pt x="536698" y="416906"/>
                  </a:lnTo>
                  <a:lnTo>
                    <a:pt x="536698" y="416679"/>
                  </a:lnTo>
                  <a:lnTo>
                    <a:pt x="536721" y="416405"/>
                  </a:lnTo>
                  <a:lnTo>
                    <a:pt x="536736" y="416224"/>
                  </a:lnTo>
                  <a:lnTo>
                    <a:pt x="537070" y="415796"/>
                  </a:lnTo>
                  <a:lnTo>
                    <a:pt x="537211" y="415696"/>
                  </a:lnTo>
                  <a:lnTo>
                    <a:pt x="537362" y="415646"/>
                  </a:lnTo>
                  <a:lnTo>
                    <a:pt x="537529" y="415571"/>
                  </a:lnTo>
                  <a:lnTo>
                    <a:pt x="537692" y="415477"/>
                  </a:lnTo>
                  <a:lnTo>
                    <a:pt x="537859" y="415389"/>
                  </a:lnTo>
                  <a:lnTo>
                    <a:pt x="538021" y="415291"/>
                  </a:lnTo>
                  <a:lnTo>
                    <a:pt x="538179" y="415194"/>
                  </a:lnTo>
                  <a:lnTo>
                    <a:pt x="538319" y="415102"/>
                  </a:lnTo>
                  <a:lnTo>
                    <a:pt x="538512" y="414979"/>
                  </a:lnTo>
                  <a:lnTo>
                    <a:pt x="538683" y="414815"/>
                  </a:lnTo>
                  <a:lnTo>
                    <a:pt x="538812" y="414682"/>
                  </a:lnTo>
                  <a:lnTo>
                    <a:pt x="539009" y="414450"/>
                  </a:lnTo>
                  <a:lnTo>
                    <a:pt x="539130" y="414251"/>
                  </a:lnTo>
                  <a:lnTo>
                    <a:pt x="539311" y="414006"/>
                  </a:lnTo>
                  <a:lnTo>
                    <a:pt x="539455" y="413816"/>
                  </a:lnTo>
                  <a:lnTo>
                    <a:pt x="539584" y="413588"/>
                  </a:lnTo>
                  <a:lnTo>
                    <a:pt x="539669" y="413393"/>
                  </a:lnTo>
                  <a:lnTo>
                    <a:pt x="539767" y="413155"/>
                  </a:lnTo>
                  <a:lnTo>
                    <a:pt x="540076" y="412904"/>
                  </a:lnTo>
                  <a:lnTo>
                    <a:pt x="540279" y="412860"/>
                  </a:lnTo>
                  <a:lnTo>
                    <a:pt x="540496" y="412782"/>
                  </a:lnTo>
                  <a:lnTo>
                    <a:pt x="540693" y="412685"/>
                  </a:lnTo>
                  <a:lnTo>
                    <a:pt x="540878" y="412548"/>
                  </a:lnTo>
                  <a:lnTo>
                    <a:pt x="541028" y="412420"/>
                  </a:lnTo>
                  <a:lnTo>
                    <a:pt x="541190" y="412226"/>
                  </a:lnTo>
                  <a:lnTo>
                    <a:pt x="541350" y="412048"/>
                  </a:lnTo>
                  <a:lnTo>
                    <a:pt x="541565" y="411801"/>
                  </a:lnTo>
                  <a:lnTo>
                    <a:pt x="541769" y="411603"/>
                  </a:lnTo>
                  <a:lnTo>
                    <a:pt x="541949" y="411454"/>
                  </a:lnTo>
                  <a:lnTo>
                    <a:pt x="542104" y="411269"/>
                  </a:lnTo>
                  <a:lnTo>
                    <a:pt x="542200" y="411116"/>
                  </a:lnTo>
                  <a:lnTo>
                    <a:pt x="542299" y="410925"/>
                  </a:lnTo>
                  <a:lnTo>
                    <a:pt x="542390" y="410772"/>
                  </a:lnTo>
                  <a:lnTo>
                    <a:pt x="542488" y="410637"/>
                  </a:lnTo>
                  <a:lnTo>
                    <a:pt x="542845" y="410278"/>
                  </a:lnTo>
                  <a:lnTo>
                    <a:pt x="543009" y="410153"/>
                  </a:lnTo>
                  <a:lnTo>
                    <a:pt x="543189" y="410024"/>
                  </a:lnTo>
                  <a:lnTo>
                    <a:pt x="543400" y="409883"/>
                  </a:lnTo>
                  <a:lnTo>
                    <a:pt x="543561" y="409727"/>
                  </a:lnTo>
                  <a:lnTo>
                    <a:pt x="543684" y="409586"/>
                  </a:lnTo>
                  <a:lnTo>
                    <a:pt x="543762" y="409413"/>
                  </a:lnTo>
                  <a:lnTo>
                    <a:pt x="543843" y="409215"/>
                  </a:lnTo>
                  <a:lnTo>
                    <a:pt x="543881" y="409046"/>
                  </a:lnTo>
                  <a:lnTo>
                    <a:pt x="543918" y="408868"/>
                  </a:lnTo>
                  <a:lnTo>
                    <a:pt x="543928" y="408711"/>
                  </a:lnTo>
                  <a:lnTo>
                    <a:pt x="543924" y="408572"/>
                  </a:lnTo>
                  <a:lnTo>
                    <a:pt x="543969" y="408419"/>
                  </a:lnTo>
                  <a:lnTo>
                    <a:pt x="544039" y="408271"/>
                  </a:lnTo>
                  <a:lnTo>
                    <a:pt x="544155" y="408114"/>
                  </a:lnTo>
                  <a:lnTo>
                    <a:pt x="544237" y="407961"/>
                  </a:lnTo>
                  <a:lnTo>
                    <a:pt x="544289" y="407772"/>
                  </a:lnTo>
                  <a:lnTo>
                    <a:pt x="544329" y="407631"/>
                  </a:lnTo>
                  <a:lnTo>
                    <a:pt x="544410" y="407488"/>
                  </a:lnTo>
                  <a:lnTo>
                    <a:pt x="544515" y="407324"/>
                  </a:lnTo>
                  <a:lnTo>
                    <a:pt x="544732" y="407054"/>
                  </a:lnTo>
                  <a:lnTo>
                    <a:pt x="544851" y="406916"/>
                  </a:lnTo>
                  <a:lnTo>
                    <a:pt x="545316" y="406880"/>
                  </a:lnTo>
                  <a:lnTo>
                    <a:pt x="545575" y="406961"/>
                  </a:lnTo>
                  <a:lnTo>
                    <a:pt x="545702" y="406935"/>
                  </a:lnTo>
                  <a:lnTo>
                    <a:pt x="545911" y="406835"/>
                  </a:lnTo>
                  <a:lnTo>
                    <a:pt x="546141" y="406476"/>
                  </a:lnTo>
                  <a:lnTo>
                    <a:pt x="546178" y="406336"/>
                  </a:lnTo>
                  <a:lnTo>
                    <a:pt x="546239" y="406205"/>
                  </a:lnTo>
                  <a:lnTo>
                    <a:pt x="546308" y="406074"/>
                  </a:lnTo>
                  <a:lnTo>
                    <a:pt x="546335" y="405866"/>
                  </a:lnTo>
                  <a:lnTo>
                    <a:pt x="546337" y="405718"/>
                  </a:lnTo>
                  <a:lnTo>
                    <a:pt x="546346" y="405576"/>
                  </a:lnTo>
                  <a:lnTo>
                    <a:pt x="546381" y="405446"/>
                  </a:lnTo>
                  <a:lnTo>
                    <a:pt x="546486" y="405305"/>
                  </a:lnTo>
                  <a:lnTo>
                    <a:pt x="546636" y="405135"/>
                  </a:lnTo>
                  <a:lnTo>
                    <a:pt x="546816" y="404947"/>
                  </a:lnTo>
                  <a:lnTo>
                    <a:pt x="546972" y="404780"/>
                  </a:lnTo>
                  <a:lnTo>
                    <a:pt x="547098" y="404652"/>
                  </a:lnTo>
                  <a:lnTo>
                    <a:pt x="547207" y="404496"/>
                  </a:lnTo>
                  <a:lnTo>
                    <a:pt x="547317" y="404296"/>
                  </a:lnTo>
                  <a:lnTo>
                    <a:pt x="547426" y="404099"/>
                  </a:lnTo>
                  <a:lnTo>
                    <a:pt x="547518" y="403892"/>
                  </a:lnTo>
                  <a:lnTo>
                    <a:pt x="547576" y="403754"/>
                  </a:lnTo>
                  <a:lnTo>
                    <a:pt x="547635" y="403550"/>
                  </a:lnTo>
                  <a:lnTo>
                    <a:pt x="547656" y="403313"/>
                  </a:lnTo>
                  <a:lnTo>
                    <a:pt x="547673" y="403070"/>
                  </a:lnTo>
                  <a:lnTo>
                    <a:pt x="547670" y="402851"/>
                  </a:lnTo>
                  <a:lnTo>
                    <a:pt x="547678" y="402633"/>
                  </a:lnTo>
                  <a:lnTo>
                    <a:pt x="547701" y="402457"/>
                  </a:lnTo>
                  <a:lnTo>
                    <a:pt x="547738" y="402265"/>
                  </a:lnTo>
                  <a:lnTo>
                    <a:pt x="547835" y="401975"/>
                  </a:lnTo>
                  <a:lnTo>
                    <a:pt x="547917" y="401698"/>
                  </a:lnTo>
                  <a:lnTo>
                    <a:pt x="547975" y="401457"/>
                  </a:lnTo>
                  <a:lnTo>
                    <a:pt x="548025" y="401296"/>
                  </a:lnTo>
                  <a:lnTo>
                    <a:pt x="548212" y="401012"/>
                  </a:lnTo>
                  <a:lnTo>
                    <a:pt x="548295" y="400844"/>
                  </a:lnTo>
                  <a:lnTo>
                    <a:pt x="548344" y="400663"/>
                  </a:lnTo>
                  <a:lnTo>
                    <a:pt x="548353" y="400432"/>
                  </a:lnTo>
                  <a:lnTo>
                    <a:pt x="548346" y="400224"/>
                  </a:lnTo>
                  <a:lnTo>
                    <a:pt x="548328" y="399998"/>
                  </a:lnTo>
                  <a:lnTo>
                    <a:pt x="548279" y="399840"/>
                  </a:lnTo>
                  <a:lnTo>
                    <a:pt x="548229" y="399692"/>
                  </a:lnTo>
                  <a:lnTo>
                    <a:pt x="548172" y="399474"/>
                  </a:lnTo>
                  <a:lnTo>
                    <a:pt x="548149" y="399300"/>
                  </a:lnTo>
                  <a:lnTo>
                    <a:pt x="548156" y="399103"/>
                  </a:lnTo>
                  <a:lnTo>
                    <a:pt x="548168" y="398940"/>
                  </a:lnTo>
                  <a:lnTo>
                    <a:pt x="548211" y="398760"/>
                  </a:lnTo>
                  <a:lnTo>
                    <a:pt x="548279" y="398582"/>
                  </a:lnTo>
                  <a:lnTo>
                    <a:pt x="548362" y="398384"/>
                  </a:lnTo>
                  <a:lnTo>
                    <a:pt x="548468" y="398152"/>
                  </a:lnTo>
                  <a:lnTo>
                    <a:pt x="548603" y="397856"/>
                  </a:lnTo>
                  <a:lnTo>
                    <a:pt x="548684" y="397555"/>
                  </a:lnTo>
                  <a:lnTo>
                    <a:pt x="548738" y="397307"/>
                  </a:lnTo>
                  <a:lnTo>
                    <a:pt x="548789" y="396977"/>
                  </a:lnTo>
                  <a:lnTo>
                    <a:pt x="548763" y="396544"/>
                  </a:lnTo>
                  <a:lnTo>
                    <a:pt x="548775" y="396237"/>
                  </a:lnTo>
                  <a:lnTo>
                    <a:pt x="548759" y="396011"/>
                  </a:lnTo>
                  <a:lnTo>
                    <a:pt x="548717" y="395714"/>
                  </a:lnTo>
                  <a:lnTo>
                    <a:pt x="548715" y="395537"/>
                  </a:lnTo>
                  <a:lnTo>
                    <a:pt x="548709" y="395374"/>
                  </a:lnTo>
                  <a:lnTo>
                    <a:pt x="548745" y="395097"/>
                  </a:lnTo>
                  <a:lnTo>
                    <a:pt x="548759" y="394958"/>
                  </a:lnTo>
                  <a:lnTo>
                    <a:pt x="548778" y="394806"/>
                  </a:lnTo>
                  <a:lnTo>
                    <a:pt x="548791" y="394660"/>
                  </a:lnTo>
                  <a:lnTo>
                    <a:pt x="548793" y="394523"/>
                  </a:lnTo>
                  <a:lnTo>
                    <a:pt x="548776" y="394391"/>
                  </a:lnTo>
                  <a:lnTo>
                    <a:pt x="547719" y="393086"/>
                  </a:lnTo>
                  <a:lnTo>
                    <a:pt x="547613" y="392945"/>
                  </a:lnTo>
                  <a:lnTo>
                    <a:pt x="547554" y="392816"/>
                  </a:lnTo>
                  <a:lnTo>
                    <a:pt x="547503" y="392689"/>
                  </a:lnTo>
                  <a:lnTo>
                    <a:pt x="547471" y="392543"/>
                  </a:lnTo>
                  <a:lnTo>
                    <a:pt x="547427" y="392365"/>
                  </a:lnTo>
                  <a:lnTo>
                    <a:pt x="547384" y="392196"/>
                  </a:lnTo>
                  <a:lnTo>
                    <a:pt x="547354" y="392044"/>
                  </a:lnTo>
                  <a:lnTo>
                    <a:pt x="547337" y="391915"/>
                  </a:lnTo>
                  <a:lnTo>
                    <a:pt x="547299" y="391777"/>
                  </a:lnTo>
                  <a:lnTo>
                    <a:pt x="547572" y="391039"/>
                  </a:lnTo>
                  <a:lnTo>
                    <a:pt x="547723" y="390903"/>
                  </a:lnTo>
                  <a:lnTo>
                    <a:pt x="547896" y="390760"/>
                  </a:lnTo>
                  <a:lnTo>
                    <a:pt x="548042" y="390650"/>
                  </a:lnTo>
                  <a:lnTo>
                    <a:pt x="548298" y="390424"/>
                  </a:lnTo>
                  <a:lnTo>
                    <a:pt x="548552" y="390053"/>
                  </a:lnTo>
                  <a:lnTo>
                    <a:pt x="548785" y="389647"/>
                  </a:lnTo>
                  <a:lnTo>
                    <a:pt x="549087" y="389279"/>
                  </a:lnTo>
                  <a:lnTo>
                    <a:pt x="549260" y="389024"/>
                  </a:lnTo>
                  <a:lnTo>
                    <a:pt x="549355" y="388869"/>
                  </a:lnTo>
                  <a:lnTo>
                    <a:pt x="549427" y="388741"/>
                  </a:lnTo>
                  <a:lnTo>
                    <a:pt x="549509" y="388582"/>
                  </a:lnTo>
                  <a:lnTo>
                    <a:pt x="549573" y="388437"/>
                  </a:lnTo>
                  <a:lnTo>
                    <a:pt x="549632" y="388269"/>
                  </a:lnTo>
                  <a:lnTo>
                    <a:pt x="549674" y="388112"/>
                  </a:lnTo>
                  <a:lnTo>
                    <a:pt x="549730" y="387955"/>
                  </a:lnTo>
                  <a:lnTo>
                    <a:pt x="549794" y="387818"/>
                  </a:lnTo>
                  <a:lnTo>
                    <a:pt x="549875" y="387641"/>
                  </a:lnTo>
                  <a:lnTo>
                    <a:pt x="549948" y="387458"/>
                  </a:lnTo>
                  <a:lnTo>
                    <a:pt x="550014" y="387302"/>
                  </a:lnTo>
                  <a:lnTo>
                    <a:pt x="550180" y="387045"/>
                  </a:lnTo>
                  <a:lnTo>
                    <a:pt x="550292" y="386910"/>
                  </a:lnTo>
                  <a:lnTo>
                    <a:pt x="550506" y="386529"/>
                  </a:lnTo>
                  <a:lnTo>
                    <a:pt x="550610" y="386281"/>
                  </a:lnTo>
                  <a:lnTo>
                    <a:pt x="550630" y="386133"/>
                  </a:lnTo>
                  <a:lnTo>
                    <a:pt x="550639" y="385885"/>
                  </a:lnTo>
                  <a:lnTo>
                    <a:pt x="550689" y="385619"/>
                  </a:lnTo>
                  <a:lnTo>
                    <a:pt x="550700" y="385477"/>
                  </a:lnTo>
                  <a:lnTo>
                    <a:pt x="550703" y="385318"/>
                  </a:lnTo>
                  <a:lnTo>
                    <a:pt x="550673" y="385146"/>
                  </a:lnTo>
                  <a:lnTo>
                    <a:pt x="550636" y="384984"/>
                  </a:lnTo>
                  <a:lnTo>
                    <a:pt x="550605" y="384839"/>
                  </a:lnTo>
                  <a:lnTo>
                    <a:pt x="550525" y="384586"/>
                  </a:lnTo>
                  <a:lnTo>
                    <a:pt x="550462" y="384336"/>
                  </a:lnTo>
                  <a:lnTo>
                    <a:pt x="550422" y="384185"/>
                  </a:lnTo>
                  <a:lnTo>
                    <a:pt x="550393" y="384022"/>
                  </a:lnTo>
                  <a:lnTo>
                    <a:pt x="550376" y="383887"/>
                  </a:lnTo>
                  <a:lnTo>
                    <a:pt x="550363" y="383740"/>
                  </a:lnTo>
                  <a:lnTo>
                    <a:pt x="550343" y="383576"/>
                  </a:lnTo>
                  <a:lnTo>
                    <a:pt x="550317" y="383445"/>
                  </a:lnTo>
                  <a:lnTo>
                    <a:pt x="550235" y="383066"/>
                  </a:lnTo>
                  <a:lnTo>
                    <a:pt x="550187" y="382797"/>
                  </a:lnTo>
                  <a:lnTo>
                    <a:pt x="550176" y="382657"/>
                  </a:lnTo>
                  <a:lnTo>
                    <a:pt x="550176" y="382511"/>
                  </a:lnTo>
                  <a:lnTo>
                    <a:pt x="550180" y="382354"/>
                  </a:lnTo>
                  <a:lnTo>
                    <a:pt x="550190" y="382223"/>
                  </a:lnTo>
                  <a:lnTo>
                    <a:pt x="550202" y="382026"/>
                  </a:lnTo>
                  <a:lnTo>
                    <a:pt x="550216" y="381871"/>
                  </a:lnTo>
                  <a:lnTo>
                    <a:pt x="550235" y="381738"/>
                  </a:lnTo>
                  <a:lnTo>
                    <a:pt x="550277" y="381574"/>
                  </a:lnTo>
                  <a:lnTo>
                    <a:pt x="550333" y="381433"/>
                  </a:lnTo>
                  <a:lnTo>
                    <a:pt x="550375" y="381059"/>
                  </a:lnTo>
                  <a:lnTo>
                    <a:pt x="550381" y="380928"/>
                  </a:lnTo>
                  <a:lnTo>
                    <a:pt x="550660" y="380478"/>
                  </a:lnTo>
                  <a:lnTo>
                    <a:pt x="550849" y="380365"/>
                  </a:lnTo>
                  <a:lnTo>
                    <a:pt x="551033" y="380271"/>
                  </a:lnTo>
                  <a:lnTo>
                    <a:pt x="551196" y="380193"/>
                  </a:lnTo>
                  <a:lnTo>
                    <a:pt x="551367" y="380106"/>
                  </a:lnTo>
                  <a:lnTo>
                    <a:pt x="551557" y="380003"/>
                  </a:lnTo>
                  <a:lnTo>
                    <a:pt x="551804" y="379776"/>
                  </a:lnTo>
                  <a:lnTo>
                    <a:pt x="551887" y="379642"/>
                  </a:lnTo>
                  <a:lnTo>
                    <a:pt x="552145" y="379150"/>
                  </a:lnTo>
                  <a:lnTo>
                    <a:pt x="552287" y="379034"/>
                  </a:lnTo>
                  <a:lnTo>
                    <a:pt x="552447" y="378909"/>
                  </a:lnTo>
                  <a:lnTo>
                    <a:pt x="552576" y="378825"/>
                  </a:lnTo>
                  <a:lnTo>
                    <a:pt x="552709" y="378746"/>
                  </a:lnTo>
                  <a:lnTo>
                    <a:pt x="552839" y="378681"/>
                  </a:lnTo>
                  <a:lnTo>
                    <a:pt x="552968" y="378638"/>
                  </a:lnTo>
                  <a:lnTo>
                    <a:pt x="553116" y="378590"/>
                  </a:lnTo>
                  <a:lnTo>
                    <a:pt x="553394" y="378509"/>
                  </a:lnTo>
                  <a:lnTo>
                    <a:pt x="553539" y="378473"/>
                  </a:lnTo>
                  <a:lnTo>
                    <a:pt x="553711" y="378442"/>
                  </a:lnTo>
                  <a:lnTo>
                    <a:pt x="553905" y="378423"/>
                  </a:lnTo>
                  <a:lnTo>
                    <a:pt x="554076" y="378401"/>
                  </a:lnTo>
                  <a:lnTo>
                    <a:pt x="554230" y="378381"/>
                  </a:lnTo>
                  <a:lnTo>
                    <a:pt x="554399" y="378357"/>
                  </a:lnTo>
                  <a:lnTo>
                    <a:pt x="554636" y="378322"/>
                  </a:lnTo>
                  <a:lnTo>
                    <a:pt x="554806" y="378284"/>
                  </a:lnTo>
                  <a:lnTo>
                    <a:pt x="554998" y="378250"/>
                  </a:lnTo>
                  <a:lnTo>
                    <a:pt x="555190" y="378216"/>
                  </a:lnTo>
                  <a:lnTo>
                    <a:pt x="555394" y="378142"/>
                  </a:lnTo>
                  <a:lnTo>
                    <a:pt x="555572" y="378074"/>
                  </a:lnTo>
                  <a:lnTo>
                    <a:pt x="555733" y="378019"/>
                  </a:lnTo>
                  <a:lnTo>
                    <a:pt x="555906" y="377965"/>
                  </a:lnTo>
                  <a:lnTo>
                    <a:pt x="556091" y="377874"/>
                  </a:lnTo>
                  <a:lnTo>
                    <a:pt x="556284" y="377803"/>
                  </a:lnTo>
                  <a:lnTo>
                    <a:pt x="556476" y="377727"/>
                  </a:lnTo>
                  <a:lnTo>
                    <a:pt x="556623" y="377660"/>
                  </a:lnTo>
                  <a:lnTo>
                    <a:pt x="556780" y="377592"/>
                  </a:lnTo>
                  <a:lnTo>
                    <a:pt x="556924" y="377529"/>
                  </a:lnTo>
                  <a:lnTo>
                    <a:pt x="557102" y="377464"/>
                  </a:lnTo>
                  <a:lnTo>
                    <a:pt x="557260" y="377410"/>
                  </a:lnTo>
                  <a:lnTo>
                    <a:pt x="557406" y="377365"/>
                  </a:lnTo>
                  <a:lnTo>
                    <a:pt x="557553" y="377297"/>
                  </a:lnTo>
                  <a:lnTo>
                    <a:pt x="557689" y="377221"/>
                  </a:lnTo>
                  <a:lnTo>
                    <a:pt x="558137" y="376759"/>
                  </a:lnTo>
                  <a:lnTo>
                    <a:pt x="558298" y="376590"/>
                  </a:lnTo>
                  <a:lnTo>
                    <a:pt x="558431" y="376446"/>
                  </a:lnTo>
                  <a:lnTo>
                    <a:pt x="558566" y="376291"/>
                  </a:lnTo>
                  <a:lnTo>
                    <a:pt x="558696" y="376148"/>
                  </a:lnTo>
                  <a:lnTo>
                    <a:pt x="558835" y="376022"/>
                  </a:lnTo>
                  <a:lnTo>
                    <a:pt x="559012" y="375871"/>
                  </a:lnTo>
                  <a:lnTo>
                    <a:pt x="559144" y="375764"/>
                  </a:lnTo>
                  <a:lnTo>
                    <a:pt x="559341" y="375631"/>
                  </a:lnTo>
                  <a:lnTo>
                    <a:pt x="559480" y="375562"/>
                  </a:lnTo>
                  <a:lnTo>
                    <a:pt x="559666" y="375454"/>
                  </a:lnTo>
                  <a:lnTo>
                    <a:pt x="559826" y="375364"/>
                  </a:lnTo>
                  <a:lnTo>
                    <a:pt x="560010" y="375248"/>
                  </a:lnTo>
                  <a:lnTo>
                    <a:pt x="560209" y="375094"/>
                  </a:lnTo>
                  <a:lnTo>
                    <a:pt x="560398" y="374953"/>
                  </a:lnTo>
                  <a:lnTo>
                    <a:pt x="560563" y="374823"/>
                  </a:lnTo>
                  <a:lnTo>
                    <a:pt x="560807" y="374655"/>
                  </a:lnTo>
                  <a:lnTo>
                    <a:pt x="561089" y="374450"/>
                  </a:lnTo>
                  <a:lnTo>
                    <a:pt x="561454" y="374182"/>
                  </a:lnTo>
                  <a:lnTo>
                    <a:pt x="561701" y="374034"/>
                  </a:lnTo>
                  <a:lnTo>
                    <a:pt x="561957" y="373900"/>
                  </a:lnTo>
                  <a:lnTo>
                    <a:pt x="562176" y="373798"/>
                  </a:lnTo>
                  <a:lnTo>
                    <a:pt x="562562" y="373427"/>
                  </a:lnTo>
                  <a:lnTo>
                    <a:pt x="562751" y="373257"/>
                  </a:lnTo>
                  <a:lnTo>
                    <a:pt x="562932" y="373122"/>
                  </a:lnTo>
                  <a:lnTo>
                    <a:pt x="563117" y="373027"/>
                  </a:lnTo>
                  <a:lnTo>
                    <a:pt x="563299" y="372948"/>
                  </a:lnTo>
                  <a:lnTo>
                    <a:pt x="563468" y="372869"/>
                  </a:lnTo>
                  <a:lnTo>
                    <a:pt x="563645" y="372798"/>
                  </a:lnTo>
                  <a:lnTo>
                    <a:pt x="563898" y="372696"/>
                  </a:lnTo>
                  <a:lnTo>
                    <a:pt x="564146" y="372607"/>
                  </a:lnTo>
                  <a:lnTo>
                    <a:pt x="564347" y="372546"/>
                  </a:lnTo>
                  <a:lnTo>
                    <a:pt x="564577" y="372450"/>
                  </a:lnTo>
                  <a:lnTo>
                    <a:pt x="564825" y="372336"/>
                  </a:lnTo>
                  <a:lnTo>
                    <a:pt x="564997" y="372221"/>
                  </a:lnTo>
                  <a:lnTo>
                    <a:pt x="565173" y="372132"/>
                  </a:lnTo>
                  <a:lnTo>
                    <a:pt x="565355" y="372074"/>
                  </a:lnTo>
                  <a:lnTo>
                    <a:pt x="565550" y="372014"/>
                  </a:lnTo>
                  <a:lnTo>
                    <a:pt x="565814" y="371923"/>
                  </a:lnTo>
                  <a:lnTo>
                    <a:pt x="566073" y="371820"/>
                  </a:lnTo>
                  <a:lnTo>
                    <a:pt x="566225" y="371708"/>
                  </a:lnTo>
                  <a:lnTo>
                    <a:pt x="566483" y="371543"/>
                  </a:lnTo>
                  <a:lnTo>
                    <a:pt x="566723" y="371442"/>
                  </a:lnTo>
                  <a:lnTo>
                    <a:pt x="567080" y="371385"/>
                  </a:lnTo>
                  <a:lnTo>
                    <a:pt x="567309" y="371300"/>
                  </a:lnTo>
                  <a:lnTo>
                    <a:pt x="567560" y="371080"/>
                  </a:lnTo>
                  <a:lnTo>
                    <a:pt x="567725" y="370872"/>
                  </a:lnTo>
                  <a:lnTo>
                    <a:pt x="567859" y="370711"/>
                  </a:lnTo>
                  <a:lnTo>
                    <a:pt x="568082" y="370627"/>
                  </a:lnTo>
                  <a:lnTo>
                    <a:pt x="568269" y="370675"/>
                  </a:lnTo>
                  <a:lnTo>
                    <a:pt x="568419" y="370787"/>
                  </a:lnTo>
                  <a:lnTo>
                    <a:pt x="568585" y="370997"/>
                  </a:lnTo>
                  <a:lnTo>
                    <a:pt x="568674" y="371195"/>
                  </a:lnTo>
                  <a:lnTo>
                    <a:pt x="568777" y="371394"/>
                  </a:lnTo>
                  <a:lnTo>
                    <a:pt x="568859" y="371580"/>
                  </a:lnTo>
                  <a:lnTo>
                    <a:pt x="568975" y="371800"/>
                  </a:lnTo>
                  <a:lnTo>
                    <a:pt x="569110" y="371957"/>
                  </a:lnTo>
                  <a:lnTo>
                    <a:pt x="569290" y="372156"/>
                  </a:lnTo>
                  <a:lnTo>
                    <a:pt x="569509" y="372432"/>
                  </a:lnTo>
                  <a:lnTo>
                    <a:pt x="569651" y="372610"/>
                  </a:lnTo>
                  <a:lnTo>
                    <a:pt x="569829" y="372824"/>
                  </a:lnTo>
                  <a:lnTo>
                    <a:pt x="569937" y="373008"/>
                  </a:lnTo>
                  <a:lnTo>
                    <a:pt x="570096" y="373252"/>
                  </a:lnTo>
                  <a:lnTo>
                    <a:pt x="570258" y="373525"/>
                  </a:lnTo>
                  <a:lnTo>
                    <a:pt x="570379" y="373721"/>
                  </a:lnTo>
                  <a:lnTo>
                    <a:pt x="570485" y="373871"/>
                  </a:lnTo>
                  <a:lnTo>
                    <a:pt x="570620" y="374032"/>
                  </a:lnTo>
                  <a:lnTo>
                    <a:pt x="570734" y="374176"/>
                  </a:lnTo>
                  <a:lnTo>
                    <a:pt x="570869" y="374311"/>
                  </a:lnTo>
                  <a:lnTo>
                    <a:pt x="571024" y="374410"/>
                  </a:lnTo>
                  <a:lnTo>
                    <a:pt x="571204" y="374500"/>
                  </a:lnTo>
                  <a:lnTo>
                    <a:pt x="571397" y="374587"/>
                  </a:lnTo>
                  <a:lnTo>
                    <a:pt x="571605" y="374702"/>
                  </a:lnTo>
                  <a:lnTo>
                    <a:pt x="571807" y="374825"/>
                  </a:lnTo>
                  <a:lnTo>
                    <a:pt x="572109" y="374950"/>
                  </a:lnTo>
                  <a:lnTo>
                    <a:pt x="572303" y="375013"/>
                  </a:lnTo>
                  <a:lnTo>
                    <a:pt x="572547" y="375041"/>
                  </a:lnTo>
                  <a:lnTo>
                    <a:pt x="572758" y="374994"/>
                  </a:lnTo>
                  <a:lnTo>
                    <a:pt x="572987" y="374895"/>
                  </a:lnTo>
                  <a:lnTo>
                    <a:pt x="573206" y="374783"/>
                  </a:lnTo>
                  <a:lnTo>
                    <a:pt x="573377" y="374675"/>
                  </a:lnTo>
                  <a:lnTo>
                    <a:pt x="573577" y="374535"/>
                  </a:lnTo>
                  <a:lnTo>
                    <a:pt x="573737" y="374420"/>
                  </a:lnTo>
                  <a:lnTo>
                    <a:pt x="573963" y="374187"/>
                  </a:lnTo>
                  <a:lnTo>
                    <a:pt x="574074" y="374040"/>
                  </a:lnTo>
                  <a:lnTo>
                    <a:pt x="574179" y="373899"/>
                  </a:lnTo>
                  <a:lnTo>
                    <a:pt x="574320" y="373730"/>
                  </a:lnTo>
                  <a:lnTo>
                    <a:pt x="574450" y="373627"/>
                  </a:lnTo>
                  <a:lnTo>
                    <a:pt x="574595" y="373519"/>
                  </a:lnTo>
                  <a:lnTo>
                    <a:pt x="574753" y="373430"/>
                  </a:lnTo>
                  <a:lnTo>
                    <a:pt x="574947" y="373270"/>
                  </a:lnTo>
                  <a:lnTo>
                    <a:pt x="575156" y="373063"/>
                  </a:lnTo>
                  <a:lnTo>
                    <a:pt x="575344" y="372857"/>
                  </a:lnTo>
                  <a:lnTo>
                    <a:pt x="575524" y="372625"/>
                  </a:lnTo>
                  <a:lnTo>
                    <a:pt x="575687" y="372387"/>
                  </a:lnTo>
                  <a:lnTo>
                    <a:pt x="575880" y="372112"/>
                  </a:lnTo>
                  <a:lnTo>
                    <a:pt x="576052" y="371871"/>
                  </a:lnTo>
                  <a:lnTo>
                    <a:pt x="576188" y="371672"/>
                  </a:lnTo>
                  <a:lnTo>
                    <a:pt x="576390" y="371470"/>
                  </a:lnTo>
                  <a:lnTo>
                    <a:pt x="576584" y="371340"/>
                  </a:lnTo>
                  <a:lnTo>
                    <a:pt x="576815" y="371179"/>
                  </a:lnTo>
                  <a:lnTo>
                    <a:pt x="576981" y="371031"/>
                  </a:lnTo>
                  <a:lnTo>
                    <a:pt x="577167" y="370862"/>
                  </a:lnTo>
                  <a:lnTo>
                    <a:pt x="577351" y="370704"/>
                  </a:lnTo>
                  <a:lnTo>
                    <a:pt x="577545" y="370544"/>
                  </a:lnTo>
                  <a:lnTo>
                    <a:pt x="577750" y="370402"/>
                  </a:lnTo>
                  <a:lnTo>
                    <a:pt x="577947" y="370305"/>
                  </a:lnTo>
                  <a:lnTo>
                    <a:pt x="578140" y="370239"/>
                  </a:lnTo>
                  <a:lnTo>
                    <a:pt x="578380" y="370206"/>
                  </a:lnTo>
                  <a:lnTo>
                    <a:pt x="578604" y="370164"/>
                  </a:lnTo>
                  <a:lnTo>
                    <a:pt x="578830" y="370109"/>
                  </a:lnTo>
                  <a:lnTo>
                    <a:pt x="579014" y="370064"/>
                  </a:lnTo>
                  <a:lnTo>
                    <a:pt x="579228" y="369994"/>
                  </a:lnTo>
                  <a:lnTo>
                    <a:pt x="579513" y="369911"/>
                  </a:lnTo>
                  <a:lnTo>
                    <a:pt x="579902" y="369870"/>
                  </a:lnTo>
                  <a:lnTo>
                    <a:pt x="580680" y="369789"/>
                  </a:lnTo>
                  <a:lnTo>
                    <a:pt x="581244" y="369539"/>
                  </a:lnTo>
                  <a:lnTo>
                    <a:pt x="581558" y="369360"/>
                  </a:lnTo>
                  <a:lnTo>
                    <a:pt x="581723" y="369287"/>
                  </a:lnTo>
                  <a:lnTo>
                    <a:pt x="581932" y="369182"/>
                  </a:lnTo>
                  <a:lnTo>
                    <a:pt x="582192" y="369079"/>
                  </a:lnTo>
                  <a:lnTo>
                    <a:pt x="582409" y="369016"/>
                  </a:lnTo>
                  <a:lnTo>
                    <a:pt x="582601" y="368981"/>
                  </a:lnTo>
                  <a:lnTo>
                    <a:pt x="582814" y="368948"/>
                  </a:lnTo>
                  <a:lnTo>
                    <a:pt x="583064" y="368915"/>
                  </a:lnTo>
                  <a:lnTo>
                    <a:pt x="583304" y="368871"/>
                  </a:lnTo>
                  <a:lnTo>
                    <a:pt x="583538" y="368841"/>
                  </a:lnTo>
                  <a:lnTo>
                    <a:pt x="583735" y="368852"/>
                  </a:lnTo>
                  <a:lnTo>
                    <a:pt x="583954" y="368943"/>
                  </a:lnTo>
                  <a:lnTo>
                    <a:pt x="584297" y="369281"/>
                  </a:lnTo>
                  <a:lnTo>
                    <a:pt x="584354" y="369427"/>
                  </a:lnTo>
                  <a:lnTo>
                    <a:pt x="584375" y="369582"/>
                  </a:lnTo>
                  <a:lnTo>
                    <a:pt x="584366" y="369776"/>
                  </a:lnTo>
                  <a:lnTo>
                    <a:pt x="584368" y="369988"/>
                  </a:lnTo>
                  <a:lnTo>
                    <a:pt x="584379" y="370195"/>
                  </a:lnTo>
                  <a:lnTo>
                    <a:pt x="584413" y="370384"/>
                  </a:lnTo>
                  <a:lnTo>
                    <a:pt x="584464" y="370519"/>
                  </a:lnTo>
                  <a:lnTo>
                    <a:pt x="584620" y="370778"/>
                  </a:lnTo>
                  <a:lnTo>
                    <a:pt x="584644" y="370915"/>
                  </a:lnTo>
                  <a:lnTo>
                    <a:pt x="584638" y="371190"/>
                  </a:lnTo>
                  <a:lnTo>
                    <a:pt x="584675" y="371338"/>
                  </a:lnTo>
                  <a:lnTo>
                    <a:pt x="584664" y="371472"/>
                  </a:lnTo>
                  <a:lnTo>
                    <a:pt x="584655" y="371663"/>
                  </a:lnTo>
                  <a:lnTo>
                    <a:pt x="584611" y="371920"/>
                  </a:lnTo>
                  <a:lnTo>
                    <a:pt x="584575" y="372205"/>
                  </a:lnTo>
                  <a:lnTo>
                    <a:pt x="584604" y="372455"/>
                  </a:lnTo>
                  <a:lnTo>
                    <a:pt x="584705" y="372712"/>
                  </a:lnTo>
                  <a:lnTo>
                    <a:pt x="584816" y="372946"/>
                  </a:lnTo>
                  <a:lnTo>
                    <a:pt x="584954" y="373175"/>
                  </a:lnTo>
                  <a:lnTo>
                    <a:pt x="585110" y="373421"/>
                  </a:lnTo>
                  <a:lnTo>
                    <a:pt x="585256" y="373726"/>
                  </a:lnTo>
                  <a:lnTo>
                    <a:pt x="585392" y="373878"/>
                  </a:lnTo>
                  <a:lnTo>
                    <a:pt x="585660" y="374079"/>
                  </a:lnTo>
                  <a:lnTo>
                    <a:pt x="586020" y="374364"/>
                  </a:lnTo>
                  <a:lnTo>
                    <a:pt x="586276" y="374556"/>
                  </a:lnTo>
                  <a:lnTo>
                    <a:pt x="586496" y="374743"/>
                  </a:lnTo>
                  <a:lnTo>
                    <a:pt x="586790" y="374976"/>
                  </a:lnTo>
                  <a:lnTo>
                    <a:pt x="587076" y="375130"/>
                  </a:lnTo>
                  <a:lnTo>
                    <a:pt x="587277" y="375241"/>
                  </a:lnTo>
                  <a:lnTo>
                    <a:pt x="587620" y="375349"/>
                  </a:lnTo>
                  <a:lnTo>
                    <a:pt x="587976" y="375397"/>
                  </a:lnTo>
                  <a:lnTo>
                    <a:pt x="588411" y="375366"/>
                  </a:lnTo>
                  <a:lnTo>
                    <a:pt x="588728" y="375285"/>
                  </a:lnTo>
                  <a:lnTo>
                    <a:pt x="589045" y="375150"/>
                  </a:lnTo>
                  <a:lnTo>
                    <a:pt x="589421" y="374933"/>
                  </a:lnTo>
                  <a:lnTo>
                    <a:pt x="589831" y="374652"/>
                  </a:lnTo>
                  <a:lnTo>
                    <a:pt x="589969" y="374565"/>
                  </a:lnTo>
                  <a:lnTo>
                    <a:pt x="590232" y="374349"/>
                  </a:lnTo>
                  <a:lnTo>
                    <a:pt x="590371" y="374228"/>
                  </a:lnTo>
                  <a:lnTo>
                    <a:pt x="590537" y="374092"/>
                  </a:lnTo>
                  <a:lnTo>
                    <a:pt x="590682" y="373960"/>
                  </a:lnTo>
                  <a:lnTo>
                    <a:pt x="590876" y="373730"/>
                  </a:lnTo>
                  <a:lnTo>
                    <a:pt x="590985" y="373569"/>
                  </a:lnTo>
                  <a:lnTo>
                    <a:pt x="591119" y="373283"/>
                  </a:lnTo>
                  <a:lnTo>
                    <a:pt x="591751" y="372738"/>
                  </a:lnTo>
                  <a:lnTo>
                    <a:pt x="591906" y="372709"/>
                  </a:lnTo>
                  <a:lnTo>
                    <a:pt x="592049" y="372692"/>
                  </a:lnTo>
                  <a:lnTo>
                    <a:pt x="592196" y="372679"/>
                  </a:lnTo>
                  <a:lnTo>
                    <a:pt x="592360" y="372649"/>
                  </a:lnTo>
                  <a:lnTo>
                    <a:pt x="592513" y="372608"/>
                  </a:lnTo>
                  <a:lnTo>
                    <a:pt x="592669" y="372560"/>
                  </a:lnTo>
                  <a:lnTo>
                    <a:pt x="592835" y="372511"/>
                  </a:lnTo>
                  <a:lnTo>
                    <a:pt x="593009" y="372465"/>
                  </a:lnTo>
                  <a:lnTo>
                    <a:pt x="593182" y="372427"/>
                  </a:lnTo>
                  <a:lnTo>
                    <a:pt x="593334" y="372384"/>
                  </a:lnTo>
                  <a:lnTo>
                    <a:pt x="593492" y="372334"/>
                  </a:lnTo>
                  <a:lnTo>
                    <a:pt x="593641" y="372288"/>
                  </a:lnTo>
                  <a:lnTo>
                    <a:pt x="593796" y="372244"/>
                  </a:lnTo>
                  <a:lnTo>
                    <a:pt x="594466" y="372284"/>
                  </a:lnTo>
                  <a:lnTo>
                    <a:pt x="594597" y="372298"/>
                  </a:lnTo>
                  <a:lnTo>
                    <a:pt x="594777" y="372307"/>
                  </a:lnTo>
                  <a:lnTo>
                    <a:pt x="594944" y="372313"/>
                  </a:lnTo>
                  <a:lnTo>
                    <a:pt x="595203" y="372367"/>
                  </a:lnTo>
                  <a:lnTo>
                    <a:pt x="595340" y="372421"/>
                  </a:lnTo>
                  <a:lnTo>
                    <a:pt x="595523" y="372499"/>
                  </a:lnTo>
                  <a:lnTo>
                    <a:pt x="595692" y="372553"/>
                  </a:lnTo>
                  <a:lnTo>
                    <a:pt x="595874" y="372595"/>
                  </a:lnTo>
                  <a:lnTo>
                    <a:pt x="596018" y="372639"/>
                  </a:lnTo>
                  <a:lnTo>
                    <a:pt x="596206" y="372712"/>
                  </a:lnTo>
                  <a:lnTo>
                    <a:pt x="596358" y="372773"/>
                  </a:lnTo>
                  <a:lnTo>
                    <a:pt x="596531" y="372850"/>
                  </a:lnTo>
                  <a:lnTo>
                    <a:pt x="596815" y="373022"/>
                  </a:lnTo>
                  <a:lnTo>
                    <a:pt x="597115" y="373391"/>
                  </a:lnTo>
                  <a:lnTo>
                    <a:pt x="597252" y="373515"/>
                  </a:lnTo>
                  <a:lnTo>
                    <a:pt x="597510" y="373713"/>
                  </a:lnTo>
                  <a:lnTo>
                    <a:pt x="597657" y="373858"/>
                  </a:lnTo>
                  <a:lnTo>
                    <a:pt x="597794" y="374019"/>
                  </a:lnTo>
                  <a:lnTo>
                    <a:pt x="597904" y="374163"/>
                  </a:lnTo>
                  <a:lnTo>
                    <a:pt x="598216" y="374570"/>
                  </a:lnTo>
                  <a:lnTo>
                    <a:pt x="598632" y="374969"/>
                  </a:lnTo>
                  <a:lnTo>
                    <a:pt x="598751" y="375098"/>
                  </a:lnTo>
                  <a:lnTo>
                    <a:pt x="598833" y="375235"/>
                  </a:lnTo>
                  <a:lnTo>
                    <a:pt x="598936" y="375470"/>
                  </a:lnTo>
                  <a:lnTo>
                    <a:pt x="598987" y="375616"/>
                  </a:lnTo>
                  <a:lnTo>
                    <a:pt x="599179" y="375889"/>
                  </a:lnTo>
                  <a:lnTo>
                    <a:pt x="599310" y="376020"/>
                  </a:lnTo>
                  <a:lnTo>
                    <a:pt x="599442" y="376181"/>
                  </a:lnTo>
                  <a:lnTo>
                    <a:pt x="599562" y="376382"/>
                  </a:lnTo>
                  <a:lnTo>
                    <a:pt x="599660" y="376541"/>
                  </a:lnTo>
                  <a:lnTo>
                    <a:pt x="599821" y="376714"/>
                  </a:lnTo>
                  <a:lnTo>
                    <a:pt x="599972" y="376825"/>
                  </a:lnTo>
                  <a:lnTo>
                    <a:pt x="600138" y="376940"/>
                  </a:lnTo>
                  <a:lnTo>
                    <a:pt x="600291" y="377055"/>
                  </a:lnTo>
                  <a:lnTo>
                    <a:pt x="600780" y="377464"/>
                  </a:lnTo>
                  <a:lnTo>
                    <a:pt x="600939" y="377508"/>
                  </a:lnTo>
                  <a:lnTo>
                    <a:pt x="601092" y="377598"/>
                  </a:lnTo>
                  <a:lnTo>
                    <a:pt x="601223" y="377687"/>
                  </a:lnTo>
                  <a:lnTo>
                    <a:pt x="601352" y="377792"/>
                  </a:lnTo>
                  <a:lnTo>
                    <a:pt x="601589" y="378033"/>
                  </a:lnTo>
                  <a:lnTo>
                    <a:pt x="601714" y="378161"/>
                  </a:lnTo>
                  <a:lnTo>
                    <a:pt x="601847" y="378271"/>
                  </a:lnTo>
                  <a:lnTo>
                    <a:pt x="602222" y="378417"/>
                  </a:lnTo>
                  <a:lnTo>
                    <a:pt x="602351" y="378408"/>
                  </a:lnTo>
                  <a:lnTo>
                    <a:pt x="602515" y="378363"/>
                  </a:lnTo>
                  <a:lnTo>
                    <a:pt x="602707" y="378280"/>
                  </a:lnTo>
                  <a:lnTo>
                    <a:pt x="602875" y="378176"/>
                  </a:lnTo>
                  <a:lnTo>
                    <a:pt x="603032" y="378072"/>
                  </a:lnTo>
                  <a:lnTo>
                    <a:pt x="603217" y="377925"/>
                  </a:lnTo>
                  <a:lnTo>
                    <a:pt x="603336" y="377787"/>
                  </a:lnTo>
                  <a:lnTo>
                    <a:pt x="603474" y="377548"/>
                  </a:lnTo>
                  <a:lnTo>
                    <a:pt x="603590" y="377297"/>
                  </a:lnTo>
                  <a:lnTo>
                    <a:pt x="603738" y="377044"/>
                  </a:lnTo>
                  <a:lnTo>
                    <a:pt x="603875" y="376855"/>
                  </a:lnTo>
                  <a:lnTo>
                    <a:pt x="603951" y="376726"/>
                  </a:lnTo>
                  <a:lnTo>
                    <a:pt x="604010" y="376581"/>
                  </a:lnTo>
                  <a:lnTo>
                    <a:pt x="604078" y="376419"/>
                  </a:lnTo>
                  <a:lnTo>
                    <a:pt x="604136" y="376277"/>
                  </a:lnTo>
                  <a:lnTo>
                    <a:pt x="604314" y="376033"/>
                  </a:lnTo>
                  <a:lnTo>
                    <a:pt x="604469" y="375967"/>
                  </a:lnTo>
                  <a:lnTo>
                    <a:pt x="604614" y="375913"/>
                  </a:lnTo>
                  <a:lnTo>
                    <a:pt x="604792" y="375845"/>
                  </a:lnTo>
                  <a:lnTo>
                    <a:pt x="604955" y="375797"/>
                  </a:lnTo>
                  <a:lnTo>
                    <a:pt x="605179" y="375750"/>
                  </a:lnTo>
                  <a:lnTo>
                    <a:pt x="605385" y="375712"/>
                  </a:lnTo>
                  <a:lnTo>
                    <a:pt x="605562" y="375669"/>
                  </a:lnTo>
                  <a:lnTo>
                    <a:pt x="605780" y="375630"/>
                  </a:lnTo>
                  <a:lnTo>
                    <a:pt x="605996" y="375617"/>
                  </a:lnTo>
                  <a:lnTo>
                    <a:pt x="606196" y="375635"/>
                  </a:lnTo>
                  <a:lnTo>
                    <a:pt x="606409" y="375667"/>
                  </a:lnTo>
                  <a:lnTo>
                    <a:pt x="606565" y="375688"/>
                  </a:lnTo>
                  <a:lnTo>
                    <a:pt x="606855" y="375703"/>
                  </a:lnTo>
                  <a:lnTo>
                    <a:pt x="607109" y="375689"/>
                  </a:lnTo>
                  <a:lnTo>
                    <a:pt x="607323" y="375617"/>
                  </a:lnTo>
                  <a:lnTo>
                    <a:pt x="607486" y="375536"/>
                  </a:lnTo>
                  <a:lnTo>
                    <a:pt x="607661" y="375414"/>
                  </a:lnTo>
                  <a:lnTo>
                    <a:pt x="607842" y="375223"/>
                  </a:lnTo>
                  <a:lnTo>
                    <a:pt x="608045" y="374983"/>
                  </a:lnTo>
                  <a:lnTo>
                    <a:pt x="608200" y="374755"/>
                  </a:lnTo>
                  <a:lnTo>
                    <a:pt x="608310" y="374569"/>
                  </a:lnTo>
                  <a:lnTo>
                    <a:pt x="608432" y="374373"/>
                  </a:lnTo>
                  <a:lnTo>
                    <a:pt x="608518" y="374205"/>
                  </a:lnTo>
                  <a:lnTo>
                    <a:pt x="608603" y="374031"/>
                  </a:lnTo>
                  <a:lnTo>
                    <a:pt x="608669" y="373847"/>
                  </a:lnTo>
                  <a:lnTo>
                    <a:pt x="608720" y="373672"/>
                  </a:lnTo>
                  <a:lnTo>
                    <a:pt x="608757" y="373471"/>
                  </a:lnTo>
                  <a:lnTo>
                    <a:pt x="608785" y="373228"/>
                  </a:lnTo>
                  <a:lnTo>
                    <a:pt x="608837" y="372958"/>
                  </a:lnTo>
                  <a:lnTo>
                    <a:pt x="608913" y="372720"/>
                  </a:lnTo>
                  <a:lnTo>
                    <a:pt x="608992" y="372550"/>
                  </a:lnTo>
                  <a:lnTo>
                    <a:pt x="609053" y="372377"/>
                  </a:lnTo>
                  <a:lnTo>
                    <a:pt x="609151" y="372114"/>
                  </a:lnTo>
                  <a:lnTo>
                    <a:pt x="609186" y="371981"/>
                  </a:lnTo>
                  <a:lnTo>
                    <a:pt x="609629" y="371099"/>
                  </a:lnTo>
                  <a:lnTo>
                    <a:pt x="609803" y="370986"/>
                  </a:lnTo>
                  <a:lnTo>
                    <a:pt x="609994" y="370913"/>
                  </a:lnTo>
                  <a:lnTo>
                    <a:pt x="610188" y="370881"/>
                  </a:lnTo>
                  <a:lnTo>
                    <a:pt x="610400" y="370842"/>
                  </a:lnTo>
                  <a:lnTo>
                    <a:pt x="610568" y="370825"/>
                  </a:lnTo>
                  <a:lnTo>
                    <a:pt x="610713" y="370800"/>
                  </a:lnTo>
                  <a:lnTo>
                    <a:pt x="610879" y="370771"/>
                  </a:lnTo>
                  <a:lnTo>
                    <a:pt x="611014" y="370750"/>
                  </a:lnTo>
                  <a:lnTo>
                    <a:pt x="611186" y="370716"/>
                  </a:lnTo>
                  <a:lnTo>
                    <a:pt x="611383" y="370659"/>
                  </a:lnTo>
                  <a:lnTo>
                    <a:pt x="611565" y="370561"/>
                  </a:lnTo>
                  <a:lnTo>
                    <a:pt x="611717" y="370445"/>
                  </a:lnTo>
                  <a:lnTo>
                    <a:pt x="611876" y="370314"/>
                  </a:lnTo>
                  <a:lnTo>
                    <a:pt x="612060" y="370192"/>
                  </a:lnTo>
                  <a:lnTo>
                    <a:pt x="612196" y="370117"/>
                  </a:lnTo>
                  <a:lnTo>
                    <a:pt x="612339" y="370047"/>
                  </a:lnTo>
                  <a:lnTo>
                    <a:pt x="612577" y="369918"/>
                  </a:lnTo>
                  <a:lnTo>
                    <a:pt x="612816" y="369751"/>
                  </a:lnTo>
                  <a:lnTo>
                    <a:pt x="612965" y="369632"/>
                  </a:lnTo>
                  <a:lnTo>
                    <a:pt x="613104" y="369508"/>
                  </a:lnTo>
                  <a:lnTo>
                    <a:pt x="613234" y="369372"/>
                  </a:lnTo>
                  <a:lnTo>
                    <a:pt x="613352" y="369205"/>
                  </a:lnTo>
                  <a:lnTo>
                    <a:pt x="613475" y="369033"/>
                  </a:lnTo>
                  <a:lnTo>
                    <a:pt x="613606" y="368872"/>
                  </a:lnTo>
                  <a:lnTo>
                    <a:pt x="613761" y="368699"/>
                  </a:lnTo>
                  <a:lnTo>
                    <a:pt x="613914" y="368559"/>
                  </a:lnTo>
                  <a:lnTo>
                    <a:pt x="614086" y="368460"/>
                  </a:lnTo>
                  <a:lnTo>
                    <a:pt x="614277" y="368356"/>
                  </a:lnTo>
                  <a:lnTo>
                    <a:pt x="614462" y="368234"/>
                  </a:lnTo>
                  <a:lnTo>
                    <a:pt x="614673" y="368109"/>
                  </a:lnTo>
                  <a:lnTo>
                    <a:pt x="614870" y="367998"/>
                  </a:lnTo>
                  <a:lnTo>
                    <a:pt x="615082" y="367843"/>
                  </a:lnTo>
                  <a:lnTo>
                    <a:pt x="615273" y="367678"/>
                  </a:lnTo>
                  <a:lnTo>
                    <a:pt x="615413" y="367546"/>
                  </a:lnTo>
                  <a:lnTo>
                    <a:pt x="615572" y="367339"/>
                  </a:lnTo>
                  <a:lnTo>
                    <a:pt x="615762" y="367148"/>
                  </a:lnTo>
                  <a:lnTo>
                    <a:pt x="615927" y="367000"/>
                  </a:lnTo>
                  <a:lnTo>
                    <a:pt x="616075" y="366885"/>
                  </a:lnTo>
                  <a:lnTo>
                    <a:pt x="616240" y="366787"/>
                  </a:lnTo>
                  <a:lnTo>
                    <a:pt x="616394" y="366684"/>
                  </a:lnTo>
                  <a:lnTo>
                    <a:pt x="616559" y="366549"/>
                  </a:lnTo>
                  <a:lnTo>
                    <a:pt x="616712" y="366388"/>
                  </a:lnTo>
                  <a:lnTo>
                    <a:pt x="616815" y="366238"/>
                  </a:lnTo>
                  <a:lnTo>
                    <a:pt x="616945" y="366034"/>
                  </a:lnTo>
                  <a:lnTo>
                    <a:pt x="617100" y="365831"/>
                  </a:lnTo>
                  <a:lnTo>
                    <a:pt x="617252" y="365664"/>
                  </a:lnTo>
                  <a:lnTo>
                    <a:pt x="617433" y="365491"/>
                  </a:lnTo>
                  <a:lnTo>
                    <a:pt x="617726" y="365282"/>
                  </a:lnTo>
                  <a:lnTo>
                    <a:pt x="617870" y="365195"/>
                  </a:lnTo>
                  <a:lnTo>
                    <a:pt x="618007" y="365110"/>
                  </a:lnTo>
                  <a:lnTo>
                    <a:pt x="618159" y="365035"/>
                  </a:lnTo>
                  <a:lnTo>
                    <a:pt x="618286" y="364985"/>
                  </a:lnTo>
                  <a:lnTo>
                    <a:pt x="618427" y="364950"/>
                  </a:lnTo>
                  <a:lnTo>
                    <a:pt x="618585" y="364902"/>
                  </a:lnTo>
                  <a:lnTo>
                    <a:pt x="618742" y="364850"/>
                  </a:lnTo>
                  <a:lnTo>
                    <a:pt x="618941" y="364783"/>
                  </a:lnTo>
                  <a:lnTo>
                    <a:pt x="619180" y="364697"/>
                  </a:lnTo>
                  <a:lnTo>
                    <a:pt x="619385" y="364620"/>
                  </a:lnTo>
                  <a:lnTo>
                    <a:pt x="619547" y="364529"/>
                  </a:lnTo>
                  <a:lnTo>
                    <a:pt x="619735" y="364405"/>
                  </a:lnTo>
                  <a:lnTo>
                    <a:pt x="619901" y="364328"/>
                  </a:lnTo>
                  <a:lnTo>
                    <a:pt x="620071" y="364256"/>
                  </a:lnTo>
                  <a:lnTo>
                    <a:pt x="620297" y="364169"/>
                  </a:lnTo>
                  <a:lnTo>
                    <a:pt x="620489" y="364101"/>
                  </a:lnTo>
                  <a:lnTo>
                    <a:pt x="620663" y="364037"/>
                  </a:lnTo>
                  <a:lnTo>
                    <a:pt x="620907" y="363967"/>
                  </a:lnTo>
                  <a:lnTo>
                    <a:pt x="621205" y="363859"/>
                  </a:lnTo>
                  <a:lnTo>
                    <a:pt x="621448" y="363745"/>
                  </a:lnTo>
                  <a:lnTo>
                    <a:pt x="621850" y="363531"/>
                  </a:lnTo>
                  <a:lnTo>
                    <a:pt x="622038" y="363425"/>
                  </a:lnTo>
                  <a:lnTo>
                    <a:pt x="622244" y="363309"/>
                  </a:lnTo>
                  <a:lnTo>
                    <a:pt x="622466" y="363206"/>
                  </a:lnTo>
                  <a:lnTo>
                    <a:pt x="622618" y="363142"/>
                  </a:lnTo>
                  <a:lnTo>
                    <a:pt x="622891" y="362955"/>
                  </a:lnTo>
                  <a:lnTo>
                    <a:pt x="623018" y="362801"/>
                  </a:lnTo>
                  <a:lnTo>
                    <a:pt x="623152" y="362627"/>
                  </a:lnTo>
                  <a:lnTo>
                    <a:pt x="623312" y="362420"/>
                  </a:lnTo>
                  <a:lnTo>
                    <a:pt x="623426" y="362268"/>
                  </a:lnTo>
                  <a:lnTo>
                    <a:pt x="623526" y="362118"/>
                  </a:lnTo>
                  <a:lnTo>
                    <a:pt x="623600" y="361960"/>
                  </a:lnTo>
                  <a:lnTo>
                    <a:pt x="623670" y="361763"/>
                  </a:lnTo>
                  <a:lnTo>
                    <a:pt x="623695" y="361623"/>
                  </a:lnTo>
                  <a:lnTo>
                    <a:pt x="623675" y="361329"/>
                  </a:lnTo>
                  <a:lnTo>
                    <a:pt x="623608" y="361124"/>
                  </a:lnTo>
                  <a:lnTo>
                    <a:pt x="623506" y="360883"/>
                  </a:lnTo>
                  <a:lnTo>
                    <a:pt x="623428" y="360678"/>
                  </a:lnTo>
                  <a:lnTo>
                    <a:pt x="623330" y="360478"/>
                  </a:lnTo>
                  <a:lnTo>
                    <a:pt x="623235" y="360294"/>
                  </a:lnTo>
                  <a:lnTo>
                    <a:pt x="623115" y="360090"/>
                  </a:lnTo>
                  <a:lnTo>
                    <a:pt x="623015" y="359940"/>
                  </a:lnTo>
                  <a:lnTo>
                    <a:pt x="622871" y="359823"/>
                  </a:lnTo>
                  <a:lnTo>
                    <a:pt x="622734" y="359780"/>
                  </a:lnTo>
                  <a:lnTo>
                    <a:pt x="622580" y="359736"/>
                  </a:lnTo>
                  <a:lnTo>
                    <a:pt x="622406" y="359672"/>
                  </a:lnTo>
                  <a:lnTo>
                    <a:pt x="622257" y="359510"/>
                  </a:lnTo>
                  <a:lnTo>
                    <a:pt x="622144" y="359328"/>
                  </a:lnTo>
                  <a:lnTo>
                    <a:pt x="622031" y="359115"/>
                  </a:lnTo>
                  <a:lnTo>
                    <a:pt x="621924" y="358861"/>
                  </a:lnTo>
                  <a:lnTo>
                    <a:pt x="621844" y="358647"/>
                  </a:lnTo>
                  <a:lnTo>
                    <a:pt x="621786" y="358499"/>
                  </a:lnTo>
                  <a:lnTo>
                    <a:pt x="621722" y="358348"/>
                  </a:lnTo>
                  <a:lnTo>
                    <a:pt x="621584" y="358173"/>
                  </a:lnTo>
                  <a:lnTo>
                    <a:pt x="621358" y="358039"/>
                  </a:lnTo>
                  <a:lnTo>
                    <a:pt x="621214" y="358002"/>
                  </a:lnTo>
                  <a:lnTo>
                    <a:pt x="621040" y="357966"/>
                  </a:lnTo>
                  <a:lnTo>
                    <a:pt x="620829" y="357904"/>
                  </a:lnTo>
                  <a:lnTo>
                    <a:pt x="620620" y="357834"/>
                  </a:lnTo>
                  <a:lnTo>
                    <a:pt x="620463" y="357754"/>
                  </a:lnTo>
                  <a:lnTo>
                    <a:pt x="620300" y="357666"/>
                  </a:lnTo>
                  <a:lnTo>
                    <a:pt x="620157" y="357570"/>
                  </a:lnTo>
                  <a:lnTo>
                    <a:pt x="620073" y="357442"/>
                  </a:lnTo>
                  <a:lnTo>
                    <a:pt x="620028" y="357297"/>
                  </a:lnTo>
                  <a:lnTo>
                    <a:pt x="620012" y="357134"/>
                  </a:lnTo>
                  <a:lnTo>
                    <a:pt x="620011" y="356944"/>
                  </a:lnTo>
                  <a:lnTo>
                    <a:pt x="620012" y="356782"/>
                  </a:lnTo>
                  <a:lnTo>
                    <a:pt x="619999" y="356534"/>
                  </a:lnTo>
                  <a:lnTo>
                    <a:pt x="620003" y="356394"/>
                  </a:lnTo>
                  <a:lnTo>
                    <a:pt x="620071" y="356250"/>
                  </a:lnTo>
                  <a:lnTo>
                    <a:pt x="620207" y="356054"/>
                  </a:lnTo>
                  <a:lnTo>
                    <a:pt x="620296" y="355894"/>
                  </a:lnTo>
                  <a:lnTo>
                    <a:pt x="620401" y="355703"/>
                  </a:lnTo>
                  <a:lnTo>
                    <a:pt x="620589" y="355401"/>
                  </a:lnTo>
                  <a:lnTo>
                    <a:pt x="620718" y="355122"/>
                  </a:lnTo>
                  <a:lnTo>
                    <a:pt x="620814" y="354833"/>
                  </a:lnTo>
                  <a:lnTo>
                    <a:pt x="620964" y="354576"/>
                  </a:lnTo>
                  <a:lnTo>
                    <a:pt x="621156" y="354373"/>
                  </a:lnTo>
                  <a:lnTo>
                    <a:pt x="621533" y="354065"/>
                  </a:lnTo>
                  <a:lnTo>
                    <a:pt x="621697" y="353906"/>
                  </a:lnTo>
                  <a:lnTo>
                    <a:pt x="621860" y="353715"/>
                  </a:lnTo>
                  <a:lnTo>
                    <a:pt x="622034" y="353500"/>
                  </a:lnTo>
                  <a:lnTo>
                    <a:pt x="622317" y="353036"/>
                  </a:lnTo>
                  <a:lnTo>
                    <a:pt x="622538" y="352902"/>
                  </a:lnTo>
                  <a:lnTo>
                    <a:pt x="622767" y="352830"/>
                  </a:lnTo>
                  <a:lnTo>
                    <a:pt x="622976" y="352788"/>
                  </a:lnTo>
                  <a:lnTo>
                    <a:pt x="623151" y="352760"/>
                  </a:lnTo>
                  <a:lnTo>
                    <a:pt x="623327" y="352829"/>
                  </a:lnTo>
                  <a:lnTo>
                    <a:pt x="623501" y="352932"/>
                  </a:lnTo>
                  <a:lnTo>
                    <a:pt x="623788" y="353192"/>
                  </a:lnTo>
                  <a:lnTo>
                    <a:pt x="623916" y="353195"/>
                  </a:lnTo>
                  <a:lnTo>
                    <a:pt x="624080" y="353106"/>
                  </a:lnTo>
                  <a:lnTo>
                    <a:pt x="624238" y="353044"/>
                  </a:lnTo>
                  <a:lnTo>
                    <a:pt x="624494" y="353003"/>
                  </a:lnTo>
                  <a:lnTo>
                    <a:pt x="624733" y="352982"/>
                  </a:lnTo>
                  <a:lnTo>
                    <a:pt x="624985" y="352868"/>
                  </a:lnTo>
                  <a:lnTo>
                    <a:pt x="625211" y="352781"/>
                  </a:lnTo>
                  <a:lnTo>
                    <a:pt x="625473" y="352665"/>
                  </a:lnTo>
                  <a:lnTo>
                    <a:pt x="625712" y="352511"/>
                  </a:lnTo>
                  <a:lnTo>
                    <a:pt x="625923" y="352306"/>
                  </a:lnTo>
                  <a:lnTo>
                    <a:pt x="626171" y="352134"/>
                  </a:lnTo>
                  <a:lnTo>
                    <a:pt x="626391" y="351937"/>
                  </a:lnTo>
                  <a:lnTo>
                    <a:pt x="626550" y="351778"/>
                  </a:lnTo>
                  <a:lnTo>
                    <a:pt x="626667" y="351570"/>
                  </a:lnTo>
                  <a:lnTo>
                    <a:pt x="626821" y="351338"/>
                  </a:lnTo>
                  <a:lnTo>
                    <a:pt x="626962" y="351088"/>
                  </a:lnTo>
                  <a:lnTo>
                    <a:pt x="627113" y="350761"/>
                  </a:lnTo>
                  <a:lnTo>
                    <a:pt x="627278" y="350475"/>
                  </a:lnTo>
                  <a:lnTo>
                    <a:pt x="627498" y="350145"/>
                  </a:lnTo>
                  <a:lnTo>
                    <a:pt x="627663" y="349906"/>
                  </a:lnTo>
                  <a:lnTo>
                    <a:pt x="627952" y="349620"/>
                  </a:lnTo>
                  <a:lnTo>
                    <a:pt x="628221" y="349397"/>
                  </a:lnTo>
                  <a:lnTo>
                    <a:pt x="628395" y="349157"/>
                  </a:lnTo>
                  <a:lnTo>
                    <a:pt x="628528" y="348898"/>
                  </a:lnTo>
                  <a:lnTo>
                    <a:pt x="628620" y="348615"/>
                  </a:lnTo>
                  <a:lnTo>
                    <a:pt x="628753" y="348303"/>
                  </a:lnTo>
                  <a:lnTo>
                    <a:pt x="628857" y="348028"/>
                  </a:lnTo>
                  <a:lnTo>
                    <a:pt x="628935" y="347759"/>
                  </a:lnTo>
                  <a:lnTo>
                    <a:pt x="629038" y="347347"/>
                  </a:lnTo>
                  <a:lnTo>
                    <a:pt x="629097" y="347060"/>
                  </a:lnTo>
                  <a:lnTo>
                    <a:pt x="629180" y="346877"/>
                  </a:lnTo>
                  <a:lnTo>
                    <a:pt x="629219" y="346745"/>
                  </a:lnTo>
                  <a:lnTo>
                    <a:pt x="629212" y="346599"/>
                  </a:lnTo>
                  <a:lnTo>
                    <a:pt x="629341" y="346230"/>
                  </a:lnTo>
                  <a:lnTo>
                    <a:pt x="629354" y="345935"/>
                  </a:lnTo>
                  <a:lnTo>
                    <a:pt x="629376" y="345677"/>
                  </a:lnTo>
                  <a:lnTo>
                    <a:pt x="629667" y="345227"/>
                  </a:lnTo>
                  <a:lnTo>
                    <a:pt x="629860" y="345057"/>
                  </a:lnTo>
                  <a:lnTo>
                    <a:pt x="630016" y="344909"/>
                  </a:lnTo>
                  <a:lnTo>
                    <a:pt x="630129" y="344760"/>
                  </a:lnTo>
                  <a:lnTo>
                    <a:pt x="630198" y="344603"/>
                  </a:lnTo>
                  <a:lnTo>
                    <a:pt x="630347" y="344394"/>
                  </a:lnTo>
                  <a:lnTo>
                    <a:pt x="630531" y="344230"/>
                  </a:lnTo>
                  <a:lnTo>
                    <a:pt x="630738" y="344025"/>
                  </a:lnTo>
                  <a:lnTo>
                    <a:pt x="630952" y="343823"/>
                  </a:lnTo>
                  <a:lnTo>
                    <a:pt x="631115" y="343606"/>
                  </a:lnTo>
                  <a:lnTo>
                    <a:pt x="631262" y="343395"/>
                  </a:lnTo>
                  <a:lnTo>
                    <a:pt x="631485" y="343229"/>
                  </a:lnTo>
                  <a:lnTo>
                    <a:pt x="631761" y="343074"/>
                  </a:lnTo>
                  <a:lnTo>
                    <a:pt x="631981" y="342981"/>
                  </a:lnTo>
                  <a:lnTo>
                    <a:pt x="632172" y="342906"/>
                  </a:lnTo>
                  <a:lnTo>
                    <a:pt x="632467" y="342833"/>
                  </a:lnTo>
                  <a:lnTo>
                    <a:pt x="632687" y="342794"/>
                  </a:lnTo>
                  <a:lnTo>
                    <a:pt x="632950" y="342763"/>
                  </a:lnTo>
                  <a:lnTo>
                    <a:pt x="633168" y="342713"/>
                  </a:lnTo>
                  <a:lnTo>
                    <a:pt x="633424" y="342625"/>
                  </a:lnTo>
                  <a:lnTo>
                    <a:pt x="633656" y="342602"/>
                  </a:lnTo>
                  <a:lnTo>
                    <a:pt x="633912" y="342598"/>
                  </a:lnTo>
                  <a:lnTo>
                    <a:pt x="634085" y="342556"/>
                  </a:lnTo>
                  <a:lnTo>
                    <a:pt x="634223" y="342488"/>
                  </a:lnTo>
                  <a:lnTo>
                    <a:pt x="634386" y="342377"/>
                  </a:lnTo>
                  <a:lnTo>
                    <a:pt x="634578" y="342226"/>
                  </a:lnTo>
                  <a:lnTo>
                    <a:pt x="634808" y="342053"/>
                  </a:lnTo>
                  <a:lnTo>
                    <a:pt x="635031" y="341903"/>
                  </a:lnTo>
                  <a:lnTo>
                    <a:pt x="635360" y="341800"/>
                  </a:lnTo>
                  <a:lnTo>
                    <a:pt x="635699" y="341748"/>
                  </a:lnTo>
                  <a:lnTo>
                    <a:pt x="635921" y="341751"/>
                  </a:lnTo>
                  <a:lnTo>
                    <a:pt x="636215" y="341740"/>
                  </a:lnTo>
                  <a:lnTo>
                    <a:pt x="636570" y="341717"/>
                  </a:lnTo>
                  <a:lnTo>
                    <a:pt x="636819" y="341686"/>
                  </a:lnTo>
                  <a:lnTo>
                    <a:pt x="637068" y="341623"/>
                  </a:lnTo>
                  <a:lnTo>
                    <a:pt x="637330" y="341506"/>
                  </a:lnTo>
                  <a:lnTo>
                    <a:pt x="637563" y="341366"/>
                  </a:lnTo>
                  <a:lnTo>
                    <a:pt x="637739" y="341263"/>
                  </a:lnTo>
                  <a:lnTo>
                    <a:pt x="638000" y="341157"/>
                  </a:lnTo>
                  <a:lnTo>
                    <a:pt x="638284" y="341108"/>
                  </a:lnTo>
                  <a:lnTo>
                    <a:pt x="638495" y="341101"/>
                  </a:lnTo>
                  <a:lnTo>
                    <a:pt x="638733" y="341070"/>
                  </a:lnTo>
                  <a:lnTo>
                    <a:pt x="638994" y="340974"/>
                  </a:lnTo>
                  <a:lnTo>
                    <a:pt x="639220" y="340864"/>
                  </a:lnTo>
                  <a:lnTo>
                    <a:pt x="639420" y="340727"/>
                  </a:lnTo>
                  <a:lnTo>
                    <a:pt x="639587" y="340526"/>
                  </a:lnTo>
                  <a:lnTo>
                    <a:pt x="639749" y="340247"/>
                  </a:lnTo>
                  <a:lnTo>
                    <a:pt x="639864" y="339984"/>
                  </a:lnTo>
                  <a:lnTo>
                    <a:pt x="639958" y="339669"/>
                  </a:lnTo>
                  <a:lnTo>
                    <a:pt x="639986" y="339361"/>
                  </a:lnTo>
                  <a:lnTo>
                    <a:pt x="639959" y="339031"/>
                  </a:lnTo>
                  <a:lnTo>
                    <a:pt x="639933" y="338820"/>
                  </a:lnTo>
                  <a:lnTo>
                    <a:pt x="639968" y="338617"/>
                  </a:lnTo>
                  <a:lnTo>
                    <a:pt x="640037" y="338439"/>
                  </a:lnTo>
                  <a:lnTo>
                    <a:pt x="640172" y="338131"/>
                  </a:lnTo>
                  <a:lnTo>
                    <a:pt x="640301" y="337737"/>
                  </a:lnTo>
                  <a:lnTo>
                    <a:pt x="640326" y="337396"/>
                  </a:lnTo>
                  <a:lnTo>
                    <a:pt x="640305" y="337060"/>
                  </a:lnTo>
                  <a:lnTo>
                    <a:pt x="640300" y="336732"/>
                  </a:lnTo>
                  <a:lnTo>
                    <a:pt x="640301" y="336419"/>
                  </a:lnTo>
                  <a:lnTo>
                    <a:pt x="640282" y="336179"/>
                  </a:lnTo>
                  <a:lnTo>
                    <a:pt x="640217" y="336016"/>
                  </a:lnTo>
                  <a:lnTo>
                    <a:pt x="640074" y="335800"/>
                  </a:lnTo>
                  <a:lnTo>
                    <a:pt x="639975" y="335604"/>
                  </a:lnTo>
                  <a:lnTo>
                    <a:pt x="639814" y="335300"/>
                  </a:lnTo>
                  <a:lnTo>
                    <a:pt x="639742" y="335038"/>
                  </a:lnTo>
                  <a:lnTo>
                    <a:pt x="639708" y="334829"/>
                  </a:lnTo>
                  <a:lnTo>
                    <a:pt x="639687" y="334564"/>
                  </a:lnTo>
                  <a:lnTo>
                    <a:pt x="639719" y="334322"/>
                  </a:lnTo>
                  <a:lnTo>
                    <a:pt x="639776" y="334090"/>
                  </a:lnTo>
                  <a:lnTo>
                    <a:pt x="639827" y="333864"/>
                  </a:lnTo>
                  <a:lnTo>
                    <a:pt x="639917" y="333593"/>
                  </a:lnTo>
                  <a:lnTo>
                    <a:pt x="639944" y="333241"/>
                  </a:lnTo>
                  <a:lnTo>
                    <a:pt x="639974" y="332994"/>
                  </a:lnTo>
                  <a:lnTo>
                    <a:pt x="640007" y="332659"/>
                  </a:lnTo>
                  <a:lnTo>
                    <a:pt x="640048" y="332322"/>
                  </a:lnTo>
                  <a:lnTo>
                    <a:pt x="640055" y="331980"/>
                  </a:lnTo>
                  <a:lnTo>
                    <a:pt x="640054" y="331632"/>
                  </a:lnTo>
                  <a:lnTo>
                    <a:pt x="640083" y="331258"/>
                  </a:lnTo>
                  <a:lnTo>
                    <a:pt x="640163" y="330892"/>
                  </a:lnTo>
                  <a:lnTo>
                    <a:pt x="640333" y="330623"/>
                  </a:lnTo>
                  <a:lnTo>
                    <a:pt x="640535" y="330395"/>
                  </a:lnTo>
                  <a:lnTo>
                    <a:pt x="640714" y="330234"/>
                  </a:lnTo>
                  <a:lnTo>
                    <a:pt x="640964" y="330055"/>
                  </a:lnTo>
                  <a:lnTo>
                    <a:pt x="641130" y="329882"/>
                  </a:lnTo>
                  <a:lnTo>
                    <a:pt x="641320" y="329653"/>
                  </a:lnTo>
                  <a:lnTo>
                    <a:pt x="641421" y="329477"/>
                  </a:lnTo>
                  <a:lnTo>
                    <a:pt x="641524" y="329248"/>
                  </a:lnTo>
                  <a:lnTo>
                    <a:pt x="641519" y="329045"/>
                  </a:lnTo>
                  <a:lnTo>
                    <a:pt x="641504" y="328812"/>
                  </a:lnTo>
                  <a:lnTo>
                    <a:pt x="641533" y="328594"/>
                  </a:lnTo>
                  <a:lnTo>
                    <a:pt x="641659" y="328384"/>
                  </a:lnTo>
                  <a:lnTo>
                    <a:pt x="641856" y="328149"/>
                  </a:lnTo>
                  <a:lnTo>
                    <a:pt x="642058" y="328016"/>
                  </a:lnTo>
                  <a:lnTo>
                    <a:pt x="642344" y="327916"/>
                  </a:lnTo>
                  <a:lnTo>
                    <a:pt x="642603" y="327869"/>
                  </a:lnTo>
                  <a:lnTo>
                    <a:pt x="642828" y="327763"/>
                  </a:lnTo>
                  <a:lnTo>
                    <a:pt x="643032" y="327582"/>
                  </a:lnTo>
                  <a:lnTo>
                    <a:pt x="643157" y="327367"/>
                  </a:lnTo>
                  <a:lnTo>
                    <a:pt x="643249" y="327202"/>
                  </a:lnTo>
                  <a:lnTo>
                    <a:pt x="643400" y="326999"/>
                  </a:lnTo>
                  <a:lnTo>
                    <a:pt x="643572" y="326837"/>
                  </a:lnTo>
                  <a:lnTo>
                    <a:pt x="643772" y="326612"/>
                  </a:lnTo>
                  <a:lnTo>
                    <a:pt x="643956" y="326371"/>
                  </a:lnTo>
                  <a:lnTo>
                    <a:pt x="644184" y="326090"/>
                  </a:lnTo>
                  <a:lnTo>
                    <a:pt x="644416" y="325827"/>
                  </a:lnTo>
                  <a:lnTo>
                    <a:pt x="644701" y="325650"/>
                  </a:lnTo>
                  <a:lnTo>
                    <a:pt x="645026" y="325560"/>
                  </a:lnTo>
                  <a:lnTo>
                    <a:pt x="645386" y="325500"/>
                  </a:lnTo>
                  <a:lnTo>
                    <a:pt x="645691" y="325501"/>
                  </a:lnTo>
                  <a:lnTo>
                    <a:pt x="645853" y="325494"/>
                  </a:lnTo>
                  <a:lnTo>
                    <a:pt x="646063" y="325443"/>
                  </a:lnTo>
                  <a:lnTo>
                    <a:pt x="646318" y="325263"/>
                  </a:lnTo>
                  <a:lnTo>
                    <a:pt x="646550" y="325124"/>
                  </a:lnTo>
                  <a:lnTo>
                    <a:pt x="646779" y="325050"/>
                  </a:lnTo>
                  <a:lnTo>
                    <a:pt x="647023" y="325050"/>
                  </a:lnTo>
                  <a:lnTo>
                    <a:pt x="647247" y="325010"/>
                  </a:lnTo>
                  <a:lnTo>
                    <a:pt x="647512" y="324935"/>
                  </a:lnTo>
                  <a:lnTo>
                    <a:pt x="647761" y="324854"/>
                  </a:lnTo>
                  <a:lnTo>
                    <a:pt x="648013" y="324752"/>
                  </a:lnTo>
                  <a:lnTo>
                    <a:pt x="648231" y="324612"/>
                  </a:lnTo>
                  <a:lnTo>
                    <a:pt x="648452" y="324464"/>
                  </a:lnTo>
                  <a:lnTo>
                    <a:pt x="648687" y="324292"/>
                  </a:lnTo>
                  <a:lnTo>
                    <a:pt x="648928" y="324160"/>
                  </a:lnTo>
                  <a:lnTo>
                    <a:pt x="649110" y="324092"/>
                  </a:lnTo>
                  <a:lnTo>
                    <a:pt x="649280" y="324042"/>
                  </a:lnTo>
                  <a:lnTo>
                    <a:pt x="649479" y="323994"/>
                  </a:lnTo>
                  <a:lnTo>
                    <a:pt x="649776" y="323955"/>
                  </a:lnTo>
                  <a:lnTo>
                    <a:pt x="650023" y="323929"/>
                  </a:lnTo>
                  <a:lnTo>
                    <a:pt x="650208" y="323893"/>
                  </a:lnTo>
                  <a:lnTo>
                    <a:pt x="650508" y="323852"/>
                  </a:lnTo>
                  <a:lnTo>
                    <a:pt x="650797" y="323842"/>
                  </a:lnTo>
                  <a:lnTo>
                    <a:pt x="651059" y="323826"/>
                  </a:lnTo>
                  <a:lnTo>
                    <a:pt x="651347" y="323822"/>
                  </a:lnTo>
                  <a:lnTo>
                    <a:pt x="651611" y="323858"/>
                  </a:lnTo>
                  <a:lnTo>
                    <a:pt x="651807" y="323901"/>
                  </a:lnTo>
                  <a:lnTo>
                    <a:pt x="652020" y="323963"/>
                  </a:lnTo>
                  <a:lnTo>
                    <a:pt x="652221" y="324047"/>
                  </a:lnTo>
                  <a:lnTo>
                    <a:pt x="652435" y="324136"/>
                  </a:lnTo>
                  <a:lnTo>
                    <a:pt x="652648" y="324262"/>
                  </a:lnTo>
                  <a:lnTo>
                    <a:pt x="652870" y="324429"/>
                  </a:lnTo>
                  <a:lnTo>
                    <a:pt x="653065" y="324587"/>
                  </a:lnTo>
                  <a:lnTo>
                    <a:pt x="653224" y="324739"/>
                  </a:lnTo>
                  <a:lnTo>
                    <a:pt x="653418" y="324969"/>
                  </a:lnTo>
                  <a:lnTo>
                    <a:pt x="653650" y="325126"/>
                  </a:lnTo>
                  <a:lnTo>
                    <a:pt x="653920" y="325040"/>
                  </a:lnTo>
                  <a:lnTo>
                    <a:pt x="654223" y="325146"/>
                  </a:lnTo>
                  <a:lnTo>
                    <a:pt x="654395" y="325252"/>
                  </a:lnTo>
                  <a:lnTo>
                    <a:pt x="654531" y="325343"/>
                  </a:lnTo>
                  <a:lnTo>
                    <a:pt x="654761" y="325592"/>
                  </a:lnTo>
                  <a:lnTo>
                    <a:pt x="654993" y="325711"/>
                  </a:lnTo>
                  <a:lnTo>
                    <a:pt x="655171" y="325807"/>
                  </a:lnTo>
                  <a:lnTo>
                    <a:pt x="655363" y="325821"/>
                  </a:lnTo>
                  <a:lnTo>
                    <a:pt x="655603" y="325937"/>
                  </a:lnTo>
                  <a:lnTo>
                    <a:pt x="655853" y="326038"/>
                  </a:lnTo>
                  <a:lnTo>
                    <a:pt x="656067" y="326080"/>
                  </a:lnTo>
                  <a:lnTo>
                    <a:pt x="656238" y="326120"/>
                  </a:lnTo>
                  <a:lnTo>
                    <a:pt x="656472" y="326064"/>
                  </a:lnTo>
                  <a:lnTo>
                    <a:pt x="656665" y="325980"/>
                  </a:lnTo>
                  <a:lnTo>
                    <a:pt x="656800" y="325862"/>
                  </a:lnTo>
                  <a:lnTo>
                    <a:pt x="656890" y="325708"/>
                  </a:lnTo>
                  <a:lnTo>
                    <a:pt x="657101" y="325444"/>
                  </a:lnTo>
                  <a:lnTo>
                    <a:pt x="657262" y="325349"/>
                  </a:lnTo>
                  <a:lnTo>
                    <a:pt x="657602" y="325085"/>
                  </a:lnTo>
                  <a:lnTo>
                    <a:pt x="657853" y="324831"/>
                  </a:lnTo>
                  <a:lnTo>
                    <a:pt x="658122" y="324656"/>
                  </a:lnTo>
                  <a:lnTo>
                    <a:pt x="658324" y="324445"/>
                  </a:lnTo>
                  <a:lnTo>
                    <a:pt x="658442" y="324206"/>
                  </a:lnTo>
                  <a:lnTo>
                    <a:pt x="658550" y="323939"/>
                  </a:lnTo>
                  <a:lnTo>
                    <a:pt x="658727" y="323661"/>
                  </a:lnTo>
                  <a:lnTo>
                    <a:pt x="659024" y="323406"/>
                  </a:lnTo>
                  <a:lnTo>
                    <a:pt x="659252" y="323170"/>
                  </a:lnTo>
                  <a:lnTo>
                    <a:pt x="659418" y="322863"/>
                  </a:lnTo>
                  <a:lnTo>
                    <a:pt x="659530" y="322564"/>
                  </a:lnTo>
                  <a:lnTo>
                    <a:pt x="659768" y="322272"/>
                  </a:lnTo>
                  <a:lnTo>
                    <a:pt x="659976" y="322085"/>
                  </a:lnTo>
                  <a:lnTo>
                    <a:pt x="660192" y="321892"/>
                  </a:lnTo>
                  <a:lnTo>
                    <a:pt x="660469" y="321688"/>
                  </a:lnTo>
                  <a:lnTo>
                    <a:pt x="660720" y="321543"/>
                  </a:lnTo>
                  <a:lnTo>
                    <a:pt x="660904" y="321427"/>
                  </a:lnTo>
                  <a:lnTo>
                    <a:pt x="661116" y="321326"/>
                  </a:lnTo>
                  <a:lnTo>
                    <a:pt x="661486" y="321162"/>
                  </a:lnTo>
                  <a:lnTo>
                    <a:pt x="661805" y="321014"/>
                  </a:lnTo>
                  <a:lnTo>
                    <a:pt x="662115" y="320841"/>
                  </a:lnTo>
                  <a:lnTo>
                    <a:pt x="662313" y="320722"/>
                  </a:lnTo>
                  <a:lnTo>
                    <a:pt x="662627" y="320595"/>
                  </a:lnTo>
                  <a:lnTo>
                    <a:pt x="662944" y="320516"/>
                  </a:lnTo>
                  <a:lnTo>
                    <a:pt x="663348" y="320494"/>
                  </a:lnTo>
                  <a:lnTo>
                    <a:pt x="663712" y="320411"/>
                  </a:lnTo>
                  <a:lnTo>
                    <a:pt x="664108" y="320181"/>
                  </a:lnTo>
                  <a:lnTo>
                    <a:pt x="664357" y="319887"/>
                  </a:lnTo>
                  <a:lnTo>
                    <a:pt x="664750" y="319594"/>
                  </a:lnTo>
                  <a:lnTo>
                    <a:pt x="664962" y="319488"/>
                  </a:lnTo>
                  <a:lnTo>
                    <a:pt x="665252" y="319390"/>
                  </a:lnTo>
                  <a:lnTo>
                    <a:pt x="665585" y="319242"/>
                  </a:lnTo>
                  <a:lnTo>
                    <a:pt x="665818" y="319084"/>
                  </a:lnTo>
                  <a:lnTo>
                    <a:pt x="666085" y="318870"/>
                  </a:lnTo>
                  <a:lnTo>
                    <a:pt x="666338" y="318615"/>
                  </a:lnTo>
                  <a:lnTo>
                    <a:pt x="666467" y="318426"/>
                  </a:lnTo>
                  <a:lnTo>
                    <a:pt x="666875" y="318250"/>
                  </a:lnTo>
                  <a:lnTo>
                    <a:pt x="667131" y="318081"/>
                  </a:lnTo>
                  <a:lnTo>
                    <a:pt x="667321" y="318000"/>
                  </a:lnTo>
                  <a:lnTo>
                    <a:pt x="667634" y="317899"/>
                  </a:lnTo>
                  <a:lnTo>
                    <a:pt x="668010" y="317772"/>
                  </a:lnTo>
                  <a:lnTo>
                    <a:pt x="668376" y="317663"/>
                  </a:lnTo>
                  <a:lnTo>
                    <a:pt x="668722" y="317541"/>
                  </a:lnTo>
                  <a:lnTo>
                    <a:pt x="669064" y="317420"/>
                  </a:lnTo>
                  <a:lnTo>
                    <a:pt x="669401" y="317311"/>
                  </a:lnTo>
                  <a:lnTo>
                    <a:pt x="669732" y="317193"/>
                  </a:lnTo>
                  <a:lnTo>
                    <a:pt x="670054" y="317031"/>
                  </a:lnTo>
                  <a:lnTo>
                    <a:pt x="670360" y="316842"/>
                  </a:lnTo>
                  <a:lnTo>
                    <a:pt x="670597" y="316599"/>
                  </a:lnTo>
                  <a:lnTo>
                    <a:pt x="670838" y="316347"/>
                  </a:lnTo>
                  <a:lnTo>
                    <a:pt x="671136" y="316095"/>
                  </a:lnTo>
                  <a:lnTo>
                    <a:pt x="671397" y="315939"/>
                  </a:lnTo>
                  <a:lnTo>
                    <a:pt x="671679" y="315817"/>
                  </a:lnTo>
                  <a:lnTo>
                    <a:pt x="672045" y="315712"/>
                  </a:lnTo>
                  <a:lnTo>
                    <a:pt x="672246" y="315603"/>
                  </a:lnTo>
                  <a:lnTo>
                    <a:pt x="672427" y="315450"/>
                  </a:lnTo>
                  <a:lnTo>
                    <a:pt x="672591" y="315295"/>
                  </a:lnTo>
                  <a:lnTo>
                    <a:pt x="672828" y="315127"/>
                  </a:lnTo>
                  <a:lnTo>
                    <a:pt x="673090" y="315007"/>
                  </a:lnTo>
                  <a:lnTo>
                    <a:pt x="673441" y="314881"/>
                  </a:lnTo>
                  <a:lnTo>
                    <a:pt x="673630" y="314862"/>
                  </a:lnTo>
                  <a:lnTo>
                    <a:pt x="673784" y="314859"/>
                  </a:lnTo>
                  <a:lnTo>
                    <a:pt x="674002" y="315423"/>
                  </a:lnTo>
                  <a:lnTo>
                    <a:pt x="674120" y="315728"/>
                  </a:lnTo>
                  <a:lnTo>
                    <a:pt x="674877" y="317682"/>
                  </a:lnTo>
                  <a:lnTo>
                    <a:pt x="676899" y="322880"/>
                  </a:lnTo>
                  <a:lnTo>
                    <a:pt x="677423" y="324226"/>
                  </a:lnTo>
                  <a:lnTo>
                    <a:pt x="679343" y="330796"/>
                  </a:lnTo>
                  <a:lnTo>
                    <a:pt x="680298" y="334410"/>
                  </a:lnTo>
                  <a:lnTo>
                    <a:pt x="683660" y="337915"/>
                  </a:lnTo>
                  <a:lnTo>
                    <a:pt x="684286" y="338571"/>
                  </a:lnTo>
                  <a:lnTo>
                    <a:pt x="685985" y="340220"/>
                  </a:lnTo>
                  <a:lnTo>
                    <a:pt x="689942" y="344085"/>
                  </a:lnTo>
                  <a:lnTo>
                    <a:pt x="694707" y="348730"/>
                  </a:lnTo>
                  <a:lnTo>
                    <a:pt x="700991" y="354850"/>
                  </a:lnTo>
                  <a:lnTo>
                    <a:pt x="709828" y="358041"/>
                  </a:lnTo>
                  <a:lnTo>
                    <a:pt x="714616" y="359769"/>
                  </a:lnTo>
                  <a:lnTo>
                    <a:pt x="719519" y="361540"/>
                  </a:lnTo>
                  <a:lnTo>
                    <a:pt x="719751" y="365433"/>
                  </a:lnTo>
                  <a:lnTo>
                    <a:pt x="720018" y="369930"/>
                  </a:lnTo>
                  <a:lnTo>
                    <a:pt x="726024" y="374601"/>
                  </a:lnTo>
                  <a:lnTo>
                    <a:pt x="728288" y="376353"/>
                  </a:lnTo>
                  <a:lnTo>
                    <a:pt x="732172" y="377250"/>
                  </a:lnTo>
                  <a:lnTo>
                    <a:pt x="736575" y="378267"/>
                  </a:lnTo>
                  <a:lnTo>
                    <a:pt x="739159" y="378864"/>
                  </a:lnTo>
                  <a:lnTo>
                    <a:pt x="747841" y="380922"/>
                  </a:lnTo>
                  <a:lnTo>
                    <a:pt x="751858" y="381871"/>
                  </a:lnTo>
                  <a:lnTo>
                    <a:pt x="756200" y="382893"/>
                  </a:lnTo>
                  <a:lnTo>
                    <a:pt x="763808" y="384841"/>
                  </a:lnTo>
                  <a:lnTo>
                    <a:pt x="767385" y="385757"/>
                  </a:lnTo>
                  <a:close/>
                </a:path>
              </a:pathLst>
            </a:custGeom>
            <a:solidFill>
              <a:srgbClr val="DAEAF2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g46"/>
            <p:cNvSpPr/>
            <p:nvPr/>
          </p:nvSpPr>
          <p:spPr>
            <a:xfrm>
              <a:off x="5142856" y="5019766"/>
              <a:ext cx="405251" cy="454455"/>
            </a:xfrm>
            <a:custGeom>
              <a:avLst/>
              <a:pathLst>
                <a:path w="405251" h="454455">
                  <a:moveTo>
                    <a:pt x="59247" y="51397"/>
                  </a:moveTo>
                  <a:lnTo>
                    <a:pt x="55408" y="57476"/>
                  </a:lnTo>
                  <a:lnTo>
                    <a:pt x="50322" y="65637"/>
                  </a:lnTo>
                  <a:lnTo>
                    <a:pt x="48156" y="69550"/>
                  </a:lnTo>
                  <a:lnTo>
                    <a:pt x="48948" y="69907"/>
                  </a:lnTo>
                  <a:lnTo>
                    <a:pt x="50252" y="70495"/>
                  </a:lnTo>
                  <a:lnTo>
                    <a:pt x="50217" y="71656"/>
                  </a:lnTo>
                  <a:lnTo>
                    <a:pt x="50160" y="73398"/>
                  </a:lnTo>
                  <a:lnTo>
                    <a:pt x="50125" y="74514"/>
                  </a:lnTo>
                  <a:lnTo>
                    <a:pt x="50083" y="75805"/>
                  </a:lnTo>
                  <a:lnTo>
                    <a:pt x="50010" y="78087"/>
                  </a:lnTo>
                  <a:lnTo>
                    <a:pt x="49225" y="79092"/>
                  </a:lnTo>
                  <a:lnTo>
                    <a:pt x="48756" y="79683"/>
                  </a:lnTo>
                  <a:lnTo>
                    <a:pt x="48369" y="80260"/>
                  </a:lnTo>
                  <a:lnTo>
                    <a:pt x="47936" y="80912"/>
                  </a:lnTo>
                  <a:lnTo>
                    <a:pt x="47258" y="82218"/>
                  </a:lnTo>
                  <a:lnTo>
                    <a:pt x="46594" y="83500"/>
                  </a:lnTo>
                  <a:lnTo>
                    <a:pt x="43945" y="85076"/>
                  </a:lnTo>
                  <a:lnTo>
                    <a:pt x="35325" y="80898"/>
                  </a:lnTo>
                  <a:lnTo>
                    <a:pt x="31231" y="84037"/>
                  </a:lnTo>
                  <a:lnTo>
                    <a:pt x="30403" y="84672"/>
                  </a:lnTo>
                  <a:lnTo>
                    <a:pt x="29103" y="85670"/>
                  </a:lnTo>
                  <a:lnTo>
                    <a:pt x="28784" y="85914"/>
                  </a:lnTo>
                  <a:lnTo>
                    <a:pt x="14809" y="96634"/>
                  </a:lnTo>
                  <a:lnTo>
                    <a:pt x="10415" y="100211"/>
                  </a:lnTo>
                  <a:lnTo>
                    <a:pt x="10703" y="100260"/>
                  </a:lnTo>
                  <a:lnTo>
                    <a:pt x="24110" y="102518"/>
                  </a:lnTo>
                  <a:lnTo>
                    <a:pt x="34756" y="110135"/>
                  </a:lnTo>
                  <a:lnTo>
                    <a:pt x="34474" y="111226"/>
                  </a:lnTo>
                  <a:lnTo>
                    <a:pt x="34299" y="111723"/>
                  </a:lnTo>
                  <a:lnTo>
                    <a:pt x="34144" y="112217"/>
                  </a:lnTo>
                  <a:lnTo>
                    <a:pt x="33877" y="113073"/>
                  </a:lnTo>
                  <a:lnTo>
                    <a:pt x="33494" y="114299"/>
                  </a:lnTo>
                  <a:lnTo>
                    <a:pt x="33043" y="115783"/>
                  </a:lnTo>
                  <a:lnTo>
                    <a:pt x="32369" y="117900"/>
                  </a:lnTo>
                  <a:lnTo>
                    <a:pt x="31872" y="119490"/>
                  </a:lnTo>
                  <a:lnTo>
                    <a:pt x="31999" y="120671"/>
                  </a:lnTo>
                  <a:lnTo>
                    <a:pt x="32167" y="122233"/>
                  </a:lnTo>
                  <a:lnTo>
                    <a:pt x="32282" y="123320"/>
                  </a:lnTo>
                  <a:lnTo>
                    <a:pt x="32456" y="124940"/>
                  </a:lnTo>
                  <a:lnTo>
                    <a:pt x="32503" y="126023"/>
                  </a:lnTo>
                  <a:lnTo>
                    <a:pt x="32693" y="127144"/>
                  </a:lnTo>
                  <a:lnTo>
                    <a:pt x="32786" y="127636"/>
                  </a:lnTo>
                  <a:lnTo>
                    <a:pt x="33054" y="129069"/>
                  </a:lnTo>
                  <a:lnTo>
                    <a:pt x="33086" y="129252"/>
                  </a:lnTo>
                  <a:lnTo>
                    <a:pt x="33683" y="130274"/>
                  </a:lnTo>
                  <a:lnTo>
                    <a:pt x="33891" y="130630"/>
                  </a:lnTo>
                  <a:lnTo>
                    <a:pt x="35257" y="132965"/>
                  </a:lnTo>
                  <a:lnTo>
                    <a:pt x="36741" y="135507"/>
                  </a:lnTo>
                  <a:lnTo>
                    <a:pt x="37016" y="135704"/>
                  </a:lnTo>
                  <a:lnTo>
                    <a:pt x="38392" y="136698"/>
                  </a:lnTo>
                  <a:lnTo>
                    <a:pt x="39630" y="137593"/>
                  </a:lnTo>
                  <a:lnTo>
                    <a:pt x="41449" y="138911"/>
                  </a:lnTo>
                  <a:lnTo>
                    <a:pt x="42148" y="139412"/>
                  </a:lnTo>
                  <a:lnTo>
                    <a:pt x="42696" y="139813"/>
                  </a:lnTo>
                  <a:lnTo>
                    <a:pt x="43512" y="140411"/>
                  </a:lnTo>
                  <a:lnTo>
                    <a:pt x="43817" y="140617"/>
                  </a:lnTo>
                  <a:lnTo>
                    <a:pt x="43767" y="140801"/>
                  </a:lnTo>
                  <a:lnTo>
                    <a:pt x="43486" y="141806"/>
                  </a:lnTo>
                  <a:lnTo>
                    <a:pt x="43180" y="142864"/>
                  </a:lnTo>
                  <a:lnTo>
                    <a:pt x="42904" y="143893"/>
                  </a:lnTo>
                  <a:lnTo>
                    <a:pt x="42716" y="144528"/>
                  </a:lnTo>
                  <a:lnTo>
                    <a:pt x="42597" y="144930"/>
                  </a:lnTo>
                  <a:lnTo>
                    <a:pt x="42209" y="146093"/>
                  </a:lnTo>
                  <a:lnTo>
                    <a:pt x="41964" y="146658"/>
                  </a:lnTo>
                  <a:lnTo>
                    <a:pt x="41613" y="147716"/>
                  </a:lnTo>
                  <a:lnTo>
                    <a:pt x="41306" y="148699"/>
                  </a:lnTo>
                  <a:lnTo>
                    <a:pt x="41126" y="149318"/>
                  </a:lnTo>
                  <a:lnTo>
                    <a:pt x="40941" y="149718"/>
                  </a:lnTo>
                  <a:lnTo>
                    <a:pt x="40802" y="150154"/>
                  </a:lnTo>
                  <a:lnTo>
                    <a:pt x="40612" y="150742"/>
                  </a:lnTo>
                  <a:lnTo>
                    <a:pt x="40304" y="151762"/>
                  </a:lnTo>
                  <a:lnTo>
                    <a:pt x="39970" y="152825"/>
                  </a:lnTo>
                  <a:lnTo>
                    <a:pt x="39626" y="153886"/>
                  </a:lnTo>
                  <a:lnTo>
                    <a:pt x="39288" y="154897"/>
                  </a:lnTo>
                  <a:lnTo>
                    <a:pt x="38800" y="156440"/>
                  </a:lnTo>
                  <a:lnTo>
                    <a:pt x="38474" y="157455"/>
                  </a:lnTo>
                  <a:lnTo>
                    <a:pt x="38118" y="158534"/>
                  </a:lnTo>
                  <a:lnTo>
                    <a:pt x="37818" y="159547"/>
                  </a:lnTo>
                  <a:lnTo>
                    <a:pt x="37486" y="160545"/>
                  </a:lnTo>
                  <a:lnTo>
                    <a:pt x="37160" y="161550"/>
                  </a:lnTo>
                  <a:lnTo>
                    <a:pt x="36755" y="162912"/>
                  </a:lnTo>
                  <a:lnTo>
                    <a:pt x="36191" y="164675"/>
                  </a:lnTo>
                  <a:lnTo>
                    <a:pt x="36101" y="165170"/>
                  </a:lnTo>
                  <a:lnTo>
                    <a:pt x="35880" y="166384"/>
                  </a:lnTo>
                  <a:lnTo>
                    <a:pt x="35826" y="166680"/>
                  </a:lnTo>
                  <a:lnTo>
                    <a:pt x="35598" y="167935"/>
                  </a:lnTo>
                  <a:lnTo>
                    <a:pt x="35545" y="168216"/>
                  </a:lnTo>
                  <a:lnTo>
                    <a:pt x="35382" y="169071"/>
                  </a:lnTo>
                  <a:lnTo>
                    <a:pt x="35038" y="170879"/>
                  </a:lnTo>
                  <a:lnTo>
                    <a:pt x="34916" y="171500"/>
                  </a:lnTo>
                  <a:lnTo>
                    <a:pt x="34792" y="172171"/>
                  </a:lnTo>
                  <a:lnTo>
                    <a:pt x="34755" y="172365"/>
                  </a:lnTo>
                  <a:lnTo>
                    <a:pt x="34451" y="173965"/>
                  </a:lnTo>
                  <a:lnTo>
                    <a:pt x="34072" y="175957"/>
                  </a:lnTo>
                  <a:lnTo>
                    <a:pt x="33712" y="177845"/>
                  </a:lnTo>
                  <a:lnTo>
                    <a:pt x="33509" y="178914"/>
                  </a:lnTo>
                  <a:lnTo>
                    <a:pt x="33283" y="180102"/>
                  </a:lnTo>
                  <a:lnTo>
                    <a:pt x="32922" y="181999"/>
                  </a:lnTo>
                  <a:lnTo>
                    <a:pt x="32870" y="182273"/>
                  </a:lnTo>
                  <a:lnTo>
                    <a:pt x="32433" y="184571"/>
                  </a:lnTo>
                  <a:lnTo>
                    <a:pt x="32399" y="184748"/>
                  </a:lnTo>
                  <a:lnTo>
                    <a:pt x="32355" y="184979"/>
                  </a:lnTo>
                  <a:lnTo>
                    <a:pt x="31672" y="188571"/>
                  </a:lnTo>
                  <a:lnTo>
                    <a:pt x="31574" y="189084"/>
                  </a:lnTo>
                  <a:lnTo>
                    <a:pt x="31338" y="190326"/>
                  </a:lnTo>
                  <a:lnTo>
                    <a:pt x="30975" y="192234"/>
                  </a:lnTo>
                  <a:lnTo>
                    <a:pt x="30722" y="193568"/>
                  </a:lnTo>
                  <a:lnTo>
                    <a:pt x="30608" y="194164"/>
                  </a:lnTo>
                  <a:lnTo>
                    <a:pt x="30563" y="194401"/>
                  </a:lnTo>
                  <a:lnTo>
                    <a:pt x="30311" y="195727"/>
                  </a:lnTo>
                  <a:lnTo>
                    <a:pt x="30061" y="197041"/>
                  </a:lnTo>
                  <a:lnTo>
                    <a:pt x="29743" y="198711"/>
                  </a:lnTo>
                  <a:lnTo>
                    <a:pt x="29071" y="199550"/>
                  </a:lnTo>
                  <a:lnTo>
                    <a:pt x="27853" y="201070"/>
                  </a:lnTo>
                  <a:lnTo>
                    <a:pt x="27153" y="201943"/>
                  </a:lnTo>
                  <a:lnTo>
                    <a:pt x="26436" y="202838"/>
                  </a:lnTo>
                  <a:lnTo>
                    <a:pt x="25863" y="203553"/>
                  </a:lnTo>
                  <a:lnTo>
                    <a:pt x="24137" y="205706"/>
                  </a:lnTo>
                  <a:lnTo>
                    <a:pt x="22893" y="207259"/>
                  </a:lnTo>
                  <a:lnTo>
                    <a:pt x="22168" y="208164"/>
                  </a:lnTo>
                  <a:lnTo>
                    <a:pt x="21163" y="209418"/>
                  </a:lnTo>
                  <a:lnTo>
                    <a:pt x="20511" y="210231"/>
                  </a:lnTo>
                  <a:lnTo>
                    <a:pt x="20193" y="210629"/>
                  </a:lnTo>
                  <a:lnTo>
                    <a:pt x="20018" y="210847"/>
                  </a:lnTo>
                  <a:lnTo>
                    <a:pt x="14560" y="228235"/>
                  </a:lnTo>
                  <a:lnTo>
                    <a:pt x="0" y="246802"/>
                  </a:lnTo>
                  <a:lnTo>
                    <a:pt x="11758" y="244082"/>
                  </a:lnTo>
                  <a:lnTo>
                    <a:pt x="21290" y="241857"/>
                  </a:lnTo>
                  <a:lnTo>
                    <a:pt x="30436" y="244612"/>
                  </a:lnTo>
                  <a:lnTo>
                    <a:pt x="31690" y="244989"/>
                  </a:lnTo>
                  <a:lnTo>
                    <a:pt x="34478" y="245831"/>
                  </a:lnTo>
                  <a:lnTo>
                    <a:pt x="36372" y="246405"/>
                  </a:lnTo>
                  <a:lnTo>
                    <a:pt x="39605" y="248698"/>
                  </a:lnTo>
                  <a:lnTo>
                    <a:pt x="42247" y="250546"/>
                  </a:lnTo>
                  <a:lnTo>
                    <a:pt x="44352" y="249484"/>
                  </a:lnTo>
                  <a:lnTo>
                    <a:pt x="46059" y="248637"/>
                  </a:lnTo>
                  <a:lnTo>
                    <a:pt x="47747" y="247803"/>
                  </a:lnTo>
                  <a:lnTo>
                    <a:pt x="47876" y="247739"/>
                  </a:lnTo>
                  <a:lnTo>
                    <a:pt x="51306" y="246042"/>
                  </a:lnTo>
                  <a:lnTo>
                    <a:pt x="51702" y="245845"/>
                  </a:lnTo>
                  <a:lnTo>
                    <a:pt x="54787" y="244319"/>
                  </a:lnTo>
                  <a:lnTo>
                    <a:pt x="56773" y="243334"/>
                  </a:lnTo>
                  <a:lnTo>
                    <a:pt x="57251" y="243097"/>
                  </a:lnTo>
                  <a:lnTo>
                    <a:pt x="57760" y="242961"/>
                  </a:lnTo>
                  <a:lnTo>
                    <a:pt x="58958" y="242642"/>
                  </a:lnTo>
                  <a:lnTo>
                    <a:pt x="64233" y="241236"/>
                  </a:lnTo>
                  <a:lnTo>
                    <a:pt x="68641" y="240063"/>
                  </a:lnTo>
                  <a:lnTo>
                    <a:pt x="69520" y="239829"/>
                  </a:lnTo>
                  <a:lnTo>
                    <a:pt x="69813" y="239789"/>
                  </a:lnTo>
                  <a:lnTo>
                    <a:pt x="70153" y="239745"/>
                  </a:lnTo>
                  <a:lnTo>
                    <a:pt x="70385" y="239716"/>
                  </a:lnTo>
                  <a:lnTo>
                    <a:pt x="71778" y="239297"/>
                  </a:lnTo>
                  <a:lnTo>
                    <a:pt x="73304" y="238837"/>
                  </a:lnTo>
                  <a:lnTo>
                    <a:pt x="74331" y="238528"/>
                  </a:lnTo>
                  <a:lnTo>
                    <a:pt x="75173" y="238275"/>
                  </a:lnTo>
                  <a:lnTo>
                    <a:pt x="75714" y="238111"/>
                  </a:lnTo>
                  <a:lnTo>
                    <a:pt x="75857" y="238026"/>
                  </a:lnTo>
                  <a:lnTo>
                    <a:pt x="76314" y="237752"/>
                  </a:lnTo>
                  <a:lnTo>
                    <a:pt x="77665" y="237147"/>
                  </a:lnTo>
                  <a:lnTo>
                    <a:pt x="77984" y="236990"/>
                  </a:lnTo>
                  <a:lnTo>
                    <a:pt x="78305" y="236638"/>
                  </a:lnTo>
                  <a:lnTo>
                    <a:pt x="78673" y="236369"/>
                  </a:lnTo>
                  <a:lnTo>
                    <a:pt x="78851" y="236064"/>
                  </a:lnTo>
                  <a:lnTo>
                    <a:pt x="79043" y="235925"/>
                  </a:lnTo>
                  <a:lnTo>
                    <a:pt x="79336" y="235644"/>
                  </a:lnTo>
                  <a:lnTo>
                    <a:pt x="79824" y="235199"/>
                  </a:lnTo>
                  <a:lnTo>
                    <a:pt x="79972" y="235185"/>
                  </a:lnTo>
                  <a:lnTo>
                    <a:pt x="80129" y="235140"/>
                  </a:lnTo>
                  <a:lnTo>
                    <a:pt x="80621" y="234917"/>
                  </a:lnTo>
                  <a:lnTo>
                    <a:pt x="81022" y="234521"/>
                  </a:lnTo>
                  <a:lnTo>
                    <a:pt x="81708" y="233969"/>
                  </a:lnTo>
                  <a:lnTo>
                    <a:pt x="82159" y="233543"/>
                  </a:lnTo>
                  <a:lnTo>
                    <a:pt x="82288" y="233490"/>
                  </a:lnTo>
                  <a:lnTo>
                    <a:pt x="82508" y="233522"/>
                  </a:lnTo>
                  <a:lnTo>
                    <a:pt x="82644" y="233565"/>
                  </a:lnTo>
                  <a:lnTo>
                    <a:pt x="82822" y="233588"/>
                  </a:lnTo>
                  <a:lnTo>
                    <a:pt x="83127" y="233619"/>
                  </a:lnTo>
                  <a:lnTo>
                    <a:pt x="83263" y="233647"/>
                  </a:lnTo>
                  <a:lnTo>
                    <a:pt x="83502" y="233710"/>
                  </a:lnTo>
                  <a:lnTo>
                    <a:pt x="83685" y="233719"/>
                  </a:lnTo>
                  <a:lnTo>
                    <a:pt x="83927" y="233818"/>
                  </a:lnTo>
                  <a:lnTo>
                    <a:pt x="84065" y="233837"/>
                  </a:lnTo>
                  <a:lnTo>
                    <a:pt x="84217" y="233851"/>
                  </a:lnTo>
                  <a:lnTo>
                    <a:pt x="84515" y="233858"/>
                  </a:lnTo>
                  <a:lnTo>
                    <a:pt x="84644" y="233853"/>
                  </a:lnTo>
                  <a:lnTo>
                    <a:pt x="84803" y="233996"/>
                  </a:lnTo>
                  <a:lnTo>
                    <a:pt x="84937" y="233958"/>
                  </a:lnTo>
                  <a:lnTo>
                    <a:pt x="85258" y="233794"/>
                  </a:lnTo>
                  <a:lnTo>
                    <a:pt x="85411" y="233750"/>
                  </a:lnTo>
                  <a:lnTo>
                    <a:pt x="85587" y="233539"/>
                  </a:lnTo>
                  <a:lnTo>
                    <a:pt x="85851" y="233450"/>
                  </a:lnTo>
                  <a:lnTo>
                    <a:pt x="85994" y="233393"/>
                  </a:lnTo>
                  <a:lnTo>
                    <a:pt x="86620" y="233518"/>
                  </a:lnTo>
                  <a:lnTo>
                    <a:pt x="86829" y="233663"/>
                  </a:lnTo>
                  <a:lnTo>
                    <a:pt x="86991" y="233623"/>
                  </a:lnTo>
                  <a:lnTo>
                    <a:pt x="88156" y="233778"/>
                  </a:lnTo>
                  <a:lnTo>
                    <a:pt x="89103" y="234303"/>
                  </a:lnTo>
                  <a:lnTo>
                    <a:pt x="89202" y="234463"/>
                  </a:lnTo>
                  <a:lnTo>
                    <a:pt x="89420" y="234720"/>
                  </a:lnTo>
                  <a:lnTo>
                    <a:pt x="90083" y="235928"/>
                  </a:lnTo>
                  <a:lnTo>
                    <a:pt x="90601" y="236997"/>
                  </a:lnTo>
                  <a:lnTo>
                    <a:pt x="92664" y="237119"/>
                  </a:lnTo>
                  <a:lnTo>
                    <a:pt x="92559" y="236908"/>
                  </a:lnTo>
                  <a:lnTo>
                    <a:pt x="92533" y="236748"/>
                  </a:lnTo>
                  <a:lnTo>
                    <a:pt x="92181" y="236045"/>
                  </a:lnTo>
                  <a:lnTo>
                    <a:pt x="91952" y="235815"/>
                  </a:lnTo>
                  <a:lnTo>
                    <a:pt x="91905" y="235656"/>
                  </a:lnTo>
                  <a:lnTo>
                    <a:pt x="91694" y="235227"/>
                  </a:lnTo>
                  <a:lnTo>
                    <a:pt x="91624" y="234999"/>
                  </a:lnTo>
                  <a:lnTo>
                    <a:pt x="91345" y="234692"/>
                  </a:lnTo>
                  <a:lnTo>
                    <a:pt x="90862" y="234209"/>
                  </a:lnTo>
                  <a:lnTo>
                    <a:pt x="90733" y="234045"/>
                  </a:lnTo>
                  <a:lnTo>
                    <a:pt x="90477" y="233811"/>
                  </a:lnTo>
                  <a:lnTo>
                    <a:pt x="90489" y="233671"/>
                  </a:lnTo>
                  <a:lnTo>
                    <a:pt x="95970" y="233735"/>
                  </a:lnTo>
                  <a:lnTo>
                    <a:pt x="98734" y="234991"/>
                  </a:lnTo>
                  <a:lnTo>
                    <a:pt x="99815" y="235482"/>
                  </a:lnTo>
                  <a:lnTo>
                    <a:pt x="105399" y="238166"/>
                  </a:lnTo>
                  <a:lnTo>
                    <a:pt x="106540" y="238336"/>
                  </a:lnTo>
                  <a:lnTo>
                    <a:pt x="108172" y="238579"/>
                  </a:lnTo>
                  <a:lnTo>
                    <a:pt x="108563" y="238552"/>
                  </a:lnTo>
                  <a:lnTo>
                    <a:pt x="109004" y="238522"/>
                  </a:lnTo>
                  <a:lnTo>
                    <a:pt x="109938" y="238462"/>
                  </a:lnTo>
                  <a:lnTo>
                    <a:pt x="110507" y="238426"/>
                  </a:lnTo>
                  <a:lnTo>
                    <a:pt x="110930" y="238398"/>
                  </a:lnTo>
                  <a:lnTo>
                    <a:pt x="111368" y="238369"/>
                  </a:lnTo>
                  <a:lnTo>
                    <a:pt x="112067" y="238322"/>
                  </a:lnTo>
                  <a:lnTo>
                    <a:pt x="112725" y="238287"/>
                  </a:lnTo>
                  <a:lnTo>
                    <a:pt x="113231" y="238247"/>
                  </a:lnTo>
                  <a:lnTo>
                    <a:pt x="113560" y="238227"/>
                  </a:lnTo>
                  <a:lnTo>
                    <a:pt x="114069" y="238195"/>
                  </a:lnTo>
                  <a:lnTo>
                    <a:pt x="114971" y="238138"/>
                  </a:lnTo>
                  <a:lnTo>
                    <a:pt x="115139" y="238124"/>
                  </a:lnTo>
                  <a:lnTo>
                    <a:pt x="115342" y="238111"/>
                  </a:lnTo>
                  <a:lnTo>
                    <a:pt x="115513" y="238105"/>
                  </a:lnTo>
                  <a:lnTo>
                    <a:pt x="115692" y="238092"/>
                  </a:lnTo>
                  <a:lnTo>
                    <a:pt x="115873" y="238080"/>
                  </a:lnTo>
                  <a:lnTo>
                    <a:pt x="116393" y="238047"/>
                  </a:lnTo>
                  <a:lnTo>
                    <a:pt x="117054" y="238001"/>
                  </a:lnTo>
                  <a:lnTo>
                    <a:pt x="117673" y="237960"/>
                  </a:lnTo>
                  <a:lnTo>
                    <a:pt x="118018" y="237944"/>
                  </a:lnTo>
                  <a:lnTo>
                    <a:pt x="118194" y="237933"/>
                  </a:lnTo>
                  <a:lnTo>
                    <a:pt x="118523" y="237901"/>
                  </a:lnTo>
                  <a:lnTo>
                    <a:pt x="118651" y="237955"/>
                  </a:lnTo>
                  <a:lnTo>
                    <a:pt x="119013" y="238105"/>
                  </a:lnTo>
                  <a:lnTo>
                    <a:pt x="119338" y="238239"/>
                  </a:lnTo>
                  <a:lnTo>
                    <a:pt x="120068" y="238539"/>
                  </a:lnTo>
                  <a:lnTo>
                    <a:pt x="120323" y="238649"/>
                  </a:lnTo>
                  <a:lnTo>
                    <a:pt x="120955" y="238908"/>
                  </a:lnTo>
                  <a:lnTo>
                    <a:pt x="121628" y="239183"/>
                  </a:lnTo>
                  <a:lnTo>
                    <a:pt x="122087" y="239372"/>
                  </a:lnTo>
                  <a:lnTo>
                    <a:pt x="122489" y="239538"/>
                  </a:lnTo>
                  <a:lnTo>
                    <a:pt x="123087" y="239779"/>
                  </a:lnTo>
                  <a:lnTo>
                    <a:pt x="123230" y="239846"/>
                  </a:lnTo>
                  <a:lnTo>
                    <a:pt x="123786" y="240070"/>
                  </a:lnTo>
                  <a:lnTo>
                    <a:pt x="124125" y="240208"/>
                  </a:lnTo>
                  <a:lnTo>
                    <a:pt x="124836" y="240505"/>
                  </a:lnTo>
                  <a:lnTo>
                    <a:pt x="125026" y="240584"/>
                  </a:lnTo>
                  <a:lnTo>
                    <a:pt x="127128" y="241453"/>
                  </a:lnTo>
                  <a:lnTo>
                    <a:pt x="127794" y="241734"/>
                  </a:lnTo>
                  <a:lnTo>
                    <a:pt x="129702" y="242100"/>
                  </a:lnTo>
                  <a:lnTo>
                    <a:pt x="130173" y="242193"/>
                  </a:lnTo>
                  <a:lnTo>
                    <a:pt x="130702" y="242298"/>
                  </a:lnTo>
                  <a:lnTo>
                    <a:pt x="131500" y="242423"/>
                  </a:lnTo>
                  <a:lnTo>
                    <a:pt x="131913" y="242381"/>
                  </a:lnTo>
                  <a:lnTo>
                    <a:pt x="132192" y="242352"/>
                  </a:lnTo>
                  <a:lnTo>
                    <a:pt x="132789" y="242284"/>
                  </a:lnTo>
                  <a:lnTo>
                    <a:pt x="133521" y="242208"/>
                  </a:lnTo>
                  <a:lnTo>
                    <a:pt x="134061" y="242145"/>
                  </a:lnTo>
                  <a:lnTo>
                    <a:pt x="134393" y="242112"/>
                  </a:lnTo>
                  <a:lnTo>
                    <a:pt x="135405" y="241990"/>
                  </a:lnTo>
                  <a:lnTo>
                    <a:pt x="135796" y="241947"/>
                  </a:lnTo>
                  <a:lnTo>
                    <a:pt x="136047" y="241918"/>
                  </a:lnTo>
                  <a:lnTo>
                    <a:pt x="136253" y="241895"/>
                  </a:lnTo>
                  <a:lnTo>
                    <a:pt x="136743" y="241839"/>
                  </a:lnTo>
                  <a:lnTo>
                    <a:pt x="137413" y="241765"/>
                  </a:lnTo>
                  <a:lnTo>
                    <a:pt x="138026" y="241690"/>
                  </a:lnTo>
                  <a:lnTo>
                    <a:pt x="138701" y="241619"/>
                  </a:lnTo>
                  <a:lnTo>
                    <a:pt x="139518" y="241527"/>
                  </a:lnTo>
                  <a:lnTo>
                    <a:pt x="139873" y="241484"/>
                  </a:lnTo>
                  <a:lnTo>
                    <a:pt x="140681" y="241398"/>
                  </a:lnTo>
                  <a:lnTo>
                    <a:pt x="141188" y="241280"/>
                  </a:lnTo>
                  <a:lnTo>
                    <a:pt x="141876" y="241251"/>
                  </a:lnTo>
                  <a:lnTo>
                    <a:pt x="142185" y="241313"/>
                  </a:lnTo>
                  <a:lnTo>
                    <a:pt x="142325" y="241336"/>
                  </a:lnTo>
                  <a:lnTo>
                    <a:pt x="142774" y="241428"/>
                  </a:lnTo>
                  <a:lnTo>
                    <a:pt x="142917" y="241455"/>
                  </a:lnTo>
                  <a:lnTo>
                    <a:pt x="143052" y="241485"/>
                  </a:lnTo>
                  <a:lnTo>
                    <a:pt x="143207" y="241514"/>
                  </a:lnTo>
                  <a:lnTo>
                    <a:pt x="143464" y="241563"/>
                  </a:lnTo>
                  <a:lnTo>
                    <a:pt x="143856" y="241641"/>
                  </a:lnTo>
                  <a:lnTo>
                    <a:pt x="144419" y="241758"/>
                  </a:lnTo>
                  <a:lnTo>
                    <a:pt x="144830" y="241836"/>
                  </a:lnTo>
                  <a:lnTo>
                    <a:pt x="145622" y="241997"/>
                  </a:lnTo>
                  <a:lnTo>
                    <a:pt x="145895" y="242054"/>
                  </a:lnTo>
                  <a:lnTo>
                    <a:pt x="146282" y="242131"/>
                  </a:lnTo>
                  <a:lnTo>
                    <a:pt x="147284" y="242332"/>
                  </a:lnTo>
                  <a:lnTo>
                    <a:pt x="147925" y="242458"/>
                  </a:lnTo>
                  <a:lnTo>
                    <a:pt x="148309" y="242534"/>
                  </a:lnTo>
                  <a:lnTo>
                    <a:pt x="148523" y="242579"/>
                  </a:lnTo>
                  <a:lnTo>
                    <a:pt x="149082" y="242691"/>
                  </a:lnTo>
                  <a:lnTo>
                    <a:pt x="149801" y="242855"/>
                  </a:lnTo>
                  <a:lnTo>
                    <a:pt x="151129" y="243151"/>
                  </a:lnTo>
                  <a:lnTo>
                    <a:pt x="151654" y="243270"/>
                  </a:lnTo>
                  <a:lnTo>
                    <a:pt x="152519" y="243468"/>
                  </a:lnTo>
                  <a:lnTo>
                    <a:pt x="153021" y="243583"/>
                  </a:lnTo>
                  <a:lnTo>
                    <a:pt x="153359" y="243660"/>
                  </a:lnTo>
                  <a:lnTo>
                    <a:pt x="153824" y="243767"/>
                  </a:lnTo>
                  <a:lnTo>
                    <a:pt x="154018" y="243806"/>
                  </a:lnTo>
                  <a:lnTo>
                    <a:pt x="154249" y="243753"/>
                  </a:lnTo>
                  <a:lnTo>
                    <a:pt x="154708" y="243641"/>
                  </a:lnTo>
                  <a:lnTo>
                    <a:pt x="154967" y="243576"/>
                  </a:lnTo>
                  <a:lnTo>
                    <a:pt x="155114" y="243540"/>
                  </a:lnTo>
                  <a:lnTo>
                    <a:pt x="155392" y="243473"/>
                  </a:lnTo>
                  <a:lnTo>
                    <a:pt x="155997" y="243304"/>
                  </a:lnTo>
                  <a:lnTo>
                    <a:pt x="156259" y="243239"/>
                  </a:lnTo>
                  <a:lnTo>
                    <a:pt x="156474" y="243185"/>
                  </a:lnTo>
                  <a:lnTo>
                    <a:pt x="156860" y="243089"/>
                  </a:lnTo>
                  <a:lnTo>
                    <a:pt x="157294" y="242980"/>
                  </a:lnTo>
                  <a:lnTo>
                    <a:pt x="158090" y="242784"/>
                  </a:lnTo>
                  <a:lnTo>
                    <a:pt x="158731" y="242622"/>
                  </a:lnTo>
                  <a:lnTo>
                    <a:pt x="159278" y="242493"/>
                  </a:lnTo>
                  <a:lnTo>
                    <a:pt x="160224" y="242258"/>
                  </a:lnTo>
                  <a:lnTo>
                    <a:pt x="160511" y="242192"/>
                  </a:lnTo>
                  <a:lnTo>
                    <a:pt x="161043" y="242059"/>
                  </a:lnTo>
                  <a:lnTo>
                    <a:pt x="161391" y="241970"/>
                  </a:lnTo>
                  <a:lnTo>
                    <a:pt x="161810" y="241866"/>
                  </a:lnTo>
                  <a:lnTo>
                    <a:pt x="162462" y="241700"/>
                  </a:lnTo>
                  <a:lnTo>
                    <a:pt x="162634" y="241825"/>
                  </a:lnTo>
                  <a:lnTo>
                    <a:pt x="163261" y="242259"/>
                  </a:lnTo>
                  <a:lnTo>
                    <a:pt x="164123" y="242866"/>
                  </a:lnTo>
                  <a:lnTo>
                    <a:pt x="164648" y="243236"/>
                  </a:lnTo>
                  <a:lnTo>
                    <a:pt x="165124" y="243567"/>
                  </a:lnTo>
                  <a:lnTo>
                    <a:pt x="165350" y="243721"/>
                  </a:lnTo>
                  <a:lnTo>
                    <a:pt x="165984" y="244165"/>
                  </a:lnTo>
                  <a:lnTo>
                    <a:pt x="166965" y="244857"/>
                  </a:lnTo>
                  <a:lnTo>
                    <a:pt x="168126" y="245680"/>
                  </a:lnTo>
                  <a:lnTo>
                    <a:pt x="168401" y="246011"/>
                  </a:lnTo>
                  <a:lnTo>
                    <a:pt x="171830" y="249639"/>
                  </a:lnTo>
                  <a:lnTo>
                    <a:pt x="172929" y="250664"/>
                  </a:lnTo>
                  <a:lnTo>
                    <a:pt x="173587" y="250724"/>
                  </a:lnTo>
                  <a:lnTo>
                    <a:pt x="173902" y="250763"/>
                  </a:lnTo>
                  <a:lnTo>
                    <a:pt x="174038" y="250779"/>
                  </a:lnTo>
                  <a:lnTo>
                    <a:pt x="175347" y="251616"/>
                  </a:lnTo>
                  <a:lnTo>
                    <a:pt x="175890" y="251818"/>
                  </a:lnTo>
                  <a:lnTo>
                    <a:pt x="176416" y="252331"/>
                  </a:lnTo>
                  <a:lnTo>
                    <a:pt x="177073" y="252977"/>
                  </a:lnTo>
                  <a:lnTo>
                    <a:pt x="178302" y="254186"/>
                  </a:lnTo>
                  <a:lnTo>
                    <a:pt x="178958" y="254831"/>
                  </a:lnTo>
                  <a:lnTo>
                    <a:pt x="179320" y="255221"/>
                  </a:lnTo>
                  <a:lnTo>
                    <a:pt x="179855" y="255793"/>
                  </a:lnTo>
                  <a:lnTo>
                    <a:pt x="181418" y="257468"/>
                  </a:lnTo>
                  <a:lnTo>
                    <a:pt x="181668" y="257734"/>
                  </a:lnTo>
                  <a:lnTo>
                    <a:pt x="182716" y="258860"/>
                  </a:lnTo>
                  <a:lnTo>
                    <a:pt x="184099" y="260338"/>
                  </a:lnTo>
                  <a:lnTo>
                    <a:pt x="184756" y="261043"/>
                  </a:lnTo>
                  <a:lnTo>
                    <a:pt x="185253" y="261571"/>
                  </a:lnTo>
                  <a:lnTo>
                    <a:pt x="185740" y="262089"/>
                  </a:lnTo>
                  <a:lnTo>
                    <a:pt x="186195" y="262577"/>
                  </a:lnTo>
                  <a:lnTo>
                    <a:pt x="186384" y="262780"/>
                  </a:lnTo>
                  <a:lnTo>
                    <a:pt x="186503" y="262913"/>
                  </a:lnTo>
                  <a:lnTo>
                    <a:pt x="187017" y="263461"/>
                  </a:lnTo>
                  <a:lnTo>
                    <a:pt x="187287" y="263748"/>
                  </a:lnTo>
                  <a:lnTo>
                    <a:pt x="187529" y="264007"/>
                  </a:lnTo>
                  <a:lnTo>
                    <a:pt x="188331" y="264837"/>
                  </a:lnTo>
                  <a:lnTo>
                    <a:pt x="188852" y="265439"/>
                  </a:lnTo>
                  <a:lnTo>
                    <a:pt x="190757" y="268258"/>
                  </a:lnTo>
                  <a:lnTo>
                    <a:pt x="190985" y="268497"/>
                  </a:lnTo>
                  <a:lnTo>
                    <a:pt x="191277" y="269655"/>
                  </a:lnTo>
                  <a:lnTo>
                    <a:pt x="191406" y="270031"/>
                  </a:lnTo>
                  <a:lnTo>
                    <a:pt x="191770" y="271078"/>
                  </a:lnTo>
                  <a:lnTo>
                    <a:pt x="191869" y="271363"/>
                  </a:lnTo>
                  <a:lnTo>
                    <a:pt x="192098" y="271938"/>
                  </a:lnTo>
                  <a:lnTo>
                    <a:pt x="192339" y="272520"/>
                  </a:lnTo>
                  <a:lnTo>
                    <a:pt x="192544" y="273038"/>
                  </a:lnTo>
                  <a:lnTo>
                    <a:pt x="192682" y="273367"/>
                  </a:lnTo>
                  <a:lnTo>
                    <a:pt x="192785" y="273724"/>
                  </a:lnTo>
                  <a:lnTo>
                    <a:pt x="192868" y="274215"/>
                  </a:lnTo>
                  <a:lnTo>
                    <a:pt x="192912" y="274609"/>
                  </a:lnTo>
                  <a:lnTo>
                    <a:pt x="192906" y="274933"/>
                  </a:lnTo>
                  <a:lnTo>
                    <a:pt x="192885" y="275459"/>
                  </a:lnTo>
                  <a:lnTo>
                    <a:pt x="192907" y="275871"/>
                  </a:lnTo>
                  <a:lnTo>
                    <a:pt x="192916" y="276105"/>
                  </a:lnTo>
                  <a:lnTo>
                    <a:pt x="192931" y="276477"/>
                  </a:lnTo>
                  <a:lnTo>
                    <a:pt x="192937" y="276650"/>
                  </a:lnTo>
                  <a:lnTo>
                    <a:pt x="192974" y="276931"/>
                  </a:lnTo>
                  <a:lnTo>
                    <a:pt x="192979" y="277144"/>
                  </a:lnTo>
                  <a:lnTo>
                    <a:pt x="192983" y="277405"/>
                  </a:lnTo>
                  <a:lnTo>
                    <a:pt x="192948" y="278213"/>
                  </a:lnTo>
                  <a:lnTo>
                    <a:pt x="192937" y="278654"/>
                  </a:lnTo>
                  <a:lnTo>
                    <a:pt x="192918" y="278879"/>
                  </a:lnTo>
                  <a:lnTo>
                    <a:pt x="192955" y="279057"/>
                  </a:lnTo>
                  <a:lnTo>
                    <a:pt x="193036" y="279455"/>
                  </a:lnTo>
                  <a:lnTo>
                    <a:pt x="193013" y="279639"/>
                  </a:lnTo>
                  <a:lnTo>
                    <a:pt x="192985" y="280002"/>
                  </a:lnTo>
                  <a:lnTo>
                    <a:pt x="192950" y="280485"/>
                  </a:lnTo>
                  <a:lnTo>
                    <a:pt x="192908" y="280920"/>
                  </a:lnTo>
                  <a:lnTo>
                    <a:pt x="192868" y="281161"/>
                  </a:lnTo>
                  <a:lnTo>
                    <a:pt x="192891" y="281688"/>
                  </a:lnTo>
                  <a:lnTo>
                    <a:pt x="192898" y="281872"/>
                  </a:lnTo>
                  <a:lnTo>
                    <a:pt x="192882" y="282148"/>
                  </a:lnTo>
                  <a:lnTo>
                    <a:pt x="192881" y="282525"/>
                  </a:lnTo>
                  <a:lnTo>
                    <a:pt x="192723" y="282897"/>
                  </a:lnTo>
                  <a:lnTo>
                    <a:pt x="192932" y="283847"/>
                  </a:lnTo>
                  <a:lnTo>
                    <a:pt x="192940" y="283983"/>
                  </a:lnTo>
                  <a:lnTo>
                    <a:pt x="192961" y="284136"/>
                  </a:lnTo>
                  <a:lnTo>
                    <a:pt x="193071" y="285224"/>
                  </a:lnTo>
                  <a:lnTo>
                    <a:pt x="193020" y="286127"/>
                  </a:lnTo>
                  <a:lnTo>
                    <a:pt x="192991" y="286585"/>
                  </a:lnTo>
                  <a:lnTo>
                    <a:pt x="192954" y="287168"/>
                  </a:lnTo>
                  <a:lnTo>
                    <a:pt x="192898" y="288043"/>
                  </a:lnTo>
                  <a:lnTo>
                    <a:pt x="192938" y="288409"/>
                  </a:lnTo>
                  <a:lnTo>
                    <a:pt x="192964" y="288648"/>
                  </a:lnTo>
                  <a:lnTo>
                    <a:pt x="193003" y="289023"/>
                  </a:lnTo>
                  <a:lnTo>
                    <a:pt x="193032" y="289307"/>
                  </a:lnTo>
                  <a:lnTo>
                    <a:pt x="193101" y="289472"/>
                  </a:lnTo>
                  <a:lnTo>
                    <a:pt x="193203" y="289727"/>
                  </a:lnTo>
                  <a:lnTo>
                    <a:pt x="193267" y="289873"/>
                  </a:lnTo>
                  <a:lnTo>
                    <a:pt x="193329" y="290041"/>
                  </a:lnTo>
                  <a:lnTo>
                    <a:pt x="193445" y="290352"/>
                  </a:lnTo>
                  <a:lnTo>
                    <a:pt x="193538" y="290599"/>
                  </a:lnTo>
                  <a:lnTo>
                    <a:pt x="193604" y="290773"/>
                  </a:lnTo>
                  <a:lnTo>
                    <a:pt x="193688" y="290995"/>
                  </a:lnTo>
                  <a:lnTo>
                    <a:pt x="193825" y="291355"/>
                  </a:lnTo>
                  <a:lnTo>
                    <a:pt x="193935" y="291648"/>
                  </a:lnTo>
                  <a:lnTo>
                    <a:pt x="193944" y="291957"/>
                  </a:lnTo>
                  <a:lnTo>
                    <a:pt x="194291" y="293590"/>
                  </a:lnTo>
                  <a:lnTo>
                    <a:pt x="194062" y="293745"/>
                  </a:lnTo>
                  <a:lnTo>
                    <a:pt x="193841" y="293890"/>
                  </a:lnTo>
                  <a:lnTo>
                    <a:pt x="193507" y="294074"/>
                  </a:lnTo>
                  <a:lnTo>
                    <a:pt x="193205" y="294272"/>
                  </a:lnTo>
                  <a:lnTo>
                    <a:pt x="193077" y="294359"/>
                  </a:lnTo>
                  <a:lnTo>
                    <a:pt x="192912" y="294511"/>
                  </a:lnTo>
                  <a:lnTo>
                    <a:pt x="192633" y="294711"/>
                  </a:lnTo>
                  <a:lnTo>
                    <a:pt x="192194" y="295351"/>
                  </a:lnTo>
                  <a:lnTo>
                    <a:pt x="192340" y="295932"/>
                  </a:lnTo>
                  <a:lnTo>
                    <a:pt x="192571" y="296394"/>
                  </a:lnTo>
                  <a:lnTo>
                    <a:pt x="192607" y="296543"/>
                  </a:lnTo>
                  <a:lnTo>
                    <a:pt x="192616" y="297302"/>
                  </a:lnTo>
                  <a:lnTo>
                    <a:pt x="194268" y="297713"/>
                  </a:lnTo>
                  <a:lnTo>
                    <a:pt x="194483" y="297611"/>
                  </a:lnTo>
                  <a:lnTo>
                    <a:pt x="194722" y="297516"/>
                  </a:lnTo>
                  <a:lnTo>
                    <a:pt x="195000" y="297394"/>
                  </a:lnTo>
                  <a:lnTo>
                    <a:pt x="195138" y="297343"/>
                  </a:lnTo>
                  <a:lnTo>
                    <a:pt x="195379" y="297300"/>
                  </a:lnTo>
                  <a:lnTo>
                    <a:pt x="195654" y="297259"/>
                  </a:lnTo>
                  <a:lnTo>
                    <a:pt x="196401" y="297338"/>
                  </a:lnTo>
                  <a:lnTo>
                    <a:pt x="196703" y="297654"/>
                  </a:lnTo>
                  <a:lnTo>
                    <a:pt x="196871" y="297828"/>
                  </a:lnTo>
                  <a:lnTo>
                    <a:pt x="197226" y="298191"/>
                  </a:lnTo>
                  <a:lnTo>
                    <a:pt x="197362" y="298330"/>
                  </a:lnTo>
                  <a:lnTo>
                    <a:pt x="197569" y="298624"/>
                  </a:lnTo>
                  <a:lnTo>
                    <a:pt x="197752" y="299004"/>
                  </a:lnTo>
                  <a:lnTo>
                    <a:pt x="197820" y="299135"/>
                  </a:lnTo>
                  <a:lnTo>
                    <a:pt x="197925" y="299338"/>
                  </a:lnTo>
                  <a:lnTo>
                    <a:pt x="198024" y="299529"/>
                  </a:lnTo>
                  <a:lnTo>
                    <a:pt x="198176" y="299819"/>
                  </a:lnTo>
                  <a:lnTo>
                    <a:pt x="198336" y="299928"/>
                  </a:lnTo>
                  <a:lnTo>
                    <a:pt x="198573" y="300089"/>
                  </a:lnTo>
                  <a:lnTo>
                    <a:pt x="199003" y="300376"/>
                  </a:lnTo>
                  <a:lnTo>
                    <a:pt x="199220" y="300521"/>
                  </a:lnTo>
                  <a:lnTo>
                    <a:pt x="199384" y="300632"/>
                  </a:lnTo>
                  <a:lnTo>
                    <a:pt x="199958" y="301018"/>
                  </a:lnTo>
                  <a:lnTo>
                    <a:pt x="200427" y="301336"/>
                  </a:lnTo>
                  <a:lnTo>
                    <a:pt x="200564" y="301761"/>
                  </a:lnTo>
                  <a:lnTo>
                    <a:pt x="200692" y="302168"/>
                  </a:lnTo>
                  <a:lnTo>
                    <a:pt x="200780" y="302447"/>
                  </a:lnTo>
                  <a:lnTo>
                    <a:pt x="200751" y="302685"/>
                  </a:lnTo>
                  <a:lnTo>
                    <a:pt x="200747" y="303039"/>
                  </a:lnTo>
                  <a:lnTo>
                    <a:pt x="200801" y="303322"/>
                  </a:lnTo>
                  <a:lnTo>
                    <a:pt x="200946" y="303348"/>
                  </a:lnTo>
                  <a:lnTo>
                    <a:pt x="201093" y="303375"/>
                  </a:lnTo>
                  <a:lnTo>
                    <a:pt x="201364" y="303430"/>
                  </a:lnTo>
                  <a:lnTo>
                    <a:pt x="201619" y="303467"/>
                  </a:lnTo>
                  <a:lnTo>
                    <a:pt x="201957" y="303549"/>
                  </a:lnTo>
                  <a:lnTo>
                    <a:pt x="202260" y="303634"/>
                  </a:lnTo>
                  <a:lnTo>
                    <a:pt x="202512" y="303704"/>
                  </a:lnTo>
                  <a:lnTo>
                    <a:pt x="202691" y="303750"/>
                  </a:lnTo>
                  <a:lnTo>
                    <a:pt x="202956" y="303823"/>
                  </a:lnTo>
                  <a:lnTo>
                    <a:pt x="203561" y="303981"/>
                  </a:lnTo>
                  <a:lnTo>
                    <a:pt x="203802" y="304039"/>
                  </a:lnTo>
                  <a:lnTo>
                    <a:pt x="204155" y="304123"/>
                  </a:lnTo>
                  <a:lnTo>
                    <a:pt x="205148" y="304405"/>
                  </a:lnTo>
                  <a:lnTo>
                    <a:pt x="205703" y="304554"/>
                  </a:lnTo>
                  <a:lnTo>
                    <a:pt x="206696" y="304652"/>
                  </a:lnTo>
                  <a:lnTo>
                    <a:pt x="206921" y="304953"/>
                  </a:lnTo>
                  <a:lnTo>
                    <a:pt x="207331" y="305589"/>
                  </a:lnTo>
                  <a:lnTo>
                    <a:pt x="207288" y="305970"/>
                  </a:lnTo>
                  <a:lnTo>
                    <a:pt x="207472" y="306681"/>
                  </a:lnTo>
                  <a:lnTo>
                    <a:pt x="207524" y="306949"/>
                  </a:lnTo>
                  <a:lnTo>
                    <a:pt x="208684" y="307809"/>
                  </a:lnTo>
                  <a:lnTo>
                    <a:pt x="209014" y="308141"/>
                  </a:lnTo>
                  <a:lnTo>
                    <a:pt x="209428" y="308557"/>
                  </a:lnTo>
                  <a:lnTo>
                    <a:pt x="210028" y="309320"/>
                  </a:lnTo>
                  <a:lnTo>
                    <a:pt x="210138" y="309448"/>
                  </a:lnTo>
                  <a:lnTo>
                    <a:pt x="210230" y="309580"/>
                  </a:lnTo>
                  <a:lnTo>
                    <a:pt x="210365" y="309703"/>
                  </a:lnTo>
                  <a:lnTo>
                    <a:pt x="210507" y="309834"/>
                  </a:lnTo>
                  <a:lnTo>
                    <a:pt x="210616" y="309980"/>
                  </a:lnTo>
                  <a:lnTo>
                    <a:pt x="210816" y="310174"/>
                  </a:lnTo>
                  <a:lnTo>
                    <a:pt x="211270" y="310493"/>
                  </a:lnTo>
                  <a:lnTo>
                    <a:pt x="211993" y="310937"/>
                  </a:lnTo>
                  <a:lnTo>
                    <a:pt x="212384" y="311164"/>
                  </a:lnTo>
                  <a:lnTo>
                    <a:pt x="212741" y="311379"/>
                  </a:lnTo>
                  <a:lnTo>
                    <a:pt x="213189" y="311666"/>
                  </a:lnTo>
                  <a:lnTo>
                    <a:pt x="213566" y="311873"/>
                  </a:lnTo>
                  <a:lnTo>
                    <a:pt x="213824" y="312018"/>
                  </a:lnTo>
                  <a:lnTo>
                    <a:pt x="214979" y="312691"/>
                  </a:lnTo>
                  <a:lnTo>
                    <a:pt x="215353" y="312916"/>
                  </a:lnTo>
                  <a:lnTo>
                    <a:pt x="215834" y="313303"/>
                  </a:lnTo>
                  <a:lnTo>
                    <a:pt x="216019" y="313814"/>
                  </a:lnTo>
                  <a:lnTo>
                    <a:pt x="216382" y="314824"/>
                  </a:lnTo>
                  <a:lnTo>
                    <a:pt x="216524" y="315110"/>
                  </a:lnTo>
                  <a:lnTo>
                    <a:pt x="216802" y="315680"/>
                  </a:lnTo>
                  <a:lnTo>
                    <a:pt x="217035" y="316160"/>
                  </a:lnTo>
                  <a:lnTo>
                    <a:pt x="217264" y="316643"/>
                  </a:lnTo>
                  <a:lnTo>
                    <a:pt x="217112" y="316889"/>
                  </a:lnTo>
                  <a:lnTo>
                    <a:pt x="216748" y="317437"/>
                  </a:lnTo>
                  <a:lnTo>
                    <a:pt x="216574" y="317708"/>
                  </a:lnTo>
                  <a:lnTo>
                    <a:pt x="216280" y="318180"/>
                  </a:lnTo>
                  <a:lnTo>
                    <a:pt x="214485" y="320806"/>
                  </a:lnTo>
                  <a:lnTo>
                    <a:pt x="215621" y="321411"/>
                  </a:lnTo>
                  <a:lnTo>
                    <a:pt x="216264" y="321842"/>
                  </a:lnTo>
                  <a:lnTo>
                    <a:pt x="216214" y="322138"/>
                  </a:lnTo>
                  <a:lnTo>
                    <a:pt x="216130" y="322550"/>
                  </a:lnTo>
                  <a:lnTo>
                    <a:pt x="216081" y="322798"/>
                  </a:lnTo>
                  <a:lnTo>
                    <a:pt x="216049" y="322950"/>
                  </a:lnTo>
                  <a:lnTo>
                    <a:pt x="215976" y="323313"/>
                  </a:lnTo>
                  <a:lnTo>
                    <a:pt x="215879" y="323826"/>
                  </a:lnTo>
                  <a:lnTo>
                    <a:pt x="215823" y="324147"/>
                  </a:lnTo>
                  <a:lnTo>
                    <a:pt x="215755" y="324859"/>
                  </a:lnTo>
                  <a:lnTo>
                    <a:pt x="215719" y="325216"/>
                  </a:lnTo>
                  <a:lnTo>
                    <a:pt x="215680" y="325618"/>
                  </a:lnTo>
                  <a:lnTo>
                    <a:pt x="215665" y="325841"/>
                  </a:lnTo>
                  <a:lnTo>
                    <a:pt x="215453" y="326166"/>
                  </a:lnTo>
                  <a:lnTo>
                    <a:pt x="215412" y="326299"/>
                  </a:lnTo>
                  <a:lnTo>
                    <a:pt x="215042" y="327506"/>
                  </a:lnTo>
                  <a:lnTo>
                    <a:pt x="214875" y="327957"/>
                  </a:lnTo>
                  <a:lnTo>
                    <a:pt x="214617" y="328705"/>
                  </a:lnTo>
                  <a:lnTo>
                    <a:pt x="214493" y="329132"/>
                  </a:lnTo>
                  <a:lnTo>
                    <a:pt x="214285" y="329815"/>
                  </a:lnTo>
                  <a:lnTo>
                    <a:pt x="214342" y="330348"/>
                  </a:lnTo>
                  <a:lnTo>
                    <a:pt x="214598" y="331209"/>
                  </a:lnTo>
                  <a:lnTo>
                    <a:pt x="214676" y="332107"/>
                  </a:lnTo>
                  <a:lnTo>
                    <a:pt x="214654" y="332562"/>
                  </a:lnTo>
                  <a:lnTo>
                    <a:pt x="214612" y="333732"/>
                  </a:lnTo>
                  <a:lnTo>
                    <a:pt x="214626" y="334108"/>
                  </a:lnTo>
                  <a:lnTo>
                    <a:pt x="214644" y="334379"/>
                  </a:lnTo>
                  <a:lnTo>
                    <a:pt x="214679" y="334542"/>
                  </a:lnTo>
                  <a:lnTo>
                    <a:pt x="214714" y="334702"/>
                  </a:lnTo>
                  <a:lnTo>
                    <a:pt x="215019" y="336111"/>
                  </a:lnTo>
                  <a:lnTo>
                    <a:pt x="214939" y="336967"/>
                  </a:lnTo>
                  <a:lnTo>
                    <a:pt x="214854" y="337490"/>
                  </a:lnTo>
                  <a:lnTo>
                    <a:pt x="214708" y="338383"/>
                  </a:lnTo>
                  <a:lnTo>
                    <a:pt x="214332" y="338960"/>
                  </a:lnTo>
                  <a:lnTo>
                    <a:pt x="214939" y="340368"/>
                  </a:lnTo>
                  <a:lnTo>
                    <a:pt x="215287" y="340850"/>
                  </a:lnTo>
                  <a:lnTo>
                    <a:pt x="215994" y="341304"/>
                  </a:lnTo>
                  <a:lnTo>
                    <a:pt x="216252" y="341527"/>
                  </a:lnTo>
                  <a:lnTo>
                    <a:pt x="216381" y="341832"/>
                  </a:lnTo>
                  <a:lnTo>
                    <a:pt x="216607" y="341986"/>
                  </a:lnTo>
                  <a:lnTo>
                    <a:pt x="216911" y="342164"/>
                  </a:lnTo>
                  <a:lnTo>
                    <a:pt x="217082" y="342271"/>
                  </a:lnTo>
                  <a:lnTo>
                    <a:pt x="217361" y="342479"/>
                  </a:lnTo>
                  <a:lnTo>
                    <a:pt x="217865" y="342800"/>
                  </a:lnTo>
                  <a:lnTo>
                    <a:pt x="218053" y="342916"/>
                  </a:lnTo>
                  <a:lnTo>
                    <a:pt x="218491" y="343166"/>
                  </a:lnTo>
                  <a:lnTo>
                    <a:pt x="219465" y="343771"/>
                  </a:lnTo>
                  <a:lnTo>
                    <a:pt x="220516" y="344467"/>
                  </a:lnTo>
                  <a:lnTo>
                    <a:pt x="221301" y="344677"/>
                  </a:lnTo>
                  <a:lnTo>
                    <a:pt x="221799" y="344487"/>
                  </a:lnTo>
                  <a:lnTo>
                    <a:pt x="222043" y="344358"/>
                  </a:lnTo>
                  <a:lnTo>
                    <a:pt x="222658" y="344092"/>
                  </a:lnTo>
                  <a:lnTo>
                    <a:pt x="222882" y="344162"/>
                  </a:lnTo>
                  <a:lnTo>
                    <a:pt x="222936" y="344498"/>
                  </a:lnTo>
                  <a:lnTo>
                    <a:pt x="222976" y="344790"/>
                  </a:lnTo>
                  <a:lnTo>
                    <a:pt x="223277" y="345529"/>
                  </a:lnTo>
                  <a:lnTo>
                    <a:pt x="224082" y="346151"/>
                  </a:lnTo>
                  <a:lnTo>
                    <a:pt x="224414" y="346283"/>
                  </a:lnTo>
                  <a:lnTo>
                    <a:pt x="224644" y="346371"/>
                  </a:lnTo>
                  <a:lnTo>
                    <a:pt x="225091" y="346519"/>
                  </a:lnTo>
                  <a:lnTo>
                    <a:pt x="225426" y="346617"/>
                  </a:lnTo>
                  <a:lnTo>
                    <a:pt x="225968" y="346782"/>
                  </a:lnTo>
                  <a:lnTo>
                    <a:pt x="226684" y="347053"/>
                  </a:lnTo>
                  <a:lnTo>
                    <a:pt x="227538" y="347305"/>
                  </a:lnTo>
                  <a:lnTo>
                    <a:pt x="227945" y="347518"/>
                  </a:lnTo>
                  <a:lnTo>
                    <a:pt x="228347" y="347746"/>
                  </a:lnTo>
                  <a:lnTo>
                    <a:pt x="228887" y="348021"/>
                  </a:lnTo>
                  <a:lnTo>
                    <a:pt x="229413" y="348328"/>
                  </a:lnTo>
                  <a:lnTo>
                    <a:pt x="229722" y="348511"/>
                  </a:lnTo>
                  <a:lnTo>
                    <a:pt x="230084" y="348735"/>
                  </a:lnTo>
                  <a:lnTo>
                    <a:pt x="230346" y="348875"/>
                  </a:lnTo>
                  <a:lnTo>
                    <a:pt x="231403" y="349509"/>
                  </a:lnTo>
                  <a:lnTo>
                    <a:pt x="231733" y="349736"/>
                  </a:lnTo>
                  <a:lnTo>
                    <a:pt x="232428" y="350182"/>
                  </a:lnTo>
                  <a:lnTo>
                    <a:pt x="232608" y="350379"/>
                  </a:lnTo>
                  <a:lnTo>
                    <a:pt x="232880" y="350680"/>
                  </a:lnTo>
                  <a:lnTo>
                    <a:pt x="233229" y="351064"/>
                  </a:lnTo>
                  <a:lnTo>
                    <a:pt x="233754" y="351641"/>
                  </a:lnTo>
                  <a:lnTo>
                    <a:pt x="234014" y="351929"/>
                  </a:lnTo>
                  <a:lnTo>
                    <a:pt x="234578" y="352548"/>
                  </a:lnTo>
                  <a:lnTo>
                    <a:pt x="234792" y="352782"/>
                  </a:lnTo>
                  <a:lnTo>
                    <a:pt x="235074" y="353084"/>
                  </a:lnTo>
                  <a:lnTo>
                    <a:pt x="235305" y="353174"/>
                  </a:lnTo>
                  <a:lnTo>
                    <a:pt x="235728" y="353341"/>
                  </a:lnTo>
                  <a:lnTo>
                    <a:pt x="236198" y="353526"/>
                  </a:lnTo>
                  <a:lnTo>
                    <a:pt x="236480" y="353639"/>
                  </a:lnTo>
                  <a:lnTo>
                    <a:pt x="236900" y="353807"/>
                  </a:lnTo>
                  <a:lnTo>
                    <a:pt x="236559" y="354504"/>
                  </a:lnTo>
                  <a:lnTo>
                    <a:pt x="236418" y="354636"/>
                  </a:lnTo>
                  <a:lnTo>
                    <a:pt x="236142" y="355203"/>
                  </a:lnTo>
                  <a:lnTo>
                    <a:pt x="235833" y="355688"/>
                  </a:lnTo>
                  <a:lnTo>
                    <a:pt x="235314" y="356575"/>
                  </a:lnTo>
                  <a:lnTo>
                    <a:pt x="235072" y="356956"/>
                  </a:lnTo>
                  <a:lnTo>
                    <a:pt x="234944" y="357147"/>
                  </a:lnTo>
                  <a:lnTo>
                    <a:pt x="234859" y="357277"/>
                  </a:lnTo>
                  <a:lnTo>
                    <a:pt x="234765" y="357452"/>
                  </a:lnTo>
                  <a:lnTo>
                    <a:pt x="234687" y="357593"/>
                  </a:lnTo>
                  <a:lnTo>
                    <a:pt x="234604" y="357748"/>
                  </a:lnTo>
                  <a:lnTo>
                    <a:pt x="234540" y="357903"/>
                  </a:lnTo>
                  <a:lnTo>
                    <a:pt x="234340" y="358378"/>
                  </a:lnTo>
                  <a:lnTo>
                    <a:pt x="234255" y="358665"/>
                  </a:lnTo>
                  <a:lnTo>
                    <a:pt x="234126" y="358867"/>
                  </a:lnTo>
                  <a:lnTo>
                    <a:pt x="233780" y="359409"/>
                  </a:lnTo>
                  <a:lnTo>
                    <a:pt x="233639" y="359661"/>
                  </a:lnTo>
                  <a:lnTo>
                    <a:pt x="233518" y="359910"/>
                  </a:lnTo>
                  <a:lnTo>
                    <a:pt x="233473" y="360249"/>
                  </a:lnTo>
                  <a:lnTo>
                    <a:pt x="233463" y="360389"/>
                  </a:lnTo>
                  <a:lnTo>
                    <a:pt x="233446" y="360576"/>
                  </a:lnTo>
                  <a:lnTo>
                    <a:pt x="233416" y="360726"/>
                  </a:lnTo>
                  <a:lnTo>
                    <a:pt x="233365" y="360942"/>
                  </a:lnTo>
                  <a:lnTo>
                    <a:pt x="233331" y="361084"/>
                  </a:lnTo>
                  <a:lnTo>
                    <a:pt x="233319" y="362397"/>
                  </a:lnTo>
                  <a:lnTo>
                    <a:pt x="233301" y="362670"/>
                  </a:lnTo>
                  <a:lnTo>
                    <a:pt x="233303" y="362915"/>
                  </a:lnTo>
                  <a:lnTo>
                    <a:pt x="233262" y="363555"/>
                  </a:lnTo>
                  <a:lnTo>
                    <a:pt x="233274" y="363709"/>
                  </a:lnTo>
                  <a:lnTo>
                    <a:pt x="233286" y="363894"/>
                  </a:lnTo>
                  <a:lnTo>
                    <a:pt x="233258" y="364201"/>
                  </a:lnTo>
                  <a:lnTo>
                    <a:pt x="233309" y="364881"/>
                  </a:lnTo>
                  <a:lnTo>
                    <a:pt x="233301" y="365412"/>
                  </a:lnTo>
                  <a:lnTo>
                    <a:pt x="233278" y="365720"/>
                  </a:lnTo>
                  <a:lnTo>
                    <a:pt x="233223" y="365963"/>
                  </a:lnTo>
                  <a:lnTo>
                    <a:pt x="233084" y="366166"/>
                  </a:lnTo>
                  <a:lnTo>
                    <a:pt x="233110" y="366430"/>
                  </a:lnTo>
                  <a:lnTo>
                    <a:pt x="232540" y="367029"/>
                  </a:lnTo>
                  <a:lnTo>
                    <a:pt x="232223" y="367238"/>
                  </a:lnTo>
                  <a:lnTo>
                    <a:pt x="232473" y="367637"/>
                  </a:lnTo>
                  <a:lnTo>
                    <a:pt x="232549" y="367772"/>
                  </a:lnTo>
                  <a:lnTo>
                    <a:pt x="232605" y="368363"/>
                  </a:lnTo>
                  <a:lnTo>
                    <a:pt x="232430" y="368637"/>
                  </a:lnTo>
                  <a:lnTo>
                    <a:pt x="232176" y="369022"/>
                  </a:lnTo>
                  <a:lnTo>
                    <a:pt x="232037" y="369225"/>
                  </a:lnTo>
                  <a:lnTo>
                    <a:pt x="232522" y="369810"/>
                  </a:lnTo>
                  <a:lnTo>
                    <a:pt x="233131" y="369987"/>
                  </a:lnTo>
                  <a:lnTo>
                    <a:pt x="233346" y="370065"/>
                  </a:lnTo>
                  <a:lnTo>
                    <a:pt x="233559" y="370074"/>
                  </a:lnTo>
                  <a:lnTo>
                    <a:pt x="233704" y="370125"/>
                  </a:lnTo>
                  <a:lnTo>
                    <a:pt x="233885" y="370163"/>
                  </a:lnTo>
                  <a:lnTo>
                    <a:pt x="234055" y="370201"/>
                  </a:lnTo>
                  <a:lnTo>
                    <a:pt x="233877" y="370453"/>
                  </a:lnTo>
                  <a:lnTo>
                    <a:pt x="233474" y="370986"/>
                  </a:lnTo>
                  <a:lnTo>
                    <a:pt x="233331" y="371222"/>
                  </a:lnTo>
                  <a:lnTo>
                    <a:pt x="232876" y="371949"/>
                  </a:lnTo>
                  <a:lnTo>
                    <a:pt x="232647" y="372065"/>
                  </a:lnTo>
                  <a:lnTo>
                    <a:pt x="232290" y="373031"/>
                  </a:lnTo>
                  <a:lnTo>
                    <a:pt x="232118" y="373398"/>
                  </a:lnTo>
                  <a:lnTo>
                    <a:pt x="232019" y="373602"/>
                  </a:lnTo>
                  <a:lnTo>
                    <a:pt x="231924" y="373763"/>
                  </a:lnTo>
                  <a:lnTo>
                    <a:pt x="231813" y="374059"/>
                  </a:lnTo>
                  <a:lnTo>
                    <a:pt x="231623" y="374478"/>
                  </a:lnTo>
                  <a:lnTo>
                    <a:pt x="231565" y="374616"/>
                  </a:lnTo>
                  <a:lnTo>
                    <a:pt x="231302" y="375202"/>
                  </a:lnTo>
                  <a:lnTo>
                    <a:pt x="230992" y="375899"/>
                  </a:lnTo>
                  <a:lnTo>
                    <a:pt x="230658" y="376591"/>
                  </a:lnTo>
                  <a:lnTo>
                    <a:pt x="230937" y="376653"/>
                  </a:lnTo>
                  <a:lnTo>
                    <a:pt x="233063" y="377122"/>
                  </a:lnTo>
                  <a:lnTo>
                    <a:pt x="233806" y="377393"/>
                  </a:lnTo>
                  <a:lnTo>
                    <a:pt x="234471" y="377634"/>
                  </a:lnTo>
                  <a:lnTo>
                    <a:pt x="234706" y="377726"/>
                  </a:lnTo>
                  <a:lnTo>
                    <a:pt x="235439" y="377976"/>
                  </a:lnTo>
                  <a:lnTo>
                    <a:pt x="236110" y="378206"/>
                  </a:lnTo>
                  <a:lnTo>
                    <a:pt x="237150" y="378576"/>
                  </a:lnTo>
                  <a:lnTo>
                    <a:pt x="237727" y="378772"/>
                  </a:lnTo>
                  <a:lnTo>
                    <a:pt x="238093" y="378913"/>
                  </a:lnTo>
                  <a:lnTo>
                    <a:pt x="238576" y="379089"/>
                  </a:lnTo>
                  <a:lnTo>
                    <a:pt x="238780" y="379161"/>
                  </a:lnTo>
                  <a:lnTo>
                    <a:pt x="239313" y="379318"/>
                  </a:lnTo>
                  <a:lnTo>
                    <a:pt x="239958" y="379545"/>
                  </a:lnTo>
                  <a:lnTo>
                    <a:pt x="239917" y="380014"/>
                  </a:lnTo>
                  <a:lnTo>
                    <a:pt x="239840" y="380892"/>
                  </a:lnTo>
                  <a:lnTo>
                    <a:pt x="239760" y="381861"/>
                  </a:lnTo>
                  <a:lnTo>
                    <a:pt x="239742" y="382187"/>
                  </a:lnTo>
                  <a:lnTo>
                    <a:pt x="239699" y="382559"/>
                  </a:lnTo>
                  <a:lnTo>
                    <a:pt x="239659" y="382930"/>
                  </a:lnTo>
                  <a:lnTo>
                    <a:pt x="239639" y="383329"/>
                  </a:lnTo>
                  <a:lnTo>
                    <a:pt x="239524" y="384725"/>
                  </a:lnTo>
                  <a:lnTo>
                    <a:pt x="239511" y="384870"/>
                  </a:lnTo>
                  <a:lnTo>
                    <a:pt x="239443" y="385832"/>
                  </a:lnTo>
                  <a:lnTo>
                    <a:pt x="239409" y="386199"/>
                  </a:lnTo>
                  <a:lnTo>
                    <a:pt x="239888" y="387513"/>
                  </a:lnTo>
                  <a:lnTo>
                    <a:pt x="240038" y="387912"/>
                  </a:lnTo>
                  <a:lnTo>
                    <a:pt x="240189" y="388304"/>
                  </a:lnTo>
                  <a:lnTo>
                    <a:pt x="240292" y="388574"/>
                  </a:lnTo>
                  <a:lnTo>
                    <a:pt x="240459" y="389012"/>
                  </a:lnTo>
                  <a:lnTo>
                    <a:pt x="240639" y="389441"/>
                  </a:lnTo>
                  <a:lnTo>
                    <a:pt x="240820" y="389889"/>
                  </a:lnTo>
                  <a:lnTo>
                    <a:pt x="240999" y="390276"/>
                  </a:lnTo>
                  <a:lnTo>
                    <a:pt x="241123" y="390533"/>
                  </a:lnTo>
                  <a:lnTo>
                    <a:pt x="241334" y="391084"/>
                  </a:lnTo>
                  <a:lnTo>
                    <a:pt x="241351" y="391245"/>
                  </a:lnTo>
                  <a:lnTo>
                    <a:pt x="241361" y="391408"/>
                  </a:lnTo>
                  <a:lnTo>
                    <a:pt x="241374" y="391564"/>
                  </a:lnTo>
                  <a:lnTo>
                    <a:pt x="241401" y="391756"/>
                  </a:lnTo>
                  <a:lnTo>
                    <a:pt x="241457" y="392262"/>
                  </a:lnTo>
                  <a:lnTo>
                    <a:pt x="241496" y="392612"/>
                  </a:lnTo>
                  <a:lnTo>
                    <a:pt x="241530" y="392998"/>
                  </a:lnTo>
                  <a:lnTo>
                    <a:pt x="241565" y="393307"/>
                  </a:lnTo>
                  <a:lnTo>
                    <a:pt x="241589" y="393536"/>
                  </a:lnTo>
                  <a:lnTo>
                    <a:pt x="241657" y="394154"/>
                  </a:lnTo>
                  <a:lnTo>
                    <a:pt x="241674" y="394322"/>
                  </a:lnTo>
                  <a:lnTo>
                    <a:pt x="241704" y="394583"/>
                  </a:lnTo>
                  <a:lnTo>
                    <a:pt x="241997" y="396060"/>
                  </a:lnTo>
                  <a:lnTo>
                    <a:pt x="242449" y="398026"/>
                  </a:lnTo>
                  <a:lnTo>
                    <a:pt x="242514" y="398460"/>
                  </a:lnTo>
                  <a:lnTo>
                    <a:pt x="242550" y="398615"/>
                  </a:lnTo>
                  <a:lnTo>
                    <a:pt x="242596" y="398816"/>
                  </a:lnTo>
                  <a:lnTo>
                    <a:pt x="242697" y="399155"/>
                  </a:lnTo>
                  <a:lnTo>
                    <a:pt x="242803" y="399617"/>
                  </a:lnTo>
                  <a:lnTo>
                    <a:pt x="242842" y="399765"/>
                  </a:lnTo>
                  <a:lnTo>
                    <a:pt x="242923" y="400081"/>
                  </a:lnTo>
                  <a:lnTo>
                    <a:pt x="242997" y="400491"/>
                  </a:lnTo>
                  <a:lnTo>
                    <a:pt x="243046" y="400625"/>
                  </a:lnTo>
                  <a:lnTo>
                    <a:pt x="243158" y="400983"/>
                  </a:lnTo>
                  <a:lnTo>
                    <a:pt x="243226" y="401319"/>
                  </a:lnTo>
                  <a:lnTo>
                    <a:pt x="243286" y="401546"/>
                  </a:lnTo>
                  <a:lnTo>
                    <a:pt x="243613" y="402397"/>
                  </a:lnTo>
                  <a:lnTo>
                    <a:pt x="243876" y="403306"/>
                  </a:lnTo>
                  <a:lnTo>
                    <a:pt x="243924" y="403997"/>
                  </a:lnTo>
                  <a:lnTo>
                    <a:pt x="244085" y="404420"/>
                  </a:lnTo>
                  <a:lnTo>
                    <a:pt x="244245" y="405074"/>
                  </a:lnTo>
                  <a:lnTo>
                    <a:pt x="244354" y="405489"/>
                  </a:lnTo>
                  <a:lnTo>
                    <a:pt x="244421" y="405761"/>
                  </a:lnTo>
                  <a:lnTo>
                    <a:pt x="244470" y="406460"/>
                  </a:lnTo>
                  <a:lnTo>
                    <a:pt x="244514" y="406703"/>
                  </a:lnTo>
                  <a:lnTo>
                    <a:pt x="244985" y="407972"/>
                  </a:lnTo>
                  <a:lnTo>
                    <a:pt x="245006" y="408265"/>
                  </a:lnTo>
                  <a:lnTo>
                    <a:pt x="245046" y="408665"/>
                  </a:lnTo>
                  <a:lnTo>
                    <a:pt x="245090" y="409106"/>
                  </a:lnTo>
                  <a:lnTo>
                    <a:pt x="245106" y="409513"/>
                  </a:lnTo>
                  <a:lnTo>
                    <a:pt x="245117" y="409774"/>
                  </a:lnTo>
                  <a:lnTo>
                    <a:pt x="245121" y="409977"/>
                  </a:lnTo>
                  <a:lnTo>
                    <a:pt x="245147" y="410371"/>
                  </a:lnTo>
                  <a:lnTo>
                    <a:pt x="245184" y="410882"/>
                  </a:lnTo>
                  <a:lnTo>
                    <a:pt x="245516" y="411825"/>
                  </a:lnTo>
                  <a:lnTo>
                    <a:pt x="245661" y="412259"/>
                  </a:lnTo>
                  <a:lnTo>
                    <a:pt x="245731" y="412410"/>
                  </a:lnTo>
                  <a:lnTo>
                    <a:pt x="245847" y="412894"/>
                  </a:lnTo>
                  <a:lnTo>
                    <a:pt x="245913" y="413110"/>
                  </a:lnTo>
                  <a:lnTo>
                    <a:pt x="245974" y="413414"/>
                  </a:lnTo>
                  <a:lnTo>
                    <a:pt x="246203" y="413659"/>
                  </a:lnTo>
                  <a:lnTo>
                    <a:pt x="246669" y="414122"/>
                  </a:lnTo>
                  <a:lnTo>
                    <a:pt x="246802" y="414254"/>
                  </a:lnTo>
                  <a:lnTo>
                    <a:pt x="247263" y="414989"/>
                  </a:lnTo>
                  <a:lnTo>
                    <a:pt x="247759" y="415474"/>
                  </a:lnTo>
                  <a:lnTo>
                    <a:pt x="251281" y="418901"/>
                  </a:lnTo>
                  <a:lnTo>
                    <a:pt x="248975" y="422403"/>
                  </a:lnTo>
                  <a:lnTo>
                    <a:pt x="248775" y="422707"/>
                  </a:lnTo>
                  <a:lnTo>
                    <a:pt x="247664" y="424392"/>
                  </a:lnTo>
                  <a:lnTo>
                    <a:pt x="247545" y="424620"/>
                  </a:lnTo>
                  <a:lnTo>
                    <a:pt x="247290" y="425108"/>
                  </a:lnTo>
                  <a:lnTo>
                    <a:pt x="247078" y="425514"/>
                  </a:lnTo>
                  <a:lnTo>
                    <a:pt x="246890" y="425875"/>
                  </a:lnTo>
                  <a:lnTo>
                    <a:pt x="246696" y="426246"/>
                  </a:lnTo>
                  <a:lnTo>
                    <a:pt x="246473" y="426674"/>
                  </a:lnTo>
                  <a:lnTo>
                    <a:pt x="246293" y="426933"/>
                  </a:lnTo>
                  <a:lnTo>
                    <a:pt x="245774" y="427681"/>
                  </a:lnTo>
                  <a:lnTo>
                    <a:pt x="245601" y="427931"/>
                  </a:lnTo>
                  <a:lnTo>
                    <a:pt x="245286" y="428338"/>
                  </a:lnTo>
                  <a:lnTo>
                    <a:pt x="245121" y="428550"/>
                  </a:lnTo>
                  <a:lnTo>
                    <a:pt x="244977" y="428735"/>
                  </a:lnTo>
                  <a:lnTo>
                    <a:pt x="244605" y="429217"/>
                  </a:lnTo>
                  <a:lnTo>
                    <a:pt x="244153" y="429799"/>
                  </a:lnTo>
                  <a:lnTo>
                    <a:pt x="244162" y="430169"/>
                  </a:lnTo>
                  <a:lnTo>
                    <a:pt x="244174" y="430646"/>
                  </a:lnTo>
                  <a:lnTo>
                    <a:pt x="244184" y="431041"/>
                  </a:lnTo>
                  <a:lnTo>
                    <a:pt x="244192" y="431333"/>
                  </a:lnTo>
                  <a:lnTo>
                    <a:pt x="244203" y="431790"/>
                  </a:lnTo>
                  <a:lnTo>
                    <a:pt x="244214" y="431930"/>
                  </a:lnTo>
                  <a:lnTo>
                    <a:pt x="244258" y="432421"/>
                  </a:lnTo>
                  <a:lnTo>
                    <a:pt x="244288" y="432755"/>
                  </a:lnTo>
                  <a:lnTo>
                    <a:pt x="244610" y="432963"/>
                  </a:lnTo>
                  <a:lnTo>
                    <a:pt x="244738" y="432955"/>
                  </a:lnTo>
                  <a:lnTo>
                    <a:pt x="245130" y="432945"/>
                  </a:lnTo>
                  <a:lnTo>
                    <a:pt x="252471" y="433180"/>
                  </a:lnTo>
                  <a:lnTo>
                    <a:pt x="252679" y="433270"/>
                  </a:lnTo>
                  <a:lnTo>
                    <a:pt x="252819" y="433332"/>
                  </a:lnTo>
                  <a:lnTo>
                    <a:pt x="253051" y="433251"/>
                  </a:lnTo>
                  <a:lnTo>
                    <a:pt x="253186" y="433204"/>
                  </a:lnTo>
                  <a:lnTo>
                    <a:pt x="253462" y="433108"/>
                  </a:lnTo>
                  <a:lnTo>
                    <a:pt x="253761" y="433002"/>
                  </a:lnTo>
                  <a:lnTo>
                    <a:pt x="257442" y="435948"/>
                  </a:lnTo>
                  <a:lnTo>
                    <a:pt x="257584" y="436154"/>
                  </a:lnTo>
                  <a:lnTo>
                    <a:pt x="257727" y="436388"/>
                  </a:lnTo>
                  <a:lnTo>
                    <a:pt x="263358" y="449581"/>
                  </a:lnTo>
                  <a:lnTo>
                    <a:pt x="267714" y="454398"/>
                  </a:lnTo>
                  <a:lnTo>
                    <a:pt x="269714" y="454047"/>
                  </a:lnTo>
                  <a:lnTo>
                    <a:pt x="270759" y="453863"/>
                  </a:lnTo>
                  <a:lnTo>
                    <a:pt x="273460" y="453857"/>
                  </a:lnTo>
                  <a:lnTo>
                    <a:pt x="273638" y="453859"/>
                  </a:lnTo>
                  <a:lnTo>
                    <a:pt x="274670" y="453917"/>
                  </a:lnTo>
                  <a:lnTo>
                    <a:pt x="278162" y="454132"/>
                  </a:lnTo>
                  <a:lnTo>
                    <a:pt x="279559" y="454232"/>
                  </a:lnTo>
                  <a:lnTo>
                    <a:pt x="281233" y="454371"/>
                  </a:lnTo>
                  <a:lnTo>
                    <a:pt x="281401" y="454387"/>
                  </a:lnTo>
                  <a:lnTo>
                    <a:pt x="282185" y="454455"/>
                  </a:lnTo>
                  <a:lnTo>
                    <a:pt x="283316" y="452571"/>
                  </a:lnTo>
                  <a:lnTo>
                    <a:pt x="288837" y="440647"/>
                  </a:lnTo>
                  <a:lnTo>
                    <a:pt x="293962" y="442420"/>
                  </a:lnTo>
                  <a:lnTo>
                    <a:pt x="302154" y="444587"/>
                  </a:lnTo>
                  <a:lnTo>
                    <a:pt x="305051" y="444026"/>
                  </a:lnTo>
                  <a:lnTo>
                    <a:pt x="305526" y="443380"/>
                  </a:lnTo>
                  <a:lnTo>
                    <a:pt x="305533" y="442919"/>
                  </a:lnTo>
                  <a:lnTo>
                    <a:pt x="305561" y="442719"/>
                  </a:lnTo>
                  <a:lnTo>
                    <a:pt x="305625" y="442499"/>
                  </a:lnTo>
                  <a:lnTo>
                    <a:pt x="305754" y="442393"/>
                  </a:lnTo>
                  <a:lnTo>
                    <a:pt x="305783" y="442203"/>
                  </a:lnTo>
                  <a:lnTo>
                    <a:pt x="306469" y="442109"/>
                  </a:lnTo>
                  <a:lnTo>
                    <a:pt x="306725" y="441615"/>
                  </a:lnTo>
                  <a:lnTo>
                    <a:pt x="307137" y="441711"/>
                  </a:lnTo>
                  <a:lnTo>
                    <a:pt x="307519" y="441767"/>
                  </a:lnTo>
                  <a:lnTo>
                    <a:pt x="307976" y="441802"/>
                  </a:lnTo>
                  <a:lnTo>
                    <a:pt x="308333" y="441796"/>
                  </a:lnTo>
                  <a:lnTo>
                    <a:pt x="308705" y="441854"/>
                  </a:lnTo>
                  <a:lnTo>
                    <a:pt x="308843" y="441845"/>
                  </a:lnTo>
                  <a:lnTo>
                    <a:pt x="309439" y="441976"/>
                  </a:lnTo>
                  <a:lnTo>
                    <a:pt x="309581" y="442020"/>
                  </a:lnTo>
                  <a:lnTo>
                    <a:pt x="310118" y="442238"/>
                  </a:lnTo>
                  <a:lnTo>
                    <a:pt x="310405" y="442348"/>
                  </a:lnTo>
                  <a:lnTo>
                    <a:pt x="310585" y="442391"/>
                  </a:lnTo>
                  <a:lnTo>
                    <a:pt x="310775" y="442414"/>
                  </a:lnTo>
                  <a:lnTo>
                    <a:pt x="311184" y="442542"/>
                  </a:lnTo>
                  <a:lnTo>
                    <a:pt x="311719" y="442353"/>
                  </a:lnTo>
                  <a:lnTo>
                    <a:pt x="312058" y="442236"/>
                  </a:lnTo>
                  <a:lnTo>
                    <a:pt x="312400" y="442217"/>
                  </a:lnTo>
                  <a:lnTo>
                    <a:pt x="312584" y="442249"/>
                  </a:lnTo>
                  <a:lnTo>
                    <a:pt x="313039" y="442329"/>
                  </a:lnTo>
                  <a:lnTo>
                    <a:pt x="313569" y="442452"/>
                  </a:lnTo>
                  <a:lnTo>
                    <a:pt x="313803" y="442548"/>
                  </a:lnTo>
                  <a:lnTo>
                    <a:pt x="313846" y="443328"/>
                  </a:lnTo>
                  <a:lnTo>
                    <a:pt x="313848" y="443458"/>
                  </a:lnTo>
                  <a:lnTo>
                    <a:pt x="313921" y="443798"/>
                  </a:lnTo>
                  <a:lnTo>
                    <a:pt x="313999" y="444047"/>
                  </a:lnTo>
                  <a:lnTo>
                    <a:pt x="314070" y="444200"/>
                  </a:lnTo>
                  <a:lnTo>
                    <a:pt x="314417" y="444532"/>
                  </a:lnTo>
                  <a:lnTo>
                    <a:pt x="314558" y="444586"/>
                  </a:lnTo>
                  <a:lnTo>
                    <a:pt x="314722" y="444619"/>
                  </a:lnTo>
                  <a:lnTo>
                    <a:pt x="314887" y="444630"/>
                  </a:lnTo>
                  <a:lnTo>
                    <a:pt x="315741" y="444810"/>
                  </a:lnTo>
                  <a:lnTo>
                    <a:pt x="315879" y="444784"/>
                  </a:lnTo>
                  <a:lnTo>
                    <a:pt x="316047" y="444722"/>
                  </a:lnTo>
                  <a:lnTo>
                    <a:pt x="316175" y="444675"/>
                  </a:lnTo>
                  <a:lnTo>
                    <a:pt x="316450" y="444604"/>
                  </a:lnTo>
                  <a:lnTo>
                    <a:pt x="316877" y="444330"/>
                  </a:lnTo>
                  <a:lnTo>
                    <a:pt x="316811" y="444193"/>
                  </a:lnTo>
                  <a:lnTo>
                    <a:pt x="317009" y="443345"/>
                  </a:lnTo>
                  <a:lnTo>
                    <a:pt x="317424" y="443289"/>
                  </a:lnTo>
                  <a:lnTo>
                    <a:pt x="318308" y="443000"/>
                  </a:lnTo>
                  <a:lnTo>
                    <a:pt x="318601" y="442882"/>
                  </a:lnTo>
                  <a:lnTo>
                    <a:pt x="319011" y="442820"/>
                  </a:lnTo>
                  <a:lnTo>
                    <a:pt x="319141" y="442814"/>
                  </a:lnTo>
                  <a:lnTo>
                    <a:pt x="319406" y="442748"/>
                  </a:lnTo>
                  <a:lnTo>
                    <a:pt x="319699" y="442632"/>
                  </a:lnTo>
                  <a:lnTo>
                    <a:pt x="320132" y="442472"/>
                  </a:lnTo>
                  <a:lnTo>
                    <a:pt x="320382" y="442347"/>
                  </a:lnTo>
                  <a:lnTo>
                    <a:pt x="320819" y="442130"/>
                  </a:lnTo>
                  <a:lnTo>
                    <a:pt x="321069" y="441912"/>
                  </a:lnTo>
                  <a:lnTo>
                    <a:pt x="321272" y="441820"/>
                  </a:lnTo>
                  <a:lnTo>
                    <a:pt x="321675" y="441656"/>
                  </a:lnTo>
                  <a:lnTo>
                    <a:pt x="321900" y="440977"/>
                  </a:lnTo>
                  <a:lnTo>
                    <a:pt x="321839" y="440765"/>
                  </a:lnTo>
                  <a:lnTo>
                    <a:pt x="321729" y="440284"/>
                  </a:lnTo>
                  <a:lnTo>
                    <a:pt x="321630" y="439954"/>
                  </a:lnTo>
                  <a:lnTo>
                    <a:pt x="321552" y="439558"/>
                  </a:lnTo>
                  <a:lnTo>
                    <a:pt x="321448" y="439076"/>
                  </a:lnTo>
                  <a:lnTo>
                    <a:pt x="321383" y="438745"/>
                  </a:lnTo>
                  <a:lnTo>
                    <a:pt x="321234" y="438397"/>
                  </a:lnTo>
                  <a:lnTo>
                    <a:pt x="321038" y="438027"/>
                  </a:lnTo>
                  <a:lnTo>
                    <a:pt x="320854" y="437709"/>
                  </a:lnTo>
                  <a:lnTo>
                    <a:pt x="320750" y="437498"/>
                  </a:lnTo>
                  <a:lnTo>
                    <a:pt x="320680" y="437360"/>
                  </a:lnTo>
                  <a:lnTo>
                    <a:pt x="320383" y="435900"/>
                  </a:lnTo>
                  <a:lnTo>
                    <a:pt x="320363" y="435640"/>
                  </a:lnTo>
                  <a:lnTo>
                    <a:pt x="320300" y="435334"/>
                  </a:lnTo>
                  <a:lnTo>
                    <a:pt x="320141" y="435022"/>
                  </a:lnTo>
                  <a:lnTo>
                    <a:pt x="320039" y="434811"/>
                  </a:lnTo>
                  <a:lnTo>
                    <a:pt x="319970" y="434676"/>
                  </a:lnTo>
                  <a:lnTo>
                    <a:pt x="319631" y="433995"/>
                  </a:lnTo>
                  <a:lnTo>
                    <a:pt x="319491" y="433505"/>
                  </a:lnTo>
                  <a:lnTo>
                    <a:pt x="319348" y="433237"/>
                  </a:lnTo>
                  <a:lnTo>
                    <a:pt x="319154" y="432921"/>
                  </a:lnTo>
                  <a:lnTo>
                    <a:pt x="319058" y="432745"/>
                  </a:lnTo>
                  <a:lnTo>
                    <a:pt x="318937" y="432484"/>
                  </a:lnTo>
                  <a:lnTo>
                    <a:pt x="318848" y="432293"/>
                  </a:lnTo>
                  <a:lnTo>
                    <a:pt x="318720" y="432016"/>
                  </a:lnTo>
                  <a:lnTo>
                    <a:pt x="318596" y="431759"/>
                  </a:lnTo>
                  <a:lnTo>
                    <a:pt x="318440" y="431419"/>
                  </a:lnTo>
                  <a:lnTo>
                    <a:pt x="318223" y="430938"/>
                  </a:lnTo>
                  <a:lnTo>
                    <a:pt x="317826" y="430478"/>
                  </a:lnTo>
                  <a:lnTo>
                    <a:pt x="317623" y="430294"/>
                  </a:lnTo>
                  <a:lnTo>
                    <a:pt x="317344" y="429918"/>
                  </a:lnTo>
                  <a:lnTo>
                    <a:pt x="317227" y="429757"/>
                  </a:lnTo>
                  <a:lnTo>
                    <a:pt x="315592" y="427676"/>
                  </a:lnTo>
                  <a:lnTo>
                    <a:pt x="315393" y="427389"/>
                  </a:lnTo>
                  <a:lnTo>
                    <a:pt x="315179" y="427057"/>
                  </a:lnTo>
                  <a:lnTo>
                    <a:pt x="315021" y="426918"/>
                  </a:lnTo>
                  <a:lnTo>
                    <a:pt x="314639" y="426583"/>
                  </a:lnTo>
                  <a:lnTo>
                    <a:pt x="314425" y="426332"/>
                  </a:lnTo>
                  <a:lnTo>
                    <a:pt x="313740" y="425705"/>
                  </a:lnTo>
                  <a:lnTo>
                    <a:pt x="313613" y="425472"/>
                  </a:lnTo>
                  <a:lnTo>
                    <a:pt x="313541" y="425336"/>
                  </a:lnTo>
                  <a:lnTo>
                    <a:pt x="313460" y="425195"/>
                  </a:lnTo>
                  <a:lnTo>
                    <a:pt x="313309" y="424910"/>
                  </a:lnTo>
                  <a:lnTo>
                    <a:pt x="312456" y="423519"/>
                  </a:lnTo>
                  <a:lnTo>
                    <a:pt x="312345" y="423362"/>
                  </a:lnTo>
                  <a:lnTo>
                    <a:pt x="312197" y="423095"/>
                  </a:lnTo>
                  <a:lnTo>
                    <a:pt x="312032" y="422798"/>
                  </a:lnTo>
                  <a:lnTo>
                    <a:pt x="311959" y="422616"/>
                  </a:lnTo>
                  <a:lnTo>
                    <a:pt x="311741" y="422218"/>
                  </a:lnTo>
                  <a:lnTo>
                    <a:pt x="311328" y="421389"/>
                  </a:lnTo>
                  <a:lnTo>
                    <a:pt x="310733" y="420216"/>
                  </a:lnTo>
                  <a:lnTo>
                    <a:pt x="310457" y="419654"/>
                  </a:lnTo>
                  <a:lnTo>
                    <a:pt x="310142" y="419022"/>
                  </a:lnTo>
                  <a:lnTo>
                    <a:pt x="309911" y="418491"/>
                  </a:lnTo>
                  <a:lnTo>
                    <a:pt x="309629" y="417996"/>
                  </a:lnTo>
                  <a:lnTo>
                    <a:pt x="308973" y="416701"/>
                  </a:lnTo>
                  <a:lnTo>
                    <a:pt x="308792" y="416324"/>
                  </a:lnTo>
                  <a:lnTo>
                    <a:pt x="308579" y="415900"/>
                  </a:lnTo>
                  <a:lnTo>
                    <a:pt x="307503" y="414294"/>
                  </a:lnTo>
                  <a:lnTo>
                    <a:pt x="305533" y="411589"/>
                  </a:lnTo>
                  <a:lnTo>
                    <a:pt x="306537" y="411021"/>
                  </a:lnTo>
                  <a:lnTo>
                    <a:pt x="307441" y="410699"/>
                  </a:lnTo>
                  <a:lnTo>
                    <a:pt x="307845" y="410724"/>
                  </a:lnTo>
                  <a:lnTo>
                    <a:pt x="308693" y="410673"/>
                  </a:lnTo>
                  <a:lnTo>
                    <a:pt x="308360" y="408828"/>
                  </a:lnTo>
                  <a:lnTo>
                    <a:pt x="308187" y="407764"/>
                  </a:lnTo>
                  <a:lnTo>
                    <a:pt x="307984" y="407004"/>
                  </a:lnTo>
                  <a:lnTo>
                    <a:pt x="308297" y="405975"/>
                  </a:lnTo>
                  <a:lnTo>
                    <a:pt x="308558" y="405661"/>
                  </a:lnTo>
                  <a:lnTo>
                    <a:pt x="308712" y="405488"/>
                  </a:lnTo>
                  <a:lnTo>
                    <a:pt x="309285" y="404951"/>
                  </a:lnTo>
                  <a:lnTo>
                    <a:pt x="309528" y="404831"/>
                  </a:lnTo>
                  <a:lnTo>
                    <a:pt x="309716" y="404769"/>
                  </a:lnTo>
                  <a:lnTo>
                    <a:pt x="309974" y="404685"/>
                  </a:lnTo>
                  <a:lnTo>
                    <a:pt x="310210" y="404649"/>
                  </a:lnTo>
                  <a:lnTo>
                    <a:pt x="310404" y="404600"/>
                  </a:lnTo>
                  <a:lnTo>
                    <a:pt x="310607" y="404544"/>
                  </a:lnTo>
                  <a:lnTo>
                    <a:pt x="310792" y="404443"/>
                  </a:lnTo>
                  <a:lnTo>
                    <a:pt x="311051" y="404351"/>
                  </a:lnTo>
                  <a:lnTo>
                    <a:pt x="313336" y="403331"/>
                  </a:lnTo>
                  <a:lnTo>
                    <a:pt x="314059" y="403113"/>
                  </a:lnTo>
                  <a:lnTo>
                    <a:pt x="314447" y="402835"/>
                  </a:lnTo>
                  <a:lnTo>
                    <a:pt x="313977" y="401269"/>
                  </a:lnTo>
                  <a:lnTo>
                    <a:pt x="313855" y="400286"/>
                  </a:lnTo>
                  <a:lnTo>
                    <a:pt x="313860" y="400158"/>
                  </a:lnTo>
                  <a:lnTo>
                    <a:pt x="314079" y="398858"/>
                  </a:lnTo>
                  <a:lnTo>
                    <a:pt x="314830" y="398156"/>
                  </a:lnTo>
                  <a:lnTo>
                    <a:pt x="315189" y="397902"/>
                  </a:lnTo>
                  <a:lnTo>
                    <a:pt x="315678" y="397363"/>
                  </a:lnTo>
                  <a:lnTo>
                    <a:pt x="315654" y="397123"/>
                  </a:lnTo>
                  <a:lnTo>
                    <a:pt x="315575" y="396911"/>
                  </a:lnTo>
                  <a:lnTo>
                    <a:pt x="315385" y="396638"/>
                  </a:lnTo>
                  <a:lnTo>
                    <a:pt x="320378" y="393057"/>
                  </a:lnTo>
                  <a:lnTo>
                    <a:pt x="320965" y="394037"/>
                  </a:lnTo>
                  <a:lnTo>
                    <a:pt x="321353" y="394789"/>
                  </a:lnTo>
                  <a:lnTo>
                    <a:pt x="321469" y="395116"/>
                  </a:lnTo>
                  <a:lnTo>
                    <a:pt x="321530" y="395261"/>
                  </a:lnTo>
                  <a:lnTo>
                    <a:pt x="321603" y="395435"/>
                  </a:lnTo>
                  <a:lnTo>
                    <a:pt x="321895" y="396010"/>
                  </a:lnTo>
                  <a:lnTo>
                    <a:pt x="321919" y="396148"/>
                  </a:lnTo>
                  <a:lnTo>
                    <a:pt x="321987" y="396535"/>
                  </a:lnTo>
                  <a:lnTo>
                    <a:pt x="322261" y="397106"/>
                  </a:lnTo>
                  <a:lnTo>
                    <a:pt x="322487" y="397636"/>
                  </a:lnTo>
                  <a:lnTo>
                    <a:pt x="323326" y="397483"/>
                  </a:lnTo>
                  <a:lnTo>
                    <a:pt x="323746" y="397038"/>
                  </a:lnTo>
                  <a:lnTo>
                    <a:pt x="324382" y="396934"/>
                  </a:lnTo>
                  <a:lnTo>
                    <a:pt x="325517" y="397059"/>
                  </a:lnTo>
                  <a:lnTo>
                    <a:pt x="326708" y="397212"/>
                  </a:lnTo>
                  <a:lnTo>
                    <a:pt x="327747" y="397351"/>
                  </a:lnTo>
                  <a:lnTo>
                    <a:pt x="329203" y="397632"/>
                  </a:lnTo>
                  <a:lnTo>
                    <a:pt x="329690" y="396446"/>
                  </a:lnTo>
                  <a:lnTo>
                    <a:pt x="330156" y="395433"/>
                  </a:lnTo>
                  <a:lnTo>
                    <a:pt x="330738" y="394208"/>
                  </a:lnTo>
                  <a:lnTo>
                    <a:pt x="331137" y="393714"/>
                  </a:lnTo>
                  <a:lnTo>
                    <a:pt x="331792" y="393502"/>
                  </a:lnTo>
                  <a:lnTo>
                    <a:pt x="332128" y="393390"/>
                  </a:lnTo>
                  <a:lnTo>
                    <a:pt x="332399" y="393250"/>
                  </a:lnTo>
                  <a:lnTo>
                    <a:pt x="332535" y="393120"/>
                  </a:lnTo>
                  <a:lnTo>
                    <a:pt x="332602" y="392942"/>
                  </a:lnTo>
                  <a:lnTo>
                    <a:pt x="332645" y="392804"/>
                  </a:lnTo>
                  <a:lnTo>
                    <a:pt x="332698" y="392529"/>
                  </a:lnTo>
                  <a:lnTo>
                    <a:pt x="332791" y="391980"/>
                  </a:lnTo>
                  <a:lnTo>
                    <a:pt x="332808" y="391754"/>
                  </a:lnTo>
                  <a:lnTo>
                    <a:pt x="332834" y="391283"/>
                  </a:lnTo>
                  <a:lnTo>
                    <a:pt x="333074" y="391176"/>
                  </a:lnTo>
                  <a:lnTo>
                    <a:pt x="333152" y="390984"/>
                  </a:lnTo>
                  <a:lnTo>
                    <a:pt x="333254" y="390568"/>
                  </a:lnTo>
                  <a:lnTo>
                    <a:pt x="334369" y="390510"/>
                  </a:lnTo>
                  <a:lnTo>
                    <a:pt x="335019" y="390584"/>
                  </a:lnTo>
                  <a:lnTo>
                    <a:pt x="336003" y="390501"/>
                  </a:lnTo>
                  <a:lnTo>
                    <a:pt x="336959" y="391252"/>
                  </a:lnTo>
                  <a:lnTo>
                    <a:pt x="337174" y="391327"/>
                  </a:lnTo>
                  <a:lnTo>
                    <a:pt x="337364" y="391442"/>
                  </a:lnTo>
                  <a:lnTo>
                    <a:pt x="337790" y="391640"/>
                  </a:lnTo>
                  <a:lnTo>
                    <a:pt x="338323" y="391874"/>
                  </a:lnTo>
                  <a:lnTo>
                    <a:pt x="338495" y="392030"/>
                  </a:lnTo>
                  <a:lnTo>
                    <a:pt x="338792" y="392015"/>
                  </a:lnTo>
                  <a:lnTo>
                    <a:pt x="338698" y="391670"/>
                  </a:lnTo>
                  <a:lnTo>
                    <a:pt x="339420" y="391603"/>
                  </a:lnTo>
                  <a:lnTo>
                    <a:pt x="339763" y="391752"/>
                  </a:lnTo>
                  <a:lnTo>
                    <a:pt x="339893" y="391801"/>
                  </a:lnTo>
                  <a:lnTo>
                    <a:pt x="340716" y="391627"/>
                  </a:lnTo>
                  <a:lnTo>
                    <a:pt x="341501" y="391837"/>
                  </a:lnTo>
                  <a:lnTo>
                    <a:pt x="341761" y="391861"/>
                  </a:lnTo>
                  <a:lnTo>
                    <a:pt x="341925" y="391835"/>
                  </a:lnTo>
                  <a:lnTo>
                    <a:pt x="342183" y="391797"/>
                  </a:lnTo>
                  <a:lnTo>
                    <a:pt x="343589" y="391113"/>
                  </a:lnTo>
                  <a:lnTo>
                    <a:pt x="344148" y="391330"/>
                  </a:lnTo>
                  <a:lnTo>
                    <a:pt x="344300" y="391469"/>
                  </a:lnTo>
                  <a:lnTo>
                    <a:pt x="344851" y="391897"/>
                  </a:lnTo>
                  <a:lnTo>
                    <a:pt x="345131" y="392000"/>
                  </a:lnTo>
                  <a:lnTo>
                    <a:pt x="345261" y="392051"/>
                  </a:lnTo>
                  <a:lnTo>
                    <a:pt x="346332" y="393270"/>
                  </a:lnTo>
                  <a:lnTo>
                    <a:pt x="347048" y="393002"/>
                  </a:lnTo>
                  <a:lnTo>
                    <a:pt x="347216" y="392944"/>
                  </a:lnTo>
                  <a:lnTo>
                    <a:pt x="347791" y="391480"/>
                  </a:lnTo>
                  <a:lnTo>
                    <a:pt x="348099" y="391571"/>
                  </a:lnTo>
                  <a:lnTo>
                    <a:pt x="348258" y="391577"/>
                  </a:lnTo>
                  <a:lnTo>
                    <a:pt x="348438" y="391656"/>
                  </a:lnTo>
                  <a:lnTo>
                    <a:pt x="348465" y="391887"/>
                  </a:lnTo>
                  <a:lnTo>
                    <a:pt x="348745" y="392005"/>
                  </a:lnTo>
                  <a:lnTo>
                    <a:pt x="349009" y="392289"/>
                  </a:lnTo>
                  <a:lnTo>
                    <a:pt x="349262" y="392674"/>
                  </a:lnTo>
                  <a:lnTo>
                    <a:pt x="349428" y="392797"/>
                  </a:lnTo>
                  <a:lnTo>
                    <a:pt x="349854" y="391983"/>
                  </a:lnTo>
                  <a:lnTo>
                    <a:pt x="353014" y="391403"/>
                  </a:lnTo>
                  <a:lnTo>
                    <a:pt x="353276" y="391460"/>
                  </a:lnTo>
                  <a:lnTo>
                    <a:pt x="353654" y="391609"/>
                  </a:lnTo>
                  <a:lnTo>
                    <a:pt x="353883" y="392012"/>
                  </a:lnTo>
                  <a:lnTo>
                    <a:pt x="354162" y="392006"/>
                  </a:lnTo>
                  <a:lnTo>
                    <a:pt x="354302" y="391957"/>
                  </a:lnTo>
                  <a:lnTo>
                    <a:pt x="354655" y="392020"/>
                  </a:lnTo>
                  <a:lnTo>
                    <a:pt x="354973" y="391886"/>
                  </a:lnTo>
                  <a:lnTo>
                    <a:pt x="355176" y="391910"/>
                  </a:lnTo>
                  <a:lnTo>
                    <a:pt x="355662" y="392110"/>
                  </a:lnTo>
                  <a:lnTo>
                    <a:pt x="355863" y="392319"/>
                  </a:lnTo>
                  <a:lnTo>
                    <a:pt x="356107" y="392440"/>
                  </a:lnTo>
                  <a:lnTo>
                    <a:pt x="356257" y="392476"/>
                  </a:lnTo>
                  <a:lnTo>
                    <a:pt x="356415" y="392498"/>
                  </a:lnTo>
                  <a:lnTo>
                    <a:pt x="356763" y="392532"/>
                  </a:lnTo>
                  <a:lnTo>
                    <a:pt x="356981" y="392556"/>
                  </a:lnTo>
                  <a:lnTo>
                    <a:pt x="357269" y="392627"/>
                  </a:lnTo>
                  <a:lnTo>
                    <a:pt x="357550" y="392775"/>
                  </a:lnTo>
                  <a:lnTo>
                    <a:pt x="357685" y="392853"/>
                  </a:lnTo>
                  <a:lnTo>
                    <a:pt x="359662" y="395099"/>
                  </a:lnTo>
                  <a:lnTo>
                    <a:pt x="359872" y="395439"/>
                  </a:lnTo>
                  <a:lnTo>
                    <a:pt x="361354" y="405375"/>
                  </a:lnTo>
                  <a:lnTo>
                    <a:pt x="361229" y="406155"/>
                  </a:lnTo>
                  <a:lnTo>
                    <a:pt x="361186" y="406338"/>
                  </a:lnTo>
                  <a:lnTo>
                    <a:pt x="361128" y="406633"/>
                  </a:lnTo>
                  <a:lnTo>
                    <a:pt x="361059" y="406932"/>
                  </a:lnTo>
                  <a:lnTo>
                    <a:pt x="360921" y="407477"/>
                  </a:lnTo>
                  <a:lnTo>
                    <a:pt x="360876" y="407712"/>
                  </a:lnTo>
                  <a:lnTo>
                    <a:pt x="360838" y="407846"/>
                  </a:lnTo>
                  <a:lnTo>
                    <a:pt x="360762" y="408105"/>
                  </a:lnTo>
                  <a:lnTo>
                    <a:pt x="361267" y="418395"/>
                  </a:lnTo>
                  <a:lnTo>
                    <a:pt x="361300" y="418784"/>
                  </a:lnTo>
                  <a:lnTo>
                    <a:pt x="361273" y="419574"/>
                  </a:lnTo>
                  <a:lnTo>
                    <a:pt x="361302" y="419945"/>
                  </a:lnTo>
                  <a:lnTo>
                    <a:pt x="361323" y="420102"/>
                  </a:lnTo>
                  <a:lnTo>
                    <a:pt x="361364" y="420290"/>
                  </a:lnTo>
                  <a:lnTo>
                    <a:pt x="361445" y="420676"/>
                  </a:lnTo>
                  <a:lnTo>
                    <a:pt x="361649" y="420903"/>
                  </a:lnTo>
                  <a:lnTo>
                    <a:pt x="361812" y="421187"/>
                  </a:lnTo>
                  <a:lnTo>
                    <a:pt x="362649" y="422237"/>
                  </a:lnTo>
                  <a:lnTo>
                    <a:pt x="362248" y="422461"/>
                  </a:lnTo>
                  <a:lnTo>
                    <a:pt x="362214" y="422645"/>
                  </a:lnTo>
                  <a:lnTo>
                    <a:pt x="362417" y="423128"/>
                  </a:lnTo>
                  <a:lnTo>
                    <a:pt x="362454" y="423449"/>
                  </a:lnTo>
                  <a:lnTo>
                    <a:pt x="362627" y="423858"/>
                  </a:lnTo>
                  <a:lnTo>
                    <a:pt x="362873" y="423849"/>
                  </a:lnTo>
                  <a:lnTo>
                    <a:pt x="363983" y="424997"/>
                  </a:lnTo>
                  <a:lnTo>
                    <a:pt x="363787" y="425154"/>
                  </a:lnTo>
                  <a:lnTo>
                    <a:pt x="363665" y="425628"/>
                  </a:lnTo>
                  <a:lnTo>
                    <a:pt x="364094" y="426494"/>
                  </a:lnTo>
                  <a:lnTo>
                    <a:pt x="364877" y="427117"/>
                  </a:lnTo>
                  <a:lnTo>
                    <a:pt x="365373" y="427342"/>
                  </a:lnTo>
                  <a:lnTo>
                    <a:pt x="365352" y="427547"/>
                  </a:lnTo>
                  <a:lnTo>
                    <a:pt x="365607" y="427974"/>
                  </a:lnTo>
                  <a:lnTo>
                    <a:pt x="365472" y="428087"/>
                  </a:lnTo>
                  <a:lnTo>
                    <a:pt x="365727" y="428239"/>
                  </a:lnTo>
                  <a:lnTo>
                    <a:pt x="367961" y="429790"/>
                  </a:lnTo>
                  <a:lnTo>
                    <a:pt x="368991" y="426836"/>
                  </a:lnTo>
                  <a:lnTo>
                    <a:pt x="369183" y="426287"/>
                  </a:lnTo>
                  <a:lnTo>
                    <a:pt x="369604" y="425079"/>
                  </a:lnTo>
                  <a:lnTo>
                    <a:pt x="369703" y="424795"/>
                  </a:lnTo>
                  <a:lnTo>
                    <a:pt x="369794" y="424534"/>
                  </a:lnTo>
                  <a:lnTo>
                    <a:pt x="370396" y="422806"/>
                  </a:lnTo>
                  <a:lnTo>
                    <a:pt x="370471" y="422591"/>
                  </a:lnTo>
                  <a:lnTo>
                    <a:pt x="371237" y="420393"/>
                  </a:lnTo>
                  <a:lnTo>
                    <a:pt x="370914" y="417299"/>
                  </a:lnTo>
                  <a:lnTo>
                    <a:pt x="370874" y="416916"/>
                  </a:lnTo>
                  <a:lnTo>
                    <a:pt x="370743" y="415661"/>
                  </a:lnTo>
                  <a:lnTo>
                    <a:pt x="371472" y="414336"/>
                  </a:lnTo>
                  <a:lnTo>
                    <a:pt x="372554" y="412370"/>
                  </a:lnTo>
                  <a:lnTo>
                    <a:pt x="372568" y="411783"/>
                  </a:lnTo>
                  <a:lnTo>
                    <a:pt x="371584" y="410198"/>
                  </a:lnTo>
                  <a:lnTo>
                    <a:pt x="371078" y="409384"/>
                  </a:lnTo>
                  <a:lnTo>
                    <a:pt x="371329" y="407548"/>
                  </a:lnTo>
                  <a:lnTo>
                    <a:pt x="371390" y="407100"/>
                  </a:lnTo>
                  <a:lnTo>
                    <a:pt x="373174" y="405312"/>
                  </a:lnTo>
                  <a:lnTo>
                    <a:pt x="372586" y="403236"/>
                  </a:lnTo>
                  <a:lnTo>
                    <a:pt x="371732" y="400218"/>
                  </a:lnTo>
                  <a:lnTo>
                    <a:pt x="371643" y="399901"/>
                  </a:lnTo>
                  <a:lnTo>
                    <a:pt x="372064" y="394288"/>
                  </a:lnTo>
                  <a:lnTo>
                    <a:pt x="371195" y="393009"/>
                  </a:lnTo>
                  <a:lnTo>
                    <a:pt x="369824" y="390923"/>
                  </a:lnTo>
                  <a:lnTo>
                    <a:pt x="368485" y="388922"/>
                  </a:lnTo>
                  <a:lnTo>
                    <a:pt x="367393" y="387291"/>
                  </a:lnTo>
                  <a:lnTo>
                    <a:pt x="366437" y="385863"/>
                  </a:lnTo>
                  <a:lnTo>
                    <a:pt x="364306" y="385261"/>
                  </a:lnTo>
                  <a:lnTo>
                    <a:pt x="361238" y="384396"/>
                  </a:lnTo>
                  <a:lnTo>
                    <a:pt x="360746" y="384221"/>
                  </a:lnTo>
                  <a:lnTo>
                    <a:pt x="360094" y="383869"/>
                  </a:lnTo>
                  <a:lnTo>
                    <a:pt x="359811" y="383662"/>
                  </a:lnTo>
                  <a:lnTo>
                    <a:pt x="359342" y="383319"/>
                  </a:lnTo>
                  <a:lnTo>
                    <a:pt x="358415" y="382491"/>
                  </a:lnTo>
                  <a:lnTo>
                    <a:pt x="357597" y="381510"/>
                  </a:lnTo>
                  <a:lnTo>
                    <a:pt x="357422" y="381235"/>
                  </a:lnTo>
                  <a:lnTo>
                    <a:pt x="357108" y="380395"/>
                  </a:lnTo>
                  <a:lnTo>
                    <a:pt x="361662" y="371391"/>
                  </a:lnTo>
                  <a:lnTo>
                    <a:pt x="361583" y="371181"/>
                  </a:lnTo>
                  <a:lnTo>
                    <a:pt x="361521" y="370940"/>
                  </a:lnTo>
                  <a:lnTo>
                    <a:pt x="361399" y="370017"/>
                  </a:lnTo>
                  <a:lnTo>
                    <a:pt x="361447" y="369691"/>
                  </a:lnTo>
                  <a:lnTo>
                    <a:pt x="360880" y="368164"/>
                  </a:lnTo>
                  <a:lnTo>
                    <a:pt x="360668" y="368186"/>
                  </a:lnTo>
                  <a:lnTo>
                    <a:pt x="360897" y="367313"/>
                  </a:lnTo>
                  <a:lnTo>
                    <a:pt x="360849" y="366886"/>
                  </a:lnTo>
                  <a:lnTo>
                    <a:pt x="362318" y="365535"/>
                  </a:lnTo>
                  <a:lnTo>
                    <a:pt x="362792" y="364997"/>
                  </a:lnTo>
                  <a:lnTo>
                    <a:pt x="363042" y="360835"/>
                  </a:lnTo>
                  <a:lnTo>
                    <a:pt x="362915" y="360414"/>
                  </a:lnTo>
                  <a:lnTo>
                    <a:pt x="363377" y="360211"/>
                  </a:lnTo>
                  <a:lnTo>
                    <a:pt x="363573" y="359977"/>
                  </a:lnTo>
                  <a:lnTo>
                    <a:pt x="364033" y="359674"/>
                  </a:lnTo>
                  <a:lnTo>
                    <a:pt x="364840" y="360223"/>
                  </a:lnTo>
                  <a:lnTo>
                    <a:pt x="365063" y="360410"/>
                  </a:lnTo>
                  <a:lnTo>
                    <a:pt x="365456" y="360574"/>
                  </a:lnTo>
                  <a:lnTo>
                    <a:pt x="365636" y="360097"/>
                  </a:lnTo>
                  <a:lnTo>
                    <a:pt x="367140" y="356668"/>
                  </a:lnTo>
                  <a:lnTo>
                    <a:pt x="367391" y="356357"/>
                  </a:lnTo>
                  <a:lnTo>
                    <a:pt x="367406" y="356133"/>
                  </a:lnTo>
                  <a:lnTo>
                    <a:pt x="367342" y="355913"/>
                  </a:lnTo>
                  <a:lnTo>
                    <a:pt x="367227" y="355591"/>
                  </a:lnTo>
                  <a:lnTo>
                    <a:pt x="367162" y="355407"/>
                  </a:lnTo>
                  <a:lnTo>
                    <a:pt x="367095" y="355222"/>
                  </a:lnTo>
                  <a:lnTo>
                    <a:pt x="367034" y="355039"/>
                  </a:lnTo>
                  <a:lnTo>
                    <a:pt x="367075" y="354655"/>
                  </a:lnTo>
                  <a:lnTo>
                    <a:pt x="367104" y="354451"/>
                  </a:lnTo>
                  <a:lnTo>
                    <a:pt x="367230" y="349391"/>
                  </a:lnTo>
                  <a:lnTo>
                    <a:pt x="367236" y="349208"/>
                  </a:lnTo>
                  <a:lnTo>
                    <a:pt x="365089" y="340343"/>
                  </a:lnTo>
                  <a:lnTo>
                    <a:pt x="365075" y="340210"/>
                  </a:lnTo>
                  <a:lnTo>
                    <a:pt x="365105" y="339857"/>
                  </a:lnTo>
                  <a:lnTo>
                    <a:pt x="370100" y="333121"/>
                  </a:lnTo>
                  <a:lnTo>
                    <a:pt x="372133" y="328946"/>
                  </a:lnTo>
                  <a:lnTo>
                    <a:pt x="372148" y="328795"/>
                  </a:lnTo>
                  <a:lnTo>
                    <a:pt x="372156" y="327905"/>
                  </a:lnTo>
                  <a:lnTo>
                    <a:pt x="370366" y="323127"/>
                  </a:lnTo>
                  <a:lnTo>
                    <a:pt x="370209" y="322940"/>
                  </a:lnTo>
                  <a:lnTo>
                    <a:pt x="369084" y="319621"/>
                  </a:lnTo>
                  <a:lnTo>
                    <a:pt x="369322" y="318255"/>
                  </a:lnTo>
                  <a:lnTo>
                    <a:pt x="369419" y="317941"/>
                  </a:lnTo>
                  <a:lnTo>
                    <a:pt x="369718" y="316906"/>
                  </a:lnTo>
                  <a:lnTo>
                    <a:pt x="369921" y="316410"/>
                  </a:lnTo>
                  <a:lnTo>
                    <a:pt x="370512" y="315979"/>
                  </a:lnTo>
                  <a:lnTo>
                    <a:pt x="370678" y="315368"/>
                  </a:lnTo>
                  <a:lnTo>
                    <a:pt x="371873" y="314838"/>
                  </a:lnTo>
                  <a:lnTo>
                    <a:pt x="372066" y="314735"/>
                  </a:lnTo>
                  <a:lnTo>
                    <a:pt x="377889" y="312254"/>
                  </a:lnTo>
                  <a:lnTo>
                    <a:pt x="379277" y="311058"/>
                  </a:lnTo>
                  <a:lnTo>
                    <a:pt x="381208" y="304362"/>
                  </a:lnTo>
                  <a:lnTo>
                    <a:pt x="381468" y="303927"/>
                  </a:lnTo>
                  <a:lnTo>
                    <a:pt x="381734" y="302705"/>
                  </a:lnTo>
                  <a:lnTo>
                    <a:pt x="381629" y="301814"/>
                  </a:lnTo>
                  <a:lnTo>
                    <a:pt x="381634" y="301568"/>
                  </a:lnTo>
                  <a:lnTo>
                    <a:pt x="381702" y="300860"/>
                  </a:lnTo>
                  <a:lnTo>
                    <a:pt x="381808" y="300363"/>
                  </a:lnTo>
                  <a:lnTo>
                    <a:pt x="382407" y="299896"/>
                  </a:lnTo>
                  <a:lnTo>
                    <a:pt x="383148" y="299977"/>
                  </a:lnTo>
                  <a:lnTo>
                    <a:pt x="384438" y="299499"/>
                  </a:lnTo>
                  <a:lnTo>
                    <a:pt x="386293" y="300348"/>
                  </a:lnTo>
                  <a:lnTo>
                    <a:pt x="387458" y="299718"/>
                  </a:lnTo>
                  <a:lnTo>
                    <a:pt x="387703" y="300581"/>
                  </a:lnTo>
                  <a:lnTo>
                    <a:pt x="387906" y="301236"/>
                  </a:lnTo>
                  <a:lnTo>
                    <a:pt x="387946" y="301374"/>
                  </a:lnTo>
                  <a:lnTo>
                    <a:pt x="388616" y="303519"/>
                  </a:lnTo>
                  <a:lnTo>
                    <a:pt x="389851" y="302403"/>
                  </a:lnTo>
                  <a:lnTo>
                    <a:pt x="390276" y="301924"/>
                  </a:lnTo>
                  <a:lnTo>
                    <a:pt x="390446" y="301733"/>
                  </a:lnTo>
                  <a:lnTo>
                    <a:pt x="390611" y="301548"/>
                  </a:lnTo>
                  <a:lnTo>
                    <a:pt x="390826" y="301307"/>
                  </a:lnTo>
                  <a:lnTo>
                    <a:pt x="391079" y="301023"/>
                  </a:lnTo>
                  <a:lnTo>
                    <a:pt x="391505" y="300546"/>
                  </a:lnTo>
                  <a:lnTo>
                    <a:pt x="392095" y="299882"/>
                  </a:lnTo>
                  <a:lnTo>
                    <a:pt x="392517" y="299413"/>
                  </a:lnTo>
                  <a:lnTo>
                    <a:pt x="392917" y="298961"/>
                  </a:lnTo>
                  <a:lnTo>
                    <a:pt x="393343" y="298482"/>
                  </a:lnTo>
                  <a:lnTo>
                    <a:pt x="393683" y="298101"/>
                  </a:lnTo>
                  <a:lnTo>
                    <a:pt x="393936" y="297815"/>
                  </a:lnTo>
                  <a:lnTo>
                    <a:pt x="394190" y="297533"/>
                  </a:lnTo>
                  <a:lnTo>
                    <a:pt x="394441" y="297252"/>
                  </a:lnTo>
                  <a:lnTo>
                    <a:pt x="394610" y="297062"/>
                  </a:lnTo>
                  <a:lnTo>
                    <a:pt x="394863" y="296778"/>
                  </a:lnTo>
                  <a:lnTo>
                    <a:pt x="395036" y="296587"/>
                  </a:lnTo>
                  <a:lnTo>
                    <a:pt x="395207" y="296395"/>
                  </a:lnTo>
                  <a:lnTo>
                    <a:pt x="395365" y="296215"/>
                  </a:lnTo>
                  <a:lnTo>
                    <a:pt x="395521" y="296040"/>
                  </a:lnTo>
                  <a:lnTo>
                    <a:pt x="395774" y="295757"/>
                  </a:lnTo>
                  <a:lnTo>
                    <a:pt x="395943" y="295569"/>
                  </a:lnTo>
                  <a:lnTo>
                    <a:pt x="396113" y="295380"/>
                  </a:lnTo>
                  <a:lnTo>
                    <a:pt x="396283" y="295188"/>
                  </a:lnTo>
                  <a:lnTo>
                    <a:pt x="396536" y="294906"/>
                  </a:lnTo>
                  <a:lnTo>
                    <a:pt x="396707" y="294708"/>
                  </a:lnTo>
                  <a:lnTo>
                    <a:pt x="396907" y="294488"/>
                  </a:lnTo>
                  <a:lnTo>
                    <a:pt x="397164" y="294199"/>
                  </a:lnTo>
                  <a:lnTo>
                    <a:pt x="397333" y="294009"/>
                  </a:lnTo>
                  <a:lnTo>
                    <a:pt x="397512" y="293807"/>
                  </a:lnTo>
                  <a:lnTo>
                    <a:pt x="397682" y="293617"/>
                  </a:lnTo>
                  <a:lnTo>
                    <a:pt x="397939" y="293329"/>
                  </a:lnTo>
                  <a:lnTo>
                    <a:pt x="398108" y="293140"/>
                  </a:lnTo>
                  <a:lnTo>
                    <a:pt x="398275" y="292952"/>
                  </a:lnTo>
                  <a:lnTo>
                    <a:pt x="398446" y="292762"/>
                  </a:lnTo>
                  <a:lnTo>
                    <a:pt x="398614" y="292574"/>
                  </a:lnTo>
                  <a:lnTo>
                    <a:pt x="398867" y="292290"/>
                  </a:lnTo>
                  <a:lnTo>
                    <a:pt x="399035" y="292100"/>
                  </a:lnTo>
                  <a:lnTo>
                    <a:pt x="399202" y="291913"/>
                  </a:lnTo>
                  <a:lnTo>
                    <a:pt x="399374" y="291721"/>
                  </a:lnTo>
                  <a:lnTo>
                    <a:pt x="399545" y="291530"/>
                  </a:lnTo>
                  <a:lnTo>
                    <a:pt x="399712" y="291339"/>
                  </a:lnTo>
                  <a:lnTo>
                    <a:pt x="399880" y="291150"/>
                  </a:lnTo>
                  <a:lnTo>
                    <a:pt x="400121" y="290883"/>
                  </a:lnTo>
                  <a:lnTo>
                    <a:pt x="400246" y="290740"/>
                  </a:lnTo>
                  <a:lnTo>
                    <a:pt x="400413" y="290550"/>
                  </a:lnTo>
                  <a:lnTo>
                    <a:pt x="400661" y="290274"/>
                  </a:lnTo>
                  <a:lnTo>
                    <a:pt x="400911" y="289991"/>
                  </a:lnTo>
                  <a:lnTo>
                    <a:pt x="401162" y="289707"/>
                  </a:lnTo>
                  <a:lnTo>
                    <a:pt x="401332" y="289517"/>
                  </a:lnTo>
                  <a:lnTo>
                    <a:pt x="401502" y="289326"/>
                  </a:lnTo>
                  <a:lnTo>
                    <a:pt x="401916" y="289127"/>
                  </a:lnTo>
                  <a:lnTo>
                    <a:pt x="402156" y="289113"/>
                  </a:lnTo>
                  <a:lnTo>
                    <a:pt x="402408" y="289098"/>
                  </a:lnTo>
                  <a:lnTo>
                    <a:pt x="402662" y="289082"/>
                  </a:lnTo>
                  <a:lnTo>
                    <a:pt x="402913" y="289068"/>
                  </a:lnTo>
                  <a:lnTo>
                    <a:pt x="403163" y="289054"/>
                  </a:lnTo>
                  <a:lnTo>
                    <a:pt x="403662" y="289026"/>
                  </a:lnTo>
                  <a:lnTo>
                    <a:pt x="403754" y="288778"/>
                  </a:lnTo>
                  <a:lnTo>
                    <a:pt x="403672" y="288540"/>
                  </a:lnTo>
                  <a:lnTo>
                    <a:pt x="403590" y="288300"/>
                  </a:lnTo>
                  <a:lnTo>
                    <a:pt x="403513" y="288077"/>
                  </a:lnTo>
                  <a:lnTo>
                    <a:pt x="403451" y="287900"/>
                  </a:lnTo>
                  <a:lnTo>
                    <a:pt x="403346" y="287522"/>
                  </a:lnTo>
                  <a:lnTo>
                    <a:pt x="403338" y="287271"/>
                  </a:lnTo>
                  <a:lnTo>
                    <a:pt x="403328" y="286783"/>
                  </a:lnTo>
                  <a:lnTo>
                    <a:pt x="403336" y="286476"/>
                  </a:lnTo>
                  <a:lnTo>
                    <a:pt x="403349" y="286098"/>
                  </a:lnTo>
                  <a:lnTo>
                    <a:pt x="403360" y="285720"/>
                  </a:lnTo>
                  <a:lnTo>
                    <a:pt x="403368" y="285453"/>
                  </a:lnTo>
                  <a:lnTo>
                    <a:pt x="403377" y="285235"/>
                  </a:lnTo>
                  <a:lnTo>
                    <a:pt x="403385" y="285092"/>
                  </a:lnTo>
                  <a:lnTo>
                    <a:pt x="403411" y="284900"/>
                  </a:lnTo>
                  <a:lnTo>
                    <a:pt x="403453" y="284626"/>
                  </a:lnTo>
                  <a:lnTo>
                    <a:pt x="403381" y="284271"/>
                  </a:lnTo>
                  <a:lnTo>
                    <a:pt x="403307" y="283901"/>
                  </a:lnTo>
                  <a:lnTo>
                    <a:pt x="403231" y="283529"/>
                  </a:lnTo>
                  <a:lnTo>
                    <a:pt x="403182" y="283283"/>
                  </a:lnTo>
                  <a:lnTo>
                    <a:pt x="403080" y="282837"/>
                  </a:lnTo>
                  <a:lnTo>
                    <a:pt x="402956" y="282479"/>
                  </a:lnTo>
                  <a:lnTo>
                    <a:pt x="402830" y="282122"/>
                  </a:lnTo>
                  <a:lnTo>
                    <a:pt x="402705" y="281767"/>
                  </a:lnTo>
                  <a:lnTo>
                    <a:pt x="402624" y="281528"/>
                  </a:lnTo>
                  <a:lnTo>
                    <a:pt x="402372" y="280870"/>
                  </a:lnTo>
                  <a:lnTo>
                    <a:pt x="402272" y="280645"/>
                  </a:lnTo>
                  <a:lnTo>
                    <a:pt x="402151" y="280378"/>
                  </a:lnTo>
                  <a:lnTo>
                    <a:pt x="402046" y="280146"/>
                  </a:lnTo>
                  <a:lnTo>
                    <a:pt x="401941" y="279915"/>
                  </a:lnTo>
                  <a:lnTo>
                    <a:pt x="401850" y="279714"/>
                  </a:lnTo>
                  <a:lnTo>
                    <a:pt x="401756" y="279503"/>
                  </a:lnTo>
                  <a:lnTo>
                    <a:pt x="401633" y="279226"/>
                  </a:lnTo>
                  <a:lnTo>
                    <a:pt x="401568" y="279051"/>
                  </a:lnTo>
                  <a:lnTo>
                    <a:pt x="401479" y="278833"/>
                  </a:lnTo>
                  <a:lnTo>
                    <a:pt x="401413" y="278430"/>
                  </a:lnTo>
                  <a:lnTo>
                    <a:pt x="401598" y="278255"/>
                  </a:lnTo>
                  <a:lnTo>
                    <a:pt x="401967" y="277913"/>
                  </a:lnTo>
                  <a:lnTo>
                    <a:pt x="402426" y="277483"/>
                  </a:lnTo>
                  <a:lnTo>
                    <a:pt x="402796" y="277140"/>
                  </a:lnTo>
                  <a:lnTo>
                    <a:pt x="403168" y="276794"/>
                  </a:lnTo>
                  <a:lnTo>
                    <a:pt x="403536" y="276449"/>
                  </a:lnTo>
                  <a:lnTo>
                    <a:pt x="403907" y="276104"/>
                  </a:lnTo>
                  <a:lnTo>
                    <a:pt x="404183" y="275851"/>
                  </a:lnTo>
                  <a:lnTo>
                    <a:pt x="404461" y="275591"/>
                  </a:lnTo>
                  <a:lnTo>
                    <a:pt x="404739" y="275332"/>
                  </a:lnTo>
                  <a:lnTo>
                    <a:pt x="404923" y="275160"/>
                  </a:lnTo>
                  <a:lnTo>
                    <a:pt x="405251" y="273942"/>
                  </a:lnTo>
                  <a:lnTo>
                    <a:pt x="404693" y="273403"/>
                  </a:lnTo>
                  <a:lnTo>
                    <a:pt x="404618" y="273145"/>
                  </a:lnTo>
                  <a:lnTo>
                    <a:pt x="404660" y="272942"/>
                  </a:lnTo>
                  <a:lnTo>
                    <a:pt x="404704" y="272754"/>
                  </a:lnTo>
                  <a:lnTo>
                    <a:pt x="404435" y="272156"/>
                  </a:lnTo>
                  <a:lnTo>
                    <a:pt x="404659" y="271973"/>
                  </a:lnTo>
                  <a:lnTo>
                    <a:pt x="404875" y="271926"/>
                  </a:lnTo>
                  <a:lnTo>
                    <a:pt x="405073" y="271828"/>
                  </a:lnTo>
                  <a:lnTo>
                    <a:pt x="405004" y="271487"/>
                  </a:lnTo>
                  <a:lnTo>
                    <a:pt x="404971" y="271306"/>
                  </a:lnTo>
                  <a:lnTo>
                    <a:pt x="404659" y="270965"/>
                  </a:lnTo>
                  <a:lnTo>
                    <a:pt x="404354" y="270572"/>
                  </a:lnTo>
                  <a:lnTo>
                    <a:pt x="404257" y="270407"/>
                  </a:lnTo>
                  <a:lnTo>
                    <a:pt x="403943" y="270063"/>
                  </a:lnTo>
                  <a:lnTo>
                    <a:pt x="403440" y="269943"/>
                  </a:lnTo>
                  <a:lnTo>
                    <a:pt x="402969" y="269848"/>
                  </a:lnTo>
                  <a:lnTo>
                    <a:pt x="402649" y="269724"/>
                  </a:lnTo>
                  <a:lnTo>
                    <a:pt x="402436" y="269649"/>
                  </a:lnTo>
                  <a:lnTo>
                    <a:pt x="402066" y="269349"/>
                  </a:lnTo>
                  <a:lnTo>
                    <a:pt x="401890" y="269134"/>
                  </a:lnTo>
                  <a:lnTo>
                    <a:pt x="401664" y="268647"/>
                  </a:lnTo>
                  <a:lnTo>
                    <a:pt x="401541" y="268355"/>
                  </a:lnTo>
                  <a:lnTo>
                    <a:pt x="401468" y="268142"/>
                  </a:lnTo>
                  <a:lnTo>
                    <a:pt x="401171" y="267317"/>
                  </a:lnTo>
                  <a:lnTo>
                    <a:pt x="401014" y="266875"/>
                  </a:lnTo>
                  <a:lnTo>
                    <a:pt x="400617" y="265681"/>
                  </a:lnTo>
                  <a:lnTo>
                    <a:pt x="400376" y="265650"/>
                  </a:lnTo>
                  <a:lnTo>
                    <a:pt x="399843" y="265824"/>
                  </a:lnTo>
                  <a:lnTo>
                    <a:pt x="399713" y="265824"/>
                  </a:lnTo>
                  <a:lnTo>
                    <a:pt x="399521" y="265794"/>
                  </a:lnTo>
                  <a:lnTo>
                    <a:pt x="399266" y="265752"/>
                  </a:lnTo>
                  <a:lnTo>
                    <a:pt x="398872" y="265733"/>
                  </a:lnTo>
                  <a:lnTo>
                    <a:pt x="398588" y="265709"/>
                  </a:lnTo>
                  <a:lnTo>
                    <a:pt x="398289" y="265568"/>
                  </a:lnTo>
                  <a:lnTo>
                    <a:pt x="397995" y="265364"/>
                  </a:lnTo>
                  <a:lnTo>
                    <a:pt x="397505" y="264880"/>
                  </a:lnTo>
                  <a:lnTo>
                    <a:pt x="397221" y="264625"/>
                  </a:lnTo>
                  <a:lnTo>
                    <a:pt x="395889" y="263672"/>
                  </a:lnTo>
                  <a:lnTo>
                    <a:pt x="395570" y="263742"/>
                  </a:lnTo>
                  <a:lnTo>
                    <a:pt x="394740" y="263827"/>
                  </a:lnTo>
                  <a:lnTo>
                    <a:pt x="394539" y="263873"/>
                  </a:lnTo>
                  <a:lnTo>
                    <a:pt x="394238" y="263715"/>
                  </a:lnTo>
                  <a:lnTo>
                    <a:pt x="393875" y="263636"/>
                  </a:lnTo>
                  <a:lnTo>
                    <a:pt x="393462" y="263537"/>
                  </a:lnTo>
                  <a:lnTo>
                    <a:pt x="393149" y="263465"/>
                  </a:lnTo>
                  <a:lnTo>
                    <a:pt x="392907" y="263413"/>
                  </a:lnTo>
                  <a:lnTo>
                    <a:pt x="392699" y="263365"/>
                  </a:lnTo>
                  <a:lnTo>
                    <a:pt x="392228" y="263032"/>
                  </a:lnTo>
                  <a:lnTo>
                    <a:pt x="392187" y="262550"/>
                  </a:lnTo>
                  <a:lnTo>
                    <a:pt x="392121" y="262260"/>
                  </a:lnTo>
                  <a:lnTo>
                    <a:pt x="391660" y="262132"/>
                  </a:lnTo>
                  <a:lnTo>
                    <a:pt x="389687" y="259814"/>
                  </a:lnTo>
                  <a:lnTo>
                    <a:pt x="388813" y="259174"/>
                  </a:lnTo>
                  <a:lnTo>
                    <a:pt x="388380" y="258975"/>
                  </a:lnTo>
                  <a:lnTo>
                    <a:pt x="387917" y="258578"/>
                  </a:lnTo>
                  <a:lnTo>
                    <a:pt x="387764" y="258411"/>
                  </a:lnTo>
                  <a:lnTo>
                    <a:pt x="386945" y="257804"/>
                  </a:lnTo>
                  <a:lnTo>
                    <a:pt x="386530" y="257275"/>
                  </a:lnTo>
                  <a:lnTo>
                    <a:pt x="386267" y="256953"/>
                  </a:lnTo>
                  <a:lnTo>
                    <a:pt x="386162" y="256752"/>
                  </a:lnTo>
                  <a:lnTo>
                    <a:pt x="385687" y="256234"/>
                  </a:lnTo>
                  <a:lnTo>
                    <a:pt x="384938" y="255339"/>
                  </a:lnTo>
                  <a:lnTo>
                    <a:pt x="384225" y="254385"/>
                  </a:lnTo>
                  <a:lnTo>
                    <a:pt x="383943" y="254161"/>
                  </a:lnTo>
                  <a:lnTo>
                    <a:pt x="383587" y="253888"/>
                  </a:lnTo>
                  <a:lnTo>
                    <a:pt x="383038" y="253371"/>
                  </a:lnTo>
                  <a:lnTo>
                    <a:pt x="382683" y="253076"/>
                  </a:lnTo>
                  <a:lnTo>
                    <a:pt x="381247" y="251948"/>
                  </a:lnTo>
                  <a:lnTo>
                    <a:pt x="380923" y="251672"/>
                  </a:lnTo>
                  <a:lnTo>
                    <a:pt x="378183" y="249703"/>
                  </a:lnTo>
                  <a:lnTo>
                    <a:pt x="377102" y="249127"/>
                  </a:lnTo>
                  <a:lnTo>
                    <a:pt x="376949" y="249333"/>
                  </a:lnTo>
                  <a:lnTo>
                    <a:pt x="376672" y="249539"/>
                  </a:lnTo>
                  <a:lnTo>
                    <a:pt x="376452" y="249479"/>
                  </a:lnTo>
                  <a:lnTo>
                    <a:pt x="375976" y="249311"/>
                  </a:lnTo>
                  <a:lnTo>
                    <a:pt x="375788" y="249390"/>
                  </a:lnTo>
                  <a:lnTo>
                    <a:pt x="375603" y="249511"/>
                  </a:lnTo>
                  <a:lnTo>
                    <a:pt x="375533" y="249639"/>
                  </a:lnTo>
                  <a:lnTo>
                    <a:pt x="374589" y="249742"/>
                  </a:lnTo>
                  <a:lnTo>
                    <a:pt x="374267" y="249354"/>
                  </a:lnTo>
                  <a:lnTo>
                    <a:pt x="373771" y="248821"/>
                  </a:lnTo>
                  <a:lnTo>
                    <a:pt x="373641" y="248781"/>
                  </a:lnTo>
                  <a:lnTo>
                    <a:pt x="373338" y="248533"/>
                  </a:lnTo>
                  <a:lnTo>
                    <a:pt x="373211" y="248449"/>
                  </a:lnTo>
                  <a:lnTo>
                    <a:pt x="372712" y="248060"/>
                  </a:lnTo>
                  <a:lnTo>
                    <a:pt x="372444" y="247753"/>
                  </a:lnTo>
                  <a:lnTo>
                    <a:pt x="371524" y="245858"/>
                  </a:lnTo>
                  <a:lnTo>
                    <a:pt x="369531" y="242657"/>
                  </a:lnTo>
                  <a:lnTo>
                    <a:pt x="369489" y="242524"/>
                  </a:lnTo>
                  <a:lnTo>
                    <a:pt x="369502" y="240901"/>
                  </a:lnTo>
                  <a:lnTo>
                    <a:pt x="369561" y="240624"/>
                  </a:lnTo>
                  <a:lnTo>
                    <a:pt x="369628" y="240368"/>
                  </a:lnTo>
                  <a:lnTo>
                    <a:pt x="369841" y="239955"/>
                  </a:lnTo>
                  <a:lnTo>
                    <a:pt x="370026" y="239650"/>
                  </a:lnTo>
                  <a:lnTo>
                    <a:pt x="370224" y="239272"/>
                  </a:lnTo>
                  <a:lnTo>
                    <a:pt x="370495" y="238709"/>
                  </a:lnTo>
                  <a:lnTo>
                    <a:pt x="371093" y="238064"/>
                  </a:lnTo>
                  <a:lnTo>
                    <a:pt x="370893" y="237721"/>
                  </a:lnTo>
                  <a:lnTo>
                    <a:pt x="370790" y="237541"/>
                  </a:lnTo>
                  <a:lnTo>
                    <a:pt x="370380" y="236816"/>
                  </a:lnTo>
                  <a:lnTo>
                    <a:pt x="370207" y="236494"/>
                  </a:lnTo>
                  <a:lnTo>
                    <a:pt x="370108" y="236301"/>
                  </a:lnTo>
                  <a:lnTo>
                    <a:pt x="370027" y="236152"/>
                  </a:lnTo>
                  <a:lnTo>
                    <a:pt x="369947" y="236007"/>
                  </a:lnTo>
                  <a:lnTo>
                    <a:pt x="369809" y="235753"/>
                  </a:lnTo>
                  <a:lnTo>
                    <a:pt x="369531" y="235241"/>
                  </a:lnTo>
                  <a:lnTo>
                    <a:pt x="369357" y="234930"/>
                  </a:lnTo>
                  <a:lnTo>
                    <a:pt x="369271" y="234788"/>
                  </a:lnTo>
                  <a:lnTo>
                    <a:pt x="369102" y="234482"/>
                  </a:lnTo>
                  <a:lnTo>
                    <a:pt x="369016" y="234324"/>
                  </a:lnTo>
                  <a:lnTo>
                    <a:pt x="368917" y="234141"/>
                  </a:lnTo>
                  <a:lnTo>
                    <a:pt x="368831" y="233984"/>
                  </a:lnTo>
                  <a:lnTo>
                    <a:pt x="368576" y="233540"/>
                  </a:lnTo>
                  <a:lnTo>
                    <a:pt x="368437" y="233289"/>
                  </a:lnTo>
                  <a:lnTo>
                    <a:pt x="368241" y="232942"/>
                  </a:lnTo>
                  <a:lnTo>
                    <a:pt x="368006" y="232504"/>
                  </a:lnTo>
                  <a:lnTo>
                    <a:pt x="367927" y="232358"/>
                  </a:lnTo>
                  <a:lnTo>
                    <a:pt x="367847" y="232210"/>
                  </a:lnTo>
                  <a:lnTo>
                    <a:pt x="367755" y="232052"/>
                  </a:lnTo>
                  <a:lnTo>
                    <a:pt x="367414" y="231432"/>
                  </a:lnTo>
                  <a:lnTo>
                    <a:pt x="367302" y="231234"/>
                  </a:lnTo>
                  <a:lnTo>
                    <a:pt x="367025" y="230713"/>
                  </a:lnTo>
                  <a:lnTo>
                    <a:pt x="366862" y="230424"/>
                  </a:lnTo>
                  <a:lnTo>
                    <a:pt x="366506" y="229735"/>
                  </a:lnTo>
                  <a:lnTo>
                    <a:pt x="366379" y="229405"/>
                  </a:lnTo>
                  <a:lnTo>
                    <a:pt x="366237" y="229034"/>
                  </a:lnTo>
                  <a:lnTo>
                    <a:pt x="366172" y="228863"/>
                  </a:lnTo>
                  <a:lnTo>
                    <a:pt x="366017" y="228443"/>
                  </a:lnTo>
                  <a:lnTo>
                    <a:pt x="365792" y="227863"/>
                  </a:lnTo>
                  <a:lnTo>
                    <a:pt x="365703" y="227637"/>
                  </a:lnTo>
                  <a:lnTo>
                    <a:pt x="365529" y="227244"/>
                  </a:lnTo>
                  <a:lnTo>
                    <a:pt x="365457" y="227068"/>
                  </a:lnTo>
                  <a:lnTo>
                    <a:pt x="365310" y="226728"/>
                  </a:lnTo>
                  <a:lnTo>
                    <a:pt x="365223" y="226524"/>
                  </a:lnTo>
                  <a:lnTo>
                    <a:pt x="365083" y="226135"/>
                  </a:lnTo>
                  <a:lnTo>
                    <a:pt x="365010" y="225904"/>
                  </a:lnTo>
                  <a:lnTo>
                    <a:pt x="364694" y="225038"/>
                  </a:lnTo>
                  <a:lnTo>
                    <a:pt x="364628" y="224866"/>
                  </a:lnTo>
                  <a:lnTo>
                    <a:pt x="364499" y="224557"/>
                  </a:lnTo>
                  <a:lnTo>
                    <a:pt x="364312" y="224068"/>
                  </a:lnTo>
                  <a:lnTo>
                    <a:pt x="364195" y="223797"/>
                  </a:lnTo>
                  <a:lnTo>
                    <a:pt x="364099" y="223510"/>
                  </a:lnTo>
                  <a:lnTo>
                    <a:pt x="364042" y="223378"/>
                  </a:lnTo>
                  <a:lnTo>
                    <a:pt x="363865" y="222964"/>
                  </a:lnTo>
                  <a:lnTo>
                    <a:pt x="363724" y="222704"/>
                  </a:lnTo>
                  <a:lnTo>
                    <a:pt x="363623" y="222496"/>
                  </a:lnTo>
                  <a:lnTo>
                    <a:pt x="363521" y="222289"/>
                  </a:lnTo>
                  <a:lnTo>
                    <a:pt x="363427" y="222096"/>
                  </a:lnTo>
                  <a:lnTo>
                    <a:pt x="363357" y="221968"/>
                  </a:lnTo>
                  <a:lnTo>
                    <a:pt x="363144" y="221506"/>
                  </a:lnTo>
                  <a:lnTo>
                    <a:pt x="362873" y="220729"/>
                  </a:lnTo>
                  <a:lnTo>
                    <a:pt x="362846" y="220571"/>
                  </a:lnTo>
                  <a:lnTo>
                    <a:pt x="362718" y="220054"/>
                  </a:lnTo>
                  <a:lnTo>
                    <a:pt x="362680" y="219867"/>
                  </a:lnTo>
                  <a:lnTo>
                    <a:pt x="362580" y="219483"/>
                  </a:lnTo>
                  <a:lnTo>
                    <a:pt x="362561" y="219333"/>
                  </a:lnTo>
                  <a:lnTo>
                    <a:pt x="362562" y="219060"/>
                  </a:lnTo>
                  <a:lnTo>
                    <a:pt x="362486" y="218559"/>
                  </a:lnTo>
                  <a:lnTo>
                    <a:pt x="362293" y="217839"/>
                  </a:lnTo>
                  <a:lnTo>
                    <a:pt x="362241" y="217614"/>
                  </a:lnTo>
                  <a:lnTo>
                    <a:pt x="362136" y="217333"/>
                  </a:lnTo>
                  <a:lnTo>
                    <a:pt x="362068" y="217125"/>
                  </a:lnTo>
                  <a:lnTo>
                    <a:pt x="361479" y="216245"/>
                  </a:lnTo>
                  <a:lnTo>
                    <a:pt x="361276" y="216065"/>
                  </a:lnTo>
                  <a:lnTo>
                    <a:pt x="360680" y="215132"/>
                  </a:lnTo>
                  <a:lnTo>
                    <a:pt x="360589" y="214946"/>
                  </a:lnTo>
                  <a:lnTo>
                    <a:pt x="360376" y="214289"/>
                  </a:lnTo>
                  <a:lnTo>
                    <a:pt x="360312" y="213922"/>
                  </a:lnTo>
                  <a:lnTo>
                    <a:pt x="360275" y="213738"/>
                  </a:lnTo>
                  <a:lnTo>
                    <a:pt x="360223" y="213517"/>
                  </a:lnTo>
                  <a:lnTo>
                    <a:pt x="360131" y="213194"/>
                  </a:lnTo>
                  <a:lnTo>
                    <a:pt x="360061" y="212952"/>
                  </a:lnTo>
                  <a:lnTo>
                    <a:pt x="359780" y="212433"/>
                  </a:lnTo>
                  <a:lnTo>
                    <a:pt x="359674" y="212049"/>
                  </a:lnTo>
                  <a:lnTo>
                    <a:pt x="359599" y="211739"/>
                  </a:lnTo>
                  <a:lnTo>
                    <a:pt x="359379" y="211313"/>
                  </a:lnTo>
                  <a:lnTo>
                    <a:pt x="359163" y="210957"/>
                  </a:lnTo>
                  <a:lnTo>
                    <a:pt x="358899" y="210595"/>
                  </a:lnTo>
                  <a:lnTo>
                    <a:pt x="358793" y="210357"/>
                  </a:lnTo>
                  <a:lnTo>
                    <a:pt x="358586" y="209913"/>
                  </a:lnTo>
                  <a:lnTo>
                    <a:pt x="358411" y="209512"/>
                  </a:lnTo>
                  <a:lnTo>
                    <a:pt x="358366" y="209361"/>
                  </a:lnTo>
                  <a:lnTo>
                    <a:pt x="358240" y="209081"/>
                  </a:lnTo>
                  <a:lnTo>
                    <a:pt x="358128" y="208787"/>
                  </a:lnTo>
                  <a:lnTo>
                    <a:pt x="358046" y="208659"/>
                  </a:lnTo>
                  <a:lnTo>
                    <a:pt x="357913" y="208275"/>
                  </a:lnTo>
                  <a:lnTo>
                    <a:pt x="357804" y="208021"/>
                  </a:lnTo>
                  <a:lnTo>
                    <a:pt x="357763" y="206709"/>
                  </a:lnTo>
                  <a:lnTo>
                    <a:pt x="357756" y="206523"/>
                  </a:lnTo>
                  <a:lnTo>
                    <a:pt x="357737" y="206092"/>
                  </a:lnTo>
                  <a:lnTo>
                    <a:pt x="357756" y="205598"/>
                  </a:lnTo>
                  <a:lnTo>
                    <a:pt x="357731" y="205418"/>
                  </a:lnTo>
                  <a:lnTo>
                    <a:pt x="357687" y="204951"/>
                  </a:lnTo>
                  <a:lnTo>
                    <a:pt x="357688" y="204626"/>
                  </a:lnTo>
                  <a:lnTo>
                    <a:pt x="357657" y="204454"/>
                  </a:lnTo>
                  <a:lnTo>
                    <a:pt x="357612" y="204083"/>
                  </a:lnTo>
                  <a:lnTo>
                    <a:pt x="357615" y="203562"/>
                  </a:lnTo>
                  <a:lnTo>
                    <a:pt x="357580" y="203273"/>
                  </a:lnTo>
                  <a:lnTo>
                    <a:pt x="357550" y="203107"/>
                  </a:lnTo>
                  <a:lnTo>
                    <a:pt x="357533" y="202891"/>
                  </a:lnTo>
                  <a:lnTo>
                    <a:pt x="357544" y="202536"/>
                  </a:lnTo>
                  <a:lnTo>
                    <a:pt x="357557" y="201784"/>
                  </a:lnTo>
                  <a:lnTo>
                    <a:pt x="357519" y="201577"/>
                  </a:lnTo>
                  <a:lnTo>
                    <a:pt x="357500" y="201391"/>
                  </a:lnTo>
                  <a:lnTo>
                    <a:pt x="357488" y="201158"/>
                  </a:lnTo>
                  <a:lnTo>
                    <a:pt x="357485" y="200878"/>
                  </a:lnTo>
                  <a:lnTo>
                    <a:pt x="357447" y="200681"/>
                  </a:lnTo>
                  <a:lnTo>
                    <a:pt x="357415" y="200549"/>
                  </a:lnTo>
                  <a:lnTo>
                    <a:pt x="357335" y="200068"/>
                  </a:lnTo>
                  <a:lnTo>
                    <a:pt x="357243" y="199671"/>
                  </a:lnTo>
                  <a:lnTo>
                    <a:pt x="357168" y="199328"/>
                  </a:lnTo>
                  <a:lnTo>
                    <a:pt x="357076" y="198751"/>
                  </a:lnTo>
                  <a:lnTo>
                    <a:pt x="357076" y="198414"/>
                  </a:lnTo>
                  <a:lnTo>
                    <a:pt x="357092" y="198042"/>
                  </a:lnTo>
                  <a:lnTo>
                    <a:pt x="357111" y="197660"/>
                  </a:lnTo>
                  <a:lnTo>
                    <a:pt x="357127" y="197292"/>
                  </a:lnTo>
                  <a:lnTo>
                    <a:pt x="357114" y="197095"/>
                  </a:lnTo>
                  <a:lnTo>
                    <a:pt x="357149" y="196789"/>
                  </a:lnTo>
                  <a:lnTo>
                    <a:pt x="357118" y="196633"/>
                  </a:lnTo>
                  <a:lnTo>
                    <a:pt x="357061" y="196392"/>
                  </a:lnTo>
                  <a:lnTo>
                    <a:pt x="357035" y="196237"/>
                  </a:lnTo>
                  <a:lnTo>
                    <a:pt x="357075" y="195952"/>
                  </a:lnTo>
                  <a:lnTo>
                    <a:pt x="356981" y="195560"/>
                  </a:lnTo>
                  <a:lnTo>
                    <a:pt x="356932" y="195338"/>
                  </a:lnTo>
                  <a:lnTo>
                    <a:pt x="356897" y="194909"/>
                  </a:lnTo>
                  <a:lnTo>
                    <a:pt x="356852" y="194741"/>
                  </a:lnTo>
                  <a:lnTo>
                    <a:pt x="356770" y="194409"/>
                  </a:lnTo>
                  <a:lnTo>
                    <a:pt x="356725" y="193859"/>
                  </a:lnTo>
                  <a:lnTo>
                    <a:pt x="356718" y="193615"/>
                  </a:lnTo>
                  <a:lnTo>
                    <a:pt x="356688" y="193082"/>
                  </a:lnTo>
                  <a:lnTo>
                    <a:pt x="356627" y="192732"/>
                  </a:lnTo>
                  <a:lnTo>
                    <a:pt x="356609" y="192580"/>
                  </a:lnTo>
                  <a:lnTo>
                    <a:pt x="356579" y="192272"/>
                  </a:lnTo>
                  <a:lnTo>
                    <a:pt x="356614" y="191527"/>
                  </a:lnTo>
                  <a:lnTo>
                    <a:pt x="356612" y="191284"/>
                  </a:lnTo>
                  <a:lnTo>
                    <a:pt x="356577" y="190865"/>
                  </a:lnTo>
                  <a:lnTo>
                    <a:pt x="356568" y="190715"/>
                  </a:lnTo>
                  <a:lnTo>
                    <a:pt x="356533" y="190480"/>
                  </a:lnTo>
                  <a:lnTo>
                    <a:pt x="356511" y="190308"/>
                  </a:lnTo>
                  <a:lnTo>
                    <a:pt x="356520" y="190097"/>
                  </a:lnTo>
                  <a:lnTo>
                    <a:pt x="356441" y="187679"/>
                  </a:lnTo>
                  <a:lnTo>
                    <a:pt x="356436" y="187459"/>
                  </a:lnTo>
                  <a:lnTo>
                    <a:pt x="356431" y="187318"/>
                  </a:lnTo>
                  <a:lnTo>
                    <a:pt x="356349" y="186638"/>
                  </a:lnTo>
                  <a:lnTo>
                    <a:pt x="356268" y="186116"/>
                  </a:lnTo>
                  <a:lnTo>
                    <a:pt x="356114" y="185459"/>
                  </a:lnTo>
                  <a:lnTo>
                    <a:pt x="356164" y="185142"/>
                  </a:lnTo>
                  <a:lnTo>
                    <a:pt x="356199" y="184221"/>
                  </a:lnTo>
                  <a:lnTo>
                    <a:pt x="356133" y="184023"/>
                  </a:lnTo>
                  <a:lnTo>
                    <a:pt x="356055" y="183543"/>
                  </a:lnTo>
                  <a:lnTo>
                    <a:pt x="356083" y="183249"/>
                  </a:lnTo>
                  <a:lnTo>
                    <a:pt x="356099" y="182776"/>
                  </a:lnTo>
                  <a:lnTo>
                    <a:pt x="356117" y="182393"/>
                  </a:lnTo>
                  <a:lnTo>
                    <a:pt x="356239" y="181973"/>
                  </a:lnTo>
                  <a:lnTo>
                    <a:pt x="356344" y="181581"/>
                  </a:lnTo>
                  <a:lnTo>
                    <a:pt x="356412" y="181426"/>
                  </a:lnTo>
                  <a:lnTo>
                    <a:pt x="356633" y="180808"/>
                  </a:lnTo>
                  <a:lnTo>
                    <a:pt x="356621" y="180532"/>
                  </a:lnTo>
                  <a:lnTo>
                    <a:pt x="356549" y="180136"/>
                  </a:lnTo>
                  <a:lnTo>
                    <a:pt x="356484" y="179336"/>
                  </a:lnTo>
                  <a:lnTo>
                    <a:pt x="356406" y="178706"/>
                  </a:lnTo>
                  <a:lnTo>
                    <a:pt x="356203" y="177985"/>
                  </a:lnTo>
                  <a:lnTo>
                    <a:pt x="356064" y="177369"/>
                  </a:lnTo>
                  <a:lnTo>
                    <a:pt x="356022" y="177208"/>
                  </a:lnTo>
                  <a:lnTo>
                    <a:pt x="355982" y="177057"/>
                  </a:lnTo>
                  <a:lnTo>
                    <a:pt x="355962" y="176865"/>
                  </a:lnTo>
                  <a:lnTo>
                    <a:pt x="355919" y="176505"/>
                  </a:lnTo>
                  <a:lnTo>
                    <a:pt x="355856" y="176195"/>
                  </a:lnTo>
                  <a:lnTo>
                    <a:pt x="355959" y="175758"/>
                  </a:lnTo>
                  <a:lnTo>
                    <a:pt x="355884" y="175607"/>
                  </a:lnTo>
                  <a:lnTo>
                    <a:pt x="355719" y="175274"/>
                  </a:lnTo>
                  <a:lnTo>
                    <a:pt x="355418" y="174974"/>
                  </a:lnTo>
                  <a:lnTo>
                    <a:pt x="355314" y="174531"/>
                  </a:lnTo>
                  <a:lnTo>
                    <a:pt x="355212" y="173438"/>
                  </a:lnTo>
                  <a:lnTo>
                    <a:pt x="355180" y="173051"/>
                  </a:lnTo>
                  <a:lnTo>
                    <a:pt x="355158" y="172441"/>
                  </a:lnTo>
                  <a:lnTo>
                    <a:pt x="355032" y="171391"/>
                  </a:lnTo>
                  <a:lnTo>
                    <a:pt x="355029" y="171132"/>
                  </a:lnTo>
                  <a:lnTo>
                    <a:pt x="354977" y="170784"/>
                  </a:lnTo>
                  <a:lnTo>
                    <a:pt x="354962" y="170596"/>
                  </a:lnTo>
                  <a:lnTo>
                    <a:pt x="354931" y="170307"/>
                  </a:lnTo>
                  <a:lnTo>
                    <a:pt x="354920" y="170153"/>
                  </a:lnTo>
                  <a:lnTo>
                    <a:pt x="354861" y="169787"/>
                  </a:lnTo>
                  <a:lnTo>
                    <a:pt x="354926" y="169630"/>
                  </a:lnTo>
                  <a:lnTo>
                    <a:pt x="354943" y="169388"/>
                  </a:lnTo>
                  <a:lnTo>
                    <a:pt x="354968" y="169248"/>
                  </a:lnTo>
                  <a:lnTo>
                    <a:pt x="354943" y="169032"/>
                  </a:lnTo>
                  <a:lnTo>
                    <a:pt x="354723" y="168341"/>
                  </a:lnTo>
                  <a:lnTo>
                    <a:pt x="352997" y="166840"/>
                  </a:lnTo>
                  <a:lnTo>
                    <a:pt x="352602" y="166500"/>
                  </a:lnTo>
                  <a:lnTo>
                    <a:pt x="352357" y="166289"/>
                  </a:lnTo>
                  <a:lnTo>
                    <a:pt x="351985" y="165976"/>
                  </a:lnTo>
                  <a:lnTo>
                    <a:pt x="351585" y="165637"/>
                  </a:lnTo>
                  <a:lnTo>
                    <a:pt x="351048" y="165058"/>
                  </a:lnTo>
                  <a:lnTo>
                    <a:pt x="349077" y="159339"/>
                  </a:lnTo>
                  <a:lnTo>
                    <a:pt x="348723" y="159195"/>
                  </a:lnTo>
                  <a:lnTo>
                    <a:pt x="348494" y="159091"/>
                  </a:lnTo>
                  <a:lnTo>
                    <a:pt x="348151" y="158921"/>
                  </a:lnTo>
                  <a:lnTo>
                    <a:pt x="347998" y="158856"/>
                  </a:lnTo>
                  <a:lnTo>
                    <a:pt x="347837" y="158778"/>
                  </a:lnTo>
                  <a:lnTo>
                    <a:pt x="347669" y="158609"/>
                  </a:lnTo>
                  <a:lnTo>
                    <a:pt x="347608" y="158312"/>
                  </a:lnTo>
                  <a:lnTo>
                    <a:pt x="347565" y="158059"/>
                  </a:lnTo>
                  <a:lnTo>
                    <a:pt x="347539" y="157835"/>
                  </a:lnTo>
                  <a:lnTo>
                    <a:pt x="347522" y="157699"/>
                  </a:lnTo>
                  <a:lnTo>
                    <a:pt x="347587" y="157490"/>
                  </a:lnTo>
                  <a:lnTo>
                    <a:pt x="347541" y="157318"/>
                  </a:lnTo>
                  <a:lnTo>
                    <a:pt x="347505" y="156907"/>
                  </a:lnTo>
                  <a:lnTo>
                    <a:pt x="347440" y="156656"/>
                  </a:lnTo>
                  <a:lnTo>
                    <a:pt x="347399" y="156493"/>
                  </a:lnTo>
                  <a:lnTo>
                    <a:pt x="347356" y="156340"/>
                  </a:lnTo>
                  <a:lnTo>
                    <a:pt x="347312" y="156189"/>
                  </a:lnTo>
                  <a:lnTo>
                    <a:pt x="347243" y="155975"/>
                  </a:lnTo>
                  <a:lnTo>
                    <a:pt x="347196" y="155817"/>
                  </a:lnTo>
                  <a:lnTo>
                    <a:pt x="347123" y="155569"/>
                  </a:lnTo>
                  <a:lnTo>
                    <a:pt x="347078" y="155432"/>
                  </a:lnTo>
                  <a:lnTo>
                    <a:pt x="347005" y="155198"/>
                  </a:lnTo>
                  <a:lnTo>
                    <a:pt x="346920" y="154868"/>
                  </a:lnTo>
                  <a:lnTo>
                    <a:pt x="346831" y="154521"/>
                  </a:lnTo>
                  <a:lnTo>
                    <a:pt x="346777" y="154350"/>
                  </a:lnTo>
                  <a:lnTo>
                    <a:pt x="346722" y="154143"/>
                  </a:lnTo>
                  <a:lnTo>
                    <a:pt x="346683" y="153827"/>
                  </a:lnTo>
                  <a:lnTo>
                    <a:pt x="346628" y="153674"/>
                  </a:lnTo>
                  <a:lnTo>
                    <a:pt x="346585" y="153501"/>
                  </a:lnTo>
                  <a:lnTo>
                    <a:pt x="346557" y="153104"/>
                  </a:lnTo>
                  <a:lnTo>
                    <a:pt x="346266" y="152053"/>
                  </a:lnTo>
                  <a:lnTo>
                    <a:pt x="346213" y="151884"/>
                  </a:lnTo>
                  <a:lnTo>
                    <a:pt x="346117" y="151591"/>
                  </a:lnTo>
                  <a:lnTo>
                    <a:pt x="346065" y="151436"/>
                  </a:lnTo>
                  <a:lnTo>
                    <a:pt x="345990" y="151022"/>
                  </a:lnTo>
                  <a:lnTo>
                    <a:pt x="345965" y="150556"/>
                  </a:lnTo>
                  <a:lnTo>
                    <a:pt x="345932" y="150401"/>
                  </a:lnTo>
                  <a:lnTo>
                    <a:pt x="345898" y="150261"/>
                  </a:lnTo>
                  <a:lnTo>
                    <a:pt x="345854" y="149958"/>
                  </a:lnTo>
                  <a:lnTo>
                    <a:pt x="345784" y="149651"/>
                  </a:lnTo>
                  <a:lnTo>
                    <a:pt x="345683" y="149181"/>
                  </a:lnTo>
                  <a:lnTo>
                    <a:pt x="345655" y="149052"/>
                  </a:lnTo>
                  <a:lnTo>
                    <a:pt x="345554" y="148581"/>
                  </a:lnTo>
                  <a:lnTo>
                    <a:pt x="345178" y="147429"/>
                  </a:lnTo>
                  <a:lnTo>
                    <a:pt x="345151" y="147282"/>
                  </a:lnTo>
                  <a:lnTo>
                    <a:pt x="344893" y="146076"/>
                  </a:lnTo>
                  <a:lnTo>
                    <a:pt x="344353" y="144891"/>
                  </a:lnTo>
                  <a:lnTo>
                    <a:pt x="343891" y="144012"/>
                  </a:lnTo>
                  <a:lnTo>
                    <a:pt x="343516" y="143299"/>
                  </a:lnTo>
                  <a:lnTo>
                    <a:pt x="343221" y="142707"/>
                  </a:lnTo>
                  <a:lnTo>
                    <a:pt x="342940" y="142119"/>
                  </a:lnTo>
                  <a:lnTo>
                    <a:pt x="342872" y="141978"/>
                  </a:lnTo>
                  <a:lnTo>
                    <a:pt x="342802" y="141832"/>
                  </a:lnTo>
                  <a:lnTo>
                    <a:pt x="342700" y="141618"/>
                  </a:lnTo>
                  <a:lnTo>
                    <a:pt x="342549" y="141303"/>
                  </a:lnTo>
                  <a:lnTo>
                    <a:pt x="342462" y="141122"/>
                  </a:lnTo>
                  <a:lnTo>
                    <a:pt x="342292" y="140767"/>
                  </a:lnTo>
                  <a:lnTo>
                    <a:pt x="341980" y="140114"/>
                  </a:lnTo>
                  <a:lnTo>
                    <a:pt x="341449" y="139208"/>
                  </a:lnTo>
                  <a:lnTo>
                    <a:pt x="341161" y="139156"/>
                  </a:lnTo>
                  <a:lnTo>
                    <a:pt x="340965" y="139133"/>
                  </a:lnTo>
                  <a:lnTo>
                    <a:pt x="340581" y="139002"/>
                  </a:lnTo>
                  <a:lnTo>
                    <a:pt x="340434" y="138949"/>
                  </a:lnTo>
                  <a:lnTo>
                    <a:pt x="340299" y="138913"/>
                  </a:lnTo>
                  <a:lnTo>
                    <a:pt x="339821" y="138783"/>
                  </a:lnTo>
                  <a:lnTo>
                    <a:pt x="339569" y="138772"/>
                  </a:lnTo>
                  <a:lnTo>
                    <a:pt x="339158" y="138706"/>
                  </a:lnTo>
                  <a:lnTo>
                    <a:pt x="338889" y="138668"/>
                  </a:lnTo>
                  <a:lnTo>
                    <a:pt x="338504" y="138561"/>
                  </a:lnTo>
                  <a:lnTo>
                    <a:pt x="338173" y="138463"/>
                  </a:lnTo>
                  <a:lnTo>
                    <a:pt x="337860" y="138404"/>
                  </a:lnTo>
                  <a:lnTo>
                    <a:pt x="337624" y="138348"/>
                  </a:lnTo>
                  <a:lnTo>
                    <a:pt x="337245" y="138164"/>
                  </a:lnTo>
                  <a:lnTo>
                    <a:pt x="337106" y="138061"/>
                  </a:lnTo>
                  <a:lnTo>
                    <a:pt x="336942" y="137990"/>
                  </a:lnTo>
                  <a:lnTo>
                    <a:pt x="336464" y="137854"/>
                  </a:lnTo>
                  <a:lnTo>
                    <a:pt x="336177" y="137818"/>
                  </a:lnTo>
                  <a:lnTo>
                    <a:pt x="336030" y="137795"/>
                  </a:lnTo>
                  <a:lnTo>
                    <a:pt x="335789" y="137783"/>
                  </a:lnTo>
                  <a:lnTo>
                    <a:pt x="335548" y="137701"/>
                  </a:lnTo>
                  <a:lnTo>
                    <a:pt x="335377" y="137662"/>
                  </a:lnTo>
                  <a:lnTo>
                    <a:pt x="334851" y="137498"/>
                  </a:lnTo>
                  <a:lnTo>
                    <a:pt x="334588" y="137429"/>
                  </a:lnTo>
                  <a:lnTo>
                    <a:pt x="334323" y="137371"/>
                  </a:lnTo>
                  <a:lnTo>
                    <a:pt x="334076" y="137307"/>
                  </a:lnTo>
                  <a:lnTo>
                    <a:pt x="333860" y="137232"/>
                  </a:lnTo>
                  <a:lnTo>
                    <a:pt x="333726" y="137194"/>
                  </a:lnTo>
                  <a:lnTo>
                    <a:pt x="333439" y="137148"/>
                  </a:lnTo>
                  <a:lnTo>
                    <a:pt x="332794" y="137048"/>
                  </a:lnTo>
                  <a:lnTo>
                    <a:pt x="332339" y="137021"/>
                  </a:lnTo>
                  <a:lnTo>
                    <a:pt x="332190" y="137052"/>
                  </a:lnTo>
                  <a:lnTo>
                    <a:pt x="332047" y="137091"/>
                  </a:lnTo>
                  <a:lnTo>
                    <a:pt x="331615" y="137164"/>
                  </a:lnTo>
                  <a:lnTo>
                    <a:pt x="331463" y="137156"/>
                  </a:lnTo>
                  <a:lnTo>
                    <a:pt x="331323" y="137159"/>
                  </a:lnTo>
                  <a:lnTo>
                    <a:pt x="331039" y="137177"/>
                  </a:lnTo>
                  <a:lnTo>
                    <a:pt x="330725" y="137195"/>
                  </a:lnTo>
                  <a:lnTo>
                    <a:pt x="330331" y="137281"/>
                  </a:lnTo>
                  <a:lnTo>
                    <a:pt x="330083" y="137300"/>
                  </a:lnTo>
                  <a:lnTo>
                    <a:pt x="329955" y="137304"/>
                  </a:lnTo>
                  <a:lnTo>
                    <a:pt x="329778" y="137308"/>
                  </a:lnTo>
                  <a:lnTo>
                    <a:pt x="329601" y="137296"/>
                  </a:lnTo>
                  <a:lnTo>
                    <a:pt x="329117" y="137326"/>
                  </a:lnTo>
                  <a:lnTo>
                    <a:pt x="328854" y="137374"/>
                  </a:lnTo>
                  <a:lnTo>
                    <a:pt x="328315" y="137386"/>
                  </a:lnTo>
                  <a:lnTo>
                    <a:pt x="328150" y="137410"/>
                  </a:lnTo>
                  <a:lnTo>
                    <a:pt x="327600" y="137408"/>
                  </a:lnTo>
                  <a:lnTo>
                    <a:pt x="327285" y="137530"/>
                  </a:lnTo>
                  <a:lnTo>
                    <a:pt x="327121" y="137649"/>
                  </a:lnTo>
                  <a:lnTo>
                    <a:pt x="326943" y="137753"/>
                  </a:lnTo>
                  <a:lnTo>
                    <a:pt x="326615" y="137639"/>
                  </a:lnTo>
                  <a:lnTo>
                    <a:pt x="325649" y="137441"/>
                  </a:lnTo>
                  <a:lnTo>
                    <a:pt x="325490" y="137415"/>
                  </a:lnTo>
                  <a:lnTo>
                    <a:pt x="324989" y="137226"/>
                  </a:lnTo>
                  <a:lnTo>
                    <a:pt x="324683" y="137362"/>
                  </a:lnTo>
                  <a:lnTo>
                    <a:pt x="324751" y="137671"/>
                  </a:lnTo>
                  <a:lnTo>
                    <a:pt x="324767" y="137872"/>
                  </a:lnTo>
                  <a:lnTo>
                    <a:pt x="324799" y="138057"/>
                  </a:lnTo>
                  <a:lnTo>
                    <a:pt x="324856" y="138201"/>
                  </a:lnTo>
                  <a:lnTo>
                    <a:pt x="324946" y="138399"/>
                  </a:lnTo>
                  <a:lnTo>
                    <a:pt x="325088" y="138661"/>
                  </a:lnTo>
                  <a:lnTo>
                    <a:pt x="325171" y="138813"/>
                  </a:lnTo>
                  <a:lnTo>
                    <a:pt x="323846" y="148637"/>
                  </a:lnTo>
                  <a:lnTo>
                    <a:pt x="323452" y="148858"/>
                  </a:lnTo>
                  <a:lnTo>
                    <a:pt x="322302" y="149454"/>
                  </a:lnTo>
                  <a:lnTo>
                    <a:pt x="321566" y="149803"/>
                  </a:lnTo>
                  <a:lnTo>
                    <a:pt x="317646" y="153370"/>
                  </a:lnTo>
                  <a:lnTo>
                    <a:pt x="317501" y="153485"/>
                  </a:lnTo>
                  <a:lnTo>
                    <a:pt x="317242" y="153786"/>
                  </a:lnTo>
                  <a:lnTo>
                    <a:pt x="316031" y="149177"/>
                  </a:lnTo>
                  <a:lnTo>
                    <a:pt x="314819" y="150517"/>
                  </a:lnTo>
                  <a:lnTo>
                    <a:pt x="314629" y="150728"/>
                  </a:lnTo>
                  <a:lnTo>
                    <a:pt x="314460" y="150942"/>
                  </a:lnTo>
                  <a:lnTo>
                    <a:pt x="314144" y="151537"/>
                  </a:lnTo>
                  <a:lnTo>
                    <a:pt x="314007" y="151797"/>
                  </a:lnTo>
                  <a:lnTo>
                    <a:pt x="313630" y="152569"/>
                  </a:lnTo>
                  <a:lnTo>
                    <a:pt x="313453" y="152956"/>
                  </a:lnTo>
                  <a:lnTo>
                    <a:pt x="313357" y="153177"/>
                  </a:lnTo>
                  <a:lnTo>
                    <a:pt x="313140" y="153541"/>
                  </a:lnTo>
                  <a:lnTo>
                    <a:pt x="312954" y="153861"/>
                  </a:lnTo>
                  <a:lnTo>
                    <a:pt x="312851" y="154050"/>
                  </a:lnTo>
                  <a:lnTo>
                    <a:pt x="312747" y="154252"/>
                  </a:lnTo>
                  <a:lnTo>
                    <a:pt x="312606" y="154498"/>
                  </a:lnTo>
                  <a:lnTo>
                    <a:pt x="312487" y="154711"/>
                  </a:lnTo>
                  <a:lnTo>
                    <a:pt x="312281" y="155071"/>
                  </a:lnTo>
                  <a:lnTo>
                    <a:pt x="312202" y="155208"/>
                  </a:lnTo>
                  <a:lnTo>
                    <a:pt x="312129" y="155341"/>
                  </a:lnTo>
                  <a:lnTo>
                    <a:pt x="311087" y="158671"/>
                  </a:lnTo>
                  <a:lnTo>
                    <a:pt x="311178" y="159337"/>
                  </a:lnTo>
                  <a:lnTo>
                    <a:pt x="311675" y="172400"/>
                  </a:lnTo>
                  <a:lnTo>
                    <a:pt x="311523" y="172920"/>
                  </a:lnTo>
                  <a:lnTo>
                    <a:pt x="311715" y="181586"/>
                  </a:lnTo>
                  <a:lnTo>
                    <a:pt x="311816" y="181960"/>
                  </a:lnTo>
                  <a:lnTo>
                    <a:pt x="311721" y="182596"/>
                  </a:lnTo>
                  <a:lnTo>
                    <a:pt x="311719" y="182977"/>
                  </a:lnTo>
                  <a:lnTo>
                    <a:pt x="311470" y="182966"/>
                  </a:lnTo>
                  <a:lnTo>
                    <a:pt x="311221" y="182954"/>
                  </a:lnTo>
                  <a:lnTo>
                    <a:pt x="310193" y="183025"/>
                  </a:lnTo>
                  <a:lnTo>
                    <a:pt x="309665" y="183136"/>
                  </a:lnTo>
                  <a:lnTo>
                    <a:pt x="309325" y="183156"/>
                  </a:lnTo>
                  <a:lnTo>
                    <a:pt x="308341" y="183219"/>
                  </a:lnTo>
                  <a:lnTo>
                    <a:pt x="307881" y="183247"/>
                  </a:lnTo>
                  <a:lnTo>
                    <a:pt x="307569" y="183080"/>
                  </a:lnTo>
                  <a:lnTo>
                    <a:pt x="306226" y="182345"/>
                  </a:lnTo>
                  <a:lnTo>
                    <a:pt x="298232" y="177812"/>
                  </a:lnTo>
                  <a:lnTo>
                    <a:pt x="298051" y="177997"/>
                  </a:lnTo>
                  <a:lnTo>
                    <a:pt x="297763" y="178117"/>
                  </a:lnTo>
                  <a:lnTo>
                    <a:pt x="297629" y="178091"/>
                  </a:lnTo>
                  <a:lnTo>
                    <a:pt x="297477" y="177847"/>
                  </a:lnTo>
                  <a:lnTo>
                    <a:pt x="297592" y="177655"/>
                  </a:lnTo>
                  <a:lnTo>
                    <a:pt x="297505" y="177418"/>
                  </a:lnTo>
                  <a:lnTo>
                    <a:pt x="297472" y="177228"/>
                  </a:lnTo>
                  <a:lnTo>
                    <a:pt x="294464" y="175545"/>
                  </a:lnTo>
                  <a:lnTo>
                    <a:pt x="293601" y="175060"/>
                  </a:lnTo>
                  <a:lnTo>
                    <a:pt x="292781" y="174600"/>
                  </a:lnTo>
                  <a:lnTo>
                    <a:pt x="292539" y="174450"/>
                  </a:lnTo>
                  <a:lnTo>
                    <a:pt x="292349" y="174323"/>
                  </a:lnTo>
                  <a:lnTo>
                    <a:pt x="291730" y="173913"/>
                  </a:lnTo>
                  <a:lnTo>
                    <a:pt x="289004" y="172105"/>
                  </a:lnTo>
                  <a:lnTo>
                    <a:pt x="287874" y="171358"/>
                  </a:lnTo>
                  <a:lnTo>
                    <a:pt x="287588" y="170924"/>
                  </a:lnTo>
                  <a:lnTo>
                    <a:pt x="287417" y="170727"/>
                  </a:lnTo>
                  <a:lnTo>
                    <a:pt x="285344" y="169616"/>
                  </a:lnTo>
                  <a:lnTo>
                    <a:pt x="285100" y="169463"/>
                  </a:lnTo>
                  <a:lnTo>
                    <a:pt x="284531" y="169273"/>
                  </a:lnTo>
                  <a:lnTo>
                    <a:pt x="284336" y="168969"/>
                  </a:lnTo>
                  <a:lnTo>
                    <a:pt x="284732" y="168518"/>
                  </a:lnTo>
                  <a:lnTo>
                    <a:pt x="284894" y="168354"/>
                  </a:lnTo>
                  <a:lnTo>
                    <a:pt x="285011" y="168225"/>
                  </a:lnTo>
                  <a:lnTo>
                    <a:pt x="285112" y="168094"/>
                  </a:lnTo>
                  <a:lnTo>
                    <a:pt x="285398" y="167839"/>
                  </a:lnTo>
                  <a:lnTo>
                    <a:pt x="285644" y="167658"/>
                  </a:lnTo>
                  <a:lnTo>
                    <a:pt x="285743" y="167424"/>
                  </a:lnTo>
                  <a:lnTo>
                    <a:pt x="285738" y="167283"/>
                  </a:lnTo>
                  <a:lnTo>
                    <a:pt x="285691" y="166884"/>
                  </a:lnTo>
                  <a:lnTo>
                    <a:pt x="285663" y="166601"/>
                  </a:lnTo>
                  <a:lnTo>
                    <a:pt x="285719" y="166308"/>
                  </a:lnTo>
                  <a:lnTo>
                    <a:pt x="285651" y="166127"/>
                  </a:lnTo>
                  <a:lnTo>
                    <a:pt x="285508" y="166047"/>
                  </a:lnTo>
                  <a:lnTo>
                    <a:pt x="285344" y="166057"/>
                  </a:lnTo>
                  <a:lnTo>
                    <a:pt x="285007" y="165827"/>
                  </a:lnTo>
                  <a:lnTo>
                    <a:pt x="284967" y="165694"/>
                  </a:lnTo>
                  <a:lnTo>
                    <a:pt x="284971" y="165539"/>
                  </a:lnTo>
                  <a:lnTo>
                    <a:pt x="285031" y="160685"/>
                  </a:lnTo>
                  <a:lnTo>
                    <a:pt x="285007" y="160546"/>
                  </a:lnTo>
                  <a:lnTo>
                    <a:pt x="284789" y="159476"/>
                  </a:lnTo>
                  <a:lnTo>
                    <a:pt x="284749" y="159190"/>
                  </a:lnTo>
                  <a:lnTo>
                    <a:pt x="284463" y="159259"/>
                  </a:lnTo>
                  <a:lnTo>
                    <a:pt x="284323" y="159282"/>
                  </a:lnTo>
                  <a:lnTo>
                    <a:pt x="284104" y="159345"/>
                  </a:lnTo>
                  <a:lnTo>
                    <a:pt x="283459" y="159528"/>
                  </a:lnTo>
                  <a:lnTo>
                    <a:pt x="282270" y="159866"/>
                  </a:lnTo>
                  <a:lnTo>
                    <a:pt x="281532" y="159997"/>
                  </a:lnTo>
                  <a:lnTo>
                    <a:pt x="281034" y="160049"/>
                  </a:lnTo>
                  <a:lnTo>
                    <a:pt x="280085" y="160016"/>
                  </a:lnTo>
                  <a:lnTo>
                    <a:pt x="278202" y="159993"/>
                  </a:lnTo>
                  <a:lnTo>
                    <a:pt x="277494" y="159999"/>
                  </a:lnTo>
                  <a:lnTo>
                    <a:pt x="277191" y="160001"/>
                  </a:lnTo>
                  <a:lnTo>
                    <a:pt x="276688" y="160000"/>
                  </a:lnTo>
                  <a:lnTo>
                    <a:pt x="275493" y="159990"/>
                  </a:lnTo>
                  <a:lnTo>
                    <a:pt x="274582" y="159987"/>
                  </a:lnTo>
                  <a:lnTo>
                    <a:pt x="271706" y="160903"/>
                  </a:lnTo>
                  <a:lnTo>
                    <a:pt x="271501" y="160962"/>
                  </a:lnTo>
                  <a:lnTo>
                    <a:pt x="270967" y="160996"/>
                  </a:lnTo>
                  <a:lnTo>
                    <a:pt x="270456" y="160936"/>
                  </a:lnTo>
                  <a:lnTo>
                    <a:pt x="268287" y="160218"/>
                  </a:lnTo>
                  <a:lnTo>
                    <a:pt x="268084" y="160089"/>
                  </a:lnTo>
                  <a:lnTo>
                    <a:pt x="267919" y="159896"/>
                  </a:lnTo>
                  <a:lnTo>
                    <a:pt x="266622" y="158352"/>
                  </a:lnTo>
                  <a:lnTo>
                    <a:pt x="266028" y="157645"/>
                  </a:lnTo>
                  <a:lnTo>
                    <a:pt x="265901" y="157493"/>
                  </a:lnTo>
                  <a:lnTo>
                    <a:pt x="265602" y="157135"/>
                  </a:lnTo>
                  <a:lnTo>
                    <a:pt x="265079" y="156652"/>
                  </a:lnTo>
                  <a:lnTo>
                    <a:pt x="264529" y="156196"/>
                  </a:lnTo>
                  <a:lnTo>
                    <a:pt x="264118" y="155995"/>
                  </a:lnTo>
                  <a:lnTo>
                    <a:pt x="262061" y="155441"/>
                  </a:lnTo>
                  <a:lnTo>
                    <a:pt x="261913" y="155366"/>
                  </a:lnTo>
                  <a:lnTo>
                    <a:pt x="260293" y="151611"/>
                  </a:lnTo>
                  <a:lnTo>
                    <a:pt x="260281" y="151437"/>
                  </a:lnTo>
                  <a:lnTo>
                    <a:pt x="260199" y="151077"/>
                  </a:lnTo>
                  <a:lnTo>
                    <a:pt x="260261" y="150608"/>
                  </a:lnTo>
                  <a:lnTo>
                    <a:pt x="260284" y="150421"/>
                  </a:lnTo>
                  <a:lnTo>
                    <a:pt x="260304" y="150223"/>
                  </a:lnTo>
                  <a:lnTo>
                    <a:pt x="260324" y="150045"/>
                  </a:lnTo>
                  <a:lnTo>
                    <a:pt x="260343" y="149869"/>
                  </a:lnTo>
                  <a:lnTo>
                    <a:pt x="263983" y="141855"/>
                  </a:lnTo>
                  <a:lnTo>
                    <a:pt x="264028" y="141534"/>
                  </a:lnTo>
                  <a:lnTo>
                    <a:pt x="263924" y="141234"/>
                  </a:lnTo>
                  <a:lnTo>
                    <a:pt x="263833" y="141024"/>
                  </a:lnTo>
                  <a:lnTo>
                    <a:pt x="263609" y="140779"/>
                  </a:lnTo>
                  <a:lnTo>
                    <a:pt x="263323" y="140511"/>
                  </a:lnTo>
                  <a:lnTo>
                    <a:pt x="262994" y="140080"/>
                  </a:lnTo>
                  <a:lnTo>
                    <a:pt x="262926" y="139919"/>
                  </a:lnTo>
                  <a:lnTo>
                    <a:pt x="262879" y="139740"/>
                  </a:lnTo>
                  <a:lnTo>
                    <a:pt x="262907" y="139584"/>
                  </a:lnTo>
                  <a:lnTo>
                    <a:pt x="262930" y="138941"/>
                  </a:lnTo>
                  <a:lnTo>
                    <a:pt x="262813" y="138430"/>
                  </a:lnTo>
                  <a:lnTo>
                    <a:pt x="262787" y="138219"/>
                  </a:lnTo>
                  <a:lnTo>
                    <a:pt x="262698" y="138031"/>
                  </a:lnTo>
                  <a:lnTo>
                    <a:pt x="262559" y="137882"/>
                  </a:lnTo>
                  <a:lnTo>
                    <a:pt x="262367" y="137783"/>
                  </a:lnTo>
                  <a:lnTo>
                    <a:pt x="262180" y="137726"/>
                  </a:lnTo>
                  <a:lnTo>
                    <a:pt x="261983" y="137690"/>
                  </a:lnTo>
                  <a:lnTo>
                    <a:pt x="261595" y="137633"/>
                  </a:lnTo>
                  <a:lnTo>
                    <a:pt x="261203" y="137581"/>
                  </a:lnTo>
                  <a:lnTo>
                    <a:pt x="260634" y="137479"/>
                  </a:lnTo>
                  <a:lnTo>
                    <a:pt x="260269" y="137388"/>
                  </a:lnTo>
                  <a:lnTo>
                    <a:pt x="259828" y="137290"/>
                  </a:lnTo>
                  <a:lnTo>
                    <a:pt x="259364" y="137088"/>
                  </a:lnTo>
                  <a:lnTo>
                    <a:pt x="258967" y="136863"/>
                  </a:lnTo>
                  <a:lnTo>
                    <a:pt x="258502" y="136519"/>
                  </a:lnTo>
                  <a:lnTo>
                    <a:pt x="258171" y="136255"/>
                  </a:lnTo>
                  <a:lnTo>
                    <a:pt x="257917" y="136035"/>
                  </a:lnTo>
                  <a:lnTo>
                    <a:pt x="257563" y="135666"/>
                  </a:lnTo>
                  <a:lnTo>
                    <a:pt x="257300" y="135254"/>
                  </a:lnTo>
                  <a:lnTo>
                    <a:pt x="257071" y="134771"/>
                  </a:lnTo>
                  <a:lnTo>
                    <a:pt x="256996" y="134535"/>
                  </a:lnTo>
                  <a:lnTo>
                    <a:pt x="255939" y="132724"/>
                  </a:lnTo>
                  <a:lnTo>
                    <a:pt x="255939" y="132335"/>
                  </a:lnTo>
                  <a:lnTo>
                    <a:pt x="255506" y="130130"/>
                  </a:lnTo>
                  <a:lnTo>
                    <a:pt x="255817" y="129358"/>
                  </a:lnTo>
                  <a:lnTo>
                    <a:pt x="255888" y="129184"/>
                  </a:lnTo>
                  <a:lnTo>
                    <a:pt x="256222" y="128023"/>
                  </a:lnTo>
                  <a:lnTo>
                    <a:pt x="256078" y="127660"/>
                  </a:lnTo>
                  <a:lnTo>
                    <a:pt x="256010" y="127479"/>
                  </a:lnTo>
                  <a:lnTo>
                    <a:pt x="255940" y="127294"/>
                  </a:lnTo>
                  <a:lnTo>
                    <a:pt x="255822" y="126981"/>
                  </a:lnTo>
                  <a:lnTo>
                    <a:pt x="255655" y="126581"/>
                  </a:lnTo>
                  <a:lnTo>
                    <a:pt x="255529" y="126280"/>
                  </a:lnTo>
                  <a:lnTo>
                    <a:pt x="255463" y="126123"/>
                  </a:lnTo>
                  <a:lnTo>
                    <a:pt x="255395" y="125601"/>
                  </a:lnTo>
                  <a:lnTo>
                    <a:pt x="255356" y="125391"/>
                  </a:lnTo>
                  <a:lnTo>
                    <a:pt x="255315" y="125120"/>
                  </a:lnTo>
                  <a:lnTo>
                    <a:pt x="255287" y="124941"/>
                  </a:lnTo>
                  <a:lnTo>
                    <a:pt x="255251" y="124707"/>
                  </a:lnTo>
                  <a:lnTo>
                    <a:pt x="255221" y="124502"/>
                  </a:lnTo>
                  <a:lnTo>
                    <a:pt x="255172" y="124191"/>
                  </a:lnTo>
                  <a:lnTo>
                    <a:pt x="255125" y="123952"/>
                  </a:lnTo>
                  <a:lnTo>
                    <a:pt x="255072" y="123596"/>
                  </a:lnTo>
                  <a:lnTo>
                    <a:pt x="255031" y="123361"/>
                  </a:lnTo>
                  <a:lnTo>
                    <a:pt x="254862" y="122948"/>
                  </a:lnTo>
                  <a:lnTo>
                    <a:pt x="254616" y="122770"/>
                  </a:lnTo>
                  <a:lnTo>
                    <a:pt x="254371" y="122584"/>
                  </a:lnTo>
                  <a:lnTo>
                    <a:pt x="254013" y="122322"/>
                  </a:lnTo>
                  <a:lnTo>
                    <a:pt x="253480" y="121922"/>
                  </a:lnTo>
                  <a:lnTo>
                    <a:pt x="253313" y="121795"/>
                  </a:lnTo>
                  <a:lnTo>
                    <a:pt x="252856" y="121440"/>
                  </a:lnTo>
                  <a:lnTo>
                    <a:pt x="251071" y="118706"/>
                  </a:lnTo>
                  <a:lnTo>
                    <a:pt x="251083" y="118393"/>
                  </a:lnTo>
                  <a:lnTo>
                    <a:pt x="251096" y="118113"/>
                  </a:lnTo>
                  <a:lnTo>
                    <a:pt x="251106" y="117942"/>
                  </a:lnTo>
                  <a:lnTo>
                    <a:pt x="251115" y="117611"/>
                  </a:lnTo>
                  <a:lnTo>
                    <a:pt x="251127" y="117395"/>
                  </a:lnTo>
                  <a:lnTo>
                    <a:pt x="251134" y="117007"/>
                  </a:lnTo>
                  <a:lnTo>
                    <a:pt x="251150" y="116766"/>
                  </a:lnTo>
                  <a:lnTo>
                    <a:pt x="251159" y="116443"/>
                  </a:lnTo>
                  <a:lnTo>
                    <a:pt x="251164" y="116244"/>
                  </a:lnTo>
                  <a:lnTo>
                    <a:pt x="251171" y="115946"/>
                  </a:lnTo>
                  <a:lnTo>
                    <a:pt x="251200" y="115731"/>
                  </a:lnTo>
                  <a:lnTo>
                    <a:pt x="251204" y="115491"/>
                  </a:lnTo>
                  <a:lnTo>
                    <a:pt x="251219" y="115330"/>
                  </a:lnTo>
                  <a:lnTo>
                    <a:pt x="251242" y="114951"/>
                  </a:lnTo>
                  <a:lnTo>
                    <a:pt x="251275" y="114351"/>
                  </a:lnTo>
                  <a:lnTo>
                    <a:pt x="251412" y="114145"/>
                  </a:lnTo>
                  <a:lnTo>
                    <a:pt x="251683" y="113737"/>
                  </a:lnTo>
                  <a:lnTo>
                    <a:pt x="251921" y="113379"/>
                  </a:lnTo>
                  <a:lnTo>
                    <a:pt x="252202" y="112997"/>
                  </a:lnTo>
                  <a:lnTo>
                    <a:pt x="252888" y="111925"/>
                  </a:lnTo>
                  <a:lnTo>
                    <a:pt x="253053" y="111060"/>
                  </a:lnTo>
                  <a:lnTo>
                    <a:pt x="253126" y="110680"/>
                  </a:lnTo>
                  <a:lnTo>
                    <a:pt x="253199" y="110248"/>
                  </a:lnTo>
                  <a:lnTo>
                    <a:pt x="253226" y="110082"/>
                  </a:lnTo>
                  <a:lnTo>
                    <a:pt x="253311" y="109551"/>
                  </a:lnTo>
                  <a:lnTo>
                    <a:pt x="253531" y="108124"/>
                  </a:lnTo>
                  <a:lnTo>
                    <a:pt x="253735" y="106692"/>
                  </a:lnTo>
                  <a:lnTo>
                    <a:pt x="253769" y="106456"/>
                  </a:lnTo>
                  <a:lnTo>
                    <a:pt x="253197" y="105662"/>
                  </a:lnTo>
                  <a:lnTo>
                    <a:pt x="252851" y="105225"/>
                  </a:lnTo>
                  <a:lnTo>
                    <a:pt x="251130" y="102893"/>
                  </a:lnTo>
                  <a:lnTo>
                    <a:pt x="250610" y="102195"/>
                  </a:lnTo>
                  <a:lnTo>
                    <a:pt x="250377" y="101455"/>
                  </a:lnTo>
                  <a:lnTo>
                    <a:pt x="250150" y="100666"/>
                  </a:lnTo>
                  <a:lnTo>
                    <a:pt x="249560" y="98618"/>
                  </a:lnTo>
                  <a:lnTo>
                    <a:pt x="249290" y="97680"/>
                  </a:lnTo>
                  <a:lnTo>
                    <a:pt x="245148" y="95847"/>
                  </a:lnTo>
                  <a:lnTo>
                    <a:pt x="243154" y="95701"/>
                  </a:lnTo>
                  <a:lnTo>
                    <a:pt x="239929" y="94572"/>
                  </a:lnTo>
                  <a:lnTo>
                    <a:pt x="238324" y="91826"/>
                  </a:lnTo>
                  <a:lnTo>
                    <a:pt x="237778" y="90844"/>
                  </a:lnTo>
                  <a:lnTo>
                    <a:pt x="237661" y="90636"/>
                  </a:lnTo>
                  <a:lnTo>
                    <a:pt x="237526" y="90393"/>
                  </a:lnTo>
                  <a:lnTo>
                    <a:pt x="237533" y="90126"/>
                  </a:lnTo>
                  <a:lnTo>
                    <a:pt x="237543" y="89803"/>
                  </a:lnTo>
                  <a:lnTo>
                    <a:pt x="237541" y="89576"/>
                  </a:lnTo>
                  <a:lnTo>
                    <a:pt x="237081" y="88936"/>
                  </a:lnTo>
                  <a:lnTo>
                    <a:pt x="236543" y="88625"/>
                  </a:lnTo>
                  <a:lnTo>
                    <a:pt x="236443" y="88332"/>
                  </a:lnTo>
                  <a:lnTo>
                    <a:pt x="236270" y="88165"/>
                  </a:lnTo>
                  <a:lnTo>
                    <a:pt x="236008" y="87988"/>
                  </a:lnTo>
                  <a:lnTo>
                    <a:pt x="235939" y="88140"/>
                  </a:lnTo>
                  <a:lnTo>
                    <a:pt x="234126" y="86681"/>
                  </a:lnTo>
                  <a:lnTo>
                    <a:pt x="233754" y="86257"/>
                  </a:lnTo>
                  <a:lnTo>
                    <a:pt x="231941" y="84345"/>
                  </a:lnTo>
                  <a:lnTo>
                    <a:pt x="228686" y="82324"/>
                  </a:lnTo>
                  <a:lnTo>
                    <a:pt x="228505" y="82271"/>
                  </a:lnTo>
                  <a:lnTo>
                    <a:pt x="228258" y="82198"/>
                  </a:lnTo>
                  <a:lnTo>
                    <a:pt x="227772" y="82054"/>
                  </a:lnTo>
                  <a:lnTo>
                    <a:pt x="227348" y="81929"/>
                  </a:lnTo>
                  <a:lnTo>
                    <a:pt x="227023" y="81834"/>
                  </a:lnTo>
                  <a:lnTo>
                    <a:pt x="226755" y="81754"/>
                  </a:lnTo>
                  <a:lnTo>
                    <a:pt x="226492" y="81677"/>
                  </a:lnTo>
                  <a:lnTo>
                    <a:pt x="226212" y="81594"/>
                  </a:lnTo>
                  <a:lnTo>
                    <a:pt x="226009" y="81534"/>
                  </a:lnTo>
                  <a:lnTo>
                    <a:pt x="225820" y="81479"/>
                  </a:lnTo>
                  <a:lnTo>
                    <a:pt x="225684" y="81438"/>
                  </a:lnTo>
                  <a:lnTo>
                    <a:pt x="225519" y="81390"/>
                  </a:lnTo>
                  <a:lnTo>
                    <a:pt x="225257" y="81312"/>
                  </a:lnTo>
                  <a:lnTo>
                    <a:pt x="224993" y="81234"/>
                  </a:lnTo>
                  <a:lnTo>
                    <a:pt x="224778" y="81171"/>
                  </a:lnTo>
                  <a:lnTo>
                    <a:pt x="222588" y="79519"/>
                  </a:lnTo>
                  <a:lnTo>
                    <a:pt x="222448" y="79414"/>
                  </a:lnTo>
                  <a:lnTo>
                    <a:pt x="222032" y="79102"/>
                  </a:lnTo>
                  <a:lnTo>
                    <a:pt x="221696" y="78853"/>
                  </a:lnTo>
                  <a:lnTo>
                    <a:pt x="221485" y="78693"/>
                  </a:lnTo>
                  <a:lnTo>
                    <a:pt x="220629" y="78054"/>
                  </a:lnTo>
                  <a:lnTo>
                    <a:pt x="220265" y="77774"/>
                  </a:lnTo>
                  <a:lnTo>
                    <a:pt x="219994" y="77564"/>
                  </a:lnTo>
                  <a:lnTo>
                    <a:pt x="219515" y="77183"/>
                  </a:lnTo>
                  <a:lnTo>
                    <a:pt x="219007" y="76759"/>
                  </a:lnTo>
                  <a:lnTo>
                    <a:pt x="218910" y="76275"/>
                  </a:lnTo>
                  <a:lnTo>
                    <a:pt x="218498" y="76351"/>
                  </a:lnTo>
                  <a:lnTo>
                    <a:pt x="218151" y="76217"/>
                  </a:lnTo>
                  <a:lnTo>
                    <a:pt x="217933" y="75918"/>
                  </a:lnTo>
                  <a:lnTo>
                    <a:pt x="217703" y="75788"/>
                  </a:lnTo>
                  <a:lnTo>
                    <a:pt x="217398" y="75633"/>
                  </a:lnTo>
                  <a:lnTo>
                    <a:pt x="216949" y="75376"/>
                  </a:lnTo>
                  <a:lnTo>
                    <a:pt x="216218" y="74695"/>
                  </a:lnTo>
                  <a:lnTo>
                    <a:pt x="216077" y="74375"/>
                  </a:lnTo>
                  <a:lnTo>
                    <a:pt x="216092" y="74202"/>
                  </a:lnTo>
                  <a:lnTo>
                    <a:pt x="215842" y="74094"/>
                  </a:lnTo>
                  <a:lnTo>
                    <a:pt x="215288" y="74122"/>
                  </a:lnTo>
                  <a:lnTo>
                    <a:pt x="214261" y="73537"/>
                  </a:lnTo>
                  <a:lnTo>
                    <a:pt x="213984" y="73168"/>
                  </a:lnTo>
                  <a:lnTo>
                    <a:pt x="213110" y="73031"/>
                  </a:lnTo>
                  <a:lnTo>
                    <a:pt x="209812" y="70355"/>
                  </a:lnTo>
                  <a:lnTo>
                    <a:pt x="208309" y="69187"/>
                  </a:lnTo>
                  <a:lnTo>
                    <a:pt x="207254" y="68382"/>
                  </a:lnTo>
                  <a:lnTo>
                    <a:pt x="206621" y="67882"/>
                  </a:lnTo>
                  <a:lnTo>
                    <a:pt x="206178" y="67624"/>
                  </a:lnTo>
                  <a:lnTo>
                    <a:pt x="204318" y="66978"/>
                  </a:lnTo>
                  <a:lnTo>
                    <a:pt x="204362" y="66514"/>
                  </a:lnTo>
                  <a:lnTo>
                    <a:pt x="204455" y="65517"/>
                  </a:lnTo>
                  <a:lnTo>
                    <a:pt x="203904" y="64793"/>
                  </a:lnTo>
                  <a:lnTo>
                    <a:pt x="203715" y="64313"/>
                  </a:lnTo>
                  <a:lnTo>
                    <a:pt x="203720" y="64119"/>
                  </a:lnTo>
                  <a:lnTo>
                    <a:pt x="203583" y="63441"/>
                  </a:lnTo>
                  <a:lnTo>
                    <a:pt x="202845" y="62773"/>
                  </a:lnTo>
                  <a:lnTo>
                    <a:pt x="202678" y="62744"/>
                  </a:lnTo>
                  <a:lnTo>
                    <a:pt x="202378" y="62635"/>
                  </a:lnTo>
                  <a:lnTo>
                    <a:pt x="202319" y="61895"/>
                  </a:lnTo>
                  <a:lnTo>
                    <a:pt x="202136" y="61228"/>
                  </a:lnTo>
                  <a:lnTo>
                    <a:pt x="202036" y="60866"/>
                  </a:lnTo>
                  <a:lnTo>
                    <a:pt x="201990" y="60384"/>
                  </a:lnTo>
                  <a:lnTo>
                    <a:pt x="201900" y="60121"/>
                  </a:lnTo>
                  <a:lnTo>
                    <a:pt x="201843" y="59809"/>
                  </a:lnTo>
                  <a:lnTo>
                    <a:pt x="201940" y="59458"/>
                  </a:lnTo>
                  <a:lnTo>
                    <a:pt x="201998" y="59113"/>
                  </a:lnTo>
                  <a:lnTo>
                    <a:pt x="202093" y="58974"/>
                  </a:lnTo>
                  <a:lnTo>
                    <a:pt x="201693" y="58159"/>
                  </a:lnTo>
                  <a:lnTo>
                    <a:pt x="201378" y="57970"/>
                  </a:lnTo>
                  <a:lnTo>
                    <a:pt x="201030" y="57927"/>
                  </a:lnTo>
                  <a:lnTo>
                    <a:pt x="200146" y="57799"/>
                  </a:lnTo>
                  <a:lnTo>
                    <a:pt x="199279" y="57690"/>
                  </a:lnTo>
                  <a:lnTo>
                    <a:pt x="198998" y="57657"/>
                  </a:lnTo>
                  <a:lnTo>
                    <a:pt x="198794" y="57604"/>
                  </a:lnTo>
                  <a:lnTo>
                    <a:pt x="198408" y="57509"/>
                  </a:lnTo>
                  <a:lnTo>
                    <a:pt x="198125" y="57437"/>
                  </a:lnTo>
                  <a:lnTo>
                    <a:pt x="197914" y="57385"/>
                  </a:lnTo>
                  <a:lnTo>
                    <a:pt x="197509" y="57282"/>
                  </a:lnTo>
                  <a:lnTo>
                    <a:pt x="196989" y="57135"/>
                  </a:lnTo>
                  <a:lnTo>
                    <a:pt x="196584" y="57028"/>
                  </a:lnTo>
                  <a:lnTo>
                    <a:pt x="195980" y="56877"/>
                  </a:lnTo>
                  <a:lnTo>
                    <a:pt x="195538" y="56762"/>
                  </a:lnTo>
                  <a:lnTo>
                    <a:pt x="194592" y="56510"/>
                  </a:lnTo>
                  <a:lnTo>
                    <a:pt x="193806" y="56386"/>
                  </a:lnTo>
                  <a:lnTo>
                    <a:pt x="192554" y="56157"/>
                  </a:lnTo>
                  <a:lnTo>
                    <a:pt x="191968" y="56046"/>
                  </a:lnTo>
                  <a:lnTo>
                    <a:pt x="191307" y="55650"/>
                  </a:lnTo>
                  <a:lnTo>
                    <a:pt x="190890" y="55400"/>
                  </a:lnTo>
                  <a:lnTo>
                    <a:pt x="190382" y="55095"/>
                  </a:lnTo>
                  <a:lnTo>
                    <a:pt x="190126" y="54941"/>
                  </a:lnTo>
                  <a:lnTo>
                    <a:pt x="189884" y="54796"/>
                  </a:lnTo>
                  <a:lnTo>
                    <a:pt x="189456" y="54540"/>
                  </a:lnTo>
                  <a:lnTo>
                    <a:pt x="188961" y="54243"/>
                  </a:lnTo>
                  <a:lnTo>
                    <a:pt x="188415" y="53915"/>
                  </a:lnTo>
                  <a:lnTo>
                    <a:pt x="188115" y="53735"/>
                  </a:lnTo>
                  <a:lnTo>
                    <a:pt x="187844" y="53572"/>
                  </a:lnTo>
                  <a:lnTo>
                    <a:pt x="186660" y="52863"/>
                  </a:lnTo>
                  <a:lnTo>
                    <a:pt x="185883" y="52397"/>
                  </a:lnTo>
                  <a:lnTo>
                    <a:pt x="185645" y="52254"/>
                  </a:lnTo>
                  <a:lnTo>
                    <a:pt x="185110" y="51933"/>
                  </a:lnTo>
                  <a:lnTo>
                    <a:pt x="184572" y="51610"/>
                  </a:lnTo>
                  <a:lnTo>
                    <a:pt x="183964" y="51246"/>
                  </a:lnTo>
                  <a:lnTo>
                    <a:pt x="183580" y="51015"/>
                  </a:lnTo>
                  <a:lnTo>
                    <a:pt x="183135" y="50748"/>
                  </a:lnTo>
                  <a:lnTo>
                    <a:pt x="182728" y="50504"/>
                  </a:lnTo>
                  <a:lnTo>
                    <a:pt x="182439" y="50331"/>
                  </a:lnTo>
                  <a:lnTo>
                    <a:pt x="182061" y="50104"/>
                  </a:lnTo>
                  <a:lnTo>
                    <a:pt x="179616" y="49092"/>
                  </a:lnTo>
                  <a:lnTo>
                    <a:pt x="177250" y="48112"/>
                  </a:lnTo>
                  <a:lnTo>
                    <a:pt x="174720" y="46389"/>
                  </a:lnTo>
                  <a:lnTo>
                    <a:pt x="172520" y="44891"/>
                  </a:lnTo>
                  <a:lnTo>
                    <a:pt x="172865" y="44315"/>
                  </a:lnTo>
                  <a:lnTo>
                    <a:pt x="173003" y="44093"/>
                  </a:lnTo>
                  <a:lnTo>
                    <a:pt x="172596" y="43733"/>
                  </a:lnTo>
                  <a:lnTo>
                    <a:pt x="172104" y="43302"/>
                  </a:lnTo>
                  <a:lnTo>
                    <a:pt x="171945" y="43167"/>
                  </a:lnTo>
                  <a:lnTo>
                    <a:pt x="171349" y="42636"/>
                  </a:lnTo>
                  <a:lnTo>
                    <a:pt x="170828" y="42171"/>
                  </a:lnTo>
                  <a:lnTo>
                    <a:pt x="169925" y="41373"/>
                  </a:lnTo>
                  <a:lnTo>
                    <a:pt x="170479" y="37940"/>
                  </a:lnTo>
                  <a:lnTo>
                    <a:pt x="170371" y="37687"/>
                  </a:lnTo>
                  <a:lnTo>
                    <a:pt x="169922" y="36638"/>
                  </a:lnTo>
                  <a:lnTo>
                    <a:pt x="170070" y="36326"/>
                  </a:lnTo>
                  <a:lnTo>
                    <a:pt x="169974" y="35750"/>
                  </a:lnTo>
                  <a:lnTo>
                    <a:pt x="169922" y="35337"/>
                  </a:lnTo>
                  <a:lnTo>
                    <a:pt x="169328" y="34796"/>
                  </a:lnTo>
                  <a:lnTo>
                    <a:pt x="168896" y="34396"/>
                  </a:lnTo>
                  <a:lnTo>
                    <a:pt x="168507" y="33893"/>
                  </a:lnTo>
                  <a:lnTo>
                    <a:pt x="168037" y="33270"/>
                  </a:lnTo>
                  <a:lnTo>
                    <a:pt x="167872" y="33056"/>
                  </a:lnTo>
                  <a:lnTo>
                    <a:pt x="167863" y="32759"/>
                  </a:lnTo>
                  <a:lnTo>
                    <a:pt x="167863" y="32519"/>
                  </a:lnTo>
                  <a:lnTo>
                    <a:pt x="167809" y="32208"/>
                  </a:lnTo>
                  <a:lnTo>
                    <a:pt x="167150" y="31527"/>
                  </a:lnTo>
                  <a:lnTo>
                    <a:pt x="166786" y="31151"/>
                  </a:lnTo>
                  <a:lnTo>
                    <a:pt x="166070" y="30404"/>
                  </a:lnTo>
                  <a:lnTo>
                    <a:pt x="165214" y="29523"/>
                  </a:lnTo>
                  <a:lnTo>
                    <a:pt x="164702" y="28925"/>
                  </a:lnTo>
                  <a:lnTo>
                    <a:pt x="163251" y="28558"/>
                  </a:lnTo>
                  <a:lnTo>
                    <a:pt x="163169" y="28302"/>
                  </a:lnTo>
                  <a:lnTo>
                    <a:pt x="163098" y="28084"/>
                  </a:lnTo>
                  <a:lnTo>
                    <a:pt x="163016" y="27831"/>
                  </a:lnTo>
                  <a:lnTo>
                    <a:pt x="162967" y="27683"/>
                  </a:lnTo>
                  <a:lnTo>
                    <a:pt x="162904" y="27484"/>
                  </a:lnTo>
                  <a:lnTo>
                    <a:pt x="162822" y="27231"/>
                  </a:lnTo>
                  <a:lnTo>
                    <a:pt x="162751" y="27017"/>
                  </a:lnTo>
                  <a:lnTo>
                    <a:pt x="162646" y="26830"/>
                  </a:lnTo>
                  <a:lnTo>
                    <a:pt x="162531" y="26621"/>
                  </a:lnTo>
                  <a:lnTo>
                    <a:pt x="162418" y="26419"/>
                  </a:lnTo>
                  <a:lnTo>
                    <a:pt x="162343" y="26288"/>
                  </a:lnTo>
                  <a:lnTo>
                    <a:pt x="162256" y="26131"/>
                  </a:lnTo>
                  <a:lnTo>
                    <a:pt x="162123" y="26037"/>
                  </a:lnTo>
                  <a:lnTo>
                    <a:pt x="161945" y="25911"/>
                  </a:lnTo>
                  <a:lnTo>
                    <a:pt x="161792" y="25800"/>
                  </a:lnTo>
                  <a:lnTo>
                    <a:pt x="161546" y="25580"/>
                  </a:lnTo>
                  <a:lnTo>
                    <a:pt x="161180" y="25184"/>
                  </a:lnTo>
                  <a:lnTo>
                    <a:pt x="161009" y="25008"/>
                  </a:lnTo>
                  <a:lnTo>
                    <a:pt x="160791" y="24785"/>
                  </a:lnTo>
                  <a:lnTo>
                    <a:pt x="160389" y="24310"/>
                  </a:lnTo>
                  <a:lnTo>
                    <a:pt x="160254" y="24265"/>
                  </a:lnTo>
                  <a:lnTo>
                    <a:pt x="160121" y="24216"/>
                  </a:lnTo>
                  <a:lnTo>
                    <a:pt x="159949" y="24157"/>
                  </a:lnTo>
                  <a:lnTo>
                    <a:pt x="159762" y="24089"/>
                  </a:lnTo>
                  <a:lnTo>
                    <a:pt x="159614" y="24035"/>
                  </a:lnTo>
                  <a:lnTo>
                    <a:pt x="159464" y="23981"/>
                  </a:lnTo>
                  <a:lnTo>
                    <a:pt x="159094" y="23848"/>
                  </a:lnTo>
                  <a:lnTo>
                    <a:pt x="158953" y="23798"/>
                  </a:lnTo>
                  <a:lnTo>
                    <a:pt x="158770" y="23735"/>
                  </a:lnTo>
                  <a:lnTo>
                    <a:pt x="158625" y="23681"/>
                  </a:lnTo>
                  <a:lnTo>
                    <a:pt x="158423" y="23611"/>
                  </a:lnTo>
                  <a:lnTo>
                    <a:pt x="158259" y="23522"/>
                  </a:lnTo>
                  <a:lnTo>
                    <a:pt x="157954" y="23358"/>
                  </a:lnTo>
                  <a:lnTo>
                    <a:pt x="157746" y="23154"/>
                  </a:lnTo>
                  <a:lnTo>
                    <a:pt x="156902" y="23137"/>
                  </a:lnTo>
                  <a:lnTo>
                    <a:pt x="156590" y="23163"/>
                  </a:lnTo>
                  <a:lnTo>
                    <a:pt x="156461" y="23043"/>
                  </a:lnTo>
                  <a:lnTo>
                    <a:pt x="156386" y="22877"/>
                  </a:lnTo>
                  <a:lnTo>
                    <a:pt x="156369" y="22518"/>
                  </a:lnTo>
                  <a:lnTo>
                    <a:pt x="156416" y="22277"/>
                  </a:lnTo>
                  <a:lnTo>
                    <a:pt x="156332" y="22045"/>
                  </a:lnTo>
                  <a:lnTo>
                    <a:pt x="156346" y="21775"/>
                  </a:lnTo>
                  <a:lnTo>
                    <a:pt x="156348" y="21631"/>
                  </a:lnTo>
                  <a:lnTo>
                    <a:pt x="155574" y="21547"/>
                  </a:lnTo>
                  <a:lnTo>
                    <a:pt x="154967" y="21491"/>
                  </a:lnTo>
                  <a:lnTo>
                    <a:pt x="154161" y="21090"/>
                  </a:lnTo>
                  <a:lnTo>
                    <a:pt x="152799" y="20418"/>
                  </a:lnTo>
                  <a:lnTo>
                    <a:pt x="152663" y="20425"/>
                  </a:lnTo>
                  <a:lnTo>
                    <a:pt x="152374" y="20448"/>
                  </a:lnTo>
                  <a:lnTo>
                    <a:pt x="152182" y="20542"/>
                  </a:lnTo>
                  <a:lnTo>
                    <a:pt x="151727" y="20762"/>
                  </a:lnTo>
                  <a:lnTo>
                    <a:pt x="151111" y="21060"/>
                  </a:lnTo>
                  <a:lnTo>
                    <a:pt x="150754" y="21053"/>
                  </a:lnTo>
                  <a:lnTo>
                    <a:pt x="150548" y="20985"/>
                  </a:lnTo>
                  <a:lnTo>
                    <a:pt x="150164" y="20856"/>
                  </a:lnTo>
                  <a:lnTo>
                    <a:pt x="149995" y="20800"/>
                  </a:lnTo>
                  <a:lnTo>
                    <a:pt x="149388" y="20743"/>
                  </a:lnTo>
                  <a:lnTo>
                    <a:pt x="149134" y="20706"/>
                  </a:lnTo>
                  <a:lnTo>
                    <a:pt x="148916" y="20624"/>
                  </a:lnTo>
                  <a:lnTo>
                    <a:pt x="148593" y="20502"/>
                  </a:lnTo>
                  <a:lnTo>
                    <a:pt x="148438" y="20443"/>
                  </a:lnTo>
                  <a:lnTo>
                    <a:pt x="148197" y="20300"/>
                  </a:lnTo>
                  <a:lnTo>
                    <a:pt x="147927" y="20096"/>
                  </a:lnTo>
                  <a:lnTo>
                    <a:pt x="147775" y="19768"/>
                  </a:lnTo>
                  <a:lnTo>
                    <a:pt x="147613" y="19414"/>
                  </a:lnTo>
                  <a:lnTo>
                    <a:pt x="147252" y="18652"/>
                  </a:lnTo>
                  <a:lnTo>
                    <a:pt x="146900" y="18211"/>
                  </a:lnTo>
                  <a:lnTo>
                    <a:pt x="146635" y="18038"/>
                  </a:lnTo>
                  <a:lnTo>
                    <a:pt x="146335" y="17935"/>
                  </a:lnTo>
                  <a:lnTo>
                    <a:pt x="146056" y="17839"/>
                  </a:lnTo>
                  <a:lnTo>
                    <a:pt x="145911" y="17789"/>
                  </a:lnTo>
                  <a:lnTo>
                    <a:pt x="139060" y="12043"/>
                  </a:lnTo>
                  <a:lnTo>
                    <a:pt x="138962" y="11776"/>
                  </a:lnTo>
                  <a:lnTo>
                    <a:pt x="138416" y="10287"/>
                  </a:lnTo>
                  <a:lnTo>
                    <a:pt x="138024" y="9541"/>
                  </a:lnTo>
                  <a:lnTo>
                    <a:pt x="133014" y="0"/>
                  </a:lnTo>
                  <a:lnTo>
                    <a:pt x="127795" y="2161"/>
                  </a:lnTo>
                  <a:lnTo>
                    <a:pt x="125212" y="3948"/>
                  </a:lnTo>
                  <a:lnTo>
                    <a:pt x="120052" y="8601"/>
                  </a:lnTo>
                  <a:lnTo>
                    <a:pt x="123158" y="10064"/>
                  </a:lnTo>
                  <a:lnTo>
                    <a:pt x="128105" y="14847"/>
                  </a:lnTo>
                  <a:lnTo>
                    <a:pt x="127593" y="15593"/>
                  </a:lnTo>
                  <a:lnTo>
                    <a:pt x="126658" y="16953"/>
                  </a:lnTo>
                  <a:lnTo>
                    <a:pt x="126009" y="17900"/>
                  </a:lnTo>
                  <a:lnTo>
                    <a:pt x="125629" y="18448"/>
                  </a:lnTo>
                  <a:lnTo>
                    <a:pt x="125397" y="18788"/>
                  </a:lnTo>
                  <a:lnTo>
                    <a:pt x="125324" y="18945"/>
                  </a:lnTo>
                  <a:lnTo>
                    <a:pt x="125242" y="19098"/>
                  </a:lnTo>
                  <a:lnTo>
                    <a:pt x="125015" y="19522"/>
                  </a:lnTo>
                  <a:lnTo>
                    <a:pt x="124508" y="20465"/>
                  </a:lnTo>
                  <a:lnTo>
                    <a:pt x="124124" y="20926"/>
                  </a:lnTo>
                  <a:lnTo>
                    <a:pt x="123800" y="20819"/>
                  </a:lnTo>
                  <a:lnTo>
                    <a:pt x="123221" y="20622"/>
                  </a:lnTo>
                  <a:lnTo>
                    <a:pt x="122930" y="20528"/>
                  </a:lnTo>
                  <a:lnTo>
                    <a:pt x="122651" y="20521"/>
                  </a:lnTo>
                  <a:lnTo>
                    <a:pt x="122096" y="20504"/>
                  </a:lnTo>
                  <a:lnTo>
                    <a:pt x="121580" y="20493"/>
                  </a:lnTo>
                  <a:lnTo>
                    <a:pt x="121015" y="20476"/>
                  </a:lnTo>
                  <a:lnTo>
                    <a:pt x="120595" y="20589"/>
                  </a:lnTo>
                  <a:lnTo>
                    <a:pt x="120586" y="20816"/>
                  </a:lnTo>
                  <a:lnTo>
                    <a:pt x="120445" y="20826"/>
                  </a:lnTo>
                  <a:lnTo>
                    <a:pt x="120258" y="20947"/>
                  </a:lnTo>
                  <a:lnTo>
                    <a:pt x="119522" y="21595"/>
                  </a:lnTo>
                  <a:lnTo>
                    <a:pt x="119507" y="21822"/>
                  </a:lnTo>
                  <a:lnTo>
                    <a:pt x="119491" y="22024"/>
                  </a:lnTo>
                  <a:lnTo>
                    <a:pt x="119458" y="22420"/>
                  </a:lnTo>
                  <a:lnTo>
                    <a:pt x="119430" y="22814"/>
                  </a:lnTo>
                  <a:lnTo>
                    <a:pt x="119575" y="23018"/>
                  </a:lnTo>
                  <a:lnTo>
                    <a:pt x="119967" y="23531"/>
                  </a:lnTo>
                  <a:lnTo>
                    <a:pt x="120192" y="23744"/>
                  </a:lnTo>
                  <a:lnTo>
                    <a:pt x="120609" y="24141"/>
                  </a:lnTo>
                  <a:lnTo>
                    <a:pt x="120767" y="24282"/>
                  </a:lnTo>
                  <a:lnTo>
                    <a:pt x="120736" y="24478"/>
                  </a:lnTo>
                  <a:lnTo>
                    <a:pt x="120523" y="25214"/>
                  </a:lnTo>
                  <a:lnTo>
                    <a:pt x="120370" y="25737"/>
                  </a:lnTo>
                  <a:lnTo>
                    <a:pt x="120222" y="26241"/>
                  </a:lnTo>
                  <a:lnTo>
                    <a:pt x="120070" y="26759"/>
                  </a:lnTo>
                  <a:lnTo>
                    <a:pt x="119922" y="27275"/>
                  </a:lnTo>
                  <a:lnTo>
                    <a:pt x="119770" y="27796"/>
                  </a:lnTo>
                  <a:lnTo>
                    <a:pt x="119625" y="28293"/>
                  </a:lnTo>
                  <a:lnTo>
                    <a:pt x="119470" y="28832"/>
                  </a:lnTo>
                  <a:lnTo>
                    <a:pt x="119320" y="29348"/>
                  </a:lnTo>
                  <a:lnTo>
                    <a:pt x="119160" y="29892"/>
                  </a:lnTo>
                  <a:lnTo>
                    <a:pt x="119006" y="30421"/>
                  </a:lnTo>
                  <a:lnTo>
                    <a:pt x="118917" y="30733"/>
                  </a:lnTo>
                  <a:lnTo>
                    <a:pt x="118825" y="31043"/>
                  </a:lnTo>
                  <a:lnTo>
                    <a:pt x="118687" y="30935"/>
                  </a:lnTo>
                  <a:lnTo>
                    <a:pt x="118520" y="30808"/>
                  </a:lnTo>
                  <a:lnTo>
                    <a:pt x="118302" y="30686"/>
                  </a:lnTo>
                  <a:lnTo>
                    <a:pt x="118009" y="30602"/>
                  </a:lnTo>
                  <a:lnTo>
                    <a:pt x="117550" y="30473"/>
                  </a:lnTo>
                  <a:lnTo>
                    <a:pt x="116943" y="30342"/>
                  </a:lnTo>
                  <a:lnTo>
                    <a:pt x="116509" y="30375"/>
                  </a:lnTo>
                  <a:lnTo>
                    <a:pt x="115892" y="30419"/>
                  </a:lnTo>
                  <a:lnTo>
                    <a:pt x="115749" y="30410"/>
                  </a:lnTo>
                  <a:lnTo>
                    <a:pt x="115393" y="30389"/>
                  </a:lnTo>
                  <a:lnTo>
                    <a:pt x="114844" y="30351"/>
                  </a:lnTo>
                  <a:lnTo>
                    <a:pt x="114321" y="30314"/>
                  </a:lnTo>
                  <a:lnTo>
                    <a:pt x="113888" y="30288"/>
                  </a:lnTo>
                  <a:lnTo>
                    <a:pt x="113548" y="29713"/>
                  </a:lnTo>
                  <a:lnTo>
                    <a:pt x="113264" y="29235"/>
                  </a:lnTo>
                  <a:lnTo>
                    <a:pt x="112997" y="28783"/>
                  </a:lnTo>
                  <a:lnTo>
                    <a:pt x="112718" y="28316"/>
                  </a:lnTo>
                  <a:lnTo>
                    <a:pt x="112453" y="27868"/>
                  </a:lnTo>
                  <a:lnTo>
                    <a:pt x="112345" y="27685"/>
                  </a:lnTo>
                  <a:lnTo>
                    <a:pt x="112059" y="27496"/>
                  </a:lnTo>
                  <a:lnTo>
                    <a:pt x="111604" y="27198"/>
                  </a:lnTo>
                  <a:lnTo>
                    <a:pt x="111142" y="26895"/>
                  </a:lnTo>
                  <a:lnTo>
                    <a:pt x="110727" y="26621"/>
                  </a:lnTo>
                  <a:lnTo>
                    <a:pt x="110465" y="26450"/>
                  </a:lnTo>
                  <a:lnTo>
                    <a:pt x="110474" y="26672"/>
                  </a:lnTo>
                  <a:lnTo>
                    <a:pt x="110418" y="26877"/>
                  </a:lnTo>
                  <a:lnTo>
                    <a:pt x="110243" y="27187"/>
                  </a:lnTo>
                  <a:lnTo>
                    <a:pt x="110141" y="27329"/>
                  </a:lnTo>
                  <a:lnTo>
                    <a:pt x="109975" y="27449"/>
                  </a:lnTo>
                  <a:lnTo>
                    <a:pt x="109705" y="27643"/>
                  </a:lnTo>
                  <a:lnTo>
                    <a:pt x="108988" y="28157"/>
                  </a:lnTo>
                  <a:lnTo>
                    <a:pt x="108409" y="28574"/>
                  </a:lnTo>
                  <a:lnTo>
                    <a:pt x="108212" y="28715"/>
                  </a:lnTo>
                  <a:lnTo>
                    <a:pt x="108010" y="28987"/>
                  </a:lnTo>
                  <a:lnTo>
                    <a:pt x="107666" y="29453"/>
                  </a:lnTo>
                  <a:lnTo>
                    <a:pt x="107342" y="29884"/>
                  </a:lnTo>
                  <a:lnTo>
                    <a:pt x="107166" y="30124"/>
                  </a:lnTo>
                  <a:lnTo>
                    <a:pt x="106871" y="30520"/>
                  </a:lnTo>
                  <a:lnTo>
                    <a:pt x="106388" y="31167"/>
                  </a:lnTo>
                  <a:lnTo>
                    <a:pt x="106088" y="31580"/>
                  </a:lnTo>
                  <a:lnTo>
                    <a:pt x="105764" y="32011"/>
                  </a:lnTo>
                  <a:lnTo>
                    <a:pt x="105476" y="32400"/>
                  </a:lnTo>
                  <a:lnTo>
                    <a:pt x="105096" y="32909"/>
                  </a:lnTo>
                  <a:lnTo>
                    <a:pt x="104782" y="33335"/>
                  </a:lnTo>
                  <a:lnTo>
                    <a:pt x="104442" y="33793"/>
                  </a:lnTo>
                  <a:lnTo>
                    <a:pt x="103783" y="34684"/>
                  </a:lnTo>
                  <a:lnTo>
                    <a:pt x="103363" y="35246"/>
                  </a:lnTo>
                  <a:lnTo>
                    <a:pt x="102911" y="35858"/>
                  </a:lnTo>
                  <a:lnTo>
                    <a:pt x="102205" y="36805"/>
                  </a:lnTo>
                  <a:lnTo>
                    <a:pt x="101875" y="37253"/>
                  </a:lnTo>
                  <a:lnTo>
                    <a:pt x="101657" y="37544"/>
                  </a:lnTo>
                  <a:lnTo>
                    <a:pt x="101462" y="37806"/>
                  </a:lnTo>
                  <a:lnTo>
                    <a:pt x="101209" y="38144"/>
                  </a:lnTo>
                  <a:lnTo>
                    <a:pt x="99386" y="40561"/>
                  </a:lnTo>
                  <a:lnTo>
                    <a:pt x="93705" y="48091"/>
                  </a:lnTo>
                  <a:lnTo>
                    <a:pt x="86235" y="45074"/>
                  </a:lnTo>
                  <a:lnTo>
                    <a:pt x="80428" y="45602"/>
                  </a:lnTo>
                  <a:lnTo>
                    <a:pt x="77983" y="42080"/>
                  </a:lnTo>
                  <a:lnTo>
                    <a:pt x="77308" y="41354"/>
                  </a:lnTo>
                  <a:lnTo>
                    <a:pt x="76027" y="39968"/>
                  </a:lnTo>
                  <a:lnTo>
                    <a:pt x="75446" y="39342"/>
                  </a:lnTo>
                  <a:lnTo>
                    <a:pt x="74072" y="37860"/>
                  </a:lnTo>
                  <a:lnTo>
                    <a:pt x="70471" y="38552"/>
                  </a:lnTo>
                  <a:lnTo>
                    <a:pt x="63668" y="43907"/>
                  </a:lnTo>
                  <a:close/>
                </a:path>
              </a:pathLst>
            </a:custGeom>
            <a:solidFill>
              <a:srgbClr val="C0D4D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g47"/>
            <p:cNvSpPr/>
            <p:nvPr/>
          </p:nvSpPr>
          <p:spPr>
            <a:xfrm>
              <a:off x="5081366" y="5253160"/>
              <a:ext cx="356811" cy="430705"/>
            </a:xfrm>
            <a:custGeom>
              <a:avLst/>
              <a:pathLst>
                <a:path w="356811" h="430705">
                  <a:moveTo>
                    <a:pt x="251956" y="354051"/>
                  </a:moveTo>
                  <a:lnTo>
                    <a:pt x="252639" y="355788"/>
                  </a:lnTo>
                  <a:lnTo>
                    <a:pt x="252766" y="356133"/>
                  </a:lnTo>
                  <a:lnTo>
                    <a:pt x="252844" y="356400"/>
                  </a:lnTo>
                  <a:lnTo>
                    <a:pt x="252890" y="356627"/>
                  </a:lnTo>
                  <a:lnTo>
                    <a:pt x="253059" y="356999"/>
                  </a:lnTo>
                  <a:lnTo>
                    <a:pt x="253181" y="357286"/>
                  </a:lnTo>
                  <a:lnTo>
                    <a:pt x="253400" y="357715"/>
                  </a:lnTo>
                  <a:lnTo>
                    <a:pt x="253444" y="358190"/>
                  </a:lnTo>
                  <a:lnTo>
                    <a:pt x="253469" y="358456"/>
                  </a:lnTo>
                  <a:lnTo>
                    <a:pt x="253495" y="358847"/>
                  </a:lnTo>
                  <a:lnTo>
                    <a:pt x="253590" y="359571"/>
                  </a:lnTo>
                  <a:lnTo>
                    <a:pt x="253613" y="359743"/>
                  </a:lnTo>
                  <a:lnTo>
                    <a:pt x="253635" y="359908"/>
                  </a:lnTo>
                  <a:lnTo>
                    <a:pt x="253695" y="360366"/>
                  </a:lnTo>
                  <a:lnTo>
                    <a:pt x="253836" y="361270"/>
                  </a:lnTo>
                  <a:lnTo>
                    <a:pt x="253900" y="361729"/>
                  </a:lnTo>
                  <a:lnTo>
                    <a:pt x="253916" y="361888"/>
                  </a:lnTo>
                  <a:lnTo>
                    <a:pt x="253948" y="362028"/>
                  </a:lnTo>
                  <a:lnTo>
                    <a:pt x="254026" y="362395"/>
                  </a:lnTo>
                  <a:lnTo>
                    <a:pt x="254022" y="363256"/>
                  </a:lnTo>
                  <a:lnTo>
                    <a:pt x="254012" y="363479"/>
                  </a:lnTo>
                  <a:lnTo>
                    <a:pt x="253964" y="364074"/>
                  </a:lnTo>
                  <a:lnTo>
                    <a:pt x="253926" y="364741"/>
                  </a:lnTo>
                  <a:lnTo>
                    <a:pt x="253911" y="364995"/>
                  </a:lnTo>
                  <a:lnTo>
                    <a:pt x="253866" y="365462"/>
                  </a:lnTo>
                  <a:lnTo>
                    <a:pt x="253847" y="365615"/>
                  </a:lnTo>
                  <a:lnTo>
                    <a:pt x="253834" y="365853"/>
                  </a:lnTo>
                  <a:lnTo>
                    <a:pt x="253820" y="365985"/>
                  </a:lnTo>
                  <a:lnTo>
                    <a:pt x="253804" y="366113"/>
                  </a:lnTo>
                  <a:lnTo>
                    <a:pt x="253786" y="366293"/>
                  </a:lnTo>
                  <a:lnTo>
                    <a:pt x="253771" y="366550"/>
                  </a:lnTo>
                  <a:lnTo>
                    <a:pt x="253703" y="366896"/>
                  </a:lnTo>
                  <a:lnTo>
                    <a:pt x="253657" y="367399"/>
                  </a:lnTo>
                  <a:lnTo>
                    <a:pt x="253595" y="367864"/>
                  </a:lnTo>
                  <a:lnTo>
                    <a:pt x="253547" y="368160"/>
                  </a:lnTo>
                  <a:lnTo>
                    <a:pt x="253539" y="368375"/>
                  </a:lnTo>
                  <a:lnTo>
                    <a:pt x="253547" y="368529"/>
                  </a:lnTo>
                  <a:lnTo>
                    <a:pt x="253572" y="368971"/>
                  </a:lnTo>
                  <a:lnTo>
                    <a:pt x="253570" y="369214"/>
                  </a:lnTo>
                  <a:lnTo>
                    <a:pt x="253556" y="370314"/>
                  </a:lnTo>
                  <a:lnTo>
                    <a:pt x="253788" y="370424"/>
                  </a:lnTo>
                  <a:lnTo>
                    <a:pt x="254003" y="370516"/>
                  </a:lnTo>
                  <a:lnTo>
                    <a:pt x="254553" y="370723"/>
                  </a:lnTo>
                  <a:lnTo>
                    <a:pt x="254730" y="370772"/>
                  </a:lnTo>
                  <a:lnTo>
                    <a:pt x="255172" y="370899"/>
                  </a:lnTo>
                  <a:lnTo>
                    <a:pt x="255329" y="370870"/>
                  </a:lnTo>
                  <a:lnTo>
                    <a:pt x="255518" y="370839"/>
                  </a:lnTo>
                  <a:lnTo>
                    <a:pt x="255669" y="370850"/>
                  </a:lnTo>
                  <a:lnTo>
                    <a:pt x="255235" y="371548"/>
                  </a:lnTo>
                  <a:lnTo>
                    <a:pt x="254966" y="371909"/>
                  </a:lnTo>
                  <a:lnTo>
                    <a:pt x="254757" y="372168"/>
                  </a:lnTo>
                  <a:lnTo>
                    <a:pt x="254293" y="372750"/>
                  </a:lnTo>
                  <a:lnTo>
                    <a:pt x="254159" y="372921"/>
                  </a:lnTo>
                  <a:lnTo>
                    <a:pt x="253889" y="373239"/>
                  </a:lnTo>
                  <a:lnTo>
                    <a:pt x="254234" y="373416"/>
                  </a:lnTo>
                  <a:lnTo>
                    <a:pt x="254525" y="373560"/>
                  </a:lnTo>
                  <a:lnTo>
                    <a:pt x="254863" y="373713"/>
                  </a:lnTo>
                  <a:lnTo>
                    <a:pt x="255068" y="373835"/>
                  </a:lnTo>
                  <a:lnTo>
                    <a:pt x="255417" y="373996"/>
                  </a:lnTo>
                  <a:lnTo>
                    <a:pt x="255627" y="374095"/>
                  </a:lnTo>
                  <a:lnTo>
                    <a:pt x="255850" y="374229"/>
                  </a:lnTo>
                  <a:lnTo>
                    <a:pt x="256548" y="374646"/>
                  </a:lnTo>
                  <a:lnTo>
                    <a:pt x="256740" y="374714"/>
                  </a:lnTo>
                  <a:lnTo>
                    <a:pt x="256889" y="374772"/>
                  </a:lnTo>
                  <a:lnTo>
                    <a:pt x="257061" y="374866"/>
                  </a:lnTo>
                  <a:lnTo>
                    <a:pt x="257581" y="375149"/>
                  </a:lnTo>
                  <a:lnTo>
                    <a:pt x="257774" y="375259"/>
                  </a:lnTo>
                  <a:lnTo>
                    <a:pt x="258610" y="375607"/>
                  </a:lnTo>
                  <a:lnTo>
                    <a:pt x="258738" y="375616"/>
                  </a:lnTo>
                  <a:lnTo>
                    <a:pt x="258884" y="375640"/>
                  </a:lnTo>
                  <a:lnTo>
                    <a:pt x="259030" y="375657"/>
                  </a:lnTo>
                  <a:lnTo>
                    <a:pt x="259428" y="375713"/>
                  </a:lnTo>
                  <a:lnTo>
                    <a:pt x="259662" y="375755"/>
                  </a:lnTo>
                  <a:lnTo>
                    <a:pt x="259846" y="375780"/>
                  </a:lnTo>
                  <a:lnTo>
                    <a:pt x="260145" y="375802"/>
                  </a:lnTo>
                  <a:lnTo>
                    <a:pt x="260532" y="375834"/>
                  </a:lnTo>
                  <a:lnTo>
                    <a:pt x="260697" y="375846"/>
                  </a:lnTo>
                  <a:lnTo>
                    <a:pt x="260839" y="375849"/>
                  </a:lnTo>
                  <a:lnTo>
                    <a:pt x="261254" y="375868"/>
                  </a:lnTo>
                  <a:lnTo>
                    <a:pt x="261419" y="375866"/>
                  </a:lnTo>
                  <a:lnTo>
                    <a:pt x="261611" y="375891"/>
                  </a:lnTo>
                  <a:lnTo>
                    <a:pt x="262012" y="375974"/>
                  </a:lnTo>
                  <a:lnTo>
                    <a:pt x="262577" y="375946"/>
                  </a:lnTo>
                  <a:lnTo>
                    <a:pt x="262719" y="375971"/>
                  </a:lnTo>
                  <a:lnTo>
                    <a:pt x="262872" y="375979"/>
                  </a:lnTo>
                  <a:lnTo>
                    <a:pt x="263334" y="376033"/>
                  </a:lnTo>
                  <a:lnTo>
                    <a:pt x="263564" y="376059"/>
                  </a:lnTo>
                  <a:lnTo>
                    <a:pt x="264332" y="376245"/>
                  </a:lnTo>
                  <a:lnTo>
                    <a:pt x="264539" y="376606"/>
                  </a:lnTo>
                  <a:lnTo>
                    <a:pt x="264667" y="376866"/>
                  </a:lnTo>
                  <a:lnTo>
                    <a:pt x="264928" y="377309"/>
                  </a:lnTo>
                  <a:lnTo>
                    <a:pt x="265092" y="377549"/>
                  </a:lnTo>
                  <a:lnTo>
                    <a:pt x="265810" y="378637"/>
                  </a:lnTo>
                  <a:lnTo>
                    <a:pt x="265943" y="378958"/>
                  </a:lnTo>
                  <a:lnTo>
                    <a:pt x="266006" y="379168"/>
                  </a:lnTo>
                  <a:lnTo>
                    <a:pt x="266019" y="379298"/>
                  </a:lnTo>
                  <a:lnTo>
                    <a:pt x="266061" y="379476"/>
                  </a:lnTo>
                  <a:lnTo>
                    <a:pt x="266199" y="379786"/>
                  </a:lnTo>
                  <a:lnTo>
                    <a:pt x="266435" y="380062"/>
                  </a:lnTo>
                  <a:lnTo>
                    <a:pt x="266659" y="380400"/>
                  </a:lnTo>
                  <a:lnTo>
                    <a:pt x="266810" y="380678"/>
                  </a:lnTo>
                  <a:lnTo>
                    <a:pt x="267018" y="381128"/>
                  </a:lnTo>
                  <a:lnTo>
                    <a:pt x="267239" y="381451"/>
                  </a:lnTo>
                  <a:lnTo>
                    <a:pt x="267413" y="381659"/>
                  </a:lnTo>
                  <a:lnTo>
                    <a:pt x="267731" y="382172"/>
                  </a:lnTo>
                  <a:lnTo>
                    <a:pt x="267777" y="382347"/>
                  </a:lnTo>
                  <a:lnTo>
                    <a:pt x="267873" y="382684"/>
                  </a:lnTo>
                  <a:lnTo>
                    <a:pt x="268350" y="382416"/>
                  </a:lnTo>
                  <a:lnTo>
                    <a:pt x="268493" y="382396"/>
                  </a:lnTo>
                  <a:lnTo>
                    <a:pt x="269020" y="382171"/>
                  </a:lnTo>
                  <a:lnTo>
                    <a:pt x="269711" y="381475"/>
                  </a:lnTo>
                  <a:lnTo>
                    <a:pt x="270279" y="380149"/>
                  </a:lnTo>
                  <a:lnTo>
                    <a:pt x="271690" y="379850"/>
                  </a:lnTo>
                  <a:lnTo>
                    <a:pt x="271948" y="380072"/>
                  </a:lnTo>
                  <a:lnTo>
                    <a:pt x="272075" y="380203"/>
                  </a:lnTo>
                  <a:lnTo>
                    <a:pt x="272384" y="380473"/>
                  </a:lnTo>
                  <a:lnTo>
                    <a:pt x="272717" y="380697"/>
                  </a:lnTo>
                  <a:lnTo>
                    <a:pt x="273085" y="380850"/>
                  </a:lnTo>
                  <a:lnTo>
                    <a:pt x="273223" y="380951"/>
                  </a:lnTo>
                  <a:lnTo>
                    <a:pt x="273377" y="381067"/>
                  </a:lnTo>
                  <a:lnTo>
                    <a:pt x="273518" y="381197"/>
                  </a:lnTo>
                  <a:lnTo>
                    <a:pt x="273696" y="381372"/>
                  </a:lnTo>
                  <a:lnTo>
                    <a:pt x="274148" y="381676"/>
                  </a:lnTo>
                  <a:lnTo>
                    <a:pt x="274445" y="381907"/>
                  </a:lnTo>
                  <a:lnTo>
                    <a:pt x="274593" y="382000"/>
                  </a:lnTo>
                  <a:lnTo>
                    <a:pt x="274864" y="382283"/>
                  </a:lnTo>
                  <a:lnTo>
                    <a:pt x="275392" y="382833"/>
                  </a:lnTo>
                  <a:lnTo>
                    <a:pt x="275829" y="383254"/>
                  </a:lnTo>
                  <a:lnTo>
                    <a:pt x="276108" y="383563"/>
                  </a:lnTo>
                  <a:lnTo>
                    <a:pt x="276102" y="383930"/>
                  </a:lnTo>
                  <a:lnTo>
                    <a:pt x="276368" y="383978"/>
                  </a:lnTo>
                  <a:lnTo>
                    <a:pt x="276586" y="384275"/>
                  </a:lnTo>
                  <a:lnTo>
                    <a:pt x="278345" y="386683"/>
                  </a:lnTo>
                  <a:lnTo>
                    <a:pt x="279263" y="387939"/>
                  </a:lnTo>
                  <a:lnTo>
                    <a:pt x="282888" y="392496"/>
                  </a:lnTo>
                  <a:lnTo>
                    <a:pt x="288437" y="399472"/>
                  </a:lnTo>
                  <a:lnTo>
                    <a:pt x="290107" y="401572"/>
                  </a:lnTo>
                  <a:lnTo>
                    <a:pt x="293376" y="405627"/>
                  </a:lnTo>
                  <a:lnTo>
                    <a:pt x="298743" y="412282"/>
                  </a:lnTo>
                  <a:lnTo>
                    <a:pt x="303876" y="418647"/>
                  </a:lnTo>
                  <a:lnTo>
                    <a:pt x="309074" y="425093"/>
                  </a:lnTo>
                  <a:lnTo>
                    <a:pt x="312132" y="428884"/>
                  </a:lnTo>
                  <a:lnTo>
                    <a:pt x="313600" y="430705"/>
                  </a:lnTo>
                  <a:lnTo>
                    <a:pt x="329348" y="415809"/>
                  </a:lnTo>
                  <a:lnTo>
                    <a:pt x="331246" y="414014"/>
                  </a:lnTo>
                  <a:lnTo>
                    <a:pt x="356811" y="403345"/>
                  </a:lnTo>
                  <a:lnTo>
                    <a:pt x="336758" y="355217"/>
                  </a:lnTo>
                  <a:lnTo>
                    <a:pt x="335899" y="345302"/>
                  </a:lnTo>
                  <a:lnTo>
                    <a:pt x="335286" y="336384"/>
                  </a:lnTo>
                  <a:lnTo>
                    <a:pt x="335018" y="332497"/>
                  </a:lnTo>
                  <a:lnTo>
                    <a:pt x="334976" y="331914"/>
                  </a:lnTo>
                  <a:lnTo>
                    <a:pt x="334911" y="331005"/>
                  </a:lnTo>
                  <a:lnTo>
                    <a:pt x="334756" y="328595"/>
                  </a:lnTo>
                  <a:lnTo>
                    <a:pt x="334721" y="328098"/>
                  </a:lnTo>
                  <a:lnTo>
                    <a:pt x="334956" y="325763"/>
                  </a:lnTo>
                  <a:lnTo>
                    <a:pt x="337174" y="325468"/>
                  </a:lnTo>
                  <a:lnTo>
                    <a:pt x="337740" y="320759"/>
                  </a:lnTo>
                  <a:lnTo>
                    <a:pt x="344076" y="329681"/>
                  </a:lnTo>
                  <a:lnTo>
                    <a:pt x="344513" y="325748"/>
                  </a:lnTo>
                  <a:lnTo>
                    <a:pt x="344808" y="323097"/>
                  </a:lnTo>
                  <a:lnTo>
                    <a:pt x="343222" y="320749"/>
                  </a:lnTo>
                  <a:lnTo>
                    <a:pt x="342968" y="320519"/>
                  </a:lnTo>
                  <a:lnTo>
                    <a:pt x="342941" y="320332"/>
                  </a:lnTo>
                  <a:lnTo>
                    <a:pt x="341890" y="320019"/>
                  </a:lnTo>
                  <a:lnTo>
                    <a:pt x="342032" y="319405"/>
                  </a:lnTo>
                  <a:lnTo>
                    <a:pt x="342194" y="319216"/>
                  </a:lnTo>
                  <a:lnTo>
                    <a:pt x="342270" y="318944"/>
                  </a:lnTo>
                  <a:lnTo>
                    <a:pt x="342910" y="318233"/>
                  </a:lnTo>
                  <a:lnTo>
                    <a:pt x="343043" y="318182"/>
                  </a:lnTo>
                  <a:lnTo>
                    <a:pt x="343374" y="318052"/>
                  </a:lnTo>
                  <a:lnTo>
                    <a:pt x="343847" y="318105"/>
                  </a:lnTo>
                  <a:lnTo>
                    <a:pt x="344363" y="318764"/>
                  </a:lnTo>
                  <a:lnTo>
                    <a:pt x="344896" y="319408"/>
                  </a:lnTo>
                  <a:lnTo>
                    <a:pt x="345780" y="316879"/>
                  </a:lnTo>
                  <a:lnTo>
                    <a:pt x="345799" y="316738"/>
                  </a:lnTo>
                  <a:lnTo>
                    <a:pt x="345824" y="314946"/>
                  </a:lnTo>
                  <a:lnTo>
                    <a:pt x="346027" y="314221"/>
                  </a:lnTo>
                  <a:lnTo>
                    <a:pt x="346085" y="314019"/>
                  </a:lnTo>
                  <a:lnTo>
                    <a:pt x="346135" y="313591"/>
                  </a:lnTo>
                  <a:lnTo>
                    <a:pt x="346210" y="313364"/>
                  </a:lnTo>
                  <a:lnTo>
                    <a:pt x="346392" y="312827"/>
                  </a:lnTo>
                  <a:lnTo>
                    <a:pt x="346371" y="312445"/>
                  </a:lnTo>
                  <a:lnTo>
                    <a:pt x="346306" y="311881"/>
                  </a:lnTo>
                  <a:lnTo>
                    <a:pt x="346119" y="310399"/>
                  </a:lnTo>
                  <a:lnTo>
                    <a:pt x="347781" y="309638"/>
                  </a:lnTo>
                  <a:lnTo>
                    <a:pt x="347871" y="309312"/>
                  </a:lnTo>
                  <a:lnTo>
                    <a:pt x="347983" y="308834"/>
                  </a:lnTo>
                  <a:lnTo>
                    <a:pt x="348158" y="308105"/>
                  </a:lnTo>
                  <a:lnTo>
                    <a:pt x="348245" y="307784"/>
                  </a:lnTo>
                  <a:lnTo>
                    <a:pt x="348293" y="307567"/>
                  </a:lnTo>
                  <a:lnTo>
                    <a:pt x="348378" y="307100"/>
                  </a:lnTo>
                  <a:lnTo>
                    <a:pt x="348506" y="306305"/>
                  </a:lnTo>
                  <a:lnTo>
                    <a:pt x="348482" y="305885"/>
                  </a:lnTo>
                  <a:lnTo>
                    <a:pt x="348492" y="305753"/>
                  </a:lnTo>
                  <a:lnTo>
                    <a:pt x="348540" y="305610"/>
                  </a:lnTo>
                  <a:lnTo>
                    <a:pt x="348595" y="305354"/>
                  </a:lnTo>
                  <a:lnTo>
                    <a:pt x="348988" y="303838"/>
                  </a:lnTo>
                  <a:lnTo>
                    <a:pt x="349015" y="303494"/>
                  </a:lnTo>
                  <a:lnTo>
                    <a:pt x="348966" y="303357"/>
                  </a:lnTo>
                  <a:lnTo>
                    <a:pt x="348903" y="303168"/>
                  </a:lnTo>
                  <a:lnTo>
                    <a:pt x="348695" y="302379"/>
                  </a:lnTo>
                  <a:lnTo>
                    <a:pt x="348654" y="302171"/>
                  </a:lnTo>
                  <a:lnTo>
                    <a:pt x="348557" y="301594"/>
                  </a:lnTo>
                  <a:lnTo>
                    <a:pt x="348366" y="300805"/>
                  </a:lnTo>
                  <a:lnTo>
                    <a:pt x="348311" y="300410"/>
                  </a:lnTo>
                  <a:lnTo>
                    <a:pt x="348085" y="299724"/>
                  </a:lnTo>
                  <a:lnTo>
                    <a:pt x="347886" y="299450"/>
                  </a:lnTo>
                  <a:lnTo>
                    <a:pt x="347722" y="299196"/>
                  </a:lnTo>
                  <a:lnTo>
                    <a:pt x="347411" y="298714"/>
                  </a:lnTo>
                  <a:lnTo>
                    <a:pt x="346282" y="296958"/>
                  </a:lnTo>
                  <a:lnTo>
                    <a:pt x="345811" y="296287"/>
                  </a:lnTo>
                  <a:lnTo>
                    <a:pt x="345561" y="296010"/>
                  </a:lnTo>
                  <a:lnTo>
                    <a:pt x="345238" y="295647"/>
                  </a:lnTo>
                  <a:lnTo>
                    <a:pt x="344996" y="295378"/>
                  </a:lnTo>
                  <a:lnTo>
                    <a:pt x="344865" y="295231"/>
                  </a:lnTo>
                  <a:lnTo>
                    <a:pt x="344967" y="295033"/>
                  </a:lnTo>
                  <a:lnTo>
                    <a:pt x="345391" y="294245"/>
                  </a:lnTo>
                  <a:lnTo>
                    <a:pt x="345600" y="293873"/>
                  </a:lnTo>
                  <a:lnTo>
                    <a:pt x="345699" y="293724"/>
                  </a:lnTo>
                  <a:lnTo>
                    <a:pt x="345845" y="293497"/>
                  </a:lnTo>
                  <a:lnTo>
                    <a:pt x="345977" y="293220"/>
                  </a:lnTo>
                  <a:lnTo>
                    <a:pt x="346053" y="293079"/>
                  </a:lnTo>
                  <a:lnTo>
                    <a:pt x="346157" y="292895"/>
                  </a:lnTo>
                  <a:lnTo>
                    <a:pt x="346243" y="292577"/>
                  </a:lnTo>
                  <a:lnTo>
                    <a:pt x="346283" y="292078"/>
                  </a:lnTo>
                  <a:lnTo>
                    <a:pt x="346287" y="291812"/>
                  </a:lnTo>
                  <a:lnTo>
                    <a:pt x="346292" y="291603"/>
                  </a:lnTo>
                  <a:lnTo>
                    <a:pt x="346303" y="291123"/>
                  </a:lnTo>
                  <a:lnTo>
                    <a:pt x="346306" y="290951"/>
                  </a:lnTo>
                  <a:lnTo>
                    <a:pt x="346313" y="290680"/>
                  </a:lnTo>
                  <a:lnTo>
                    <a:pt x="346317" y="290545"/>
                  </a:lnTo>
                  <a:lnTo>
                    <a:pt x="346323" y="290403"/>
                  </a:lnTo>
                  <a:lnTo>
                    <a:pt x="346324" y="290208"/>
                  </a:lnTo>
                  <a:lnTo>
                    <a:pt x="346323" y="289977"/>
                  </a:lnTo>
                  <a:lnTo>
                    <a:pt x="346318" y="289345"/>
                  </a:lnTo>
                  <a:lnTo>
                    <a:pt x="346307" y="288793"/>
                  </a:lnTo>
                  <a:lnTo>
                    <a:pt x="346294" y="288393"/>
                  </a:lnTo>
                  <a:lnTo>
                    <a:pt x="346212" y="288125"/>
                  </a:lnTo>
                  <a:lnTo>
                    <a:pt x="345997" y="287943"/>
                  </a:lnTo>
                  <a:lnTo>
                    <a:pt x="346202" y="287335"/>
                  </a:lnTo>
                  <a:lnTo>
                    <a:pt x="346491" y="286987"/>
                  </a:lnTo>
                  <a:lnTo>
                    <a:pt x="346702" y="286737"/>
                  </a:lnTo>
                  <a:lnTo>
                    <a:pt x="346998" y="286375"/>
                  </a:lnTo>
                  <a:lnTo>
                    <a:pt x="347448" y="286380"/>
                  </a:lnTo>
                  <a:lnTo>
                    <a:pt x="348660" y="286469"/>
                  </a:lnTo>
                  <a:lnTo>
                    <a:pt x="349493" y="286495"/>
                  </a:lnTo>
                  <a:lnTo>
                    <a:pt x="349660" y="286306"/>
                  </a:lnTo>
                  <a:lnTo>
                    <a:pt x="349900" y="286384"/>
                  </a:lnTo>
                  <a:lnTo>
                    <a:pt x="350135" y="286512"/>
                  </a:lnTo>
                  <a:lnTo>
                    <a:pt x="352001" y="285920"/>
                  </a:lnTo>
                  <a:lnTo>
                    <a:pt x="354354" y="285537"/>
                  </a:lnTo>
                  <a:lnTo>
                    <a:pt x="355972" y="283631"/>
                  </a:lnTo>
                  <a:lnTo>
                    <a:pt x="355968" y="283387"/>
                  </a:lnTo>
                  <a:lnTo>
                    <a:pt x="355560" y="281928"/>
                  </a:lnTo>
                  <a:lnTo>
                    <a:pt x="355271" y="280738"/>
                  </a:lnTo>
                  <a:lnTo>
                    <a:pt x="355135" y="280347"/>
                  </a:lnTo>
                  <a:lnTo>
                    <a:pt x="354773" y="279311"/>
                  </a:lnTo>
                  <a:lnTo>
                    <a:pt x="354006" y="278018"/>
                  </a:lnTo>
                  <a:lnTo>
                    <a:pt x="353582" y="277307"/>
                  </a:lnTo>
                  <a:lnTo>
                    <a:pt x="353109" y="276529"/>
                  </a:lnTo>
                  <a:lnTo>
                    <a:pt x="352858" y="276087"/>
                  </a:lnTo>
                  <a:lnTo>
                    <a:pt x="352770" y="275872"/>
                  </a:lnTo>
                  <a:lnTo>
                    <a:pt x="352671" y="275529"/>
                  </a:lnTo>
                  <a:lnTo>
                    <a:pt x="352601" y="275297"/>
                  </a:lnTo>
                  <a:lnTo>
                    <a:pt x="352470" y="274845"/>
                  </a:lnTo>
                  <a:lnTo>
                    <a:pt x="352418" y="274673"/>
                  </a:lnTo>
                  <a:lnTo>
                    <a:pt x="352268" y="274300"/>
                  </a:lnTo>
                  <a:lnTo>
                    <a:pt x="352177" y="274132"/>
                  </a:lnTo>
                  <a:lnTo>
                    <a:pt x="352047" y="273967"/>
                  </a:lnTo>
                  <a:lnTo>
                    <a:pt x="351721" y="273576"/>
                  </a:lnTo>
                  <a:lnTo>
                    <a:pt x="351618" y="273068"/>
                  </a:lnTo>
                  <a:lnTo>
                    <a:pt x="351943" y="273129"/>
                  </a:lnTo>
                  <a:lnTo>
                    <a:pt x="352214" y="273026"/>
                  </a:lnTo>
                  <a:lnTo>
                    <a:pt x="352566" y="272864"/>
                  </a:lnTo>
                  <a:lnTo>
                    <a:pt x="352776" y="272745"/>
                  </a:lnTo>
                  <a:lnTo>
                    <a:pt x="353058" y="272620"/>
                  </a:lnTo>
                  <a:lnTo>
                    <a:pt x="353454" y="272465"/>
                  </a:lnTo>
                  <a:lnTo>
                    <a:pt x="354402" y="272049"/>
                  </a:lnTo>
                  <a:lnTo>
                    <a:pt x="354328" y="271868"/>
                  </a:lnTo>
                  <a:lnTo>
                    <a:pt x="354280" y="271713"/>
                  </a:lnTo>
                  <a:lnTo>
                    <a:pt x="354242" y="271578"/>
                  </a:lnTo>
                  <a:lnTo>
                    <a:pt x="354174" y="271252"/>
                  </a:lnTo>
                  <a:lnTo>
                    <a:pt x="354230" y="270991"/>
                  </a:lnTo>
                  <a:lnTo>
                    <a:pt x="354260" y="270747"/>
                  </a:lnTo>
                  <a:lnTo>
                    <a:pt x="354181" y="270384"/>
                  </a:lnTo>
                  <a:lnTo>
                    <a:pt x="354095" y="270087"/>
                  </a:lnTo>
                  <a:lnTo>
                    <a:pt x="354104" y="269940"/>
                  </a:lnTo>
                  <a:lnTo>
                    <a:pt x="354109" y="269803"/>
                  </a:lnTo>
                  <a:lnTo>
                    <a:pt x="354135" y="268688"/>
                  </a:lnTo>
                  <a:lnTo>
                    <a:pt x="354040" y="268278"/>
                  </a:lnTo>
                  <a:lnTo>
                    <a:pt x="354022" y="268142"/>
                  </a:lnTo>
                  <a:lnTo>
                    <a:pt x="354001" y="268003"/>
                  </a:lnTo>
                  <a:lnTo>
                    <a:pt x="353981" y="267864"/>
                  </a:lnTo>
                  <a:lnTo>
                    <a:pt x="353952" y="267655"/>
                  </a:lnTo>
                  <a:lnTo>
                    <a:pt x="353915" y="267377"/>
                  </a:lnTo>
                  <a:lnTo>
                    <a:pt x="353896" y="267244"/>
                  </a:lnTo>
                  <a:lnTo>
                    <a:pt x="353880" y="267113"/>
                  </a:lnTo>
                  <a:lnTo>
                    <a:pt x="353904" y="266872"/>
                  </a:lnTo>
                  <a:lnTo>
                    <a:pt x="353916" y="266740"/>
                  </a:lnTo>
                  <a:lnTo>
                    <a:pt x="353945" y="266455"/>
                  </a:lnTo>
                  <a:lnTo>
                    <a:pt x="353981" y="266104"/>
                  </a:lnTo>
                  <a:lnTo>
                    <a:pt x="353996" y="265962"/>
                  </a:lnTo>
                  <a:lnTo>
                    <a:pt x="354025" y="265687"/>
                  </a:lnTo>
                  <a:lnTo>
                    <a:pt x="354064" y="265310"/>
                  </a:lnTo>
                  <a:lnTo>
                    <a:pt x="353991" y="264747"/>
                  </a:lnTo>
                  <a:lnTo>
                    <a:pt x="353949" y="264430"/>
                  </a:lnTo>
                  <a:lnTo>
                    <a:pt x="353875" y="263848"/>
                  </a:lnTo>
                  <a:lnTo>
                    <a:pt x="353544" y="263511"/>
                  </a:lnTo>
                  <a:lnTo>
                    <a:pt x="353187" y="263150"/>
                  </a:lnTo>
                  <a:lnTo>
                    <a:pt x="352754" y="262716"/>
                  </a:lnTo>
                  <a:lnTo>
                    <a:pt x="352054" y="261694"/>
                  </a:lnTo>
                  <a:lnTo>
                    <a:pt x="351828" y="261445"/>
                  </a:lnTo>
                  <a:lnTo>
                    <a:pt x="351703" y="261281"/>
                  </a:lnTo>
                  <a:lnTo>
                    <a:pt x="351417" y="260913"/>
                  </a:lnTo>
                  <a:lnTo>
                    <a:pt x="351110" y="260215"/>
                  </a:lnTo>
                  <a:lnTo>
                    <a:pt x="350964" y="260080"/>
                  </a:lnTo>
                  <a:lnTo>
                    <a:pt x="350805" y="259830"/>
                  </a:lnTo>
                  <a:lnTo>
                    <a:pt x="350614" y="259511"/>
                  </a:lnTo>
                  <a:lnTo>
                    <a:pt x="350248" y="259075"/>
                  </a:lnTo>
                  <a:lnTo>
                    <a:pt x="350064" y="258892"/>
                  </a:lnTo>
                  <a:lnTo>
                    <a:pt x="349843" y="258268"/>
                  </a:lnTo>
                  <a:lnTo>
                    <a:pt x="349052" y="257543"/>
                  </a:lnTo>
                  <a:lnTo>
                    <a:pt x="348561" y="257093"/>
                  </a:lnTo>
                  <a:lnTo>
                    <a:pt x="348192" y="256755"/>
                  </a:lnTo>
                  <a:lnTo>
                    <a:pt x="347583" y="256196"/>
                  </a:lnTo>
                  <a:lnTo>
                    <a:pt x="347429" y="256055"/>
                  </a:lnTo>
                  <a:lnTo>
                    <a:pt x="346961" y="255624"/>
                  </a:lnTo>
                  <a:lnTo>
                    <a:pt x="346634" y="255298"/>
                  </a:lnTo>
                  <a:lnTo>
                    <a:pt x="346714" y="254312"/>
                  </a:lnTo>
                  <a:lnTo>
                    <a:pt x="346749" y="253890"/>
                  </a:lnTo>
                  <a:lnTo>
                    <a:pt x="346775" y="253573"/>
                  </a:lnTo>
                  <a:lnTo>
                    <a:pt x="346482" y="252994"/>
                  </a:lnTo>
                  <a:lnTo>
                    <a:pt x="346087" y="252213"/>
                  </a:lnTo>
                  <a:lnTo>
                    <a:pt x="345948" y="251955"/>
                  </a:lnTo>
                  <a:lnTo>
                    <a:pt x="345729" y="251546"/>
                  </a:lnTo>
                  <a:lnTo>
                    <a:pt x="343932" y="248202"/>
                  </a:lnTo>
                  <a:lnTo>
                    <a:pt x="343222" y="246879"/>
                  </a:lnTo>
                  <a:lnTo>
                    <a:pt x="342820" y="246146"/>
                  </a:lnTo>
                  <a:lnTo>
                    <a:pt x="340804" y="244251"/>
                  </a:lnTo>
                  <a:lnTo>
                    <a:pt x="340468" y="243935"/>
                  </a:lnTo>
                  <a:lnTo>
                    <a:pt x="340195" y="243539"/>
                  </a:lnTo>
                  <a:lnTo>
                    <a:pt x="340403" y="243175"/>
                  </a:lnTo>
                  <a:lnTo>
                    <a:pt x="340617" y="242797"/>
                  </a:lnTo>
                  <a:lnTo>
                    <a:pt x="341150" y="241860"/>
                  </a:lnTo>
                  <a:lnTo>
                    <a:pt x="341339" y="241521"/>
                  </a:lnTo>
                  <a:lnTo>
                    <a:pt x="342727" y="239087"/>
                  </a:lnTo>
                  <a:lnTo>
                    <a:pt x="342965" y="238818"/>
                  </a:lnTo>
                  <a:lnTo>
                    <a:pt x="344322" y="237292"/>
                  </a:lnTo>
                  <a:lnTo>
                    <a:pt x="343828" y="235724"/>
                  </a:lnTo>
                  <a:lnTo>
                    <a:pt x="343691" y="235310"/>
                  </a:lnTo>
                  <a:lnTo>
                    <a:pt x="343544" y="234863"/>
                  </a:lnTo>
                  <a:lnTo>
                    <a:pt x="343303" y="233888"/>
                  </a:lnTo>
                  <a:lnTo>
                    <a:pt x="343220" y="232763"/>
                  </a:lnTo>
                  <a:lnTo>
                    <a:pt x="343137" y="231616"/>
                  </a:lnTo>
                  <a:lnTo>
                    <a:pt x="343080" y="230846"/>
                  </a:lnTo>
                  <a:lnTo>
                    <a:pt x="343059" y="230561"/>
                  </a:lnTo>
                  <a:lnTo>
                    <a:pt x="343122" y="230352"/>
                  </a:lnTo>
                  <a:lnTo>
                    <a:pt x="343295" y="229793"/>
                  </a:lnTo>
                  <a:lnTo>
                    <a:pt x="344128" y="229309"/>
                  </a:lnTo>
                  <a:lnTo>
                    <a:pt x="344226" y="228872"/>
                  </a:lnTo>
                  <a:lnTo>
                    <a:pt x="344279" y="228638"/>
                  </a:lnTo>
                  <a:lnTo>
                    <a:pt x="344373" y="228219"/>
                  </a:lnTo>
                  <a:lnTo>
                    <a:pt x="344489" y="227701"/>
                  </a:lnTo>
                  <a:lnTo>
                    <a:pt x="344620" y="227114"/>
                  </a:lnTo>
                  <a:lnTo>
                    <a:pt x="344692" y="226669"/>
                  </a:lnTo>
                  <a:lnTo>
                    <a:pt x="344704" y="226417"/>
                  </a:lnTo>
                  <a:lnTo>
                    <a:pt x="344716" y="226146"/>
                  </a:lnTo>
                  <a:lnTo>
                    <a:pt x="344795" y="224483"/>
                  </a:lnTo>
                  <a:lnTo>
                    <a:pt x="344838" y="223609"/>
                  </a:lnTo>
                  <a:lnTo>
                    <a:pt x="344938" y="221614"/>
                  </a:lnTo>
                  <a:lnTo>
                    <a:pt x="344957" y="221174"/>
                  </a:lnTo>
                  <a:lnTo>
                    <a:pt x="343675" y="221061"/>
                  </a:lnTo>
                  <a:lnTo>
                    <a:pt x="342892" y="220993"/>
                  </a:lnTo>
                  <a:lnTo>
                    <a:pt x="342723" y="220977"/>
                  </a:lnTo>
                  <a:lnTo>
                    <a:pt x="341049" y="220838"/>
                  </a:lnTo>
                  <a:lnTo>
                    <a:pt x="339652" y="220738"/>
                  </a:lnTo>
                  <a:lnTo>
                    <a:pt x="336161" y="220523"/>
                  </a:lnTo>
                  <a:lnTo>
                    <a:pt x="335089" y="220463"/>
                  </a:lnTo>
                  <a:lnTo>
                    <a:pt x="334937" y="220463"/>
                  </a:lnTo>
                  <a:lnTo>
                    <a:pt x="332249" y="220469"/>
                  </a:lnTo>
                  <a:lnTo>
                    <a:pt x="331082" y="220674"/>
                  </a:lnTo>
                  <a:lnTo>
                    <a:pt x="329204" y="221004"/>
                  </a:lnTo>
                  <a:lnTo>
                    <a:pt x="319394" y="203278"/>
                  </a:lnTo>
                  <a:lnTo>
                    <a:pt x="319172" y="202921"/>
                  </a:lnTo>
                  <a:lnTo>
                    <a:pt x="319074" y="202760"/>
                  </a:lnTo>
                  <a:lnTo>
                    <a:pt x="315405" y="199555"/>
                  </a:lnTo>
                  <a:lnTo>
                    <a:pt x="315252" y="199608"/>
                  </a:lnTo>
                  <a:lnTo>
                    <a:pt x="314830" y="199756"/>
                  </a:lnTo>
                  <a:lnTo>
                    <a:pt x="314676" y="199810"/>
                  </a:lnTo>
                  <a:lnTo>
                    <a:pt x="314542" y="199857"/>
                  </a:lnTo>
                  <a:lnTo>
                    <a:pt x="314309" y="199938"/>
                  </a:lnTo>
                  <a:lnTo>
                    <a:pt x="314169" y="199876"/>
                  </a:lnTo>
                  <a:lnTo>
                    <a:pt x="306773" y="199545"/>
                  </a:lnTo>
                  <a:lnTo>
                    <a:pt x="306368" y="199557"/>
                  </a:lnTo>
                  <a:lnTo>
                    <a:pt x="306228" y="199561"/>
                  </a:lnTo>
                  <a:lnTo>
                    <a:pt x="305800" y="199591"/>
                  </a:lnTo>
                  <a:lnTo>
                    <a:pt x="305778" y="199361"/>
                  </a:lnTo>
                  <a:lnTo>
                    <a:pt x="305748" y="199027"/>
                  </a:lnTo>
                  <a:lnTo>
                    <a:pt x="305704" y="198536"/>
                  </a:lnTo>
                  <a:lnTo>
                    <a:pt x="305693" y="198397"/>
                  </a:lnTo>
                  <a:lnTo>
                    <a:pt x="305682" y="197939"/>
                  </a:lnTo>
                  <a:lnTo>
                    <a:pt x="305675" y="197647"/>
                  </a:lnTo>
                  <a:lnTo>
                    <a:pt x="305664" y="197252"/>
                  </a:lnTo>
                  <a:lnTo>
                    <a:pt x="305653" y="196775"/>
                  </a:lnTo>
                  <a:lnTo>
                    <a:pt x="305644" y="196405"/>
                  </a:lnTo>
                  <a:lnTo>
                    <a:pt x="306095" y="195823"/>
                  </a:lnTo>
                  <a:lnTo>
                    <a:pt x="306467" y="195342"/>
                  </a:lnTo>
                  <a:lnTo>
                    <a:pt x="306612" y="195156"/>
                  </a:lnTo>
                  <a:lnTo>
                    <a:pt x="306850" y="194849"/>
                  </a:lnTo>
                  <a:lnTo>
                    <a:pt x="307091" y="194537"/>
                  </a:lnTo>
                  <a:lnTo>
                    <a:pt x="307337" y="194182"/>
                  </a:lnTo>
                  <a:lnTo>
                    <a:pt x="307783" y="193540"/>
                  </a:lnTo>
                  <a:lnTo>
                    <a:pt x="307963" y="193280"/>
                  </a:lnTo>
                  <a:lnTo>
                    <a:pt x="308187" y="192852"/>
                  </a:lnTo>
                  <a:lnTo>
                    <a:pt x="308380" y="192481"/>
                  </a:lnTo>
                  <a:lnTo>
                    <a:pt x="308569" y="192120"/>
                  </a:lnTo>
                  <a:lnTo>
                    <a:pt x="308834" y="191611"/>
                  </a:lnTo>
                  <a:lnTo>
                    <a:pt x="309035" y="191226"/>
                  </a:lnTo>
                  <a:lnTo>
                    <a:pt x="309155" y="190998"/>
                  </a:lnTo>
                  <a:lnTo>
                    <a:pt x="310265" y="189313"/>
                  </a:lnTo>
                  <a:lnTo>
                    <a:pt x="310465" y="189009"/>
                  </a:lnTo>
                  <a:lnTo>
                    <a:pt x="312772" y="185507"/>
                  </a:lnTo>
                  <a:lnTo>
                    <a:pt x="309249" y="182080"/>
                  </a:lnTo>
                  <a:lnTo>
                    <a:pt x="308753" y="181595"/>
                  </a:lnTo>
                  <a:lnTo>
                    <a:pt x="308292" y="180861"/>
                  </a:lnTo>
                  <a:lnTo>
                    <a:pt x="308160" y="180728"/>
                  </a:lnTo>
                  <a:lnTo>
                    <a:pt x="307694" y="180265"/>
                  </a:lnTo>
                  <a:lnTo>
                    <a:pt x="307464" y="180020"/>
                  </a:lnTo>
                  <a:lnTo>
                    <a:pt x="307403" y="179716"/>
                  </a:lnTo>
                  <a:lnTo>
                    <a:pt x="307337" y="179500"/>
                  </a:lnTo>
                  <a:lnTo>
                    <a:pt x="307221" y="179016"/>
                  </a:lnTo>
                  <a:lnTo>
                    <a:pt x="307151" y="178865"/>
                  </a:lnTo>
                  <a:lnTo>
                    <a:pt x="307006" y="178431"/>
                  </a:lnTo>
                  <a:lnTo>
                    <a:pt x="306674" y="177488"/>
                  </a:lnTo>
                  <a:lnTo>
                    <a:pt x="306637" y="176977"/>
                  </a:lnTo>
                  <a:lnTo>
                    <a:pt x="306611" y="176583"/>
                  </a:lnTo>
                  <a:lnTo>
                    <a:pt x="306607" y="176380"/>
                  </a:lnTo>
                  <a:lnTo>
                    <a:pt x="306597" y="176119"/>
                  </a:lnTo>
                  <a:lnTo>
                    <a:pt x="306580" y="175712"/>
                  </a:lnTo>
                  <a:lnTo>
                    <a:pt x="306537" y="175272"/>
                  </a:lnTo>
                  <a:lnTo>
                    <a:pt x="306497" y="174871"/>
                  </a:lnTo>
                  <a:lnTo>
                    <a:pt x="306447" y="174516"/>
                  </a:lnTo>
                  <a:lnTo>
                    <a:pt x="306005" y="173310"/>
                  </a:lnTo>
                  <a:lnTo>
                    <a:pt x="305960" y="173066"/>
                  </a:lnTo>
                  <a:lnTo>
                    <a:pt x="305911" y="172368"/>
                  </a:lnTo>
                  <a:lnTo>
                    <a:pt x="305844" y="172095"/>
                  </a:lnTo>
                  <a:lnTo>
                    <a:pt x="305735" y="171680"/>
                  </a:lnTo>
                  <a:lnTo>
                    <a:pt x="305576" y="171026"/>
                  </a:lnTo>
                  <a:lnTo>
                    <a:pt x="305414" y="170603"/>
                  </a:lnTo>
                  <a:lnTo>
                    <a:pt x="305366" y="169912"/>
                  </a:lnTo>
                  <a:lnTo>
                    <a:pt x="305103" y="169003"/>
                  </a:lnTo>
                  <a:lnTo>
                    <a:pt x="304776" y="168152"/>
                  </a:lnTo>
                  <a:lnTo>
                    <a:pt x="304716" y="167925"/>
                  </a:lnTo>
                  <a:lnTo>
                    <a:pt x="304649" y="167589"/>
                  </a:lnTo>
                  <a:lnTo>
                    <a:pt x="304536" y="167231"/>
                  </a:lnTo>
                  <a:lnTo>
                    <a:pt x="304487" y="167097"/>
                  </a:lnTo>
                  <a:lnTo>
                    <a:pt x="304401" y="166607"/>
                  </a:lnTo>
                  <a:lnTo>
                    <a:pt x="304332" y="166371"/>
                  </a:lnTo>
                  <a:lnTo>
                    <a:pt x="304243" y="166045"/>
                  </a:lnTo>
                  <a:lnTo>
                    <a:pt x="304187" y="165761"/>
                  </a:lnTo>
                  <a:lnTo>
                    <a:pt x="304086" y="165422"/>
                  </a:lnTo>
                  <a:lnTo>
                    <a:pt x="304040" y="165221"/>
                  </a:lnTo>
                  <a:lnTo>
                    <a:pt x="304005" y="165066"/>
                  </a:lnTo>
                  <a:lnTo>
                    <a:pt x="303939" y="164632"/>
                  </a:lnTo>
                  <a:lnTo>
                    <a:pt x="303487" y="162666"/>
                  </a:lnTo>
                  <a:lnTo>
                    <a:pt x="303195" y="161189"/>
                  </a:lnTo>
                  <a:lnTo>
                    <a:pt x="303165" y="160928"/>
                  </a:lnTo>
                  <a:lnTo>
                    <a:pt x="303147" y="160761"/>
                  </a:lnTo>
                  <a:lnTo>
                    <a:pt x="303079" y="160142"/>
                  </a:lnTo>
                  <a:lnTo>
                    <a:pt x="303055" y="159913"/>
                  </a:lnTo>
                  <a:lnTo>
                    <a:pt x="303021" y="159604"/>
                  </a:lnTo>
                  <a:lnTo>
                    <a:pt x="302984" y="159183"/>
                  </a:lnTo>
                  <a:lnTo>
                    <a:pt x="302948" y="158868"/>
                  </a:lnTo>
                  <a:lnTo>
                    <a:pt x="302884" y="158313"/>
                  </a:lnTo>
                  <a:lnTo>
                    <a:pt x="302864" y="158170"/>
                  </a:lnTo>
                  <a:lnTo>
                    <a:pt x="302852" y="158014"/>
                  </a:lnTo>
                  <a:lnTo>
                    <a:pt x="302841" y="157851"/>
                  </a:lnTo>
                  <a:lnTo>
                    <a:pt x="302777" y="157554"/>
                  </a:lnTo>
                  <a:lnTo>
                    <a:pt x="302613" y="157139"/>
                  </a:lnTo>
                  <a:lnTo>
                    <a:pt x="302489" y="156882"/>
                  </a:lnTo>
                  <a:lnTo>
                    <a:pt x="302311" y="156495"/>
                  </a:lnTo>
                  <a:lnTo>
                    <a:pt x="302130" y="156047"/>
                  </a:lnTo>
                  <a:lnTo>
                    <a:pt x="301949" y="155618"/>
                  </a:lnTo>
                  <a:lnTo>
                    <a:pt x="301783" y="155180"/>
                  </a:lnTo>
                  <a:lnTo>
                    <a:pt x="301680" y="154910"/>
                  </a:lnTo>
                  <a:lnTo>
                    <a:pt x="301465" y="154343"/>
                  </a:lnTo>
                  <a:lnTo>
                    <a:pt x="301378" y="154119"/>
                  </a:lnTo>
                  <a:lnTo>
                    <a:pt x="300921" y="152575"/>
                  </a:lnTo>
                  <a:lnTo>
                    <a:pt x="300933" y="152438"/>
                  </a:lnTo>
                  <a:lnTo>
                    <a:pt x="301001" y="151476"/>
                  </a:lnTo>
                  <a:lnTo>
                    <a:pt x="301015" y="151331"/>
                  </a:lnTo>
                  <a:lnTo>
                    <a:pt x="301135" y="149827"/>
                  </a:lnTo>
                  <a:lnTo>
                    <a:pt x="301150" y="149536"/>
                  </a:lnTo>
                  <a:lnTo>
                    <a:pt x="301189" y="149165"/>
                  </a:lnTo>
                  <a:lnTo>
                    <a:pt x="301232" y="148793"/>
                  </a:lnTo>
                  <a:lnTo>
                    <a:pt x="301250" y="148467"/>
                  </a:lnTo>
                  <a:lnTo>
                    <a:pt x="301330" y="147498"/>
                  </a:lnTo>
                  <a:lnTo>
                    <a:pt x="301407" y="146621"/>
                  </a:lnTo>
                  <a:lnTo>
                    <a:pt x="301328" y="146109"/>
                  </a:lnTo>
                  <a:lnTo>
                    <a:pt x="300803" y="145924"/>
                  </a:lnTo>
                  <a:lnTo>
                    <a:pt x="300270" y="145767"/>
                  </a:lnTo>
                  <a:lnTo>
                    <a:pt x="299952" y="145653"/>
                  </a:lnTo>
                  <a:lnTo>
                    <a:pt x="299583" y="145519"/>
                  </a:lnTo>
                  <a:lnTo>
                    <a:pt x="299218" y="145378"/>
                  </a:lnTo>
                  <a:lnTo>
                    <a:pt x="298641" y="145182"/>
                  </a:lnTo>
                  <a:lnTo>
                    <a:pt x="297600" y="144812"/>
                  </a:lnTo>
                  <a:lnTo>
                    <a:pt x="296872" y="144562"/>
                  </a:lnTo>
                  <a:lnTo>
                    <a:pt x="296196" y="144332"/>
                  </a:lnTo>
                  <a:lnTo>
                    <a:pt x="295961" y="144240"/>
                  </a:lnTo>
                  <a:lnTo>
                    <a:pt x="295158" y="143948"/>
                  </a:lnTo>
                  <a:lnTo>
                    <a:pt x="294553" y="143728"/>
                  </a:lnTo>
                  <a:lnTo>
                    <a:pt x="292427" y="143259"/>
                  </a:lnTo>
                  <a:lnTo>
                    <a:pt x="292149" y="143197"/>
                  </a:lnTo>
                  <a:lnTo>
                    <a:pt x="292482" y="142505"/>
                  </a:lnTo>
                  <a:lnTo>
                    <a:pt x="292792" y="141808"/>
                  </a:lnTo>
                  <a:lnTo>
                    <a:pt x="293056" y="141222"/>
                  </a:lnTo>
                  <a:lnTo>
                    <a:pt x="293113" y="141084"/>
                  </a:lnTo>
                  <a:lnTo>
                    <a:pt x="293304" y="140665"/>
                  </a:lnTo>
                  <a:lnTo>
                    <a:pt x="293414" y="140369"/>
                  </a:lnTo>
                  <a:lnTo>
                    <a:pt x="293509" y="140208"/>
                  </a:lnTo>
                  <a:lnTo>
                    <a:pt x="293608" y="140004"/>
                  </a:lnTo>
                  <a:lnTo>
                    <a:pt x="293834" y="139517"/>
                  </a:lnTo>
                  <a:lnTo>
                    <a:pt x="294137" y="138671"/>
                  </a:lnTo>
                  <a:lnTo>
                    <a:pt x="294366" y="138556"/>
                  </a:lnTo>
                  <a:lnTo>
                    <a:pt x="294821" y="137828"/>
                  </a:lnTo>
                  <a:lnTo>
                    <a:pt x="294964" y="137592"/>
                  </a:lnTo>
                  <a:lnTo>
                    <a:pt x="295367" y="137059"/>
                  </a:lnTo>
                  <a:lnTo>
                    <a:pt x="295545" y="136807"/>
                  </a:lnTo>
                  <a:lnTo>
                    <a:pt x="295375" y="136769"/>
                  </a:lnTo>
                  <a:lnTo>
                    <a:pt x="295195" y="136731"/>
                  </a:lnTo>
                  <a:lnTo>
                    <a:pt x="295050" y="136680"/>
                  </a:lnTo>
                  <a:lnTo>
                    <a:pt x="294836" y="136671"/>
                  </a:lnTo>
                  <a:lnTo>
                    <a:pt x="294266" y="136479"/>
                  </a:lnTo>
                  <a:lnTo>
                    <a:pt x="293545" y="136041"/>
                  </a:lnTo>
                  <a:lnTo>
                    <a:pt x="293528" y="135831"/>
                  </a:lnTo>
                  <a:lnTo>
                    <a:pt x="293666" y="135628"/>
                  </a:lnTo>
                  <a:lnTo>
                    <a:pt x="293921" y="135243"/>
                  </a:lnTo>
                  <a:lnTo>
                    <a:pt x="294236" y="134722"/>
                  </a:lnTo>
                  <a:lnTo>
                    <a:pt x="294040" y="134378"/>
                  </a:lnTo>
                  <a:lnTo>
                    <a:pt x="293822" y="134015"/>
                  </a:lnTo>
                  <a:lnTo>
                    <a:pt x="293893" y="133731"/>
                  </a:lnTo>
                  <a:lnTo>
                    <a:pt x="294608" y="133191"/>
                  </a:lnTo>
                  <a:lnTo>
                    <a:pt x="294600" y="133036"/>
                  </a:lnTo>
                  <a:lnTo>
                    <a:pt x="294574" y="132772"/>
                  </a:lnTo>
                  <a:lnTo>
                    <a:pt x="294714" y="132569"/>
                  </a:lnTo>
                  <a:lnTo>
                    <a:pt x="294768" y="132326"/>
                  </a:lnTo>
                  <a:lnTo>
                    <a:pt x="294796" y="131912"/>
                  </a:lnTo>
                  <a:lnTo>
                    <a:pt x="294847" y="131399"/>
                  </a:lnTo>
                  <a:lnTo>
                    <a:pt x="294748" y="130808"/>
                  </a:lnTo>
                  <a:lnTo>
                    <a:pt x="294779" y="130467"/>
                  </a:lnTo>
                  <a:lnTo>
                    <a:pt x="294765" y="130315"/>
                  </a:lnTo>
                  <a:lnTo>
                    <a:pt x="294780" y="129677"/>
                  </a:lnTo>
                  <a:lnTo>
                    <a:pt x="294792" y="129431"/>
                  </a:lnTo>
                  <a:lnTo>
                    <a:pt x="294802" y="129159"/>
                  </a:lnTo>
                  <a:lnTo>
                    <a:pt x="294791" y="127821"/>
                  </a:lnTo>
                  <a:lnTo>
                    <a:pt x="294822" y="127690"/>
                  </a:lnTo>
                  <a:lnTo>
                    <a:pt x="294855" y="127548"/>
                  </a:lnTo>
                  <a:lnTo>
                    <a:pt x="294906" y="127332"/>
                  </a:lnTo>
                  <a:lnTo>
                    <a:pt x="294937" y="127182"/>
                  </a:lnTo>
                  <a:lnTo>
                    <a:pt x="294954" y="126995"/>
                  </a:lnTo>
                  <a:lnTo>
                    <a:pt x="294980" y="126645"/>
                  </a:lnTo>
                  <a:lnTo>
                    <a:pt x="295052" y="126426"/>
                  </a:lnTo>
                  <a:lnTo>
                    <a:pt x="295187" y="126160"/>
                  </a:lnTo>
                  <a:lnTo>
                    <a:pt x="295522" y="125604"/>
                  </a:lnTo>
                  <a:lnTo>
                    <a:pt x="295656" y="125402"/>
                  </a:lnTo>
                  <a:lnTo>
                    <a:pt x="295745" y="125271"/>
                  </a:lnTo>
                  <a:lnTo>
                    <a:pt x="295947" y="124709"/>
                  </a:lnTo>
                  <a:lnTo>
                    <a:pt x="296030" y="124509"/>
                  </a:lnTo>
                  <a:lnTo>
                    <a:pt x="296094" y="124354"/>
                  </a:lnTo>
                  <a:lnTo>
                    <a:pt x="296177" y="124199"/>
                  </a:lnTo>
                  <a:lnTo>
                    <a:pt x="296255" y="124058"/>
                  </a:lnTo>
                  <a:lnTo>
                    <a:pt x="296350" y="123883"/>
                  </a:lnTo>
                  <a:lnTo>
                    <a:pt x="296434" y="123753"/>
                  </a:lnTo>
                  <a:lnTo>
                    <a:pt x="296562" y="123562"/>
                  </a:lnTo>
                  <a:lnTo>
                    <a:pt x="296804" y="123181"/>
                  </a:lnTo>
                  <a:lnTo>
                    <a:pt x="297323" y="122294"/>
                  </a:lnTo>
                  <a:lnTo>
                    <a:pt x="297633" y="121809"/>
                  </a:lnTo>
                  <a:lnTo>
                    <a:pt x="297908" y="121242"/>
                  </a:lnTo>
                  <a:lnTo>
                    <a:pt x="298529" y="120466"/>
                  </a:lnTo>
                  <a:lnTo>
                    <a:pt x="298390" y="120413"/>
                  </a:lnTo>
                  <a:lnTo>
                    <a:pt x="297970" y="120245"/>
                  </a:lnTo>
                  <a:lnTo>
                    <a:pt x="297577" y="120088"/>
                  </a:lnTo>
                  <a:lnTo>
                    <a:pt x="297196" y="119938"/>
                  </a:lnTo>
                  <a:lnTo>
                    <a:pt x="296795" y="119781"/>
                  </a:lnTo>
                  <a:lnTo>
                    <a:pt x="296564" y="119690"/>
                  </a:lnTo>
                  <a:lnTo>
                    <a:pt x="296282" y="119388"/>
                  </a:lnTo>
                  <a:lnTo>
                    <a:pt x="296069" y="119154"/>
                  </a:lnTo>
                  <a:lnTo>
                    <a:pt x="295504" y="118535"/>
                  </a:lnTo>
                  <a:lnTo>
                    <a:pt x="295244" y="118247"/>
                  </a:lnTo>
                  <a:lnTo>
                    <a:pt x="294719" y="117670"/>
                  </a:lnTo>
                  <a:lnTo>
                    <a:pt x="294371" y="117286"/>
                  </a:lnTo>
                  <a:lnTo>
                    <a:pt x="294098" y="116985"/>
                  </a:lnTo>
                  <a:lnTo>
                    <a:pt x="293918" y="116788"/>
                  </a:lnTo>
                  <a:lnTo>
                    <a:pt x="293224" y="116342"/>
                  </a:lnTo>
                  <a:lnTo>
                    <a:pt x="292893" y="116115"/>
                  </a:lnTo>
                  <a:lnTo>
                    <a:pt x="291836" y="115481"/>
                  </a:lnTo>
                  <a:lnTo>
                    <a:pt x="291574" y="115341"/>
                  </a:lnTo>
                  <a:lnTo>
                    <a:pt x="291213" y="115117"/>
                  </a:lnTo>
                  <a:lnTo>
                    <a:pt x="290903" y="114934"/>
                  </a:lnTo>
                  <a:lnTo>
                    <a:pt x="290377" y="114627"/>
                  </a:lnTo>
                  <a:lnTo>
                    <a:pt x="289837" y="114352"/>
                  </a:lnTo>
                  <a:lnTo>
                    <a:pt x="289436" y="114124"/>
                  </a:lnTo>
                  <a:lnTo>
                    <a:pt x="289029" y="113911"/>
                  </a:lnTo>
                  <a:lnTo>
                    <a:pt x="288174" y="113659"/>
                  </a:lnTo>
                  <a:lnTo>
                    <a:pt x="287458" y="113388"/>
                  </a:lnTo>
                  <a:lnTo>
                    <a:pt x="286917" y="113223"/>
                  </a:lnTo>
                  <a:lnTo>
                    <a:pt x="286581" y="113125"/>
                  </a:lnTo>
                  <a:lnTo>
                    <a:pt x="286135" y="112977"/>
                  </a:lnTo>
                  <a:lnTo>
                    <a:pt x="285904" y="112889"/>
                  </a:lnTo>
                  <a:lnTo>
                    <a:pt x="285571" y="112756"/>
                  </a:lnTo>
                  <a:lnTo>
                    <a:pt x="284767" y="112135"/>
                  </a:lnTo>
                  <a:lnTo>
                    <a:pt x="284467" y="111396"/>
                  </a:lnTo>
                  <a:lnTo>
                    <a:pt x="284427" y="111104"/>
                  </a:lnTo>
                  <a:lnTo>
                    <a:pt x="284372" y="110769"/>
                  </a:lnTo>
                  <a:lnTo>
                    <a:pt x="284148" y="110698"/>
                  </a:lnTo>
                  <a:lnTo>
                    <a:pt x="283534" y="110964"/>
                  </a:lnTo>
                  <a:lnTo>
                    <a:pt x="283289" y="111093"/>
                  </a:lnTo>
                  <a:lnTo>
                    <a:pt x="282791" y="111283"/>
                  </a:lnTo>
                  <a:lnTo>
                    <a:pt x="282006" y="111073"/>
                  </a:lnTo>
                  <a:lnTo>
                    <a:pt x="280955" y="110377"/>
                  </a:lnTo>
                  <a:lnTo>
                    <a:pt x="279981" y="109772"/>
                  </a:lnTo>
                  <a:lnTo>
                    <a:pt x="279543" y="109522"/>
                  </a:lnTo>
                  <a:lnTo>
                    <a:pt x="279355" y="109407"/>
                  </a:lnTo>
                  <a:lnTo>
                    <a:pt x="278852" y="109085"/>
                  </a:lnTo>
                  <a:lnTo>
                    <a:pt x="278572" y="108877"/>
                  </a:lnTo>
                  <a:lnTo>
                    <a:pt x="278401" y="108770"/>
                  </a:lnTo>
                  <a:lnTo>
                    <a:pt x="278078" y="108581"/>
                  </a:lnTo>
                  <a:lnTo>
                    <a:pt x="277871" y="108438"/>
                  </a:lnTo>
                  <a:lnTo>
                    <a:pt x="277742" y="108133"/>
                  </a:lnTo>
                  <a:lnTo>
                    <a:pt x="277485" y="107910"/>
                  </a:lnTo>
                  <a:lnTo>
                    <a:pt x="276777" y="107456"/>
                  </a:lnTo>
                  <a:lnTo>
                    <a:pt x="275843" y="106559"/>
                  </a:lnTo>
                  <a:lnTo>
                    <a:pt x="275822" y="105566"/>
                  </a:lnTo>
                  <a:lnTo>
                    <a:pt x="276198" y="104989"/>
                  </a:lnTo>
                  <a:lnTo>
                    <a:pt x="276344" y="104096"/>
                  </a:lnTo>
                  <a:lnTo>
                    <a:pt x="276429" y="103573"/>
                  </a:lnTo>
                  <a:lnTo>
                    <a:pt x="276509" y="102717"/>
                  </a:lnTo>
                  <a:lnTo>
                    <a:pt x="276204" y="101308"/>
                  </a:lnTo>
                  <a:lnTo>
                    <a:pt x="276169" y="101148"/>
                  </a:lnTo>
                  <a:lnTo>
                    <a:pt x="276134" y="100985"/>
                  </a:lnTo>
                  <a:lnTo>
                    <a:pt x="276117" y="100714"/>
                  </a:lnTo>
                  <a:lnTo>
                    <a:pt x="276102" y="100338"/>
                  </a:lnTo>
                  <a:lnTo>
                    <a:pt x="276144" y="99168"/>
                  </a:lnTo>
                  <a:lnTo>
                    <a:pt x="276167" y="98713"/>
                  </a:lnTo>
                  <a:lnTo>
                    <a:pt x="276089" y="97815"/>
                  </a:lnTo>
                  <a:lnTo>
                    <a:pt x="275832" y="96954"/>
                  </a:lnTo>
                  <a:lnTo>
                    <a:pt x="275775" y="96421"/>
                  </a:lnTo>
                  <a:lnTo>
                    <a:pt x="275984" y="95738"/>
                  </a:lnTo>
                  <a:lnTo>
                    <a:pt x="276107" y="95311"/>
                  </a:lnTo>
                  <a:lnTo>
                    <a:pt x="276365" y="94563"/>
                  </a:lnTo>
                  <a:lnTo>
                    <a:pt x="276532" y="94112"/>
                  </a:lnTo>
                  <a:lnTo>
                    <a:pt x="276903" y="92905"/>
                  </a:lnTo>
                  <a:lnTo>
                    <a:pt x="276998" y="92629"/>
                  </a:lnTo>
                  <a:lnTo>
                    <a:pt x="277156" y="92396"/>
                  </a:lnTo>
                  <a:lnTo>
                    <a:pt x="277170" y="92224"/>
                  </a:lnTo>
                  <a:lnTo>
                    <a:pt x="277223" y="91692"/>
                  </a:lnTo>
                  <a:lnTo>
                    <a:pt x="277286" y="90989"/>
                  </a:lnTo>
                  <a:lnTo>
                    <a:pt x="277313" y="90753"/>
                  </a:lnTo>
                  <a:lnTo>
                    <a:pt x="277417" y="90198"/>
                  </a:lnTo>
                  <a:lnTo>
                    <a:pt x="277466" y="89919"/>
                  </a:lnTo>
                  <a:lnTo>
                    <a:pt x="277539" y="89556"/>
                  </a:lnTo>
                  <a:lnTo>
                    <a:pt x="277572" y="89404"/>
                  </a:lnTo>
                  <a:lnTo>
                    <a:pt x="277647" y="89032"/>
                  </a:lnTo>
                  <a:lnTo>
                    <a:pt x="277704" y="88744"/>
                  </a:lnTo>
                  <a:lnTo>
                    <a:pt x="277695" y="88339"/>
                  </a:lnTo>
                  <a:lnTo>
                    <a:pt x="277081" y="87998"/>
                  </a:lnTo>
                  <a:lnTo>
                    <a:pt x="275975" y="87412"/>
                  </a:lnTo>
                  <a:lnTo>
                    <a:pt x="277770" y="84787"/>
                  </a:lnTo>
                  <a:lnTo>
                    <a:pt x="278104" y="84253"/>
                  </a:lnTo>
                  <a:lnTo>
                    <a:pt x="278258" y="84019"/>
                  </a:lnTo>
                  <a:lnTo>
                    <a:pt x="278602" y="83495"/>
                  </a:lnTo>
                  <a:lnTo>
                    <a:pt x="278641" y="83016"/>
                  </a:lnTo>
                  <a:lnTo>
                    <a:pt x="278526" y="82766"/>
                  </a:lnTo>
                  <a:lnTo>
                    <a:pt x="278292" y="82287"/>
                  </a:lnTo>
                  <a:lnTo>
                    <a:pt x="278014" y="81716"/>
                  </a:lnTo>
                  <a:lnTo>
                    <a:pt x="277872" y="81430"/>
                  </a:lnTo>
                  <a:lnTo>
                    <a:pt x="277459" y="80281"/>
                  </a:lnTo>
                  <a:lnTo>
                    <a:pt x="277325" y="79909"/>
                  </a:lnTo>
                  <a:lnTo>
                    <a:pt x="276843" y="79522"/>
                  </a:lnTo>
                  <a:lnTo>
                    <a:pt x="275671" y="78867"/>
                  </a:lnTo>
                  <a:lnTo>
                    <a:pt x="275314" y="78624"/>
                  </a:lnTo>
                  <a:lnTo>
                    <a:pt x="275057" y="78479"/>
                  </a:lnTo>
                  <a:lnTo>
                    <a:pt x="274556" y="78204"/>
                  </a:lnTo>
                  <a:lnTo>
                    <a:pt x="274120" y="77911"/>
                  </a:lnTo>
                  <a:lnTo>
                    <a:pt x="273874" y="77770"/>
                  </a:lnTo>
                  <a:lnTo>
                    <a:pt x="273413" y="77503"/>
                  </a:lnTo>
                  <a:lnTo>
                    <a:pt x="272635" y="77018"/>
                  </a:lnTo>
                  <a:lnTo>
                    <a:pt x="272306" y="76780"/>
                  </a:lnTo>
                  <a:lnTo>
                    <a:pt x="272107" y="76586"/>
                  </a:lnTo>
                  <a:lnTo>
                    <a:pt x="271998" y="76440"/>
                  </a:lnTo>
                  <a:lnTo>
                    <a:pt x="271855" y="76309"/>
                  </a:lnTo>
                  <a:lnTo>
                    <a:pt x="271720" y="76186"/>
                  </a:lnTo>
                  <a:lnTo>
                    <a:pt x="271629" y="76054"/>
                  </a:lnTo>
                  <a:lnTo>
                    <a:pt x="271247" y="75642"/>
                  </a:lnTo>
                  <a:lnTo>
                    <a:pt x="270919" y="75163"/>
                  </a:lnTo>
                  <a:lnTo>
                    <a:pt x="270504" y="74747"/>
                  </a:lnTo>
                  <a:lnTo>
                    <a:pt x="270174" y="74415"/>
                  </a:lnTo>
                  <a:lnTo>
                    <a:pt x="269015" y="73555"/>
                  </a:lnTo>
                  <a:lnTo>
                    <a:pt x="268962" y="73288"/>
                  </a:lnTo>
                  <a:lnTo>
                    <a:pt x="268778" y="72576"/>
                  </a:lnTo>
                  <a:lnTo>
                    <a:pt x="268691" y="72013"/>
                  </a:lnTo>
                  <a:lnTo>
                    <a:pt x="268412" y="71559"/>
                  </a:lnTo>
                  <a:lnTo>
                    <a:pt x="268029" y="71238"/>
                  </a:lnTo>
                  <a:lnTo>
                    <a:pt x="267193" y="71160"/>
                  </a:lnTo>
                  <a:lnTo>
                    <a:pt x="266638" y="71011"/>
                  </a:lnTo>
                  <a:lnTo>
                    <a:pt x="265519" y="70693"/>
                  </a:lnTo>
                  <a:lnTo>
                    <a:pt x="265292" y="70645"/>
                  </a:lnTo>
                  <a:lnTo>
                    <a:pt x="265047" y="70587"/>
                  </a:lnTo>
                  <a:lnTo>
                    <a:pt x="264447" y="70429"/>
                  </a:lnTo>
                  <a:lnTo>
                    <a:pt x="264182" y="70356"/>
                  </a:lnTo>
                  <a:lnTo>
                    <a:pt x="264002" y="70310"/>
                  </a:lnTo>
                  <a:lnTo>
                    <a:pt x="263750" y="70240"/>
                  </a:lnTo>
                  <a:lnTo>
                    <a:pt x="263321" y="70117"/>
                  </a:lnTo>
                  <a:lnTo>
                    <a:pt x="263109" y="70073"/>
                  </a:lnTo>
                  <a:lnTo>
                    <a:pt x="262855" y="70036"/>
                  </a:lnTo>
                  <a:lnTo>
                    <a:pt x="262583" y="69982"/>
                  </a:lnTo>
                  <a:lnTo>
                    <a:pt x="262437" y="69954"/>
                  </a:lnTo>
                  <a:lnTo>
                    <a:pt x="262292" y="69928"/>
                  </a:lnTo>
                  <a:lnTo>
                    <a:pt x="262220" y="69519"/>
                  </a:lnTo>
                  <a:lnTo>
                    <a:pt x="262242" y="69291"/>
                  </a:lnTo>
                  <a:lnTo>
                    <a:pt x="262271" y="69053"/>
                  </a:lnTo>
                  <a:lnTo>
                    <a:pt x="262182" y="68774"/>
                  </a:lnTo>
                  <a:lnTo>
                    <a:pt x="262054" y="68367"/>
                  </a:lnTo>
                  <a:lnTo>
                    <a:pt x="261917" y="67942"/>
                  </a:lnTo>
                  <a:lnTo>
                    <a:pt x="261449" y="67624"/>
                  </a:lnTo>
                  <a:lnTo>
                    <a:pt x="260875" y="67238"/>
                  </a:lnTo>
                  <a:lnTo>
                    <a:pt x="260656" y="67090"/>
                  </a:lnTo>
                  <a:lnTo>
                    <a:pt x="260347" y="66885"/>
                  </a:lnTo>
                  <a:lnTo>
                    <a:pt x="260003" y="66653"/>
                  </a:lnTo>
                  <a:lnTo>
                    <a:pt x="259826" y="66534"/>
                  </a:lnTo>
                  <a:lnTo>
                    <a:pt x="259587" y="66279"/>
                  </a:lnTo>
                  <a:lnTo>
                    <a:pt x="259514" y="66135"/>
                  </a:lnTo>
                  <a:lnTo>
                    <a:pt x="259416" y="65944"/>
                  </a:lnTo>
                  <a:lnTo>
                    <a:pt x="259310" y="65741"/>
                  </a:lnTo>
                  <a:lnTo>
                    <a:pt x="259148" y="65418"/>
                  </a:lnTo>
                  <a:lnTo>
                    <a:pt x="258981" y="65062"/>
                  </a:lnTo>
                  <a:lnTo>
                    <a:pt x="258852" y="64936"/>
                  </a:lnTo>
                  <a:lnTo>
                    <a:pt x="258635" y="64709"/>
                  </a:lnTo>
                  <a:lnTo>
                    <a:pt x="258362" y="64434"/>
                  </a:lnTo>
                  <a:lnTo>
                    <a:pt x="258015" y="64071"/>
                  </a:lnTo>
                  <a:lnTo>
                    <a:pt x="257585" y="63757"/>
                  </a:lnTo>
                  <a:lnTo>
                    <a:pt x="257144" y="63865"/>
                  </a:lnTo>
                  <a:lnTo>
                    <a:pt x="256869" y="63906"/>
                  </a:lnTo>
                  <a:lnTo>
                    <a:pt x="256628" y="63949"/>
                  </a:lnTo>
                  <a:lnTo>
                    <a:pt x="256340" y="64070"/>
                  </a:lnTo>
                  <a:lnTo>
                    <a:pt x="256212" y="64122"/>
                  </a:lnTo>
                  <a:lnTo>
                    <a:pt x="255974" y="64217"/>
                  </a:lnTo>
                  <a:lnTo>
                    <a:pt x="254148" y="64257"/>
                  </a:lnTo>
                  <a:lnTo>
                    <a:pt x="254091" y="63314"/>
                  </a:lnTo>
                  <a:lnTo>
                    <a:pt x="254097" y="63149"/>
                  </a:lnTo>
                  <a:lnTo>
                    <a:pt x="253916" y="62673"/>
                  </a:lnTo>
                  <a:lnTo>
                    <a:pt x="253719" y="62219"/>
                  </a:lnTo>
                  <a:lnTo>
                    <a:pt x="253818" y="61569"/>
                  </a:lnTo>
                  <a:lnTo>
                    <a:pt x="254123" y="61317"/>
                  </a:lnTo>
                  <a:lnTo>
                    <a:pt x="254402" y="61117"/>
                  </a:lnTo>
                  <a:lnTo>
                    <a:pt x="254567" y="60965"/>
                  </a:lnTo>
                  <a:lnTo>
                    <a:pt x="254695" y="60878"/>
                  </a:lnTo>
                  <a:lnTo>
                    <a:pt x="254998" y="60680"/>
                  </a:lnTo>
                  <a:lnTo>
                    <a:pt x="255331" y="60496"/>
                  </a:lnTo>
                  <a:lnTo>
                    <a:pt x="255552" y="60351"/>
                  </a:lnTo>
                  <a:lnTo>
                    <a:pt x="255421" y="58848"/>
                  </a:lnTo>
                  <a:lnTo>
                    <a:pt x="255434" y="58563"/>
                  </a:lnTo>
                  <a:lnTo>
                    <a:pt x="255426" y="58254"/>
                  </a:lnTo>
                  <a:lnTo>
                    <a:pt x="255315" y="57961"/>
                  </a:lnTo>
                  <a:lnTo>
                    <a:pt x="255178" y="57601"/>
                  </a:lnTo>
                  <a:lnTo>
                    <a:pt x="255094" y="57379"/>
                  </a:lnTo>
                  <a:lnTo>
                    <a:pt x="255029" y="57205"/>
                  </a:lnTo>
                  <a:lnTo>
                    <a:pt x="254936" y="56958"/>
                  </a:lnTo>
                  <a:lnTo>
                    <a:pt x="254810" y="56619"/>
                  </a:lnTo>
                  <a:lnTo>
                    <a:pt x="254758" y="56479"/>
                  </a:lnTo>
                  <a:lnTo>
                    <a:pt x="254693" y="56333"/>
                  </a:lnTo>
                  <a:lnTo>
                    <a:pt x="254591" y="56078"/>
                  </a:lnTo>
                  <a:lnTo>
                    <a:pt x="254523" y="55913"/>
                  </a:lnTo>
                  <a:lnTo>
                    <a:pt x="254493" y="55629"/>
                  </a:lnTo>
                  <a:lnTo>
                    <a:pt x="254451" y="55227"/>
                  </a:lnTo>
                  <a:lnTo>
                    <a:pt x="254416" y="54904"/>
                  </a:lnTo>
                  <a:lnTo>
                    <a:pt x="254396" y="54531"/>
                  </a:lnTo>
                  <a:lnTo>
                    <a:pt x="254444" y="53774"/>
                  </a:lnTo>
                  <a:lnTo>
                    <a:pt x="254481" y="53191"/>
                  </a:lnTo>
                  <a:lnTo>
                    <a:pt x="254510" y="52733"/>
                  </a:lnTo>
                  <a:lnTo>
                    <a:pt x="254561" y="51830"/>
                  </a:lnTo>
                  <a:lnTo>
                    <a:pt x="254451" y="50742"/>
                  </a:lnTo>
                  <a:lnTo>
                    <a:pt x="254430" y="50589"/>
                  </a:lnTo>
                  <a:lnTo>
                    <a:pt x="254422" y="50453"/>
                  </a:lnTo>
                  <a:lnTo>
                    <a:pt x="254213" y="49503"/>
                  </a:lnTo>
                  <a:lnTo>
                    <a:pt x="254371" y="49131"/>
                  </a:lnTo>
                  <a:lnTo>
                    <a:pt x="254373" y="48754"/>
                  </a:lnTo>
                  <a:lnTo>
                    <a:pt x="254389" y="48478"/>
                  </a:lnTo>
                  <a:lnTo>
                    <a:pt x="254381" y="48294"/>
                  </a:lnTo>
                  <a:lnTo>
                    <a:pt x="254359" y="47767"/>
                  </a:lnTo>
                  <a:lnTo>
                    <a:pt x="254398" y="47526"/>
                  </a:lnTo>
                  <a:lnTo>
                    <a:pt x="254448" y="46991"/>
                  </a:lnTo>
                  <a:lnTo>
                    <a:pt x="254475" y="46608"/>
                  </a:lnTo>
                  <a:lnTo>
                    <a:pt x="254505" y="46224"/>
                  </a:lnTo>
                  <a:lnTo>
                    <a:pt x="254526" y="46061"/>
                  </a:lnTo>
                  <a:lnTo>
                    <a:pt x="254445" y="45663"/>
                  </a:lnTo>
                  <a:lnTo>
                    <a:pt x="254408" y="45485"/>
                  </a:lnTo>
                  <a:lnTo>
                    <a:pt x="254430" y="45230"/>
                  </a:lnTo>
                  <a:lnTo>
                    <a:pt x="254438" y="44820"/>
                  </a:lnTo>
                  <a:lnTo>
                    <a:pt x="254472" y="43891"/>
                  </a:lnTo>
                  <a:lnTo>
                    <a:pt x="254468" y="43718"/>
                  </a:lnTo>
                  <a:lnTo>
                    <a:pt x="254465" y="43537"/>
                  </a:lnTo>
                  <a:lnTo>
                    <a:pt x="254428" y="43256"/>
                  </a:lnTo>
                  <a:lnTo>
                    <a:pt x="254421" y="43083"/>
                  </a:lnTo>
                  <a:lnTo>
                    <a:pt x="254405" y="42679"/>
                  </a:lnTo>
                  <a:lnTo>
                    <a:pt x="254397" y="42477"/>
                  </a:lnTo>
                  <a:lnTo>
                    <a:pt x="254376" y="42065"/>
                  </a:lnTo>
                  <a:lnTo>
                    <a:pt x="254397" y="41539"/>
                  </a:lnTo>
                  <a:lnTo>
                    <a:pt x="254402" y="41215"/>
                  </a:lnTo>
                  <a:lnTo>
                    <a:pt x="254358" y="40822"/>
                  </a:lnTo>
                  <a:lnTo>
                    <a:pt x="254275" y="40331"/>
                  </a:lnTo>
                  <a:lnTo>
                    <a:pt x="254172" y="39973"/>
                  </a:lnTo>
                  <a:lnTo>
                    <a:pt x="254034" y="39644"/>
                  </a:lnTo>
                  <a:lnTo>
                    <a:pt x="253829" y="39126"/>
                  </a:lnTo>
                  <a:lnTo>
                    <a:pt x="253588" y="38544"/>
                  </a:lnTo>
                  <a:lnTo>
                    <a:pt x="253360" y="37970"/>
                  </a:lnTo>
                  <a:lnTo>
                    <a:pt x="253260" y="37684"/>
                  </a:lnTo>
                  <a:lnTo>
                    <a:pt x="252896" y="36637"/>
                  </a:lnTo>
                  <a:lnTo>
                    <a:pt x="252767" y="36261"/>
                  </a:lnTo>
                  <a:lnTo>
                    <a:pt x="252475" y="35103"/>
                  </a:lnTo>
                  <a:lnTo>
                    <a:pt x="250779" y="32492"/>
                  </a:lnTo>
                  <a:lnTo>
                    <a:pt x="250342" y="32045"/>
                  </a:lnTo>
                  <a:lnTo>
                    <a:pt x="249822" y="31443"/>
                  </a:lnTo>
                  <a:lnTo>
                    <a:pt x="249019" y="30613"/>
                  </a:lnTo>
                  <a:lnTo>
                    <a:pt x="248777" y="30354"/>
                  </a:lnTo>
                  <a:lnTo>
                    <a:pt x="248455" y="30011"/>
                  </a:lnTo>
                  <a:lnTo>
                    <a:pt x="247994" y="29519"/>
                  </a:lnTo>
                  <a:lnTo>
                    <a:pt x="247874" y="29386"/>
                  </a:lnTo>
                  <a:lnTo>
                    <a:pt x="247685" y="29183"/>
                  </a:lnTo>
                  <a:lnTo>
                    <a:pt x="247230" y="28695"/>
                  </a:lnTo>
                  <a:lnTo>
                    <a:pt x="246743" y="28177"/>
                  </a:lnTo>
                  <a:lnTo>
                    <a:pt x="246183" y="27582"/>
                  </a:lnTo>
                  <a:lnTo>
                    <a:pt x="245590" y="26944"/>
                  </a:lnTo>
                  <a:lnTo>
                    <a:pt x="244172" y="25429"/>
                  </a:lnTo>
                  <a:lnTo>
                    <a:pt x="243158" y="24340"/>
                  </a:lnTo>
                  <a:lnTo>
                    <a:pt x="242908" y="24074"/>
                  </a:lnTo>
                  <a:lnTo>
                    <a:pt x="241345" y="22399"/>
                  </a:lnTo>
                  <a:lnTo>
                    <a:pt x="240811" y="21828"/>
                  </a:lnTo>
                  <a:lnTo>
                    <a:pt x="240443" y="21432"/>
                  </a:lnTo>
                  <a:lnTo>
                    <a:pt x="239792" y="20792"/>
                  </a:lnTo>
                  <a:lnTo>
                    <a:pt x="238563" y="19583"/>
                  </a:lnTo>
                  <a:lnTo>
                    <a:pt x="237906" y="18937"/>
                  </a:lnTo>
                  <a:lnTo>
                    <a:pt x="237380" y="18424"/>
                  </a:lnTo>
                  <a:lnTo>
                    <a:pt x="236838" y="18222"/>
                  </a:lnTo>
                  <a:lnTo>
                    <a:pt x="235528" y="17385"/>
                  </a:lnTo>
                  <a:lnTo>
                    <a:pt x="235285" y="17356"/>
                  </a:lnTo>
                  <a:lnTo>
                    <a:pt x="235077" y="17330"/>
                  </a:lnTo>
                  <a:lnTo>
                    <a:pt x="234420" y="17270"/>
                  </a:lnTo>
                  <a:lnTo>
                    <a:pt x="233321" y="16245"/>
                  </a:lnTo>
                  <a:lnTo>
                    <a:pt x="229891" y="12617"/>
                  </a:lnTo>
                  <a:lnTo>
                    <a:pt x="229582" y="12262"/>
                  </a:lnTo>
                  <a:lnTo>
                    <a:pt x="228455" y="11463"/>
                  </a:lnTo>
                  <a:lnTo>
                    <a:pt x="227475" y="10771"/>
                  </a:lnTo>
                  <a:lnTo>
                    <a:pt x="226840" y="10327"/>
                  </a:lnTo>
                  <a:lnTo>
                    <a:pt x="226614" y="10173"/>
                  </a:lnTo>
                  <a:lnTo>
                    <a:pt x="226138" y="9842"/>
                  </a:lnTo>
                  <a:lnTo>
                    <a:pt x="225613" y="9472"/>
                  </a:lnTo>
                  <a:lnTo>
                    <a:pt x="224752" y="8865"/>
                  </a:lnTo>
                  <a:lnTo>
                    <a:pt x="224124" y="8431"/>
                  </a:lnTo>
                  <a:lnTo>
                    <a:pt x="223953" y="8306"/>
                  </a:lnTo>
                  <a:lnTo>
                    <a:pt x="223300" y="8472"/>
                  </a:lnTo>
                  <a:lnTo>
                    <a:pt x="222881" y="8576"/>
                  </a:lnTo>
                  <a:lnTo>
                    <a:pt x="222533" y="8665"/>
                  </a:lnTo>
                  <a:lnTo>
                    <a:pt x="222001" y="8798"/>
                  </a:lnTo>
                  <a:lnTo>
                    <a:pt x="221714" y="8864"/>
                  </a:lnTo>
                  <a:lnTo>
                    <a:pt x="220768" y="9099"/>
                  </a:lnTo>
                  <a:lnTo>
                    <a:pt x="220221" y="9228"/>
                  </a:lnTo>
                  <a:lnTo>
                    <a:pt x="219581" y="9390"/>
                  </a:lnTo>
                  <a:lnTo>
                    <a:pt x="218785" y="9586"/>
                  </a:lnTo>
                  <a:lnTo>
                    <a:pt x="218350" y="9695"/>
                  </a:lnTo>
                  <a:lnTo>
                    <a:pt x="217965" y="9791"/>
                  </a:lnTo>
                  <a:lnTo>
                    <a:pt x="217749" y="9845"/>
                  </a:lnTo>
                  <a:lnTo>
                    <a:pt x="217488" y="9911"/>
                  </a:lnTo>
                  <a:lnTo>
                    <a:pt x="216882" y="10079"/>
                  </a:lnTo>
                  <a:lnTo>
                    <a:pt x="216604" y="10146"/>
                  </a:lnTo>
                  <a:lnTo>
                    <a:pt x="216410" y="10194"/>
                  </a:lnTo>
                  <a:lnTo>
                    <a:pt x="216099" y="10269"/>
                  </a:lnTo>
                  <a:lnTo>
                    <a:pt x="215739" y="10359"/>
                  </a:lnTo>
                  <a:lnTo>
                    <a:pt x="215508" y="10412"/>
                  </a:lnTo>
                  <a:lnTo>
                    <a:pt x="215314" y="10373"/>
                  </a:lnTo>
                  <a:lnTo>
                    <a:pt x="214849" y="10266"/>
                  </a:lnTo>
                  <a:lnTo>
                    <a:pt x="214511" y="10189"/>
                  </a:lnTo>
                  <a:lnTo>
                    <a:pt x="213926" y="10053"/>
                  </a:lnTo>
                  <a:lnTo>
                    <a:pt x="213144" y="9876"/>
                  </a:lnTo>
                  <a:lnTo>
                    <a:pt x="212619" y="9757"/>
                  </a:lnTo>
                  <a:lnTo>
                    <a:pt x="211273" y="9457"/>
                  </a:lnTo>
                  <a:lnTo>
                    <a:pt x="210572" y="9297"/>
                  </a:lnTo>
                  <a:lnTo>
                    <a:pt x="210014" y="9185"/>
                  </a:lnTo>
                  <a:lnTo>
                    <a:pt x="209799" y="9140"/>
                  </a:lnTo>
                  <a:lnTo>
                    <a:pt x="209415" y="9064"/>
                  </a:lnTo>
                  <a:lnTo>
                    <a:pt x="208775" y="8938"/>
                  </a:lnTo>
                  <a:lnTo>
                    <a:pt x="207772" y="8737"/>
                  </a:lnTo>
                  <a:lnTo>
                    <a:pt x="207385" y="8660"/>
                  </a:lnTo>
                  <a:lnTo>
                    <a:pt x="207112" y="8603"/>
                  </a:lnTo>
                  <a:lnTo>
                    <a:pt x="206233" y="8425"/>
                  </a:lnTo>
                  <a:lnTo>
                    <a:pt x="205910" y="8364"/>
                  </a:lnTo>
                  <a:lnTo>
                    <a:pt x="205346" y="8247"/>
                  </a:lnTo>
                  <a:lnTo>
                    <a:pt x="204954" y="8169"/>
                  </a:lnTo>
                  <a:lnTo>
                    <a:pt x="204698" y="8120"/>
                  </a:lnTo>
                  <a:lnTo>
                    <a:pt x="204542" y="8091"/>
                  </a:lnTo>
                  <a:lnTo>
                    <a:pt x="204407" y="8061"/>
                  </a:lnTo>
                  <a:lnTo>
                    <a:pt x="204265" y="8034"/>
                  </a:lnTo>
                  <a:lnTo>
                    <a:pt x="203816" y="7942"/>
                  </a:lnTo>
                  <a:lnTo>
                    <a:pt x="203676" y="7919"/>
                  </a:lnTo>
                  <a:lnTo>
                    <a:pt x="203366" y="7857"/>
                  </a:lnTo>
                  <a:lnTo>
                    <a:pt x="202678" y="7886"/>
                  </a:lnTo>
                  <a:lnTo>
                    <a:pt x="202171" y="8004"/>
                  </a:lnTo>
                  <a:lnTo>
                    <a:pt x="201364" y="8090"/>
                  </a:lnTo>
                  <a:lnTo>
                    <a:pt x="201009" y="8133"/>
                  </a:lnTo>
                  <a:lnTo>
                    <a:pt x="200191" y="8225"/>
                  </a:lnTo>
                  <a:lnTo>
                    <a:pt x="199446" y="8304"/>
                  </a:lnTo>
                  <a:lnTo>
                    <a:pt x="198904" y="8371"/>
                  </a:lnTo>
                  <a:lnTo>
                    <a:pt x="198234" y="8445"/>
                  </a:lnTo>
                  <a:lnTo>
                    <a:pt x="197744" y="8501"/>
                  </a:lnTo>
                  <a:lnTo>
                    <a:pt x="197537" y="8524"/>
                  </a:lnTo>
                  <a:lnTo>
                    <a:pt x="197287" y="8553"/>
                  </a:lnTo>
                  <a:lnTo>
                    <a:pt x="196895" y="8596"/>
                  </a:lnTo>
                  <a:lnTo>
                    <a:pt x="195787" y="8730"/>
                  </a:lnTo>
                  <a:lnTo>
                    <a:pt x="195551" y="8751"/>
                  </a:lnTo>
                  <a:lnTo>
                    <a:pt x="195011" y="8814"/>
                  </a:lnTo>
                  <a:lnTo>
                    <a:pt x="194280" y="8890"/>
                  </a:lnTo>
                  <a:lnTo>
                    <a:pt x="193683" y="8958"/>
                  </a:lnTo>
                  <a:lnTo>
                    <a:pt x="193403" y="8987"/>
                  </a:lnTo>
                  <a:lnTo>
                    <a:pt x="192892" y="9046"/>
                  </a:lnTo>
                  <a:lnTo>
                    <a:pt x="192192" y="8904"/>
                  </a:lnTo>
                  <a:lnTo>
                    <a:pt x="191663" y="8799"/>
                  </a:lnTo>
                  <a:lnTo>
                    <a:pt x="191192" y="8706"/>
                  </a:lnTo>
                  <a:lnTo>
                    <a:pt x="189284" y="8340"/>
                  </a:lnTo>
                  <a:lnTo>
                    <a:pt x="188618" y="8059"/>
                  </a:lnTo>
                  <a:lnTo>
                    <a:pt x="186517" y="7190"/>
                  </a:lnTo>
                  <a:lnTo>
                    <a:pt x="186327" y="7111"/>
                  </a:lnTo>
                  <a:lnTo>
                    <a:pt x="185615" y="6814"/>
                  </a:lnTo>
                  <a:lnTo>
                    <a:pt x="185254" y="6667"/>
                  </a:lnTo>
                  <a:lnTo>
                    <a:pt x="184721" y="6452"/>
                  </a:lnTo>
                  <a:lnTo>
                    <a:pt x="184577" y="6385"/>
                  </a:lnTo>
                  <a:lnTo>
                    <a:pt x="183979" y="6144"/>
                  </a:lnTo>
                  <a:lnTo>
                    <a:pt x="183577" y="5978"/>
                  </a:lnTo>
                  <a:lnTo>
                    <a:pt x="183118" y="5789"/>
                  </a:lnTo>
                  <a:lnTo>
                    <a:pt x="182446" y="5514"/>
                  </a:lnTo>
                  <a:lnTo>
                    <a:pt x="181814" y="5255"/>
                  </a:lnTo>
                  <a:lnTo>
                    <a:pt x="181558" y="5145"/>
                  </a:lnTo>
                  <a:lnTo>
                    <a:pt x="180829" y="4845"/>
                  </a:lnTo>
                  <a:lnTo>
                    <a:pt x="180503" y="4711"/>
                  </a:lnTo>
                  <a:lnTo>
                    <a:pt x="180141" y="4561"/>
                  </a:lnTo>
                  <a:lnTo>
                    <a:pt x="180013" y="4507"/>
                  </a:lnTo>
                  <a:lnTo>
                    <a:pt x="179684" y="4539"/>
                  </a:lnTo>
                  <a:lnTo>
                    <a:pt x="179508" y="4550"/>
                  </a:lnTo>
                  <a:lnTo>
                    <a:pt x="179164" y="4567"/>
                  </a:lnTo>
                  <a:lnTo>
                    <a:pt x="178544" y="4607"/>
                  </a:lnTo>
                  <a:lnTo>
                    <a:pt x="177884" y="4653"/>
                  </a:lnTo>
                  <a:lnTo>
                    <a:pt x="177363" y="4686"/>
                  </a:lnTo>
                  <a:lnTo>
                    <a:pt x="177182" y="4698"/>
                  </a:lnTo>
                  <a:lnTo>
                    <a:pt x="177003" y="4711"/>
                  </a:lnTo>
                  <a:lnTo>
                    <a:pt x="176833" y="4717"/>
                  </a:lnTo>
                  <a:lnTo>
                    <a:pt x="176629" y="4730"/>
                  </a:lnTo>
                  <a:lnTo>
                    <a:pt x="176462" y="4744"/>
                  </a:lnTo>
                  <a:lnTo>
                    <a:pt x="175559" y="4802"/>
                  </a:lnTo>
                  <a:lnTo>
                    <a:pt x="175051" y="4833"/>
                  </a:lnTo>
                  <a:lnTo>
                    <a:pt x="174721" y="4853"/>
                  </a:lnTo>
                  <a:lnTo>
                    <a:pt x="174215" y="4893"/>
                  </a:lnTo>
                  <a:lnTo>
                    <a:pt x="173557" y="4928"/>
                  </a:lnTo>
                  <a:lnTo>
                    <a:pt x="172858" y="4975"/>
                  </a:lnTo>
                  <a:lnTo>
                    <a:pt x="172420" y="5004"/>
                  </a:lnTo>
                  <a:lnTo>
                    <a:pt x="171998" y="5032"/>
                  </a:lnTo>
                  <a:lnTo>
                    <a:pt x="171429" y="5068"/>
                  </a:lnTo>
                  <a:lnTo>
                    <a:pt x="170495" y="5128"/>
                  </a:lnTo>
                  <a:lnTo>
                    <a:pt x="170053" y="5158"/>
                  </a:lnTo>
                  <a:lnTo>
                    <a:pt x="169662" y="5185"/>
                  </a:lnTo>
                  <a:lnTo>
                    <a:pt x="168030" y="4942"/>
                  </a:lnTo>
                  <a:lnTo>
                    <a:pt x="166890" y="4772"/>
                  </a:lnTo>
                  <a:lnTo>
                    <a:pt x="161305" y="2088"/>
                  </a:lnTo>
                  <a:lnTo>
                    <a:pt x="160224" y="1597"/>
                  </a:lnTo>
                  <a:lnTo>
                    <a:pt x="157460" y="341"/>
                  </a:lnTo>
                  <a:lnTo>
                    <a:pt x="151979" y="277"/>
                  </a:lnTo>
                  <a:lnTo>
                    <a:pt x="151967" y="417"/>
                  </a:lnTo>
                  <a:lnTo>
                    <a:pt x="152223" y="651"/>
                  </a:lnTo>
                  <a:lnTo>
                    <a:pt x="152668" y="1195"/>
                  </a:lnTo>
                  <a:lnTo>
                    <a:pt x="153001" y="1458"/>
                  </a:lnTo>
                  <a:lnTo>
                    <a:pt x="153165" y="1695"/>
                  </a:lnTo>
                  <a:lnTo>
                    <a:pt x="153262" y="2142"/>
                  </a:lnTo>
                  <a:lnTo>
                    <a:pt x="153395" y="2262"/>
                  </a:lnTo>
                  <a:lnTo>
                    <a:pt x="153510" y="2525"/>
                  </a:lnTo>
                  <a:lnTo>
                    <a:pt x="154002" y="3216"/>
                  </a:lnTo>
                  <a:lnTo>
                    <a:pt x="154023" y="3355"/>
                  </a:lnTo>
                  <a:lnTo>
                    <a:pt x="154049" y="3514"/>
                  </a:lnTo>
                  <a:lnTo>
                    <a:pt x="154202" y="3938"/>
                  </a:lnTo>
                  <a:lnTo>
                    <a:pt x="151719" y="2707"/>
                  </a:lnTo>
                  <a:lnTo>
                    <a:pt x="151053" y="1387"/>
                  </a:lnTo>
                  <a:lnTo>
                    <a:pt x="150783" y="1200"/>
                  </a:lnTo>
                  <a:lnTo>
                    <a:pt x="150692" y="1069"/>
                  </a:lnTo>
                  <a:lnTo>
                    <a:pt x="149789" y="375"/>
                  </a:lnTo>
                  <a:lnTo>
                    <a:pt x="148676" y="335"/>
                  </a:lnTo>
                  <a:lnTo>
                    <a:pt x="148481" y="229"/>
                  </a:lnTo>
                  <a:lnTo>
                    <a:pt x="148240" y="178"/>
                  </a:lnTo>
                  <a:lnTo>
                    <a:pt x="147616" y="75"/>
                  </a:lnTo>
                  <a:lnTo>
                    <a:pt x="147485" y="0"/>
                  </a:lnTo>
                  <a:lnTo>
                    <a:pt x="147269" y="114"/>
                  </a:lnTo>
                  <a:lnTo>
                    <a:pt x="146962" y="206"/>
                  </a:lnTo>
                  <a:lnTo>
                    <a:pt x="146901" y="356"/>
                  </a:lnTo>
                  <a:lnTo>
                    <a:pt x="146566" y="480"/>
                  </a:lnTo>
                  <a:lnTo>
                    <a:pt x="146427" y="565"/>
                  </a:lnTo>
                  <a:lnTo>
                    <a:pt x="146186" y="597"/>
                  </a:lnTo>
                  <a:lnTo>
                    <a:pt x="146134" y="459"/>
                  </a:lnTo>
                  <a:lnTo>
                    <a:pt x="145886" y="468"/>
                  </a:lnTo>
                  <a:lnTo>
                    <a:pt x="145708" y="457"/>
                  </a:lnTo>
                  <a:lnTo>
                    <a:pt x="145555" y="443"/>
                  </a:lnTo>
                  <a:lnTo>
                    <a:pt x="145314" y="365"/>
                  </a:lnTo>
                  <a:lnTo>
                    <a:pt x="145176" y="325"/>
                  </a:lnTo>
                  <a:lnTo>
                    <a:pt x="144915" y="293"/>
                  </a:lnTo>
                  <a:lnTo>
                    <a:pt x="144754" y="253"/>
                  </a:lnTo>
                  <a:lnTo>
                    <a:pt x="144535" y="206"/>
                  </a:lnTo>
                  <a:lnTo>
                    <a:pt x="144313" y="194"/>
                  </a:lnTo>
                  <a:lnTo>
                    <a:pt x="144135" y="171"/>
                  </a:lnTo>
                  <a:lnTo>
                    <a:pt x="143999" y="128"/>
                  </a:lnTo>
                  <a:lnTo>
                    <a:pt x="143778" y="96"/>
                  </a:lnTo>
                  <a:lnTo>
                    <a:pt x="143342" y="475"/>
                  </a:lnTo>
                  <a:lnTo>
                    <a:pt x="142679" y="1029"/>
                  </a:lnTo>
                  <a:lnTo>
                    <a:pt x="142184" y="1383"/>
                  </a:lnTo>
                  <a:lnTo>
                    <a:pt x="141764" y="1704"/>
                  </a:lnTo>
                  <a:lnTo>
                    <a:pt x="141619" y="1746"/>
                  </a:lnTo>
                  <a:lnTo>
                    <a:pt x="141462" y="1791"/>
                  </a:lnTo>
                  <a:lnTo>
                    <a:pt x="140977" y="2177"/>
                  </a:lnTo>
                  <a:lnTo>
                    <a:pt x="140679" y="2396"/>
                  </a:lnTo>
                  <a:lnTo>
                    <a:pt x="140470" y="2588"/>
                  </a:lnTo>
                  <a:lnTo>
                    <a:pt x="140280" y="2787"/>
                  </a:lnTo>
                  <a:lnTo>
                    <a:pt x="139994" y="3092"/>
                  </a:lnTo>
                  <a:lnTo>
                    <a:pt x="139582" y="3446"/>
                  </a:lnTo>
                  <a:lnTo>
                    <a:pt x="139310" y="3713"/>
                  </a:lnTo>
                  <a:lnTo>
                    <a:pt x="138892" y="3685"/>
                  </a:lnTo>
                  <a:lnTo>
                    <a:pt x="137805" y="4358"/>
                  </a:lnTo>
                  <a:lnTo>
                    <a:pt x="137347" y="4632"/>
                  </a:lnTo>
                  <a:lnTo>
                    <a:pt x="137204" y="4717"/>
                  </a:lnTo>
                  <a:lnTo>
                    <a:pt x="136663" y="4881"/>
                  </a:lnTo>
                  <a:lnTo>
                    <a:pt x="135821" y="5134"/>
                  </a:lnTo>
                  <a:lnTo>
                    <a:pt x="134794" y="5443"/>
                  </a:lnTo>
                  <a:lnTo>
                    <a:pt x="133268" y="5903"/>
                  </a:lnTo>
                  <a:lnTo>
                    <a:pt x="131856" y="6325"/>
                  </a:lnTo>
                  <a:lnTo>
                    <a:pt x="131643" y="6351"/>
                  </a:lnTo>
                  <a:lnTo>
                    <a:pt x="131303" y="6395"/>
                  </a:lnTo>
                  <a:lnTo>
                    <a:pt x="131010" y="6435"/>
                  </a:lnTo>
                  <a:lnTo>
                    <a:pt x="130131" y="6670"/>
                  </a:lnTo>
                  <a:lnTo>
                    <a:pt x="125723" y="7842"/>
                  </a:lnTo>
                  <a:lnTo>
                    <a:pt x="120448" y="9248"/>
                  </a:lnTo>
                  <a:lnTo>
                    <a:pt x="119250" y="9567"/>
                  </a:lnTo>
                  <a:lnTo>
                    <a:pt x="118741" y="9703"/>
                  </a:lnTo>
                  <a:lnTo>
                    <a:pt x="118263" y="9940"/>
                  </a:lnTo>
                  <a:lnTo>
                    <a:pt x="116277" y="10925"/>
                  </a:lnTo>
                  <a:lnTo>
                    <a:pt x="113192" y="12451"/>
                  </a:lnTo>
                  <a:lnTo>
                    <a:pt x="112796" y="12648"/>
                  </a:lnTo>
                  <a:lnTo>
                    <a:pt x="109366" y="14345"/>
                  </a:lnTo>
                  <a:lnTo>
                    <a:pt x="109237" y="14409"/>
                  </a:lnTo>
                  <a:lnTo>
                    <a:pt x="107549" y="15243"/>
                  </a:lnTo>
                  <a:lnTo>
                    <a:pt x="105842" y="16090"/>
                  </a:lnTo>
                  <a:lnTo>
                    <a:pt x="103737" y="17152"/>
                  </a:lnTo>
                  <a:lnTo>
                    <a:pt x="101095" y="15304"/>
                  </a:lnTo>
                  <a:lnTo>
                    <a:pt x="97862" y="13011"/>
                  </a:lnTo>
                  <a:lnTo>
                    <a:pt x="95968" y="12437"/>
                  </a:lnTo>
                  <a:lnTo>
                    <a:pt x="93180" y="11595"/>
                  </a:lnTo>
                  <a:lnTo>
                    <a:pt x="91926" y="11218"/>
                  </a:lnTo>
                  <a:lnTo>
                    <a:pt x="82780" y="8463"/>
                  </a:lnTo>
                  <a:lnTo>
                    <a:pt x="73248" y="10688"/>
                  </a:lnTo>
                  <a:lnTo>
                    <a:pt x="61490" y="13408"/>
                  </a:lnTo>
                  <a:lnTo>
                    <a:pt x="61314" y="13642"/>
                  </a:lnTo>
                  <a:lnTo>
                    <a:pt x="61019" y="14036"/>
                  </a:lnTo>
                  <a:lnTo>
                    <a:pt x="60700" y="14479"/>
                  </a:lnTo>
                  <a:lnTo>
                    <a:pt x="60069" y="15351"/>
                  </a:lnTo>
                  <a:lnTo>
                    <a:pt x="59455" y="16205"/>
                  </a:lnTo>
                  <a:lnTo>
                    <a:pt x="58787" y="17096"/>
                  </a:lnTo>
                  <a:lnTo>
                    <a:pt x="58145" y="17949"/>
                  </a:lnTo>
                  <a:lnTo>
                    <a:pt x="57521" y="18814"/>
                  </a:lnTo>
                  <a:lnTo>
                    <a:pt x="57193" y="19259"/>
                  </a:lnTo>
                  <a:lnTo>
                    <a:pt x="56872" y="19721"/>
                  </a:lnTo>
                  <a:lnTo>
                    <a:pt x="56155" y="20729"/>
                  </a:lnTo>
                  <a:lnTo>
                    <a:pt x="55925" y="21050"/>
                  </a:lnTo>
                  <a:lnTo>
                    <a:pt x="55644" y="21484"/>
                  </a:lnTo>
                  <a:lnTo>
                    <a:pt x="55036" y="22434"/>
                  </a:lnTo>
                  <a:lnTo>
                    <a:pt x="54757" y="22865"/>
                  </a:lnTo>
                  <a:lnTo>
                    <a:pt x="54443" y="23358"/>
                  </a:lnTo>
                  <a:lnTo>
                    <a:pt x="54295" y="23658"/>
                  </a:lnTo>
                  <a:lnTo>
                    <a:pt x="54223" y="23969"/>
                  </a:lnTo>
                  <a:lnTo>
                    <a:pt x="54188" y="24166"/>
                  </a:lnTo>
                  <a:lnTo>
                    <a:pt x="54078" y="24738"/>
                  </a:lnTo>
                  <a:lnTo>
                    <a:pt x="53876" y="25805"/>
                  </a:lnTo>
                  <a:lnTo>
                    <a:pt x="53766" y="26323"/>
                  </a:lnTo>
                  <a:lnTo>
                    <a:pt x="53667" y="26848"/>
                  </a:lnTo>
                  <a:lnTo>
                    <a:pt x="53571" y="27359"/>
                  </a:lnTo>
                  <a:lnTo>
                    <a:pt x="53358" y="28457"/>
                  </a:lnTo>
                  <a:lnTo>
                    <a:pt x="53257" y="28958"/>
                  </a:lnTo>
                  <a:lnTo>
                    <a:pt x="53044" y="30016"/>
                  </a:lnTo>
                  <a:lnTo>
                    <a:pt x="52933" y="30560"/>
                  </a:lnTo>
                  <a:lnTo>
                    <a:pt x="52835" y="31054"/>
                  </a:lnTo>
                  <a:lnTo>
                    <a:pt x="52624" y="32119"/>
                  </a:lnTo>
                  <a:lnTo>
                    <a:pt x="52521" y="32646"/>
                  </a:lnTo>
                  <a:lnTo>
                    <a:pt x="52420" y="33143"/>
                  </a:lnTo>
                  <a:lnTo>
                    <a:pt x="52378" y="33354"/>
                  </a:lnTo>
                  <a:lnTo>
                    <a:pt x="52228" y="33434"/>
                  </a:lnTo>
                  <a:lnTo>
                    <a:pt x="51773" y="33673"/>
                  </a:lnTo>
                  <a:lnTo>
                    <a:pt x="51578" y="33771"/>
                  </a:lnTo>
                  <a:lnTo>
                    <a:pt x="50427" y="34313"/>
                  </a:lnTo>
                  <a:lnTo>
                    <a:pt x="50029" y="34501"/>
                  </a:lnTo>
                  <a:lnTo>
                    <a:pt x="49175" y="34904"/>
                  </a:lnTo>
                  <a:lnTo>
                    <a:pt x="48720" y="35122"/>
                  </a:lnTo>
                  <a:lnTo>
                    <a:pt x="47724" y="35602"/>
                  </a:lnTo>
                  <a:lnTo>
                    <a:pt x="46472" y="36200"/>
                  </a:lnTo>
                  <a:lnTo>
                    <a:pt x="45565" y="36636"/>
                  </a:lnTo>
                  <a:lnTo>
                    <a:pt x="44793" y="37035"/>
                  </a:lnTo>
                  <a:lnTo>
                    <a:pt x="43998" y="37448"/>
                  </a:lnTo>
                  <a:lnTo>
                    <a:pt x="43466" y="37560"/>
                  </a:lnTo>
                  <a:lnTo>
                    <a:pt x="40742" y="38148"/>
                  </a:lnTo>
                  <a:lnTo>
                    <a:pt x="39516" y="38713"/>
                  </a:lnTo>
                  <a:lnTo>
                    <a:pt x="39150" y="38899"/>
                  </a:lnTo>
                  <a:lnTo>
                    <a:pt x="39003" y="39016"/>
                  </a:lnTo>
                  <a:lnTo>
                    <a:pt x="38700" y="39114"/>
                  </a:lnTo>
                  <a:lnTo>
                    <a:pt x="38231" y="39271"/>
                  </a:lnTo>
                  <a:lnTo>
                    <a:pt x="37814" y="39443"/>
                  </a:lnTo>
                  <a:lnTo>
                    <a:pt x="37530" y="39607"/>
                  </a:lnTo>
                  <a:lnTo>
                    <a:pt x="37106" y="39858"/>
                  </a:lnTo>
                  <a:lnTo>
                    <a:pt x="36743" y="40071"/>
                  </a:lnTo>
                  <a:lnTo>
                    <a:pt x="36199" y="40251"/>
                  </a:lnTo>
                  <a:lnTo>
                    <a:pt x="36009" y="40204"/>
                  </a:lnTo>
                  <a:lnTo>
                    <a:pt x="35690" y="40062"/>
                  </a:lnTo>
                  <a:lnTo>
                    <a:pt x="35345" y="39869"/>
                  </a:lnTo>
                  <a:lnTo>
                    <a:pt x="34980" y="39679"/>
                  </a:lnTo>
                  <a:lnTo>
                    <a:pt x="34825" y="39583"/>
                  </a:lnTo>
                  <a:lnTo>
                    <a:pt x="34640" y="39410"/>
                  </a:lnTo>
                  <a:lnTo>
                    <a:pt x="34464" y="39452"/>
                  </a:lnTo>
                  <a:lnTo>
                    <a:pt x="34143" y="39478"/>
                  </a:lnTo>
                  <a:lnTo>
                    <a:pt x="33852" y="39471"/>
                  </a:lnTo>
                  <a:lnTo>
                    <a:pt x="33503" y="39482"/>
                  </a:lnTo>
                  <a:lnTo>
                    <a:pt x="33203" y="39496"/>
                  </a:lnTo>
                  <a:lnTo>
                    <a:pt x="32816" y="39356"/>
                  </a:lnTo>
                  <a:lnTo>
                    <a:pt x="32553" y="39297"/>
                  </a:lnTo>
                  <a:lnTo>
                    <a:pt x="32417" y="39185"/>
                  </a:lnTo>
                  <a:lnTo>
                    <a:pt x="32274" y="39082"/>
                  </a:lnTo>
                  <a:lnTo>
                    <a:pt x="32129" y="39060"/>
                  </a:lnTo>
                  <a:lnTo>
                    <a:pt x="31918" y="39063"/>
                  </a:lnTo>
                  <a:lnTo>
                    <a:pt x="31768" y="39105"/>
                  </a:lnTo>
                  <a:lnTo>
                    <a:pt x="31397" y="39328"/>
                  </a:lnTo>
                  <a:lnTo>
                    <a:pt x="31048" y="39522"/>
                  </a:lnTo>
                  <a:lnTo>
                    <a:pt x="30837" y="39597"/>
                  </a:lnTo>
                  <a:lnTo>
                    <a:pt x="30436" y="39750"/>
                  </a:lnTo>
                  <a:lnTo>
                    <a:pt x="30169" y="39797"/>
                  </a:lnTo>
                  <a:lnTo>
                    <a:pt x="29658" y="39862"/>
                  </a:lnTo>
                  <a:lnTo>
                    <a:pt x="29442" y="39900"/>
                  </a:lnTo>
                  <a:lnTo>
                    <a:pt x="29180" y="40005"/>
                  </a:lnTo>
                  <a:lnTo>
                    <a:pt x="28983" y="40127"/>
                  </a:lnTo>
                  <a:lnTo>
                    <a:pt x="28671" y="40500"/>
                  </a:lnTo>
                  <a:lnTo>
                    <a:pt x="28537" y="40856"/>
                  </a:lnTo>
                  <a:lnTo>
                    <a:pt x="28408" y="41175"/>
                  </a:lnTo>
                  <a:lnTo>
                    <a:pt x="28277" y="41456"/>
                  </a:lnTo>
                  <a:lnTo>
                    <a:pt x="27979" y="41923"/>
                  </a:lnTo>
                  <a:lnTo>
                    <a:pt x="27288" y="42500"/>
                  </a:lnTo>
                  <a:lnTo>
                    <a:pt x="26467" y="43163"/>
                  </a:lnTo>
                  <a:lnTo>
                    <a:pt x="26040" y="43508"/>
                  </a:lnTo>
                  <a:lnTo>
                    <a:pt x="25811" y="43688"/>
                  </a:lnTo>
                  <a:lnTo>
                    <a:pt x="25168" y="44183"/>
                  </a:lnTo>
                  <a:lnTo>
                    <a:pt x="24732" y="44516"/>
                  </a:lnTo>
                  <a:lnTo>
                    <a:pt x="24165" y="44954"/>
                  </a:lnTo>
                  <a:lnTo>
                    <a:pt x="23602" y="45787"/>
                  </a:lnTo>
                  <a:lnTo>
                    <a:pt x="23007" y="46666"/>
                  </a:lnTo>
                  <a:lnTo>
                    <a:pt x="22674" y="47121"/>
                  </a:lnTo>
                  <a:lnTo>
                    <a:pt x="22350" y="47571"/>
                  </a:lnTo>
                  <a:lnTo>
                    <a:pt x="22067" y="47967"/>
                  </a:lnTo>
                  <a:lnTo>
                    <a:pt x="21434" y="48853"/>
                  </a:lnTo>
                  <a:lnTo>
                    <a:pt x="21279" y="49067"/>
                  </a:lnTo>
                  <a:lnTo>
                    <a:pt x="20798" y="49737"/>
                  </a:lnTo>
                  <a:lnTo>
                    <a:pt x="20489" y="50154"/>
                  </a:lnTo>
                  <a:lnTo>
                    <a:pt x="20161" y="50613"/>
                  </a:lnTo>
                  <a:lnTo>
                    <a:pt x="19875" y="50988"/>
                  </a:lnTo>
                  <a:lnTo>
                    <a:pt x="19512" y="51494"/>
                  </a:lnTo>
                  <a:lnTo>
                    <a:pt x="18879" y="52369"/>
                  </a:lnTo>
                  <a:lnTo>
                    <a:pt x="18250" y="53220"/>
                  </a:lnTo>
                  <a:lnTo>
                    <a:pt x="17303" y="54580"/>
                  </a:lnTo>
                  <a:lnTo>
                    <a:pt x="16591" y="55528"/>
                  </a:lnTo>
                  <a:lnTo>
                    <a:pt x="16387" y="55841"/>
                  </a:lnTo>
                  <a:lnTo>
                    <a:pt x="16037" y="56326"/>
                  </a:lnTo>
                  <a:lnTo>
                    <a:pt x="15704" y="56795"/>
                  </a:lnTo>
                  <a:lnTo>
                    <a:pt x="15397" y="57222"/>
                  </a:lnTo>
                  <a:lnTo>
                    <a:pt x="15100" y="57658"/>
                  </a:lnTo>
                  <a:lnTo>
                    <a:pt x="14783" y="58106"/>
                  </a:lnTo>
                  <a:lnTo>
                    <a:pt x="14556" y="58429"/>
                  </a:lnTo>
                  <a:lnTo>
                    <a:pt x="14464" y="58561"/>
                  </a:lnTo>
                  <a:lnTo>
                    <a:pt x="13890" y="59369"/>
                  </a:lnTo>
                  <a:lnTo>
                    <a:pt x="13627" y="59761"/>
                  </a:lnTo>
                  <a:lnTo>
                    <a:pt x="13426" y="60073"/>
                  </a:lnTo>
                  <a:lnTo>
                    <a:pt x="12950" y="60853"/>
                  </a:lnTo>
                  <a:lnTo>
                    <a:pt x="12361" y="61780"/>
                  </a:lnTo>
                  <a:lnTo>
                    <a:pt x="12059" y="62237"/>
                  </a:lnTo>
                  <a:lnTo>
                    <a:pt x="11817" y="62642"/>
                  </a:lnTo>
                  <a:lnTo>
                    <a:pt x="11506" y="63135"/>
                  </a:lnTo>
                  <a:lnTo>
                    <a:pt x="11248" y="63535"/>
                  </a:lnTo>
                  <a:lnTo>
                    <a:pt x="10920" y="64049"/>
                  </a:lnTo>
                  <a:lnTo>
                    <a:pt x="10767" y="64265"/>
                  </a:lnTo>
                  <a:lnTo>
                    <a:pt x="10501" y="64649"/>
                  </a:lnTo>
                  <a:lnTo>
                    <a:pt x="10412" y="64862"/>
                  </a:lnTo>
                  <a:lnTo>
                    <a:pt x="10393" y="65134"/>
                  </a:lnTo>
                  <a:lnTo>
                    <a:pt x="10473" y="65403"/>
                  </a:lnTo>
                  <a:lnTo>
                    <a:pt x="10506" y="65565"/>
                  </a:lnTo>
                  <a:lnTo>
                    <a:pt x="10550" y="65816"/>
                  </a:lnTo>
                  <a:lnTo>
                    <a:pt x="10590" y="65997"/>
                  </a:lnTo>
                  <a:lnTo>
                    <a:pt x="10642" y="66179"/>
                  </a:lnTo>
                  <a:lnTo>
                    <a:pt x="10700" y="66388"/>
                  </a:lnTo>
                  <a:lnTo>
                    <a:pt x="10747" y="66550"/>
                  </a:lnTo>
                  <a:lnTo>
                    <a:pt x="10984" y="66972"/>
                  </a:lnTo>
                  <a:lnTo>
                    <a:pt x="11162" y="67300"/>
                  </a:lnTo>
                  <a:lnTo>
                    <a:pt x="11244" y="67509"/>
                  </a:lnTo>
                  <a:lnTo>
                    <a:pt x="11338" y="67673"/>
                  </a:lnTo>
                  <a:lnTo>
                    <a:pt x="11540" y="68029"/>
                  </a:lnTo>
                  <a:lnTo>
                    <a:pt x="11516" y="68233"/>
                  </a:lnTo>
                  <a:lnTo>
                    <a:pt x="11479" y="68484"/>
                  </a:lnTo>
                  <a:lnTo>
                    <a:pt x="11413" y="68728"/>
                  </a:lnTo>
                  <a:lnTo>
                    <a:pt x="11233" y="68993"/>
                  </a:lnTo>
                  <a:lnTo>
                    <a:pt x="11073" y="69281"/>
                  </a:lnTo>
                  <a:lnTo>
                    <a:pt x="10914" y="69567"/>
                  </a:lnTo>
                  <a:lnTo>
                    <a:pt x="10799" y="69771"/>
                  </a:lnTo>
                  <a:lnTo>
                    <a:pt x="10625" y="69970"/>
                  </a:lnTo>
                  <a:lnTo>
                    <a:pt x="10419" y="70127"/>
                  </a:lnTo>
                  <a:lnTo>
                    <a:pt x="10262" y="70301"/>
                  </a:lnTo>
                  <a:lnTo>
                    <a:pt x="9575" y="70850"/>
                  </a:lnTo>
                  <a:lnTo>
                    <a:pt x="9442" y="71004"/>
                  </a:lnTo>
                  <a:lnTo>
                    <a:pt x="9256" y="71225"/>
                  </a:lnTo>
                  <a:lnTo>
                    <a:pt x="9139" y="71412"/>
                  </a:lnTo>
                  <a:lnTo>
                    <a:pt x="8848" y="71883"/>
                  </a:lnTo>
                  <a:lnTo>
                    <a:pt x="9097" y="72296"/>
                  </a:lnTo>
                  <a:lnTo>
                    <a:pt x="9097" y="72549"/>
                  </a:lnTo>
                  <a:lnTo>
                    <a:pt x="9327" y="72863"/>
                  </a:lnTo>
                  <a:lnTo>
                    <a:pt x="9083" y="73648"/>
                  </a:lnTo>
                  <a:lnTo>
                    <a:pt x="9285" y="73799"/>
                  </a:lnTo>
                  <a:lnTo>
                    <a:pt x="9890" y="74022"/>
                  </a:lnTo>
                  <a:lnTo>
                    <a:pt x="10517" y="74468"/>
                  </a:lnTo>
                  <a:lnTo>
                    <a:pt x="10413" y="74748"/>
                  </a:lnTo>
                  <a:lnTo>
                    <a:pt x="10156" y="75073"/>
                  </a:lnTo>
                  <a:lnTo>
                    <a:pt x="10015" y="75484"/>
                  </a:lnTo>
                  <a:lnTo>
                    <a:pt x="10248" y="75910"/>
                  </a:lnTo>
                  <a:lnTo>
                    <a:pt x="10670" y="76468"/>
                  </a:lnTo>
                  <a:lnTo>
                    <a:pt x="10767" y="76686"/>
                  </a:lnTo>
                  <a:lnTo>
                    <a:pt x="10757" y="77695"/>
                  </a:lnTo>
                  <a:lnTo>
                    <a:pt x="10372" y="78461"/>
                  </a:lnTo>
                  <a:lnTo>
                    <a:pt x="10264" y="78684"/>
                  </a:lnTo>
                  <a:lnTo>
                    <a:pt x="9124" y="78926"/>
                  </a:lnTo>
                  <a:lnTo>
                    <a:pt x="8554" y="79473"/>
                  </a:lnTo>
                  <a:lnTo>
                    <a:pt x="7969" y="79991"/>
                  </a:lnTo>
                  <a:lnTo>
                    <a:pt x="7988" y="80266"/>
                  </a:lnTo>
                  <a:lnTo>
                    <a:pt x="7996" y="80474"/>
                  </a:lnTo>
                  <a:lnTo>
                    <a:pt x="8008" y="80769"/>
                  </a:lnTo>
                  <a:lnTo>
                    <a:pt x="8090" y="82823"/>
                  </a:lnTo>
                  <a:lnTo>
                    <a:pt x="7826" y="83088"/>
                  </a:lnTo>
                  <a:lnTo>
                    <a:pt x="7170" y="83686"/>
                  </a:lnTo>
                  <a:lnTo>
                    <a:pt x="6138" y="84628"/>
                  </a:lnTo>
                  <a:lnTo>
                    <a:pt x="5180" y="85517"/>
                  </a:lnTo>
                  <a:lnTo>
                    <a:pt x="4143" y="86478"/>
                  </a:lnTo>
                  <a:lnTo>
                    <a:pt x="3344" y="87219"/>
                  </a:lnTo>
                  <a:lnTo>
                    <a:pt x="2559" y="87906"/>
                  </a:lnTo>
                  <a:lnTo>
                    <a:pt x="1724" y="88677"/>
                  </a:lnTo>
                  <a:lnTo>
                    <a:pt x="1168" y="89188"/>
                  </a:lnTo>
                  <a:lnTo>
                    <a:pt x="749" y="89590"/>
                  </a:lnTo>
                  <a:lnTo>
                    <a:pt x="1097" y="91059"/>
                  </a:lnTo>
                  <a:lnTo>
                    <a:pt x="1999" y="94868"/>
                  </a:lnTo>
                  <a:lnTo>
                    <a:pt x="1908" y="96406"/>
                  </a:lnTo>
                  <a:lnTo>
                    <a:pt x="1799" y="98237"/>
                  </a:lnTo>
                  <a:lnTo>
                    <a:pt x="1765" y="98823"/>
                  </a:lnTo>
                  <a:lnTo>
                    <a:pt x="1581" y="101925"/>
                  </a:lnTo>
                  <a:lnTo>
                    <a:pt x="1534" y="102717"/>
                  </a:lnTo>
                  <a:lnTo>
                    <a:pt x="1516" y="103020"/>
                  </a:lnTo>
                  <a:lnTo>
                    <a:pt x="1474" y="103729"/>
                  </a:lnTo>
                  <a:lnTo>
                    <a:pt x="1367" y="105541"/>
                  </a:lnTo>
                  <a:lnTo>
                    <a:pt x="1349" y="105830"/>
                  </a:lnTo>
                  <a:lnTo>
                    <a:pt x="1234" y="107779"/>
                  </a:lnTo>
                  <a:lnTo>
                    <a:pt x="478" y="109850"/>
                  </a:lnTo>
                  <a:lnTo>
                    <a:pt x="0" y="111160"/>
                  </a:lnTo>
                  <a:lnTo>
                    <a:pt x="1102" y="111821"/>
                  </a:lnTo>
                  <a:lnTo>
                    <a:pt x="6242" y="114900"/>
                  </a:lnTo>
                  <a:lnTo>
                    <a:pt x="6561" y="115091"/>
                  </a:lnTo>
                  <a:lnTo>
                    <a:pt x="7096" y="115412"/>
                  </a:lnTo>
                  <a:lnTo>
                    <a:pt x="7576" y="115700"/>
                  </a:lnTo>
                  <a:lnTo>
                    <a:pt x="7801" y="115834"/>
                  </a:lnTo>
                  <a:lnTo>
                    <a:pt x="8108" y="116041"/>
                  </a:lnTo>
                  <a:lnTo>
                    <a:pt x="12703" y="119616"/>
                  </a:lnTo>
                  <a:lnTo>
                    <a:pt x="12879" y="120048"/>
                  </a:lnTo>
                  <a:lnTo>
                    <a:pt x="13039" y="120153"/>
                  </a:lnTo>
                  <a:lnTo>
                    <a:pt x="14101" y="121105"/>
                  </a:lnTo>
                  <a:lnTo>
                    <a:pt x="14478" y="121428"/>
                  </a:lnTo>
                  <a:lnTo>
                    <a:pt x="14664" y="121604"/>
                  </a:lnTo>
                  <a:lnTo>
                    <a:pt x="14818" y="121764"/>
                  </a:lnTo>
                  <a:lnTo>
                    <a:pt x="14978" y="121886"/>
                  </a:lnTo>
                  <a:lnTo>
                    <a:pt x="15175" y="122066"/>
                  </a:lnTo>
                  <a:lnTo>
                    <a:pt x="15681" y="122340"/>
                  </a:lnTo>
                  <a:lnTo>
                    <a:pt x="16572" y="122012"/>
                  </a:lnTo>
                  <a:lnTo>
                    <a:pt x="16806" y="122392"/>
                  </a:lnTo>
                  <a:lnTo>
                    <a:pt x="17064" y="122598"/>
                  </a:lnTo>
                  <a:lnTo>
                    <a:pt x="17343" y="122842"/>
                  </a:lnTo>
                  <a:lnTo>
                    <a:pt x="17770" y="122978"/>
                  </a:lnTo>
                  <a:lnTo>
                    <a:pt x="18093" y="123065"/>
                  </a:lnTo>
                  <a:lnTo>
                    <a:pt x="18410" y="123238"/>
                  </a:lnTo>
                  <a:lnTo>
                    <a:pt x="18626" y="123342"/>
                  </a:lnTo>
                  <a:lnTo>
                    <a:pt x="18844" y="123527"/>
                  </a:lnTo>
                  <a:lnTo>
                    <a:pt x="19493" y="124054"/>
                  </a:lnTo>
                  <a:lnTo>
                    <a:pt x="19718" y="124193"/>
                  </a:lnTo>
                  <a:lnTo>
                    <a:pt x="20227" y="124577"/>
                  </a:lnTo>
                  <a:lnTo>
                    <a:pt x="20724" y="124922"/>
                  </a:lnTo>
                  <a:lnTo>
                    <a:pt x="21059" y="125158"/>
                  </a:lnTo>
                  <a:lnTo>
                    <a:pt x="21272" y="125306"/>
                  </a:lnTo>
                  <a:lnTo>
                    <a:pt x="21434" y="125419"/>
                  </a:lnTo>
                  <a:lnTo>
                    <a:pt x="22266" y="125315"/>
                  </a:lnTo>
                  <a:lnTo>
                    <a:pt x="22325" y="125187"/>
                  </a:lnTo>
                  <a:lnTo>
                    <a:pt x="23033" y="124947"/>
                  </a:lnTo>
                  <a:lnTo>
                    <a:pt x="23256" y="124980"/>
                  </a:lnTo>
                  <a:lnTo>
                    <a:pt x="23518" y="125055"/>
                  </a:lnTo>
                  <a:lnTo>
                    <a:pt x="23964" y="125355"/>
                  </a:lnTo>
                  <a:lnTo>
                    <a:pt x="24128" y="125510"/>
                  </a:lnTo>
                  <a:lnTo>
                    <a:pt x="24407" y="125855"/>
                  </a:lnTo>
                  <a:lnTo>
                    <a:pt x="25113" y="126537"/>
                  </a:lnTo>
                  <a:lnTo>
                    <a:pt x="25591" y="126952"/>
                  </a:lnTo>
                  <a:lnTo>
                    <a:pt x="25661" y="127102"/>
                  </a:lnTo>
                  <a:lnTo>
                    <a:pt x="25708" y="127718"/>
                  </a:lnTo>
                  <a:lnTo>
                    <a:pt x="25617" y="127937"/>
                  </a:lnTo>
                  <a:lnTo>
                    <a:pt x="25565" y="128105"/>
                  </a:lnTo>
                  <a:lnTo>
                    <a:pt x="25671" y="128274"/>
                  </a:lnTo>
                  <a:lnTo>
                    <a:pt x="26540" y="129160"/>
                  </a:lnTo>
                  <a:lnTo>
                    <a:pt x="26728" y="129308"/>
                  </a:lnTo>
                  <a:lnTo>
                    <a:pt x="27206" y="129221"/>
                  </a:lnTo>
                  <a:lnTo>
                    <a:pt x="27434" y="128982"/>
                  </a:lnTo>
                  <a:lnTo>
                    <a:pt x="27626" y="128525"/>
                  </a:lnTo>
                  <a:lnTo>
                    <a:pt x="27839" y="128401"/>
                  </a:lnTo>
                  <a:lnTo>
                    <a:pt x="28238" y="128975"/>
                  </a:lnTo>
                  <a:lnTo>
                    <a:pt x="28360" y="129127"/>
                  </a:lnTo>
                  <a:lnTo>
                    <a:pt x="28526" y="129299"/>
                  </a:lnTo>
                  <a:lnTo>
                    <a:pt x="28704" y="129421"/>
                  </a:lnTo>
                  <a:lnTo>
                    <a:pt x="28868" y="129542"/>
                  </a:lnTo>
                  <a:lnTo>
                    <a:pt x="29597" y="130025"/>
                  </a:lnTo>
                  <a:lnTo>
                    <a:pt x="29973" y="130293"/>
                  </a:lnTo>
                  <a:lnTo>
                    <a:pt x="30202" y="130370"/>
                  </a:lnTo>
                  <a:lnTo>
                    <a:pt x="30465" y="130504"/>
                  </a:lnTo>
                  <a:lnTo>
                    <a:pt x="30763" y="130649"/>
                  </a:lnTo>
                  <a:lnTo>
                    <a:pt x="31117" y="130801"/>
                  </a:lnTo>
                  <a:lnTo>
                    <a:pt x="31353" y="130970"/>
                  </a:lnTo>
                  <a:lnTo>
                    <a:pt x="31527" y="131094"/>
                  </a:lnTo>
                  <a:lnTo>
                    <a:pt x="31733" y="131402"/>
                  </a:lnTo>
                  <a:lnTo>
                    <a:pt x="31984" y="131559"/>
                  </a:lnTo>
                  <a:lnTo>
                    <a:pt x="32062" y="132335"/>
                  </a:lnTo>
                  <a:lnTo>
                    <a:pt x="32270" y="132394"/>
                  </a:lnTo>
                  <a:lnTo>
                    <a:pt x="32512" y="132484"/>
                  </a:lnTo>
                  <a:lnTo>
                    <a:pt x="34174" y="132885"/>
                  </a:lnTo>
                  <a:lnTo>
                    <a:pt x="35102" y="133073"/>
                  </a:lnTo>
                  <a:lnTo>
                    <a:pt x="35190" y="132687"/>
                  </a:lnTo>
                  <a:lnTo>
                    <a:pt x="35392" y="131937"/>
                  </a:lnTo>
                  <a:lnTo>
                    <a:pt x="35529" y="131391"/>
                  </a:lnTo>
                  <a:lnTo>
                    <a:pt x="35563" y="131253"/>
                  </a:lnTo>
                  <a:lnTo>
                    <a:pt x="36006" y="129492"/>
                  </a:lnTo>
                  <a:lnTo>
                    <a:pt x="36297" y="129385"/>
                  </a:lnTo>
                  <a:lnTo>
                    <a:pt x="36436" y="129334"/>
                  </a:lnTo>
                  <a:lnTo>
                    <a:pt x="37540" y="128928"/>
                  </a:lnTo>
                  <a:lnTo>
                    <a:pt x="37196" y="127222"/>
                  </a:lnTo>
                  <a:lnTo>
                    <a:pt x="37207" y="126973"/>
                  </a:lnTo>
                  <a:lnTo>
                    <a:pt x="37107" y="126562"/>
                  </a:lnTo>
                  <a:lnTo>
                    <a:pt x="37160" y="126412"/>
                  </a:lnTo>
                  <a:lnTo>
                    <a:pt x="37545" y="126560"/>
                  </a:lnTo>
                  <a:lnTo>
                    <a:pt x="37833" y="126652"/>
                  </a:lnTo>
                  <a:lnTo>
                    <a:pt x="37962" y="126738"/>
                  </a:lnTo>
                  <a:lnTo>
                    <a:pt x="38394" y="126931"/>
                  </a:lnTo>
                  <a:lnTo>
                    <a:pt x="38412" y="127083"/>
                  </a:lnTo>
                  <a:lnTo>
                    <a:pt x="39859" y="127381"/>
                  </a:lnTo>
                  <a:lnTo>
                    <a:pt x="40405" y="127301"/>
                  </a:lnTo>
                  <a:lnTo>
                    <a:pt x="40722" y="127310"/>
                  </a:lnTo>
                  <a:lnTo>
                    <a:pt x="41905" y="127144"/>
                  </a:lnTo>
                  <a:lnTo>
                    <a:pt x="42337" y="127310"/>
                  </a:lnTo>
                  <a:lnTo>
                    <a:pt x="42901" y="131655"/>
                  </a:lnTo>
                  <a:lnTo>
                    <a:pt x="43071" y="131647"/>
                  </a:lnTo>
                  <a:lnTo>
                    <a:pt x="43063" y="130733"/>
                  </a:lnTo>
                  <a:lnTo>
                    <a:pt x="43838" y="130605"/>
                  </a:lnTo>
                  <a:lnTo>
                    <a:pt x="44729" y="130932"/>
                  </a:lnTo>
                  <a:lnTo>
                    <a:pt x="44906" y="130988"/>
                  </a:lnTo>
                  <a:lnTo>
                    <a:pt x="45594" y="131654"/>
                  </a:lnTo>
                  <a:lnTo>
                    <a:pt x="45723" y="131787"/>
                  </a:lnTo>
                  <a:lnTo>
                    <a:pt x="46887" y="133206"/>
                  </a:lnTo>
                  <a:lnTo>
                    <a:pt x="47179" y="133516"/>
                  </a:lnTo>
                  <a:lnTo>
                    <a:pt x="46888" y="133763"/>
                  </a:lnTo>
                  <a:lnTo>
                    <a:pt x="46754" y="133870"/>
                  </a:lnTo>
                  <a:lnTo>
                    <a:pt x="46611" y="134006"/>
                  </a:lnTo>
                  <a:lnTo>
                    <a:pt x="46253" y="134330"/>
                  </a:lnTo>
                  <a:lnTo>
                    <a:pt x="45849" y="134667"/>
                  </a:lnTo>
                  <a:lnTo>
                    <a:pt x="46163" y="135230"/>
                  </a:lnTo>
                  <a:lnTo>
                    <a:pt x="46423" y="135584"/>
                  </a:lnTo>
                  <a:lnTo>
                    <a:pt x="46740" y="136088"/>
                  </a:lnTo>
                  <a:lnTo>
                    <a:pt x="47023" y="136669"/>
                  </a:lnTo>
                  <a:lnTo>
                    <a:pt x="47302" y="137244"/>
                  </a:lnTo>
                  <a:lnTo>
                    <a:pt x="47610" y="137823"/>
                  </a:lnTo>
                  <a:lnTo>
                    <a:pt x="47673" y="137989"/>
                  </a:lnTo>
                  <a:lnTo>
                    <a:pt x="47797" y="138233"/>
                  </a:lnTo>
                  <a:lnTo>
                    <a:pt x="48034" y="138695"/>
                  </a:lnTo>
                  <a:lnTo>
                    <a:pt x="48428" y="139581"/>
                  </a:lnTo>
                  <a:lnTo>
                    <a:pt x="48716" y="140169"/>
                  </a:lnTo>
                  <a:lnTo>
                    <a:pt x="48969" y="140756"/>
                  </a:lnTo>
                  <a:lnTo>
                    <a:pt x="49075" y="140934"/>
                  </a:lnTo>
                  <a:lnTo>
                    <a:pt x="49213" y="141210"/>
                  </a:lnTo>
                  <a:lnTo>
                    <a:pt x="49417" y="141466"/>
                  </a:lnTo>
                  <a:lnTo>
                    <a:pt x="49830" y="141670"/>
                  </a:lnTo>
                  <a:lnTo>
                    <a:pt x="50390" y="141946"/>
                  </a:lnTo>
                  <a:lnTo>
                    <a:pt x="51002" y="142247"/>
                  </a:lnTo>
                  <a:lnTo>
                    <a:pt x="51562" y="142533"/>
                  </a:lnTo>
                  <a:lnTo>
                    <a:pt x="52118" y="142802"/>
                  </a:lnTo>
                  <a:lnTo>
                    <a:pt x="52713" y="143093"/>
                  </a:lnTo>
                  <a:lnTo>
                    <a:pt x="53168" y="144167"/>
                  </a:lnTo>
                  <a:lnTo>
                    <a:pt x="53145" y="144467"/>
                  </a:lnTo>
                  <a:lnTo>
                    <a:pt x="53058" y="144741"/>
                  </a:lnTo>
                  <a:lnTo>
                    <a:pt x="52735" y="145559"/>
                  </a:lnTo>
                  <a:lnTo>
                    <a:pt x="53077" y="145916"/>
                  </a:lnTo>
                  <a:lnTo>
                    <a:pt x="53196" y="146049"/>
                  </a:lnTo>
                  <a:lnTo>
                    <a:pt x="53365" y="146258"/>
                  </a:lnTo>
                  <a:lnTo>
                    <a:pt x="53722" y="146509"/>
                  </a:lnTo>
                  <a:lnTo>
                    <a:pt x="54155" y="146903"/>
                  </a:lnTo>
                  <a:lnTo>
                    <a:pt x="54312" y="147165"/>
                  </a:lnTo>
                  <a:lnTo>
                    <a:pt x="54650" y="147536"/>
                  </a:lnTo>
                  <a:lnTo>
                    <a:pt x="54097" y="148180"/>
                  </a:lnTo>
                  <a:lnTo>
                    <a:pt x="52891" y="149451"/>
                  </a:lnTo>
                  <a:lnTo>
                    <a:pt x="52760" y="149587"/>
                  </a:lnTo>
                  <a:lnTo>
                    <a:pt x="52582" y="149775"/>
                  </a:lnTo>
                  <a:lnTo>
                    <a:pt x="51984" y="150406"/>
                  </a:lnTo>
                  <a:lnTo>
                    <a:pt x="51682" y="150725"/>
                  </a:lnTo>
                  <a:lnTo>
                    <a:pt x="51403" y="151020"/>
                  </a:lnTo>
                  <a:lnTo>
                    <a:pt x="50287" y="152194"/>
                  </a:lnTo>
                  <a:lnTo>
                    <a:pt x="49030" y="153521"/>
                  </a:lnTo>
                  <a:lnTo>
                    <a:pt x="49218" y="154578"/>
                  </a:lnTo>
                  <a:lnTo>
                    <a:pt x="49260" y="154815"/>
                  </a:lnTo>
                  <a:lnTo>
                    <a:pt x="49394" y="155578"/>
                  </a:lnTo>
                  <a:lnTo>
                    <a:pt x="49558" y="156503"/>
                  </a:lnTo>
                  <a:lnTo>
                    <a:pt x="49780" y="157767"/>
                  </a:lnTo>
                  <a:lnTo>
                    <a:pt x="49921" y="158568"/>
                  </a:lnTo>
                  <a:lnTo>
                    <a:pt x="49956" y="158767"/>
                  </a:lnTo>
                  <a:lnTo>
                    <a:pt x="50003" y="159037"/>
                  </a:lnTo>
                  <a:lnTo>
                    <a:pt x="50190" y="160077"/>
                  </a:lnTo>
                  <a:lnTo>
                    <a:pt x="50250" y="160416"/>
                  </a:lnTo>
                  <a:lnTo>
                    <a:pt x="50356" y="161021"/>
                  </a:lnTo>
                  <a:lnTo>
                    <a:pt x="50456" y="161579"/>
                  </a:lnTo>
                  <a:lnTo>
                    <a:pt x="50681" y="162857"/>
                  </a:lnTo>
                  <a:lnTo>
                    <a:pt x="50797" y="163584"/>
                  </a:lnTo>
                  <a:lnTo>
                    <a:pt x="51340" y="164209"/>
                  </a:lnTo>
                  <a:lnTo>
                    <a:pt x="51607" y="164523"/>
                  </a:lnTo>
                  <a:lnTo>
                    <a:pt x="51836" y="164794"/>
                  </a:lnTo>
                  <a:lnTo>
                    <a:pt x="52137" y="165148"/>
                  </a:lnTo>
                  <a:lnTo>
                    <a:pt x="52555" y="165642"/>
                  </a:lnTo>
                  <a:lnTo>
                    <a:pt x="52863" y="166006"/>
                  </a:lnTo>
                  <a:lnTo>
                    <a:pt x="53359" y="166591"/>
                  </a:lnTo>
                  <a:lnTo>
                    <a:pt x="53642" y="166925"/>
                  </a:lnTo>
                  <a:lnTo>
                    <a:pt x="54115" y="167482"/>
                  </a:lnTo>
                  <a:lnTo>
                    <a:pt x="54465" y="167896"/>
                  </a:lnTo>
                  <a:lnTo>
                    <a:pt x="54680" y="168149"/>
                  </a:lnTo>
                  <a:lnTo>
                    <a:pt x="54935" y="168450"/>
                  </a:lnTo>
                  <a:lnTo>
                    <a:pt x="55461" y="169071"/>
                  </a:lnTo>
                  <a:lnTo>
                    <a:pt x="55721" y="169378"/>
                  </a:lnTo>
                  <a:lnTo>
                    <a:pt x="56000" y="169706"/>
                  </a:lnTo>
                  <a:lnTo>
                    <a:pt x="56514" y="170313"/>
                  </a:lnTo>
                  <a:lnTo>
                    <a:pt x="56647" y="171475"/>
                  </a:lnTo>
                  <a:lnTo>
                    <a:pt x="56703" y="171957"/>
                  </a:lnTo>
                  <a:lnTo>
                    <a:pt x="56802" y="172825"/>
                  </a:lnTo>
                  <a:lnTo>
                    <a:pt x="56818" y="172963"/>
                  </a:lnTo>
                  <a:lnTo>
                    <a:pt x="56849" y="173227"/>
                  </a:lnTo>
                  <a:lnTo>
                    <a:pt x="56901" y="173684"/>
                  </a:lnTo>
                  <a:lnTo>
                    <a:pt x="56921" y="173855"/>
                  </a:lnTo>
                  <a:lnTo>
                    <a:pt x="56960" y="174199"/>
                  </a:lnTo>
                  <a:lnTo>
                    <a:pt x="56998" y="174529"/>
                  </a:lnTo>
                  <a:lnTo>
                    <a:pt x="57049" y="174970"/>
                  </a:lnTo>
                  <a:lnTo>
                    <a:pt x="57119" y="175578"/>
                  </a:lnTo>
                  <a:lnTo>
                    <a:pt x="57163" y="175964"/>
                  </a:lnTo>
                  <a:lnTo>
                    <a:pt x="57191" y="176207"/>
                  </a:lnTo>
                  <a:lnTo>
                    <a:pt x="57483" y="176603"/>
                  </a:lnTo>
                  <a:lnTo>
                    <a:pt x="57667" y="176853"/>
                  </a:lnTo>
                  <a:lnTo>
                    <a:pt x="58129" y="177479"/>
                  </a:lnTo>
                  <a:lnTo>
                    <a:pt x="58431" y="177888"/>
                  </a:lnTo>
                  <a:lnTo>
                    <a:pt x="58737" y="178303"/>
                  </a:lnTo>
                  <a:lnTo>
                    <a:pt x="59010" y="178673"/>
                  </a:lnTo>
                  <a:lnTo>
                    <a:pt x="59422" y="179232"/>
                  </a:lnTo>
                  <a:lnTo>
                    <a:pt x="59701" y="179609"/>
                  </a:lnTo>
                  <a:lnTo>
                    <a:pt x="60089" y="180135"/>
                  </a:lnTo>
                  <a:lnTo>
                    <a:pt x="60300" y="180422"/>
                  </a:lnTo>
                  <a:lnTo>
                    <a:pt x="60796" y="181093"/>
                  </a:lnTo>
                  <a:lnTo>
                    <a:pt x="60636" y="181194"/>
                  </a:lnTo>
                  <a:lnTo>
                    <a:pt x="60307" y="181401"/>
                  </a:lnTo>
                  <a:lnTo>
                    <a:pt x="59884" y="181669"/>
                  </a:lnTo>
                  <a:lnTo>
                    <a:pt x="59605" y="181845"/>
                  </a:lnTo>
                  <a:lnTo>
                    <a:pt x="59153" y="182131"/>
                  </a:lnTo>
                  <a:lnTo>
                    <a:pt x="58523" y="182529"/>
                  </a:lnTo>
                  <a:lnTo>
                    <a:pt x="58238" y="182709"/>
                  </a:lnTo>
                  <a:lnTo>
                    <a:pt x="57958" y="182887"/>
                  </a:lnTo>
                  <a:lnTo>
                    <a:pt x="57449" y="183208"/>
                  </a:lnTo>
                  <a:lnTo>
                    <a:pt x="57131" y="183409"/>
                  </a:lnTo>
                  <a:lnTo>
                    <a:pt x="56608" y="183739"/>
                  </a:lnTo>
                  <a:lnTo>
                    <a:pt x="56364" y="183894"/>
                  </a:lnTo>
                  <a:lnTo>
                    <a:pt x="56214" y="183988"/>
                  </a:lnTo>
                  <a:lnTo>
                    <a:pt x="55806" y="184246"/>
                  </a:lnTo>
                  <a:lnTo>
                    <a:pt x="55501" y="184439"/>
                  </a:lnTo>
                  <a:lnTo>
                    <a:pt x="55358" y="184530"/>
                  </a:lnTo>
                  <a:lnTo>
                    <a:pt x="55096" y="184696"/>
                  </a:lnTo>
                  <a:lnTo>
                    <a:pt x="54815" y="184873"/>
                  </a:lnTo>
                  <a:lnTo>
                    <a:pt x="54660" y="184971"/>
                  </a:lnTo>
                  <a:lnTo>
                    <a:pt x="54465" y="185228"/>
                  </a:lnTo>
                  <a:lnTo>
                    <a:pt x="54069" y="185749"/>
                  </a:lnTo>
                  <a:lnTo>
                    <a:pt x="52228" y="186303"/>
                  </a:lnTo>
                  <a:lnTo>
                    <a:pt x="52842" y="186533"/>
                  </a:lnTo>
                  <a:lnTo>
                    <a:pt x="53271" y="186693"/>
                  </a:lnTo>
                  <a:lnTo>
                    <a:pt x="53914" y="187207"/>
                  </a:lnTo>
                  <a:lnTo>
                    <a:pt x="54240" y="187583"/>
                  </a:lnTo>
                  <a:lnTo>
                    <a:pt x="54172" y="187900"/>
                  </a:lnTo>
                  <a:lnTo>
                    <a:pt x="54012" y="188162"/>
                  </a:lnTo>
                  <a:lnTo>
                    <a:pt x="53714" y="188751"/>
                  </a:lnTo>
                  <a:lnTo>
                    <a:pt x="53623" y="188948"/>
                  </a:lnTo>
                  <a:lnTo>
                    <a:pt x="53431" y="189372"/>
                  </a:lnTo>
                  <a:lnTo>
                    <a:pt x="53353" y="189574"/>
                  </a:lnTo>
                  <a:lnTo>
                    <a:pt x="53269" y="189736"/>
                  </a:lnTo>
                  <a:lnTo>
                    <a:pt x="53112" y="189916"/>
                  </a:lnTo>
                  <a:lnTo>
                    <a:pt x="52906" y="190207"/>
                  </a:lnTo>
                  <a:lnTo>
                    <a:pt x="52653" y="190434"/>
                  </a:lnTo>
                  <a:lnTo>
                    <a:pt x="52198" y="190833"/>
                  </a:lnTo>
                  <a:lnTo>
                    <a:pt x="52038" y="190992"/>
                  </a:lnTo>
                  <a:lnTo>
                    <a:pt x="51698" y="191316"/>
                  </a:lnTo>
                  <a:lnTo>
                    <a:pt x="51262" y="191780"/>
                  </a:lnTo>
                  <a:lnTo>
                    <a:pt x="50847" y="192265"/>
                  </a:lnTo>
                  <a:lnTo>
                    <a:pt x="50686" y="192427"/>
                  </a:lnTo>
                  <a:lnTo>
                    <a:pt x="50371" y="192743"/>
                  </a:lnTo>
                  <a:lnTo>
                    <a:pt x="50219" y="192896"/>
                  </a:lnTo>
                  <a:lnTo>
                    <a:pt x="49940" y="193210"/>
                  </a:lnTo>
                  <a:lnTo>
                    <a:pt x="49560" y="193576"/>
                  </a:lnTo>
                  <a:lnTo>
                    <a:pt x="49103" y="194019"/>
                  </a:lnTo>
                  <a:lnTo>
                    <a:pt x="48735" y="194382"/>
                  </a:lnTo>
                  <a:lnTo>
                    <a:pt x="48360" y="194750"/>
                  </a:lnTo>
                  <a:lnTo>
                    <a:pt x="48093" y="195229"/>
                  </a:lnTo>
                  <a:lnTo>
                    <a:pt x="47821" y="195714"/>
                  </a:lnTo>
                  <a:lnTo>
                    <a:pt x="47661" y="196037"/>
                  </a:lnTo>
                  <a:lnTo>
                    <a:pt x="47612" y="196192"/>
                  </a:lnTo>
                  <a:lnTo>
                    <a:pt x="47978" y="196586"/>
                  </a:lnTo>
                  <a:lnTo>
                    <a:pt x="48412" y="196980"/>
                  </a:lnTo>
                  <a:lnTo>
                    <a:pt x="48782" y="197315"/>
                  </a:lnTo>
                  <a:lnTo>
                    <a:pt x="49169" y="197669"/>
                  </a:lnTo>
                  <a:lnTo>
                    <a:pt x="49350" y="197829"/>
                  </a:lnTo>
                  <a:lnTo>
                    <a:pt x="49758" y="198199"/>
                  </a:lnTo>
                  <a:lnTo>
                    <a:pt x="50369" y="198752"/>
                  </a:lnTo>
                  <a:lnTo>
                    <a:pt x="50749" y="199109"/>
                  </a:lnTo>
                  <a:lnTo>
                    <a:pt x="51162" y="199495"/>
                  </a:lnTo>
                  <a:lnTo>
                    <a:pt x="51382" y="199704"/>
                  </a:lnTo>
                  <a:lnTo>
                    <a:pt x="51659" y="199969"/>
                  </a:lnTo>
                  <a:lnTo>
                    <a:pt x="51950" y="200264"/>
                  </a:lnTo>
                  <a:lnTo>
                    <a:pt x="52074" y="200400"/>
                  </a:lnTo>
                  <a:lnTo>
                    <a:pt x="52343" y="200682"/>
                  </a:lnTo>
                  <a:lnTo>
                    <a:pt x="52704" y="201047"/>
                  </a:lnTo>
                  <a:lnTo>
                    <a:pt x="53101" y="201472"/>
                  </a:lnTo>
                  <a:lnTo>
                    <a:pt x="53314" y="201699"/>
                  </a:lnTo>
                  <a:lnTo>
                    <a:pt x="53445" y="201838"/>
                  </a:lnTo>
                  <a:lnTo>
                    <a:pt x="53572" y="201974"/>
                  </a:lnTo>
                  <a:lnTo>
                    <a:pt x="54076" y="202478"/>
                  </a:lnTo>
                  <a:lnTo>
                    <a:pt x="54202" y="202614"/>
                  </a:lnTo>
                  <a:lnTo>
                    <a:pt x="54320" y="202761"/>
                  </a:lnTo>
                  <a:lnTo>
                    <a:pt x="54317" y="202900"/>
                  </a:lnTo>
                  <a:lnTo>
                    <a:pt x="54313" y="203265"/>
                  </a:lnTo>
                  <a:lnTo>
                    <a:pt x="54302" y="203403"/>
                  </a:lnTo>
                  <a:lnTo>
                    <a:pt x="54263" y="203884"/>
                  </a:lnTo>
                  <a:lnTo>
                    <a:pt x="54212" y="204362"/>
                  </a:lnTo>
                  <a:lnTo>
                    <a:pt x="54193" y="204573"/>
                  </a:lnTo>
                  <a:lnTo>
                    <a:pt x="54165" y="204883"/>
                  </a:lnTo>
                  <a:lnTo>
                    <a:pt x="54163" y="205066"/>
                  </a:lnTo>
                  <a:lnTo>
                    <a:pt x="54160" y="205345"/>
                  </a:lnTo>
                  <a:lnTo>
                    <a:pt x="54179" y="205582"/>
                  </a:lnTo>
                  <a:lnTo>
                    <a:pt x="54399" y="206163"/>
                  </a:lnTo>
                  <a:lnTo>
                    <a:pt x="54587" y="206780"/>
                  </a:lnTo>
                  <a:lnTo>
                    <a:pt x="54696" y="207177"/>
                  </a:lnTo>
                  <a:lnTo>
                    <a:pt x="54777" y="207469"/>
                  </a:lnTo>
                  <a:lnTo>
                    <a:pt x="54889" y="207865"/>
                  </a:lnTo>
                  <a:lnTo>
                    <a:pt x="54932" y="208046"/>
                  </a:lnTo>
                  <a:lnTo>
                    <a:pt x="55051" y="208313"/>
                  </a:lnTo>
                  <a:lnTo>
                    <a:pt x="55140" y="208653"/>
                  </a:lnTo>
                  <a:lnTo>
                    <a:pt x="55274" y="209156"/>
                  </a:lnTo>
                  <a:lnTo>
                    <a:pt x="55507" y="210040"/>
                  </a:lnTo>
                  <a:lnTo>
                    <a:pt x="55763" y="210392"/>
                  </a:lnTo>
                  <a:lnTo>
                    <a:pt x="55746" y="210526"/>
                  </a:lnTo>
                  <a:lnTo>
                    <a:pt x="55702" y="210873"/>
                  </a:lnTo>
                  <a:lnTo>
                    <a:pt x="55680" y="215506"/>
                  </a:lnTo>
                  <a:lnTo>
                    <a:pt x="56057" y="215297"/>
                  </a:lnTo>
                  <a:lnTo>
                    <a:pt x="56628" y="214979"/>
                  </a:lnTo>
                  <a:lnTo>
                    <a:pt x="57004" y="214770"/>
                  </a:lnTo>
                  <a:lnTo>
                    <a:pt x="57467" y="214747"/>
                  </a:lnTo>
                  <a:lnTo>
                    <a:pt x="58063" y="214717"/>
                  </a:lnTo>
                  <a:lnTo>
                    <a:pt x="58512" y="214695"/>
                  </a:lnTo>
                  <a:lnTo>
                    <a:pt x="58944" y="214673"/>
                  </a:lnTo>
                  <a:lnTo>
                    <a:pt x="59179" y="214661"/>
                  </a:lnTo>
                  <a:lnTo>
                    <a:pt x="59428" y="214649"/>
                  </a:lnTo>
                  <a:lnTo>
                    <a:pt x="59725" y="214704"/>
                  </a:lnTo>
                  <a:lnTo>
                    <a:pt x="59955" y="214748"/>
                  </a:lnTo>
                  <a:lnTo>
                    <a:pt x="60169" y="214788"/>
                  </a:lnTo>
                  <a:lnTo>
                    <a:pt x="60667" y="214881"/>
                  </a:lnTo>
                  <a:lnTo>
                    <a:pt x="61052" y="214954"/>
                  </a:lnTo>
                  <a:lnTo>
                    <a:pt x="61463" y="215031"/>
                  </a:lnTo>
                  <a:lnTo>
                    <a:pt x="61877" y="215109"/>
                  </a:lnTo>
                  <a:lnTo>
                    <a:pt x="62169" y="215164"/>
                  </a:lnTo>
                  <a:lnTo>
                    <a:pt x="62422" y="215210"/>
                  </a:lnTo>
                  <a:lnTo>
                    <a:pt x="62694" y="215260"/>
                  </a:lnTo>
                  <a:lnTo>
                    <a:pt x="63100" y="215336"/>
                  </a:lnTo>
                  <a:lnTo>
                    <a:pt x="63494" y="215456"/>
                  </a:lnTo>
                  <a:lnTo>
                    <a:pt x="63621" y="215538"/>
                  </a:lnTo>
                  <a:lnTo>
                    <a:pt x="63984" y="215773"/>
                  </a:lnTo>
                  <a:lnTo>
                    <a:pt x="64211" y="215920"/>
                  </a:lnTo>
                  <a:lnTo>
                    <a:pt x="64661" y="216211"/>
                  </a:lnTo>
                  <a:lnTo>
                    <a:pt x="64947" y="216396"/>
                  </a:lnTo>
                  <a:lnTo>
                    <a:pt x="65161" y="216535"/>
                  </a:lnTo>
                  <a:lnTo>
                    <a:pt x="65364" y="216666"/>
                  </a:lnTo>
                  <a:lnTo>
                    <a:pt x="65642" y="216846"/>
                  </a:lnTo>
                  <a:lnTo>
                    <a:pt x="66257" y="217244"/>
                  </a:lnTo>
                  <a:lnTo>
                    <a:pt x="66325" y="217729"/>
                  </a:lnTo>
                  <a:lnTo>
                    <a:pt x="66408" y="218295"/>
                  </a:lnTo>
                  <a:lnTo>
                    <a:pt x="66558" y="219366"/>
                  </a:lnTo>
                  <a:lnTo>
                    <a:pt x="66640" y="219956"/>
                  </a:lnTo>
                  <a:lnTo>
                    <a:pt x="66770" y="220900"/>
                  </a:lnTo>
                  <a:lnTo>
                    <a:pt x="66807" y="221190"/>
                  </a:lnTo>
                  <a:lnTo>
                    <a:pt x="66828" y="221362"/>
                  </a:lnTo>
                  <a:lnTo>
                    <a:pt x="66854" y="221546"/>
                  </a:lnTo>
                  <a:lnTo>
                    <a:pt x="67004" y="222608"/>
                  </a:lnTo>
                  <a:lnTo>
                    <a:pt x="67091" y="223067"/>
                  </a:lnTo>
                  <a:lnTo>
                    <a:pt x="67198" y="223634"/>
                  </a:lnTo>
                  <a:lnTo>
                    <a:pt x="67757" y="226621"/>
                  </a:lnTo>
                  <a:lnTo>
                    <a:pt x="67796" y="226852"/>
                  </a:lnTo>
                  <a:lnTo>
                    <a:pt x="67836" y="227076"/>
                  </a:lnTo>
                  <a:lnTo>
                    <a:pt x="67773" y="228555"/>
                  </a:lnTo>
                  <a:lnTo>
                    <a:pt x="67813" y="229128"/>
                  </a:lnTo>
                  <a:lnTo>
                    <a:pt x="67831" y="229389"/>
                  </a:lnTo>
                  <a:lnTo>
                    <a:pt x="67936" y="230856"/>
                  </a:lnTo>
                  <a:lnTo>
                    <a:pt x="68000" y="231769"/>
                  </a:lnTo>
                  <a:lnTo>
                    <a:pt x="68031" y="232192"/>
                  </a:lnTo>
                  <a:lnTo>
                    <a:pt x="68090" y="233006"/>
                  </a:lnTo>
                  <a:lnTo>
                    <a:pt x="68156" y="233952"/>
                  </a:lnTo>
                  <a:lnTo>
                    <a:pt x="68216" y="234802"/>
                  </a:lnTo>
                  <a:lnTo>
                    <a:pt x="68793" y="235739"/>
                  </a:lnTo>
                  <a:lnTo>
                    <a:pt x="69280" y="236548"/>
                  </a:lnTo>
                  <a:lnTo>
                    <a:pt x="69453" y="236835"/>
                  </a:lnTo>
                  <a:lnTo>
                    <a:pt x="69632" y="237323"/>
                  </a:lnTo>
                  <a:lnTo>
                    <a:pt x="69729" y="237492"/>
                  </a:lnTo>
                  <a:lnTo>
                    <a:pt x="70192" y="237572"/>
                  </a:lnTo>
                  <a:lnTo>
                    <a:pt x="70405" y="237527"/>
                  </a:lnTo>
                  <a:lnTo>
                    <a:pt x="70684" y="237614"/>
                  </a:lnTo>
                  <a:lnTo>
                    <a:pt x="70777" y="237755"/>
                  </a:lnTo>
                  <a:lnTo>
                    <a:pt x="70714" y="238327"/>
                  </a:lnTo>
                  <a:lnTo>
                    <a:pt x="70728" y="238611"/>
                  </a:lnTo>
                  <a:lnTo>
                    <a:pt x="70753" y="239080"/>
                  </a:lnTo>
                  <a:lnTo>
                    <a:pt x="70790" y="239793"/>
                  </a:lnTo>
                  <a:lnTo>
                    <a:pt x="70854" y="240553"/>
                  </a:lnTo>
                  <a:lnTo>
                    <a:pt x="70909" y="241175"/>
                  </a:lnTo>
                  <a:lnTo>
                    <a:pt x="70953" y="241673"/>
                  </a:lnTo>
                  <a:lnTo>
                    <a:pt x="70975" y="241920"/>
                  </a:lnTo>
                  <a:lnTo>
                    <a:pt x="71152" y="242305"/>
                  </a:lnTo>
                  <a:lnTo>
                    <a:pt x="71321" y="242674"/>
                  </a:lnTo>
                  <a:lnTo>
                    <a:pt x="71616" y="243180"/>
                  </a:lnTo>
                  <a:lnTo>
                    <a:pt x="71662" y="243707"/>
                  </a:lnTo>
                  <a:lnTo>
                    <a:pt x="72131" y="244042"/>
                  </a:lnTo>
                  <a:lnTo>
                    <a:pt x="72518" y="244472"/>
                  </a:lnTo>
                  <a:lnTo>
                    <a:pt x="72900" y="244642"/>
                  </a:lnTo>
                  <a:lnTo>
                    <a:pt x="73097" y="244785"/>
                  </a:lnTo>
                  <a:lnTo>
                    <a:pt x="73630" y="245155"/>
                  </a:lnTo>
                  <a:lnTo>
                    <a:pt x="73918" y="245421"/>
                  </a:lnTo>
                  <a:lnTo>
                    <a:pt x="74120" y="245633"/>
                  </a:lnTo>
                  <a:lnTo>
                    <a:pt x="74461" y="246056"/>
                  </a:lnTo>
                  <a:lnTo>
                    <a:pt x="74426" y="246205"/>
                  </a:lnTo>
                  <a:lnTo>
                    <a:pt x="73908" y="247093"/>
                  </a:lnTo>
                  <a:lnTo>
                    <a:pt x="73501" y="247739"/>
                  </a:lnTo>
                  <a:lnTo>
                    <a:pt x="71926" y="247447"/>
                  </a:lnTo>
                  <a:lnTo>
                    <a:pt x="71205" y="247786"/>
                  </a:lnTo>
                  <a:lnTo>
                    <a:pt x="70481" y="248614"/>
                  </a:lnTo>
                  <a:lnTo>
                    <a:pt x="69941" y="248978"/>
                  </a:lnTo>
                  <a:lnTo>
                    <a:pt x="69817" y="249214"/>
                  </a:lnTo>
                  <a:lnTo>
                    <a:pt x="69652" y="249526"/>
                  </a:lnTo>
                  <a:lnTo>
                    <a:pt x="69545" y="250141"/>
                  </a:lnTo>
                  <a:lnTo>
                    <a:pt x="69253" y="250682"/>
                  </a:lnTo>
                  <a:lnTo>
                    <a:pt x="69551" y="252395"/>
                  </a:lnTo>
                  <a:lnTo>
                    <a:pt x="69294" y="252628"/>
                  </a:lnTo>
                  <a:lnTo>
                    <a:pt x="69223" y="252772"/>
                  </a:lnTo>
                  <a:lnTo>
                    <a:pt x="68984" y="253211"/>
                  </a:lnTo>
                  <a:lnTo>
                    <a:pt x="69036" y="253778"/>
                  </a:lnTo>
                  <a:lnTo>
                    <a:pt x="68828" y="254285"/>
                  </a:lnTo>
                  <a:lnTo>
                    <a:pt x="68571" y="254905"/>
                  </a:lnTo>
                  <a:lnTo>
                    <a:pt x="68481" y="255123"/>
                  </a:lnTo>
                  <a:lnTo>
                    <a:pt x="67728" y="256268"/>
                  </a:lnTo>
                  <a:lnTo>
                    <a:pt x="67638" y="256589"/>
                  </a:lnTo>
                  <a:lnTo>
                    <a:pt x="67397" y="257439"/>
                  </a:lnTo>
                  <a:lnTo>
                    <a:pt x="67347" y="257615"/>
                  </a:lnTo>
                  <a:lnTo>
                    <a:pt x="67126" y="258397"/>
                  </a:lnTo>
                  <a:lnTo>
                    <a:pt x="66842" y="258632"/>
                  </a:lnTo>
                  <a:lnTo>
                    <a:pt x="66756" y="258809"/>
                  </a:lnTo>
                  <a:lnTo>
                    <a:pt x="66109" y="259215"/>
                  </a:lnTo>
                  <a:lnTo>
                    <a:pt x="66118" y="259548"/>
                  </a:lnTo>
                  <a:lnTo>
                    <a:pt x="66125" y="259932"/>
                  </a:lnTo>
                  <a:lnTo>
                    <a:pt x="66156" y="260225"/>
                  </a:lnTo>
                  <a:lnTo>
                    <a:pt x="66187" y="260400"/>
                  </a:lnTo>
                  <a:lnTo>
                    <a:pt x="66261" y="260824"/>
                  </a:lnTo>
                  <a:lnTo>
                    <a:pt x="66452" y="261907"/>
                  </a:lnTo>
                  <a:lnTo>
                    <a:pt x="66903" y="263764"/>
                  </a:lnTo>
                  <a:lnTo>
                    <a:pt x="67073" y="264465"/>
                  </a:lnTo>
                  <a:lnTo>
                    <a:pt x="67128" y="264998"/>
                  </a:lnTo>
                  <a:lnTo>
                    <a:pt x="67181" y="265477"/>
                  </a:lnTo>
                  <a:lnTo>
                    <a:pt x="67760" y="265896"/>
                  </a:lnTo>
                  <a:lnTo>
                    <a:pt x="68265" y="266262"/>
                  </a:lnTo>
                  <a:lnTo>
                    <a:pt x="68921" y="266743"/>
                  </a:lnTo>
                  <a:lnTo>
                    <a:pt x="69425" y="267209"/>
                  </a:lnTo>
                  <a:lnTo>
                    <a:pt x="69737" y="267498"/>
                  </a:lnTo>
                  <a:lnTo>
                    <a:pt x="70525" y="268213"/>
                  </a:lnTo>
                  <a:lnTo>
                    <a:pt x="70730" y="268548"/>
                  </a:lnTo>
                  <a:lnTo>
                    <a:pt x="71389" y="269626"/>
                  </a:lnTo>
                  <a:lnTo>
                    <a:pt x="71684" y="270108"/>
                  </a:lnTo>
                  <a:lnTo>
                    <a:pt x="72324" y="271258"/>
                  </a:lnTo>
                  <a:lnTo>
                    <a:pt x="74849" y="273365"/>
                  </a:lnTo>
                  <a:lnTo>
                    <a:pt x="75082" y="274229"/>
                  </a:lnTo>
                  <a:lnTo>
                    <a:pt x="75169" y="274564"/>
                  </a:lnTo>
                  <a:lnTo>
                    <a:pt x="75222" y="274773"/>
                  </a:lnTo>
                  <a:lnTo>
                    <a:pt x="75394" y="275443"/>
                  </a:lnTo>
                  <a:lnTo>
                    <a:pt x="75435" y="275601"/>
                  </a:lnTo>
                  <a:lnTo>
                    <a:pt x="75656" y="276461"/>
                  </a:lnTo>
                  <a:lnTo>
                    <a:pt x="75717" y="276698"/>
                  </a:lnTo>
                  <a:lnTo>
                    <a:pt x="75798" y="276909"/>
                  </a:lnTo>
                  <a:lnTo>
                    <a:pt x="76416" y="278515"/>
                  </a:lnTo>
                  <a:lnTo>
                    <a:pt x="76717" y="279488"/>
                  </a:lnTo>
                  <a:lnTo>
                    <a:pt x="76792" y="279730"/>
                  </a:lnTo>
                  <a:lnTo>
                    <a:pt x="76892" y="280049"/>
                  </a:lnTo>
                  <a:lnTo>
                    <a:pt x="77196" y="281068"/>
                  </a:lnTo>
                  <a:lnTo>
                    <a:pt x="78032" y="282201"/>
                  </a:lnTo>
                  <a:lnTo>
                    <a:pt x="79413" y="284372"/>
                  </a:lnTo>
                  <a:lnTo>
                    <a:pt x="80503" y="286512"/>
                  </a:lnTo>
                  <a:lnTo>
                    <a:pt x="81620" y="289082"/>
                  </a:lnTo>
                  <a:lnTo>
                    <a:pt x="81446" y="289801"/>
                  </a:lnTo>
                  <a:lnTo>
                    <a:pt x="81465" y="290111"/>
                  </a:lnTo>
                  <a:lnTo>
                    <a:pt x="81521" y="290246"/>
                  </a:lnTo>
                  <a:lnTo>
                    <a:pt x="82253" y="292003"/>
                  </a:lnTo>
                  <a:lnTo>
                    <a:pt x="82460" y="292500"/>
                  </a:lnTo>
                  <a:lnTo>
                    <a:pt x="82527" y="292668"/>
                  </a:lnTo>
                  <a:lnTo>
                    <a:pt x="82242" y="294724"/>
                  </a:lnTo>
                  <a:lnTo>
                    <a:pt x="83026" y="295688"/>
                  </a:lnTo>
                  <a:lnTo>
                    <a:pt x="83357" y="296092"/>
                  </a:lnTo>
                  <a:lnTo>
                    <a:pt x="85303" y="298534"/>
                  </a:lnTo>
                  <a:lnTo>
                    <a:pt x="85764" y="301193"/>
                  </a:lnTo>
                  <a:lnTo>
                    <a:pt x="85997" y="302018"/>
                  </a:lnTo>
                  <a:lnTo>
                    <a:pt x="86014" y="302991"/>
                  </a:lnTo>
                  <a:lnTo>
                    <a:pt x="86666" y="303333"/>
                  </a:lnTo>
                  <a:lnTo>
                    <a:pt x="86867" y="303440"/>
                  </a:lnTo>
                  <a:lnTo>
                    <a:pt x="87148" y="303579"/>
                  </a:lnTo>
                  <a:lnTo>
                    <a:pt x="87655" y="303843"/>
                  </a:lnTo>
                  <a:lnTo>
                    <a:pt x="87839" y="303862"/>
                  </a:lnTo>
                  <a:lnTo>
                    <a:pt x="88348" y="303911"/>
                  </a:lnTo>
                  <a:lnTo>
                    <a:pt x="89031" y="303983"/>
                  </a:lnTo>
                  <a:lnTo>
                    <a:pt x="89549" y="304213"/>
                  </a:lnTo>
                  <a:lnTo>
                    <a:pt x="89844" y="304340"/>
                  </a:lnTo>
                  <a:lnTo>
                    <a:pt x="89665" y="304868"/>
                  </a:lnTo>
                  <a:lnTo>
                    <a:pt x="89562" y="305161"/>
                  </a:lnTo>
                  <a:lnTo>
                    <a:pt x="89299" y="305941"/>
                  </a:lnTo>
                  <a:lnTo>
                    <a:pt x="89186" y="306272"/>
                  </a:lnTo>
                  <a:lnTo>
                    <a:pt x="89210" y="306493"/>
                  </a:lnTo>
                  <a:lnTo>
                    <a:pt x="89295" y="307221"/>
                  </a:lnTo>
                  <a:lnTo>
                    <a:pt x="89332" y="307525"/>
                  </a:lnTo>
                  <a:lnTo>
                    <a:pt x="89374" y="307793"/>
                  </a:lnTo>
                  <a:lnTo>
                    <a:pt x="89393" y="308019"/>
                  </a:lnTo>
                  <a:lnTo>
                    <a:pt x="89438" y="308400"/>
                  </a:lnTo>
                  <a:lnTo>
                    <a:pt x="89530" y="309173"/>
                  </a:lnTo>
                  <a:lnTo>
                    <a:pt x="90180" y="310076"/>
                  </a:lnTo>
                  <a:lnTo>
                    <a:pt x="90531" y="310571"/>
                  </a:lnTo>
                  <a:lnTo>
                    <a:pt x="91472" y="311879"/>
                  </a:lnTo>
                  <a:lnTo>
                    <a:pt x="91608" y="312068"/>
                  </a:lnTo>
                  <a:lnTo>
                    <a:pt x="92120" y="312780"/>
                  </a:lnTo>
                  <a:lnTo>
                    <a:pt x="92164" y="313079"/>
                  </a:lnTo>
                  <a:lnTo>
                    <a:pt x="92212" y="313406"/>
                  </a:lnTo>
                  <a:lnTo>
                    <a:pt x="92247" y="313744"/>
                  </a:lnTo>
                  <a:lnTo>
                    <a:pt x="92255" y="313967"/>
                  </a:lnTo>
                  <a:lnTo>
                    <a:pt x="92250" y="314173"/>
                  </a:lnTo>
                  <a:lnTo>
                    <a:pt x="92339" y="314401"/>
                  </a:lnTo>
                  <a:lnTo>
                    <a:pt x="92502" y="314626"/>
                  </a:lnTo>
                  <a:lnTo>
                    <a:pt x="92805" y="314826"/>
                  </a:lnTo>
                  <a:lnTo>
                    <a:pt x="93430" y="315242"/>
                  </a:lnTo>
                  <a:lnTo>
                    <a:pt x="93815" y="315559"/>
                  </a:lnTo>
                  <a:lnTo>
                    <a:pt x="94187" y="315896"/>
                  </a:lnTo>
                  <a:lnTo>
                    <a:pt x="94459" y="316144"/>
                  </a:lnTo>
                  <a:lnTo>
                    <a:pt x="94659" y="316372"/>
                  </a:lnTo>
                  <a:lnTo>
                    <a:pt x="95088" y="316273"/>
                  </a:lnTo>
                  <a:lnTo>
                    <a:pt x="95358" y="316202"/>
                  </a:lnTo>
                  <a:lnTo>
                    <a:pt x="95675" y="316121"/>
                  </a:lnTo>
                  <a:lnTo>
                    <a:pt x="96223" y="316022"/>
                  </a:lnTo>
                  <a:lnTo>
                    <a:pt x="96507" y="316011"/>
                  </a:lnTo>
                  <a:lnTo>
                    <a:pt x="97346" y="315954"/>
                  </a:lnTo>
                  <a:lnTo>
                    <a:pt x="97982" y="315916"/>
                  </a:lnTo>
                  <a:lnTo>
                    <a:pt x="98267" y="316160"/>
                  </a:lnTo>
                  <a:lnTo>
                    <a:pt x="98616" y="316490"/>
                  </a:lnTo>
                  <a:lnTo>
                    <a:pt x="99075" y="316860"/>
                  </a:lnTo>
                  <a:lnTo>
                    <a:pt x="99571" y="317368"/>
                  </a:lnTo>
                  <a:lnTo>
                    <a:pt x="99943" y="317702"/>
                  </a:lnTo>
                  <a:lnTo>
                    <a:pt x="100495" y="318216"/>
                  </a:lnTo>
                  <a:lnTo>
                    <a:pt x="100883" y="318583"/>
                  </a:lnTo>
                  <a:lnTo>
                    <a:pt x="101048" y="318687"/>
                  </a:lnTo>
                  <a:lnTo>
                    <a:pt x="101177" y="318853"/>
                  </a:lnTo>
                  <a:lnTo>
                    <a:pt x="101319" y="319044"/>
                  </a:lnTo>
                  <a:lnTo>
                    <a:pt x="101790" y="319306"/>
                  </a:lnTo>
                  <a:lnTo>
                    <a:pt x="102333" y="319729"/>
                  </a:lnTo>
                  <a:lnTo>
                    <a:pt x="103291" y="320149"/>
                  </a:lnTo>
                  <a:lnTo>
                    <a:pt x="103739" y="320341"/>
                  </a:lnTo>
                  <a:lnTo>
                    <a:pt x="104406" y="320509"/>
                  </a:lnTo>
                  <a:lnTo>
                    <a:pt x="104977" y="320621"/>
                  </a:lnTo>
                  <a:lnTo>
                    <a:pt x="105652" y="320735"/>
                  </a:lnTo>
                  <a:lnTo>
                    <a:pt x="105917" y="320743"/>
                  </a:lnTo>
                  <a:lnTo>
                    <a:pt x="106271" y="320741"/>
                  </a:lnTo>
                  <a:lnTo>
                    <a:pt x="106527" y="320731"/>
                  </a:lnTo>
                  <a:lnTo>
                    <a:pt x="106766" y="320721"/>
                  </a:lnTo>
                  <a:lnTo>
                    <a:pt x="107599" y="320905"/>
                  </a:lnTo>
                  <a:lnTo>
                    <a:pt x="108623" y="321256"/>
                  </a:lnTo>
                  <a:lnTo>
                    <a:pt x="109101" y="320721"/>
                  </a:lnTo>
                  <a:lnTo>
                    <a:pt x="109454" y="320494"/>
                  </a:lnTo>
                  <a:lnTo>
                    <a:pt x="109850" y="320384"/>
                  </a:lnTo>
                  <a:lnTo>
                    <a:pt x="111026" y="320266"/>
                  </a:lnTo>
                  <a:lnTo>
                    <a:pt x="111187" y="320267"/>
                  </a:lnTo>
                  <a:lnTo>
                    <a:pt x="111405" y="320282"/>
                  </a:lnTo>
                  <a:lnTo>
                    <a:pt x="111710" y="320319"/>
                  </a:lnTo>
                  <a:lnTo>
                    <a:pt x="112654" y="320064"/>
                  </a:lnTo>
                  <a:lnTo>
                    <a:pt x="114024" y="319195"/>
                  </a:lnTo>
                  <a:lnTo>
                    <a:pt x="114219" y="319060"/>
                  </a:lnTo>
                  <a:lnTo>
                    <a:pt x="114696" y="318767"/>
                  </a:lnTo>
                  <a:lnTo>
                    <a:pt x="114831" y="318704"/>
                  </a:lnTo>
                  <a:lnTo>
                    <a:pt x="114987" y="318633"/>
                  </a:lnTo>
                  <a:lnTo>
                    <a:pt x="114829" y="317914"/>
                  </a:lnTo>
                  <a:lnTo>
                    <a:pt x="114310" y="317864"/>
                  </a:lnTo>
                  <a:lnTo>
                    <a:pt x="114048" y="317792"/>
                  </a:lnTo>
                  <a:lnTo>
                    <a:pt x="113020" y="317407"/>
                  </a:lnTo>
                  <a:lnTo>
                    <a:pt x="111568" y="317011"/>
                  </a:lnTo>
                  <a:lnTo>
                    <a:pt x="111376" y="317225"/>
                  </a:lnTo>
                  <a:lnTo>
                    <a:pt x="110357" y="317019"/>
                  </a:lnTo>
                  <a:lnTo>
                    <a:pt x="110083" y="317006"/>
                  </a:lnTo>
                  <a:lnTo>
                    <a:pt x="109359" y="317001"/>
                  </a:lnTo>
                  <a:lnTo>
                    <a:pt x="109063" y="317034"/>
                  </a:lnTo>
                  <a:lnTo>
                    <a:pt x="108704" y="316934"/>
                  </a:lnTo>
                  <a:lnTo>
                    <a:pt x="107902" y="315521"/>
                  </a:lnTo>
                  <a:lnTo>
                    <a:pt x="107595" y="314959"/>
                  </a:lnTo>
                  <a:lnTo>
                    <a:pt x="108279" y="314747"/>
                  </a:lnTo>
                  <a:lnTo>
                    <a:pt x="108573" y="314682"/>
                  </a:lnTo>
                  <a:lnTo>
                    <a:pt x="108759" y="314680"/>
                  </a:lnTo>
                  <a:lnTo>
                    <a:pt x="108936" y="314668"/>
                  </a:lnTo>
                  <a:lnTo>
                    <a:pt x="109462" y="314569"/>
                  </a:lnTo>
                  <a:lnTo>
                    <a:pt x="109628" y="314516"/>
                  </a:lnTo>
                  <a:lnTo>
                    <a:pt x="110120" y="314370"/>
                  </a:lnTo>
                  <a:lnTo>
                    <a:pt x="110489" y="314175"/>
                  </a:lnTo>
                  <a:lnTo>
                    <a:pt x="110868" y="313978"/>
                  </a:lnTo>
                  <a:lnTo>
                    <a:pt x="111659" y="313555"/>
                  </a:lnTo>
                  <a:lnTo>
                    <a:pt x="111972" y="313416"/>
                  </a:lnTo>
                  <a:lnTo>
                    <a:pt x="112325" y="313199"/>
                  </a:lnTo>
                  <a:lnTo>
                    <a:pt x="112842" y="312882"/>
                  </a:lnTo>
                  <a:lnTo>
                    <a:pt x="113084" y="312802"/>
                  </a:lnTo>
                  <a:lnTo>
                    <a:pt x="113664" y="312612"/>
                  </a:lnTo>
                  <a:lnTo>
                    <a:pt x="113986" y="312506"/>
                  </a:lnTo>
                  <a:lnTo>
                    <a:pt x="114345" y="312275"/>
                  </a:lnTo>
                  <a:lnTo>
                    <a:pt x="114610" y="312314"/>
                  </a:lnTo>
                  <a:lnTo>
                    <a:pt x="115364" y="312423"/>
                  </a:lnTo>
                  <a:lnTo>
                    <a:pt x="115876" y="312626"/>
                  </a:lnTo>
                  <a:lnTo>
                    <a:pt x="117052" y="313220"/>
                  </a:lnTo>
                  <a:lnTo>
                    <a:pt x="117739" y="313459"/>
                  </a:lnTo>
                  <a:lnTo>
                    <a:pt x="118060" y="313570"/>
                  </a:lnTo>
                  <a:lnTo>
                    <a:pt x="118684" y="313681"/>
                  </a:lnTo>
                  <a:lnTo>
                    <a:pt x="119055" y="313684"/>
                  </a:lnTo>
                  <a:lnTo>
                    <a:pt x="119287" y="313620"/>
                  </a:lnTo>
                  <a:lnTo>
                    <a:pt x="119946" y="313617"/>
                  </a:lnTo>
                  <a:lnTo>
                    <a:pt x="120470" y="313612"/>
                  </a:lnTo>
                  <a:lnTo>
                    <a:pt x="120835" y="313933"/>
                  </a:lnTo>
                  <a:lnTo>
                    <a:pt x="121042" y="314114"/>
                  </a:lnTo>
                  <a:lnTo>
                    <a:pt x="121409" y="314435"/>
                  </a:lnTo>
                  <a:lnTo>
                    <a:pt x="121791" y="314749"/>
                  </a:lnTo>
                  <a:lnTo>
                    <a:pt x="122675" y="315290"/>
                  </a:lnTo>
                  <a:lnTo>
                    <a:pt x="123097" y="315566"/>
                  </a:lnTo>
                  <a:lnTo>
                    <a:pt x="123288" y="315681"/>
                  </a:lnTo>
                  <a:lnTo>
                    <a:pt x="124201" y="316141"/>
                  </a:lnTo>
                  <a:lnTo>
                    <a:pt x="124569" y="316326"/>
                  </a:lnTo>
                  <a:lnTo>
                    <a:pt x="124873" y="316479"/>
                  </a:lnTo>
                  <a:lnTo>
                    <a:pt x="125019" y="316552"/>
                  </a:lnTo>
                  <a:lnTo>
                    <a:pt x="125357" y="316719"/>
                  </a:lnTo>
                  <a:lnTo>
                    <a:pt x="125561" y="316822"/>
                  </a:lnTo>
                  <a:lnTo>
                    <a:pt x="125832" y="316959"/>
                  </a:lnTo>
                  <a:lnTo>
                    <a:pt x="126199" y="317139"/>
                  </a:lnTo>
                  <a:lnTo>
                    <a:pt x="126793" y="317500"/>
                  </a:lnTo>
                  <a:lnTo>
                    <a:pt x="127034" y="319239"/>
                  </a:lnTo>
                  <a:lnTo>
                    <a:pt x="128050" y="320250"/>
                  </a:lnTo>
                  <a:lnTo>
                    <a:pt x="128242" y="320442"/>
                  </a:lnTo>
                  <a:lnTo>
                    <a:pt x="128344" y="320635"/>
                  </a:lnTo>
                  <a:lnTo>
                    <a:pt x="128423" y="320788"/>
                  </a:lnTo>
                  <a:lnTo>
                    <a:pt x="130025" y="321923"/>
                  </a:lnTo>
                  <a:lnTo>
                    <a:pt x="130804" y="322515"/>
                  </a:lnTo>
                  <a:lnTo>
                    <a:pt x="131060" y="322710"/>
                  </a:lnTo>
                  <a:lnTo>
                    <a:pt x="131244" y="322859"/>
                  </a:lnTo>
                  <a:lnTo>
                    <a:pt x="132102" y="323588"/>
                  </a:lnTo>
                  <a:lnTo>
                    <a:pt x="132513" y="323931"/>
                  </a:lnTo>
                  <a:lnTo>
                    <a:pt x="132750" y="324278"/>
                  </a:lnTo>
                  <a:lnTo>
                    <a:pt x="132998" y="324705"/>
                  </a:lnTo>
                  <a:lnTo>
                    <a:pt x="133637" y="325592"/>
                  </a:lnTo>
                  <a:lnTo>
                    <a:pt x="133776" y="325723"/>
                  </a:lnTo>
                  <a:lnTo>
                    <a:pt x="134261" y="326056"/>
                  </a:lnTo>
                  <a:lnTo>
                    <a:pt x="134541" y="326290"/>
                  </a:lnTo>
                  <a:lnTo>
                    <a:pt x="135004" y="326701"/>
                  </a:lnTo>
                  <a:lnTo>
                    <a:pt x="135472" y="327139"/>
                  </a:lnTo>
                  <a:lnTo>
                    <a:pt x="135743" y="327716"/>
                  </a:lnTo>
                  <a:lnTo>
                    <a:pt x="136172" y="328478"/>
                  </a:lnTo>
                  <a:lnTo>
                    <a:pt x="136582" y="329079"/>
                  </a:lnTo>
                  <a:lnTo>
                    <a:pt x="136640" y="329216"/>
                  </a:lnTo>
                  <a:lnTo>
                    <a:pt x="136762" y="329386"/>
                  </a:lnTo>
                  <a:lnTo>
                    <a:pt x="136908" y="329728"/>
                  </a:lnTo>
                  <a:lnTo>
                    <a:pt x="137044" y="329942"/>
                  </a:lnTo>
                  <a:lnTo>
                    <a:pt x="137127" y="330186"/>
                  </a:lnTo>
                  <a:lnTo>
                    <a:pt x="137094" y="330434"/>
                  </a:lnTo>
                  <a:lnTo>
                    <a:pt x="137115" y="330773"/>
                  </a:lnTo>
                  <a:lnTo>
                    <a:pt x="137170" y="331114"/>
                  </a:lnTo>
                  <a:lnTo>
                    <a:pt x="137239" y="331492"/>
                  </a:lnTo>
                  <a:lnTo>
                    <a:pt x="137180" y="331839"/>
                  </a:lnTo>
                  <a:lnTo>
                    <a:pt x="137359" y="331906"/>
                  </a:lnTo>
                  <a:lnTo>
                    <a:pt x="138624" y="332490"/>
                  </a:lnTo>
                  <a:lnTo>
                    <a:pt x="139329" y="332822"/>
                  </a:lnTo>
                  <a:lnTo>
                    <a:pt x="139781" y="332909"/>
                  </a:lnTo>
                  <a:lnTo>
                    <a:pt x="140177" y="332928"/>
                  </a:lnTo>
                  <a:lnTo>
                    <a:pt x="140687" y="332953"/>
                  </a:lnTo>
                  <a:lnTo>
                    <a:pt x="141096" y="332961"/>
                  </a:lnTo>
                  <a:lnTo>
                    <a:pt x="141257" y="332971"/>
                  </a:lnTo>
                  <a:lnTo>
                    <a:pt x="141726" y="333142"/>
                  </a:lnTo>
                  <a:lnTo>
                    <a:pt x="142624" y="333498"/>
                  </a:lnTo>
                  <a:lnTo>
                    <a:pt x="143394" y="333799"/>
                  </a:lnTo>
                  <a:lnTo>
                    <a:pt x="143817" y="333933"/>
                  </a:lnTo>
                  <a:lnTo>
                    <a:pt x="144244" y="334067"/>
                  </a:lnTo>
                  <a:lnTo>
                    <a:pt x="144707" y="334245"/>
                  </a:lnTo>
                  <a:lnTo>
                    <a:pt x="144884" y="334260"/>
                  </a:lnTo>
                  <a:lnTo>
                    <a:pt x="145803" y="334340"/>
                  </a:lnTo>
                  <a:lnTo>
                    <a:pt x="146055" y="334363"/>
                  </a:lnTo>
                  <a:lnTo>
                    <a:pt x="146600" y="334390"/>
                  </a:lnTo>
                  <a:lnTo>
                    <a:pt x="146874" y="334415"/>
                  </a:lnTo>
                  <a:lnTo>
                    <a:pt x="147124" y="334506"/>
                  </a:lnTo>
                  <a:lnTo>
                    <a:pt x="147375" y="334585"/>
                  </a:lnTo>
                  <a:lnTo>
                    <a:pt x="147660" y="334760"/>
                  </a:lnTo>
                  <a:lnTo>
                    <a:pt x="147812" y="334778"/>
                  </a:lnTo>
                  <a:lnTo>
                    <a:pt x="147941" y="334860"/>
                  </a:lnTo>
                  <a:lnTo>
                    <a:pt x="148293" y="335051"/>
                  </a:lnTo>
                  <a:lnTo>
                    <a:pt x="148961" y="335413"/>
                  </a:lnTo>
                  <a:lnTo>
                    <a:pt x="149684" y="335957"/>
                  </a:lnTo>
                  <a:lnTo>
                    <a:pt x="149819" y="336072"/>
                  </a:lnTo>
                  <a:lnTo>
                    <a:pt x="149996" y="336200"/>
                  </a:lnTo>
                  <a:lnTo>
                    <a:pt x="150378" y="336451"/>
                  </a:lnTo>
                  <a:lnTo>
                    <a:pt x="150611" y="336508"/>
                  </a:lnTo>
                  <a:lnTo>
                    <a:pt x="151077" y="336737"/>
                  </a:lnTo>
                  <a:lnTo>
                    <a:pt x="151408" y="336857"/>
                  </a:lnTo>
                  <a:lnTo>
                    <a:pt x="151603" y="337029"/>
                  </a:lnTo>
                  <a:lnTo>
                    <a:pt x="151952" y="337560"/>
                  </a:lnTo>
                  <a:lnTo>
                    <a:pt x="152121" y="337622"/>
                  </a:lnTo>
                  <a:lnTo>
                    <a:pt x="152301" y="337748"/>
                  </a:lnTo>
                  <a:lnTo>
                    <a:pt x="152530" y="337906"/>
                  </a:lnTo>
                  <a:lnTo>
                    <a:pt x="153023" y="338075"/>
                  </a:lnTo>
                  <a:lnTo>
                    <a:pt x="153031" y="338215"/>
                  </a:lnTo>
                  <a:lnTo>
                    <a:pt x="153044" y="338369"/>
                  </a:lnTo>
                  <a:lnTo>
                    <a:pt x="153274" y="338796"/>
                  </a:lnTo>
                  <a:lnTo>
                    <a:pt x="153429" y="338896"/>
                  </a:lnTo>
                  <a:lnTo>
                    <a:pt x="153664" y="339006"/>
                  </a:lnTo>
                  <a:lnTo>
                    <a:pt x="154191" y="339367"/>
                  </a:lnTo>
                  <a:lnTo>
                    <a:pt x="154355" y="339487"/>
                  </a:lnTo>
                  <a:lnTo>
                    <a:pt x="154756" y="339587"/>
                  </a:lnTo>
                  <a:lnTo>
                    <a:pt x="154943" y="339632"/>
                  </a:lnTo>
                  <a:lnTo>
                    <a:pt x="155227" y="339855"/>
                  </a:lnTo>
                  <a:lnTo>
                    <a:pt x="155484" y="340045"/>
                  </a:lnTo>
                  <a:lnTo>
                    <a:pt x="155618" y="340147"/>
                  </a:lnTo>
                  <a:lnTo>
                    <a:pt x="155790" y="340284"/>
                  </a:lnTo>
                  <a:lnTo>
                    <a:pt x="156153" y="340551"/>
                  </a:lnTo>
                  <a:lnTo>
                    <a:pt x="156365" y="340717"/>
                  </a:lnTo>
                  <a:lnTo>
                    <a:pt x="156594" y="340904"/>
                  </a:lnTo>
                  <a:lnTo>
                    <a:pt x="156759" y="341046"/>
                  </a:lnTo>
                  <a:lnTo>
                    <a:pt x="157144" y="341327"/>
                  </a:lnTo>
                  <a:lnTo>
                    <a:pt x="157308" y="341446"/>
                  </a:lnTo>
                  <a:lnTo>
                    <a:pt x="157738" y="341757"/>
                  </a:lnTo>
                  <a:lnTo>
                    <a:pt x="158042" y="341975"/>
                  </a:lnTo>
                  <a:lnTo>
                    <a:pt x="158251" y="342154"/>
                  </a:lnTo>
                  <a:lnTo>
                    <a:pt x="158590" y="342401"/>
                  </a:lnTo>
                  <a:lnTo>
                    <a:pt x="158758" y="342534"/>
                  </a:lnTo>
                  <a:lnTo>
                    <a:pt x="158989" y="342228"/>
                  </a:lnTo>
                  <a:lnTo>
                    <a:pt x="159236" y="341922"/>
                  </a:lnTo>
                  <a:lnTo>
                    <a:pt x="159432" y="341671"/>
                  </a:lnTo>
                  <a:lnTo>
                    <a:pt x="159700" y="341354"/>
                  </a:lnTo>
                  <a:lnTo>
                    <a:pt x="159827" y="341191"/>
                  </a:lnTo>
                  <a:lnTo>
                    <a:pt x="159992" y="341003"/>
                  </a:lnTo>
                  <a:lnTo>
                    <a:pt x="160126" y="340859"/>
                  </a:lnTo>
                  <a:lnTo>
                    <a:pt x="160285" y="340644"/>
                  </a:lnTo>
                  <a:lnTo>
                    <a:pt x="160417" y="340480"/>
                  </a:lnTo>
                  <a:lnTo>
                    <a:pt x="160664" y="340162"/>
                  </a:lnTo>
                  <a:lnTo>
                    <a:pt x="160882" y="339902"/>
                  </a:lnTo>
                  <a:lnTo>
                    <a:pt x="161111" y="339614"/>
                  </a:lnTo>
                  <a:lnTo>
                    <a:pt x="161703" y="338886"/>
                  </a:lnTo>
                  <a:lnTo>
                    <a:pt x="161830" y="338706"/>
                  </a:lnTo>
                  <a:lnTo>
                    <a:pt x="161931" y="338578"/>
                  </a:lnTo>
                  <a:lnTo>
                    <a:pt x="162560" y="337788"/>
                  </a:lnTo>
                  <a:lnTo>
                    <a:pt x="162728" y="337581"/>
                  </a:lnTo>
                  <a:lnTo>
                    <a:pt x="162880" y="337394"/>
                  </a:lnTo>
                  <a:lnTo>
                    <a:pt x="163229" y="337217"/>
                  </a:lnTo>
                  <a:lnTo>
                    <a:pt x="163366" y="337150"/>
                  </a:lnTo>
                  <a:lnTo>
                    <a:pt x="163904" y="336874"/>
                  </a:lnTo>
                  <a:lnTo>
                    <a:pt x="164123" y="336767"/>
                  </a:lnTo>
                  <a:lnTo>
                    <a:pt x="164259" y="336690"/>
                  </a:lnTo>
                  <a:lnTo>
                    <a:pt x="164482" y="336566"/>
                  </a:lnTo>
                  <a:lnTo>
                    <a:pt x="164806" y="336384"/>
                  </a:lnTo>
                  <a:lnTo>
                    <a:pt x="165115" y="336215"/>
                  </a:lnTo>
                  <a:lnTo>
                    <a:pt x="165379" y="336087"/>
                  </a:lnTo>
                  <a:lnTo>
                    <a:pt x="165985" y="335773"/>
                  </a:lnTo>
                  <a:lnTo>
                    <a:pt x="166319" y="335614"/>
                  </a:lnTo>
                  <a:lnTo>
                    <a:pt x="166670" y="335411"/>
                  </a:lnTo>
                  <a:lnTo>
                    <a:pt x="166813" y="335332"/>
                  </a:lnTo>
                  <a:lnTo>
                    <a:pt x="167116" y="335177"/>
                  </a:lnTo>
                  <a:lnTo>
                    <a:pt x="167291" y="335087"/>
                  </a:lnTo>
                  <a:lnTo>
                    <a:pt x="167442" y="335026"/>
                  </a:lnTo>
                  <a:lnTo>
                    <a:pt x="168005" y="334792"/>
                  </a:lnTo>
                  <a:lnTo>
                    <a:pt x="168586" y="334554"/>
                  </a:lnTo>
                  <a:lnTo>
                    <a:pt x="168768" y="334450"/>
                  </a:lnTo>
                  <a:lnTo>
                    <a:pt x="169020" y="334330"/>
                  </a:lnTo>
                  <a:lnTo>
                    <a:pt x="169593" y="334117"/>
                  </a:lnTo>
                  <a:lnTo>
                    <a:pt x="169819" y="334026"/>
                  </a:lnTo>
                  <a:lnTo>
                    <a:pt x="170253" y="333850"/>
                  </a:lnTo>
                  <a:lnTo>
                    <a:pt x="170656" y="333660"/>
                  </a:lnTo>
                  <a:lnTo>
                    <a:pt x="170906" y="333555"/>
                  </a:lnTo>
                  <a:lnTo>
                    <a:pt x="171234" y="333414"/>
                  </a:lnTo>
                  <a:lnTo>
                    <a:pt x="171513" y="333296"/>
                  </a:lnTo>
                  <a:lnTo>
                    <a:pt x="171806" y="333144"/>
                  </a:lnTo>
                  <a:lnTo>
                    <a:pt x="171979" y="333029"/>
                  </a:lnTo>
                  <a:lnTo>
                    <a:pt x="172457" y="332713"/>
                  </a:lnTo>
                  <a:lnTo>
                    <a:pt x="172982" y="332389"/>
                  </a:lnTo>
                  <a:lnTo>
                    <a:pt x="173229" y="332274"/>
                  </a:lnTo>
                  <a:lnTo>
                    <a:pt x="173282" y="332458"/>
                  </a:lnTo>
                  <a:lnTo>
                    <a:pt x="173498" y="333165"/>
                  </a:lnTo>
                  <a:lnTo>
                    <a:pt x="173540" y="333364"/>
                  </a:lnTo>
                  <a:lnTo>
                    <a:pt x="173697" y="333765"/>
                  </a:lnTo>
                  <a:lnTo>
                    <a:pt x="174071" y="334206"/>
                  </a:lnTo>
                  <a:lnTo>
                    <a:pt x="174177" y="334369"/>
                  </a:lnTo>
                  <a:lnTo>
                    <a:pt x="174468" y="334789"/>
                  </a:lnTo>
                  <a:lnTo>
                    <a:pt x="174715" y="335043"/>
                  </a:lnTo>
                  <a:lnTo>
                    <a:pt x="175014" y="335372"/>
                  </a:lnTo>
                  <a:lnTo>
                    <a:pt x="175176" y="335525"/>
                  </a:lnTo>
                  <a:lnTo>
                    <a:pt x="175339" y="335700"/>
                  </a:lnTo>
                  <a:lnTo>
                    <a:pt x="175480" y="335848"/>
                  </a:lnTo>
                  <a:lnTo>
                    <a:pt x="175606" y="335984"/>
                  </a:lnTo>
                  <a:lnTo>
                    <a:pt x="176230" y="336460"/>
                  </a:lnTo>
                  <a:lnTo>
                    <a:pt x="176461" y="336622"/>
                  </a:lnTo>
                  <a:lnTo>
                    <a:pt x="176648" y="336726"/>
                  </a:lnTo>
                  <a:lnTo>
                    <a:pt x="176885" y="336963"/>
                  </a:lnTo>
                  <a:lnTo>
                    <a:pt x="177189" y="337085"/>
                  </a:lnTo>
                  <a:lnTo>
                    <a:pt x="177370" y="337164"/>
                  </a:lnTo>
                  <a:lnTo>
                    <a:pt x="177481" y="337321"/>
                  </a:lnTo>
                  <a:lnTo>
                    <a:pt x="177644" y="337716"/>
                  </a:lnTo>
                  <a:lnTo>
                    <a:pt x="177778" y="337976"/>
                  </a:lnTo>
                  <a:lnTo>
                    <a:pt x="177860" y="338110"/>
                  </a:lnTo>
                  <a:lnTo>
                    <a:pt x="178142" y="338574"/>
                  </a:lnTo>
                  <a:lnTo>
                    <a:pt x="178371" y="339043"/>
                  </a:lnTo>
                  <a:lnTo>
                    <a:pt x="178447" y="339226"/>
                  </a:lnTo>
                  <a:lnTo>
                    <a:pt x="178724" y="339861"/>
                  </a:lnTo>
                  <a:lnTo>
                    <a:pt x="178923" y="340399"/>
                  </a:lnTo>
                  <a:lnTo>
                    <a:pt x="179150" y="340948"/>
                  </a:lnTo>
                  <a:lnTo>
                    <a:pt x="179264" y="341213"/>
                  </a:lnTo>
                  <a:lnTo>
                    <a:pt x="179552" y="341938"/>
                  </a:lnTo>
                  <a:lnTo>
                    <a:pt x="179721" y="342384"/>
                  </a:lnTo>
                  <a:lnTo>
                    <a:pt x="179836" y="342685"/>
                  </a:lnTo>
                  <a:lnTo>
                    <a:pt x="180706" y="343470"/>
                  </a:lnTo>
                  <a:lnTo>
                    <a:pt x="180728" y="343633"/>
                  </a:lnTo>
                  <a:lnTo>
                    <a:pt x="181146" y="345518"/>
                  </a:lnTo>
                  <a:lnTo>
                    <a:pt x="181365" y="345742"/>
                  </a:lnTo>
                  <a:lnTo>
                    <a:pt x="181553" y="345985"/>
                  </a:lnTo>
                  <a:lnTo>
                    <a:pt x="181794" y="346302"/>
                  </a:lnTo>
                  <a:lnTo>
                    <a:pt x="181966" y="346589"/>
                  </a:lnTo>
                  <a:lnTo>
                    <a:pt x="182110" y="346835"/>
                  </a:lnTo>
                  <a:lnTo>
                    <a:pt x="182197" y="347024"/>
                  </a:lnTo>
                  <a:lnTo>
                    <a:pt x="182271" y="347406"/>
                  </a:lnTo>
                  <a:lnTo>
                    <a:pt x="182225" y="347634"/>
                  </a:lnTo>
                  <a:lnTo>
                    <a:pt x="182241" y="347837"/>
                  </a:lnTo>
                  <a:lnTo>
                    <a:pt x="182561" y="348720"/>
                  </a:lnTo>
                  <a:lnTo>
                    <a:pt x="182537" y="348848"/>
                  </a:lnTo>
                  <a:lnTo>
                    <a:pt x="182345" y="349139"/>
                  </a:lnTo>
                  <a:lnTo>
                    <a:pt x="182171" y="349391"/>
                  </a:lnTo>
                  <a:lnTo>
                    <a:pt x="182666" y="349803"/>
                  </a:lnTo>
                  <a:lnTo>
                    <a:pt x="182973" y="350015"/>
                  </a:lnTo>
                  <a:lnTo>
                    <a:pt x="183308" y="350240"/>
                  </a:lnTo>
                  <a:lnTo>
                    <a:pt x="183604" y="350449"/>
                  </a:lnTo>
                  <a:lnTo>
                    <a:pt x="184028" y="350773"/>
                  </a:lnTo>
                  <a:lnTo>
                    <a:pt x="184374" y="351016"/>
                  </a:lnTo>
                  <a:lnTo>
                    <a:pt x="184639" y="351192"/>
                  </a:lnTo>
                  <a:lnTo>
                    <a:pt x="184774" y="351271"/>
                  </a:lnTo>
                  <a:lnTo>
                    <a:pt x="184964" y="351370"/>
                  </a:lnTo>
                  <a:lnTo>
                    <a:pt x="185287" y="351575"/>
                  </a:lnTo>
                  <a:lnTo>
                    <a:pt x="185502" y="351711"/>
                  </a:lnTo>
                  <a:lnTo>
                    <a:pt x="185648" y="351802"/>
                  </a:lnTo>
                  <a:lnTo>
                    <a:pt x="185955" y="352013"/>
                  </a:lnTo>
                  <a:lnTo>
                    <a:pt x="186130" y="352132"/>
                  </a:lnTo>
                  <a:lnTo>
                    <a:pt x="186478" y="352370"/>
                  </a:lnTo>
                  <a:lnTo>
                    <a:pt x="186735" y="352553"/>
                  </a:lnTo>
                  <a:lnTo>
                    <a:pt x="186985" y="352798"/>
                  </a:lnTo>
                  <a:lnTo>
                    <a:pt x="187596" y="353185"/>
                  </a:lnTo>
                  <a:lnTo>
                    <a:pt x="187776" y="353300"/>
                  </a:lnTo>
                  <a:lnTo>
                    <a:pt x="187949" y="353413"/>
                  </a:lnTo>
                  <a:lnTo>
                    <a:pt x="188220" y="353583"/>
                  </a:lnTo>
                  <a:lnTo>
                    <a:pt x="188558" y="353795"/>
                  </a:lnTo>
                  <a:lnTo>
                    <a:pt x="188813" y="353946"/>
                  </a:lnTo>
                  <a:lnTo>
                    <a:pt x="189394" y="354297"/>
                  </a:lnTo>
                  <a:lnTo>
                    <a:pt x="189760" y="354520"/>
                  </a:lnTo>
                  <a:lnTo>
                    <a:pt x="190184" y="354782"/>
                  </a:lnTo>
                  <a:lnTo>
                    <a:pt x="191032" y="355259"/>
                  </a:lnTo>
                  <a:lnTo>
                    <a:pt x="191146" y="355507"/>
                  </a:lnTo>
                  <a:lnTo>
                    <a:pt x="191160" y="355917"/>
                  </a:lnTo>
                  <a:lnTo>
                    <a:pt x="191168" y="356222"/>
                  </a:lnTo>
                  <a:lnTo>
                    <a:pt x="191190" y="356376"/>
                  </a:lnTo>
                  <a:lnTo>
                    <a:pt x="191266" y="356649"/>
                  </a:lnTo>
                  <a:lnTo>
                    <a:pt x="191392" y="356903"/>
                  </a:lnTo>
                  <a:lnTo>
                    <a:pt x="191490" y="357242"/>
                  </a:lnTo>
                  <a:lnTo>
                    <a:pt x="191599" y="357467"/>
                  </a:lnTo>
                  <a:lnTo>
                    <a:pt x="191772" y="357818"/>
                  </a:lnTo>
                  <a:lnTo>
                    <a:pt x="191922" y="358166"/>
                  </a:lnTo>
                  <a:lnTo>
                    <a:pt x="192194" y="358583"/>
                  </a:lnTo>
                  <a:lnTo>
                    <a:pt x="192480" y="359022"/>
                  </a:lnTo>
                  <a:lnTo>
                    <a:pt x="192575" y="359169"/>
                  </a:lnTo>
                  <a:lnTo>
                    <a:pt x="192756" y="359437"/>
                  </a:lnTo>
                  <a:lnTo>
                    <a:pt x="192836" y="359567"/>
                  </a:lnTo>
                  <a:lnTo>
                    <a:pt x="193111" y="359976"/>
                  </a:lnTo>
                  <a:lnTo>
                    <a:pt x="193417" y="360436"/>
                  </a:lnTo>
                  <a:lnTo>
                    <a:pt x="193803" y="360367"/>
                  </a:lnTo>
                  <a:lnTo>
                    <a:pt x="194594" y="359960"/>
                  </a:lnTo>
                  <a:lnTo>
                    <a:pt x="194983" y="359857"/>
                  </a:lnTo>
                  <a:lnTo>
                    <a:pt x="195828" y="359672"/>
                  </a:lnTo>
                  <a:lnTo>
                    <a:pt x="196087" y="359615"/>
                  </a:lnTo>
                  <a:lnTo>
                    <a:pt x="196247" y="359544"/>
                  </a:lnTo>
                  <a:lnTo>
                    <a:pt x="196287" y="359385"/>
                  </a:lnTo>
                  <a:lnTo>
                    <a:pt x="196436" y="359293"/>
                  </a:lnTo>
                  <a:lnTo>
                    <a:pt x="196639" y="359104"/>
                  </a:lnTo>
                  <a:lnTo>
                    <a:pt x="196963" y="358902"/>
                  </a:lnTo>
                  <a:lnTo>
                    <a:pt x="197573" y="358620"/>
                  </a:lnTo>
                  <a:lnTo>
                    <a:pt x="197788" y="358534"/>
                  </a:lnTo>
                  <a:lnTo>
                    <a:pt x="198197" y="358437"/>
                  </a:lnTo>
                  <a:lnTo>
                    <a:pt x="199005" y="358001"/>
                  </a:lnTo>
                  <a:lnTo>
                    <a:pt x="199478" y="357808"/>
                  </a:lnTo>
                  <a:lnTo>
                    <a:pt x="199608" y="357327"/>
                  </a:lnTo>
                  <a:lnTo>
                    <a:pt x="199670" y="357037"/>
                  </a:lnTo>
                  <a:lnTo>
                    <a:pt x="199770" y="356639"/>
                  </a:lnTo>
                  <a:lnTo>
                    <a:pt x="199846" y="356320"/>
                  </a:lnTo>
                  <a:lnTo>
                    <a:pt x="200048" y="355886"/>
                  </a:lnTo>
                  <a:lnTo>
                    <a:pt x="200105" y="355400"/>
                  </a:lnTo>
                  <a:lnTo>
                    <a:pt x="200097" y="355190"/>
                  </a:lnTo>
                  <a:lnTo>
                    <a:pt x="200185" y="355014"/>
                  </a:lnTo>
                  <a:lnTo>
                    <a:pt x="200233" y="354789"/>
                  </a:lnTo>
                  <a:lnTo>
                    <a:pt x="200266" y="354474"/>
                  </a:lnTo>
                  <a:lnTo>
                    <a:pt x="200254" y="354116"/>
                  </a:lnTo>
                  <a:lnTo>
                    <a:pt x="200250" y="353960"/>
                  </a:lnTo>
                  <a:lnTo>
                    <a:pt x="200247" y="353771"/>
                  </a:lnTo>
                  <a:lnTo>
                    <a:pt x="200239" y="353463"/>
                  </a:lnTo>
                  <a:lnTo>
                    <a:pt x="200234" y="352973"/>
                  </a:lnTo>
                  <a:lnTo>
                    <a:pt x="200371" y="352841"/>
                  </a:lnTo>
                  <a:lnTo>
                    <a:pt x="200510" y="352713"/>
                  </a:lnTo>
                  <a:lnTo>
                    <a:pt x="200800" y="352442"/>
                  </a:lnTo>
                  <a:lnTo>
                    <a:pt x="200022" y="351621"/>
                  </a:lnTo>
                  <a:lnTo>
                    <a:pt x="199345" y="351488"/>
                  </a:lnTo>
                  <a:lnTo>
                    <a:pt x="199789" y="350769"/>
                  </a:lnTo>
                  <a:lnTo>
                    <a:pt x="199972" y="350470"/>
                  </a:lnTo>
                  <a:lnTo>
                    <a:pt x="200311" y="349862"/>
                  </a:lnTo>
                  <a:lnTo>
                    <a:pt x="200513" y="349626"/>
                  </a:lnTo>
                  <a:lnTo>
                    <a:pt x="200705" y="349330"/>
                  </a:lnTo>
                  <a:lnTo>
                    <a:pt x="201031" y="348876"/>
                  </a:lnTo>
                  <a:lnTo>
                    <a:pt x="201137" y="348674"/>
                  </a:lnTo>
                  <a:lnTo>
                    <a:pt x="201434" y="348278"/>
                  </a:lnTo>
                  <a:lnTo>
                    <a:pt x="201691" y="347970"/>
                  </a:lnTo>
                  <a:lnTo>
                    <a:pt x="201897" y="347632"/>
                  </a:lnTo>
                  <a:lnTo>
                    <a:pt x="201940" y="347504"/>
                  </a:lnTo>
                  <a:lnTo>
                    <a:pt x="202024" y="347330"/>
                  </a:lnTo>
                  <a:lnTo>
                    <a:pt x="202275" y="347071"/>
                  </a:lnTo>
                  <a:lnTo>
                    <a:pt x="202439" y="346904"/>
                  </a:lnTo>
                  <a:lnTo>
                    <a:pt x="202706" y="346625"/>
                  </a:lnTo>
                  <a:lnTo>
                    <a:pt x="202907" y="346420"/>
                  </a:lnTo>
                  <a:lnTo>
                    <a:pt x="203082" y="346241"/>
                  </a:lnTo>
                  <a:lnTo>
                    <a:pt x="203403" y="346007"/>
                  </a:lnTo>
                  <a:lnTo>
                    <a:pt x="203577" y="345825"/>
                  </a:lnTo>
                  <a:lnTo>
                    <a:pt x="203829" y="345542"/>
                  </a:lnTo>
                  <a:lnTo>
                    <a:pt x="204018" y="345245"/>
                  </a:lnTo>
                  <a:lnTo>
                    <a:pt x="204221" y="344738"/>
                  </a:lnTo>
                  <a:lnTo>
                    <a:pt x="204315" y="344371"/>
                  </a:lnTo>
                  <a:lnTo>
                    <a:pt x="204838" y="342665"/>
                  </a:lnTo>
                  <a:lnTo>
                    <a:pt x="205134" y="342161"/>
                  </a:lnTo>
                  <a:lnTo>
                    <a:pt x="205246" y="341970"/>
                  </a:lnTo>
                  <a:lnTo>
                    <a:pt x="206118" y="341202"/>
                  </a:lnTo>
                  <a:lnTo>
                    <a:pt x="206334" y="341100"/>
                  </a:lnTo>
                  <a:lnTo>
                    <a:pt x="206707" y="340876"/>
                  </a:lnTo>
                  <a:lnTo>
                    <a:pt x="206937" y="340657"/>
                  </a:lnTo>
                  <a:lnTo>
                    <a:pt x="207118" y="340397"/>
                  </a:lnTo>
                  <a:lnTo>
                    <a:pt x="206953" y="340150"/>
                  </a:lnTo>
                  <a:lnTo>
                    <a:pt x="206837" y="339975"/>
                  </a:lnTo>
                  <a:lnTo>
                    <a:pt x="204874" y="338806"/>
                  </a:lnTo>
                  <a:lnTo>
                    <a:pt x="202630" y="336240"/>
                  </a:lnTo>
                  <a:lnTo>
                    <a:pt x="201901" y="335604"/>
                  </a:lnTo>
                  <a:lnTo>
                    <a:pt x="201730" y="335454"/>
                  </a:lnTo>
                  <a:lnTo>
                    <a:pt x="200907" y="335019"/>
                  </a:lnTo>
                  <a:lnTo>
                    <a:pt x="199965" y="334421"/>
                  </a:lnTo>
                  <a:lnTo>
                    <a:pt x="198422" y="333077"/>
                  </a:lnTo>
                  <a:lnTo>
                    <a:pt x="197584" y="331590"/>
                  </a:lnTo>
                  <a:lnTo>
                    <a:pt x="198737" y="330185"/>
                  </a:lnTo>
                  <a:lnTo>
                    <a:pt x="206905" y="325675"/>
                  </a:lnTo>
                  <a:lnTo>
                    <a:pt x="207353" y="325377"/>
                  </a:lnTo>
                  <a:lnTo>
                    <a:pt x="207746" y="324763"/>
                  </a:lnTo>
                  <a:lnTo>
                    <a:pt x="207931" y="324497"/>
                  </a:lnTo>
                  <a:lnTo>
                    <a:pt x="208081" y="324279"/>
                  </a:lnTo>
                  <a:lnTo>
                    <a:pt x="208312" y="324018"/>
                  </a:lnTo>
                  <a:lnTo>
                    <a:pt x="208472" y="323818"/>
                  </a:lnTo>
                  <a:lnTo>
                    <a:pt x="208915" y="323278"/>
                  </a:lnTo>
                  <a:lnTo>
                    <a:pt x="208973" y="322980"/>
                  </a:lnTo>
                  <a:lnTo>
                    <a:pt x="209035" y="322663"/>
                  </a:lnTo>
                  <a:lnTo>
                    <a:pt x="209071" y="322486"/>
                  </a:lnTo>
                  <a:lnTo>
                    <a:pt x="209151" y="322066"/>
                  </a:lnTo>
                  <a:lnTo>
                    <a:pt x="209186" y="321881"/>
                  </a:lnTo>
                  <a:lnTo>
                    <a:pt x="209233" y="321640"/>
                  </a:lnTo>
                  <a:lnTo>
                    <a:pt x="209267" y="321459"/>
                  </a:lnTo>
                  <a:lnTo>
                    <a:pt x="209317" y="321206"/>
                  </a:lnTo>
                  <a:lnTo>
                    <a:pt x="209401" y="320780"/>
                  </a:lnTo>
                  <a:lnTo>
                    <a:pt x="210225" y="320930"/>
                  </a:lnTo>
                  <a:lnTo>
                    <a:pt x="210645" y="321005"/>
                  </a:lnTo>
                  <a:lnTo>
                    <a:pt x="210980" y="321064"/>
                  </a:lnTo>
                  <a:lnTo>
                    <a:pt x="211361" y="321132"/>
                  </a:lnTo>
                  <a:lnTo>
                    <a:pt x="211548" y="321167"/>
                  </a:lnTo>
                  <a:lnTo>
                    <a:pt x="211804" y="321212"/>
                  </a:lnTo>
                  <a:lnTo>
                    <a:pt x="212165" y="321271"/>
                  </a:lnTo>
                  <a:lnTo>
                    <a:pt x="212383" y="321310"/>
                  </a:lnTo>
                  <a:lnTo>
                    <a:pt x="212513" y="321326"/>
                  </a:lnTo>
                  <a:lnTo>
                    <a:pt x="212707" y="321355"/>
                  </a:lnTo>
                  <a:lnTo>
                    <a:pt x="212835" y="321385"/>
                  </a:lnTo>
                  <a:lnTo>
                    <a:pt x="213058" y="321414"/>
                  </a:lnTo>
                  <a:lnTo>
                    <a:pt x="213224" y="321437"/>
                  </a:lnTo>
                  <a:lnTo>
                    <a:pt x="213443" y="321479"/>
                  </a:lnTo>
                  <a:lnTo>
                    <a:pt x="213574" y="321514"/>
                  </a:lnTo>
                  <a:lnTo>
                    <a:pt x="213741" y="321558"/>
                  </a:lnTo>
                  <a:lnTo>
                    <a:pt x="213875" y="321596"/>
                  </a:lnTo>
                  <a:lnTo>
                    <a:pt x="214067" y="321654"/>
                  </a:lnTo>
                  <a:lnTo>
                    <a:pt x="214244" y="321703"/>
                  </a:lnTo>
                  <a:lnTo>
                    <a:pt x="214472" y="321723"/>
                  </a:lnTo>
                  <a:lnTo>
                    <a:pt x="214638" y="321738"/>
                  </a:lnTo>
                  <a:lnTo>
                    <a:pt x="214776" y="321754"/>
                  </a:lnTo>
                  <a:lnTo>
                    <a:pt x="215018" y="321771"/>
                  </a:lnTo>
                  <a:lnTo>
                    <a:pt x="215155" y="321788"/>
                  </a:lnTo>
                  <a:lnTo>
                    <a:pt x="215303" y="321802"/>
                  </a:lnTo>
                  <a:lnTo>
                    <a:pt x="215435" y="321821"/>
                  </a:lnTo>
                  <a:lnTo>
                    <a:pt x="215617" y="321849"/>
                  </a:lnTo>
                  <a:lnTo>
                    <a:pt x="215771" y="321872"/>
                  </a:lnTo>
                  <a:lnTo>
                    <a:pt x="215968" y="321902"/>
                  </a:lnTo>
                  <a:lnTo>
                    <a:pt x="216516" y="321991"/>
                  </a:lnTo>
                  <a:lnTo>
                    <a:pt x="216666" y="322016"/>
                  </a:lnTo>
                  <a:lnTo>
                    <a:pt x="216926" y="322059"/>
                  </a:lnTo>
                  <a:lnTo>
                    <a:pt x="217201" y="322094"/>
                  </a:lnTo>
                  <a:lnTo>
                    <a:pt x="217493" y="322131"/>
                  </a:lnTo>
                  <a:lnTo>
                    <a:pt x="217637" y="322144"/>
                  </a:lnTo>
                  <a:lnTo>
                    <a:pt x="217841" y="322164"/>
                  </a:lnTo>
                  <a:lnTo>
                    <a:pt x="218354" y="322238"/>
                  </a:lnTo>
                  <a:lnTo>
                    <a:pt x="218990" y="322256"/>
                  </a:lnTo>
                  <a:lnTo>
                    <a:pt x="219128" y="322260"/>
                  </a:lnTo>
                  <a:lnTo>
                    <a:pt x="219264" y="322258"/>
                  </a:lnTo>
                  <a:lnTo>
                    <a:pt x="219731" y="322279"/>
                  </a:lnTo>
                  <a:lnTo>
                    <a:pt x="219949" y="322291"/>
                  </a:lnTo>
                  <a:lnTo>
                    <a:pt x="220329" y="322313"/>
                  </a:lnTo>
                  <a:lnTo>
                    <a:pt x="220459" y="322327"/>
                  </a:lnTo>
                  <a:lnTo>
                    <a:pt x="220597" y="322336"/>
                  </a:lnTo>
                  <a:lnTo>
                    <a:pt x="220817" y="322352"/>
                  </a:lnTo>
                  <a:lnTo>
                    <a:pt x="221434" y="322387"/>
                  </a:lnTo>
                  <a:lnTo>
                    <a:pt x="221871" y="322407"/>
                  </a:lnTo>
                  <a:lnTo>
                    <a:pt x="222027" y="322433"/>
                  </a:lnTo>
                  <a:lnTo>
                    <a:pt x="222156" y="322456"/>
                  </a:lnTo>
                  <a:lnTo>
                    <a:pt x="222326" y="322473"/>
                  </a:lnTo>
                  <a:lnTo>
                    <a:pt x="222549" y="322497"/>
                  </a:lnTo>
                  <a:lnTo>
                    <a:pt x="222699" y="322511"/>
                  </a:lnTo>
                  <a:lnTo>
                    <a:pt x="222884" y="322533"/>
                  </a:lnTo>
                  <a:lnTo>
                    <a:pt x="223075" y="322551"/>
                  </a:lnTo>
                  <a:lnTo>
                    <a:pt x="223215" y="322565"/>
                  </a:lnTo>
                  <a:lnTo>
                    <a:pt x="223377" y="322582"/>
                  </a:lnTo>
                  <a:lnTo>
                    <a:pt x="223531" y="322599"/>
                  </a:lnTo>
                  <a:lnTo>
                    <a:pt x="223714" y="322560"/>
                  </a:lnTo>
                  <a:lnTo>
                    <a:pt x="223895" y="322524"/>
                  </a:lnTo>
                  <a:lnTo>
                    <a:pt x="224085" y="322483"/>
                  </a:lnTo>
                  <a:lnTo>
                    <a:pt x="224244" y="322448"/>
                  </a:lnTo>
                  <a:lnTo>
                    <a:pt x="224998" y="322312"/>
                  </a:lnTo>
                  <a:lnTo>
                    <a:pt x="225241" y="322202"/>
                  </a:lnTo>
                  <a:lnTo>
                    <a:pt x="225463" y="322170"/>
                  </a:lnTo>
                  <a:lnTo>
                    <a:pt x="225659" y="322140"/>
                  </a:lnTo>
                  <a:lnTo>
                    <a:pt x="226192" y="322125"/>
                  </a:lnTo>
                  <a:lnTo>
                    <a:pt x="226439" y="322123"/>
                  </a:lnTo>
                  <a:lnTo>
                    <a:pt x="226602" y="322151"/>
                  </a:lnTo>
                  <a:lnTo>
                    <a:pt x="226768" y="322149"/>
                  </a:lnTo>
                  <a:lnTo>
                    <a:pt x="226925" y="322148"/>
                  </a:lnTo>
                  <a:lnTo>
                    <a:pt x="227153" y="322141"/>
                  </a:lnTo>
                  <a:lnTo>
                    <a:pt x="227311" y="322117"/>
                  </a:lnTo>
                  <a:lnTo>
                    <a:pt x="227491" y="322092"/>
                  </a:lnTo>
                  <a:lnTo>
                    <a:pt x="228279" y="321934"/>
                  </a:lnTo>
                  <a:lnTo>
                    <a:pt x="228474" y="321897"/>
                  </a:lnTo>
                  <a:lnTo>
                    <a:pt x="228603" y="321871"/>
                  </a:lnTo>
                  <a:lnTo>
                    <a:pt x="228746" y="321842"/>
                  </a:lnTo>
                  <a:lnTo>
                    <a:pt x="228895" y="321811"/>
                  </a:lnTo>
                  <a:lnTo>
                    <a:pt x="229299" y="321714"/>
                  </a:lnTo>
                  <a:lnTo>
                    <a:pt x="229558" y="321634"/>
                  </a:lnTo>
                  <a:lnTo>
                    <a:pt x="229811" y="321575"/>
                  </a:lnTo>
                  <a:lnTo>
                    <a:pt x="229999" y="321534"/>
                  </a:lnTo>
                  <a:lnTo>
                    <a:pt x="230409" y="321493"/>
                  </a:lnTo>
                  <a:lnTo>
                    <a:pt x="230609" y="321460"/>
                  </a:lnTo>
                  <a:lnTo>
                    <a:pt x="230985" y="321410"/>
                  </a:lnTo>
                  <a:lnTo>
                    <a:pt x="231284" y="321764"/>
                  </a:lnTo>
                  <a:lnTo>
                    <a:pt x="231402" y="322051"/>
                  </a:lnTo>
                  <a:lnTo>
                    <a:pt x="231486" y="322225"/>
                  </a:lnTo>
                  <a:lnTo>
                    <a:pt x="231561" y="322390"/>
                  </a:lnTo>
                  <a:lnTo>
                    <a:pt x="231625" y="322526"/>
                  </a:lnTo>
                  <a:lnTo>
                    <a:pt x="231698" y="322676"/>
                  </a:lnTo>
                  <a:lnTo>
                    <a:pt x="231805" y="322945"/>
                  </a:lnTo>
                  <a:lnTo>
                    <a:pt x="231757" y="323310"/>
                  </a:lnTo>
                  <a:lnTo>
                    <a:pt x="231738" y="323545"/>
                  </a:lnTo>
                  <a:lnTo>
                    <a:pt x="232608" y="325775"/>
                  </a:lnTo>
                  <a:lnTo>
                    <a:pt x="232619" y="325916"/>
                  </a:lnTo>
                  <a:lnTo>
                    <a:pt x="232627" y="326177"/>
                  </a:lnTo>
                  <a:lnTo>
                    <a:pt x="232685" y="326488"/>
                  </a:lnTo>
                  <a:lnTo>
                    <a:pt x="232708" y="326791"/>
                  </a:lnTo>
                  <a:lnTo>
                    <a:pt x="232717" y="326940"/>
                  </a:lnTo>
                  <a:lnTo>
                    <a:pt x="232729" y="327077"/>
                  </a:lnTo>
                  <a:lnTo>
                    <a:pt x="232789" y="327606"/>
                  </a:lnTo>
                  <a:lnTo>
                    <a:pt x="232801" y="327783"/>
                  </a:lnTo>
                  <a:lnTo>
                    <a:pt x="232840" y="328046"/>
                  </a:lnTo>
                  <a:lnTo>
                    <a:pt x="232868" y="328214"/>
                  </a:lnTo>
                  <a:lnTo>
                    <a:pt x="232929" y="328836"/>
                  </a:lnTo>
                  <a:lnTo>
                    <a:pt x="232974" y="329035"/>
                  </a:lnTo>
                  <a:lnTo>
                    <a:pt x="233044" y="329319"/>
                  </a:lnTo>
                  <a:lnTo>
                    <a:pt x="233085" y="329485"/>
                  </a:lnTo>
                  <a:lnTo>
                    <a:pt x="233140" y="329739"/>
                  </a:lnTo>
                  <a:lnTo>
                    <a:pt x="233237" y="330120"/>
                  </a:lnTo>
                  <a:lnTo>
                    <a:pt x="233276" y="330258"/>
                  </a:lnTo>
                  <a:lnTo>
                    <a:pt x="233325" y="330446"/>
                  </a:lnTo>
                  <a:lnTo>
                    <a:pt x="233376" y="330653"/>
                  </a:lnTo>
                  <a:lnTo>
                    <a:pt x="233412" y="330805"/>
                  </a:lnTo>
                  <a:lnTo>
                    <a:pt x="233454" y="330972"/>
                  </a:lnTo>
                  <a:lnTo>
                    <a:pt x="233576" y="331459"/>
                  </a:lnTo>
                  <a:lnTo>
                    <a:pt x="233654" y="331770"/>
                  </a:lnTo>
                  <a:lnTo>
                    <a:pt x="233746" y="332130"/>
                  </a:lnTo>
                  <a:lnTo>
                    <a:pt x="233836" y="332475"/>
                  </a:lnTo>
                  <a:lnTo>
                    <a:pt x="234090" y="333307"/>
                  </a:lnTo>
                  <a:lnTo>
                    <a:pt x="234134" y="333517"/>
                  </a:lnTo>
                  <a:lnTo>
                    <a:pt x="234195" y="333756"/>
                  </a:lnTo>
                  <a:lnTo>
                    <a:pt x="234227" y="334001"/>
                  </a:lnTo>
                  <a:lnTo>
                    <a:pt x="234266" y="334160"/>
                  </a:lnTo>
                  <a:lnTo>
                    <a:pt x="234333" y="334443"/>
                  </a:lnTo>
                  <a:lnTo>
                    <a:pt x="234374" y="334629"/>
                  </a:lnTo>
                  <a:lnTo>
                    <a:pt x="234585" y="335596"/>
                  </a:lnTo>
                  <a:lnTo>
                    <a:pt x="234734" y="336242"/>
                  </a:lnTo>
                  <a:lnTo>
                    <a:pt x="234827" y="336725"/>
                  </a:lnTo>
                  <a:lnTo>
                    <a:pt x="234893" y="337006"/>
                  </a:lnTo>
                  <a:lnTo>
                    <a:pt x="234922" y="337139"/>
                  </a:lnTo>
                  <a:lnTo>
                    <a:pt x="234963" y="337295"/>
                  </a:lnTo>
                  <a:lnTo>
                    <a:pt x="234994" y="337531"/>
                  </a:lnTo>
                  <a:lnTo>
                    <a:pt x="235051" y="337680"/>
                  </a:lnTo>
                  <a:lnTo>
                    <a:pt x="235165" y="337821"/>
                  </a:lnTo>
                  <a:lnTo>
                    <a:pt x="235540" y="338273"/>
                  </a:lnTo>
                  <a:lnTo>
                    <a:pt x="235748" y="338494"/>
                  </a:lnTo>
                  <a:lnTo>
                    <a:pt x="235908" y="338725"/>
                  </a:lnTo>
                  <a:lnTo>
                    <a:pt x="236175" y="339063"/>
                  </a:lnTo>
                  <a:lnTo>
                    <a:pt x="236491" y="339431"/>
                  </a:lnTo>
                  <a:lnTo>
                    <a:pt x="236797" y="339644"/>
                  </a:lnTo>
                  <a:lnTo>
                    <a:pt x="237068" y="339887"/>
                  </a:lnTo>
                  <a:lnTo>
                    <a:pt x="237155" y="340023"/>
                  </a:lnTo>
                  <a:lnTo>
                    <a:pt x="237556" y="340876"/>
                  </a:lnTo>
                  <a:lnTo>
                    <a:pt x="240035" y="343958"/>
                  </a:lnTo>
                  <a:lnTo>
                    <a:pt x="240172" y="344067"/>
                  </a:lnTo>
                  <a:lnTo>
                    <a:pt x="240405" y="344251"/>
                  </a:lnTo>
                  <a:lnTo>
                    <a:pt x="240581" y="344395"/>
                  </a:lnTo>
                  <a:lnTo>
                    <a:pt x="240721" y="344511"/>
                  </a:lnTo>
                  <a:lnTo>
                    <a:pt x="240854" y="344609"/>
                  </a:lnTo>
                  <a:lnTo>
                    <a:pt x="240991" y="344686"/>
                  </a:lnTo>
                  <a:lnTo>
                    <a:pt x="241529" y="344969"/>
                  </a:lnTo>
                  <a:lnTo>
                    <a:pt x="241661" y="345042"/>
                  </a:lnTo>
                  <a:lnTo>
                    <a:pt x="241952" y="345203"/>
                  </a:lnTo>
                  <a:lnTo>
                    <a:pt x="242395" y="345460"/>
                  </a:lnTo>
                  <a:lnTo>
                    <a:pt x="242560" y="345593"/>
                  </a:lnTo>
                  <a:lnTo>
                    <a:pt x="242953" y="345953"/>
                  </a:lnTo>
                  <a:lnTo>
                    <a:pt x="243082" y="346085"/>
                  </a:lnTo>
                  <a:lnTo>
                    <a:pt x="243371" y="346342"/>
                  </a:lnTo>
                  <a:lnTo>
                    <a:pt x="243504" y="346436"/>
                  </a:lnTo>
                  <a:lnTo>
                    <a:pt x="243698" y="346643"/>
                  </a:lnTo>
                  <a:lnTo>
                    <a:pt x="243840" y="346768"/>
                  </a:lnTo>
                  <a:lnTo>
                    <a:pt x="244016" y="346934"/>
                  </a:lnTo>
                  <a:lnTo>
                    <a:pt x="244270" y="347174"/>
                  </a:lnTo>
                  <a:lnTo>
                    <a:pt x="244419" y="347311"/>
                  </a:lnTo>
                  <a:lnTo>
                    <a:pt x="244667" y="347566"/>
                  </a:lnTo>
                  <a:lnTo>
                    <a:pt x="244825" y="347714"/>
                  </a:lnTo>
                  <a:lnTo>
                    <a:pt x="245111" y="347968"/>
                  </a:lnTo>
                  <a:lnTo>
                    <a:pt x="245680" y="348397"/>
                  </a:lnTo>
                  <a:lnTo>
                    <a:pt x="245810" y="348492"/>
                  </a:lnTo>
                  <a:lnTo>
                    <a:pt x="246097" y="348707"/>
                  </a:lnTo>
                  <a:lnTo>
                    <a:pt x="246422" y="348903"/>
                  </a:lnTo>
                  <a:lnTo>
                    <a:pt x="246947" y="349131"/>
                  </a:lnTo>
                  <a:lnTo>
                    <a:pt x="247209" y="349236"/>
                  </a:lnTo>
                  <a:lnTo>
                    <a:pt x="247398" y="349307"/>
                  </a:lnTo>
                  <a:lnTo>
                    <a:pt x="247648" y="349418"/>
                  </a:lnTo>
                  <a:lnTo>
                    <a:pt x="247988" y="349654"/>
                  </a:lnTo>
                  <a:lnTo>
                    <a:pt x="248628" y="350134"/>
                  </a:lnTo>
                  <a:lnTo>
                    <a:pt x="248820" y="350288"/>
                  </a:lnTo>
                  <a:lnTo>
                    <a:pt x="249112" y="350590"/>
                  </a:lnTo>
                  <a:lnTo>
                    <a:pt x="249701" y="350961"/>
                  </a:lnTo>
                  <a:lnTo>
                    <a:pt x="249905" y="351068"/>
                  </a:lnTo>
                  <a:lnTo>
                    <a:pt x="250063" y="351152"/>
                  </a:lnTo>
                  <a:lnTo>
                    <a:pt x="250907" y="351589"/>
                  </a:lnTo>
                  <a:lnTo>
                    <a:pt x="251046" y="351892"/>
                  </a:lnTo>
                  <a:lnTo>
                    <a:pt x="251087" y="352092"/>
                  </a:lnTo>
                  <a:lnTo>
                    <a:pt x="251141" y="352309"/>
                  </a:lnTo>
                  <a:lnTo>
                    <a:pt x="251304" y="352561"/>
                  </a:lnTo>
                  <a:lnTo>
                    <a:pt x="251405" y="352691"/>
                  </a:lnTo>
                  <a:lnTo>
                    <a:pt x="251474" y="352846"/>
                  </a:lnTo>
                  <a:lnTo>
                    <a:pt x="251607" y="353135"/>
                  </a:lnTo>
                  <a:lnTo>
                    <a:pt x="251699" y="353385"/>
                  </a:lnTo>
                  <a:lnTo>
                    <a:pt x="251798" y="353609"/>
                  </a:lnTo>
                  <a:close/>
                </a:path>
              </a:pathLst>
            </a:custGeom>
            <a:solidFill>
              <a:srgbClr val="CEE0E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8"/>
            <p:cNvSpPr/>
            <p:nvPr/>
          </p:nvSpPr>
          <p:spPr>
            <a:xfrm>
              <a:off x="5416088" y="5410267"/>
              <a:ext cx="123187" cy="246238"/>
            </a:xfrm>
            <a:custGeom>
              <a:avLst/>
              <a:pathLst>
                <a:path w="123187" h="246238">
                  <a:moveTo>
                    <a:pt x="75823" y="236809"/>
                  </a:moveTo>
                  <a:lnTo>
                    <a:pt x="76414" y="236900"/>
                  </a:lnTo>
                  <a:lnTo>
                    <a:pt x="84039" y="238063"/>
                  </a:lnTo>
                  <a:lnTo>
                    <a:pt x="95657" y="239835"/>
                  </a:lnTo>
                  <a:lnTo>
                    <a:pt x="105012" y="241262"/>
                  </a:lnTo>
                  <a:lnTo>
                    <a:pt x="107290" y="241640"/>
                  </a:lnTo>
                  <a:lnTo>
                    <a:pt x="115392" y="191476"/>
                  </a:lnTo>
                  <a:lnTo>
                    <a:pt x="119325" y="178559"/>
                  </a:lnTo>
                  <a:lnTo>
                    <a:pt x="120880" y="173447"/>
                  </a:lnTo>
                  <a:lnTo>
                    <a:pt x="123187" y="168239"/>
                  </a:lnTo>
                  <a:lnTo>
                    <a:pt x="120471" y="160043"/>
                  </a:lnTo>
                  <a:lnTo>
                    <a:pt x="117298" y="150466"/>
                  </a:lnTo>
                  <a:lnTo>
                    <a:pt x="119478" y="147703"/>
                  </a:lnTo>
                  <a:lnTo>
                    <a:pt x="121446" y="145210"/>
                  </a:lnTo>
                  <a:lnTo>
                    <a:pt x="121466" y="145010"/>
                  </a:lnTo>
                  <a:lnTo>
                    <a:pt x="121598" y="143703"/>
                  </a:lnTo>
                  <a:lnTo>
                    <a:pt x="122396" y="135791"/>
                  </a:lnTo>
                  <a:lnTo>
                    <a:pt x="122439" y="135361"/>
                  </a:lnTo>
                  <a:lnTo>
                    <a:pt x="122997" y="129827"/>
                  </a:lnTo>
                  <a:lnTo>
                    <a:pt x="121381" y="126855"/>
                  </a:lnTo>
                  <a:lnTo>
                    <a:pt x="118597" y="117753"/>
                  </a:lnTo>
                  <a:lnTo>
                    <a:pt x="118162" y="116330"/>
                  </a:lnTo>
                  <a:lnTo>
                    <a:pt x="117344" y="113653"/>
                  </a:lnTo>
                  <a:lnTo>
                    <a:pt x="116445" y="111330"/>
                  </a:lnTo>
                  <a:lnTo>
                    <a:pt x="115663" y="109308"/>
                  </a:lnTo>
                  <a:lnTo>
                    <a:pt x="116221" y="101821"/>
                  </a:lnTo>
                  <a:lnTo>
                    <a:pt x="116126" y="100634"/>
                  </a:lnTo>
                  <a:lnTo>
                    <a:pt x="115306" y="90314"/>
                  </a:lnTo>
                  <a:lnTo>
                    <a:pt x="117298" y="87157"/>
                  </a:lnTo>
                  <a:lnTo>
                    <a:pt x="117725" y="86480"/>
                  </a:lnTo>
                  <a:lnTo>
                    <a:pt x="117773" y="85944"/>
                  </a:lnTo>
                  <a:lnTo>
                    <a:pt x="118085" y="82500"/>
                  </a:lnTo>
                  <a:lnTo>
                    <a:pt x="118147" y="81808"/>
                  </a:lnTo>
                  <a:lnTo>
                    <a:pt x="116997" y="76776"/>
                  </a:lnTo>
                  <a:lnTo>
                    <a:pt x="114208" y="73780"/>
                  </a:lnTo>
                  <a:lnTo>
                    <a:pt x="111997" y="71405"/>
                  </a:lnTo>
                  <a:lnTo>
                    <a:pt x="111906" y="70610"/>
                  </a:lnTo>
                  <a:lnTo>
                    <a:pt x="111739" y="69146"/>
                  </a:lnTo>
                  <a:lnTo>
                    <a:pt x="111379" y="66002"/>
                  </a:lnTo>
                  <a:lnTo>
                    <a:pt x="112656" y="59659"/>
                  </a:lnTo>
                  <a:lnTo>
                    <a:pt x="108681" y="57288"/>
                  </a:lnTo>
                  <a:lnTo>
                    <a:pt x="105881" y="55618"/>
                  </a:lnTo>
                  <a:lnTo>
                    <a:pt x="104810" y="54980"/>
                  </a:lnTo>
                  <a:lnTo>
                    <a:pt x="101480" y="52994"/>
                  </a:lnTo>
                  <a:lnTo>
                    <a:pt x="97717" y="48225"/>
                  </a:lnTo>
                  <a:lnTo>
                    <a:pt x="93872" y="43353"/>
                  </a:lnTo>
                  <a:lnTo>
                    <a:pt x="92676" y="37874"/>
                  </a:lnTo>
                  <a:lnTo>
                    <a:pt x="92496" y="37738"/>
                  </a:lnTo>
                  <a:lnTo>
                    <a:pt x="92221" y="37572"/>
                  </a:lnTo>
                  <a:lnTo>
                    <a:pt x="92309" y="37214"/>
                  </a:lnTo>
                  <a:lnTo>
                    <a:pt x="92120" y="37046"/>
                  </a:lnTo>
                  <a:lnTo>
                    <a:pt x="91896" y="36702"/>
                  </a:lnTo>
                  <a:lnTo>
                    <a:pt x="91029" y="35998"/>
                  </a:lnTo>
                  <a:lnTo>
                    <a:pt x="90465" y="35262"/>
                  </a:lnTo>
                  <a:lnTo>
                    <a:pt x="90433" y="35127"/>
                  </a:lnTo>
                  <a:lnTo>
                    <a:pt x="90623" y="34631"/>
                  </a:lnTo>
                  <a:lnTo>
                    <a:pt x="89785" y="33343"/>
                  </a:lnTo>
                  <a:lnTo>
                    <a:pt x="89642" y="33348"/>
                  </a:lnTo>
                  <a:lnTo>
                    <a:pt x="89372" y="33331"/>
                  </a:lnTo>
                  <a:lnTo>
                    <a:pt x="89222" y="32948"/>
                  </a:lnTo>
                  <a:lnTo>
                    <a:pt x="88988" y="32473"/>
                  </a:lnTo>
                  <a:lnTo>
                    <a:pt x="88982" y="32144"/>
                  </a:lnTo>
                  <a:lnTo>
                    <a:pt x="89036" y="31861"/>
                  </a:lnTo>
                  <a:lnTo>
                    <a:pt x="88972" y="30673"/>
                  </a:lnTo>
                  <a:lnTo>
                    <a:pt x="88581" y="30686"/>
                  </a:lnTo>
                  <a:lnTo>
                    <a:pt x="88418" y="30402"/>
                  </a:lnTo>
                  <a:lnTo>
                    <a:pt x="88214" y="30174"/>
                  </a:lnTo>
                  <a:lnTo>
                    <a:pt x="88104" y="29734"/>
                  </a:lnTo>
                  <a:lnTo>
                    <a:pt x="88092" y="29601"/>
                  </a:lnTo>
                  <a:lnTo>
                    <a:pt x="88049" y="29307"/>
                  </a:lnTo>
                  <a:lnTo>
                    <a:pt x="88073" y="28474"/>
                  </a:lnTo>
                  <a:lnTo>
                    <a:pt x="88080" y="28046"/>
                  </a:lnTo>
                  <a:lnTo>
                    <a:pt x="87689" y="17977"/>
                  </a:lnTo>
                  <a:lnTo>
                    <a:pt x="87531" y="17604"/>
                  </a:lnTo>
                  <a:lnTo>
                    <a:pt x="87607" y="17345"/>
                  </a:lnTo>
                  <a:lnTo>
                    <a:pt x="87649" y="17108"/>
                  </a:lnTo>
                  <a:lnTo>
                    <a:pt x="87740" y="16792"/>
                  </a:lnTo>
                  <a:lnTo>
                    <a:pt x="87878" y="16266"/>
                  </a:lnTo>
                  <a:lnTo>
                    <a:pt x="87947" y="15980"/>
                  </a:lnTo>
                  <a:lnTo>
                    <a:pt x="87954" y="15837"/>
                  </a:lnTo>
                  <a:lnTo>
                    <a:pt x="88144" y="15009"/>
                  </a:lnTo>
                  <a:lnTo>
                    <a:pt x="86721" y="5070"/>
                  </a:lnTo>
                  <a:lnTo>
                    <a:pt x="86640" y="4938"/>
                  </a:lnTo>
                  <a:lnTo>
                    <a:pt x="84687" y="2487"/>
                  </a:lnTo>
                  <a:lnTo>
                    <a:pt x="84454" y="2352"/>
                  </a:lnTo>
                  <a:lnTo>
                    <a:pt x="84262" y="2241"/>
                  </a:lnTo>
                  <a:lnTo>
                    <a:pt x="84038" y="2126"/>
                  </a:lnTo>
                  <a:lnTo>
                    <a:pt x="83709" y="2044"/>
                  </a:lnTo>
                  <a:lnTo>
                    <a:pt x="83531" y="2031"/>
                  </a:lnTo>
                  <a:lnTo>
                    <a:pt x="83183" y="1997"/>
                  </a:lnTo>
                  <a:lnTo>
                    <a:pt x="83025" y="1975"/>
                  </a:lnTo>
                  <a:lnTo>
                    <a:pt x="82839" y="1921"/>
                  </a:lnTo>
                  <a:lnTo>
                    <a:pt x="82546" y="1750"/>
                  </a:lnTo>
                  <a:lnTo>
                    <a:pt x="82102" y="1414"/>
                  </a:lnTo>
                  <a:lnTo>
                    <a:pt x="81906" y="1408"/>
                  </a:lnTo>
                  <a:lnTo>
                    <a:pt x="81580" y="1510"/>
                  </a:lnTo>
                  <a:lnTo>
                    <a:pt x="81301" y="1462"/>
                  </a:lnTo>
                  <a:lnTo>
                    <a:pt x="81071" y="1456"/>
                  </a:lnTo>
                  <a:lnTo>
                    <a:pt x="80931" y="1505"/>
                  </a:lnTo>
                  <a:lnTo>
                    <a:pt x="80583" y="1451"/>
                  </a:lnTo>
                  <a:lnTo>
                    <a:pt x="80422" y="1108"/>
                  </a:lnTo>
                  <a:lnTo>
                    <a:pt x="79941" y="926"/>
                  </a:lnTo>
                  <a:lnTo>
                    <a:pt x="76741" y="1336"/>
                  </a:lnTo>
                  <a:lnTo>
                    <a:pt x="76322" y="1997"/>
                  </a:lnTo>
                  <a:lnTo>
                    <a:pt x="76126" y="2315"/>
                  </a:lnTo>
                  <a:lnTo>
                    <a:pt x="76022" y="2160"/>
                  </a:lnTo>
                  <a:lnTo>
                    <a:pt x="75777" y="1788"/>
                  </a:lnTo>
                  <a:lnTo>
                    <a:pt x="75403" y="1453"/>
                  </a:lnTo>
                  <a:lnTo>
                    <a:pt x="75234" y="1336"/>
                  </a:lnTo>
                  <a:lnTo>
                    <a:pt x="75195" y="1081"/>
                  </a:lnTo>
                  <a:lnTo>
                    <a:pt x="75026" y="1075"/>
                  </a:lnTo>
                  <a:lnTo>
                    <a:pt x="74751" y="1069"/>
                  </a:lnTo>
                  <a:lnTo>
                    <a:pt x="74114" y="2490"/>
                  </a:lnTo>
                  <a:lnTo>
                    <a:pt x="73984" y="2443"/>
                  </a:lnTo>
                  <a:lnTo>
                    <a:pt x="73399" y="2819"/>
                  </a:lnTo>
                  <a:lnTo>
                    <a:pt x="72320" y="1614"/>
                  </a:lnTo>
                  <a:lnTo>
                    <a:pt x="72029" y="1549"/>
                  </a:lnTo>
                  <a:lnTo>
                    <a:pt x="71781" y="1459"/>
                  </a:lnTo>
                  <a:lnTo>
                    <a:pt x="71388" y="1257"/>
                  </a:lnTo>
                  <a:lnTo>
                    <a:pt x="71069" y="968"/>
                  </a:lnTo>
                  <a:lnTo>
                    <a:pt x="70557" y="657"/>
                  </a:lnTo>
                  <a:lnTo>
                    <a:pt x="69083" y="1273"/>
                  </a:lnTo>
                  <a:lnTo>
                    <a:pt x="68853" y="1313"/>
                  </a:lnTo>
                  <a:lnTo>
                    <a:pt x="68694" y="1334"/>
                  </a:lnTo>
                  <a:lnTo>
                    <a:pt x="68430" y="1356"/>
                  </a:lnTo>
                  <a:lnTo>
                    <a:pt x="67685" y="1024"/>
                  </a:lnTo>
                  <a:lnTo>
                    <a:pt x="67239" y="1226"/>
                  </a:lnTo>
                  <a:lnTo>
                    <a:pt x="66661" y="1300"/>
                  </a:lnTo>
                  <a:lnTo>
                    <a:pt x="66329" y="1174"/>
                  </a:lnTo>
                  <a:lnTo>
                    <a:pt x="65600" y="1104"/>
                  </a:lnTo>
                  <a:lnTo>
                    <a:pt x="65491" y="1257"/>
                  </a:lnTo>
                  <a:lnTo>
                    <a:pt x="65383" y="1671"/>
                  </a:lnTo>
                  <a:lnTo>
                    <a:pt x="65264" y="1529"/>
                  </a:lnTo>
                  <a:lnTo>
                    <a:pt x="64837" y="1257"/>
                  </a:lnTo>
                  <a:lnTo>
                    <a:pt x="64558" y="1139"/>
                  </a:lnTo>
                  <a:lnTo>
                    <a:pt x="64091" y="887"/>
                  </a:lnTo>
                  <a:lnTo>
                    <a:pt x="63942" y="826"/>
                  </a:lnTo>
                  <a:lnTo>
                    <a:pt x="63643" y="742"/>
                  </a:lnTo>
                  <a:lnTo>
                    <a:pt x="62772" y="0"/>
                  </a:lnTo>
                  <a:lnTo>
                    <a:pt x="61788" y="82"/>
                  </a:lnTo>
                  <a:lnTo>
                    <a:pt x="61137" y="9"/>
                  </a:lnTo>
                  <a:lnTo>
                    <a:pt x="60022" y="67"/>
                  </a:lnTo>
                  <a:lnTo>
                    <a:pt x="59920" y="483"/>
                  </a:lnTo>
                  <a:lnTo>
                    <a:pt x="59843" y="675"/>
                  </a:lnTo>
                  <a:lnTo>
                    <a:pt x="59650" y="1052"/>
                  </a:lnTo>
                  <a:lnTo>
                    <a:pt x="59598" y="1292"/>
                  </a:lnTo>
                  <a:lnTo>
                    <a:pt x="59502" y="1900"/>
                  </a:lnTo>
                  <a:lnTo>
                    <a:pt x="59441" y="2165"/>
                  </a:lnTo>
                  <a:lnTo>
                    <a:pt x="59414" y="2303"/>
                  </a:lnTo>
                  <a:lnTo>
                    <a:pt x="59371" y="2440"/>
                  </a:lnTo>
                  <a:lnTo>
                    <a:pt x="59303" y="2619"/>
                  </a:lnTo>
                  <a:lnTo>
                    <a:pt x="59168" y="2749"/>
                  </a:lnTo>
                  <a:lnTo>
                    <a:pt x="58896" y="2888"/>
                  </a:lnTo>
                  <a:lnTo>
                    <a:pt x="58560" y="3001"/>
                  </a:lnTo>
                  <a:lnTo>
                    <a:pt x="57906" y="3213"/>
                  </a:lnTo>
                  <a:lnTo>
                    <a:pt x="57507" y="3707"/>
                  </a:lnTo>
                  <a:lnTo>
                    <a:pt x="56924" y="4932"/>
                  </a:lnTo>
                  <a:lnTo>
                    <a:pt x="56458" y="5945"/>
                  </a:lnTo>
                  <a:lnTo>
                    <a:pt x="55972" y="7131"/>
                  </a:lnTo>
                  <a:lnTo>
                    <a:pt x="54515" y="6850"/>
                  </a:lnTo>
                  <a:lnTo>
                    <a:pt x="53477" y="6711"/>
                  </a:lnTo>
                  <a:lnTo>
                    <a:pt x="52285" y="6558"/>
                  </a:lnTo>
                  <a:lnTo>
                    <a:pt x="51150" y="6433"/>
                  </a:lnTo>
                  <a:lnTo>
                    <a:pt x="50514" y="6537"/>
                  </a:lnTo>
                  <a:lnTo>
                    <a:pt x="50094" y="6982"/>
                  </a:lnTo>
                  <a:lnTo>
                    <a:pt x="49144" y="7155"/>
                  </a:lnTo>
                  <a:lnTo>
                    <a:pt x="48815" y="6185"/>
                  </a:lnTo>
                  <a:lnTo>
                    <a:pt x="48755" y="6034"/>
                  </a:lnTo>
                  <a:lnTo>
                    <a:pt x="48687" y="5647"/>
                  </a:lnTo>
                  <a:lnTo>
                    <a:pt x="48622" y="5414"/>
                  </a:lnTo>
                  <a:lnTo>
                    <a:pt x="48371" y="4933"/>
                  </a:lnTo>
                  <a:lnTo>
                    <a:pt x="48299" y="4760"/>
                  </a:lnTo>
                  <a:lnTo>
                    <a:pt x="48207" y="4541"/>
                  </a:lnTo>
                  <a:lnTo>
                    <a:pt x="47813" y="3681"/>
                  </a:lnTo>
                  <a:lnTo>
                    <a:pt x="47370" y="3166"/>
                  </a:lnTo>
                  <a:lnTo>
                    <a:pt x="42005" y="5820"/>
                  </a:lnTo>
                  <a:lnTo>
                    <a:pt x="42158" y="6144"/>
                  </a:lnTo>
                  <a:lnTo>
                    <a:pt x="42343" y="6410"/>
                  </a:lnTo>
                  <a:lnTo>
                    <a:pt x="42423" y="6622"/>
                  </a:lnTo>
                  <a:lnTo>
                    <a:pt x="42333" y="7121"/>
                  </a:lnTo>
                  <a:lnTo>
                    <a:pt x="41957" y="7401"/>
                  </a:lnTo>
                  <a:lnTo>
                    <a:pt x="41378" y="7819"/>
                  </a:lnTo>
                  <a:lnTo>
                    <a:pt x="40685" y="8672"/>
                  </a:lnTo>
                  <a:lnTo>
                    <a:pt x="40628" y="9657"/>
                  </a:lnTo>
                  <a:lnTo>
                    <a:pt x="40630" y="9910"/>
                  </a:lnTo>
                  <a:lnTo>
                    <a:pt x="40842" y="11094"/>
                  </a:lnTo>
                  <a:lnTo>
                    <a:pt x="41150" y="12515"/>
                  </a:lnTo>
                  <a:lnTo>
                    <a:pt x="40828" y="12612"/>
                  </a:lnTo>
                  <a:lnTo>
                    <a:pt x="38016" y="13775"/>
                  </a:lnTo>
                  <a:lnTo>
                    <a:pt x="37819" y="13850"/>
                  </a:lnTo>
                  <a:lnTo>
                    <a:pt x="37561" y="13942"/>
                  </a:lnTo>
                  <a:lnTo>
                    <a:pt x="37376" y="14043"/>
                  </a:lnTo>
                  <a:lnTo>
                    <a:pt x="37172" y="14099"/>
                  </a:lnTo>
                  <a:lnTo>
                    <a:pt x="36979" y="14148"/>
                  </a:lnTo>
                  <a:lnTo>
                    <a:pt x="36672" y="14210"/>
                  </a:lnTo>
                  <a:lnTo>
                    <a:pt x="36484" y="14268"/>
                  </a:lnTo>
                  <a:lnTo>
                    <a:pt x="36191" y="14383"/>
                  </a:lnTo>
                  <a:lnTo>
                    <a:pt x="35693" y="14791"/>
                  </a:lnTo>
                  <a:lnTo>
                    <a:pt x="35481" y="14987"/>
                  </a:lnTo>
                  <a:lnTo>
                    <a:pt x="35327" y="15160"/>
                  </a:lnTo>
                  <a:lnTo>
                    <a:pt x="34633" y="15911"/>
                  </a:lnTo>
                  <a:lnTo>
                    <a:pt x="34800" y="16691"/>
                  </a:lnTo>
                  <a:lnTo>
                    <a:pt x="34999" y="17475"/>
                  </a:lnTo>
                  <a:lnTo>
                    <a:pt x="35146" y="18454"/>
                  </a:lnTo>
                  <a:lnTo>
                    <a:pt x="35461" y="20172"/>
                  </a:lnTo>
                  <a:lnTo>
                    <a:pt x="34568" y="20226"/>
                  </a:lnTo>
                  <a:lnTo>
                    <a:pt x="33715" y="20309"/>
                  </a:lnTo>
                  <a:lnTo>
                    <a:pt x="32437" y="21097"/>
                  </a:lnTo>
                  <a:lnTo>
                    <a:pt x="34181" y="23665"/>
                  </a:lnTo>
                  <a:lnTo>
                    <a:pt x="35249" y="25226"/>
                  </a:lnTo>
                  <a:lnTo>
                    <a:pt x="35348" y="25398"/>
                  </a:lnTo>
                  <a:lnTo>
                    <a:pt x="35560" y="25822"/>
                  </a:lnTo>
                  <a:lnTo>
                    <a:pt x="36330" y="27342"/>
                  </a:lnTo>
                  <a:lnTo>
                    <a:pt x="36482" y="27654"/>
                  </a:lnTo>
                  <a:lnTo>
                    <a:pt x="36731" y="28103"/>
                  </a:lnTo>
                  <a:lnTo>
                    <a:pt x="37037" y="28774"/>
                  </a:lnTo>
                  <a:lnTo>
                    <a:pt x="37382" y="29464"/>
                  </a:lnTo>
                  <a:lnTo>
                    <a:pt x="38055" y="30747"/>
                  </a:lnTo>
                  <a:lnTo>
                    <a:pt x="38448" y="31575"/>
                  </a:lnTo>
                  <a:lnTo>
                    <a:pt x="38672" y="31975"/>
                  </a:lnTo>
                  <a:lnTo>
                    <a:pt x="38727" y="32115"/>
                  </a:lnTo>
                  <a:lnTo>
                    <a:pt x="38911" y="32448"/>
                  </a:lnTo>
                  <a:lnTo>
                    <a:pt x="39017" y="32717"/>
                  </a:lnTo>
                  <a:lnTo>
                    <a:pt x="39114" y="32861"/>
                  </a:lnTo>
                  <a:lnTo>
                    <a:pt x="39984" y="34237"/>
                  </a:lnTo>
                  <a:lnTo>
                    <a:pt x="40141" y="34527"/>
                  </a:lnTo>
                  <a:lnTo>
                    <a:pt x="40229" y="34694"/>
                  </a:lnTo>
                  <a:lnTo>
                    <a:pt x="40310" y="34835"/>
                  </a:lnTo>
                  <a:lnTo>
                    <a:pt x="40408" y="35021"/>
                  </a:lnTo>
                  <a:lnTo>
                    <a:pt x="41065" y="35774"/>
                  </a:lnTo>
                  <a:lnTo>
                    <a:pt x="41298" y="35948"/>
                  </a:lnTo>
                  <a:lnTo>
                    <a:pt x="41579" y="36234"/>
                  </a:lnTo>
                  <a:lnTo>
                    <a:pt x="41789" y="36417"/>
                  </a:lnTo>
                  <a:lnTo>
                    <a:pt x="41947" y="36556"/>
                  </a:lnTo>
                  <a:lnTo>
                    <a:pt x="42267" y="37038"/>
                  </a:lnTo>
                  <a:lnTo>
                    <a:pt x="43316" y="38336"/>
                  </a:lnTo>
                  <a:lnTo>
                    <a:pt x="43995" y="39256"/>
                  </a:lnTo>
                  <a:lnTo>
                    <a:pt x="44113" y="39417"/>
                  </a:lnTo>
                  <a:lnTo>
                    <a:pt x="44391" y="39793"/>
                  </a:lnTo>
                  <a:lnTo>
                    <a:pt x="44690" y="40092"/>
                  </a:lnTo>
                  <a:lnTo>
                    <a:pt x="44991" y="40437"/>
                  </a:lnTo>
                  <a:lnTo>
                    <a:pt x="45208" y="40918"/>
                  </a:lnTo>
                  <a:lnTo>
                    <a:pt x="45364" y="41258"/>
                  </a:lnTo>
                  <a:lnTo>
                    <a:pt x="45488" y="41515"/>
                  </a:lnTo>
                  <a:lnTo>
                    <a:pt x="45616" y="41792"/>
                  </a:lnTo>
                  <a:lnTo>
                    <a:pt x="45745" y="42071"/>
                  </a:lnTo>
                  <a:lnTo>
                    <a:pt x="45842" y="42275"/>
                  </a:lnTo>
                  <a:lnTo>
                    <a:pt x="46026" y="42566"/>
                  </a:lnTo>
                  <a:lnTo>
                    <a:pt x="46169" y="42816"/>
                  </a:lnTo>
                  <a:lnTo>
                    <a:pt x="46362" y="43361"/>
                  </a:lnTo>
                  <a:lnTo>
                    <a:pt x="46676" y="44041"/>
                  </a:lnTo>
                  <a:lnTo>
                    <a:pt x="46738" y="44175"/>
                  </a:lnTo>
                  <a:lnTo>
                    <a:pt x="46808" y="44310"/>
                  </a:lnTo>
                  <a:lnTo>
                    <a:pt x="46965" y="44627"/>
                  </a:lnTo>
                  <a:lnTo>
                    <a:pt x="47112" y="44929"/>
                  </a:lnTo>
                  <a:lnTo>
                    <a:pt x="47141" y="45203"/>
                  </a:lnTo>
                  <a:lnTo>
                    <a:pt x="47376" y="46689"/>
                  </a:lnTo>
                  <a:lnTo>
                    <a:pt x="47450" y="46863"/>
                  </a:lnTo>
                  <a:lnTo>
                    <a:pt x="47518" y="46997"/>
                  </a:lnTo>
                  <a:lnTo>
                    <a:pt x="47679" y="47349"/>
                  </a:lnTo>
                  <a:lnTo>
                    <a:pt x="47864" y="47636"/>
                  </a:lnTo>
                  <a:lnTo>
                    <a:pt x="48101" y="48103"/>
                  </a:lnTo>
                  <a:lnTo>
                    <a:pt x="48185" y="48420"/>
                  </a:lnTo>
                  <a:lnTo>
                    <a:pt x="48257" y="48714"/>
                  </a:lnTo>
                  <a:lnTo>
                    <a:pt x="48364" y="49251"/>
                  </a:lnTo>
                  <a:lnTo>
                    <a:pt x="48446" y="49626"/>
                  </a:lnTo>
                  <a:lnTo>
                    <a:pt x="48576" y="50102"/>
                  </a:lnTo>
                  <a:lnTo>
                    <a:pt x="48607" y="50264"/>
                  </a:lnTo>
                  <a:lnTo>
                    <a:pt x="48861" y="51029"/>
                  </a:lnTo>
                  <a:lnTo>
                    <a:pt x="48357" y="51173"/>
                  </a:lnTo>
                  <a:lnTo>
                    <a:pt x="48040" y="51319"/>
                  </a:lnTo>
                  <a:lnTo>
                    <a:pt x="47748" y="51487"/>
                  </a:lnTo>
                  <a:lnTo>
                    <a:pt x="47468" y="51697"/>
                  </a:lnTo>
                  <a:lnTo>
                    <a:pt x="47151" y="51846"/>
                  </a:lnTo>
                  <a:lnTo>
                    <a:pt x="46900" y="51971"/>
                  </a:lnTo>
                  <a:lnTo>
                    <a:pt x="46462" y="52133"/>
                  </a:lnTo>
                  <a:lnTo>
                    <a:pt x="46058" y="52304"/>
                  </a:lnTo>
                  <a:lnTo>
                    <a:pt x="45910" y="52313"/>
                  </a:lnTo>
                  <a:lnTo>
                    <a:pt x="45580" y="52347"/>
                  </a:lnTo>
                  <a:lnTo>
                    <a:pt x="45205" y="52490"/>
                  </a:lnTo>
                  <a:lnTo>
                    <a:pt x="44375" y="52733"/>
                  </a:lnTo>
                  <a:lnTo>
                    <a:pt x="43929" y="52811"/>
                  </a:lnTo>
                  <a:lnTo>
                    <a:pt x="43563" y="53555"/>
                  </a:lnTo>
                  <a:lnTo>
                    <a:pt x="43579" y="53692"/>
                  </a:lnTo>
                  <a:lnTo>
                    <a:pt x="43172" y="53957"/>
                  </a:lnTo>
                  <a:lnTo>
                    <a:pt x="43084" y="54133"/>
                  </a:lnTo>
                  <a:lnTo>
                    <a:pt x="42944" y="54174"/>
                  </a:lnTo>
                  <a:lnTo>
                    <a:pt x="42816" y="54221"/>
                  </a:lnTo>
                  <a:lnTo>
                    <a:pt x="42648" y="54283"/>
                  </a:lnTo>
                  <a:lnTo>
                    <a:pt x="41811" y="54135"/>
                  </a:lnTo>
                  <a:lnTo>
                    <a:pt x="41655" y="54129"/>
                  </a:lnTo>
                  <a:lnTo>
                    <a:pt x="41490" y="54118"/>
                  </a:lnTo>
                  <a:lnTo>
                    <a:pt x="41327" y="54085"/>
                  </a:lnTo>
                  <a:lnTo>
                    <a:pt x="40955" y="53863"/>
                  </a:lnTo>
                  <a:lnTo>
                    <a:pt x="40839" y="53699"/>
                  </a:lnTo>
                  <a:lnTo>
                    <a:pt x="40724" y="53433"/>
                  </a:lnTo>
                  <a:lnTo>
                    <a:pt x="40635" y="53085"/>
                  </a:lnTo>
                  <a:lnTo>
                    <a:pt x="40616" y="52956"/>
                  </a:lnTo>
                  <a:lnTo>
                    <a:pt x="40616" y="52753"/>
                  </a:lnTo>
                  <a:lnTo>
                    <a:pt x="40489" y="51975"/>
                  </a:lnTo>
                  <a:lnTo>
                    <a:pt x="40230" y="51927"/>
                  </a:lnTo>
                  <a:lnTo>
                    <a:pt x="39761" y="51817"/>
                  </a:lnTo>
                  <a:lnTo>
                    <a:pt x="39352" y="51748"/>
                  </a:lnTo>
                  <a:lnTo>
                    <a:pt x="39085" y="51704"/>
                  </a:lnTo>
                  <a:lnTo>
                    <a:pt x="38727" y="51769"/>
                  </a:lnTo>
                  <a:lnTo>
                    <a:pt x="38412" y="51878"/>
                  </a:lnTo>
                  <a:lnTo>
                    <a:pt x="37953" y="52041"/>
                  </a:lnTo>
                  <a:lnTo>
                    <a:pt x="37510" y="51902"/>
                  </a:lnTo>
                  <a:lnTo>
                    <a:pt x="37354" y="51890"/>
                  </a:lnTo>
                  <a:lnTo>
                    <a:pt x="37105" y="51820"/>
                  </a:lnTo>
                  <a:lnTo>
                    <a:pt x="36886" y="51736"/>
                  </a:lnTo>
                  <a:lnTo>
                    <a:pt x="36350" y="51518"/>
                  </a:lnTo>
                  <a:lnTo>
                    <a:pt x="35870" y="51381"/>
                  </a:lnTo>
                  <a:lnTo>
                    <a:pt x="35611" y="51344"/>
                  </a:lnTo>
                  <a:lnTo>
                    <a:pt x="35473" y="51352"/>
                  </a:lnTo>
                  <a:lnTo>
                    <a:pt x="35101" y="51295"/>
                  </a:lnTo>
                  <a:lnTo>
                    <a:pt x="34626" y="51298"/>
                  </a:lnTo>
                  <a:lnTo>
                    <a:pt x="34287" y="51266"/>
                  </a:lnTo>
                  <a:lnTo>
                    <a:pt x="33848" y="51202"/>
                  </a:lnTo>
                  <a:lnTo>
                    <a:pt x="33493" y="51114"/>
                  </a:lnTo>
                  <a:lnTo>
                    <a:pt x="33042" y="51654"/>
                  </a:lnTo>
                  <a:lnTo>
                    <a:pt x="32551" y="51702"/>
                  </a:lnTo>
                  <a:lnTo>
                    <a:pt x="32522" y="51892"/>
                  </a:lnTo>
                  <a:lnTo>
                    <a:pt x="32393" y="51998"/>
                  </a:lnTo>
                  <a:lnTo>
                    <a:pt x="32329" y="52218"/>
                  </a:lnTo>
                  <a:lnTo>
                    <a:pt x="32286" y="52751"/>
                  </a:lnTo>
                  <a:lnTo>
                    <a:pt x="32145" y="53410"/>
                  </a:lnTo>
                  <a:lnTo>
                    <a:pt x="29065" y="54100"/>
                  </a:lnTo>
                  <a:lnTo>
                    <a:pt x="20876" y="52194"/>
                  </a:lnTo>
                  <a:lnTo>
                    <a:pt x="15768" y="50076"/>
                  </a:lnTo>
                  <a:lnTo>
                    <a:pt x="10072" y="61895"/>
                  </a:lnTo>
                  <a:lnTo>
                    <a:pt x="10236" y="64067"/>
                  </a:lnTo>
                  <a:lnTo>
                    <a:pt x="10216" y="64507"/>
                  </a:lnTo>
                  <a:lnTo>
                    <a:pt x="10116" y="66501"/>
                  </a:lnTo>
                  <a:lnTo>
                    <a:pt x="10073" y="67376"/>
                  </a:lnTo>
                  <a:lnTo>
                    <a:pt x="9994" y="69038"/>
                  </a:lnTo>
                  <a:lnTo>
                    <a:pt x="9982" y="69310"/>
                  </a:lnTo>
                  <a:lnTo>
                    <a:pt x="9944" y="69802"/>
                  </a:lnTo>
                  <a:lnTo>
                    <a:pt x="9898" y="70007"/>
                  </a:lnTo>
                  <a:lnTo>
                    <a:pt x="9767" y="70594"/>
                  </a:lnTo>
                  <a:lnTo>
                    <a:pt x="9651" y="71112"/>
                  </a:lnTo>
                  <a:lnTo>
                    <a:pt x="9557" y="71531"/>
                  </a:lnTo>
                  <a:lnTo>
                    <a:pt x="9505" y="71764"/>
                  </a:lnTo>
                  <a:lnTo>
                    <a:pt x="9406" y="72203"/>
                  </a:lnTo>
                  <a:lnTo>
                    <a:pt x="8569" y="72697"/>
                  </a:lnTo>
                  <a:lnTo>
                    <a:pt x="8400" y="73245"/>
                  </a:lnTo>
                  <a:lnTo>
                    <a:pt x="8339" y="73475"/>
                  </a:lnTo>
                  <a:lnTo>
                    <a:pt x="8360" y="73761"/>
                  </a:lnTo>
                  <a:lnTo>
                    <a:pt x="8415" y="74508"/>
                  </a:lnTo>
                  <a:lnTo>
                    <a:pt x="8499" y="75656"/>
                  </a:lnTo>
                  <a:lnTo>
                    <a:pt x="8581" y="76781"/>
                  </a:lnTo>
                  <a:lnTo>
                    <a:pt x="8822" y="77756"/>
                  </a:lnTo>
                  <a:lnTo>
                    <a:pt x="8969" y="78203"/>
                  </a:lnTo>
                  <a:lnTo>
                    <a:pt x="9106" y="78616"/>
                  </a:lnTo>
                  <a:lnTo>
                    <a:pt x="9600" y="80185"/>
                  </a:lnTo>
                  <a:lnTo>
                    <a:pt x="8177" y="81785"/>
                  </a:lnTo>
                  <a:lnTo>
                    <a:pt x="7939" y="82054"/>
                  </a:lnTo>
                  <a:lnTo>
                    <a:pt x="6617" y="84414"/>
                  </a:lnTo>
                  <a:lnTo>
                    <a:pt x="6428" y="84753"/>
                  </a:lnTo>
                  <a:lnTo>
                    <a:pt x="5895" y="85690"/>
                  </a:lnTo>
                  <a:lnTo>
                    <a:pt x="5681" y="86067"/>
                  </a:lnTo>
                  <a:lnTo>
                    <a:pt x="5421" y="86523"/>
                  </a:lnTo>
                  <a:lnTo>
                    <a:pt x="5746" y="86828"/>
                  </a:lnTo>
                  <a:lnTo>
                    <a:pt x="6082" y="87144"/>
                  </a:lnTo>
                  <a:lnTo>
                    <a:pt x="8098" y="89039"/>
                  </a:lnTo>
                  <a:lnTo>
                    <a:pt x="8500" y="89772"/>
                  </a:lnTo>
                  <a:lnTo>
                    <a:pt x="9210" y="91095"/>
                  </a:lnTo>
                  <a:lnTo>
                    <a:pt x="11007" y="94439"/>
                  </a:lnTo>
                  <a:lnTo>
                    <a:pt x="11251" y="94893"/>
                  </a:lnTo>
                  <a:lnTo>
                    <a:pt x="11365" y="95106"/>
                  </a:lnTo>
                  <a:lnTo>
                    <a:pt x="11760" y="95887"/>
                  </a:lnTo>
                  <a:lnTo>
                    <a:pt x="12053" y="96466"/>
                  </a:lnTo>
                  <a:lnTo>
                    <a:pt x="12027" y="96782"/>
                  </a:lnTo>
                  <a:lnTo>
                    <a:pt x="11992" y="97204"/>
                  </a:lnTo>
                  <a:lnTo>
                    <a:pt x="11910" y="98213"/>
                  </a:lnTo>
                  <a:lnTo>
                    <a:pt x="12239" y="98517"/>
                  </a:lnTo>
                  <a:lnTo>
                    <a:pt x="12707" y="98947"/>
                  </a:lnTo>
                  <a:lnTo>
                    <a:pt x="13053" y="99266"/>
                  </a:lnTo>
                  <a:lnTo>
                    <a:pt x="13470" y="99648"/>
                  </a:lnTo>
                  <a:lnTo>
                    <a:pt x="13839" y="99986"/>
                  </a:lnTo>
                  <a:lnTo>
                    <a:pt x="14330" y="100436"/>
                  </a:lnTo>
                  <a:lnTo>
                    <a:pt x="15121" y="101161"/>
                  </a:lnTo>
                  <a:lnTo>
                    <a:pt x="15342" y="101785"/>
                  </a:lnTo>
                  <a:lnTo>
                    <a:pt x="15526" y="101967"/>
                  </a:lnTo>
                  <a:lnTo>
                    <a:pt x="15892" y="102403"/>
                  </a:lnTo>
                  <a:lnTo>
                    <a:pt x="16083" y="102723"/>
                  </a:lnTo>
                  <a:lnTo>
                    <a:pt x="16242" y="102973"/>
                  </a:lnTo>
                  <a:lnTo>
                    <a:pt x="16442" y="103200"/>
                  </a:lnTo>
                  <a:lnTo>
                    <a:pt x="16782" y="103918"/>
                  </a:lnTo>
                  <a:lnTo>
                    <a:pt x="17010" y="104209"/>
                  </a:lnTo>
                  <a:lnTo>
                    <a:pt x="17162" y="104398"/>
                  </a:lnTo>
                  <a:lnTo>
                    <a:pt x="17464" y="104711"/>
                  </a:lnTo>
                  <a:lnTo>
                    <a:pt x="18293" y="105868"/>
                  </a:lnTo>
                  <a:lnTo>
                    <a:pt x="18465" y="106042"/>
                  </a:lnTo>
                  <a:lnTo>
                    <a:pt x="18822" y="106404"/>
                  </a:lnTo>
                  <a:lnTo>
                    <a:pt x="19154" y="106741"/>
                  </a:lnTo>
                  <a:lnTo>
                    <a:pt x="19227" y="107323"/>
                  </a:lnTo>
                  <a:lnTo>
                    <a:pt x="19299" y="107853"/>
                  </a:lnTo>
                  <a:lnTo>
                    <a:pt x="19317" y="108445"/>
                  </a:lnTo>
                  <a:lnTo>
                    <a:pt x="19303" y="108580"/>
                  </a:lnTo>
                  <a:lnTo>
                    <a:pt x="19274" y="108855"/>
                  </a:lnTo>
                  <a:lnTo>
                    <a:pt x="19259" y="108996"/>
                  </a:lnTo>
                  <a:lnTo>
                    <a:pt x="19223" y="109348"/>
                  </a:lnTo>
                  <a:lnTo>
                    <a:pt x="19194" y="109633"/>
                  </a:lnTo>
                  <a:lnTo>
                    <a:pt x="19182" y="109765"/>
                  </a:lnTo>
                  <a:lnTo>
                    <a:pt x="19158" y="110006"/>
                  </a:lnTo>
                  <a:lnTo>
                    <a:pt x="19174" y="110137"/>
                  </a:lnTo>
                  <a:lnTo>
                    <a:pt x="19193" y="110270"/>
                  </a:lnTo>
                  <a:lnTo>
                    <a:pt x="19230" y="110547"/>
                  </a:lnTo>
                  <a:lnTo>
                    <a:pt x="19259" y="110757"/>
                  </a:lnTo>
                  <a:lnTo>
                    <a:pt x="19279" y="110896"/>
                  </a:lnTo>
                  <a:lnTo>
                    <a:pt x="19300" y="111035"/>
                  </a:lnTo>
                  <a:lnTo>
                    <a:pt x="19334" y="111266"/>
                  </a:lnTo>
                  <a:lnTo>
                    <a:pt x="19413" y="111581"/>
                  </a:lnTo>
                  <a:lnTo>
                    <a:pt x="19387" y="112696"/>
                  </a:lnTo>
                  <a:lnTo>
                    <a:pt x="19382" y="112833"/>
                  </a:lnTo>
                  <a:lnTo>
                    <a:pt x="19426" y="113103"/>
                  </a:lnTo>
                  <a:lnTo>
                    <a:pt x="19488" y="113395"/>
                  </a:lnTo>
                  <a:lnTo>
                    <a:pt x="19543" y="113744"/>
                  </a:lnTo>
                  <a:lnTo>
                    <a:pt x="19508" y="113884"/>
                  </a:lnTo>
                  <a:lnTo>
                    <a:pt x="19471" y="114272"/>
                  </a:lnTo>
                  <a:lnTo>
                    <a:pt x="19520" y="114471"/>
                  </a:lnTo>
                  <a:lnTo>
                    <a:pt x="19558" y="114606"/>
                  </a:lnTo>
                  <a:lnTo>
                    <a:pt x="19606" y="114760"/>
                  </a:lnTo>
                  <a:lnTo>
                    <a:pt x="19644" y="114957"/>
                  </a:lnTo>
                  <a:lnTo>
                    <a:pt x="18609" y="115403"/>
                  </a:lnTo>
                  <a:lnTo>
                    <a:pt x="18336" y="115513"/>
                  </a:lnTo>
                  <a:lnTo>
                    <a:pt x="18054" y="115638"/>
                  </a:lnTo>
                  <a:lnTo>
                    <a:pt x="17845" y="115756"/>
                  </a:lnTo>
                  <a:lnTo>
                    <a:pt x="17492" y="115919"/>
                  </a:lnTo>
                  <a:lnTo>
                    <a:pt x="17221" y="116022"/>
                  </a:lnTo>
                  <a:lnTo>
                    <a:pt x="16858" y="116224"/>
                  </a:lnTo>
                  <a:lnTo>
                    <a:pt x="17111" y="116593"/>
                  </a:lnTo>
                  <a:lnTo>
                    <a:pt x="17325" y="116860"/>
                  </a:lnTo>
                  <a:lnTo>
                    <a:pt x="17456" y="117024"/>
                  </a:lnTo>
                  <a:lnTo>
                    <a:pt x="17546" y="117193"/>
                  </a:lnTo>
                  <a:lnTo>
                    <a:pt x="17696" y="117566"/>
                  </a:lnTo>
                  <a:lnTo>
                    <a:pt x="17763" y="117799"/>
                  </a:lnTo>
                  <a:lnTo>
                    <a:pt x="17879" y="118190"/>
                  </a:lnTo>
                  <a:lnTo>
                    <a:pt x="17949" y="118422"/>
                  </a:lnTo>
                  <a:lnTo>
                    <a:pt x="18048" y="118764"/>
                  </a:lnTo>
                  <a:lnTo>
                    <a:pt x="18136" y="118980"/>
                  </a:lnTo>
                  <a:lnTo>
                    <a:pt x="18469" y="119558"/>
                  </a:lnTo>
                  <a:lnTo>
                    <a:pt x="18860" y="120200"/>
                  </a:lnTo>
                  <a:lnTo>
                    <a:pt x="19284" y="120910"/>
                  </a:lnTo>
                  <a:lnTo>
                    <a:pt x="20051" y="122204"/>
                  </a:lnTo>
                  <a:lnTo>
                    <a:pt x="20413" y="123240"/>
                  </a:lnTo>
                  <a:lnTo>
                    <a:pt x="20549" y="123631"/>
                  </a:lnTo>
                  <a:lnTo>
                    <a:pt x="20838" y="124821"/>
                  </a:lnTo>
                  <a:lnTo>
                    <a:pt x="21246" y="126280"/>
                  </a:lnTo>
                  <a:lnTo>
                    <a:pt x="21250" y="126523"/>
                  </a:lnTo>
                  <a:lnTo>
                    <a:pt x="19632" y="128430"/>
                  </a:lnTo>
                  <a:lnTo>
                    <a:pt x="17279" y="128813"/>
                  </a:lnTo>
                  <a:lnTo>
                    <a:pt x="15341" y="129394"/>
                  </a:lnTo>
                  <a:lnTo>
                    <a:pt x="15178" y="129277"/>
                  </a:lnTo>
                  <a:lnTo>
                    <a:pt x="14899" y="129242"/>
                  </a:lnTo>
                  <a:lnTo>
                    <a:pt x="14771" y="129388"/>
                  </a:lnTo>
                  <a:lnTo>
                    <a:pt x="13575" y="129339"/>
                  </a:lnTo>
                  <a:lnTo>
                    <a:pt x="12726" y="129273"/>
                  </a:lnTo>
                  <a:lnTo>
                    <a:pt x="12276" y="129268"/>
                  </a:lnTo>
                  <a:lnTo>
                    <a:pt x="11980" y="129630"/>
                  </a:lnTo>
                  <a:lnTo>
                    <a:pt x="11769" y="129880"/>
                  </a:lnTo>
                  <a:lnTo>
                    <a:pt x="11480" y="130228"/>
                  </a:lnTo>
                  <a:lnTo>
                    <a:pt x="11361" y="130910"/>
                  </a:lnTo>
                  <a:lnTo>
                    <a:pt x="11547" y="131066"/>
                  </a:lnTo>
                  <a:lnTo>
                    <a:pt x="11580" y="131400"/>
                  </a:lnTo>
                  <a:lnTo>
                    <a:pt x="11593" y="131897"/>
                  </a:lnTo>
                  <a:lnTo>
                    <a:pt x="11596" y="132238"/>
                  </a:lnTo>
                  <a:lnTo>
                    <a:pt x="11601" y="132870"/>
                  </a:lnTo>
                  <a:lnTo>
                    <a:pt x="11602" y="133100"/>
                  </a:lnTo>
                  <a:lnTo>
                    <a:pt x="11601" y="133296"/>
                  </a:lnTo>
                  <a:lnTo>
                    <a:pt x="11595" y="133438"/>
                  </a:lnTo>
                  <a:lnTo>
                    <a:pt x="11591" y="133572"/>
                  </a:lnTo>
                  <a:lnTo>
                    <a:pt x="11584" y="133844"/>
                  </a:lnTo>
                  <a:lnTo>
                    <a:pt x="11581" y="134016"/>
                  </a:lnTo>
                  <a:lnTo>
                    <a:pt x="11570" y="134495"/>
                  </a:lnTo>
                  <a:lnTo>
                    <a:pt x="11565" y="134753"/>
                  </a:lnTo>
                  <a:lnTo>
                    <a:pt x="11560" y="135153"/>
                  </a:lnTo>
                  <a:lnTo>
                    <a:pt x="11498" y="135607"/>
                  </a:lnTo>
                  <a:lnTo>
                    <a:pt x="11435" y="135787"/>
                  </a:lnTo>
                  <a:lnTo>
                    <a:pt x="11331" y="135971"/>
                  </a:lnTo>
                  <a:lnTo>
                    <a:pt x="11255" y="136113"/>
                  </a:lnTo>
                  <a:lnTo>
                    <a:pt x="11076" y="136470"/>
                  </a:lnTo>
                  <a:lnTo>
                    <a:pt x="10977" y="136617"/>
                  </a:lnTo>
                  <a:lnTo>
                    <a:pt x="10836" y="136833"/>
                  </a:lnTo>
                  <a:lnTo>
                    <a:pt x="10407" y="137626"/>
                  </a:lnTo>
                  <a:lnTo>
                    <a:pt x="10246" y="137926"/>
                  </a:lnTo>
                  <a:lnTo>
                    <a:pt x="10143" y="138124"/>
                  </a:lnTo>
                  <a:lnTo>
                    <a:pt x="10378" y="138387"/>
                  </a:lnTo>
                  <a:lnTo>
                    <a:pt x="10601" y="138637"/>
                  </a:lnTo>
                  <a:lnTo>
                    <a:pt x="10839" y="138902"/>
                  </a:lnTo>
                  <a:lnTo>
                    <a:pt x="11243" y="139362"/>
                  </a:lnTo>
                  <a:lnTo>
                    <a:pt x="12569" y="141417"/>
                  </a:lnTo>
                  <a:lnTo>
                    <a:pt x="12887" y="141918"/>
                  </a:lnTo>
                  <a:lnTo>
                    <a:pt x="13039" y="142152"/>
                  </a:lnTo>
                  <a:lnTo>
                    <a:pt x="13252" y="142440"/>
                  </a:lnTo>
                  <a:lnTo>
                    <a:pt x="13569" y="143163"/>
                  </a:lnTo>
                  <a:lnTo>
                    <a:pt x="13624" y="143564"/>
                  </a:lnTo>
                  <a:lnTo>
                    <a:pt x="13801" y="144341"/>
                  </a:lnTo>
                  <a:lnTo>
                    <a:pt x="13865" y="144662"/>
                  </a:lnTo>
                  <a:lnTo>
                    <a:pt x="13932" y="145064"/>
                  </a:lnTo>
                  <a:lnTo>
                    <a:pt x="14120" y="145891"/>
                  </a:lnTo>
                  <a:lnTo>
                    <a:pt x="14181" y="146061"/>
                  </a:lnTo>
                  <a:lnTo>
                    <a:pt x="14244" y="146250"/>
                  </a:lnTo>
                  <a:lnTo>
                    <a:pt x="14275" y="146599"/>
                  </a:lnTo>
                  <a:lnTo>
                    <a:pt x="13907" y="148095"/>
                  </a:lnTo>
                  <a:lnTo>
                    <a:pt x="13829" y="148371"/>
                  </a:lnTo>
                  <a:lnTo>
                    <a:pt x="13819" y="148503"/>
                  </a:lnTo>
                  <a:lnTo>
                    <a:pt x="13770" y="148645"/>
                  </a:lnTo>
                  <a:lnTo>
                    <a:pt x="13753" y="148910"/>
                  </a:lnTo>
                  <a:lnTo>
                    <a:pt x="13740" y="149461"/>
                  </a:lnTo>
                  <a:lnTo>
                    <a:pt x="13615" y="150263"/>
                  </a:lnTo>
                  <a:lnTo>
                    <a:pt x="13571" y="150460"/>
                  </a:lnTo>
                  <a:lnTo>
                    <a:pt x="13488" y="150851"/>
                  </a:lnTo>
                  <a:lnTo>
                    <a:pt x="13318" y="151587"/>
                  </a:lnTo>
                  <a:lnTo>
                    <a:pt x="13203" y="152030"/>
                  </a:lnTo>
                  <a:lnTo>
                    <a:pt x="13130" y="152326"/>
                  </a:lnTo>
                  <a:lnTo>
                    <a:pt x="11368" y="153151"/>
                  </a:lnTo>
                  <a:lnTo>
                    <a:pt x="11566" y="154646"/>
                  </a:lnTo>
                  <a:lnTo>
                    <a:pt x="11630" y="155133"/>
                  </a:lnTo>
                  <a:lnTo>
                    <a:pt x="11662" y="155569"/>
                  </a:lnTo>
                  <a:lnTo>
                    <a:pt x="11606" y="155922"/>
                  </a:lnTo>
                  <a:lnTo>
                    <a:pt x="11488" y="156257"/>
                  </a:lnTo>
                  <a:lnTo>
                    <a:pt x="11328" y="156780"/>
                  </a:lnTo>
                  <a:lnTo>
                    <a:pt x="11363" y="156912"/>
                  </a:lnTo>
                  <a:lnTo>
                    <a:pt x="11100" y="157607"/>
                  </a:lnTo>
                  <a:lnTo>
                    <a:pt x="11104" y="159436"/>
                  </a:lnTo>
                  <a:lnTo>
                    <a:pt x="11078" y="159631"/>
                  </a:lnTo>
                  <a:lnTo>
                    <a:pt x="10910" y="160560"/>
                  </a:lnTo>
                  <a:lnTo>
                    <a:pt x="9846" y="161900"/>
                  </a:lnTo>
                  <a:lnTo>
                    <a:pt x="9180" y="161133"/>
                  </a:lnTo>
                  <a:lnTo>
                    <a:pt x="8828" y="160862"/>
                  </a:lnTo>
                  <a:lnTo>
                    <a:pt x="8499" y="161007"/>
                  </a:lnTo>
                  <a:lnTo>
                    <a:pt x="8321" y="161075"/>
                  </a:lnTo>
                  <a:lnTo>
                    <a:pt x="7626" y="161701"/>
                  </a:lnTo>
                  <a:lnTo>
                    <a:pt x="7517" y="161939"/>
                  </a:lnTo>
                  <a:lnTo>
                    <a:pt x="7464" y="162118"/>
                  </a:lnTo>
                  <a:lnTo>
                    <a:pt x="7222" y="162396"/>
                  </a:lnTo>
                  <a:lnTo>
                    <a:pt x="7168" y="162911"/>
                  </a:lnTo>
                  <a:lnTo>
                    <a:pt x="8206" y="163272"/>
                  </a:lnTo>
                  <a:lnTo>
                    <a:pt x="8420" y="163481"/>
                  </a:lnTo>
                  <a:lnTo>
                    <a:pt x="8500" y="163642"/>
                  </a:lnTo>
                  <a:lnTo>
                    <a:pt x="10086" y="165990"/>
                  </a:lnTo>
                  <a:lnTo>
                    <a:pt x="9791" y="168641"/>
                  </a:lnTo>
                  <a:lnTo>
                    <a:pt x="9354" y="172574"/>
                  </a:lnTo>
                  <a:lnTo>
                    <a:pt x="3018" y="163652"/>
                  </a:lnTo>
                  <a:lnTo>
                    <a:pt x="2452" y="168361"/>
                  </a:lnTo>
                  <a:lnTo>
                    <a:pt x="234" y="168656"/>
                  </a:lnTo>
                  <a:lnTo>
                    <a:pt x="0" y="170991"/>
                  </a:lnTo>
                  <a:lnTo>
                    <a:pt x="34" y="171488"/>
                  </a:lnTo>
                  <a:lnTo>
                    <a:pt x="189" y="173898"/>
                  </a:lnTo>
                  <a:lnTo>
                    <a:pt x="254" y="174807"/>
                  </a:lnTo>
                  <a:lnTo>
                    <a:pt x="296" y="175390"/>
                  </a:lnTo>
                  <a:lnTo>
                    <a:pt x="564" y="179276"/>
                  </a:lnTo>
                  <a:lnTo>
                    <a:pt x="1177" y="188195"/>
                  </a:lnTo>
                  <a:lnTo>
                    <a:pt x="2036" y="198110"/>
                  </a:lnTo>
                  <a:lnTo>
                    <a:pt x="22089" y="246238"/>
                  </a:lnTo>
                  <a:lnTo>
                    <a:pt x="24661" y="245164"/>
                  </a:lnTo>
                  <a:lnTo>
                    <a:pt x="27008" y="244185"/>
                  </a:lnTo>
                  <a:lnTo>
                    <a:pt x="28626" y="243510"/>
                  </a:lnTo>
                  <a:lnTo>
                    <a:pt x="34681" y="240983"/>
                  </a:lnTo>
                  <a:lnTo>
                    <a:pt x="36723" y="240131"/>
                  </a:lnTo>
                  <a:lnTo>
                    <a:pt x="39234" y="239661"/>
                  </a:lnTo>
                  <a:lnTo>
                    <a:pt x="44772" y="238626"/>
                  </a:lnTo>
                  <a:lnTo>
                    <a:pt x="47162" y="238179"/>
                  </a:lnTo>
                  <a:lnTo>
                    <a:pt x="53622" y="236972"/>
                  </a:lnTo>
                  <a:lnTo>
                    <a:pt x="61393" y="235519"/>
                  </a:lnTo>
                  <a:lnTo>
                    <a:pt x="62881" y="235219"/>
                  </a:lnTo>
                  <a:lnTo>
                    <a:pt x="63918" y="234993"/>
                  </a:lnTo>
                  <a:lnTo>
                    <a:pt x="65886" y="235293"/>
                  </a:lnTo>
                  <a:lnTo>
                    <a:pt x="67888" y="235599"/>
                  </a:lnTo>
                  <a:close/>
                </a:path>
              </a:pathLst>
            </a:custGeom>
            <a:solidFill>
              <a:srgbClr val="93ACB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g49"/>
            <p:cNvSpPr/>
            <p:nvPr/>
          </p:nvSpPr>
          <p:spPr>
            <a:xfrm>
              <a:off x="5532879" y="5293893"/>
              <a:ext cx="57823" cy="86825"/>
            </a:xfrm>
            <a:custGeom>
              <a:avLst/>
              <a:pathLst>
                <a:path w="57823" h="86825">
                  <a:moveTo>
                    <a:pt x="33110" y="81879"/>
                  </a:moveTo>
                  <a:lnTo>
                    <a:pt x="33379" y="81979"/>
                  </a:lnTo>
                  <a:lnTo>
                    <a:pt x="34142" y="82462"/>
                  </a:lnTo>
                  <a:lnTo>
                    <a:pt x="34757" y="82702"/>
                  </a:lnTo>
                  <a:lnTo>
                    <a:pt x="34998" y="82777"/>
                  </a:lnTo>
                  <a:lnTo>
                    <a:pt x="35553" y="82869"/>
                  </a:lnTo>
                  <a:lnTo>
                    <a:pt x="36932" y="82443"/>
                  </a:lnTo>
                  <a:lnTo>
                    <a:pt x="38007" y="83294"/>
                  </a:lnTo>
                  <a:lnTo>
                    <a:pt x="38108" y="84017"/>
                  </a:lnTo>
                  <a:lnTo>
                    <a:pt x="38204" y="84333"/>
                  </a:lnTo>
                  <a:lnTo>
                    <a:pt x="38554" y="84393"/>
                  </a:lnTo>
                  <a:lnTo>
                    <a:pt x="38699" y="84418"/>
                  </a:lnTo>
                  <a:lnTo>
                    <a:pt x="38871" y="84448"/>
                  </a:lnTo>
                  <a:lnTo>
                    <a:pt x="39107" y="84489"/>
                  </a:lnTo>
                  <a:lnTo>
                    <a:pt x="39502" y="84556"/>
                  </a:lnTo>
                  <a:lnTo>
                    <a:pt x="39694" y="84591"/>
                  </a:lnTo>
                  <a:lnTo>
                    <a:pt x="41340" y="85005"/>
                  </a:lnTo>
                  <a:lnTo>
                    <a:pt x="41949" y="84976"/>
                  </a:lnTo>
                  <a:lnTo>
                    <a:pt x="41921" y="85312"/>
                  </a:lnTo>
                  <a:lnTo>
                    <a:pt x="42005" y="85730"/>
                  </a:lnTo>
                  <a:lnTo>
                    <a:pt x="42892" y="86825"/>
                  </a:lnTo>
                  <a:lnTo>
                    <a:pt x="43326" y="86779"/>
                  </a:lnTo>
                  <a:lnTo>
                    <a:pt x="43792" y="86452"/>
                  </a:lnTo>
                  <a:lnTo>
                    <a:pt x="44349" y="86139"/>
                  </a:lnTo>
                  <a:lnTo>
                    <a:pt x="44480" y="86141"/>
                  </a:lnTo>
                  <a:lnTo>
                    <a:pt x="44660" y="86155"/>
                  </a:lnTo>
                  <a:lnTo>
                    <a:pt x="46503" y="86470"/>
                  </a:lnTo>
                  <a:lnTo>
                    <a:pt x="46882" y="85774"/>
                  </a:lnTo>
                  <a:lnTo>
                    <a:pt x="47179" y="85651"/>
                  </a:lnTo>
                  <a:lnTo>
                    <a:pt x="47559" y="85368"/>
                  </a:lnTo>
                  <a:lnTo>
                    <a:pt x="47656" y="85239"/>
                  </a:lnTo>
                  <a:lnTo>
                    <a:pt x="47821" y="85002"/>
                  </a:lnTo>
                  <a:lnTo>
                    <a:pt x="47983" y="84911"/>
                  </a:lnTo>
                  <a:lnTo>
                    <a:pt x="48044" y="84586"/>
                  </a:lnTo>
                  <a:lnTo>
                    <a:pt x="48698" y="83958"/>
                  </a:lnTo>
                  <a:lnTo>
                    <a:pt x="48907" y="83361"/>
                  </a:lnTo>
                  <a:lnTo>
                    <a:pt x="49105" y="83235"/>
                  </a:lnTo>
                  <a:lnTo>
                    <a:pt x="49795" y="83034"/>
                  </a:lnTo>
                  <a:lnTo>
                    <a:pt x="51811" y="82624"/>
                  </a:lnTo>
                  <a:lnTo>
                    <a:pt x="53240" y="82356"/>
                  </a:lnTo>
                  <a:lnTo>
                    <a:pt x="54069" y="81643"/>
                  </a:lnTo>
                  <a:lnTo>
                    <a:pt x="54011" y="81248"/>
                  </a:lnTo>
                  <a:lnTo>
                    <a:pt x="53950" y="80920"/>
                  </a:lnTo>
                  <a:lnTo>
                    <a:pt x="53701" y="80459"/>
                  </a:lnTo>
                  <a:lnTo>
                    <a:pt x="52968" y="78180"/>
                  </a:lnTo>
                  <a:lnTo>
                    <a:pt x="52872" y="77878"/>
                  </a:lnTo>
                  <a:lnTo>
                    <a:pt x="52434" y="76332"/>
                  </a:lnTo>
                  <a:lnTo>
                    <a:pt x="52257" y="75886"/>
                  </a:lnTo>
                  <a:lnTo>
                    <a:pt x="51355" y="74159"/>
                  </a:lnTo>
                  <a:lnTo>
                    <a:pt x="51037" y="72923"/>
                  </a:lnTo>
                  <a:lnTo>
                    <a:pt x="50989" y="72602"/>
                  </a:lnTo>
                  <a:lnTo>
                    <a:pt x="50833" y="71565"/>
                  </a:lnTo>
                  <a:lnTo>
                    <a:pt x="51278" y="70183"/>
                  </a:lnTo>
                  <a:lnTo>
                    <a:pt x="51244" y="69573"/>
                  </a:lnTo>
                  <a:lnTo>
                    <a:pt x="51197" y="68726"/>
                  </a:lnTo>
                  <a:lnTo>
                    <a:pt x="51138" y="67641"/>
                  </a:lnTo>
                  <a:lnTo>
                    <a:pt x="51370" y="66768"/>
                  </a:lnTo>
                  <a:lnTo>
                    <a:pt x="51827" y="64579"/>
                  </a:lnTo>
                  <a:lnTo>
                    <a:pt x="51945" y="63646"/>
                  </a:lnTo>
                  <a:lnTo>
                    <a:pt x="52841" y="59571"/>
                  </a:lnTo>
                  <a:lnTo>
                    <a:pt x="53408" y="57724"/>
                  </a:lnTo>
                  <a:lnTo>
                    <a:pt x="53455" y="57508"/>
                  </a:lnTo>
                  <a:lnTo>
                    <a:pt x="53573" y="57243"/>
                  </a:lnTo>
                  <a:lnTo>
                    <a:pt x="53613" y="56926"/>
                  </a:lnTo>
                  <a:lnTo>
                    <a:pt x="53950" y="56263"/>
                  </a:lnTo>
                  <a:lnTo>
                    <a:pt x="54121" y="55926"/>
                  </a:lnTo>
                  <a:lnTo>
                    <a:pt x="54227" y="55788"/>
                  </a:lnTo>
                  <a:lnTo>
                    <a:pt x="54485" y="55429"/>
                  </a:lnTo>
                  <a:lnTo>
                    <a:pt x="54936" y="54599"/>
                  </a:lnTo>
                  <a:lnTo>
                    <a:pt x="57095" y="52757"/>
                  </a:lnTo>
                  <a:lnTo>
                    <a:pt x="57823" y="51125"/>
                  </a:lnTo>
                  <a:lnTo>
                    <a:pt x="57419" y="50571"/>
                  </a:lnTo>
                  <a:lnTo>
                    <a:pt x="56479" y="48667"/>
                  </a:lnTo>
                  <a:lnTo>
                    <a:pt x="56296" y="47761"/>
                  </a:lnTo>
                  <a:lnTo>
                    <a:pt x="56231" y="47526"/>
                  </a:lnTo>
                  <a:lnTo>
                    <a:pt x="56257" y="47363"/>
                  </a:lnTo>
                  <a:lnTo>
                    <a:pt x="56345" y="47180"/>
                  </a:lnTo>
                  <a:lnTo>
                    <a:pt x="56419" y="46879"/>
                  </a:lnTo>
                  <a:lnTo>
                    <a:pt x="56412" y="46724"/>
                  </a:lnTo>
                  <a:lnTo>
                    <a:pt x="56422" y="46499"/>
                  </a:lnTo>
                  <a:lnTo>
                    <a:pt x="56435" y="46348"/>
                  </a:lnTo>
                  <a:lnTo>
                    <a:pt x="56438" y="46158"/>
                  </a:lnTo>
                  <a:lnTo>
                    <a:pt x="56414" y="45973"/>
                  </a:lnTo>
                  <a:lnTo>
                    <a:pt x="56364" y="45599"/>
                  </a:lnTo>
                  <a:lnTo>
                    <a:pt x="56203" y="45152"/>
                  </a:lnTo>
                  <a:lnTo>
                    <a:pt x="56125" y="44893"/>
                  </a:lnTo>
                  <a:lnTo>
                    <a:pt x="55990" y="44591"/>
                  </a:lnTo>
                  <a:lnTo>
                    <a:pt x="55336" y="42985"/>
                  </a:lnTo>
                  <a:lnTo>
                    <a:pt x="55262" y="42674"/>
                  </a:lnTo>
                  <a:lnTo>
                    <a:pt x="55087" y="42032"/>
                  </a:lnTo>
                  <a:lnTo>
                    <a:pt x="54761" y="41898"/>
                  </a:lnTo>
                  <a:lnTo>
                    <a:pt x="54613" y="41863"/>
                  </a:lnTo>
                  <a:lnTo>
                    <a:pt x="54076" y="41760"/>
                  </a:lnTo>
                  <a:lnTo>
                    <a:pt x="53047" y="42790"/>
                  </a:lnTo>
                  <a:lnTo>
                    <a:pt x="52460" y="42655"/>
                  </a:lnTo>
                  <a:lnTo>
                    <a:pt x="52250" y="42692"/>
                  </a:lnTo>
                  <a:lnTo>
                    <a:pt x="51518" y="42694"/>
                  </a:lnTo>
                  <a:lnTo>
                    <a:pt x="50586" y="42379"/>
                  </a:lnTo>
                  <a:lnTo>
                    <a:pt x="50229" y="42067"/>
                  </a:lnTo>
                  <a:lnTo>
                    <a:pt x="50087" y="41934"/>
                  </a:lnTo>
                  <a:lnTo>
                    <a:pt x="49485" y="41462"/>
                  </a:lnTo>
                  <a:lnTo>
                    <a:pt x="49185" y="41353"/>
                  </a:lnTo>
                  <a:lnTo>
                    <a:pt x="48866" y="41189"/>
                  </a:lnTo>
                  <a:lnTo>
                    <a:pt x="48125" y="40012"/>
                  </a:lnTo>
                  <a:lnTo>
                    <a:pt x="47958" y="39853"/>
                  </a:lnTo>
                  <a:lnTo>
                    <a:pt x="47659" y="39603"/>
                  </a:lnTo>
                  <a:lnTo>
                    <a:pt x="46161" y="37689"/>
                  </a:lnTo>
                  <a:lnTo>
                    <a:pt x="45558" y="36862"/>
                  </a:lnTo>
                  <a:lnTo>
                    <a:pt x="43933" y="35826"/>
                  </a:lnTo>
                  <a:lnTo>
                    <a:pt x="43931" y="35642"/>
                  </a:lnTo>
                  <a:lnTo>
                    <a:pt x="43877" y="35475"/>
                  </a:lnTo>
                  <a:lnTo>
                    <a:pt x="43889" y="35238"/>
                  </a:lnTo>
                  <a:lnTo>
                    <a:pt x="43441" y="33603"/>
                  </a:lnTo>
                  <a:lnTo>
                    <a:pt x="43427" y="32736"/>
                  </a:lnTo>
                  <a:lnTo>
                    <a:pt x="43152" y="31994"/>
                  </a:lnTo>
                  <a:lnTo>
                    <a:pt x="43082" y="31824"/>
                  </a:lnTo>
                  <a:lnTo>
                    <a:pt x="43045" y="31349"/>
                  </a:lnTo>
                  <a:lnTo>
                    <a:pt x="41562" y="27171"/>
                  </a:lnTo>
                  <a:lnTo>
                    <a:pt x="41867" y="26487"/>
                  </a:lnTo>
                  <a:lnTo>
                    <a:pt x="41824" y="26328"/>
                  </a:lnTo>
                  <a:lnTo>
                    <a:pt x="41878" y="26122"/>
                  </a:lnTo>
                  <a:lnTo>
                    <a:pt x="41953" y="25872"/>
                  </a:lnTo>
                  <a:lnTo>
                    <a:pt x="42006" y="25673"/>
                  </a:lnTo>
                  <a:lnTo>
                    <a:pt x="42023" y="25475"/>
                  </a:lnTo>
                  <a:lnTo>
                    <a:pt x="42059" y="22140"/>
                  </a:lnTo>
                  <a:lnTo>
                    <a:pt x="42373" y="21109"/>
                  </a:lnTo>
                  <a:lnTo>
                    <a:pt x="42319" y="19919"/>
                  </a:lnTo>
                  <a:lnTo>
                    <a:pt x="39248" y="19266"/>
                  </a:lnTo>
                  <a:lnTo>
                    <a:pt x="38993" y="19178"/>
                  </a:lnTo>
                  <a:lnTo>
                    <a:pt x="38853" y="19149"/>
                  </a:lnTo>
                  <a:lnTo>
                    <a:pt x="37948" y="17414"/>
                  </a:lnTo>
                  <a:lnTo>
                    <a:pt x="37129" y="14981"/>
                  </a:lnTo>
                  <a:lnTo>
                    <a:pt x="37052" y="14639"/>
                  </a:lnTo>
                  <a:lnTo>
                    <a:pt x="36947" y="14321"/>
                  </a:lnTo>
                  <a:lnTo>
                    <a:pt x="36358" y="13042"/>
                  </a:lnTo>
                  <a:lnTo>
                    <a:pt x="36314" y="12777"/>
                  </a:lnTo>
                  <a:lnTo>
                    <a:pt x="36194" y="12320"/>
                  </a:lnTo>
                  <a:lnTo>
                    <a:pt x="36130" y="12114"/>
                  </a:lnTo>
                  <a:lnTo>
                    <a:pt x="34928" y="10476"/>
                  </a:lnTo>
                  <a:lnTo>
                    <a:pt x="34777" y="10429"/>
                  </a:lnTo>
                  <a:lnTo>
                    <a:pt x="34724" y="10245"/>
                  </a:lnTo>
                  <a:lnTo>
                    <a:pt x="34725" y="10039"/>
                  </a:lnTo>
                  <a:lnTo>
                    <a:pt x="34765" y="9823"/>
                  </a:lnTo>
                  <a:lnTo>
                    <a:pt x="34848" y="9326"/>
                  </a:lnTo>
                  <a:lnTo>
                    <a:pt x="34945" y="9024"/>
                  </a:lnTo>
                  <a:lnTo>
                    <a:pt x="35117" y="8739"/>
                  </a:lnTo>
                  <a:lnTo>
                    <a:pt x="35626" y="8206"/>
                  </a:lnTo>
                  <a:lnTo>
                    <a:pt x="35988" y="7839"/>
                  </a:lnTo>
                  <a:lnTo>
                    <a:pt x="36116" y="7709"/>
                  </a:lnTo>
                  <a:lnTo>
                    <a:pt x="36368" y="6826"/>
                  </a:lnTo>
                  <a:lnTo>
                    <a:pt x="35426" y="6089"/>
                  </a:lnTo>
                  <a:lnTo>
                    <a:pt x="35242" y="5943"/>
                  </a:lnTo>
                  <a:lnTo>
                    <a:pt x="34662" y="5463"/>
                  </a:lnTo>
                  <a:lnTo>
                    <a:pt x="34642" y="5261"/>
                  </a:lnTo>
                  <a:lnTo>
                    <a:pt x="34626" y="5117"/>
                  </a:lnTo>
                  <a:lnTo>
                    <a:pt x="33451" y="3811"/>
                  </a:lnTo>
                  <a:lnTo>
                    <a:pt x="33246" y="3600"/>
                  </a:lnTo>
                  <a:lnTo>
                    <a:pt x="33048" y="3489"/>
                  </a:lnTo>
                  <a:lnTo>
                    <a:pt x="32752" y="3460"/>
                  </a:lnTo>
                  <a:lnTo>
                    <a:pt x="32215" y="3612"/>
                  </a:lnTo>
                  <a:lnTo>
                    <a:pt x="32160" y="3751"/>
                  </a:lnTo>
                  <a:lnTo>
                    <a:pt x="32099" y="3946"/>
                  </a:lnTo>
                  <a:lnTo>
                    <a:pt x="31904" y="4024"/>
                  </a:lnTo>
                  <a:lnTo>
                    <a:pt x="31630" y="4200"/>
                  </a:lnTo>
                  <a:lnTo>
                    <a:pt x="29733" y="4768"/>
                  </a:lnTo>
                  <a:lnTo>
                    <a:pt x="29378" y="4846"/>
                  </a:lnTo>
                  <a:lnTo>
                    <a:pt x="29035" y="4865"/>
                  </a:lnTo>
                  <a:lnTo>
                    <a:pt x="28440" y="4360"/>
                  </a:lnTo>
                  <a:lnTo>
                    <a:pt x="28482" y="4221"/>
                  </a:lnTo>
                  <a:lnTo>
                    <a:pt x="28609" y="3927"/>
                  </a:lnTo>
                  <a:lnTo>
                    <a:pt x="28638" y="3600"/>
                  </a:lnTo>
                  <a:lnTo>
                    <a:pt x="28589" y="3317"/>
                  </a:lnTo>
                  <a:lnTo>
                    <a:pt x="27337" y="2697"/>
                  </a:lnTo>
                  <a:lnTo>
                    <a:pt x="27092" y="2455"/>
                  </a:lnTo>
                  <a:lnTo>
                    <a:pt x="25590" y="937"/>
                  </a:lnTo>
                  <a:lnTo>
                    <a:pt x="21281" y="824"/>
                  </a:lnTo>
                  <a:lnTo>
                    <a:pt x="20624" y="652"/>
                  </a:lnTo>
                  <a:lnTo>
                    <a:pt x="19837" y="500"/>
                  </a:lnTo>
                  <a:lnTo>
                    <a:pt x="17632" y="0"/>
                  </a:lnTo>
                  <a:lnTo>
                    <a:pt x="16524" y="65"/>
                  </a:lnTo>
                  <a:lnTo>
                    <a:pt x="16381" y="86"/>
                  </a:lnTo>
                  <a:lnTo>
                    <a:pt x="15664" y="195"/>
                  </a:lnTo>
                  <a:lnTo>
                    <a:pt x="15507" y="587"/>
                  </a:lnTo>
                  <a:lnTo>
                    <a:pt x="15085" y="860"/>
                  </a:lnTo>
                  <a:lnTo>
                    <a:pt x="14900" y="1033"/>
                  </a:lnTo>
                  <a:lnTo>
                    <a:pt x="14716" y="1205"/>
                  </a:lnTo>
                  <a:lnTo>
                    <a:pt x="14438" y="1463"/>
                  </a:lnTo>
                  <a:lnTo>
                    <a:pt x="14160" y="1724"/>
                  </a:lnTo>
                  <a:lnTo>
                    <a:pt x="13884" y="1977"/>
                  </a:lnTo>
                  <a:lnTo>
                    <a:pt x="13513" y="2322"/>
                  </a:lnTo>
                  <a:lnTo>
                    <a:pt x="13145" y="2667"/>
                  </a:lnTo>
                  <a:lnTo>
                    <a:pt x="12773" y="3013"/>
                  </a:lnTo>
                  <a:lnTo>
                    <a:pt x="12403" y="3356"/>
                  </a:lnTo>
                  <a:lnTo>
                    <a:pt x="11944" y="3786"/>
                  </a:lnTo>
                  <a:lnTo>
                    <a:pt x="11552" y="4149"/>
                  </a:lnTo>
                  <a:lnTo>
                    <a:pt x="11357" y="4470"/>
                  </a:lnTo>
                  <a:lnTo>
                    <a:pt x="11456" y="4706"/>
                  </a:lnTo>
                  <a:lnTo>
                    <a:pt x="11545" y="4924"/>
                  </a:lnTo>
                  <a:lnTo>
                    <a:pt x="11610" y="5099"/>
                  </a:lnTo>
                  <a:lnTo>
                    <a:pt x="11733" y="5376"/>
                  </a:lnTo>
                  <a:lnTo>
                    <a:pt x="11828" y="5587"/>
                  </a:lnTo>
                  <a:lnTo>
                    <a:pt x="11919" y="5787"/>
                  </a:lnTo>
                  <a:lnTo>
                    <a:pt x="12023" y="6019"/>
                  </a:lnTo>
                  <a:lnTo>
                    <a:pt x="12128" y="6251"/>
                  </a:lnTo>
                  <a:lnTo>
                    <a:pt x="12249" y="6518"/>
                  </a:lnTo>
                  <a:lnTo>
                    <a:pt x="12519" y="7164"/>
                  </a:lnTo>
                  <a:lnTo>
                    <a:pt x="12601" y="7401"/>
                  </a:lnTo>
                  <a:lnTo>
                    <a:pt x="12682" y="7640"/>
                  </a:lnTo>
                  <a:lnTo>
                    <a:pt x="12807" y="7995"/>
                  </a:lnTo>
                  <a:lnTo>
                    <a:pt x="12933" y="8352"/>
                  </a:lnTo>
                  <a:lnTo>
                    <a:pt x="13109" y="8908"/>
                  </a:lnTo>
                  <a:lnTo>
                    <a:pt x="13159" y="9156"/>
                  </a:lnTo>
                  <a:lnTo>
                    <a:pt x="13208" y="9402"/>
                  </a:lnTo>
                  <a:lnTo>
                    <a:pt x="13284" y="9774"/>
                  </a:lnTo>
                  <a:lnTo>
                    <a:pt x="13358" y="10144"/>
                  </a:lnTo>
                  <a:lnTo>
                    <a:pt x="13430" y="10499"/>
                  </a:lnTo>
                  <a:lnTo>
                    <a:pt x="13388" y="10772"/>
                  </a:lnTo>
                  <a:lnTo>
                    <a:pt x="13362" y="10965"/>
                  </a:lnTo>
                  <a:lnTo>
                    <a:pt x="13355" y="11108"/>
                  </a:lnTo>
                  <a:lnTo>
                    <a:pt x="13345" y="11326"/>
                  </a:lnTo>
                  <a:lnTo>
                    <a:pt x="13334" y="11718"/>
                  </a:lnTo>
                  <a:lnTo>
                    <a:pt x="13326" y="11971"/>
                  </a:lnTo>
                  <a:lnTo>
                    <a:pt x="13313" y="12349"/>
                  </a:lnTo>
                  <a:lnTo>
                    <a:pt x="13312" y="12890"/>
                  </a:lnTo>
                  <a:lnTo>
                    <a:pt x="13315" y="13144"/>
                  </a:lnTo>
                  <a:lnTo>
                    <a:pt x="13344" y="13536"/>
                  </a:lnTo>
                  <a:lnTo>
                    <a:pt x="13428" y="13773"/>
                  </a:lnTo>
                  <a:lnTo>
                    <a:pt x="13490" y="13949"/>
                  </a:lnTo>
                  <a:lnTo>
                    <a:pt x="13568" y="14173"/>
                  </a:lnTo>
                  <a:lnTo>
                    <a:pt x="13650" y="14412"/>
                  </a:lnTo>
                  <a:lnTo>
                    <a:pt x="13815" y="14888"/>
                  </a:lnTo>
                  <a:lnTo>
                    <a:pt x="13390" y="14913"/>
                  </a:lnTo>
                  <a:lnTo>
                    <a:pt x="13141" y="14927"/>
                  </a:lnTo>
                  <a:lnTo>
                    <a:pt x="12891" y="14941"/>
                  </a:lnTo>
                  <a:lnTo>
                    <a:pt x="12640" y="14955"/>
                  </a:lnTo>
                  <a:lnTo>
                    <a:pt x="12386" y="14971"/>
                  </a:lnTo>
                  <a:lnTo>
                    <a:pt x="12133" y="14986"/>
                  </a:lnTo>
                  <a:lnTo>
                    <a:pt x="11632" y="15027"/>
                  </a:lnTo>
                  <a:lnTo>
                    <a:pt x="11479" y="15199"/>
                  </a:lnTo>
                  <a:lnTo>
                    <a:pt x="11309" y="15390"/>
                  </a:lnTo>
                  <a:lnTo>
                    <a:pt x="11140" y="15580"/>
                  </a:lnTo>
                  <a:lnTo>
                    <a:pt x="10888" y="15863"/>
                  </a:lnTo>
                  <a:lnTo>
                    <a:pt x="10638" y="16146"/>
                  </a:lnTo>
                  <a:lnTo>
                    <a:pt x="10391" y="16423"/>
                  </a:lnTo>
                  <a:lnTo>
                    <a:pt x="10223" y="16613"/>
                  </a:lnTo>
                  <a:lnTo>
                    <a:pt x="10026" y="16834"/>
                  </a:lnTo>
                  <a:lnTo>
                    <a:pt x="9858" y="17023"/>
                  </a:lnTo>
                  <a:lnTo>
                    <a:pt x="9689" y="17212"/>
                  </a:lnTo>
                  <a:lnTo>
                    <a:pt x="9522" y="17402"/>
                  </a:lnTo>
                  <a:lnTo>
                    <a:pt x="9351" y="17593"/>
                  </a:lnTo>
                  <a:lnTo>
                    <a:pt x="9180" y="17786"/>
                  </a:lnTo>
                  <a:lnTo>
                    <a:pt x="9012" y="17973"/>
                  </a:lnTo>
                  <a:lnTo>
                    <a:pt x="8759" y="18258"/>
                  </a:lnTo>
                  <a:lnTo>
                    <a:pt x="8591" y="18447"/>
                  </a:lnTo>
                  <a:lnTo>
                    <a:pt x="8423" y="18635"/>
                  </a:lnTo>
                  <a:lnTo>
                    <a:pt x="8252" y="18825"/>
                  </a:lnTo>
                  <a:lnTo>
                    <a:pt x="8085" y="19013"/>
                  </a:lnTo>
                  <a:lnTo>
                    <a:pt x="7829" y="19299"/>
                  </a:lnTo>
                  <a:lnTo>
                    <a:pt x="7659" y="19490"/>
                  </a:lnTo>
                  <a:lnTo>
                    <a:pt x="7489" y="19680"/>
                  </a:lnTo>
                  <a:lnTo>
                    <a:pt x="7311" y="19882"/>
                  </a:lnTo>
                  <a:lnTo>
                    <a:pt x="7056" y="20165"/>
                  </a:lnTo>
                  <a:lnTo>
                    <a:pt x="6884" y="20361"/>
                  </a:lnTo>
                  <a:lnTo>
                    <a:pt x="6685" y="20581"/>
                  </a:lnTo>
                  <a:lnTo>
                    <a:pt x="6514" y="20779"/>
                  </a:lnTo>
                  <a:lnTo>
                    <a:pt x="6260" y="21061"/>
                  </a:lnTo>
                  <a:lnTo>
                    <a:pt x="6090" y="21253"/>
                  </a:lnTo>
                  <a:lnTo>
                    <a:pt x="5920" y="21442"/>
                  </a:lnTo>
                  <a:lnTo>
                    <a:pt x="5667" y="21722"/>
                  </a:lnTo>
                  <a:lnTo>
                    <a:pt x="5498" y="21913"/>
                  </a:lnTo>
                  <a:lnTo>
                    <a:pt x="5342" y="22088"/>
                  </a:lnTo>
                  <a:lnTo>
                    <a:pt x="5184" y="22268"/>
                  </a:lnTo>
                  <a:lnTo>
                    <a:pt x="5013" y="22460"/>
                  </a:lnTo>
                  <a:lnTo>
                    <a:pt x="4840" y="22651"/>
                  </a:lnTo>
                  <a:lnTo>
                    <a:pt x="4587" y="22935"/>
                  </a:lnTo>
                  <a:lnTo>
                    <a:pt x="4418" y="23124"/>
                  </a:lnTo>
                  <a:lnTo>
                    <a:pt x="4167" y="23406"/>
                  </a:lnTo>
                  <a:lnTo>
                    <a:pt x="3914" y="23688"/>
                  </a:lnTo>
                  <a:lnTo>
                    <a:pt x="3661" y="23974"/>
                  </a:lnTo>
                  <a:lnTo>
                    <a:pt x="3320" y="24355"/>
                  </a:lnTo>
                  <a:lnTo>
                    <a:pt x="2895" y="24834"/>
                  </a:lnTo>
                  <a:lnTo>
                    <a:pt x="2494" y="25286"/>
                  </a:lnTo>
                  <a:lnTo>
                    <a:pt x="2072" y="25755"/>
                  </a:lnTo>
                  <a:lnTo>
                    <a:pt x="1482" y="26419"/>
                  </a:lnTo>
                  <a:lnTo>
                    <a:pt x="1056" y="26896"/>
                  </a:lnTo>
                  <a:lnTo>
                    <a:pt x="803" y="27180"/>
                  </a:lnTo>
                  <a:lnTo>
                    <a:pt x="586" y="27423"/>
                  </a:lnTo>
                  <a:lnTo>
                    <a:pt x="423" y="27606"/>
                  </a:lnTo>
                  <a:lnTo>
                    <a:pt x="0" y="28085"/>
                  </a:lnTo>
                  <a:lnTo>
                    <a:pt x="805" y="32564"/>
                  </a:lnTo>
                  <a:lnTo>
                    <a:pt x="1940" y="34254"/>
                  </a:lnTo>
                  <a:lnTo>
                    <a:pt x="2142" y="34519"/>
                  </a:lnTo>
                  <a:lnTo>
                    <a:pt x="2488" y="34450"/>
                  </a:lnTo>
                  <a:lnTo>
                    <a:pt x="2922" y="34368"/>
                  </a:lnTo>
                  <a:lnTo>
                    <a:pt x="4691" y="34602"/>
                  </a:lnTo>
                  <a:lnTo>
                    <a:pt x="5004" y="34793"/>
                  </a:lnTo>
                  <a:lnTo>
                    <a:pt x="5267" y="34953"/>
                  </a:lnTo>
                  <a:lnTo>
                    <a:pt x="5501" y="35217"/>
                  </a:lnTo>
                  <a:lnTo>
                    <a:pt x="5572" y="35613"/>
                  </a:lnTo>
                  <a:lnTo>
                    <a:pt x="5788" y="36034"/>
                  </a:lnTo>
                  <a:lnTo>
                    <a:pt x="6068" y="36268"/>
                  </a:lnTo>
                  <a:lnTo>
                    <a:pt x="6485" y="36044"/>
                  </a:lnTo>
                  <a:lnTo>
                    <a:pt x="6593" y="35916"/>
                  </a:lnTo>
                  <a:lnTo>
                    <a:pt x="7135" y="35623"/>
                  </a:lnTo>
                  <a:lnTo>
                    <a:pt x="7270" y="35929"/>
                  </a:lnTo>
                  <a:lnTo>
                    <a:pt x="7459" y="36296"/>
                  </a:lnTo>
                  <a:lnTo>
                    <a:pt x="12969" y="41091"/>
                  </a:lnTo>
                  <a:lnTo>
                    <a:pt x="13783" y="41248"/>
                  </a:lnTo>
                  <a:lnTo>
                    <a:pt x="13899" y="41422"/>
                  </a:lnTo>
                  <a:lnTo>
                    <a:pt x="14201" y="41875"/>
                  </a:lnTo>
                  <a:lnTo>
                    <a:pt x="14686" y="42905"/>
                  </a:lnTo>
                  <a:lnTo>
                    <a:pt x="14788" y="43389"/>
                  </a:lnTo>
                  <a:lnTo>
                    <a:pt x="14920" y="44013"/>
                  </a:lnTo>
                  <a:lnTo>
                    <a:pt x="15106" y="44225"/>
                  </a:lnTo>
                  <a:lnTo>
                    <a:pt x="16207" y="46570"/>
                  </a:lnTo>
                  <a:lnTo>
                    <a:pt x="16095" y="46730"/>
                  </a:lnTo>
                  <a:lnTo>
                    <a:pt x="16445" y="48172"/>
                  </a:lnTo>
                  <a:lnTo>
                    <a:pt x="16515" y="48580"/>
                  </a:lnTo>
                  <a:lnTo>
                    <a:pt x="16569" y="49055"/>
                  </a:lnTo>
                  <a:lnTo>
                    <a:pt x="16564" y="49238"/>
                  </a:lnTo>
                  <a:lnTo>
                    <a:pt x="16562" y="49613"/>
                  </a:lnTo>
                  <a:lnTo>
                    <a:pt x="16064" y="51525"/>
                  </a:lnTo>
                  <a:lnTo>
                    <a:pt x="16192" y="51768"/>
                  </a:lnTo>
                  <a:lnTo>
                    <a:pt x="16139" y="52408"/>
                  </a:lnTo>
                  <a:lnTo>
                    <a:pt x="15854" y="53098"/>
                  </a:lnTo>
                  <a:lnTo>
                    <a:pt x="15501" y="53408"/>
                  </a:lnTo>
                  <a:lnTo>
                    <a:pt x="15059" y="53687"/>
                  </a:lnTo>
                  <a:lnTo>
                    <a:pt x="15044" y="54175"/>
                  </a:lnTo>
                  <a:lnTo>
                    <a:pt x="16684" y="58128"/>
                  </a:lnTo>
                  <a:lnTo>
                    <a:pt x="16792" y="58531"/>
                  </a:lnTo>
                  <a:lnTo>
                    <a:pt x="16840" y="58708"/>
                  </a:lnTo>
                  <a:lnTo>
                    <a:pt x="17311" y="58980"/>
                  </a:lnTo>
                  <a:lnTo>
                    <a:pt x="17504" y="59092"/>
                  </a:lnTo>
                  <a:lnTo>
                    <a:pt x="17719" y="60633"/>
                  </a:lnTo>
                  <a:lnTo>
                    <a:pt x="17782" y="61082"/>
                  </a:lnTo>
                  <a:lnTo>
                    <a:pt x="18062" y="63086"/>
                  </a:lnTo>
                  <a:lnTo>
                    <a:pt x="18081" y="63224"/>
                  </a:lnTo>
                  <a:lnTo>
                    <a:pt x="18427" y="65698"/>
                  </a:lnTo>
                  <a:lnTo>
                    <a:pt x="18789" y="65927"/>
                  </a:lnTo>
                  <a:lnTo>
                    <a:pt x="22329" y="68174"/>
                  </a:lnTo>
                  <a:lnTo>
                    <a:pt x="25491" y="68192"/>
                  </a:lnTo>
                  <a:lnTo>
                    <a:pt x="26163" y="68196"/>
                  </a:lnTo>
                  <a:lnTo>
                    <a:pt x="27236" y="68202"/>
                  </a:lnTo>
                  <a:lnTo>
                    <a:pt x="27861" y="68206"/>
                  </a:lnTo>
                  <a:lnTo>
                    <a:pt x="27911" y="68672"/>
                  </a:lnTo>
                  <a:lnTo>
                    <a:pt x="28501" y="74186"/>
                  </a:lnTo>
                  <a:lnTo>
                    <a:pt x="28519" y="74351"/>
                  </a:lnTo>
                  <a:lnTo>
                    <a:pt x="28593" y="75043"/>
                  </a:lnTo>
                  <a:lnTo>
                    <a:pt x="28703" y="76070"/>
                  </a:lnTo>
                  <a:lnTo>
                    <a:pt x="28800" y="76978"/>
                  </a:lnTo>
                  <a:lnTo>
                    <a:pt x="28931" y="78196"/>
                  </a:lnTo>
                  <a:lnTo>
                    <a:pt x="31091" y="80629"/>
                  </a:lnTo>
                  <a:lnTo>
                    <a:pt x="32189" y="82251"/>
                  </a:lnTo>
                  <a:close/>
                </a:path>
              </a:pathLst>
            </a:custGeom>
            <a:solidFill>
              <a:srgbClr val="234E5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g50"/>
            <p:cNvSpPr/>
            <p:nvPr/>
          </p:nvSpPr>
          <p:spPr>
            <a:xfrm>
              <a:off x="4889752" y="4315037"/>
              <a:ext cx="557782" cy="462317"/>
            </a:xfrm>
            <a:custGeom>
              <a:avLst/>
              <a:pathLst>
                <a:path w="557782" h="462317">
                  <a:moveTo>
                    <a:pt x="163552" y="446061"/>
                  </a:moveTo>
                  <a:lnTo>
                    <a:pt x="163963" y="446646"/>
                  </a:lnTo>
                  <a:lnTo>
                    <a:pt x="164277" y="446956"/>
                  </a:lnTo>
                  <a:lnTo>
                    <a:pt x="164458" y="447212"/>
                  </a:lnTo>
                  <a:lnTo>
                    <a:pt x="164812" y="447456"/>
                  </a:lnTo>
                  <a:lnTo>
                    <a:pt x="164962" y="447704"/>
                  </a:lnTo>
                  <a:lnTo>
                    <a:pt x="165259" y="448194"/>
                  </a:lnTo>
                  <a:lnTo>
                    <a:pt x="165442" y="448501"/>
                  </a:lnTo>
                  <a:lnTo>
                    <a:pt x="165189" y="448748"/>
                  </a:lnTo>
                  <a:lnTo>
                    <a:pt x="164910" y="449017"/>
                  </a:lnTo>
                  <a:lnTo>
                    <a:pt x="164821" y="449146"/>
                  </a:lnTo>
                  <a:lnTo>
                    <a:pt x="164570" y="449418"/>
                  </a:lnTo>
                  <a:lnTo>
                    <a:pt x="164666" y="449589"/>
                  </a:lnTo>
                  <a:lnTo>
                    <a:pt x="164849" y="449864"/>
                  </a:lnTo>
                  <a:lnTo>
                    <a:pt x="164966" y="450042"/>
                  </a:lnTo>
                  <a:lnTo>
                    <a:pt x="165461" y="450100"/>
                  </a:lnTo>
                  <a:lnTo>
                    <a:pt x="165674" y="450128"/>
                  </a:lnTo>
                  <a:lnTo>
                    <a:pt x="166103" y="450166"/>
                  </a:lnTo>
                  <a:lnTo>
                    <a:pt x="166239" y="449981"/>
                  </a:lnTo>
                  <a:lnTo>
                    <a:pt x="166643" y="449629"/>
                  </a:lnTo>
                  <a:lnTo>
                    <a:pt x="166891" y="449573"/>
                  </a:lnTo>
                  <a:lnTo>
                    <a:pt x="167419" y="449514"/>
                  </a:lnTo>
                  <a:lnTo>
                    <a:pt x="167970" y="449399"/>
                  </a:lnTo>
                  <a:lnTo>
                    <a:pt x="168178" y="449371"/>
                  </a:lnTo>
                  <a:lnTo>
                    <a:pt x="168359" y="449343"/>
                  </a:lnTo>
                  <a:lnTo>
                    <a:pt x="168499" y="449371"/>
                  </a:lnTo>
                  <a:lnTo>
                    <a:pt x="168675" y="449409"/>
                  </a:lnTo>
                  <a:lnTo>
                    <a:pt x="169036" y="449481"/>
                  </a:lnTo>
                  <a:lnTo>
                    <a:pt x="169243" y="449526"/>
                  </a:lnTo>
                  <a:lnTo>
                    <a:pt x="169728" y="449552"/>
                  </a:lnTo>
                  <a:lnTo>
                    <a:pt x="169944" y="449442"/>
                  </a:lnTo>
                  <a:lnTo>
                    <a:pt x="170084" y="449371"/>
                  </a:lnTo>
                  <a:lnTo>
                    <a:pt x="170415" y="449156"/>
                  </a:lnTo>
                  <a:lnTo>
                    <a:pt x="170602" y="449036"/>
                  </a:lnTo>
                  <a:lnTo>
                    <a:pt x="171193" y="448698"/>
                  </a:lnTo>
                  <a:lnTo>
                    <a:pt x="171388" y="448591"/>
                  </a:lnTo>
                  <a:lnTo>
                    <a:pt x="171613" y="448382"/>
                  </a:lnTo>
                  <a:lnTo>
                    <a:pt x="171721" y="448178"/>
                  </a:lnTo>
                  <a:lnTo>
                    <a:pt x="171955" y="447906"/>
                  </a:lnTo>
                  <a:lnTo>
                    <a:pt x="172178" y="447575"/>
                  </a:lnTo>
                  <a:lnTo>
                    <a:pt x="172321" y="447383"/>
                  </a:lnTo>
                  <a:lnTo>
                    <a:pt x="172497" y="447146"/>
                  </a:lnTo>
                  <a:lnTo>
                    <a:pt x="172637" y="446910"/>
                  </a:lnTo>
                  <a:lnTo>
                    <a:pt x="172799" y="446638"/>
                  </a:lnTo>
                  <a:lnTo>
                    <a:pt x="173226" y="446270"/>
                  </a:lnTo>
                  <a:lnTo>
                    <a:pt x="173488" y="446084"/>
                  </a:lnTo>
                  <a:lnTo>
                    <a:pt x="173739" y="445970"/>
                  </a:lnTo>
                  <a:lnTo>
                    <a:pt x="174088" y="445909"/>
                  </a:lnTo>
                  <a:lnTo>
                    <a:pt x="174740" y="445639"/>
                  </a:lnTo>
                  <a:lnTo>
                    <a:pt x="175298" y="445414"/>
                  </a:lnTo>
                  <a:lnTo>
                    <a:pt x="175837" y="445212"/>
                  </a:lnTo>
                  <a:lnTo>
                    <a:pt x="176391" y="445027"/>
                  </a:lnTo>
                  <a:lnTo>
                    <a:pt x="177338" y="444570"/>
                  </a:lnTo>
                  <a:lnTo>
                    <a:pt x="177894" y="444921"/>
                  </a:lnTo>
                  <a:lnTo>
                    <a:pt x="178560" y="445374"/>
                  </a:lnTo>
                  <a:lnTo>
                    <a:pt x="179158" y="445857"/>
                  </a:lnTo>
                  <a:lnTo>
                    <a:pt x="179287" y="446045"/>
                  </a:lnTo>
                  <a:lnTo>
                    <a:pt x="179443" y="446369"/>
                  </a:lnTo>
                  <a:lnTo>
                    <a:pt x="179533" y="446687"/>
                  </a:lnTo>
                  <a:lnTo>
                    <a:pt x="179604" y="447046"/>
                  </a:lnTo>
                  <a:lnTo>
                    <a:pt x="179657" y="447408"/>
                  </a:lnTo>
                  <a:lnTo>
                    <a:pt x="179687" y="447846"/>
                  </a:lnTo>
                  <a:lnTo>
                    <a:pt x="179738" y="448949"/>
                  </a:lnTo>
                  <a:lnTo>
                    <a:pt x="179753" y="449300"/>
                  </a:lnTo>
                  <a:lnTo>
                    <a:pt x="179407" y="451423"/>
                  </a:lnTo>
                  <a:lnTo>
                    <a:pt x="179125" y="452938"/>
                  </a:lnTo>
                  <a:lnTo>
                    <a:pt x="179160" y="453241"/>
                  </a:lnTo>
                  <a:lnTo>
                    <a:pt x="179187" y="453389"/>
                  </a:lnTo>
                  <a:lnTo>
                    <a:pt x="179212" y="453530"/>
                  </a:lnTo>
                  <a:lnTo>
                    <a:pt x="179349" y="453841"/>
                  </a:lnTo>
                  <a:lnTo>
                    <a:pt x="179515" y="454078"/>
                  </a:lnTo>
                  <a:lnTo>
                    <a:pt x="179729" y="454257"/>
                  </a:lnTo>
                  <a:lnTo>
                    <a:pt x="180157" y="454512"/>
                  </a:lnTo>
                  <a:lnTo>
                    <a:pt x="183245" y="456262"/>
                  </a:lnTo>
                  <a:lnTo>
                    <a:pt x="184094" y="456757"/>
                  </a:lnTo>
                  <a:lnTo>
                    <a:pt x="184275" y="456984"/>
                  </a:lnTo>
                  <a:lnTo>
                    <a:pt x="184379" y="457323"/>
                  </a:lnTo>
                  <a:lnTo>
                    <a:pt x="184325" y="457544"/>
                  </a:lnTo>
                  <a:lnTo>
                    <a:pt x="184184" y="458024"/>
                  </a:lnTo>
                  <a:lnTo>
                    <a:pt x="184281" y="458385"/>
                  </a:lnTo>
                  <a:lnTo>
                    <a:pt x="184387" y="458861"/>
                  </a:lnTo>
                  <a:lnTo>
                    <a:pt x="184326" y="459096"/>
                  </a:lnTo>
                  <a:lnTo>
                    <a:pt x="184805" y="459218"/>
                  </a:lnTo>
                  <a:lnTo>
                    <a:pt x="185004" y="459265"/>
                  </a:lnTo>
                  <a:lnTo>
                    <a:pt x="185366" y="459396"/>
                  </a:lnTo>
                  <a:lnTo>
                    <a:pt x="185730" y="459534"/>
                  </a:lnTo>
                  <a:lnTo>
                    <a:pt x="185774" y="459822"/>
                  </a:lnTo>
                  <a:lnTo>
                    <a:pt x="185723" y="460096"/>
                  </a:lnTo>
                  <a:lnTo>
                    <a:pt x="185675" y="460333"/>
                  </a:lnTo>
                  <a:lnTo>
                    <a:pt x="185683" y="460558"/>
                  </a:lnTo>
                  <a:lnTo>
                    <a:pt x="185751" y="460864"/>
                  </a:lnTo>
                  <a:lnTo>
                    <a:pt x="185776" y="461226"/>
                  </a:lnTo>
                  <a:lnTo>
                    <a:pt x="186132" y="461412"/>
                  </a:lnTo>
                  <a:lnTo>
                    <a:pt x="186321" y="461626"/>
                  </a:lnTo>
                  <a:lnTo>
                    <a:pt x="186467" y="461789"/>
                  </a:lnTo>
                  <a:lnTo>
                    <a:pt x="186640" y="461936"/>
                  </a:lnTo>
                  <a:lnTo>
                    <a:pt x="187084" y="462317"/>
                  </a:lnTo>
                  <a:lnTo>
                    <a:pt x="187272" y="462229"/>
                  </a:lnTo>
                  <a:lnTo>
                    <a:pt x="187468" y="462175"/>
                  </a:lnTo>
                  <a:lnTo>
                    <a:pt x="187711" y="462136"/>
                  </a:lnTo>
                  <a:lnTo>
                    <a:pt x="187991" y="462050"/>
                  </a:lnTo>
                  <a:lnTo>
                    <a:pt x="188237" y="461973"/>
                  </a:lnTo>
                  <a:lnTo>
                    <a:pt x="189029" y="461729"/>
                  </a:lnTo>
                  <a:lnTo>
                    <a:pt x="189344" y="461418"/>
                  </a:lnTo>
                  <a:lnTo>
                    <a:pt x="189664" y="461199"/>
                  </a:lnTo>
                  <a:lnTo>
                    <a:pt x="189987" y="460826"/>
                  </a:lnTo>
                  <a:lnTo>
                    <a:pt x="189962" y="460570"/>
                  </a:lnTo>
                  <a:lnTo>
                    <a:pt x="189999" y="459290"/>
                  </a:lnTo>
                  <a:lnTo>
                    <a:pt x="190677" y="458858"/>
                  </a:lnTo>
                  <a:lnTo>
                    <a:pt x="191009" y="459009"/>
                  </a:lnTo>
                  <a:lnTo>
                    <a:pt x="191146" y="458723"/>
                  </a:lnTo>
                  <a:lnTo>
                    <a:pt x="191228" y="458560"/>
                  </a:lnTo>
                  <a:lnTo>
                    <a:pt x="191404" y="458259"/>
                  </a:lnTo>
                  <a:lnTo>
                    <a:pt x="191833" y="457523"/>
                  </a:lnTo>
                  <a:lnTo>
                    <a:pt x="192171" y="456945"/>
                  </a:lnTo>
                  <a:lnTo>
                    <a:pt x="192871" y="457117"/>
                  </a:lnTo>
                  <a:lnTo>
                    <a:pt x="193288" y="457220"/>
                  </a:lnTo>
                  <a:lnTo>
                    <a:pt x="193521" y="457255"/>
                  </a:lnTo>
                  <a:lnTo>
                    <a:pt x="194033" y="457331"/>
                  </a:lnTo>
                  <a:lnTo>
                    <a:pt x="194185" y="457351"/>
                  </a:lnTo>
                  <a:lnTo>
                    <a:pt x="194512" y="457391"/>
                  </a:lnTo>
                  <a:lnTo>
                    <a:pt x="194732" y="457419"/>
                  </a:lnTo>
                  <a:lnTo>
                    <a:pt x="194894" y="457439"/>
                  </a:lnTo>
                  <a:lnTo>
                    <a:pt x="195344" y="457498"/>
                  </a:lnTo>
                  <a:lnTo>
                    <a:pt x="195835" y="457562"/>
                  </a:lnTo>
                  <a:lnTo>
                    <a:pt x="196029" y="457587"/>
                  </a:lnTo>
                  <a:lnTo>
                    <a:pt x="196192" y="457608"/>
                  </a:lnTo>
                  <a:lnTo>
                    <a:pt x="196509" y="457724"/>
                  </a:lnTo>
                  <a:lnTo>
                    <a:pt x="197272" y="457344"/>
                  </a:lnTo>
                  <a:lnTo>
                    <a:pt x="197581" y="457337"/>
                  </a:lnTo>
                  <a:lnTo>
                    <a:pt x="197795" y="457333"/>
                  </a:lnTo>
                  <a:lnTo>
                    <a:pt x="198416" y="457319"/>
                  </a:lnTo>
                  <a:lnTo>
                    <a:pt x="199158" y="457302"/>
                  </a:lnTo>
                  <a:lnTo>
                    <a:pt x="199294" y="457260"/>
                  </a:lnTo>
                  <a:lnTo>
                    <a:pt x="199439" y="457230"/>
                  </a:lnTo>
                  <a:lnTo>
                    <a:pt x="199629" y="457216"/>
                  </a:lnTo>
                  <a:lnTo>
                    <a:pt x="200466" y="456580"/>
                  </a:lnTo>
                  <a:lnTo>
                    <a:pt x="200630" y="456508"/>
                  </a:lnTo>
                  <a:lnTo>
                    <a:pt x="200862" y="456411"/>
                  </a:lnTo>
                  <a:lnTo>
                    <a:pt x="201535" y="455799"/>
                  </a:lnTo>
                  <a:lnTo>
                    <a:pt x="201678" y="455741"/>
                  </a:lnTo>
                  <a:lnTo>
                    <a:pt x="201882" y="455638"/>
                  </a:lnTo>
                  <a:lnTo>
                    <a:pt x="202292" y="455476"/>
                  </a:lnTo>
                  <a:lnTo>
                    <a:pt x="202447" y="455324"/>
                  </a:lnTo>
                  <a:lnTo>
                    <a:pt x="202706" y="455227"/>
                  </a:lnTo>
                  <a:lnTo>
                    <a:pt x="202874" y="455164"/>
                  </a:lnTo>
                  <a:lnTo>
                    <a:pt x="203558" y="455026"/>
                  </a:lnTo>
                  <a:lnTo>
                    <a:pt x="203854" y="454995"/>
                  </a:lnTo>
                  <a:lnTo>
                    <a:pt x="204313" y="454981"/>
                  </a:lnTo>
                  <a:lnTo>
                    <a:pt x="204794" y="454923"/>
                  </a:lnTo>
                  <a:lnTo>
                    <a:pt x="205132" y="454897"/>
                  </a:lnTo>
                  <a:lnTo>
                    <a:pt x="205411" y="454890"/>
                  </a:lnTo>
                  <a:lnTo>
                    <a:pt x="205769" y="454883"/>
                  </a:lnTo>
                  <a:lnTo>
                    <a:pt x="206215" y="454871"/>
                  </a:lnTo>
                  <a:lnTo>
                    <a:pt x="206503" y="454801"/>
                  </a:lnTo>
                  <a:lnTo>
                    <a:pt x="206784" y="454730"/>
                  </a:lnTo>
                  <a:lnTo>
                    <a:pt x="207115" y="454665"/>
                  </a:lnTo>
                  <a:lnTo>
                    <a:pt x="207249" y="454641"/>
                  </a:lnTo>
                  <a:lnTo>
                    <a:pt x="207408" y="454674"/>
                  </a:lnTo>
                  <a:lnTo>
                    <a:pt x="207652" y="454686"/>
                  </a:lnTo>
                  <a:lnTo>
                    <a:pt x="207936" y="454726"/>
                  </a:lnTo>
                  <a:lnTo>
                    <a:pt x="208287" y="454770"/>
                  </a:lnTo>
                  <a:lnTo>
                    <a:pt x="208533" y="454808"/>
                  </a:lnTo>
                  <a:lnTo>
                    <a:pt x="208744" y="454925"/>
                  </a:lnTo>
                  <a:lnTo>
                    <a:pt x="209035" y="455096"/>
                  </a:lnTo>
                  <a:lnTo>
                    <a:pt x="209241" y="455249"/>
                  </a:lnTo>
                  <a:lnTo>
                    <a:pt x="209469" y="455394"/>
                  </a:lnTo>
                  <a:lnTo>
                    <a:pt x="209687" y="455544"/>
                  </a:lnTo>
                  <a:lnTo>
                    <a:pt x="209982" y="455708"/>
                  </a:lnTo>
                  <a:lnTo>
                    <a:pt x="210228" y="455889"/>
                  </a:lnTo>
                  <a:lnTo>
                    <a:pt x="210524" y="456100"/>
                  </a:lnTo>
                  <a:lnTo>
                    <a:pt x="210688" y="456240"/>
                  </a:lnTo>
                  <a:lnTo>
                    <a:pt x="210887" y="456374"/>
                  </a:lnTo>
                  <a:lnTo>
                    <a:pt x="211035" y="456470"/>
                  </a:lnTo>
                  <a:lnTo>
                    <a:pt x="211197" y="456566"/>
                  </a:lnTo>
                  <a:lnTo>
                    <a:pt x="211361" y="456674"/>
                  </a:lnTo>
                  <a:lnTo>
                    <a:pt x="211506" y="456826"/>
                  </a:lnTo>
                  <a:lnTo>
                    <a:pt x="211651" y="456901"/>
                  </a:lnTo>
                  <a:lnTo>
                    <a:pt x="211799" y="457047"/>
                  </a:lnTo>
                  <a:lnTo>
                    <a:pt x="211949" y="457197"/>
                  </a:lnTo>
                  <a:lnTo>
                    <a:pt x="212205" y="457429"/>
                  </a:lnTo>
                  <a:lnTo>
                    <a:pt x="212352" y="457497"/>
                  </a:lnTo>
                  <a:lnTo>
                    <a:pt x="212556" y="457598"/>
                  </a:lnTo>
                  <a:lnTo>
                    <a:pt x="212798" y="457727"/>
                  </a:lnTo>
                  <a:lnTo>
                    <a:pt x="212939" y="457792"/>
                  </a:lnTo>
                  <a:lnTo>
                    <a:pt x="213068" y="457860"/>
                  </a:lnTo>
                  <a:lnTo>
                    <a:pt x="213208" y="457895"/>
                  </a:lnTo>
                  <a:lnTo>
                    <a:pt x="213438" y="457935"/>
                  </a:lnTo>
                  <a:lnTo>
                    <a:pt x="213879" y="457987"/>
                  </a:lnTo>
                  <a:lnTo>
                    <a:pt x="214169" y="458022"/>
                  </a:lnTo>
                  <a:lnTo>
                    <a:pt x="214542" y="458043"/>
                  </a:lnTo>
                  <a:lnTo>
                    <a:pt x="214873" y="457895"/>
                  </a:lnTo>
                  <a:lnTo>
                    <a:pt x="215224" y="457738"/>
                  </a:lnTo>
                  <a:lnTo>
                    <a:pt x="215412" y="457680"/>
                  </a:lnTo>
                  <a:lnTo>
                    <a:pt x="215632" y="457548"/>
                  </a:lnTo>
                  <a:lnTo>
                    <a:pt x="215921" y="457616"/>
                  </a:lnTo>
                  <a:lnTo>
                    <a:pt x="216036" y="457762"/>
                  </a:lnTo>
                  <a:lnTo>
                    <a:pt x="216132" y="457919"/>
                  </a:lnTo>
                  <a:lnTo>
                    <a:pt x="216296" y="457989"/>
                  </a:lnTo>
                  <a:lnTo>
                    <a:pt x="216542" y="458067"/>
                  </a:lnTo>
                  <a:lnTo>
                    <a:pt x="216835" y="458181"/>
                  </a:lnTo>
                  <a:lnTo>
                    <a:pt x="217070" y="458278"/>
                  </a:lnTo>
                  <a:lnTo>
                    <a:pt x="217236" y="458320"/>
                  </a:lnTo>
                  <a:lnTo>
                    <a:pt x="217487" y="458355"/>
                  </a:lnTo>
                  <a:lnTo>
                    <a:pt x="217883" y="458378"/>
                  </a:lnTo>
                  <a:lnTo>
                    <a:pt x="218169" y="458402"/>
                  </a:lnTo>
                  <a:lnTo>
                    <a:pt x="218317" y="458381"/>
                  </a:lnTo>
                  <a:lnTo>
                    <a:pt x="218502" y="458355"/>
                  </a:lnTo>
                  <a:lnTo>
                    <a:pt x="218816" y="458296"/>
                  </a:lnTo>
                  <a:lnTo>
                    <a:pt x="219015" y="458256"/>
                  </a:lnTo>
                  <a:lnTo>
                    <a:pt x="219337" y="458172"/>
                  </a:lnTo>
                  <a:lnTo>
                    <a:pt x="219538" y="458137"/>
                  </a:lnTo>
                  <a:lnTo>
                    <a:pt x="219857" y="457893"/>
                  </a:lnTo>
                  <a:lnTo>
                    <a:pt x="220010" y="457741"/>
                  </a:lnTo>
                  <a:lnTo>
                    <a:pt x="220202" y="457551"/>
                  </a:lnTo>
                  <a:lnTo>
                    <a:pt x="220427" y="457255"/>
                  </a:lnTo>
                  <a:lnTo>
                    <a:pt x="220567" y="457323"/>
                  </a:lnTo>
                  <a:lnTo>
                    <a:pt x="220715" y="457363"/>
                  </a:lnTo>
                  <a:lnTo>
                    <a:pt x="220929" y="457408"/>
                  </a:lnTo>
                  <a:lnTo>
                    <a:pt x="221177" y="457466"/>
                  </a:lnTo>
                  <a:lnTo>
                    <a:pt x="221437" y="457539"/>
                  </a:lnTo>
                  <a:lnTo>
                    <a:pt x="221639" y="457452"/>
                  </a:lnTo>
                  <a:lnTo>
                    <a:pt x="221925" y="457035"/>
                  </a:lnTo>
                  <a:lnTo>
                    <a:pt x="222045" y="456810"/>
                  </a:lnTo>
                  <a:lnTo>
                    <a:pt x="222077" y="456655"/>
                  </a:lnTo>
                  <a:lnTo>
                    <a:pt x="222124" y="456329"/>
                  </a:lnTo>
                  <a:lnTo>
                    <a:pt x="222155" y="456074"/>
                  </a:lnTo>
                  <a:lnTo>
                    <a:pt x="222253" y="455788"/>
                  </a:lnTo>
                  <a:lnTo>
                    <a:pt x="222431" y="455745"/>
                  </a:lnTo>
                  <a:lnTo>
                    <a:pt x="222668" y="455708"/>
                  </a:lnTo>
                  <a:lnTo>
                    <a:pt x="223093" y="455605"/>
                  </a:lnTo>
                  <a:lnTo>
                    <a:pt x="223360" y="455532"/>
                  </a:lnTo>
                  <a:lnTo>
                    <a:pt x="223522" y="455394"/>
                  </a:lnTo>
                  <a:lnTo>
                    <a:pt x="223718" y="455230"/>
                  </a:lnTo>
                  <a:lnTo>
                    <a:pt x="224101" y="454918"/>
                  </a:lnTo>
                  <a:lnTo>
                    <a:pt x="224323" y="454841"/>
                  </a:lnTo>
                  <a:lnTo>
                    <a:pt x="224567" y="455002"/>
                  </a:lnTo>
                  <a:lnTo>
                    <a:pt x="224764" y="455131"/>
                  </a:lnTo>
                  <a:lnTo>
                    <a:pt x="225179" y="455309"/>
                  </a:lnTo>
                  <a:lnTo>
                    <a:pt x="225763" y="455391"/>
                  </a:lnTo>
                  <a:lnTo>
                    <a:pt x="226190" y="455450"/>
                  </a:lnTo>
                  <a:lnTo>
                    <a:pt x="226752" y="455525"/>
                  </a:lnTo>
                  <a:lnTo>
                    <a:pt x="227287" y="455598"/>
                  </a:lnTo>
                  <a:lnTo>
                    <a:pt x="227620" y="455771"/>
                  </a:lnTo>
                  <a:lnTo>
                    <a:pt x="227786" y="455860"/>
                  </a:lnTo>
                  <a:lnTo>
                    <a:pt x="228189" y="456088"/>
                  </a:lnTo>
                  <a:lnTo>
                    <a:pt x="228379" y="456271"/>
                  </a:lnTo>
                  <a:lnTo>
                    <a:pt x="228557" y="456449"/>
                  </a:lnTo>
                  <a:lnTo>
                    <a:pt x="229279" y="456908"/>
                  </a:lnTo>
                  <a:lnTo>
                    <a:pt x="229577" y="457080"/>
                  </a:lnTo>
                  <a:lnTo>
                    <a:pt x="229842" y="457230"/>
                  </a:lnTo>
                  <a:lnTo>
                    <a:pt x="230234" y="456840"/>
                  </a:lnTo>
                  <a:lnTo>
                    <a:pt x="230520" y="456557"/>
                  </a:lnTo>
                  <a:lnTo>
                    <a:pt x="231040" y="456041"/>
                  </a:lnTo>
                  <a:lnTo>
                    <a:pt x="231099" y="455818"/>
                  </a:lnTo>
                  <a:lnTo>
                    <a:pt x="231188" y="455481"/>
                  </a:lnTo>
                  <a:lnTo>
                    <a:pt x="231286" y="455112"/>
                  </a:lnTo>
                  <a:lnTo>
                    <a:pt x="231331" y="454948"/>
                  </a:lnTo>
                  <a:lnTo>
                    <a:pt x="231406" y="454669"/>
                  </a:lnTo>
                  <a:lnTo>
                    <a:pt x="231446" y="454529"/>
                  </a:lnTo>
                  <a:lnTo>
                    <a:pt x="231476" y="454360"/>
                  </a:lnTo>
                  <a:lnTo>
                    <a:pt x="231593" y="454226"/>
                  </a:lnTo>
                  <a:lnTo>
                    <a:pt x="231772" y="454231"/>
                  </a:lnTo>
                  <a:lnTo>
                    <a:pt x="232369" y="454205"/>
                  </a:lnTo>
                  <a:lnTo>
                    <a:pt x="232899" y="454198"/>
                  </a:lnTo>
                  <a:lnTo>
                    <a:pt x="233427" y="454196"/>
                  </a:lnTo>
                  <a:lnTo>
                    <a:pt x="233781" y="454198"/>
                  </a:lnTo>
                  <a:lnTo>
                    <a:pt x="233964" y="454158"/>
                  </a:lnTo>
                  <a:lnTo>
                    <a:pt x="234493" y="453994"/>
                  </a:lnTo>
                  <a:lnTo>
                    <a:pt x="235047" y="453821"/>
                  </a:lnTo>
                  <a:lnTo>
                    <a:pt x="235579" y="453659"/>
                  </a:lnTo>
                  <a:lnTo>
                    <a:pt x="236111" y="453525"/>
                  </a:lnTo>
                  <a:lnTo>
                    <a:pt x="236271" y="453474"/>
                  </a:lnTo>
                  <a:lnTo>
                    <a:pt x="236779" y="453293"/>
                  </a:lnTo>
                  <a:lnTo>
                    <a:pt x="236964" y="453197"/>
                  </a:lnTo>
                  <a:lnTo>
                    <a:pt x="237171" y="453218"/>
                  </a:lnTo>
                  <a:lnTo>
                    <a:pt x="237328" y="453401"/>
                  </a:lnTo>
                  <a:lnTo>
                    <a:pt x="237567" y="453685"/>
                  </a:lnTo>
                  <a:lnTo>
                    <a:pt x="237935" y="454119"/>
                  </a:lnTo>
                  <a:lnTo>
                    <a:pt x="238275" y="454477"/>
                  </a:lnTo>
                  <a:lnTo>
                    <a:pt x="238498" y="454822"/>
                  </a:lnTo>
                  <a:lnTo>
                    <a:pt x="238592" y="454970"/>
                  </a:lnTo>
                  <a:lnTo>
                    <a:pt x="238732" y="455115"/>
                  </a:lnTo>
                  <a:lnTo>
                    <a:pt x="238985" y="455211"/>
                  </a:lnTo>
                  <a:lnTo>
                    <a:pt x="239515" y="454747"/>
                  </a:lnTo>
                  <a:lnTo>
                    <a:pt x="239921" y="454407"/>
                  </a:lnTo>
                  <a:lnTo>
                    <a:pt x="240226" y="454156"/>
                  </a:lnTo>
                  <a:lnTo>
                    <a:pt x="240434" y="453999"/>
                  </a:lnTo>
                  <a:lnTo>
                    <a:pt x="240695" y="453802"/>
                  </a:lnTo>
                  <a:lnTo>
                    <a:pt x="240842" y="453736"/>
                  </a:lnTo>
                  <a:lnTo>
                    <a:pt x="241081" y="453633"/>
                  </a:lnTo>
                  <a:lnTo>
                    <a:pt x="241747" y="453359"/>
                  </a:lnTo>
                  <a:lnTo>
                    <a:pt x="241888" y="453298"/>
                  </a:lnTo>
                  <a:lnTo>
                    <a:pt x="242179" y="453171"/>
                  </a:lnTo>
                  <a:lnTo>
                    <a:pt x="242741" y="452979"/>
                  </a:lnTo>
                  <a:lnTo>
                    <a:pt x="242955" y="452904"/>
                  </a:lnTo>
                  <a:lnTo>
                    <a:pt x="243348" y="452710"/>
                  </a:lnTo>
                  <a:lnTo>
                    <a:pt x="243806" y="452567"/>
                  </a:lnTo>
                  <a:lnTo>
                    <a:pt x="244195" y="452405"/>
                  </a:lnTo>
                  <a:lnTo>
                    <a:pt x="244406" y="452452"/>
                  </a:lnTo>
                  <a:lnTo>
                    <a:pt x="244652" y="452440"/>
                  </a:lnTo>
                  <a:lnTo>
                    <a:pt x="244971" y="452442"/>
                  </a:lnTo>
                  <a:lnTo>
                    <a:pt x="245177" y="452440"/>
                  </a:lnTo>
                  <a:lnTo>
                    <a:pt x="245341" y="452564"/>
                  </a:lnTo>
                  <a:lnTo>
                    <a:pt x="245501" y="452695"/>
                  </a:lnTo>
                  <a:lnTo>
                    <a:pt x="245651" y="452817"/>
                  </a:lnTo>
                  <a:lnTo>
                    <a:pt x="245838" y="452972"/>
                  </a:lnTo>
                  <a:lnTo>
                    <a:pt x="246108" y="453197"/>
                  </a:lnTo>
                  <a:lnTo>
                    <a:pt x="246249" y="453317"/>
                  </a:lnTo>
                  <a:lnTo>
                    <a:pt x="246603" y="453619"/>
                  </a:lnTo>
                  <a:lnTo>
                    <a:pt x="246795" y="453788"/>
                  </a:lnTo>
                  <a:lnTo>
                    <a:pt x="247097" y="454055"/>
                  </a:lnTo>
                  <a:lnTo>
                    <a:pt x="247852" y="454728"/>
                  </a:lnTo>
                  <a:lnTo>
                    <a:pt x="248148" y="454543"/>
                  </a:lnTo>
                  <a:lnTo>
                    <a:pt x="248717" y="454123"/>
                  </a:lnTo>
                  <a:lnTo>
                    <a:pt x="249139" y="453804"/>
                  </a:lnTo>
                  <a:lnTo>
                    <a:pt x="249278" y="453809"/>
                  </a:lnTo>
                  <a:lnTo>
                    <a:pt x="249498" y="453818"/>
                  </a:lnTo>
                  <a:lnTo>
                    <a:pt x="250047" y="453830"/>
                  </a:lnTo>
                  <a:lnTo>
                    <a:pt x="250461" y="453840"/>
                  </a:lnTo>
                  <a:lnTo>
                    <a:pt x="250626" y="453844"/>
                  </a:lnTo>
                  <a:lnTo>
                    <a:pt x="251329" y="453854"/>
                  </a:lnTo>
                  <a:lnTo>
                    <a:pt x="251554" y="453858"/>
                  </a:lnTo>
                  <a:lnTo>
                    <a:pt x="251812" y="453959"/>
                  </a:lnTo>
                  <a:lnTo>
                    <a:pt x="252159" y="454072"/>
                  </a:lnTo>
                  <a:lnTo>
                    <a:pt x="252707" y="454273"/>
                  </a:lnTo>
                  <a:lnTo>
                    <a:pt x="253209" y="454456"/>
                  </a:lnTo>
                  <a:lnTo>
                    <a:pt x="253709" y="454641"/>
                  </a:lnTo>
                  <a:lnTo>
                    <a:pt x="254208" y="454822"/>
                  </a:lnTo>
                  <a:lnTo>
                    <a:pt x="254347" y="454872"/>
                  </a:lnTo>
                  <a:lnTo>
                    <a:pt x="255003" y="455063"/>
                  </a:lnTo>
                  <a:lnTo>
                    <a:pt x="255188" y="455101"/>
                  </a:lnTo>
                  <a:lnTo>
                    <a:pt x="255486" y="455094"/>
                  </a:lnTo>
                  <a:lnTo>
                    <a:pt x="255879" y="455089"/>
                  </a:lnTo>
                  <a:lnTo>
                    <a:pt x="256048" y="455056"/>
                  </a:lnTo>
                  <a:lnTo>
                    <a:pt x="256250" y="455021"/>
                  </a:lnTo>
                  <a:lnTo>
                    <a:pt x="256522" y="454848"/>
                  </a:lnTo>
                  <a:lnTo>
                    <a:pt x="256674" y="454737"/>
                  </a:lnTo>
                  <a:lnTo>
                    <a:pt x="256923" y="454562"/>
                  </a:lnTo>
                  <a:lnTo>
                    <a:pt x="257258" y="454271"/>
                  </a:lnTo>
                  <a:lnTo>
                    <a:pt x="257544" y="454018"/>
                  </a:lnTo>
                  <a:lnTo>
                    <a:pt x="257671" y="453861"/>
                  </a:lnTo>
                  <a:lnTo>
                    <a:pt x="257961" y="453429"/>
                  </a:lnTo>
                  <a:lnTo>
                    <a:pt x="258048" y="453300"/>
                  </a:lnTo>
                  <a:lnTo>
                    <a:pt x="258308" y="452869"/>
                  </a:lnTo>
                  <a:lnTo>
                    <a:pt x="258421" y="452688"/>
                  </a:lnTo>
                  <a:lnTo>
                    <a:pt x="258618" y="452346"/>
                  </a:lnTo>
                  <a:lnTo>
                    <a:pt x="258733" y="452173"/>
                  </a:lnTo>
                  <a:lnTo>
                    <a:pt x="258836" y="451980"/>
                  </a:lnTo>
                  <a:lnTo>
                    <a:pt x="259070" y="451821"/>
                  </a:lnTo>
                  <a:lnTo>
                    <a:pt x="259546" y="451608"/>
                  </a:lnTo>
                  <a:lnTo>
                    <a:pt x="259741" y="451338"/>
                  </a:lnTo>
                  <a:lnTo>
                    <a:pt x="259884" y="451174"/>
                  </a:lnTo>
                  <a:lnTo>
                    <a:pt x="260067" y="450982"/>
                  </a:lnTo>
                  <a:lnTo>
                    <a:pt x="260222" y="450759"/>
                  </a:lnTo>
                  <a:lnTo>
                    <a:pt x="260418" y="450613"/>
                  </a:lnTo>
                  <a:lnTo>
                    <a:pt x="260735" y="450147"/>
                  </a:lnTo>
                  <a:lnTo>
                    <a:pt x="260768" y="449962"/>
                  </a:lnTo>
                  <a:lnTo>
                    <a:pt x="260587" y="449868"/>
                  </a:lnTo>
                  <a:lnTo>
                    <a:pt x="260458" y="449798"/>
                  </a:lnTo>
                  <a:lnTo>
                    <a:pt x="260304" y="449702"/>
                  </a:lnTo>
                  <a:lnTo>
                    <a:pt x="260139" y="449598"/>
                  </a:lnTo>
                  <a:lnTo>
                    <a:pt x="259732" y="449071"/>
                  </a:lnTo>
                  <a:lnTo>
                    <a:pt x="259872" y="448897"/>
                  </a:lnTo>
                  <a:lnTo>
                    <a:pt x="260165" y="448893"/>
                  </a:lnTo>
                  <a:lnTo>
                    <a:pt x="260376" y="448888"/>
                  </a:lnTo>
                  <a:lnTo>
                    <a:pt x="260697" y="448883"/>
                  </a:lnTo>
                  <a:lnTo>
                    <a:pt x="260953" y="448879"/>
                  </a:lnTo>
                  <a:lnTo>
                    <a:pt x="261314" y="448872"/>
                  </a:lnTo>
                  <a:lnTo>
                    <a:pt x="261506" y="448869"/>
                  </a:lnTo>
                  <a:lnTo>
                    <a:pt x="261704" y="448865"/>
                  </a:lnTo>
                  <a:lnTo>
                    <a:pt x="262077" y="448858"/>
                  </a:lnTo>
                  <a:lnTo>
                    <a:pt x="262273" y="448855"/>
                  </a:lnTo>
                  <a:lnTo>
                    <a:pt x="262452" y="448853"/>
                  </a:lnTo>
                  <a:lnTo>
                    <a:pt x="262597" y="448851"/>
                  </a:lnTo>
                  <a:lnTo>
                    <a:pt x="263157" y="448841"/>
                  </a:lnTo>
                  <a:lnTo>
                    <a:pt x="263343" y="448839"/>
                  </a:lnTo>
                  <a:lnTo>
                    <a:pt x="263558" y="448834"/>
                  </a:lnTo>
                  <a:lnTo>
                    <a:pt x="263748" y="448832"/>
                  </a:lnTo>
                  <a:lnTo>
                    <a:pt x="263910" y="448827"/>
                  </a:lnTo>
                  <a:lnTo>
                    <a:pt x="264112" y="448825"/>
                  </a:lnTo>
                  <a:lnTo>
                    <a:pt x="264290" y="448820"/>
                  </a:lnTo>
                  <a:lnTo>
                    <a:pt x="264569" y="448815"/>
                  </a:lnTo>
                  <a:lnTo>
                    <a:pt x="264859" y="448811"/>
                  </a:lnTo>
                  <a:lnTo>
                    <a:pt x="265148" y="448806"/>
                  </a:lnTo>
                  <a:lnTo>
                    <a:pt x="265279" y="448804"/>
                  </a:lnTo>
                  <a:lnTo>
                    <a:pt x="265422" y="448801"/>
                  </a:lnTo>
                  <a:lnTo>
                    <a:pt x="265596" y="448799"/>
                  </a:lnTo>
                  <a:lnTo>
                    <a:pt x="265954" y="448792"/>
                  </a:lnTo>
                  <a:lnTo>
                    <a:pt x="266121" y="448787"/>
                  </a:lnTo>
                  <a:lnTo>
                    <a:pt x="266357" y="448785"/>
                  </a:lnTo>
                  <a:lnTo>
                    <a:pt x="266559" y="448780"/>
                  </a:lnTo>
                  <a:lnTo>
                    <a:pt x="266737" y="448776"/>
                  </a:lnTo>
                  <a:lnTo>
                    <a:pt x="266962" y="448773"/>
                  </a:lnTo>
                  <a:lnTo>
                    <a:pt x="267288" y="448766"/>
                  </a:lnTo>
                  <a:lnTo>
                    <a:pt x="267548" y="448813"/>
                  </a:lnTo>
                  <a:lnTo>
                    <a:pt x="267687" y="448776"/>
                  </a:lnTo>
                  <a:lnTo>
                    <a:pt x="268071" y="448768"/>
                  </a:lnTo>
                  <a:lnTo>
                    <a:pt x="268214" y="448776"/>
                  </a:lnTo>
                  <a:lnTo>
                    <a:pt x="268777" y="448895"/>
                  </a:lnTo>
                  <a:lnTo>
                    <a:pt x="268960" y="448909"/>
                  </a:lnTo>
                  <a:lnTo>
                    <a:pt x="269319" y="448923"/>
                  </a:lnTo>
                  <a:lnTo>
                    <a:pt x="269473" y="448902"/>
                  </a:lnTo>
                  <a:lnTo>
                    <a:pt x="270102" y="448565"/>
                  </a:lnTo>
                  <a:lnTo>
                    <a:pt x="270256" y="448682"/>
                  </a:lnTo>
                  <a:lnTo>
                    <a:pt x="270568" y="448949"/>
                  </a:lnTo>
                  <a:lnTo>
                    <a:pt x="270786" y="449108"/>
                  </a:lnTo>
                  <a:lnTo>
                    <a:pt x="271023" y="449294"/>
                  </a:lnTo>
                  <a:lnTo>
                    <a:pt x="271154" y="449413"/>
                  </a:lnTo>
                  <a:lnTo>
                    <a:pt x="271375" y="449516"/>
                  </a:lnTo>
                  <a:lnTo>
                    <a:pt x="271515" y="449615"/>
                  </a:lnTo>
                  <a:lnTo>
                    <a:pt x="271897" y="449481"/>
                  </a:lnTo>
                  <a:lnTo>
                    <a:pt x="272216" y="449188"/>
                  </a:lnTo>
                  <a:lnTo>
                    <a:pt x="272350" y="449153"/>
                  </a:lnTo>
                  <a:lnTo>
                    <a:pt x="272542" y="449155"/>
                  </a:lnTo>
                  <a:lnTo>
                    <a:pt x="272680" y="449151"/>
                  </a:lnTo>
                  <a:lnTo>
                    <a:pt x="272905" y="449101"/>
                  </a:lnTo>
                  <a:lnTo>
                    <a:pt x="273100" y="448975"/>
                  </a:lnTo>
                  <a:lnTo>
                    <a:pt x="273393" y="449188"/>
                  </a:lnTo>
                  <a:lnTo>
                    <a:pt x="273672" y="449174"/>
                  </a:lnTo>
                  <a:lnTo>
                    <a:pt x="273899" y="448998"/>
                  </a:lnTo>
                  <a:lnTo>
                    <a:pt x="274059" y="449003"/>
                  </a:lnTo>
                  <a:lnTo>
                    <a:pt x="274467" y="448860"/>
                  </a:lnTo>
                  <a:lnTo>
                    <a:pt x="274931" y="448572"/>
                  </a:lnTo>
                  <a:lnTo>
                    <a:pt x="275151" y="448382"/>
                  </a:lnTo>
                  <a:lnTo>
                    <a:pt x="275304" y="448222"/>
                  </a:lnTo>
                  <a:lnTo>
                    <a:pt x="275482" y="447990"/>
                  </a:lnTo>
                  <a:lnTo>
                    <a:pt x="275817" y="447599"/>
                  </a:lnTo>
                  <a:lnTo>
                    <a:pt x="276005" y="447284"/>
                  </a:lnTo>
                  <a:lnTo>
                    <a:pt x="276113" y="446914"/>
                  </a:lnTo>
                  <a:lnTo>
                    <a:pt x="276131" y="446738"/>
                  </a:lnTo>
                  <a:lnTo>
                    <a:pt x="276148" y="446569"/>
                  </a:lnTo>
                  <a:lnTo>
                    <a:pt x="276171" y="446429"/>
                  </a:lnTo>
                  <a:lnTo>
                    <a:pt x="275866" y="446042"/>
                  </a:lnTo>
                  <a:lnTo>
                    <a:pt x="275524" y="445648"/>
                  </a:lnTo>
                  <a:lnTo>
                    <a:pt x="275369" y="445378"/>
                  </a:lnTo>
                  <a:lnTo>
                    <a:pt x="275243" y="445142"/>
                  </a:lnTo>
                  <a:lnTo>
                    <a:pt x="275810" y="445139"/>
                  </a:lnTo>
                  <a:lnTo>
                    <a:pt x="276178" y="445104"/>
                  </a:lnTo>
                  <a:lnTo>
                    <a:pt x="276312" y="445090"/>
                  </a:lnTo>
                  <a:lnTo>
                    <a:pt x="276650" y="445078"/>
                  </a:lnTo>
                  <a:lnTo>
                    <a:pt x="277416" y="445020"/>
                  </a:lnTo>
                  <a:lnTo>
                    <a:pt x="278177" y="444963"/>
                  </a:lnTo>
                  <a:lnTo>
                    <a:pt x="278478" y="444945"/>
                  </a:lnTo>
                  <a:lnTo>
                    <a:pt x="278942" y="444912"/>
                  </a:lnTo>
                  <a:lnTo>
                    <a:pt x="279414" y="444879"/>
                  </a:lnTo>
                  <a:lnTo>
                    <a:pt x="279763" y="444858"/>
                  </a:lnTo>
                  <a:lnTo>
                    <a:pt x="280128" y="444836"/>
                  </a:lnTo>
                  <a:lnTo>
                    <a:pt x="280381" y="447747"/>
                  </a:lnTo>
                  <a:lnTo>
                    <a:pt x="280471" y="448874"/>
                  </a:lnTo>
                  <a:lnTo>
                    <a:pt x="283646" y="449426"/>
                  </a:lnTo>
                  <a:lnTo>
                    <a:pt x="284941" y="449666"/>
                  </a:lnTo>
                  <a:lnTo>
                    <a:pt x="285816" y="449829"/>
                  </a:lnTo>
                  <a:lnTo>
                    <a:pt x="287312" y="449874"/>
                  </a:lnTo>
                  <a:lnTo>
                    <a:pt x="289072" y="450155"/>
                  </a:lnTo>
                  <a:lnTo>
                    <a:pt x="290055" y="451540"/>
                  </a:lnTo>
                  <a:lnTo>
                    <a:pt x="290886" y="452995"/>
                  </a:lnTo>
                  <a:lnTo>
                    <a:pt x="293353" y="453377"/>
                  </a:lnTo>
                  <a:lnTo>
                    <a:pt x="294019" y="450735"/>
                  </a:lnTo>
                  <a:lnTo>
                    <a:pt x="294125" y="450065"/>
                  </a:lnTo>
                  <a:lnTo>
                    <a:pt x="294261" y="449188"/>
                  </a:lnTo>
                  <a:lnTo>
                    <a:pt x="294458" y="447821"/>
                  </a:lnTo>
                  <a:lnTo>
                    <a:pt x="293405" y="446072"/>
                  </a:lnTo>
                  <a:lnTo>
                    <a:pt x="299015" y="442457"/>
                  </a:lnTo>
                  <a:lnTo>
                    <a:pt x="299372" y="442300"/>
                  </a:lnTo>
                  <a:lnTo>
                    <a:pt x="299461" y="442065"/>
                  </a:lnTo>
                  <a:lnTo>
                    <a:pt x="300373" y="441386"/>
                  </a:lnTo>
                  <a:lnTo>
                    <a:pt x="300635" y="441177"/>
                  </a:lnTo>
                  <a:lnTo>
                    <a:pt x="300793" y="441006"/>
                  </a:lnTo>
                  <a:lnTo>
                    <a:pt x="300926" y="440863"/>
                  </a:lnTo>
                  <a:lnTo>
                    <a:pt x="301144" y="440804"/>
                  </a:lnTo>
                  <a:lnTo>
                    <a:pt x="301419" y="440520"/>
                  </a:lnTo>
                  <a:lnTo>
                    <a:pt x="301512" y="440324"/>
                  </a:lnTo>
                  <a:lnTo>
                    <a:pt x="301240" y="440120"/>
                  </a:lnTo>
                  <a:lnTo>
                    <a:pt x="301093" y="439991"/>
                  </a:lnTo>
                  <a:lnTo>
                    <a:pt x="301093" y="439780"/>
                  </a:lnTo>
                  <a:lnTo>
                    <a:pt x="301182" y="439641"/>
                  </a:lnTo>
                  <a:lnTo>
                    <a:pt x="301252" y="439510"/>
                  </a:lnTo>
                  <a:lnTo>
                    <a:pt x="301325" y="439123"/>
                  </a:lnTo>
                  <a:lnTo>
                    <a:pt x="301320" y="438924"/>
                  </a:lnTo>
                  <a:lnTo>
                    <a:pt x="301308" y="438748"/>
                  </a:lnTo>
                  <a:lnTo>
                    <a:pt x="301346" y="438589"/>
                  </a:lnTo>
                  <a:lnTo>
                    <a:pt x="301451" y="438415"/>
                  </a:lnTo>
                  <a:lnTo>
                    <a:pt x="301580" y="438328"/>
                  </a:lnTo>
                  <a:lnTo>
                    <a:pt x="301777" y="438357"/>
                  </a:lnTo>
                  <a:lnTo>
                    <a:pt x="302164" y="438237"/>
                  </a:lnTo>
                  <a:lnTo>
                    <a:pt x="302532" y="437543"/>
                  </a:lnTo>
                  <a:lnTo>
                    <a:pt x="302656" y="437295"/>
                  </a:lnTo>
                  <a:lnTo>
                    <a:pt x="302774" y="437069"/>
                  </a:lnTo>
                  <a:lnTo>
                    <a:pt x="302814" y="436800"/>
                  </a:lnTo>
                  <a:lnTo>
                    <a:pt x="302867" y="436579"/>
                  </a:lnTo>
                  <a:lnTo>
                    <a:pt x="302985" y="436225"/>
                  </a:lnTo>
                  <a:lnTo>
                    <a:pt x="303135" y="436017"/>
                  </a:lnTo>
                  <a:lnTo>
                    <a:pt x="303341" y="435726"/>
                  </a:lnTo>
                  <a:lnTo>
                    <a:pt x="303643" y="435302"/>
                  </a:lnTo>
                  <a:lnTo>
                    <a:pt x="304016" y="435412"/>
                  </a:lnTo>
                  <a:lnTo>
                    <a:pt x="304178" y="435405"/>
                  </a:lnTo>
                  <a:lnTo>
                    <a:pt x="304112" y="435044"/>
                  </a:lnTo>
                  <a:lnTo>
                    <a:pt x="303995" y="434481"/>
                  </a:lnTo>
                  <a:lnTo>
                    <a:pt x="303922" y="434132"/>
                  </a:lnTo>
                  <a:lnTo>
                    <a:pt x="303025" y="433346"/>
                  </a:lnTo>
                  <a:lnTo>
                    <a:pt x="303948" y="432388"/>
                  </a:lnTo>
                  <a:lnTo>
                    <a:pt x="308208" y="433944"/>
                  </a:lnTo>
                  <a:lnTo>
                    <a:pt x="312541" y="434064"/>
                  </a:lnTo>
                  <a:lnTo>
                    <a:pt x="316235" y="432416"/>
                  </a:lnTo>
                  <a:lnTo>
                    <a:pt x="320247" y="440239"/>
                  </a:lnTo>
                  <a:lnTo>
                    <a:pt x="323745" y="441737"/>
                  </a:lnTo>
                  <a:lnTo>
                    <a:pt x="324509" y="440387"/>
                  </a:lnTo>
                  <a:lnTo>
                    <a:pt x="325029" y="439470"/>
                  </a:lnTo>
                  <a:lnTo>
                    <a:pt x="330192" y="437276"/>
                  </a:lnTo>
                  <a:lnTo>
                    <a:pt x="328218" y="433485"/>
                  </a:lnTo>
                  <a:lnTo>
                    <a:pt x="328072" y="432374"/>
                  </a:lnTo>
                  <a:lnTo>
                    <a:pt x="324900" y="426974"/>
                  </a:lnTo>
                  <a:lnTo>
                    <a:pt x="334700" y="423094"/>
                  </a:lnTo>
                  <a:lnTo>
                    <a:pt x="342183" y="416061"/>
                  </a:lnTo>
                  <a:lnTo>
                    <a:pt x="343328" y="414989"/>
                  </a:lnTo>
                  <a:lnTo>
                    <a:pt x="345635" y="412816"/>
                  </a:lnTo>
                  <a:lnTo>
                    <a:pt x="348746" y="412933"/>
                  </a:lnTo>
                  <a:lnTo>
                    <a:pt x="351557" y="413041"/>
                  </a:lnTo>
                  <a:lnTo>
                    <a:pt x="352553" y="412992"/>
                  </a:lnTo>
                  <a:lnTo>
                    <a:pt x="357050" y="412765"/>
                  </a:lnTo>
                  <a:lnTo>
                    <a:pt x="360955" y="418176"/>
                  </a:lnTo>
                  <a:lnTo>
                    <a:pt x="363813" y="418260"/>
                  </a:lnTo>
                  <a:lnTo>
                    <a:pt x="364336" y="418276"/>
                  </a:lnTo>
                  <a:lnTo>
                    <a:pt x="364807" y="418290"/>
                  </a:lnTo>
                  <a:lnTo>
                    <a:pt x="365238" y="418303"/>
                  </a:lnTo>
                  <a:lnTo>
                    <a:pt x="365733" y="418319"/>
                  </a:lnTo>
                  <a:lnTo>
                    <a:pt x="367947" y="418384"/>
                  </a:lnTo>
                  <a:lnTo>
                    <a:pt x="375690" y="418035"/>
                  </a:lnTo>
                  <a:lnTo>
                    <a:pt x="379044" y="413649"/>
                  </a:lnTo>
                  <a:lnTo>
                    <a:pt x="384135" y="406982"/>
                  </a:lnTo>
                  <a:lnTo>
                    <a:pt x="384253" y="406829"/>
                  </a:lnTo>
                  <a:lnTo>
                    <a:pt x="384393" y="406643"/>
                  </a:lnTo>
                  <a:lnTo>
                    <a:pt x="384678" y="406271"/>
                  </a:lnTo>
                  <a:lnTo>
                    <a:pt x="384938" y="405933"/>
                  </a:lnTo>
                  <a:lnTo>
                    <a:pt x="385038" y="405803"/>
                  </a:lnTo>
                  <a:lnTo>
                    <a:pt x="385324" y="405431"/>
                  </a:lnTo>
                  <a:lnTo>
                    <a:pt x="385608" y="405059"/>
                  </a:lnTo>
                  <a:lnTo>
                    <a:pt x="386109" y="404405"/>
                  </a:lnTo>
                  <a:lnTo>
                    <a:pt x="386398" y="404028"/>
                  </a:lnTo>
                  <a:lnTo>
                    <a:pt x="386688" y="403654"/>
                  </a:lnTo>
                  <a:lnTo>
                    <a:pt x="387188" y="403000"/>
                  </a:lnTo>
                  <a:lnTo>
                    <a:pt x="387474" y="402625"/>
                  </a:lnTo>
                  <a:lnTo>
                    <a:pt x="387615" y="402440"/>
                  </a:lnTo>
                  <a:lnTo>
                    <a:pt x="387831" y="402159"/>
                  </a:lnTo>
                  <a:lnTo>
                    <a:pt x="387983" y="401961"/>
                  </a:lnTo>
                  <a:lnTo>
                    <a:pt x="388095" y="401818"/>
                  </a:lnTo>
                  <a:lnTo>
                    <a:pt x="388482" y="401322"/>
                  </a:lnTo>
                  <a:lnTo>
                    <a:pt x="389023" y="400621"/>
                  </a:lnTo>
                  <a:lnTo>
                    <a:pt x="391487" y="398156"/>
                  </a:lnTo>
                  <a:lnTo>
                    <a:pt x="391833" y="397688"/>
                  </a:lnTo>
                  <a:lnTo>
                    <a:pt x="392349" y="397045"/>
                  </a:lnTo>
                  <a:lnTo>
                    <a:pt x="393487" y="395212"/>
                  </a:lnTo>
                  <a:lnTo>
                    <a:pt x="394257" y="394185"/>
                  </a:lnTo>
                  <a:lnTo>
                    <a:pt x="394966" y="393209"/>
                  </a:lnTo>
                  <a:lnTo>
                    <a:pt x="395158" y="392856"/>
                  </a:lnTo>
                  <a:lnTo>
                    <a:pt x="395512" y="392813"/>
                  </a:lnTo>
                  <a:lnTo>
                    <a:pt x="395648" y="392739"/>
                  </a:lnTo>
                  <a:lnTo>
                    <a:pt x="395732" y="392551"/>
                  </a:lnTo>
                  <a:lnTo>
                    <a:pt x="395888" y="392395"/>
                  </a:lnTo>
                  <a:lnTo>
                    <a:pt x="396131" y="392116"/>
                  </a:lnTo>
                  <a:lnTo>
                    <a:pt x="396208" y="391981"/>
                  </a:lnTo>
                  <a:lnTo>
                    <a:pt x="396451" y="391823"/>
                  </a:lnTo>
                  <a:lnTo>
                    <a:pt x="396491" y="391695"/>
                  </a:lnTo>
                  <a:lnTo>
                    <a:pt x="396630" y="391122"/>
                  </a:lnTo>
                  <a:lnTo>
                    <a:pt x="396681" y="390903"/>
                  </a:lnTo>
                  <a:lnTo>
                    <a:pt x="396905" y="390429"/>
                  </a:lnTo>
                  <a:lnTo>
                    <a:pt x="397305" y="390280"/>
                  </a:lnTo>
                  <a:lnTo>
                    <a:pt x="397687" y="389923"/>
                  </a:lnTo>
                  <a:lnTo>
                    <a:pt x="398111" y="389483"/>
                  </a:lnTo>
                  <a:lnTo>
                    <a:pt x="398300" y="389311"/>
                  </a:lnTo>
                  <a:lnTo>
                    <a:pt x="398526" y="389105"/>
                  </a:lnTo>
                  <a:lnTo>
                    <a:pt x="400461" y="388041"/>
                  </a:lnTo>
                  <a:lnTo>
                    <a:pt x="401814" y="387244"/>
                  </a:lnTo>
                  <a:lnTo>
                    <a:pt x="402551" y="386317"/>
                  </a:lnTo>
                  <a:lnTo>
                    <a:pt x="402734" y="386167"/>
                  </a:lnTo>
                  <a:lnTo>
                    <a:pt x="403334" y="385396"/>
                  </a:lnTo>
                  <a:lnTo>
                    <a:pt x="403913" y="384657"/>
                  </a:lnTo>
                  <a:lnTo>
                    <a:pt x="404028" y="384509"/>
                  </a:lnTo>
                  <a:lnTo>
                    <a:pt x="404361" y="384085"/>
                  </a:lnTo>
                  <a:lnTo>
                    <a:pt x="404989" y="383286"/>
                  </a:lnTo>
                  <a:lnTo>
                    <a:pt x="405329" y="382857"/>
                  </a:lnTo>
                  <a:lnTo>
                    <a:pt x="405793" y="382261"/>
                  </a:lnTo>
                  <a:lnTo>
                    <a:pt x="406459" y="381412"/>
                  </a:lnTo>
                  <a:lnTo>
                    <a:pt x="407016" y="380756"/>
                  </a:lnTo>
                  <a:lnTo>
                    <a:pt x="407155" y="380685"/>
                  </a:lnTo>
                  <a:lnTo>
                    <a:pt x="408206" y="380331"/>
                  </a:lnTo>
                  <a:lnTo>
                    <a:pt x="408461" y="380247"/>
                  </a:lnTo>
                  <a:lnTo>
                    <a:pt x="410903" y="379598"/>
                  </a:lnTo>
                  <a:lnTo>
                    <a:pt x="415773" y="377448"/>
                  </a:lnTo>
                  <a:lnTo>
                    <a:pt x="419799" y="376681"/>
                  </a:lnTo>
                  <a:lnTo>
                    <a:pt x="429631" y="374815"/>
                  </a:lnTo>
                  <a:lnTo>
                    <a:pt x="429791" y="374782"/>
                  </a:lnTo>
                  <a:lnTo>
                    <a:pt x="429997" y="374745"/>
                  </a:lnTo>
                  <a:lnTo>
                    <a:pt x="430285" y="374775"/>
                  </a:lnTo>
                  <a:lnTo>
                    <a:pt x="438925" y="375769"/>
                  </a:lnTo>
                  <a:lnTo>
                    <a:pt x="450464" y="375357"/>
                  </a:lnTo>
                  <a:lnTo>
                    <a:pt x="456149" y="375152"/>
                  </a:lnTo>
                  <a:lnTo>
                    <a:pt x="457247" y="375113"/>
                  </a:lnTo>
                  <a:lnTo>
                    <a:pt x="458529" y="375068"/>
                  </a:lnTo>
                  <a:lnTo>
                    <a:pt x="458853" y="375054"/>
                  </a:lnTo>
                  <a:lnTo>
                    <a:pt x="459978" y="375066"/>
                  </a:lnTo>
                  <a:lnTo>
                    <a:pt x="462076" y="375145"/>
                  </a:lnTo>
                  <a:lnTo>
                    <a:pt x="467630" y="375354"/>
                  </a:lnTo>
                  <a:lnTo>
                    <a:pt x="470040" y="375443"/>
                  </a:lnTo>
                  <a:lnTo>
                    <a:pt x="471710" y="375498"/>
                  </a:lnTo>
                  <a:lnTo>
                    <a:pt x="472364" y="375525"/>
                  </a:lnTo>
                  <a:lnTo>
                    <a:pt x="473358" y="375567"/>
                  </a:lnTo>
                  <a:lnTo>
                    <a:pt x="474661" y="375621"/>
                  </a:lnTo>
                  <a:lnTo>
                    <a:pt x="476835" y="375715"/>
                  </a:lnTo>
                  <a:lnTo>
                    <a:pt x="479118" y="375814"/>
                  </a:lnTo>
                  <a:lnTo>
                    <a:pt x="484191" y="376630"/>
                  </a:lnTo>
                  <a:lnTo>
                    <a:pt x="488243" y="377284"/>
                  </a:lnTo>
                  <a:lnTo>
                    <a:pt x="489898" y="377551"/>
                  </a:lnTo>
                  <a:lnTo>
                    <a:pt x="490770" y="377692"/>
                  </a:lnTo>
                  <a:lnTo>
                    <a:pt x="493787" y="383764"/>
                  </a:lnTo>
                  <a:lnTo>
                    <a:pt x="495323" y="383980"/>
                  </a:lnTo>
                  <a:lnTo>
                    <a:pt x="500098" y="384242"/>
                  </a:lnTo>
                  <a:lnTo>
                    <a:pt x="502724" y="383923"/>
                  </a:lnTo>
                  <a:lnTo>
                    <a:pt x="504302" y="383666"/>
                  </a:lnTo>
                  <a:lnTo>
                    <a:pt x="504562" y="383640"/>
                  </a:lnTo>
                  <a:lnTo>
                    <a:pt x="504867" y="383602"/>
                  </a:lnTo>
                  <a:lnTo>
                    <a:pt x="505167" y="383569"/>
                  </a:lnTo>
                  <a:lnTo>
                    <a:pt x="505427" y="383539"/>
                  </a:lnTo>
                  <a:lnTo>
                    <a:pt x="505652" y="383513"/>
                  </a:lnTo>
                  <a:lnTo>
                    <a:pt x="506049" y="383443"/>
                  </a:lnTo>
                  <a:lnTo>
                    <a:pt x="506316" y="383358"/>
                  </a:lnTo>
                  <a:lnTo>
                    <a:pt x="506522" y="383187"/>
                  </a:lnTo>
                  <a:lnTo>
                    <a:pt x="508267" y="382207"/>
                  </a:lnTo>
                  <a:lnTo>
                    <a:pt x="509933" y="381286"/>
                  </a:lnTo>
                  <a:lnTo>
                    <a:pt x="510972" y="380711"/>
                  </a:lnTo>
                  <a:lnTo>
                    <a:pt x="511549" y="380392"/>
                  </a:lnTo>
                  <a:lnTo>
                    <a:pt x="512058" y="380222"/>
                  </a:lnTo>
                  <a:lnTo>
                    <a:pt x="512705" y="380002"/>
                  </a:lnTo>
                  <a:lnTo>
                    <a:pt x="514222" y="379442"/>
                  </a:lnTo>
                  <a:lnTo>
                    <a:pt x="514513" y="379336"/>
                  </a:lnTo>
                  <a:lnTo>
                    <a:pt x="514754" y="379247"/>
                  </a:lnTo>
                  <a:lnTo>
                    <a:pt x="515193" y="379046"/>
                  </a:lnTo>
                  <a:lnTo>
                    <a:pt x="516306" y="378640"/>
                  </a:lnTo>
                  <a:lnTo>
                    <a:pt x="516925" y="378415"/>
                  </a:lnTo>
                  <a:lnTo>
                    <a:pt x="517443" y="378073"/>
                  </a:lnTo>
                  <a:lnTo>
                    <a:pt x="519551" y="376394"/>
                  </a:lnTo>
                  <a:lnTo>
                    <a:pt x="521848" y="374563"/>
                  </a:lnTo>
                  <a:lnTo>
                    <a:pt x="523194" y="372924"/>
                  </a:lnTo>
                  <a:lnTo>
                    <a:pt x="527520" y="367661"/>
                  </a:lnTo>
                  <a:lnTo>
                    <a:pt x="527693" y="367267"/>
                  </a:lnTo>
                  <a:lnTo>
                    <a:pt x="527923" y="366739"/>
                  </a:lnTo>
                  <a:lnTo>
                    <a:pt x="528256" y="365982"/>
                  </a:lnTo>
                  <a:lnTo>
                    <a:pt x="528507" y="365408"/>
                  </a:lnTo>
                  <a:lnTo>
                    <a:pt x="528971" y="364355"/>
                  </a:lnTo>
                  <a:lnTo>
                    <a:pt x="529189" y="363858"/>
                  </a:lnTo>
                  <a:lnTo>
                    <a:pt x="529512" y="363120"/>
                  </a:lnTo>
                  <a:lnTo>
                    <a:pt x="529831" y="362390"/>
                  </a:lnTo>
                  <a:lnTo>
                    <a:pt x="529440" y="361612"/>
                  </a:lnTo>
                  <a:lnTo>
                    <a:pt x="529201" y="361136"/>
                  </a:lnTo>
                  <a:lnTo>
                    <a:pt x="528343" y="359436"/>
                  </a:lnTo>
                  <a:lnTo>
                    <a:pt x="529440" y="356403"/>
                  </a:lnTo>
                  <a:lnTo>
                    <a:pt x="530357" y="353873"/>
                  </a:lnTo>
                  <a:lnTo>
                    <a:pt x="531383" y="351097"/>
                  </a:lnTo>
                  <a:lnTo>
                    <a:pt x="532191" y="348905"/>
                  </a:lnTo>
                  <a:lnTo>
                    <a:pt x="532856" y="347319"/>
                  </a:lnTo>
                  <a:lnTo>
                    <a:pt x="532931" y="347081"/>
                  </a:lnTo>
                  <a:lnTo>
                    <a:pt x="532934" y="346816"/>
                  </a:lnTo>
                  <a:lnTo>
                    <a:pt x="532924" y="346488"/>
                  </a:lnTo>
                  <a:lnTo>
                    <a:pt x="532922" y="346359"/>
                  </a:lnTo>
                  <a:lnTo>
                    <a:pt x="532962" y="346132"/>
                  </a:lnTo>
                  <a:lnTo>
                    <a:pt x="532957" y="345926"/>
                  </a:lnTo>
                  <a:lnTo>
                    <a:pt x="532953" y="345621"/>
                  </a:lnTo>
                  <a:lnTo>
                    <a:pt x="532833" y="345140"/>
                  </a:lnTo>
                  <a:lnTo>
                    <a:pt x="532779" y="344960"/>
                  </a:lnTo>
                  <a:lnTo>
                    <a:pt x="532812" y="344753"/>
                  </a:lnTo>
                  <a:lnTo>
                    <a:pt x="532695" y="344404"/>
                  </a:lnTo>
                  <a:lnTo>
                    <a:pt x="532559" y="343947"/>
                  </a:lnTo>
                  <a:lnTo>
                    <a:pt x="532425" y="343403"/>
                  </a:lnTo>
                  <a:lnTo>
                    <a:pt x="532864" y="342997"/>
                  </a:lnTo>
                  <a:lnTo>
                    <a:pt x="533098" y="343218"/>
                  </a:lnTo>
                  <a:lnTo>
                    <a:pt x="533321" y="343473"/>
                  </a:lnTo>
                  <a:lnTo>
                    <a:pt x="533844" y="343752"/>
                  </a:lnTo>
                  <a:lnTo>
                    <a:pt x="534097" y="343785"/>
                  </a:lnTo>
                  <a:lnTo>
                    <a:pt x="534235" y="343731"/>
                  </a:lnTo>
                  <a:lnTo>
                    <a:pt x="534364" y="343682"/>
                  </a:lnTo>
                  <a:lnTo>
                    <a:pt x="534507" y="343391"/>
                  </a:lnTo>
                  <a:lnTo>
                    <a:pt x="534458" y="343178"/>
                  </a:lnTo>
                  <a:lnTo>
                    <a:pt x="534425" y="342939"/>
                  </a:lnTo>
                  <a:lnTo>
                    <a:pt x="534326" y="342800"/>
                  </a:lnTo>
                  <a:lnTo>
                    <a:pt x="534228" y="342620"/>
                  </a:lnTo>
                  <a:lnTo>
                    <a:pt x="534319" y="342432"/>
                  </a:lnTo>
                  <a:lnTo>
                    <a:pt x="534352" y="342104"/>
                  </a:lnTo>
                  <a:lnTo>
                    <a:pt x="534423" y="341804"/>
                  </a:lnTo>
                  <a:lnTo>
                    <a:pt x="534744" y="341295"/>
                  </a:lnTo>
                  <a:lnTo>
                    <a:pt x="534814" y="341042"/>
                  </a:lnTo>
                  <a:lnTo>
                    <a:pt x="534934" y="340801"/>
                  </a:lnTo>
                  <a:lnTo>
                    <a:pt x="535053" y="340501"/>
                  </a:lnTo>
                  <a:lnTo>
                    <a:pt x="535844" y="338649"/>
                  </a:lnTo>
                  <a:lnTo>
                    <a:pt x="536626" y="339685"/>
                  </a:lnTo>
                  <a:lnTo>
                    <a:pt x="536762" y="338709"/>
                  </a:lnTo>
                  <a:lnTo>
                    <a:pt x="536741" y="338379"/>
                  </a:lnTo>
                  <a:lnTo>
                    <a:pt x="536755" y="338243"/>
                  </a:lnTo>
                  <a:lnTo>
                    <a:pt x="536730" y="338074"/>
                  </a:lnTo>
                  <a:lnTo>
                    <a:pt x="536690" y="337807"/>
                  </a:lnTo>
                  <a:lnTo>
                    <a:pt x="536760" y="337673"/>
                  </a:lnTo>
                  <a:lnTo>
                    <a:pt x="536842" y="337399"/>
                  </a:lnTo>
                  <a:lnTo>
                    <a:pt x="536880" y="337141"/>
                  </a:lnTo>
                  <a:lnTo>
                    <a:pt x="536908" y="336939"/>
                  </a:lnTo>
                  <a:lnTo>
                    <a:pt x="536966" y="336663"/>
                  </a:lnTo>
                  <a:lnTo>
                    <a:pt x="537027" y="336381"/>
                  </a:lnTo>
                  <a:lnTo>
                    <a:pt x="537184" y="336130"/>
                  </a:lnTo>
                  <a:lnTo>
                    <a:pt x="537243" y="335959"/>
                  </a:lnTo>
                  <a:lnTo>
                    <a:pt x="537449" y="335650"/>
                  </a:lnTo>
                  <a:lnTo>
                    <a:pt x="537639" y="335448"/>
                  </a:lnTo>
                  <a:lnTo>
                    <a:pt x="537719" y="335214"/>
                  </a:lnTo>
                  <a:lnTo>
                    <a:pt x="537752" y="335007"/>
                  </a:lnTo>
                  <a:lnTo>
                    <a:pt x="537782" y="334808"/>
                  </a:lnTo>
                  <a:lnTo>
                    <a:pt x="537609" y="334184"/>
                  </a:lnTo>
                  <a:lnTo>
                    <a:pt x="537356" y="334053"/>
                  </a:lnTo>
                  <a:lnTo>
                    <a:pt x="537091" y="333563"/>
                  </a:lnTo>
                  <a:lnTo>
                    <a:pt x="537027" y="333270"/>
                  </a:lnTo>
                  <a:lnTo>
                    <a:pt x="536931" y="332909"/>
                  </a:lnTo>
                  <a:lnTo>
                    <a:pt x="536873" y="332642"/>
                  </a:lnTo>
                  <a:lnTo>
                    <a:pt x="536617" y="331271"/>
                  </a:lnTo>
                  <a:lnTo>
                    <a:pt x="536070" y="330808"/>
                  </a:lnTo>
                  <a:lnTo>
                    <a:pt x="535671" y="330653"/>
                  </a:lnTo>
                  <a:lnTo>
                    <a:pt x="535567" y="330295"/>
                  </a:lnTo>
                  <a:lnTo>
                    <a:pt x="535493" y="329500"/>
                  </a:lnTo>
                  <a:lnTo>
                    <a:pt x="535237" y="329554"/>
                  </a:lnTo>
                  <a:lnTo>
                    <a:pt x="534951" y="329608"/>
                  </a:lnTo>
                  <a:lnTo>
                    <a:pt x="534627" y="329672"/>
                  </a:lnTo>
                  <a:lnTo>
                    <a:pt x="534248" y="329750"/>
                  </a:lnTo>
                  <a:lnTo>
                    <a:pt x="533764" y="329846"/>
                  </a:lnTo>
                  <a:lnTo>
                    <a:pt x="533532" y="329893"/>
                  </a:lnTo>
                  <a:lnTo>
                    <a:pt x="533229" y="329952"/>
                  </a:lnTo>
                  <a:lnTo>
                    <a:pt x="532057" y="328633"/>
                  </a:lnTo>
                  <a:lnTo>
                    <a:pt x="531881" y="328649"/>
                  </a:lnTo>
                  <a:lnTo>
                    <a:pt x="531593" y="328708"/>
                  </a:lnTo>
                  <a:lnTo>
                    <a:pt x="531171" y="328858"/>
                  </a:lnTo>
                  <a:lnTo>
                    <a:pt x="530950" y="328913"/>
                  </a:lnTo>
                  <a:lnTo>
                    <a:pt x="530244" y="329038"/>
                  </a:lnTo>
                  <a:lnTo>
                    <a:pt x="529960" y="329083"/>
                  </a:lnTo>
                  <a:lnTo>
                    <a:pt x="529609" y="329127"/>
                  </a:lnTo>
                  <a:lnTo>
                    <a:pt x="529558" y="328750"/>
                  </a:lnTo>
                  <a:lnTo>
                    <a:pt x="529204" y="328808"/>
                  </a:lnTo>
                  <a:lnTo>
                    <a:pt x="528501" y="328905"/>
                  </a:lnTo>
                  <a:lnTo>
                    <a:pt x="528366" y="328929"/>
                  </a:lnTo>
                  <a:lnTo>
                    <a:pt x="528142" y="329058"/>
                  </a:lnTo>
                  <a:lnTo>
                    <a:pt x="527436" y="329267"/>
                  </a:lnTo>
                  <a:lnTo>
                    <a:pt x="527190" y="329235"/>
                  </a:lnTo>
                  <a:lnTo>
                    <a:pt x="527281" y="328976"/>
                  </a:lnTo>
                  <a:lnTo>
                    <a:pt x="527229" y="328655"/>
                  </a:lnTo>
                  <a:lnTo>
                    <a:pt x="526988" y="328437"/>
                  </a:lnTo>
                  <a:lnTo>
                    <a:pt x="526773" y="328236"/>
                  </a:lnTo>
                  <a:lnTo>
                    <a:pt x="527001" y="327832"/>
                  </a:lnTo>
                  <a:lnTo>
                    <a:pt x="526565" y="327474"/>
                  </a:lnTo>
                  <a:lnTo>
                    <a:pt x="526344" y="327190"/>
                  </a:lnTo>
                  <a:lnTo>
                    <a:pt x="526080" y="326868"/>
                  </a:lnTo>
                  <a:lnTo>
                    <a:pt x="525952" y="326872"/>
                  </a:lnTo>
                  <a:lnTo>
                    <a:pt x="525821" y="326783"/>
                  </a:lnTo>
                  <a:lnTo>
                    <a:pt x="525849" y="326584"/>
                  </a:lnTo>
                  <a:lnTo>
                    <a:pt x="525584" y="326476"/>
                  </a:lnTo>
                  <a:lnTo>
                    <a:pt x="525312" y="326211"/>
                  </a:lnTo>
                  <a:lnTo>
                    <a:pt x="525141" y="326084"/>
                  </a:lnTo>
                  <a:lnTo>
                    <a:pt x="524899" y="325953"/>
                  </a:lnTo>
                  <a:lnTo>
                    <a:pt x="524712" y="325855"/>
                  </a:lnTo>
                  <a:lnTo>
                    <a:pt x="524318" y="325388"/>
                  </a:lnTo>
                  <a:lnTo>
                    <a:pt x="524234" y="325046"/>
                  </a:lnTo>
                  <a:lnTo>
                    <a:pt x="524180" y="324830"/>
                  </a:lnTo>
                  <a:lnTo>
                    <a:pt x="524093" y="324476"/>
                  </a:lnTo>
                  <a:lnTo>
                    <a:pt x="523969" y="323974"/>
                  </a:lnTo>
                  <a:lnTo>
                    <a:pt x="523059" y="320286"/>
                  </a:lnTo>
                  <a:lnTo>
                    <a:pt x="522714" y="319700"/>
                  </a:lnTo>
                  <a:lnTo>
                    <a:pt x="521908" y="318331"/>
                  </a:lnTo>
                  <a:lnTo>
                    <a:pt x="519835" y="314812"/>
                  </a:lnTo>
                  <a:lnTo>
                    <a:pt x="519480" y="314315"/>
                  </a:lnTo>
                  <a:lnTo>
                    <a:pt x="518822" y="313394"/>
                  </a:lnTo>
                  <a:lnTo>
                    <a:pt x="518685" y="313054"/>
                  </a:lnTo>
                  <a:lnTo>
                    <a:pt x="518433" y="312847"/>
                  </a:lnTo>
                  <a:lnTo>
                    <a:pt x="517521" y="311359"/>
                  </a:lnTo>
                  <a:lnTo>
                    <a:pt x="516532" y="309884"/>
                  </a:lnTo>
                  <a:lnTo>
                    <a:pt x="516099" y="309238"/>
                  </a:lnTo>
                  <a:lnTo>
                    <a:pt x="515481" y="308318"/>
                  </a:lnTo>
                  <a:lnTo>
                    <a:pt x="514830" y="307350"/>
                  </a:lnTo>
                  <a:lnTo>
                    <a:pt x="512692" y="304156"/>
                  </a:lnTo>
                  <a:lnTo>
                    <a:pt x="512570" y="303976"/>
                  </a:lnTo>
                  <a:lnTo>
                    <a:pt x="508816" y="304085"/>
                  </a:lnTo>
                  <a:lnTo>
                    <a:pt x="502774" y="290624"/>
                  </a:lnTo>
                  <a:lnTo>
                    <a:pt x="502713" y="290491"/>
                  </a:lnTo>
                  <a:lnTo>
                    <a:pt x="511388" y="283412"/>
                  </a:lnTo>
                  <a:lnTo>
                    <a:pt x="519204" y="283069"/>
                  </a:lnTo>
                  <a:lnTo>
                    <a:pt x="520011" y="283033"/>
                  </a:lnTo>
                  <a:lnTo>
                    <a:pt x="520719" y="282236"/>
                  </a:lnTo>
                  <a:lnTo>
                    <a:pt x="521400" y="281370"/>
                  </a:lnTo>
                  <a:lnTo>
                    <a:pt x="522651" y="279783"/>
                  </a:lnTo>
                  <a:lnTo>
                    <a:pt x="523298" y="279877"/>
                  </a:lnTo>
                  <a:lnTo>
                    <a:pt x="523776" y="280022"/>
                  </a:lnTo>
                  <a:lnTo>
                    <a:pt x="524001" y="280118"/>
                  </a:lnTo>
                  <a:lnTo>
                    <a:pt x="524287" y="280261"/>
                  </a:lnTo>
                  <a:lnTo>
                    <a:pt x="524571" y="280386"/>
                  </a:lnTo>
                  <a:lnTo>
                    <a:pt x="524477" y="280880"/>
                  </a:lnTo>
                  <a:lnTo>
                    <a:pt x="524487" y="281052"/>
                  </a:lnTo>
                  <a:lnTo>
                    <a:pt x="524744" y="281206"/>
                  </a:lnTo>
                  <a:lnTo>
                    <a:pt x="525009" y="281309"/>
                  </a:lnTo>
                  <a:lnTo>
                    <a:pt x="525345" y="281455"/>
                  </a:lnTo>
                  <a:lnTo>
                    <a:pt x="525701" y="281509"/>
                  </a:lnTo>
                  <a:lnTo>
                    <a:pt x="525912" y="281474"/>
                  </a:lnTo>
                  <a:lnTo>
                    <a:pt x="526287" y="281406"/>
                  </a:lnTo>
                  <a:lnTo>
                    <a:pt x="526583" y="281352"/>
                  </a:lnTo>
                  <a:lnTo>
                    <a:pt x="526826" y="281302"/>
                  </a:lnTo>
                  <a:lnTo>
                    <a:pt x="527103" y="281253"/>
                  </a:lnTo>
                  <a:lnTo>
                    <a:pt x="527405" y="281232"/>
                  </a:lnTo>
                  <a:lnTo>
                    <a:pt x="527645" y="281328"/>
                  </a:lnTo>
                  <a:lnTo>
                    <a:pt x="527999" y="281499"/>
                  </a:lnTo>
                  <a:lnTo>
                    <a:pt x="528256" y="281410"/>
                  </a:lnTo>
                  <a:lnTo>
                    <a:pt x="528592" y="281370"/>
                  </a:lnTo>
                  <a:lnTo>
                    <a:pt x="528915" y="281324"/>
                  </a:lnTo>
                  <a:lnTo>
                    <a:pt x="529112" y="281314"/>
                  </a:lnTo>
                  <a:lnTo>
                    <a:pt x="530214" y="281434"/>
                  </a:lnTo>
                  <a:lnTo>
                    <a:pt x="530358" y="281432"/>
                  </a:lnTo>
                  <a:lnTo>
                    <a:pt x="530486" y="281436"/>
                  </a:lnTo>
                  <a:lnTo>
                    <a:pt x="530894" y="281373"/>
                  </a:lnTo>
                  <a:lnTo>
                    <a:pt x="539665" y="278958"/>
                  </a:lnTo>
                  <a:lnTo>
                    <a:pt x="544391" y="277640"/>
                  </a:lnTo>
                  <a:lnTo>
                    <a:pt x="544721" y="277547"/>
                  </a:lnTo>
                  <a:lnTo>
                    <a:pt x="548244" y="276562"/>
                  </a:lnTo>
                  <a:lnTo>
                    <a:pt x="557782" y="273894"/>
                  </a:lnTo>
                  <a:lnTo>
                    <a:pt x="556877" y="273536"/>
                  </a:lnTo>
                  <a:lnTo>
                    <a:pt x="555226" y="272889"/>
                  </a:lnTo>
                  <a:lnTo>
                    <a:pt x="553825" y="272338"/>
                  </a:lnTo>
                  <a:lnTo>
                    <a:pt x="553555" y="271070"/>
                  </a:lnTo>
                  <a:lnTo>
                    <a:pt x="553212" y="269464"/>
                  </a:lnTo>
                  <a:lnTo>
                    <a:pt x="553268" y="269045"/>
                  </a:lnTo>
                  <a:lnTo>
                    <a:pt x="553450" y="267677"/>
                  </a:lnTo>
                  <a:lnTo>
                    <a:pt x="553522" y="267132"/>
                  </a:lnTo>
                  <a:lnTo>
                    <a:pt x="553558" y="266879"/>
                  </a:lnTo>
                  <a:lnTo>
                    <a:pt x="553767" y="264529"/>
                  </a:lnTo>
                  <a:lnTo>
                    <a:pt x="553975" y="262352"/>
                  </a:lnTo>
                  <a:lnTo>
                    <a:pt x="554037" y="261624"/>
                  </a:lnTo>
                  <a:lnTo>
                    <a:pt x="554287" y="258664"/>
                  </a:lnTo>
                  <a:lnTo>
                    <a:pt x="554316" y="258379"/>
                  </a:lnTo>
                  <a:lnTo>
                    <a:pt x="555334" y="255825"/>
                  </a:lnTo>
                  <a:lnTo>
                    <a:pt x="551981" y="252856"/>
                  </a:lnTo>
                  <a:lnTo>
                    <a:pt x="550327" y="251397"/>
                  </a:lnTo>
                  <a:lnTo>
                    <a:pt x="550861" y="250555"/>
                  </a:lnTo>
                  <a:lnTo>
                    <a:pt x="552063" y="248659"/>
                  </a:lnTo>
                  <a:lnTo>
                    <a:pt x="552261" y="248344"/>
                  </a:lnTo>
                  <a:lnTo>
                    <a:pt x="553755" y="247991"/>
                  </a:lnTo>
                  <a:lnTo>
                    <a:pt x="553843" y="247354"/>
                  </a:lnTo>
                  <a:lnTo>
                    <a:pt x="553555" y="244345"/>
                  </a:lnTo>
                  <a:lnTo>
                    <a:pt x="552725" y="243254"/>
                  </a:lnTo>
                  <a:lnTo>
                    <a:pt x="552381" y="242803"/>
                  </a:lnTo>
                  <a:lnTo>
                    <a:pt x="552210" y="242578"/>
                  </a:lnTo>
                  <a:lnTo>
                    <a:pt x="551328" y="241415"/>
                  </a:lnTo>
                  <a:lnTo>
                    <a:pt x="550850" y="240787"/>
                  </a:lnTo>
                  <a:lnTo>
                    <a:pt x="550291" y="240053"/>
                  </a:lnTo>
                  <a:lnTo>
                    <a:pt x="549483" y="238991"/>
                  </a:lnTo>
                  <a:lnTo>
                    <a:pt x="549149" y="238553"/>
                  </a:lnTo>
                  <a:lnTo>
                    <a:pt x="548890" y="238538"/>
                  </a:lnTo>
                  <a:lnTo>
                    <a:pt x="548556" y="238518"/>
                  </a:lnTo>
                  <a:lnTo>
                    <a:pt x="545638" y="238326"/>
                  </a:lnTo>
                  <a:lnTo>
                    <a:pt x="544568" y="238257"/>
                  </a:lnTo>
                  <a:lnTo>
                    <a:pt x="544356" y="238243"/>
                  </a:lnTo>
                  <a:lnTo>
                    <a:pt x="543111" y="238163"/>
                  </a:lnTo>
                  <a:lnTo>
                    <a:pt x="541604" y="238064"/>
                  </a:lnTo>
                  <a:lnTo>
                    <a:pt x="539934" y="238992"/>
                  </a:lnTo>
                  <a:lnTo>
                    <a:pt x="538365" y="239861"/>
                  </a:lnTo>
                  <a:lnTo>
                    <a:pt x="537976" y="239819"/>
                  </a:lnTo>
                  <a:lnTo>
                    <a:pt x="537607" y="239605"/>
                  </a:lnTo>
                  <a:lnTo>
                    <a:pt x="537268" y="239418"/>
                  </a:lnTo>
                  <a:lnTo>
                    <a:pt x="537162" y="239261"/>
                  </a:lnTo>
                  <a:lnTo>
                    <a:pt x="536635" y="238472"/>
                  </a:lnTo>
                  <a:lnTo>
                    <a:pt x="536321" y="237915"/>
                  </a:lnTo>
                  <a:lnTo>
                    <a:pt x="533414" y="235416"/>
                  </a:lnTo>
                  <a:lnTo>
                    <a:pt x="532674" y="234969"/>
                  </a:lnTo>
                  <a:lnTo>
                    <a:pt x="532519" y="234942"/>
                  </a:lnTo>
                  <a:lnTo>
                    <a:pt x="531849" y="228538"/>
                  </a:lnTo>
                  <a:lnTo>
                    <a:pt x="532652" y="228879"/>
                  </a:lnTo>
                  <a:lnTo>
                    <a:pt x="532793" y="228991"/>
                  </a:lnTo>
                  <a:lnTo>
                    <a:pt x="533078" y="229209"/>
                  </a:lnTo>
                  <a:lnTo>
                    <a:pt x="533329" y="229397"/>
                  </a:lnTo>
                  <a:lnTo>
                    <a:pt x="533514" y="229159"/>
                  </a:lnTo>
                  <a:lnTo>
                    <a:pt x="533641" y="228992"/>
                  </a:lnTo>
                  <a:lnTo>
                    <a:pt x="533793" y="228796"/>
                  </a:lnTo>
                  <a:lnTo>
                    <a:pt x="533612" y="228654"/>
                  </a:lnTo>
                  <a:lnTo>
                    <a:pt x="533421" y="228511"/>
                  </a:lnTo>
                  <a:lnTo>
                    <a:pt x="535493" y="221153"/>
                  </a:lnTo>
                  <a:lnTo>
                    <a:pt x="535678" y="220910"/>
                  </a:lnTo>
                  <a:lnTo>
                    <a:pt x="537278" y="220624"/>
                  </a:lnTo>
                  <a:lnTo>
                    <a:pt x="539459" y="222376"/>
                  </a:lnTo>
                  <a:lnTo>
                    <a:pt x="539593" y="221943"/>
                  </a:lnTo>
                  <a:lnTo>
                    <a:pt x="539739" y="221470"/>
                  </a:lnTo>
                  <a:lnTo>
                    <a:pt x="540089" y="220347"/>
                  </a:lnTo>
                  <a:lnTo>
                    <a:pt x="540077" y="220098"/>
                  </a:lnTo>
                  <a:lnTo>
                    <a:pt x="538909" y="219999"/>
                  </a:lnTo>
                  <a:lnTo>
                    <a:pt x="538052" y="219545"/>
                  </a:lnTo>
                  <a:lnTo>
                    <a:pt x="536512" y="216499"/>
                  </a:lnTo>
                  <a:lnTo>
                    <a:pt x="538043" y="214043"/>
                  </a:lnTo>
                  <a:lnTo>
                    <a:pt x="538142" y="213783"/>
                  </a:lnTo>
                  <a:lnTo>
                    <a:pt x="538200" y="213630"/>
                  </a:lnTo>
                  <a:lnTo>
                    <a:pt x="537837" y="213486"/>
                  </a:lnTo>
                  <a:lnTo>
                    <a:pt x="537697" y="213431"/>
                  </a:lnTo>
                  <a:lnTo>
                    <a:pt x="537516" y="213358"/>
                  </a:lnTo>
                  <a:lnTo>
                    <a:pt x="537237" y="213248"/>
                  </a:lnTo>
                  <a:lnTo>
                    <a:pt x="536931" y="213296"/>
                  </a:lnTo>
                  <a:lnTo>
                    <a:pt x="536707" y="213331"/>
                  </a:lnTo>
                  <a:lnTo>
                    <a:pt x="536549" y="213356"/>
                  </a:lnTo>
                  <a:lnTo>
                    <a:pt x="536259" y="213401"/>
                  </a:lnTo>
                  <a:lnTo>
                    <a:pt x="535805" y="213385"/>
                  </a:lnTo>
                  <a:lnTo>
                    <a:pt x="535229" y="213091"/>
                  </a:lnTo>
                  <a:lnTo>
                    <a:pt x="535160" y="212954"/>
                  </a:lnTo>
                  <a:lnTo>
                    <a:pt x="534920" y="212400"/>
                  </a:lnTo>
                  <a:lnTo>
                    <a:pt x="534868" y="212272"/>
                  </a:lnTo>
                  <a:lnTo>
                    <a:pt x="534718" y="212021"/>
                  </a:lnTo>
                  <a:lnTo>
                    <a:pt x="534562" y="211733"/>
                  </a:lnTo>
                  <a:lnTo>
                    <a:pt x="534484" y="211565"/>
                  </a:lnTo>
                  <a:lnTo>
                    <a:pt x="534379" y="211405"/>
                  </a:lnTo>
                  <a:lnTo>
                    <a:pt x="534142" y="211152"/>
                  </a:lnTo>
                  <a:lnTo>
                    <a:pt x="533940" y="211043"/>
                  </a:lnTo>
                  <a:lnTo>
                    <a:pt x="533629" y="210724"/>
                  </a:lnTo>
                  <a:lnTo>
                    <a:pt x="532363" y="209888"/>
                  </a:lnTo>
                  <a:lnTo>
                    <a:pt x="532456" y="209507"/>
                  </a:lnTo>
                  <a:lnTo>
                    <a:pt x="532423" y="209323"/>
                  </a:lnTo>
                  <a:lnTo>
                    <a:pt x="532377" y="209166"/>
                  </a:lnTo>
                  <a:lnTo>
                    <a:pt x="532335" y="208984"/>
                  </a:lnTo>
                  <a:lnTo>
                    <a:pt x="532349" y="208780"/>
                  </a:lnTo>
                  <a:lnTo>
                    <a:pt x="532452" y="208370"/>
                  </a:lnTo>
                  <a:lnTo>
                    <a:pt x="532636" y="207970"/>
                  </a:lnTo>
                  <a:lnTo>
                    <a:pt x="533063" y="207382"/>
                  </a:lnTo>
                  <a:lnTo>
                    <a:pt x="533222" y="207280"/>
                  </a:lnTo>
                  <a:lnTo>
                    <a:pt x="533434" y="207221"/>
                  </a:lnTo>
                  <a:lnTo>
                    <a:pt x="533731" y="207009"/>
                  </a:lnTo>
                  <a:lnTo>
                    <a:pt x="533619" y="206667"/>
                  </a:lnTo>
                  <a:lnTo>
                    <a:pt x="533396" y="206344"/>
                  </a:lnTo>
                  <a:lnTo>
                    <a:pt x="533287" y="206046"/>
                  </a:lnTo>
                  <a:lnTo>
                    <a:pt x="532693" y="206058"/>
                  </a:lnTo>
                  <a:lnTo>
                    <a:pt x="532648" y="205690"/>
                  </a:lnTo>
                  <a:lnTo>
                    <a:pt x="532584" y="205406"/>
                  </a:lnTo>
                  <a:lnTo>
                    <a:pt x="532559" y="205201"/>
                  </a:lnTo>
                  <a:lnTo>
                    <a:pt x="532545" y="205069"/>
                  </a:lnTo>
                  <a:lnTo>
                    <a:pt x="532454" y="204633"/>
                  </a:lnTo>
                  <a:lnTo>
                    <a:pt x="532346" y="204052"/>
                  </a:lnTo>
                  <a:lnTo>
                    <a:pt x="532287" y="203388"/>
                  </a:lnTo>
                  <a:lnTo>
                    <a:pt x="532205" y="202460"/>
                  </a:lnTo>
                  <a:lnTo>
                    <a:pt x="532041" y="201554"/>
                  </a:lnTo>
                  <a:lnTo>
                    <a:pt x="531991" y="201036"/>
                  </a:lnTo>
                  <a:lnTo>
                    <a:pt x="531965" y="200849"/>
                  </a:lnTo>
                  <a:lnTo>
                    <a:pt x="531770" y="199576"/>
                  </a:lnTo>
                  <a:lnTo>
                    <a:pt x="531724" y="198840"/>
                  </a:lnTo>
                  <a:lnTo>
                    <a:pt x="531700" y="198457"/>
                  </a:lnTo>
                  <a:lnTo>
                    <a:pt x="531645" y="197565"/>
                  </a:lnTo>
                  <a:lnTo>
                    <a:pt x="531614" y="197110"/>
                  </a:lnTo>
                  <a:lnTo>
                    <a:pt x="531526" y="195784"/>
                  </a:lnTo>
                  <a:lnTo>
                    <a:pt x="531446" y="194671"/>
                  </a:lnTo>
                  <a:lnTo>
                    <a:pt x="531386" y="193731"/>
                  </a:lnTo>
                  <a:lnTo>
                    <a:pt x="531164" y="193791"/>
                  </a:lnTo>
                  <a:lnTo>
                    <a:pt x="529439" y="193540"/>
                  </a:lnTo>
                  <a:lnTo>
                    <a:pt x="527699" y="193646"/>
                  </a:lnTo>
                  <a:lnTo>
                    <a:pt x="526895" y="193934"/>
                  </a:lnTo>
                  <a:lnTo>
                    <a:pt x="526011" y="194380"/>
                  </a:lnTo>
                  <a:lnTo>
                    <a:pt x="525325" y="194941"/>
                  </a:lnTo>
                  <a:lnTo>
                    <a:pt x="525242" y="195291"/>
                  </a:lnTo>
                  <a:lnTo>
                    <a:pt x="524938" y="196051"/>
                  </a:lnTo>
                  <a:lnTo>
                    <a:pt x="523831" y="196819"/>
                  </a:lnTo>
                  <a:lnTo>
                    <a:pt x="522687" y="197262"/>
                  </a:lnTo>
                  <a:lnTo>
                    <a:pt x="521947" y="197270"/>
                  </a:lnTo>
                  <a:lnTo>
                    <a:pt x="521616" y="197258"/>
                  </a:lnTo>
                  <a:lnTo>
                    <a:pt x="521002" y="197341"/>
                  </a:lnTo>
                  <a:lnTo>
                    <a:pt x="520769" y="197306"/>
                  </a:lnTo>
                  <a:lnTo>
                    <a:pt x="519784" y="197162"/>
                  </a:lnTo>
                  <a:lnTo>
                    <a:pt x="519152" y="197120"/>
                  </a:lnTo>
                  <a:lnTo>
                    <a:pt x="518800" y="197096"/>
                  </a:lnTo>
                  <a:lnTo>
                    <a:pt x="517861" y="197157"/>
                  </a:lnTo>
                  <a:lnTo>
                    <a:pt x="517839" y="195993"/>
                  </a:lnTo>
                  <a:lnTo>
                    <a:pt x="517757" y="195672"/>
                  </a:lnTo>
                  <a:lnTo>
                    <a:pt x="517295" y="193861"/>
                  </a:lnTo>
                  <a:lnTo>
                    <a:pt x="517145" y="193272"/>
                  </a:lnTo>
                  <a:lnTo>
                    <a:pt x="517013" y="192752"/>
                  </a:lnTo>
                  <a:lnTo>
                    <a:pt x="516940" y="192464"/>
                  </a:lnTo>
                  <a:lnTo>
                    <a:pt x="516849" y="192109"/>
                  </a:lnTo>
                  <a:lnTo>
                    <a:pt x="516734" y="191659"/>
                  </a:lnTo>
                  <a:lnTo>
                    <a:pt x="517540" y="191384"/>
                  </a:lnTo>
                  <a:lnTo>
                    <a:pt x="518325" y="191085"/>
                  </a:lnTo>
                  <a:lnTo>
                    <a:pt x="519829" y="190078"/>
                  </a:lnTo>
                  <a:lnTo>
                    <a:pt x="520317" y="189923"/>
                  </a:lnTo>
                  <a:lnTo>
                    <a:pt x="520995" y="189595"/>
                  </a:lnTo>
                  <a:lnTo>
                    <a:pt x="521220" y="189183"/>
                  </a:lnTo>
                  <a:lnTo>
                    <a:pt x="520932" y="188200"/>
                  </a:lnTo>
                  <a:lnTo>
                    <a:pt x="520853" y="187929"/>
                  </a:lnTo>
                  <a:lnTo>
                    <a:pt x="520673" y="187314"/>
                  </a:lnTo>
                  <a:lnTo>
                    <a:pt x="520466" y="186605"/>
                  </a:lnTo>
                  <a:lnTo>
                    <a:pt x="520300" y="186041"/>
                  </a:lnTo>
                  <a:lnTo>
                    <a:pt x="520242" y="184491"/>
                  </a:lnTo>
                  <a:lnTo>
                    <a:pt x="520145" y="184158"/>
                  </a:lnTo>
                  <a:lnTo>
                    <a:pt x="520049" y="183614"/>
                  </a:lnTo>
                  <a:lnTo>
                    <a:pt x="519927" y="183314"/>
                  </a:lnTo>
                  <a:lnTo>
                    <a:pt x="519621" y="182576"/>
                  </a:lnTo>
                  <a:lnTo>
                    <a:pt x="519385" y="182009"/>
                  </a:lnTo>
                  <a:lnTo>
                    <a:pt x="519097" y="181314"/>
                  </a:lnTo>
                  <a:lnTo>
                    <a:pt x="519027" y="181144"/>
                  </a:lnTo>
                  <a:lnTo>
                    <a:pt x="517630" y="181813"/>
                  </a:lnTo>
                  <a:lnTo>
                    <a:pt x="516505" y="182352"/>
                  </a:lnTo>
                  <a:lnTo>
                    <a:pt x="515747" y="182714"/>
                  </a:lnTo>
                  <a:lnTo>
                    <a:pt x="515585" y="182792"/>
                  </a:lnTo>
                  <a:lnTo>
                    <a:pt x="515419" y="182871"/>
                  </a:lnTo>
                  <a:lnTo>
                    <a:pt x="514681" y="183224"/>
                  </a:lnTo>
                  <a:lnTo>
                    <a:pt x="513357" y="183858"/>
                  </a:lnTo>
                  <a:lnTo>
                    <a:pt x="512299" y="184365"/>
                  </a:lnTo>
                  <a:lnTo>
                    <a:pt x="511694" y="184654"/>
                  </a:lnTo>
                  <a:lnTo>
                    <a:pt x="511049" y="183973"/>
                  </a:lnTo>
                  <a:lnTo>
                    <a:pt x="510511" y="183554"/>
                  </a:lnTo>
                  <a:lnTo>
                    <a:pt x="510343" y="183423"/>
                  </a:lnTo>
                  <a:lnTo>
                    <a:pt x="509586" y="183495"/>
                  </a:lnTo>
                  <a:lnTo>
                    <a:pt x="508861" y="183690"/>
                  </a:lnTo>
                  <a:lnTo>
                    <a:pt x="505908" y="184882"/>
                  </a:lnTo>
                  <a:lnTo>
                    <a:pt x="505538" y="184835"/>
                  </a:lnTo>
                  <a:lnTo>
                    <a:pt x="505399" y="184418"/>
                  </a:lnTo>
                  <a:lnTo>
                    <a:pt x="505263" y="184002"/>
                  </a:lnTo>
                  <a:lnTo>
                    <a:pt x="504786" y="183439"/>
                  </a:lnTo>
                  <a:lnTo>
                    <a:pt x="504272" y="182832"/>
                  </a:lnTo>
                  <a:lnTo>
                    <a:pt x="503977" y="182792"/>
                  </a:lnTo>
                  <a:lnTo>
                    <a:pt x="503715" y="182757"/>
                  </a:lnTo>
                  <a:lnTo>
                    <a:pt x="503568" y="182585"/>
                  </a:lnTo>
                  <a:lnTo>
                    <a:pt x="503338" y="182318"/>
                  </a:lnTo>
                  <a:lnTo>
                    <a:pt x="502762" y="181649"/>
                  </a:lnTo>
                  <a:lnTo>
                    <a:pt x="501873" y="181614"/>
                  </a:lnTo>
                  <a:lnTo>
                    <a:pt x="501672" y="181584"/>
                  </a:lnTo>
                  <a:lnTo>
                    <a:pt x="501477" y="181553"/>
                  </a:lnTo>
                  <a:lnTo>
                    <a:pt x="501273" y="181556"/>
                  </a:lnTo>
                  <a:lnTo>
                    <a:pt x="501008" y="181518"/>
                  </a:lnTo>
                  <a:lnTo>
                    <a:pt x="500788" y="181373"/>
                  </a:lnTo>
                  <a:lnTo>
                    <a:pt x="500500" y="181331"/>
                  </a:lnTo>
                  <a:lnTo>
                    <a:pt x="500124" y="181260"/>
                  </a:lnTo>
                  <a:lnTo>
                    <a:pt x="499663" y="181213"/>
                  </a:lnTo>
                  <a:lnTo>
                    <a:pt x="498301" y="181951"/>
                  </a:lnTo>
                  <a:lnTo>
                    <a:pt x="497853" y="182045"/>
                  </a:lnTo>
                  <a:lnTo>
                    <a:pt x="496899" y="183192"/>
                  </a:lnTo>
                  <a:lnTo>
                    <a:pt x="496571" y="183586"/>
                  </a:lnTo>
                  <a:lnTo>
                    <a:pt x="495881" y="183922"/>
                  </a:lnTo>
                  <a:lnTo>
                    <a:pt x="495518" y="184099"/>
                  </a:lnTo>
                  <a:lnTo>
                    <a:pt x="495220" y="184803"/>
                  </a:lnTo>
                  <a:lnTo>
                    <a:pt x="495648" y="185944"/>
                  </a:lnTo>
                  <a:lnTo>
                    <a:pt x="494018" y="186775"/>
                  </a:lnTo>
                  <a:lnTo>
                    <a:pt x="492601" y="187499"/>
                  </a:lnTo>
                  <a:lnTo>
                    <a:pt x="491963" y="187824"/>
                  </a:lnTo>
                  <a:lnTo>
                    <a:pt x="490803" y="188654"/>
                  </a:lnTo>
                  <a:lnTo>
                    <a:pt x="490320" y="188744"/>
                  </a:lnTo>
                  <a:lnTo>
                    <a:pt x="488492" y="190949"/>
                  </a:lnTo>
                  <a:lnTo>
                    <a:pt x="486918" y="191400"/>
                  </a:lnTo>
                  <a:lnTo>
                    <a:pt x="486385" y="191655"/>
                  </a:lnTo>
                  <a:lnTo>
                    <a:pt x="486155" y="191855"/>
                  </a:lnTo>
                  <a:lnTo>
                    <a:pt x="485328" y="192681"/>
                  </a:lnTo>
                  <a:lnTo>
                    <a:pt x="484879" y="193126"/>
                  </a:lnTo>
                  <a:lnTo>
                    <a:pt x="484343" y="193701"/>
                  </a:lnTo>
                  <a:lnTo>
                    <a:pt x="483286" y="194066"/>
                  </a:lnTo>
                  <a:lnTo>
                    <a:pt x="482458" y="194449"/>
                  </a:lnTo>
                  <a:lnTo>
                    <a:pt x="481635" y="194837"/>
                  </a:lnTo>
                  <a:lnTo>
                    <a:pt x="481468" y="194915"/>
                  </a:lnTo>
                  <a:lnTo>
                    <a:pt x="480701" y="195276"/>
                  </a:lnTo>
                  <a:lnTo>
                    <a:pt x="479839" y="195679"/>
                  </a:lnTo>
                  <a:lnTo>
                    <a:pt x="479479" y="193447"/>
                  </a:lnTo>
                  <a:lnTo>
                    <a:pt x="478640" y="194025"/>
                  </a:lnTo>
                  <a:lnTo>
                    <a:pt x="477638" y="194286"/>
                  </a:lnTo>
                  <a:lnTo>
                    <a:pt x="476441" y="193564"/>
                  </a:lnTo>
                  <a:lnTo>
                    <a:pt x="475526" y="193876"/>
                  </a:lnTo>
                  <a:lnTo>
                    <a:pt x="475379" y="193926"/>
                  </a:lnTo>
                  <a:lnTo>
                    <a:pt x="474842" y="194110"/>
                  </a:lnTo>
                  <a:lnTo>
                    <a:pt x="473640" y="194520"/>
                  </a:lnTo>
                  <a:lnTo>
                    <a:pt x="472786" y="194812"/>
                  </a:lnTo>
                  <a:lnTo>
                    <a:pt x="471248" y="194706"/>
                  </a:lnTo>
                  <a:lnTo>
                    <a:pt x="470733" y="194671"/>
                  </a:lnTo>
                  <a:lnTo>
                    <a:pt x="469975" y="194817"/>
                  </a:lnTo>
                  <a:lnTo>
                    <a:pt x="468970" y="195012"/>
                  </a:lnTo>
                  <a:lnTo>
                    <a:pt x="468092" y="195182"/>
                  </a:lnTo>
                  <a:lnTo>
                    <a:pt x="467170" y="196552"/>
                  </a:lnTo>
                  <a:lnTo>
                    <a:pt x="465708" y="196113"/>
                  </a:lnTo>
                  <a:lnTo>
                    <a:pt x="464735" y="195820"/>
                  </a:lnTo>
                  <a:lnTo>
                    <a:pt x="463682" y="196516"/>
                  </a:lnTo>
                  <a:lnTo>
                    <a:pt x="462580" y="197245"/>
                  </a:lnTo>
                  <a:lnTo>
                    <a:pt x="461661" y="197852"/>
                  </a:lnTo>
                  <a:lnTo>
                    <a:pt x="461449" y="194495"/>
                  </a:lnTo>
                  <a:lnTo>
                    <a:pt x="461250" y="193518"/>
                  </a:lnTo>
                  <a:lnTo>
                    <a:pt x="461177" y="193153"/>
                  </a:lnTo>
                  <a:lnTo>
                    <a:pt x="461094" y="192742"/>
                  </a:lnTo>
                  <a:lnTo>
                    <a:pt x="461023" y="192534"/>
                  </a:lnTo>
                  <a:lnTo>
                    <a:pt x="460779" y="191802"/>
                  </a:lnTo>
                  <a:lnTo>
                    <a:pt x="460054" y="189623"/>
                  </a:lnTo>
                  <a:lnTo>
                    <a:pt x="459885" y="189681"/>
                  </a:lnTo>
                  <a:lnTo>
                    <a:pt x="458490" y="190165"/>
                  </a:lnTo>
                  <a:lnTo>
                    <a:pt x="457197" y="190614"/>
                  </a:lnTo>
                  <a:lnTo>
                    <a:pt x="456614" y="190816"/>
                  </a:lnTo>
                  <a:lnTo>
                    <a:pt x="456624" y="191078"/>
                  </a:lnTo>
                  <a:lnTo>
                    <a:pt x="456114" y="191472"/>
                  </a:lnTo>
                  <a:lnTo>
                    <a:pt x="455714" y="191783"/>
                  </a:lnTo>
                  <a:lnTo>
                    <a:pt x="454453" y="192759"/>
                  </a:lnTo>
                  <a:lnTo>
                    <a:pt x="454397" y="193294"/>
                  </a:lnTo>
                  <a:lnTo>
                    <a:pt x="454340" y="193806"/>
                  </a:lnTo>
                  <a:lnTo>
                    <a:pt x="454253" y="194542"/>
                  </a:lnTo>
                  <a:lnTo>
                    <a:pt x="454203" y="194967"/>
                  </a:lnTo>
                  <a:lnTo>
                    <a:pt x="454052" y="196391"/>
                  </a:lnTo>
                  <a:lnTo>
                    <a:pt x="453134" y="196910"/>
                  </a:lnTo>
                  <a:lnTo>
                    <a:pt x="452529" y="197506"/>
                  </a:lnTo>
                  <a:lnTo>
                    <a:pt x="450581" y="195331"/>
                  </a:lnTo>
                  <a:lnTo>
                    <a:pt x="450283" y="194744"/>
                  </a:lnTo>
                  <a:lnTo>
                    <a:pt x="450159" y="194597"/>
                  </a:lnTo>
                  <a:lnTo>
                    <a:pt x="448442" y="195299"/>
                  </a:lnTo>
                  <a:lnTo>
                    <a:pt x="447410" y="195455"/>
                  </a:lnTo>
                  <a:lnTo>
                    <a:pt x="446043" y="196310"/>
                  </a:lnTo>
                  <a:lnTo>
                    <a:pt x="445911" y="196393"/>
                  </a:lnTo>
                  <a:lnTo>
                    <a:pt x="445064" y="196931"/>
                  </a:lnTo>
                  <a:lnTo>
                    <a:pt x="444263" y="197624"/>
                  </a:lnTo>
                  <a:lnTo>
                    <a:pt x="443055" y="198523"/>
                  </a:lnTo>
                  <a:lnTo>
                    <a:pt x="441970" y="199361"/>
                  </a:lnTo>
                  <a:lnTo>
                    <a:pt x="441271" y="197158"/>
                  </a:lnTo>
                  <a:lnTo>
                    <a:pt x="441081" y="196740"/>
                  </a:lnTo>
                  <a:lnTo>
                    <a:pt x="439441" y="197343"/>
                  </a:lnTo>
                  <a:lnTo>
                    <a:pt x="437135" y="198191"/>
                  </a:lnTo>
                  <a:lnTo>
                    <a:pt x="436371" y="198985"/>
                  </a:lnTo>
                  <a:lnTo>
                    <a:pt x="435903" y="199471"/>
                  </a:lnTo>
                  <a:lnTo>
                    <a:pt x="435351" y="200045"/>
                  </a:lnTo>
                  <a:lnTo>
                    <a:pt x="434081" y="201066"/>
                  </a:lnTo>
                  <a:lnTo>
                    <a:pt x="432020" y="202282"/>
                  </a:lnTo>
                  <a:lnTo>
                    <a:pt x="430148" y="204289"/>
                  </a:lnTo>
                  <a:lnTo>
                    <a:pt x="428787" y="203295"/>
                  </a:lnTo>
                  <a:lnTo>
                    <a:pt x="425628" y="200990"/>
                  </a:lnTo>
                  <a:lnTo>
                    <a:pt x="423266" y="189894"/>
                  </a:lnTo>
                  <a:lnTo>
                    <a:pt x="423143" y="189317"/>
                  </a:lnTo>
                  <a:lnTo>
                    <a:pt x="421469" y="181453"/>
                  </a:lnTo>
                  <a:lnTo>
                    <a:pt x="418821" y="176131"/>
                  </a:lnTo>
                  <a:lnTo>
                    <a:pt x="417925" y="174331"/>
                  </a:lnTo>
                  <a:lnTo>
                    <a:pt x="416767" y="172004"/>
                  </a:lnTo>
                  <a:lnTo>
                    <a:pt x="420515" y="170146"/>
                  </a:lnTo>
                  <a:lnTo>
                    <a:pt x="421981" y="169419"/>
                  </a:lnTo>
                  <a:lnTo>
                    <a:pt x="422727" y="169049"/>
                  </a:lnTo>
                  <a:lnTo>
                    <a:pt x="425610" y="168717"/>
                  </a:lnTo>
                  <a:lnTo>
                    <a:pt x="425765" y="168699"/>
                  </a:lnTo>
                  <a:lnTo>
                    <a:pt x="428234" y="168415"/>
                  </a:lnTo>
                  <a:lnTo>
                    <a:pt x="428840" y="168346"/>
                  </a:lnTo>
                  <a:lnTo>
                    <a:pt x="432116" y="167968"/>
                  </a:lnTo>
                  <a:lnTo>
                    <a:pt x="432521" y="167922"/>
                  </a:lnTo>
                  <a:lnTo>
                    <a:pt x="436386" y="167477"/>
                  </a:lnTo>
                  <a:lnTo>
                    <a:pt x="441182" y="167460"/>
                  </a:lnTo>
                  <a:lnTo>
                    <a:pt x="442747" y="167455"/>
                  </a:lnTo>
                  <a:lnTo>
                    <a:pt x="444686" y="167448"/>
                  </a:lnTo>
                  <a:lnTo>
                    <a:pt x="448623" y="170511"/>
                  </a:lnTo>
                  <a:lnTo>
                    <a:pt x="449026" y="170538"/>
                  </a:lnTo>
                  <a:lnTo>
                    <a:pt x="449339" y="170560"/>
                  </a:lnTo>
                  <a:lnTo>
                    <a:pt x="450823" y="170660"/>
                  </a:lnTo>
                  <a:lnTo>
                    <a:pt x="460572" y="171318"/>
                  </a:lnTo>
                  <a:lnTo>
                    <a:pt x="461221" y="171362"/>
                  </a:lnTo>
                  <a:lnTo>
                    <a:pt x="462072" y="171419"/>
                  </a:lnTo>
                  <a:lnTo>
                    <a:pt x="468230" y="168732"/>
                  </a:lnTo>
                  <a:lnTo>
                    <a:pt x="468700" y="168527"/>
                  </a:lnTo>
                  <a:lnTo>
                    <a:pt x="472790" y="166743"/>
                  </a:lnTo>
                  <a:lnTo>
                    <a:pt x="472971" y="166701"/>
                  </a:lnTo>
                  <a:lnTo>
                    <a:pt x="473696" y="166534"/>
                  </a:lnTo>
                  <a:lnTo>
                    <a:pt x="476842" y="165811"/>
                  </a:lnTo>
                  <a:lnTo>
                    <a:pt x="477239" y="165720"/>
                  </a:lnTo>
                  <a:lnTo>
                    <a:pt x="485320" y="163863"/>
                  </a:lnTo>
                  <a:lnTo>
                    <a:pt x="495997" y="164248"/>
                  </a:lnTo>
                  <a:lnTo>
                    <a:pt x="502778" y="163607"/>
                  </a:lnTo>
                  <a:lnTo>
                    <a:pt x="504553" y="162710"/>
                  </a:lnTo>
                  <a:lnTo>
                    <a:pt x="504506" y="161876"/>
                  </a:lnTo>
                  <a:lnTo>
                    <a:pt x="504655" y="161345"/>
                  </a:lnTo>
                  <a:lnTo>
                    <a:pt x="504695" y="161206"/>
                  </a:lnTo>
                  <a:lnTo>
                    <a:pt x="504805" y="160828"/>
                  </a:lnTo>
                  <a:lnTo>
                    <a:pt x="505414" y="158709"/>
                  </a:lnTo>
                  <a:lnTo>
                    <a:pt x="505477" y="158499"/>
                  </a:lnTo>
                  <a:lnTo>
                    <a:pt x="506587" y="158158"/>
                  </a:lnTo>
                  <a:lnTo>
                    <a:pt x="508411" y="157602"/>
                  </a:lnTo>
                  <a:lnTo>
                    <a:pt x="508712" y="155418"/>
                  </a:lnTo>
                  <a:lnTo>
                    <a:pt x="508730" y="155286"/>
                  </a:lnTo>
                  <a:lnTo>
                    <a:pt x="508823" y="154585"/>
                  </a:lnTo>
                  <a:lnTo>
                    <a:pt x="507910" y="153673"/>
                  </a:lnTo>
                  <a:lnTo>
                    <a:pt x="507216" y="152980"/>
                  </a:lnTo>
                  <a:lnTo>
                    <a:pt x="505438" y="151198"/>
                  </a:lnTo>
                  <a:lnTo>
                    <a:pt x="505064" y="150828"/>
                  </a:lnTo>
                  <a:lnTo>
                    <a:pt x="504850" y="148324"/>
                  </a:lnTo>
                  <a:lnTo>
                    <a:pt x="504691" y="146528"/>
                  </a:lnTo>
                  <a:lnTo>
                    <a:pt x="504311" y="145260"/>
                  </a:lnTo>
                  <a:lnTo>
                    <a:pt x="504188" y="144995"/>
                  </a:lnTo>
                  <a:lnTo>
                    <a:pt x="504352" y="144780"/>
                  </a:lnTo>
                  <a:lnTo>
                    <a:pt x="504655" y="144388"/>
                  </a:lnTo>
                  <a:lnTo>
                    <a:pt x="505447" y="143366"/>
                  </a:lnTo>
                  <a:lnTo>
                    <a:pt x="505995" y="142658"/>
                  </a:lnTo>
                  <a:lnTo>
                    <a:pt x="506141" y="142468"/>
                  </a:lnTo>
                  <a:lnTo>
                    <a:pt x="506544" y="141949"/>
                  </a:lnTo>
                  <a:lnTo>
                    <a:pt x="507155" y="141158"/>
                  </a:lnTo>
                  <a:lnTo>
                    <a:pt x="508233" y="139764"/>
                  </a:lnTo>
                  <a:lnTo>
                    <a:pt x="508725" y="139128"/>
                  </a:lnTo>
                  <a:lnTo>
                    <a:pt x="509917" y="138476"/>
                  </a:lnTo>
                  <a:lnTo>
                    <a:pt x="510805" y="137991"/>
                  </a:lnTo>
                  <a:lnTo>
                    <a:pt x="510814" y="137538"/>
                  </a:lnTo>
                  <a:lnTo>
                    <a:pt x="510829" y="136841"/>
                  </a:lnTo>
                  <a:lnTo>
                    <a:pt x="510834" y="136603"/>
                  </a:lnTo>
                  <a:lnTo>
                    <a:pt x="510846" y="136072"/>
                  </a:lnTo>
                  <a:lnTo>
                    <a:pt x="510850" y="135849"/>
                  </a:lnTo>
                  <a:lnTo>
                    <a:pt x="510854" y="135660"/>
                  </a:lnTo>
                  <a:lnTo>
                    <a:pt x="510922" y="135142"/>
                  </a:lnTo>
                  <a:lnTo>
                    <a:pt x="510988" y="134661"/>
                  </a:lnTo>
                  <a:lnTo>
                    <a:pt x="511256" y="132578"/>
                  </a:lnTo>
                  <a:lnTo>
                    <a:pt x="511135" y="131052"/>
                  </a:lnTo>
                  <a:lnTo>
                    <a:pt x="511420" y="130483"/>
                  </a:lnTo>
                  <a:lnTo>
                    <a:pt x="511894" y="129537"/>
                  </a:lnTo>
                  <a:lnTo>
                    <a:pt x="512157" y="129013"/>
                  </a:lnTo>
                  <a:lnTo>
                    <a:pt x="513747" y="127499"/>
                  </a:lnTo>
                  <a:lnTo>
                    <a:pt x="513851" y="126542"/>
                  </a:lnTo>
                  <a:lnTo>
                    <a:pt x="513958" y="125575"/>
                  </a:lnTo>
                  <a:lnTo>
                    <a:pt x="514380" y="125402"/>
                  </a:lnTo>
                  <a:lnTo>
                    <a:pt x="514643" y="125294"/>
                  </a:lnTo>
                  <a:lnTo>
                    <a:pt x="515154" y="125085"/>
                  </a:lnTo>
                  <a:lnTo>
                    <a:pt x="515383" y="124991"/>
                  </a:lnTo>
                  <a:lnTo>
                    <a:pt x="515551" y="124921"/>
                  </a:lnTo>
                  <a:lnTo>
                    <a:pt x="515813" y="124813"/>
                  </a:lnTo>
                  <a:lnTo>
                    <a:pt x="516299" y="124613"/>
                  </a:lnTo>
                  <a:lnTo>
                    <a:pt x="516660" y="124464"/>
                  </a:lnTo>
                  <a:lnTo>
                    <a:pt x="516819" y="124134"/>
                  </a:lnTo>
                  <a:lnTo>
                    <a:pt x="516907" y="123956"/>
                  </a:lnTo>
                  <a:lnTo>
                    <a:pt x="517008" y="123762"/>
                  </a:lnTo>
                  <a:lnTo>
                    <a:pt x="517119" y="123538"/>
                  </a:lnTo>
                  <a:lnTo>
                    <a:pt x="517549" y="122669"/>
                  </a:lnTo>
                  <a:lnTo>
                    <a:pt x="517608" y="122540"/>
                  </a:lnTo>
                  <a:lnTo>
                    <a:pt x="517032" y="122680"/>
                  </a:lnTo>
                  <a:lnTo>
                    <a:pt x="515318" y="123107"/>
                  </a:lnTo>
                  <a:lnTo>
                    <a:pt x="514635" y="122081"/>
                  </a:lnTo>
                  <a:lnTo>
                    <a:pt x="514334" y="121626"/>
                  </a:lnTo>
                  <a:lnTo>
                    <a:pt x="514207" y="121436"/>
                  </a:lnTo>
                  <a:lnTo>
                    <a:pt x="514050" y="121199"/>
                  </a:lnTo>
                  <a:lnTo>
                    <a:pt x="513125" y="119660"/>
                  </a:lnTo>
                  <a:lnTo>
                    <a:pt x="512917" y="118347"/>
                  </a:lnTo>
                  <a:lnTo>
                    <a:pt x="511519" y="119158"/>
                  </a:lnTo>
                  <a:lnTo>
                    <a:pt x="510559" y="119347"/>
                  </a:lnTo>
                  <a:lnTo>
                    <a:pt x="510185" y="119081"/>
                  </a:lnTo>
                  <a:lnTo>
                    <a:pt x="509589" y="118659"/>
                  </a:lnTo>
                  <a:lnTo>
                    <a:pt x="509278" y="118439"/>
                  </a:lnTo>
                  <a:lnTo>
                    <a:pt x="508830" y="118123"/>
                  </a:lnTo>
                  <a:lnTo>
                    <a:pt x="508625" y="117977"/>
                  </a:lnTo>
                  <a:lnTo>
                    <a:pt x="508294" y="117743"/>
                  </a:lnTo>
                  <a:lnTo>
                    <a:pt x="508030" y="117562"/>
                  </a:lnTo>
                  <a:lnTo>
                    <a:pt x="507711" y="117700"/>
                  </a:lnTo>
                  <a:lnTo>
                    <a:pt x="507494" y="117793"/>
                  </a:lnTo>
                  <a:lnTo>
                    <a:pt x="506913" y="117701"/>
                  </a:lnTo>
                  <a:lnTo>
                    <a:pt x="505728" y="117510"/>
                  </a:lnTo>
                  <a:lnTo>
                    <a:pt x="504876" y="117374"/>
                  </a:lnTo>
                  <a:lnTo>
                    <a:pt x="504984" y="116017"/>
                  </a:lnTo>
                  <a:lnTo>
                    <a:pt x="505012" y="115655"/>
                  </a:lnTo>
                  <a:lnTo>
                    <a:pt x="504940" y="115267"/>
                  </a:lnTo>
                  <a:lnTo>
                    <a:pt x="505217" y="112962"/>
                  </a:lnTo>
                  <a:lnTo>
                    <a:pt x="505584" y="112611"/>
                  </a:lnTo>
                  <a:lnTo>
                    <a:pt x="506121" y="109638"/>
                  </a:lnTo>
                  <a:lnTo>
                    <a:pt x="506153" y="109402"/>
                  </a:lnTo>
                  <a:lnTo>
                    <a:pt x="504618" y="108319"/>
                  </a:lnTo>
                  <a:lnTo>
                    <a:pt x="504264" y="108069"/>
                  </a:lnTo>
                  <a:lnTo>
                    <a:pt x="503256" y="106948"/>
                  </a:lnTo>
                  <a:lnTo>
                    <a:pt x="503120" y="106796"/>
                  </a:lnTo>
                  <a:lnTo>
                    <a:pt x="502893" y="106544"/>
                  </a:lnTo>
                  <a:lnTo>
                    <a:pt x="502534" y="106145"/>
                  </a:lnTo>
                  <a:lnTo>
                    <a:pt x="502368" y="106039"/>
                  </a:lnTo>
                  <a:lnTo>
                    <a:pt x="502078" y="105852"/>
                  </a:lnTo>
                  <a:lnTo>
                    <a:pt x="501104" y="103118"/>
                  </a:lnTo>
                  <a:lnTo>
                    <a:pt x="500252" y="96957"/>
                  </a:lnTo>
                  <a:lnTo>
                    <a:pt x="484035" y="102000"/>
                  </a:lnTo>
                  <a:lnTo>
                    <a:pt x="483447" y="102183"/>
                  </a:lnTo>
                  <a:lnTo>
                    <a:pt x="480081" y="103230"/>
                  </a:lnTo>
                  <a:lnTo>
                    <a:pt x="479426" y="103434"/>
                  </a:lnTo>
                  <a:lnTo>
                    <a:pt x="479246" y="103490"/>
                  </a:lnTo>
                  <a:lnTo>
                    <a:pt x="474501" y="104965"/>
                  </a:lnTo>
                  <a:lnTo>
                    <a:pt x="471891" y="105777"/>
                  </a:lnTo>
                  <a:lnTo>
                    <a:pt x="471000" y="106054"/>
                  </a:lnTo>
                  <a:lnTo>
                    <a:pt x="462704" y="108634"/>
                  </a:lnTo>
                  <a:lnTo>
                    <a:pt x="453885" y="113673"/>
                  </a:lnTo>
                  <a:lnTo>
                    <a:pt x="451292" y="115154"/>
                  </a:lnTo>
                  <a:lnTo>
                    <a:pt x="447823" y="109201"/>
                  </a:lnTo>
                  <a:lnTo>
                    <a:pt x="447163" y="108068"/>
                  </a:lnTo>
                  <a:lnTo>
                    <a:pt x="443482" y="101751"/>
                  </a:lnTo>
                  <a:lnTo>
                    <a:pt x="442637" y="100301"/>
                  </a:lnTo>
                  <a:lnTo>
                    <a:pt x="441059" y="97592"/>
                  </a:lnTo>
                  <a:lnTo>
                    <a:pt x="440963" y="97158"/>
                  </a:lnTo>
                  <a:lnTo>
                    <a:pt x="439240" y="89310"/>
                  </a:lnTo>
                  <a:lnTo>
                    <a:pt x="439061" y="88492"/>
                  </a:lnTo>
                  <a:lnTo>
                    <a:pt x="438820" y="87395"/>
                  </a:lnTo>
                  <a:lnTo>
                    <a:pt x="438623" y="86500"/>
                  </a:lnTo>
                  <a:lnTo>
                    <a:pt x="436634" y="77440"/>
                  </a:lnTo>
                  <a:lnTo>
                    <a:pt x="435427" y="71942"/>
                  </a:lnTo>
                  <a:lnTo>
                    <a:pt x="435307" y="71396"/>
                  </a:lnTo>
                  <a:lnTo>
                    <a:pt x="432862" y="60260"/>
                  </a:lnTo>
                  <a:lnTo>
                    <a:pt x="431758" y="55234"/>
                  </a:lnTo>
                  <a:lnTo>
                    <a:pt x="430643" y="50157"/>
                  </a:lnTo>
                  <a:lnTo>
                    <a:pt x="420620" y="35653"/>
                  </a:lnTo>
                  <a:lnTo>
                    <a:pt x="407958" y="23831"/>
                  </a:lnTo>
                  <a:lnTo>
                    <a:pt x="392334" y="9241"/>
                  </a:lnTo>
                  <a:lnTo>
                    <a:pt x="386645" y="3929"/>
                  </a:lnTo>
                  <a:lnTo>
                    <a:pt x="382437" y="0"/>
                  </a:lnTo>
                  <a:lnTo>
                    <a:pt x="366475" y="17151"/>
                  </a:lnTo>
                  <a:lnTo>
                    <a:pt x="366252" y="17391"/>
                  </a:lnTo>
                  <a:lnTo>
                    <a:pt x="357582" y="26708"/>
                  </a:lnTo>
                  <a:lnTo>
                    <a:pt x="356197" y="28259"/>
                  </a:lnTo>
                  <a:lnTo>
                    <a:pt x="355429" y="29195"/>
                  </a:lnTo>
                  <a:lnTo>
                    <a:pt x="354708" y="30074"/>
                  </a:lnTo>
                  <a:lnTo>
                    <a:pt x="343218" y="44746"/>
                  </a:lnTo>
                  <a:lnTo>
                    <a:pt x="338779" y="49506"/>
                  </a:lnTo>
                  <a:lnTo>
                    <a:pt x="326124" y="63077"/>
                  </a:lnTo>
                  <a:lnTo>
                    <a:pt x="317036" y="72821"/>
                  </a:lnTo>
                  <a:lnTo>
                    <a:pt x="309697" y="80695"/>
                  </a:lnTo>
                  <a:lnTo>
                    <a:pt x="290656" y="101113"/>
                  </a:lnTo>
                  <a:lnTo>
                    <a:pt x="285281" y="106872"/>
                  </a:lnTo>
                  <a:lnTo>
                    <a:pt x="283433" y="108854"/>
                  </a:lnTo>
                  <a:lnTo>
                    <a:pt x="279813" y="112735"/>
                  </a:lnTo>
                  <a:lnTo>
                    <a:pt x="275438" y="117433"/>
                  </a:lnTo>
                  <a:lnTo>
                    <a:pt x="272463" y="120617"/>
                  </a:lnTo>
                  <a:lnTo>
                    <a:pt x="267308" y="123491"/>
                  </a:lnTo>
                  <a:lnTo>
                    <a:pt x="257181" y="129138"/>
                  </a:lnTo>
                  <a:lnTo>
                    <a:pt x="252923" y="131513"/>
                  </a:lnTo>
                  <a:lnTo>
                    <a:pt x="245885" y="135437"/>
                  </a:lnTo>
                  <a:lnTo>
                    <a:pt x="244860" y="136009"/>
                  </a:lnTo>
                  <a:lnTo>
                    <a:pt x="241467" y="137900"/>
                  </a:lnTo>
                  <a:lnTo>
                    <a:pt x="228803" y="144962"/>
                  </a:lnTo>
                  <a:lnTo>
                    <a:pt x="207954" y="156590"/>
                  </a:lnTo>
                  <a:lnTo>
                    <a:pt x="189190" y="167051"/>
                  </a:lnTo>
                  <a:lnTo>
                    <a:pt x="181623" y="171271"/>
                  </a:lnTo>
                  <a:lnTo>
                    <a:pt x="172594" y="176305"/>
                  </a:lnTo>
                  <a:lnTo>
                    <a:pt x="171568" y="176878"/>
                  </a:lnTo>
                  <a:lnTo>
                    <a:pt x="163477" y="181389"/>
                  </a:lnTo>
                  <a:lnTo>
                    <a:pt x="163162" y="181566"/>
                  </a:lnTo>
                  <a:lnTo>
                    <a:pt x="161145" y="182770"/>
                  </a:lnTo>
                  <a:lnTo>
                    <a:pt x="159184" y="184064"/>
                  </a:lnTo>
                  <a:lnTo>
                    <a:pt x="157441" y="185330"/>
                  </a:lnTo>
                  <a:lnTo>
                    <a:pt x="157283" y="185445"/>
                  </a:lnTo>
                  <a:lnTo>
                    <a:pt x="148949" y="191793"/>
                  </a:lnTo>
                  <a:lnTo>
                    <a:pt x="140296" y="198380"/>
                  </a:lnTo>
                  <a:lnTo>
                    <a:pt x="136924" y="200947"/>
                  </a:lnTo>
                  <a:lnTo>
                    <a:pt x="129550" y="206562"/>
                  </a:lnTo>
                  <a:lnTo>
                    <a:pt x="123376" y="211263"/>
                  </a:lnTo>
                  <a:lnTo>
                    <a:pt x="120126" y="213737"/>
                  </a:lnTo>
                  <a:lnTo>
                    <a:pt x="119543" y="214181"/>
                  </a:lnTo>
                  <a:lnTo>
                    <a:pt x="118870" y="214702"/>
                  </a:lnTo>
                  <a:lnTo>
                    <a:pt x="115443" y="217402"/>
                  </a:lnTo>
                  <a:lnTo>
                    <a:pt x="105741" y="225047"/>
                  </a:lnTo>
                  <a:lnTo>
                    <a:pt x="99448" y="230005"/>
                  </a:lnTo>
                  <a:lnTo>
                    <a:pt x="97238" y="231746"/>
                  </a:lnTo>
                  <a:lnTo>
                    <a:pt x="92637" y="235371"/>
                  </a:lnTo>
                  <a:lnTo>
                    <a:pt x="74159" y="249931"/>
                  </a:lnTo>
                  <a:lnTo>
                    <a:pt x="62199" y="259353"/>
                  </a:lnTo>
                  <a:lnTo>
                    <a:pt x="47452" y="270972"/>
                  </a:lnTo>
                  <a:lnTo>
                    <a:pt x="31899" y="283226"/>
                  </a:lnTo>
                  <a:lnTo>
                    <a:pt x="19561" y="292948"/>
                  </a:lnTo>
                  <a:lnTo>
                    <a:pt x="18050" y="294184"/>
                  </a:lnTo>
                  <a:lnTo>
                    <a:pt x="16294" y="295748"/>
                  </a:lnTo>
                  <a:lnTo>
                    <a:pt x="14610" y="297388"/>
                  </a:lnTo>
                  <a:lnTo>
                    <a:pt x="13002" y="299103"/>
                  </a:lnTo>
                  <a:lnTo>
                    <a:pt x="10587" y="301799"/>
                  </a:lnTo>
                  <a:lnTo>
                    <a:pt x="5478" y="307497"/>
                  </a:lnTo>
                  <a:lnTo>
                    <a:pt x="0" y="313610"/>
                  </a:lnTo>
                  <a:lnTo>
                    <a:pt x="38918" y="348474"/>
                  </a:lnTo>
                  <a:lnTo>
                    <a:pt x="43437" y="352522"/>
                  </a:lnTo>
                  <a:lnTo>
                    <a:pt x="44123" y="353897"/>
                  </a:lnTo>
                  <a:lnTo>
                    <a:pt x="56668" y="379054"/>
                  </a:lnTo>
                  <a:lnTo>
                    <a:pt x="56349" y="381876"/>
                  </a:lnTo>
                  <a:lnTo>
                    <a:pt x="56259" y="382668"/>
                  </a:lnTo>
                  <a:lnTo>
                    <a:pt x="55904" y="385781"/>
                  </a:lnTo>
                  <a:lnTo>
                    <a:pt x="55666" y="387878"/>
                  </a:lnTo>
                  <a:lnTo>
                    <a:pt x="55366" y="390516"/>
                  </a:lnTo>
                  <a:lnTo>
                    <a:pt x="55293" y="391150"/>
                  </a:lnTo>
                  <a:lnTo>
                    <a:pt x="62925" y="399696"/>
                  </a:lnTo>
                  <a:lnTo>
                    <a:pt x="65902" y="403029"/>
                  </a:lnTo>
                  <a:lnTo>
                    <a:pt x="68086" y="405475"/>
                  </a:lnTo>
                  <a:lnTo>
                    <a:pt x="70424" y="408092"/>
                  </a:lnTo>
                  <a:lnTo>
                    <a:pt x="70363" y="409818"/>
                  </a:lnTo>
                  <a:lnTo>
                    <a:pt x="70312" y="411269"/>
                  </a:lnTo>
                  <a:lnTo>
                    <a:pt x="68914" y="414770"/>
                  </a:lnTo>
                  <a:lnTo>
                    <a:pt x="66277" y="421375"/>
                  </a:lnTo>
                  <a:lnTo>
                    <a:pt x="67327" y="423983"/>
                  </a:lnTo>
                  <a:lnTo>
                    <a:pt x="63476" y="426524"/>
                  </a:lnTo>
                  <a:lnTo>
                    <a:pt x="63193" y="426680"/>
                  </a:lnTo>
                  <a:lnTo>
                    <a:pt x="62903" y="426982"/>
                  </a:lnTo>
                  <a:lnTo>
                    <a:pt x="62092" y="427891"/>
                  </a:lnTo>
                  <a:lnTo>
                    <a:pt x="61856" y="428141"/>
                  </a:lnTo>
                  <a:lnTo>
                    <a:pt x="61653" y="428289"/>
                  </a:lnTo>
                  <a:lnTo>
                    <a:pt x="61269" y="428647"/>
                  </a:lnTo>
                  <a:lnTo>
                    <a:pt x="60898" y="429189"/>
                  </a:lnTo>
                  <a:lnTo>
                    <a:pt x="59538" y="430983"/>
                  </a:lnTo>
                  <a:lnTo>
                    <a:pt x="60723" y="430686"/>
                  </a:lnTo>
                  <a:lnTo>
                    <a:pt x="61164" y="430763"/>
                  </a:lnTo>
                  <a:lnTo>
                    <a:pt x="61873" y="430888"/>
                  </a:lnTo>
                  <a:lnTo>
                    <a:pt x="62893" y="429358"/>
                  </a:lnTo>
                  <a:lnTo>
                    <a:pt x="64023" y="428539"/>
                  </a:lnTo>
                  <a:lnTo>
                    <a:pt x="64823" y="429454"/>
                  </a:lnTo>
                  <a:lnTo>
                    <a:pt x="64998" y="429699"/>
                  </a:lnTo>
                  <a:lnTo>
                    <a:pt x="65578" y="430355"/>
                  </a:lnTo>
                  <a:lnTo>
                    <a:pt x="66394" y="430634"/>
                  </a:lnTo>
                  <a:lnTo>
                    <a:pt x="67093" y="431066"/>
                  </a:lnTo>
                  <a:lnTo>
                    <a:pt x="67242" y="431158"/>
                  </a:lnTo>
                  <a:lnTo>
                    <a:pt x="67498" y="431318"/>
                  </a:lnTo>
                  <a:lnTo>
                    <a:pt x="68180" y="431722"/>
                  </a:lnTo>
                  <a:lnTo>
                    <a:pt x="68434" y="431892"/>
                  </a:lnTo>
                  <a:lnTo>
                    <a:pt x="68778" y="432125"/>
                  </a:lnTo>
                  <a:lnTo>
                    <a:pt x="69060" y="432379"/>
                  </a:lnTo>
                  <a:lnTo>
                    <a:pt x="69288" y="432620"/>
                  </a:lnTo>
                  <a:lnTo>
                    <a:pt x="69522" y="432929"/>
                  </a:lnTo>
                  <a:lnTo>
                    <a:pt x="69706" y="433177"/>
                  </a:lnTo>
                  <a:lnTo>
                    <a:pt x="70491" y="433329"/>
                  </a:lnTo>
                  <a:lnTo>
                    <a:pt x="70626" y="433615"/>
                  </a:lnTo>
                  <a:lnTo>
                    <a:pt x="71125" y="434672"/>
                  </a:lnTo>
                  <a:lnTo>
                    <a:pt x="70797" y="435073"/>
                  </a:lnTo>
                  <a:lnTo>
                    <a:pt x="71132" y="435403"/>
                  </a:lnTo>
                  <a:lnTo>
                    <a:pt x="71486" y="435750"/>
                  </a:lnTo>
                  <a:lnTo>
                    <a:pt x="71957" y="436212"/>
                  </a:lnTo>
                  <a:lnTo>
                    <a:pt x="72098" y="436351"/>
                  </a:lnTo>
                  <a:lnTo>
                    <a:pt x="72267" y="436517"/>
                  </a:lnTo>
                  <a:lnTo>
                    <a:pt x="72830" y="436512"/>
                  </a:lnTo>
                  <a:lnTo>
                    <a:pt x="72996" y="436496"/>
                  </a:lnTo>
                  <a:lnTo>
                    <a:pt x="73526" y="436484"/>
                  </a:lnTo>
                  <a:lnTo>
                    <a:pt x="73753" y="436470"/>
                  </a:lnTo>
                  <a:lnTo>
                    <a:pt x="73908" y="436461"/>
                  </a:lnTo>
                  <a:lnTo>
                    <a:pt x="74049" y="436458"/>
                  </a:lnTo>
                  <a:lnTo>
                    <a:pt x="74257" y="436477"/>
                  </a:lnTo>
                  <a:lnTo>
                    <a:pt x="74473" y="436498"/>
                  </a:lnTo>
                  <a:lnTo>
                    <a:pt x="75052" y="436458"/>
                  </a:lnTo>
                  <a:lnTo>
                    <a:pt x="75322" y="436461"/>
                  </a:lnTo>
                  <a:lnTo>
                    <a:pt x="75573" y="436423"/>
                  </a:lnTo>
                  <a:lnTo>
                    <a:pt x="76152" y="436346"/>
                  </a:lnTo>
                  <a:lnTo>
                    <a:pt x="76698" y="436266"/>
                  </a:lnTo>
                  <a:lnTo>
                    <a:pt x="77249" y="436189"/>
                  </a:lnTo>
                  <a:lnTo>
                    <a:pt x="77751" y="436111"/>
                  </a:lnTo>
                  <a:lnTo>
                    <a:pt x="78320" y="436048"/>
                  </a:lnTo>
                  <a:lnTo>
                    <a:pt x="78597" y="436015"/>
                  </a:lnTo>
                  <a:lnTo>
                    <a:pt x="78829" y="435987"/>
                  </a:lnTo>
                  <a:lnTo>
                    <a:pt x="79045" y="436013"/>
                  </a:lnTo>
                  <a:lnTo>
                    <a:pt x="79211" y="436027"/>
                  </a:lnTo>
                  <a:lnTo>
                    <a:pt x="79460" y="436048"/>
                  </a:lnTo>
                  <a:lnTo>
                    <a:pt x="79753" y="436067"/>
                  </a:lnTo>
                  <a:lnTo>
                    <a:pt x="79889" y="436043"/>
                  </a:lnTo>
                  <a:lnTo>
                    <a:pt x="80083" y="436074"/>
                  </a:lnTo>
                  <a:lnTo>
                    <a:pt x="80346" y="436125"/>
                  </a:lnTo>
                  <a:lnTo>
                    <a:pt x="80583" y="436149"/>
                  </a:lnTo>
                  <a:lnTo>
                    <a:pt x="80857" y="436177"/>
                  </a:lnTo>
                  <a:lnTo>
                    <a:pt x="81089" y="436135"/>
                  </a:lnTo>
                  <a:lnTo>
                    <a:pt x="81443" y="436074"/>
                  </a:lnTo>
                  <a:lnTo>
                    <a:pt x="81603" y="436043"/>
                  </a:lnTo>
                  <a:lnTo>
                    <a:pt x="81992" y="435971"/>
                  </a:lnTo>
                  <a:lnTo>
                    <a:pt x="82139" y="435940"/>
                  </a:lnTo>
                  <a:lnTo>
                    <a:pt x="82519" y="435886"/>
                  </a:lnTo>
                  <a:lnTo>
                    <a:pt x="82662" y="435865"/>
                  </a:lnTo>
                  <a:lnTo>
                    <a:pt x="83084" y="435809"/>
                  </a:lnTo>
                  <a:lnTo>
                    <a:pt x="83234" y="435785"/>
                  </a:lnTo>
                  <a:lnTo>
                    <a:pt x="83436" y="435757"/>
                  </a:lnTo>
                  <a:lnTo>
                    <a:pt x="83630" y="435725"/>
                  </a:lnTo>
                  <a:lnTo>
                    <a:pt x="83895" y="435682"/>
                  </a:lnTo>
                  <a:lnTo>
                    <a:pt x="84156" y="435642"/>
                  </a:lnTo>
                  <a:lnTo>
                    <a:pt x="84287" y="435621"/>
                  </a:lnTo>
                  <a:lnTo>
                    <a:pt x="84660" y="435565"/>
                  </a:lnTo>
                  <a:lnTo>
                    <a:pt x="84857" y="435537"/>
                  </a:lnTo>
                  <a:lnTo>
                    <a:pt x="85218" y="435481"/>
                  </a:lnTo>
                  <a:lnTo>
                    <a:pt x="85354" y="435457"/>
                  </a:lnTo>
                  <a:lnTo>
                    <a:pt x="85787" y="435392"/>
                  </a:lnTo>
                  <a:lnTo>
                    <a:pt x="86015" y="435361"/>
                  </a:lnTo>
                  <a:lnTo>
                    <a:pt x="86144" y="435345"/>
                  </a:lnTo>
                  <a:lnTo>
                    <a:pt x="86275" y="435326"/>
                  </a:lnTo>
                  <a:lnTo>
                    <a:pt x="86406" y="435319"/>
                  </a:lnTo>
                  <a:lnTo>
                    <a:pt x="86603" y="435310"/>
                  </a:lnTo>
                  <a:lnTo>
                    <a:pt x="86863" y="435295"/>
                  </a:lnTo>
                  <a:lnTo>
                    <a:pt x="87389" y="435272"/>
                  </a:lnTo>
                  <a:lnTo>
                    <a:pt x="87588" y="435270"/>
                  </a:lnTo>
                  <a:lnTo>
                    <a:pt x="87918" y="435270"/>
                  </a:lnTo>
                  <a:lnTo>
                    <a:pt x="88268" y="435272"/>
                  </a:lnTo>
                  <a:lnTo>
                    <a:pt x="88472" y="435272"/>
                  </a:lnTo>
                  <a:lnTo>
                    <a:pt x="88816" y="435781"/>
                  </a:lnTo>
                  <a:lnTo>
                    <a:pt x="89173" y="436236"/>
                  </a:lnTo>
                  <a:lnTo>
                    <a:pt x="89506" y="436660"/>
                  </a:lnTo>
                  <a:lnTo>
                    <a:pt x="89634" y="436825"/>
                  </a:lnTo>
                  <a:lnTo>
                    <a:pt x="89738" y="436958"/>
                  </a:lnTo>
                  <a:lnTo>
                    <a:pt x="89843" y="437094"/>
                  </a:lnTo>
                  <a:lnTo>
                    <a:pt x="90071" y="437096"/>
                  </a:lnTo>
                  <a:lnTo>
                    <a:pt x="90441" y="437098"/>
                  </a:lnTo>
                  <a:lnTo>
                    <a:pt x="90969" y="437054"/>
                  </a:lnTo>
                  <a:lnTo>
                    <a:pt x="91130" y="437040"/>
                  </a:lnTo>
                  <a:lnTo>
                    <a:pt x="91634" y="436557"/>
                  </a:lnTo>
                  <a:lnTo>
                    <a:pt x="91784" y="436411"/>
                  </a:lnTo>
                  <a:lnTo>
                    <a:pt x="92035" y="436168"/>
                  </a:lnTo>
                  <a:lnTo>
                    <a:pt x="92199" y="436011"/>
                  </a:lnTo>
                  <a:lnTo>
                    <a:pt x="92516" y="435708"/>
                  </a:lnTo>
                  <a:lnTo>
                    <a:pt x="92682" y="435549"/>
                  </a:lnTo>
                  <a:lnTo>
                    <a:pt x="92825" y="435413"/>
                  </a:lnTo>
                  <a:lnTo>
                    <a:pt x="93006" y="435242"/>
                  </a:lnTo>
                  <a:lnTo>
                    <a:pt x="93203" y="435052"/>
                  </a:lnTo>
                  <a:lnTo>
                    <a:pt x="93379" y="434881"/>
                  </a:lnTo>
                  <a:lnTo>
                    <a:pt x="93880" y="434489"/>
                  </a:lnTo>
                  <a:lnTo>
                    <a:pt x="94279" y="434447"/>
                  </a:lnTo>
                  <a:lnTo>
                    <a:pt x="94527" y="434407"/>
                  </a:lnTo>
                  <a:lnTo>
                    <a:pt x="94851" y="434432"/>
                  </a:lnTo>
                  <a:lnTo>
                    <a:pt x="94996" y="434519"/>
                  </a:lnTo>
                  <a:lnTo>
                    <a:pt x="95189" y="434632"/>
                  </a:lnTo>
                  <a:lnTo>
                    <a:pt x="95355" y="434730"/>
                  </a:lnTo>
                  <a:lnTo>
                    <a:pt x="95662" y="434911"/>
                  </a:lnTo>
                  <a:lnTo>
                    <a:pt x="95993" y="435108"/>
                  </a:lnTo>
                  <a:lnTo>
                    <a:pt x="96192" y="435084"/>
                  </a:lnTo>
                  <a:lnTo>
                    <a:pt x="96499" y="435047"/>
                  </a:lnTo>
                  <a:lnTo>
                    <a:pt x="96713" y="435019"/>
                  </a:lnTo>
                  <a:lnTo>
                    <a:pt x="96949" y="434990"/>
                  </a:lnTo>
                  <a:lnTo>
                    <a:pt x="97172" y="434965"/>
                  </a:lnTo>
                  <a:lnTo>
                    <a:pt x="97247" y="435136"/>
                  </a:lnTo>
                  <a:lnTo>
                    <a:pt x="97313" y="435293"/>
                  </a:lnTo>
                  <a:lnTo>
                    <a:pt x="97371" y="435426"/>
                  </a:lnTo>
                  <a:lnTo>
                    <a:pt x="97442" y="435586"/>
                  </a:lnTo>
                  <a:lnTo>
                    <a:pt x="97517" y="435757"/>
                  </a:lnTo>
                  <a:lnTo>
                    <a:pt x="97503" y="435938"/>
                  </a:lnTo>
                  <a:lnTo>
                    <a:pt x="97491" y="436149"/>
                  </a:lnTo>
                  <a:lnTo>
                    <a:pt x="97472" y="436458"/>
                  </a:lnTo>
                  <a:lnTo>
                    <a:pt x="97449" y="436828"/>
                  </a:lnTo>
                  <a:lnTo>
                    <a:pt x="97660" y="436838"/>
                  </a:lnTo>
                  <a:lnTo>
                    <a:pt x="97985" y="436852"/>
                  </a:lnTo>
                  <a:lnTo>
                    <a:pt x="98152" y="436878"/>
                  </a:lnTo>
                  <a:lnTo>
                    <a:pt x="98365" y="436896"/>
                  </a:lnTo>
                  <a:lnTo>
                    <a:pt x="98743" y="436927"/>
                  </a:lnTo>
                  <a:lnTo>
                    <a:pt x="99015" y="436948"/>
                  </a:lnTo>
                  <a:lnTo>
                    <a:pt x="99371" y="436981"/>
                  </a:lnTo>
                  <a:lnTo>
                    <a:pt x="99854" y="437044"/>
                  </a:lnTo>
                  <a:lnTo>
                    <a:pt x="99985" y="437117"/>
                  </a:lnTo>
                  <a:lnTo>
                    <a:pt x="100302" y="437295"/>
                  </a:lnTo>
                  <a:lnTo>
                    <a:pt x="100431" y="437293"/>
                  </a:lnTo>
                  <a:lnTo>
                    <a:pt x="100611" y="437290"/>
                  </a:lnTo>
                  <a:lnTo>
                    <a:pt x="100864" y="437288"/>
                  </a:lnTo>
                  <a:lnTo>
                    <a:pt x="101134" y="437339"/>
                  </a:lnTo>
                  <a:lnTo>
                    <a:pt x="101169" y="437492"/>
                  </a:lnTo>
                  <a:lnTo>
                    <a:pt x="101207" y="437649"/>
                  </a:lnTo>
                  <a:lnTo>
                    <a:pt x="101298" y="438036"/>
                  </a:lnTo>
                  <a:lnTo>
                    <a:pt x="101354" y="438263"/>
                  </a:lnTo>
                  <a:lnTo>
                    <a:pt x="101496" y="438451"/>
                  </a:lnTo>
                  <a:lnTo>
                    <a:pt x="101604" y="438594"/>
                  </a:lnTo>
                  <a:lnTo>
                    <a:pt x="101701" y="438969"/>
                  </a:lnTo>
                  <a:lnTo>
                    <a:pt x="101735" y="439126"/>
                  </a:lnTo>
                  <a:lnTo>
                    <a:pt x="101865" y="439201"/>
                  </a:lnTo>
                  <a:lnTo>
                    <a:pt x="101994" y="439206"/>
                  </a:lnTo>
                  <a:lnTo>
                    <a:pt x="102280" y="439281"/>
                  </a:lnTo>
                  <a:lnTo>
                    <a:pt x="102604" y="439365"/>
                  </a:lnTo>
                  <a:lnTo>
                    <a:pt x="102918" y="439452"/>
                  </a:lnTo>
                  <a:lnTo>
                    <a:pt x="103108" y="439508"/>
                  </a:lnTo>
                  <a:lnTo>
                    <a:pt x="103265" y="439454"/>
                  </a:lnTo>
                  <a:lnTo>
                    <a:pt x="103595" y="439344"/>
                  </a:lnTo>
                  <a:lnTo>
                    <a:pt x="103757" y="439297"/>
                  </a:lnTo>
                  <a:lnTo>
                    <a:pt x="104111" y="439192"/>
                  </a:lnTo>
                  <a:lnTo>
                    <a:pt x="104271" y="439145"/>
                  </a:lnTo>
                  <a:lnTo>
                    <a:pt x="104678" y="439023"/>
                  </a:lnTo>
                  <a:lnTo>
                    <a:pt x="104812" y="438988"/>
                  </a:lnTo>
                  <a:lnTo>
                    <a:pt x="105150" y="438896"/>
                  </a:lnTo>
                  <a:lnTo>
                    <a:pt x="105288" y="438859"/>
                  </a:lnTo>
                  <a:lnTo>
                    <a:pt x="105602" y="438802"/>
                  </a:lnTo>
                  <a:lnTo>
                    <a:pt x="105750" y="438793"/>
                  </a:lnTo>
                  <a:lnTo>
                    <a:pt x="106055" y="438744"/>
                  </a:lnTo>
                  <a:lnTo>
                    <a:pt x="106273" y="438706"/>
                  </a:lnTo>
                  <a:lnTo>
                    <a:pt x="106599" y="438655"/>
                  </a:lnTo>
                  <a:lnTo>
                    <a:pt x="106793" y="438624"/>
                  </a:lnTo>
                  <a:lnTo>
                    <a:pt x="106941" y="438584"/>
                  </a:lnTo>
                  <a:lnTo>
                    <a:pt x="107161" y="438528"/>
                  </a:lnTo>
                  <a:lnTo>
                    <a:pt x="107351" y="438479"/>
                  </a:lnTo>
                  <a:lnTo>
                    <a:pt x="107583" y="438432"/>
                  </a:lnTo>
                  <a:lnTo>
                    <a:pt x="107836" y="438383"/>
                  </a:lnTo>
                  <a:lnTo>
                    <a:pt x="108408" y="438256"/>
                  </a:lnTo>
                  <a:lnTo>
                    <a:pt x="108547" y="438209"/>
                  </a:lnTo>
                  <a:lnTo>
                    <a:pt x="109032" y="437994"/>
                  </a:lnTo>
                  <a:lnTo>
                    <a:pt x="109562" y="437745"/>
                  </a:lnTo>
                  <a:lnTo>
                    <a:pt x="110057" y="437515"/>
                  </a:lnTo>
                  <a:lnTo>
                    <a:pt x="110639" y="437243"/>
                  </a:lnTo>
                  <a:lnTo>
                    <a:pt x="111069" y="437042"/>
                  </a:lnTo>
                  <a:lnTo>
                    <a:pt x="111538" y="436824"/>
                  </a:lnTo>
                  <a:lnTo>
                    <a:pt x="112054" y="436585"/>
                  </a:lnTo>
                  <a:lnTo>
                    <a:pt x="112516" y="436369"/>
                  </a:lnTo>
                  <a:lnTo>
                    <a:pt x="113022" y="436135"/>
                  </a:lnTo>
                  <a:lnTo>
                    <a:pt x="113386" y="435966"/>
                  </a:lnTo>
                  <a:lnTo>
                    <a:pt x="113796" y="435774"/>
                  </a:lnTo>
                  <a:lnTo>
                    <a:pt x="114056" y="435652"/>
                  </a:lnTo>
                  <a:lnTo>
                    <a:pt x="114194" y="435588"/>
                  </a:lnTo>
                  <a:lnTo>
                    <a:pt x="114555" y="435405"/>
                  </a:lnTo>
                  <a:lnTo>
                    <a:pt x="114870" y="435274"/>
                  </a:lnTo>
                  <a:lnTo>
                    <a:pt x="115170" y="435152"/>
                  </a:lnTo>
                  <a:lnTo>
                    <a:pt x="115357" y="435051"/>
                  </a:lnTo>
                  <a:lnTo>
                    <a:pt x="115761" y="434822"/>
                  </a:lnTo>
                  <a:lnTo>
                    <a:pt x="116058" y="434648"/>
                  </a:lnTo>
                  <a:lnTo>
                    <a:pt x="116276" y="434526"/>
                  </a:lnTo>
                  <a:lnTo>
                    <a:pt x="116537" y="434386"/>
                  </a:lnTo>
                  <a:lnTo>
                    <a:pt x="116921" y="434273"/>
                  </a:lnTo>
                  <a:lnTo>
                    <a:pt x="117062" y="434233"/>
                  </a:lnTo>
                  <a:lnTo>
                    <a:pt x="117352" y="434151"/>
                  </a:lnTo>
                  <a:lnTo>
                    <a:pt x="117599" y="434079"/>
                  </a:lnTo>
                  <a:lnTo>
                    <a:pt x="117756" y="434025"/>
                  </a:lnTo>
                  <a:lnTo>
                    <a:pt x="118152" y="433959"/>
                  </a:lnTo>
                  <a:lnTo>
                    <a:pt x="118642" y="433849"/>
                  </a:lnTo>
                  <a:lnTo>
                    <a:pt x="118862" y="433809"/>
                  </a:lnTo>
                  <a:lnTo>
                    <a:pt x="119069" y="433781"/>
                  </a:lnTo>
                  <a:lnTo>
                    <a:pt x="119212" y="433762"/>
                  </a:lnTo>
                  <a:lnTo>
                    <a:pt x="119401" y="433727"/>
                  </a:lnTo>
                  <a:lnTo>
                    <a:pt x="119678" y="433952"/>
                  </a:lnTo>
                  <a:lnTo>
                    <a:pt x="120002" y="434215"/>
                  </a:lnTo>
                  <a:lnTo>
                    <a:pt x="120449" y="434573"/>
                  </a:lnTo>
                  <a:lnTo>
                    <a:pt x="120454" y="434773"/>
                  </a:lnTo>
                  <a:lnTo>
                    <a:pt x="120464" y="435134"/>
                  </a:lnTo>
                  <a:lnTo>
                    <a:pt x="120473" y="435471"/>
                  </a:lnTo>
                  <a:lnTo>
                    <a:pt x="120515" y="435701"/>
                  </a:lnTo>
                  <a:lnTo>
                    <a:pt x="120684" y="435809"/>
                  </a:lnTo>
                  <a:lnTo>
                    <a:pt x="120846" y="435910"/>
                  </a:lnTo>
                  <a:lnTo>
                    <a:pt x="121139" y="436095"/>
                  </a:lnTo>
                  <a:lnTo>
                    <a:pt x="121319" y="436212"/>
                  </a:lnTo>
                  <a:lnTo>
                    <a:pt x="121488" y="436320"/>
                  </a:lnTo>
                  <a:lnTo>
                    <a:pt x="121633" y="436242"/>
                  </a:lnTo>
                  <a:lnTo>
                    <a:pt x="121791" y="436158"/>
                  </a:lnTo>
                  <a:lnTo>
                    <a:pt x="122102" y="435992"/>
                  </a:lnTo>
                  <a:lnTo>
                    <a:pt x="122623" y="435731"/>
                  </a:lnTo>
                  <a:lnTo>
                    <a:pt x="122935" y="435560"/>
                  </a:lnTo>
                  <a:lnTo>
                    <a:pt x="123310" y="435356"/>
                  </a:lnTo>
                  <a:lnTo>
                    <a:pt x="123669" y="435159"/>
                  </a:lnTo>
                  <a:lnTo>
                    <a:pt x="123929" y="435021"/>
                  </a:lnTo>
                  <a:lnTo>
                    <a:pt x="123987" y="435155"/>
                  </a:lnTo>
                  <a:lnTo>
                    <a:pt x="124081" y="435356"/>
                  </a:lnTo>
                  <a:lnTo>
                    <a:pt x="124161" y="435495"/>
                  </a:lnTo>
                  <a:lnTo>
                    <a:pt x="124344" y="435893"/>
                  </a:lnTo>
                  <a:lnTo>
                    <a:pt x="124541" y="436318"/>
                  </a:lnTo>
                  <a:lnTo>
                    <a:pt x="124724" y="436709"/>
                  </a:lnTo>
                  <a:lnTo>
                    <a:pt x="124874" y="437033"/>
                  </a:lnTo>
                  <a:lnTo>
                    <a:pt x="124974" y="437176"/>
                  </a:lnTo>
                  <a:lnTo>
                    <a:pt x="125146" y="437387"/>
                  </a:lnTo>
                  <a:lnTo>
                    <a:pt x="125629" y="437977"/>
                  </a:lnTo>
                  <a:lnTo>
                    <a:pt x="125755" y="438144"/>
                  </a:lnTo>
                  <a:lnTo>
                    <a:pt x="126006" y="438477"/>
                  </a:lnTo>
                  <a:lnTo>
                    <a:pt x="126341" y="438885"/>
                  </a:lnTo>
                  <a:lnTo>
                    <a:pt x="126473" y="439047"/>
                  </a:lnTo>
                  <a:lnTo>
                    <a:pt x="126902" y="439417"/>
                  </a:lnTo>
                  <a:lnTo>
                    <a:pt x="127160" y="439616"/>
                  </a:lnTo>
                  <a:lnTo>
                    <a:pt x="127303" y="439724"/>
                  </a:lnTo>
                  <a:lnTo>
                    <a:pt x="127577" y="439933"/>
                  </a:lnTo>
                  <a:lnTo>
                    <a:pt x="128962" y="440845"/>
                  </a:lnTo>
                  <a:lnTo>
                    <a:pt x="129103" y="441165"/>
                  </a:lnTo>
                  <a:lnTo>
                    <a:pt x="129351" y="441746"/>
                  </a:lnTo>
                  <a:lnTo>
                    <a:pt x="129598" y="442312"/>
                  </a:lnTo>
                  <a:lnTo>
                    <a:pt x="129486" y="442775"/>
                  </a:lnTo>
                  <a:lnTo>
                    <a:pt x="129602" y="442981"/>
                  </a:lnTo>
                  <a:lnTo>
                    <a:pt x="129734" y="443217"/>
                  </a:lnTo>
                  <a:lnTo>
                    <a:pt x="130159" y="443977"/>
                  </a:lnTo>
                  <a:lnTo>
                    <a:pt x="130275" y="444186"/>
                  </a:lnTo>
                  <a:lnTo>
                    <a:pt x="130446" y="444484"/>
                  </a:lnTo>
                  <a:lnTo>
                    <a:pt x="130554" y="444672"/>
                  </a:lnTo>
                  <a:lnTo>
                    <a:pt x="131304" y="445975"/>
                  </a:lnTo>
                  <a:lnTo>
                    <a:pt x="131564" y="446002"/>
                  </a:lnTo>
                  <a:lnTo>
                    <a:pt x="131738" y="446019"/>
                  </a:lnTo>
                  <a:lnTo>
                    <a:pt x="131886" y="445949"/>
                  </a:lnTo>
                  <a:lnTo>
                    <a:pt x="132006" y="445738"/>
                  </a:lnTo>
                  <a:lnTo>
                    <a:pt x="132207" y="445381"/>
                  </a:lnTo>
                  <a:lnTo>
                    <a:pt x="132306" y="445077"/>
                  </a:lnTo>
                  <a:lnTo>
                    <a:pt x="132484" y="444685"/>
                  </a:lnTo>
                  <a:lnTo>
                    <a:pt x="132730" y="444601"/>
                  </a:lnTo>
                  <a:lnTo>
                    <a:pt x="132899" y="444556"/>
                  </a:lnTo>
                  <a:lnTo>
                    <a:pt x="133049" y="444502"/>
                  </a:lnTo>
                  <a:lnTo>
                    <a:pt x="133272" y="444434"/>
                  </a:lnTo>
                  <a:lnTo>
                    <a:pt x="133703" y="444214"/>
                  </a:lnTo>
                  <a:lnTo>
                    <a:pt x="134022" y="444026"/>
                  </a:lnTo>
                  <a:lnTo>
                    <a:pt x="134177" y="443897"/>
                  </a:lnTo>
                  <a:lnTo>
                    <a:pt x="134406" y="443578"/>
                  </a:lnTo>
                  <a:lnTo>
                    <a:pt x="134505" y="443442"/>
                  </a:lnTo>
                  <a:lnTo>
                    <a:pt x="134798" y="443388"/>
                  </a:lnTo>
                  <a:lnTo>
                    <a:pt x="135070" y="443339"/>
                  </a:lnTo>
                  <a:lnTo>
                    <a:pt x="135968" y="444035"/>
                  </a:lnTo>
                  <a:lnTo>
                    <a:pt x="137649" y="445339"/>
                  </a:lnTo>
                  <a:lnTo>
                    <a:pt x="137879" y="445531"/>
                  </a:lnTo>
                  <a:lnTo>
                    <a:pt x="138326" y="445482"/>
                  </a:lnTo>
                  <a:lnTo>
                    <a:pt x="138903" y="445416"/>
                  </a:lnTo>
                  <a:lnTo>
                    <a:pt x="139412" y="445358"/>
                  </a:lnTo>
                  <a:lnTo>
                    <a:pt x="139607" y="445339"/>
                  </a:lnTo>
                  <a:lnTo>
                    <a:pt x="140047" y="445292"/>
                  </a:lnTo>
                  <a:lnTo>
                    <a:pt x="140716" y="445222"/>
                  </a:lnTo>
                  <a:lnTo>
                    <a:pt x="140899" y="445178"/>
                  </a:lnTo>
                  <a:lnTo>
                    <a:pt x="141413" y="445112"/>
                  </a:lnTo>
                  <a:lnTo>
                    <a:pt x="142220" y="444694"/>
                  </a:lnTo>
                  <a:lnTo>
                    <a:pt x="143263" y="444150"/>
                  </a:lnTo>
                  <a:lnTo>
                    <a:pt x="144099" y="443719"/>
                  </a:lnTo>
                  <a:lnTo>
                    <a:pt x="144797" y="443360"/>
                  </a:lnTo>
                  <a:lnTo>
                    <a:pt x="144120" y="439958"/>
                  </a:lnTo>
                  <a:lnTo>
                    <a:pt x="144061" y="439694"/>
                  </a:lnTo>
                  <a:lnTo>
                    <a:pt x="144521" y="439586"/>
                  </a:lnTo>
                  <a:lnTo>
                    <a:pt x="145327" y="439394"/>
                  </a:lnTo>
                  <a:lnTo>
                    <a:pt x="145620" y="439328"/>
                  </a:lnTo>
                  <a:lnTo>
                    <a:pt x="146227" y="439180"/>
                  </a:lnTo>
                  <a:lnTo>
                    <a:pt x="146771" y="439049"/>
                  </a:lnTo>
                  <a:lnTo>
                    <a:pt x="147308" y="438920"/>
                  </a:lnTo>
                  <a:lnTo>
                    <a:pt x="147815" y="438803"/>
                  </a:lnTo>
                  <a:lnTo>
                    <a:pt x="148323" y="438683"/>
                  </a:lnTo>
                  <a:lnTo>
                    <a:pt x="148654" y="438596"/>
                  </a:lnTo>
                  <a:lnTo>
                    <a:pt x="149014" y="438500"/>
                  </a:lnTo>
                  <a:lnTo>
                    <a:pt x="149517" y="437533"/>
                  </a:lnTo>
                  <a:lnTo>
                    <a:pt x="150464" y="435598"/>
                  </a:lnTo>
                  <a:lnTo>
                    <a:pt x="150993" y="434401"/>
                  </a:lnTo>
                  <a:lnTo>
                    <a:pt x="153077" y="435512"/>
                  </a:lnTo>
                  <a:lnTo>
                    <a:pt x="153257" y="435495"/>
                  </a:lnTo>
                  <a:lnTo>
                    <a:pt x="155259" y="435312"/>
                  </a:lnTo>
                  <a:lnTo>
                    <a:pt x="155933" y="435565"/>
                  </a:lnTo>
                  <a:lnTo>
                    <a:pt x="156508" y="435762"/>
                  </a:lnTo>
                  <a:lnTo>
                    <a:pt x="157000" y="435933"/>
                  </a:lnTo>
                  <a:lnTo>
                    <a:pt x="157570" y="436130"/>
                  </a:lnTo>
                  <a:lnTo>
                    <a:pt x="158064" y="436299"/>
                  </a:lnTo>
                  <a:lnTo>
                    <a:pt x="158526" y="436460"/>
                  </a:lnTo>
                  <a:lnTo>
                    <a:pt x="158911" y="436592"/>
                  </a:lnTo>
                  <a:lnTo>
                    <a:pt x="159223" y="436700"/>
                  </a:lnTo>
                  <a:lnTo>
                    <a:pt x="159614" y="436836"/>
                  </a:lnTo>
                  <a:lnTo>
                    <a:pt x="159870" y="436922"/>
                  </a:lnTo>
                  <a:lnTo>
                    <a:pt x="160043" y="436983"/>
                  </a:lnTo>
                  <a:lnTo>
                    <a:pt x="159898" y="437133"/>
                  </a:lnTo>
                  <a:lnTo>
                    <a:pt x="159537" y="437513"/>
                  </a:lnTo>
                  <a:lnTo>
                    <a:pt x="159173" y="437891"/>
                  </a:lnTo>
                  <a:lnTo>
                    <a:pt x="158937" y="438141"/>
                  </a:lnTo>
                  <a:lnTo>
                    <a:pt x="158714" y="438376"/>
                  </a:lnTo>
                  <a:lnTo>
                    <a:pt x="158498" y="438610"/>
                  </a:lnTo>
                  <a:lnTo>
                    <a:pt x="158292" y="438833"/>
                  </a:lnTo>
                  <a:lnTo>
                    <a:pt x="157884" y="439278"/>
                  </a:lnTo>
                  <a:lnTo>
                    <a:pt x="157556" y="439632"/>
                  </a:lnTo>
                  <a:lnTo>
                    <a:pt x="157324" y="439886"/>
                  </a:lnTo>
                  <a:lnTo>
                    <a:pt x="156984" y="440256"/>
                  </a:lnTo>
                  <a:lnTo>
                    <a:pt x="157345" y="440594"/>
                  </a:lnTo>
                  <a:lnTo>
                    <a:pt x="157694" y="440924"/>
                  </a:lnTo>
                  <a:lnTo>
                    <a:pt x="158001" y="441213"/>
                  </a:lnTo>
                  <a:lnTo>
                    <a:pt x="158315" y="441508"/>
                  </a:lnTo>
                  <a:lnTo>
                    <a:pt x="158796" y="441958"/>
                  </a:lnTo>
                  <a:lnTo>
                    <a:pt x="158948" y="442099"/>
                  </a:lnTo>
                  <a:lnTo>
                    <a:pt x="159253" y="442387"/>
                  </a:lnTo>
                  <a:lnTo>
                    <a:pt x="159614" y="442725"/>
                  </a:lnTo>
                  <a:lnTo>
                    <a:pt x="160157" y="443267"/>
                  </a:lnTo>
                  <a:lnTo>
                    <a:pt x="160509" y="443698"/>
                  </a:lnTo>
                  <a:lnTo>
                    <a:pt x="160783" y="443969"/>
                  </a:lnTo>
                  <a:lnTo>
                    <a:pt x="161005" y="444188"/>
                  </a:lnTo>
                  <a:lnTo>
                    <a:pt x="161223" y="444402"/>
                  </a:lnTo>
                  <a:lnTo>
                    <a:pt x="161473" y="444663"/>
                  </a:lnTo>
                  <a:lnTo>
                    <a:pt x="161649" y="444522"/>
                  </a:lnTo>
                  <a:lnTo>
                    <a:pt x="161913" y="444438"/>
                  </a:lnTo>
                  <a:lnTo>
                    <a:pt x="162125" y="444345"/>
                  </a:lnTo>
                  <a:lnTo>
                    <a:pt x="162431" y="444532"/>
                  </a:lnTo>
                  <a:lnTo>
                    <a:pt x="162620" y="444743"/>
                  </a:lnTo>
                  <a:lnTo>
                    <a:pt x="162727" y="444882"/>
                  </a:lnTo>
                  <a:lnTo>
                    <a:pt x="162834" y="445035"/>
                  </a:lnTo>
                  <a:lnTo>
                    <a:pt x="162955" y="445215"/>
                  </a:lnTo>
                  <a:close/>
                </a:path>
              </a:pathLst>
            </a:custGeom>
            <a:solidFill>
              <a:srgbClr val="C7DAE2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g51"/>
            <p:cNvSpPr/>
            <p:nvPr/>
          </p:nvSpPr>
          <p:spPr>
            <a:xfrm>
              <a:off x="4897448" y="5373208"/>
              <a:ext cx="497519" cy="503231"/>
            </a:xfrm>
            <a:custGeom>
              <a:avLst/>
              <a:pathLst>
                <a:path w="497519" h="503231">
                  <a:moveTo>
                    <a:pt x="445570" y="359788"/>
                  </a:moveTo>
                  <a:lnTo>
                    <a:pt x="450676" y="354959"/>
                  </a:lnTo>
                  <a:lnTo>
                    <a:pt x="452188" y="353529"/>
                  </a:lnTo>
                  <a:lnTo>
                    <a:pt x="461259" y="344950"/>
                  </a:lnTo>
                  <a:lnTo>
                    <a:pt x="471223" y="335525"/>
                  </a:lnTo>
                  <a:lnTo>
                    <a:pt x="477165" y="329906"/>
                  </a:lnTo>
                  <a:lnTo>
                    <a:pt x="482335" y="325016"/>
                  </a:lnTo>
                  <a:lnTo>
                    <a:pt x="487821" y="319827"/>
                  </a:lnTo>
                  <a:lnTo>
                    <a:pt x="497519" y="310657"/>
                  </a:lnTo>
                  <a:lnTo>
                    <a:pt x="496050" y="308835"/>
                  </a:lnTo>
                  <a:lnTo>
                    <a:pt x="492992" y="305045"/>
                  </a:lnTo>
                  <a:lnTo>
                    <a:pt x="487794" y="298599"/>
                  </a:lnTo>
                  <a:lnTo>
                    <a:pt x="482661" y="292234"/>
                  </a:lnTo>
                  <a:lnTo>
                    <a:pt x="477295" y="285579"/>
                  </a:lnTo>
                  <a:lnTo>
                    <a:pt x="474024" y="281523"/>
                  </a:lnTo>
                  <a:lnTo>
                    <a:pt x="472355" y="279424"/>
                  </a:lnTo>
                  <a:lnTo>
                    <a:pt x="466806" y="272448"/>
                  </a:lnTo>
                  <a:lnTo>
                    <a:pt x="463181" y="267891"/>
                  </a:lnTo>
                  <a:lnTo>
                    <a:pt x="462263" y="266634"/>
                  </a:lnTo>
                  <a:lnTo>
                    <a:pt x="460504" y="264227"/>
                  </a:lnTo>
                  <a:lnTo>
                    <a:pt x="460286" y="263930"/>
                  </a:lnTo>
                  <a:lnTo>
                    <a:pt x="460020" y="263882"/>
                  </a:lnTo>
                  <a:lnTo>
                    <a:pt x="459907" y="263363"/>
                  </a:lnTo>
                  <a:lnTo>
                    <a:pt x="459516" y="262982"/>
                  </a:lnTo>
                  <a:lnTo>
                    <a:pt x="459153" y="262631"/>
                  </a:lnTo>
                  <a:lnTo>
                    <a:pt x="458658" y="262111"/>
                  </a:lnTo>
                  <a:lnTo>
                    <a:pt x="458511" y="261951"/>
                  </a:lnTo>
                  <a:lnTo>
                    <a:pt x="458198" y="261749"/>
                  </a:lnTo>
                  <a:lnTo>
                    <a:pt x="457749" y="261418"/>
                  </a:lnTo>
                  <a:lnTo>
                    <a:pt x="457614" y="261323"/>
                  </a:lnTo>
                  <a:lnTo>
                    <a:pt x="457436" y="261148"/>
                  </a:lnTo>
                  <a:lnTo>
                    <a:pt x="457295" y="261019"/>
                  </a:lnTo>
                  <a:lnTo>
                    <a:pt x="457141" y="260903"/>
                  </a:lnTo>
                  <a:lnTo>
                    <a:pt x="456877" y="260762"/>
                  </a:lnTo>
                  <a:lnTo>
                    <a:pt x="456488" y="260554"/>
                  </a:lnTo>
                  <a:lnTo>
                    <a:pt x="456145" y="260298"/>
                  </a:lnTo>
                  <a:lnTo>
                    <a:pt x="455993" y="260155"/>
                  </a:lnTo>
                  <a:lnTo>
                    <a:pt x="455736" y="259909"/>
                  </a:lnTo>
                  <a:lnTo>
                    <a:pt x="454568" y="259952"/>
                  </a:lnTo>
                  <a:lnTo>
                    <a:pt x="454197" y="260101"/>
                  </a:lnTo>
                  <a:lnTo>
                    <a:pt x="453606" y="261457"/>
                  </a:lnTo>
                  <a:lnTo>
                    <a:pt x="452938" y="262123"/>
                  </a:lnTo>
                  <a:lnTo>
                    <a:pt x="452412" y="262347"/>
                  </a:lnTo>
                  <a:lnTo>
                    <a:pt x="452269" y="262367"/>
                  </a:lnTo>
                  <a:lnTo>
                    <a:pt x="451780" y="262601"/>
                  </a:lnTo>
                  <a:lnTo>
                    <a:pt x="451695" y="262299"/>
                  </a:lnTo>
                  <a:lnTo>
                    <a:pt x="451455" y="261754"/>
                  </a:lnTo>
                  <a:lnTo>
                    <a:pt x="451331" y="261611"/>
                  </a:lnTo>
                  <a:lnTo>
                    <a:pt x="451015" y="261215"/>
                  </a:lnTo>
                  <a:lnTo>
                    <a:pt x="450785" y="260784"/>
                  </a:lnTo>
                  <a:lnTo>
                    <a:pt x="450654" y="260511"/>
                  </a:lnTo>
                  <a:lnTo>
                    <a:pt x="450577" y="260352"/>
                  </a:lnTo>
                  <a:lnTo>
                    <a:pt x="450266" y="259916"/>
                  </a:lnTo>
                  <a:lnTo>
                    <a:pt x="450035" y="259562"/>
                  </a:lnTo>
                  <a:lnTo>
                    <a:pt x="449979" y="259428"/>
                  </a:lnTo>
                  <a:lnTo>
                    <a:pt x="449937" y="259250"/>
                  </a:lnTo>
                  <a:lnTo>
                    <a:pt x="449925" y="259120"/>
                  </a:lnTo>
                  <a:lnTo>
                    <a:pt x="449805" y="258718"/>
                  </a:lnTo>
                  <a:lnTo>
                    <a:pt x="449382" y="257972"/>
                  </a:lnTo>
                  <a:lnTo>
                    <a:pt x="449010" y="257501"/>
                  </a:lnTo>
                  <a:lnTo>
                    <a:pt x="448846" y="257261"/>
                  </a:lnTo>
                  <a:lnTo>
                    <a:pt x="448586" y="256818"/>
                  </a:lnTo>
                  <a:lnTo>
                    <a:pt x="448457" y="256558"/>
                  </a:lnTo>
                  <a:lnTo>
                    <a:pt x="447635" y="256032"/>
                  </a:lnTo>
                  <a:lnTo>
                    <a:pt x="447482" y="256011"/>
                  </a:lnTo>
                  <a:lnTo>
                    <a:pt x="447252" y="255985"/>
                  </a:lnTo>
                  <a:lnTo>
                    <a:pt x="446790" y="255931"/>
                  </a:lnTo>
                  <a:lnTo>
                    <a:pt x="446637" y="255923"/>
                  </a:lnTo>
                  <a:lnTo>
                    <a:pt x="446495" y="255898"/>
                  </a:lnTo>
                  <a:lnTo>
                    <a:pt x="445930" y="255926"/>
                  </a:lnTo>
                  <a:lnTo>
                    <a:pt x="445529" y="255843"/>
                  </a:lnTo>
                  <a:lnTo>
                    <a:pt x="445337" y="255818"/>
                  </a:lnTo>
                  <a:lnTo>
                    <a:pt x="445172" y="255819"/>
                  </a:lnTo>
                  <a:lnTo>
                    <a:pt x="444757" y="255800"/>
                  </a:lnTo>
                  <a:lnTo>
                    <a:pt x="444615" y="255798"/>
                  </a:lnTo>
                  <a:lnTo>
                    <a:pt x="444232" y="255767"/>
                  </a:lnTo>
                  <a:lnTo>
                    <a:pt x="444063" y="255754"/>
                  </a:lnTo>
                  <a:lnTo>
                    <a:pt x="443764" y="255732"/>
                  </a:lnTo>
                  <a:lnTo>
                    <a:pt x="443580" y="255707"/>
                  </a:lnTo>
                  <a:lnTo>
                    <a:pt x="443346" y="255665"/>
                  </a:lnTo>
                  <a:lnTo>
                    <a:pt x="442948" y="255609"/>
                  </a:lnTo>
                  <a:lnTo>
                    <a:pt x="442802" y="255592"/>
                  </a:lnTo>
                  <a:lnTo>
                    <a:pt x="442656" y="255568"/>
                  </a:lnTo>
                  <a:lnTo>
                    <a:pt x="442193" y="255474"/>
                  </a:lnTo>
                  <a:lnTo>
                    <a:pt x="441692" y="255211"/>
                  </a:lnTo>
                  <a:lnTo>
                    <a:pt x="441300" y="254993"/>
                  </a:lnTo>
                  <a:lnTo>
                    <a:pt x="440979" y="254817"/>
                  </a:lnTo>
                  <a:lnTo>
                    <a:pt x="440807" y="254723"/>
                  </a:lnTo>
                  <a:lnTo>
                    <a:pt x="440658" y="254666"/>
                  </a:lnTo>
                  <a:lnTo>
                    <a:pt x="440156" y="254419"/>
                  </a:lnTo>
                  <a:lnTo>
                    <a:pt x="439768" y="254181"/>
                  </a:lnTo>
                  <a:lnTo>
                    <a:pt x="439545" y="254047"/>
                  </a:lnTo>
                  <a:lnTo>
                    <a:pt x="439246" y="253902"/>
                  </a:lnTo>
                  <a:lnTo>
                    <a:pt x="438986" y="253786"/>
                  </a:lnTo>
                  <a:lnTo>
                    <a:pt x="438667" y="253624"/>
                  </a:lnTo>
                  <a:lnTo>
                    <a:pt x="438443" y="253512"/>
                  </a:lnTo>
                  <a:lnTo>
                    <a:pt x="438152" y="253368"/>
                  </a:lnTo>
                  <a:lnTo>
                    <a:pt x="437962" y="253008"/>
                  </a:lnTo>
                  <a:lnTo>
                    <a:pt x="438077" y="252872"/>
                  </a:lnTo>
                  <a:lnTo>
                    <a:pt x="438398" y="252463"/>
                  </a:lnTo>
                  <a:lnTo>
                    <a:pt x="438675" y="252119"/>
                  </a:lnTo>
                  <a:lnTo>
                    <a:pt x="439056" y="251655"/>
                  </a:lnTo>
                  <a:lnTo>
                    <a:pt x="439223" y="251374"/>
                  </a:lnTo>
                  <a:lnTo>
                    <a:pt x="439588" y="250802"/>
                  </a:lnTo>
                  <a:lnTo>
                    <a:pt x="439437" y="250791"/>
                  </a:lnTo>
                  <a:lnTo>
                    <a:pt x="439247" y="250822"/>
                  </a:lnTo>
                  <a:lnTo>
                    <a:pt x="438998" y="250821"/>
                  </a:lnTo>
                  <a:lnTo>
                    <a:pt x="438648" y="250724"/>
                  </a:lnTo>
                  <a:lnTo>
                    <a:pt x="438065" y="250522"/>
                  </a:lnTo>
                  <a:lnTo>
                    <a:pt x="437921" y="250468"/>
                  </a:lnTo>
                  <a:lnTo>
                    <a:pt x="437603" y="250335"/>
                  </a:lnTo>
                  <a:lnTo>
                    <a:pt x="437478" y="250145"/>
                  </a:lnTo>
                  <a:lnTo>
                    <a:pt x="437488" y="249166"/>
                  </a:lnTo>
                  <a:lnTo>
                    <a:pt x="437490" y="248922"/>
                  </a:lnTo>
                  <a:lnTo>
                    <a:pt x="437465" y="248481"/>
                  </a:lnTo>
                  <a:lnTo>
                    <a:pt x="437457" y="248327"/>
                  </a:lnTo>
                  <a:lnTo>
                    <a:pt x="437490" y="248005"/>
                  </a:lnTo>
                  <a:lnTo>
                    <a:pt x="437550" y="247482"/>
                  </a:lnTo>
                  <a:lnTo>
                    <a:pt x="437607" y="247074"/>
                  </a:lnTo>
                  <a:lnTo>
                    <a:pt x="437622" y="246848"/>
                  </a:lnTo>
                  <a:lnTo>
                    <a:pt x="437689" y="246501"/>
                  </a:lnTo>
                  <a:lnTo>
                    <a:pt x="437704" y="246245"/>
                  </a:lnTo>
                  <a:lnTo>
                    <a:pt x="437722" y="246065"/>
                  </a:lnTo>
                  <a:lnTo>
                    <a:pt x="437738" y="245937"/>
                  </a:lnTo>
                  <a:lnTo>
                    <a:pt x="437753" y="245805"/>
                  </a:lnTo>
                  <a:lnTo>
                    <a:pt x="437765" y="245567"/>
                  </a:lnTo>
                  <a:lnTo>
                    <a:pt x="437806" y="245082"/>
                  </a:lnTo>
                  <a:lnTo>
                    <a:pt x="437832" y="244826"/>
                  </a:lnTo>
                  <a:lnTo>
                    <a:pt x="437872" y="244332"/>
                  </a:lnTo>
                  <a:lnTo>
                    <a:pt x="437907" y="243703"/>
                  </a:lnTo>
                  <a:lnTo>
                    <a:pt x="437931" y="243431"/>
                  </a:lnTo>
                  <a:lnTo>
                    <a:pt x="437913" y="242476"/>
                  </a:lnTo>
                  <a:lnTo>
                    <a:pt x="437911" y="242127"/>
                  </a:lnTo>
                  <a:lnTo>
                    <a:pt x="437866" y="241980"/>
                  </a:lnTo>
                  <a:lnTo>
                    <a:pt x="437834" y="241840"/>
                  </a:lnTo>
                  <a:lnTo>
                    <a:pt x="437784" y="241397"/>
                  </a:lnTo>
                  <a:lnTo>
                    <a:pt x="437692" y="240920"/>
                  </a:lnTo>
                  <a:lnTo>
                    <a:pt x="437613" y="240318"/>
                  </a:lnTo>
                  <a:lnTo>
                    <a:pt x="437553" y="239860"/>
                  </a:lnTo>
                  <a:lnTo>
                    <a:pt x="437531" y="239695"/>
                  </a:lnTo>
                  <a:lnTo>
                    <a:pt x="437509" y="239522"/>
                  </a:lnTo>
                  <a:lnTo>
                    <a:pt x="437413" y="238798"/>
                  </a:lnTo>
                  <a:lnTo>
                    <a:pt x="437387" y="238408"/>
                  </a:lnTo>
                  <a:lnTo>
                    <a:pt x="437362" y="238142"/>
                  </a:lnTo>
                  <a:lnTo>
                    <a:pt x="437318" y="237666"/>
                  </a:lnTo>
                  <a:lnTo>
                    <a:pt x="437099" y="237238"/>
                  </a:lnTo>
                  <a:lnTo>
                    <a:pt x="436977" y="236951"/>
                  </a:lnTo>
                  <a:lnTo>
                    <a:pt x="436808" y="236579"/>
                  </a:lnTo>
                  <a:lnTo>
                    <a:pt x="436762" y="236352"/>
                  </a:lnTo>
                  <a:lnTo>
                    <a:pt x="436684" y="236085"/>
                  </a:lnTo>
                  <a:lnTo>
                    <a:pt x="435975" y="234224"/>
                  </a:lnTo>
                  <a:lnTo>
                    <a:pt x="435756" y="233700"/>
                  </a:lnTo>
                  <a:lnTo>
                    <a:pt x="435716" y="233561"/>
                  </a:lnTo>
                  <a:lnTo>
                    <a:pt x="435571" y="233232"/>
                  </a:lnTo>
                  <a:lnTo>
                    <a:pt x="435460" y="232973"/>
                  </a:lnTo>
                  <a:lnTo>
                    <a:pt x="435392" y="232798"/>
                  </a:lnTo>
                  <a:lnTo>
                    <a:pt x="435323" y="232642"/>
                  </a:lnTo>
                  <a:lnTo>
                    <a:pt x="435223" y="232513"/>
                  </a:lnTo>
                  <a:lnTo>
                    <a:pt x="435040" y="232207"/>
                  </a:lnTo>
                  <a:lnTo>
                    <a:pt x="435005" y="232044"/>
                  </a:lnTo>
                  <a:lnTo>
                    <a:pt x="434946" y="231807"/>
                  </a:lnTo>
                  <a:lnTo>
                    <a:pt x="434490" y="231352"/>
                  </a:lnTo>
                  <a:lnTo>
                    <a:pt x="433981" y="231104"/>
                  </a:lnTo>
                  <a:lnTo>
                    <a:pt x="433823" y="231020"/>
                  </a:lnTo>
                  <a:lnTo>
                    <a:pt x="433620" y="230913"/>
                  </a:lnTo>
                  <a:lnTo>
                    <a:pt x="433030" y="230542"/>
                  </a:lnTo>
                  <a:lnTo>
                    <a:pt x="432730" y="230231"/>
                  </a:lnTo>
                  <a:lnTo>
                    <a:pt x="432203" y="229816"/>
                  </a:lnTo>
                  <a:lnTo>
                    <a:pt x="431906" y="229606"/>
                  </a:lnTo>
                  <a:lnTo>
                    <a:pt x="431518" y="229335"/>
                  </a:lnTo>
                  <a:lnTo>
                    <a:pt x="431316" y="229259"/>
                  </a:lnTo>
                  <a:lnTo>
                    <a:pt x="431012" y="229136"/>
                  </a:lnTo>
                  <a:lnTo>
                    <a:pt x="430529" y="228905"/>
                  </a:lnTo>
                  <a:lnTo>
                    <a:pt x="430183" y="228796"/>
                  </a:lnTo>
                  <a:lnTo>
                    <a:pt x="429913" y="228579"/>
                  </a:lnTo>
                  <a:lnTo>
                    <a:pt x="429728" y="228444"/>
                  </a:lnTo>
                  <a:lnTo>
                    <a:pt x="429423" y="228215"/>
                  </a:lnTo>
                  <a:lnTo>
                    <a:pt x="428943" y="227843"/>
                  </a:lnTo>
                  <a:lnTo>
                    <a:pt x="428743" y="227666"/>
                  </a:lnTo>
                  <a:lnTo>
                    <a:pt x="428492" y="227423"/>
                  </a:lnTo>
                  <a:lnTo>
                    <a:pt x="428337" y="227262"/>
                  </a:lnTo>
                  <a:lnTo>
                    <a:pt x="428188" y="227126"/>
                  </a:lnTo>
                  <a:lnTo>
                    <a:pt x="427934" y="226886"/>
                  </a:lnTo>
                  <a:lnTo>
                    <a:pt x="427758" y="226720"/>
                  </a:lnTo>
                  <a:lnTo>
                    <a:pt x="427616" y="226595"/>
                  </a:lnTo>
                  <a:lnTo>
                    <a:pt x="427422" y="226387"/>
                  </a:lnTo>
                  <a:lnTo>
                    <a:pt x="427289" y="226293"/>
                  </a:lnTo>
                  <a:lnTo>
                    <a:pt x="427000" y="226037"/>
                  </a:lnTo>
                  <a:lnTo>
                    <a:pt x="426714" y="225756"/>
                  </a:lnTo>
                  <a:lnTo>
                    <a:pt x="426478" y="225545"/>
                  </a:lnTo>
                  <a:lnTo>
                    <a:pt x="426089" y="225290"/>
                  </a:lnTo>
                  <a:lnTo>
                    <a:pt x="425763" y="225094"/>
                  </a:lnTo>
                  <a:lnTo>
                    <a:pt x="425579" y="224993"/>
                  </a:lnTo>
                  <a:lnTo>
                    <a:pt x="425352" y="224869"/>
                  </a:lnTo>
                  <a:lnTo>
                    <a:pt x="424909" y="224637"/>
                  </a:lnTo>
                  <a:lnTo>
                    <a:pt x="424772" y="224560"/>
                  </a:lnTo>
                  <a:lnTo>
                    <a:pt x="424639" y="224463"/>
                  </a:lnTo>
                  <a:lnTo>
                    <a:pt x="424499" y="224347"/>
                  </a:lnTo>
                  <a:lnTo>
                    <a:pt x="424324" y="224203"/>
                  </a:lnTo>
                  <a:lnTo>
                    <a:pt x="424090" y="224019"/>
                  </a:lnTo>
                  <a:lnTo>
                    <a:pt x="421537" y="220961"/>
                  </a:lnTo>
                  <a:lnTo>
                    <a:pt x="421294" y="220415"/>
                  </a:lnTo>
                  <a:lnTo>
                    <a:pt x="421073" y="219974"/>
                  </a:lnTo>
                  <a:lnTo>
                    <a:pt x="420986" y="219839"/>
                  </a:lnTo>
                  <a:lnTo>
                    <a:pt x="420715" y="219595"/>
                  </a:lnTo>
                  <a:lnTo>
                    <a:pt x="420271" y="219223"/>
                  </a:lnTo>
                  <a:lnTo>
                    <a:pt x="419931" y="218828"/>
                  </a:lnTo>
                  <a:lnTo>
                    <a:pt x="419826" y="218676"/>
                  </a:lnTo>
                  <a:lnTo>
                    <a:pt x="419550" y="218353"/>
                  </a:lnTo>
                  <a:lnTo>
                    <a:pt x="419458" y="218225"/>
                  </a:lnTo>
                  <a:lnTo>
                    <a:pt x="419083" y="217773"/>
                  </a:lnTo>
                  <a:lnTo>
                    <a:pt x="418969" y="217632"/>
                  </a:lnTo>
                  <a:lnTo>
                    <a:pt x="418912" y="217483"/>
                  </a:lnTo>
                  <a:lnTo>
                    <a:pt x="418881" y="217247"/>
                  </a:lnTo>
                  <a:lnTo>
                    <a:pt x="418840" y="217091"/>
                  </a:lnTo>
                  <a:lnTo>
                    <a:pt x="418789" y="216839"/>
                  </a:lnTo>
                  <a:lnTo>
                    <a:pt x="418693" y="216399"/>
                  </a:lnTo>
                  <a:lnTo>
                    <a:pt x="418544" y="215834"/>
                  </a:lnTo>
                  <a:lnTo>
                    <a:pt x="418327" y="214905"/>
                  </a:lnTo>
                  <a:lnTo>
                    <a:pt x="418292" y="214580"/>
                  </a:lnTo>
                  <a:lnTo>
                    <a:pt x="418251" y="214395"/>
                  </a:lnTo>
                  <a:lnTo>
                    <a:pt x="418184" y="214112"/>
                  </a:lnTo>
                  <a:lnTo>
                    <a:pt x="418145" y="213953"/>
                  </a:lnTo>
                  <a:lnTo>
                    <a:pt x="418113" y="213707"/>
                  </a:lnTo>
                  <a:lnTo>
                    <a:pt x="418052" y="213468"/>
                  </a:lnTo>
                  <a:lnTo>
                    <a:pt x="418008" y="213258"/>
                  </a:lnTo>
                  <a:lnTo>
                    <a:pt x="417754" y="212427"/>
                  </a:lnTo>
                  <a:lnTo>
                    <a:pt x="417604" y="211865"/>
                  </a:lnTo>
                  <a:lnTo>
                    <a:pt x="417540" y="211604"/>
                  </a:lnTo>
                  <a:lnTo>
                    <a:pt x="417414" y="211094"/>
                  </a:lnTo>
                  <a:lnTo>
                    <a:pt x="417373" y="210924"/>
                  </a:lnTo>
                  <a:lnTo>
                    <a:pt x="417330" y="210757"/>
                  </a:lnTo>
                  <a:lnTo>
                    <a:pt x="417294" y="210605"/>
                  </a:lnTo>
                  <a:lnTo>
                    <a:pt x="417243" y="210398"/>
                  </a:lnTo>
                  <a:lnTo>
                    <a:pt x="417194" y="210210"/>
                  </a:lnTo>
                  <a:lnTo>
                    <a:pt x="417114" y="209875"/>
                  </a:lnTo>
                  <a:lnTo>
                    <a:pt x="417058" y="209691"/>
                  </a:lnTo>
                  <a:lnTo>
                    <a:pt x="417003" y="209437"/>
                  </a:lnTo>
                  <a:lnTo>
                    <a:pt x="416938" y="209161"/>
                  </a:lnTo>
                  <a:lnTo>
                    <a:pt x="416892" y="208987"/>
                  </a:lnTo>
                  <a:lnTo>
                    <a:pt x="416847" y="208788"/>
                  </a:lnTo>
                  <a:lnTo>
                    <a:pt x="416787" y="208166"/>
                  </a:lnTo>
                  <a:lnTo>
                    <a:pt x="416741" y="207880"/>
                  </a:lnTo>
                  <a:lnTo>
                    <a:pt x="416719" y="207735"/>
                  </a:lnTo>
                  <a:lnTo>
                    <a:pt x="416707" y="207558"/>
                  </a:lnTo>
                  <a:lnTo>
                    <a:pt x="416648" y="207029"/>
                  </a:lnTo>
                  <a:lnTo>
                    <a:pt x="416635" y="206892"/>
                  </a:lnTo>
                  <a:lnTo>
                    <a:pt x="416619" y="206631"/>
                  </a:lnTo>
                  <a:lnTo>
                    <a:pt x="416600" y="206364"/>
                  </a:lnTo>
                  <a:lnTo>
                    <a:pt x="416550" y="206031"/>
                  </a:lnTo>
                  <a:lnTo>
                    <a:pt x="416537" y="205868"/>
                  </a:lnTo>
                  <a:lnTo>
                    <a:pt x="415690" y="203636"/>
                  </a:lnTo>
                  <a:lnTo>
                    <a:pt x="415642" y="203446"/>
                  </a:lnTo>
                  <a:lnTo>
                    <a:pt x="415698" y="203084"/>
                  </a:lnTo>
                  <a:lnTo>
                    <a:pt x="415671" y="202755"/>
                  </a:lnTo>
                  <a:lnTo>
                    <a:pt x="415616" y="202628"/>
                  </a:lnTo>
                  <a:lnTo>
                    <a:pt x="415543" y="202478"/>
                  </a:lnTo>
                  <a:lnTo>
                    <a:pt x="415479" y="202342"/>
                  </a:lnTo>
                  <a:lnTo>
                    <a:pt x="415404" y="202177"/>
                  </a:lnTo>
                  <a:lnTo>
                    <a:pt x="415258" y="201877"/>
                  </a:lnTo>
                  <a:lnTo>
                    <a:pt x="415036" y="201367"/>
                  </a:lnTo>
                  <a:lnTo>
                    <a:pt x="414668" y="201396"/>
                  </a:lnTo>
                  <a:lnTo>
                    <a:pt x="414527" y="201412"/>
                  </a:lnTo>
                  <a:lnTo>
                    <a:pt x="414217" y="201458"/>
                  </a:lnTo>
                  <a:lnTo>
                    <a:pt x="413917" y="201486"/>
                  </a:lnTo>
                  <a:lnTo>
                    <a:pt x="413729" y="201527"/>
                  </a:lnTo>
                  <a:lnTo>
                    <a:pt x="413357" y="201618"/>
                  </a:lnTo>
                  <a:lnTo>
                    <a:pt x="413019" y="201717"/>
                  </a:lnTo>
                  <a:lnTo>
                    <a:pt x="412813" y="201763"/>
                  </a:lnTo>
                  <a:lnTo>
                    <a:pt x="412664" y="201793"/>
                  </a:lnTo>
                  <a:lnTo>
                    <a:pt x="412521" y="201823"/>
                  </a:lnTo>
                  <a:lnTo>
                    <a:pt x="412392" y="201848"/>
                  </a:lnTo>
                  <a:lnTo>
                    <a:pt x="412197" y="201886"/>
                  </a:lnTo>
                  <a:lnTo>
                    <a:pt x="411410" y="202043"/>
                  </a:lnTo>
                  <a:lnTo>
                    <a:pt x="411229" y="202068"/>
                  </a:lnTo>
                  <a:lnTo>
                    <a:pt x="411071" y="202093"/>
                  </a:lnTo>
                  <a:lnTo>
                    <a:pt x="410843" y="202099"/>
                  </a:lnTo>
                  <a:lnTo>
                    <a:pt x="410686" y="202101"/>
                  </a:lnTo>
                  <a:lnTo>
                    <a:pt x="410520" y="202103"/>
                  </a:lnTo>
                  <a:lnTo>
                    <a:pt x="410246" y="202080"/>
                  </a:lnTo>
                  <a:lnTo>
                    <a:pt x="409867" y="202045"/>
                  </a:lnTo>
                  <a:lnTo>
                    <a:pt x="409577" y="202092"/>
                  </a:lnTo>
                  <a:lnTo>
                    <a:pt x="409292" y="202135"/>
                  </a:lnTo>
                  <a:lnTo>
                    <a:pt x="409078" y="202190"/>
                  </a:lnTo>
                  <a:lnTo>
                    <a:pt x="408916" y="202264"/>
                  </a:lnTo>
                  <a:lnTo>
                    <a:pt x="408162" y="202399"/>
                  </a:lnTo>
                  <a:lnTo>
                    <a:pt x="408003" y="202435"/>
                  </a:lnTo>
                  <a:lnTo>
                    <a:pt x="407814" y="202475"/>
                  </a:lnTo>
                  <a:lnTo>
                    <a:pt x="407632" y="202511"/>
                  </a:lnTo>
                  <a:lnTo>
                    <a:pt x="407449" y="202551"/>
                  </a:lnTo>
                  <a:lnTo>
                    <a:pt x="407295" y="202534"/>
                  </a:lnTo>
                  <a:lnTo>
                    <a:pt x="407133" y="202517"/>
                  </a:lnTo>
                  <a:lnTo>
                    <a:pt x="406993" y="202503"/>
                  </a:lnTo>
                  <a:lnTo>
                    <a:pt x="406802" y="202485"/>
                  </a:lnTo>
                  <a:lnTo>
                    <a:pt x="406617" y="202463"/>
                  </a:lnTo>
                  <a:lnTo>
                    <a:pt x="406467" y="202448"/>
                  </a:lnTo>
                  <a:lnTo>
                    <a:pt x="406244" y="202425"/>
                  </a:lnTo>
                  <a:lnTo>
                    <a:pt x="406074" y="202408"/>
                  </a:lnTo>
                  <a:lnTo>
                    <a:pt x="405945" y="202384"/>
                  </a:lnTo>
                  <a:lnTo>
                    <a:pt x="405558" y="202349"/>
                  </a:lnTo>
                  <a:lnTo>
                    <a:pt x="405092" y="202328"/>
                  </a:lnTo>
                  <a:lnTo>
                    <a:pt x="404673" y="202299"/>
                  </a:lnTo>
                  <a:lnTo>
                    <a:pt x="404515" y="202288"/>
                  </a:lnTo>
                  <a:lnTo>
                    <a:pt x="404377" y="202279"/>
                  </a:lnTo>
                  <a:lnTo>
                    <a:pt x="404084" y="202256"/>
                  </a:lnTo>
                  <a:lnTo>
                    <a:pt x="403867" y="202243"/>
                  </a:lnTo>
                  <a:lnTo>
                    <a:pt x="403313" y="202210"/>
                  </a:lnTo>
                  <a:lnTo>
                    <a:pt x="403182" y="202210"/>
                  </a:lnTo>
                  <a:lnTo>
                    <a:pt x="403046" y="202212"/>
                  </a:lnTo>
                  <a:lnTo>
                    <a:pt x="402595" y="202192"/>
                  </a:lnTo>
                  <a:lnTo>
                    <a:pt x="402272" y="202190"/>
                  </a:lnTo>
                  <a:lnTo>
                    <a:pt x="401759" y="202116"/>
                  </a:lnTo>
                  <a:lnTo>
                    <a:pt x="401555" y="202096"/>
                  </a:lnTo>
                  <a:lnTo>
                    <a:pt x="401275" y="202065"/>
                  </a:lnTo>
                  <a:lnTo>
                    <a:pt x="401046" y="202036"/>
                  </a:lnTo>
                  <a:lnTo>
                    <a:pt x="400722" y="201990"/>
                  </a:lnTo>
                  <a:lnTo>
                    <a:pt x="400584" y="201967"/>
                  </a:lnTo>
                  <a:lnTo>
                    <a:pt x="400417" y="201940"/>
                  </a:lnTo>
                  <a:lnTo>
                    <a:pt x="399877" y="201852"/>
                  </a:lnTo>
                  <a:lnTo>
                    <a:pt x="399689" y="201824"/>
                  </a:lnTo>
                  <a:lnTo>
                    <a:pt x="399536" y="201801"/>
                  </a:lnTo>
                  <a:lnTo>
                    <a:pt x="399353" y="201773"/>
                  </a:lnTo>
                  <a:lnTo>
                    <a:pt x="399221" y="201754"/>
                  </a:lnTo>
                  <a:lnTo>
                    <a:pt x="399073" y="201739"/>
                  </a:lnTo>
                  <a:lnTo>
                    <a:pt x="398879" y="201714"/>
                  </a:lnTo>
                  <a:lnTo>
                    <a:pt x="398694" y="201706"/>
                  </a:lnTo>
                  <a:lnTo>
                    <a:pt x="398556" y="201689"/>
                  </a:lnTo>
                  <a:lnTo>
                    <a:pt x="398390" y="201674"/>
                  </a:lnTo>
                  <a:lnTo>
                    <a:pt x="398162" y="201655"/>
                  </a:lnTo>
                  <a:lnTo>
                    <a:pt x="397985" y="201606"/>
                  </a:lnTo>
                  <a:lnTo>
                    <a:pt x="397793" y="201547"/>
                  </a:lnTo>
                  <a:lnTo>
                    <a:pt x="397659" y="201510"/>
                  </a:lnTo>
                  <a:lnTo>
                    <a:pt x="397492" y="201465"/>
                  </a:lnTo>
                  <a:lnTo>
                    <a:pt x="397287" y="201406"/>
                  </a:lnTo>
                  <a:lnTo>
                    <a:pt x="397142" y="201389"/>
                  </a:lnTo>
                  <a:lnTo>
                    <a:pt x="396977" y="201366"/>
                  </a:lnTo>
                  <a:lnTo>
                    <a:pt x="396753" y="201336"/>
                  </a:lnTo>
                  <a:lnTo>
                    <a:pt x="396625" y="201307"/>
                  </a:lnTo>
                  <a:lnTo>
                    <a:pt x="396431" y="201278"/>
                  </a:lnTo>
                  <a:lnTo>
                    <a:pt x="396301" y="201262"/>
                  </a:lnTo>
                  <a:lnTo>
                    <a:pt x="396083" y="201223"/>
                  </a:lnTo>
                  <a:lnTo>
                    <a:pt x="395722" y="201164"/>
                  </a:lnTo>
                  <a:lnTo>
                    <a:pt x="395466" y="201119"/>
                  </a:lnTo>
                  <a:lnTo>
                    <a:pt x="395279" y="201084"/>
                  </a:lnTo>
                  <a:lnTo>
                    <a:pt x="394899" y="201016"/>
                  </a:lnTo>
                  <a:lnTo>
                    <a:pt x="394563" y="200957"/>
                  </a:lnTo>
                  <a:lnTo>
                    <a:pt x="394144" y="200882"/>
                  </a:lnTo>
                  <a:lnTo>
                    <a:pt x="393319" y="200732"/>
                  </a:lnTo>
                  <a:lnTo>
                    <a:pt x="393236" y="201158"/>
                  </a:lnTo>
                  <a:lnTo>
                    <a:pt x="393185" y="201411"/>
                  </a:lnTo>
                  <a:lnTo>
                    <a:pt x="393151" y="201591"/>
                  </a:lnTo>
                  <a:lnTo>
                    <a:pt x="393104" y="201832"/>
                  </a:lnTo>
                  <a:lnTo>
                    <a:pt x="393069" y="202018"/>
                  </a:lnTo>
                  <a:lnTo>
                    <a:pt x="392989" y="202437"/>
                  </a:lnTo>
                  <a:lnTo>
                    <a:pt x="392953" y="202615"/>
                  </a:lnTo>
                  <a:lnTo>
                    <a:pt x="392891" y="202932"/>
                  </a:lnTo>
                  <a:lnTo>
                    <a:pt x="392815" y="203327"/>
                  </a:lnTo>
                  <a:lnTo>
                    <a:pt x="392390" y="203769"/>
                  </a:lnTo>
                  <a:lnTo>
                    <a:pt x="392230" y="203970"/>
                  </a:lnTo>
                  <a:lnTo>
                    <a:pt x="391999" y="204231"/>
                  </a:lnTo>
                  <a:lnTo>
                    <a:pt x="391849" y="204449"/>
                  </a:lnTo>
                  <a:lnTo>
                    <a:pt x="391664" y="204714"/>
                  </a:lnTo>
                  <a:lnTo>
                    <a:pt x="391271" y="205328"/>
                  </a:lnTo>
                  <a:lnTo>
                    <a:pt x="390823" y="205627"/>
                  </a:lnTo>
                  <a:lnTo>
                    <a:pt x="382655" y="210137"/>
                  </a:lnTo>
                  <a:lnTo>
                    <a:pt x="381502" y="211541"/>
                  </a:lnTo>
                  <a:lnTo>
                    <a:pt x="382340" y="213029"/>
                  </a:lnTo>
                  <a:lnTo>
                    <a:pt x="383891" y="214378"/>
                  </a:lnTo>
                  <a:lnTo>
                    <a:pt x="384825" y="214970"/>
                  </a:lnTo>
                  <a:lnTo>
                    <a:pt x="385648" y="215406"/>
                  </a:lnTo>
                  <a:lnTo>
                    <a:pt x="385836" y="215570"/>
                  </a:lnTo>
                  <a:lnTo>
                    <a:pt x="386548" y="216192"/>
                  </a:lnTo>
                  <a:lnTo>
                    <a:pt x="388793" y="218758"/>
                  </a:lnTo>
                  <a:lnTo>
                    <a:pt x="390755" y="219927"/>
                  </a:lnTo>
                  <a:lnTo>
                    <a:pt x="390871" y="220102"/>
                  </a:lnTo>
                  <a:lnTo>
                    <a:pt x="391021" y="220381"/>
                  </a:lnTo>
                  <a:lnTo>
                    <a:pt x="390768" y="220719"/>
                  </a:lnTo>
                  <a:lnTo>
                    <a:pt x="390625" y="220828"/>
                  </a:lnTo>
                  <a:lnTo>
                    <a:pt x="390252" y="221052"/>
                  </a:lnTo>
                  <a:lnTo>
                    <a:pt x="390036" y="221154"/>
                  </a:lnTo>
                  <a:lnTo>
                    <a:pt x="389164" y="221922"/>
                  </a:lnTo>
                  <a:lnTo>
                    <a:pt x="389052" y="222113"/>
                  </a:lnTo>
                  <a:lnTo>
                    <a:pt x="388648" y="222720"/>
                  </a:lnTo>
                  <a:lnTo>
                    <a:pt x="388219" y="224353"/>
                  </a:lnTo>
                  <a:lnTo>
                    <a:pt x="388139" y="224690"/>
                  </a:lnTo>
                  <a:lnTo>
                    <a:pt x="387854" y="225327"/>
                  </a:lnTo>
                  <a:lnTo>
                    <a:pt x="387674" y="225601"/>
                  </a:lnTo>
                  <a:lnTo>
                    <a:pt x="387496" y="225777"/>
                  </a:lnTo>
                  <a:lnTo>
                    <a:pt x="387205" y="226041"/>
                  </a:lnTo>
                  <a:lnTo>
                    <a:pt x="387000" y="226193"/>
                  </a:lnTo>
                  <a:lnTo>
                    <a:pt x="386825" y="226371"/>
                  </a:lnTo>
                  <a:lnTo>
                    <a:pt x="386530" y="226675"/>
                  </a:lnTo>
                  <a:lnTo>
                    <a:pt x="386357" y="226856"/>
                  </a:lnTo>
                  <a:lnTo>
                    <a:pt x="386193" y="227023"/>
                  </a:lnTo>
                  <a:lnTo>
                    <a:pt x="385942" y="227282"/>
                  </a:lnTo>
                  <a:lnTo>
                    <a:pt x="385858" y="227455"/>
                  </a:lnTo>
                  <a:lnTo>
                    <a:pt x="385816" y="227583"/>
                  </a:lnTo>
                  <a:lnTo>
                    <a:pt x="385525" y="228015"/>
                  </a:lnTo>
                  <a:lnTo>
                    <a:pt x="385275" y="228331"/>
                  </a:lnTo>
                  <a:lnTo>
                    <a:pt x="385055" y="228626"/>
                  </a:lnTo>
                  <a:lnTo>
                    <a:pt x="384949" y="228828"/>
                  </a:lnTo>
                  <a:lnTo>
                    <a:pt x="384623" y="229282"/>
                  </a:lnTo>
                  <a:lnTo>
                    <a:pt x="384431" y="229577"/>
                  </a:lnTo>
                  <a:lnTo>
                    <a:pt x="384229" y="229814"/>
                  </a:lnTo>
                  <a:lnTo>
                    <a:pt x="383891" y="230421"/>
                  </a:lnTo>
                  <a:lnTo>
                    <a:pt x="383708" y="230720"/>
                  </a:lnTo>
                  <a:lnTo>
                    <a:pt x="383773" y="231545"/>
                  </a:lnTo>
                  <a:lnTo>
                    <a:pt x="384011" y="231817"/>
                  </a:lnTo>
                  <a:lnTo>
                    <a:pt x="384718" y="232393"/>
                  </a:lnTo>
                  <a:lnTo>
                    <a:pt x="384428" y="232664"/>
                  </a:lnTo>
                  <a:lnTo>
                    <a:pt x="384290" y="232793"/>
                  </a:lnTo>
                  <a:lnTo>
                    <a:pt x="384153" y="232949"/>
                  </a:lnTo>
                  <a:lnTo>
                    <a:pt x="384157" y="233414"/>
                  </a:lnTo>
                  <a:lnTo>
                    <a:pt x="384165" y="233722"/>
                  </a:lnTo>
                  <a:lnTo>
                    <a:pt x="384168" y="233911"/>
                  </a:lnTo>
                  <a:lnTo>
                    <a:pt x="384172" y="234068"/>
                  </a:lnTo>
                  <a:lnTo>
                    <a:pt x="384157" y="234602"/>
                  </a:lnTo>
                  <a:lnTo>
                    <a:pt x="384151" y="234741"/>
                  </a:lnTo>
                  <a:lnTo>
                    <a:pt x="384103" y="234966"/>
                  </a:lnTo>
                  <a:lnTo>
                    <a:pt x="384015" y="235142"/>
                  </a:lnTo>
                  <a:lnTo>
                    <a:pt x="383979" y="235581"/>
                  </a:lnTo>
                  <a:lnTo>
                    <a:pt x="383966" y="235837"/>
                  </a:lnTo>
                  <a:lnTo>
                    <a:pt x="383764" y="236271"/>
                  </a:lnTo>
                  <a:lnTo>
                    <a:pt x="383688" y="236591"/>
                  </a:lnTo>
                  <a:lnTo>
                    <a:pt x="383588" y="236989"/>
                  </a:lnTo>
                  <a:lnTo>
                    <a:pt x="383526" y="237279"/>
                  </a:lnTo>
                  <a:lnTo>
                    <a:pt x="383397" y="237760"/>
                  </a:lnTo>
                  <a:lnTo>
                    <a:pt x="382819" y="238003"/>
                  </a:lnTo>
                  <a:lnTo>
                    <a:pt x="382059" y="238402"/>
                  </a:lnTo>
                  <a:lnTo>
                    <a:pt x="381707" y="238486"/>
                  </a:lnTo>
                  <a:lnTo>
                    <a:pt x="381399" y="238608"/>
                  </a:lnTo>
                  <a:lnTo>
                    <a:pt x="380870" y="238861"/>
                  </a:lnTo>
                  <a:lnTo>
                    <a:pt x="380557" y="239056"/>
                  </a:lnTo>
                  <a:lnTo>
                    <a:pt x="380354" y="239245"/>
                  </a:lnTo>
                  <a:lnTo>
                    <a:pt x="380205" y="239336"/>
                  </a:lnTo>
                  <a:lnTo>
                    <a:pt x="380165" y="239495"/>
                  </a:lnTo>
                  <a:lnTo>
                    <a:pt x="379947" y="239565"/>
                  </a:lnTo>
                  <a:lnTo>
                    <a:pt x="379623" y="239616"/>
                  </a:lnTo>
                  <a:lnTo>
                    <a:pt x="378901" y="239809"/>
                  </a:lnTo>
                  <a:lnTo>
                    <a:pt x="378512" y="239912"/>
                  </a:lnTo>
                  <a:lnTo>
                    <a:pt x="377721" y="240319"/>
                  </a:lnTo>
                  <a:lnTo>
                    <a:pt x="377325" y="240371"/>
                  </a:lnTo>
                  <a:lnTo>
                    <a:pt x="377029" y="239928"/>
                  </a:lnTo>
                  <a:lnTo>
                    <a:pt x="376754" y="239519"/>
                  </a:lnTo>
                  <a:lnTo>
                    <a:pt x="376608" y="239290"/>
                  </a:lnTo>
                  <a:lnTo>
                    <a:pt x="376493" y="239120"/>
                  </a:lnTo>
                  <a:lnTo>
                    <a:pt x="376320" y="238856"/>
                  </a:lnTo>
                  <a:lnTo>
                    <a:pt x="375970" y="238321"/>
                  </a:lnTo>
                  <a:lnTo>
                    <a:pt x="375792" y="238012"/>
                  </a:lnTo>
                  <a:lnTo>
                    <a:pt x="375691" y="237770"/>
                  </a:lnTo>
                  <a:lnTo>
                    <a:pt x="375517" y="237419"/>
                  </a:lnTo>
                  <a:lnTo>
                    <a:pt x="375381" y="237009"/>
                  </a:lnTo>
                  <a:lnTo>
                    <a:pt x="375311" y="236855"/>
                  </a:lnTo>
                  <a:lnTo>
                    <a:pt x="375184" y="236601"/>
                  </a:lnTo>
                  <a:lnTo>
                    <a:pt x="375108" y="236327"/>
                  </a:lnTo>
                  <a:lnTo>
                    <a:pt x="375086" y="236174"/>
                  </a:lnTo>
                  <a:lnTo>
                    <a:pt x="375078" y="235869"/>
                  </a:lnTo>
                  <a:lnTo>
                    <a:pt x="375061" y="235339"/>
                  </a:lnTo>
                  <a:lnTo>
                    <a:pt x="374315" y="234818"/>
                  </a:lnTo>
                  <a:lnTo>
                    <a:pt x="374103" y="234733"/>
                  </a:lnTo>
                  <a:lnTo>
                    <a:pt x="373678" y="234472"/>
                  </a:lnTo>
                  <a:lnTo>
                    <a:pt x="373126" y="234134"/>
                  </a:lnTo>
                  <a:lnTo>
                    <a:pt x="372732" y="233897"/>
                  </a:lnTo>
                  <a:lnTo>
                    <a:pt x="372428" y="233719"/>
                  </a:lnTo>
                  <a:lnTo>
                    <a:pt x="372138" y="233535"/>
                  </a:lnTo>
                  <a:lnTo>
                    <a:pt x="371867" y="233364"/>
                  </a:lnTo>
                  <a:lnTo>
                    <a:pt x="371694" y="233252"/>
                  </a:lnTo>
                  <a:lnTo>
                    <a:pt x="371427" y="233082"/>
                  </a:lnTo>
                  <a:lnTo>
                    <a:pt x="370903" y="232750"/>
                  </a:lnTo>
                  <a:lnTo>
                    <a:pt x="370619" y="232475"/>
                  </a:lnTo>
                  <a:lnTo>
                    <a:pt x="370396" y="232322"/>
                  </a:lnTo>
                  <a:lnTo>
                    <a:pt x="370048" y="232084"/>
                  </a:lnTo>
                  <a:lnTo>
                    <a:pt x="369873" y="231965"/>
                  </a:lnTo>
                  <a:lnTo>
                    <a:pt x="369566" y="231754"/>
                  </a:lnTo>
                  <a:lnTo>
                    <a:pt x="369420" y="231663"/>
                  </a:lnTo>
                  <a:lnTo>
                    <a:pt x="369088" y="231454"/>
                  </a:lnTo>
                  <a:lnTo>
                    <a:pt x="368882" y="231321"/>
                  </a:lnTo>
                  <a:lnTo>
                    <a:pt x="368692" y="231223"/>
                  </a:lnTo>
                  <a:lnTo>
                    <a:pt x="368557" y="231144"/>
                  </a:lnTo>
                  <a:lnTo>
                    <a:pt x="368292" y="230967"/>
                  </a:lnTo>
                  <a:lnTo>
                    <a:pt x="367761" y="230583"/>
                  </a:lnTo>
                  <a:lnTo>
                    <a:pt x="367522" y="230401"/>
                  </a:lnTo>
                  <a:lnTo>
                    <a:pt x="367226" y="230192"/>
                  </a:lnTo>
                  <a:lnTo>
                    <a:pt x="366891" y="229967"/>
                  </a:lnTo>
                  <a:lnTo>
                    <a:pt x="366584" y="229755"/>
                  </a:lnTo>
                  <a:lnTo>
                    <a:pt x="366159" y="229241"/>
                  </a:lnTo>
                  <a:lnTo>
                    <a:pt x="366263" y="229091"/>
                  </a:lnTo>
                  <a:lnTo>
                    <a:pt x="366455" y="228800"/>
                  </a:lnTo>
                  <a:lnTo>
                    <a:pt x="366525" y="228431"/>
                  </a:lnTo>
                  <a:lnTo>
                    <a:pt x="366150" y="227761"/>
                  </a:lnTo>
                  <a:lnTo>
                    <a:pt x="366143" y="227586"/>
                  </a:lnTo>
                  <a:lnTo>
                    <a:pt x="366192" y="227171"/>
                  </a:lnTo>
                  <a:lnTo>
                    <a:pt x="366115" y="226976"/>
                  </a:lnTo>
                  <a:lnTo>
                    <a:pt x="366029" y="226787"/>
                  </a:lnTo>
                  <a:lnTo>
                    <a:pt x="365884" y="226541"/>
                  </a:lnTo>
                  <a:lnTo>
                    <a:pt x="365712" y="226254"/>
                  </a:lnTo>
                  <a:lnTo>
                    <a:pt x="365471" y="225937"/>
                  </a:lnTo>
                  <a:lnTo>
                    <a:pt x="365284" y="225694"/>
                  </a:lnTo>
                  <a:lnTo>
                    <a:pt x="364693" y="223869"/>
                  </a:lnTo>
                  <a:lnTo>
                    <a:pt x="364646" y="223585"/>
                  </a:lnTo>
                  <a:lnTo>
                    <a:pt x="363898" y="222932"/>
                  </a:lnTo>
                  <a:lnTo>
                    <a:pt x="363754" y="222637"/>
                  </a:lnTo>
                  <a:lnTo>
                    <a:pt x="363639" y="222336"/>
                  </a:lnTo>
                  <a:lnTo>
                    <a:pt x="363470" y="221889"/>
                  </a:lnTo>
                  <a:lnTo>
                    <a:pt x="363182" y="221165"/>
                  </a:lnTo>
                  <a:lnTo>
                    <a:pt x="363068" y="220900"/>
                  </a:lnTo>
                  <a:lnTo>
                    <a:pt x="362841" y="220351"/>
                  </a:lnTo>
                  <a:lnTo>
                    <a:pt x="362501" y="219478"/>
                  </a:lnTo>
                  <a:lnTo>
                    <a:pt x="362365" y="219177"/>
                  </a:lnTo>
                  <a:lnTo>
                    <a:pt x="362289" y="218995"/>
                  </a:lnTo>
                  <a:lnTo>
                    <a:pt x="362060" y="218526"/>
                  </a:lnTo>
                  <a:lnTo>
                    <a:pt x="361778" y="218062"/>
                  </a:lnTo>
                  <a:lnTo>
                    <a:pt x="361696" y="217928"/>
                  </a:lnTo>
                  <a:lnTo>
                    <a:pt x="361524" y="217579"/>
                  </a:lnTo>
                  <a:lnTo>
                    <a:pt x="361399" y="217273"/>
                  </a:lnTo>
                  <a:lnTo>
                    <a:pt x="361288" y="217116"/>
                  </a:lnTo>
                  <a:lnTo>
                    <a:pt x="360988" y="216986"/>
                  </a:lnTo>
                  <a:lnTo>
                    <a:pt x="360803" y="216914"/>
                  </a:lnTo>
                  <a:lnTo>
                    <a:pt x="360566" y="216678"/>
                  </a:lnTo>
                  <a:lnTo>
                    <a:pt x="360379" y="216573"/>
                  </a:lnTo>
                  <a:lnTo>
                    <a:pt x="360054" y="216335"/>
                  </a:lnTo>
                  <a:lnTo>
                    <a:pt x="359524" y="215936"/>
                  </a:lnTo>
                  <a:lnTo>
                    <a:pt x="359398" y="215799"/>
                  </a:lnTo>
                  <a:lnTo>
                    <a:pt x="359257" y="215651"/>
                  </a:lnTo>
                  <a:lnTo>
                    <a:pt x="359094" y="215476"/>
                  </a:lnTo>
                  <a:lnTo>
                    <a:pt x="358933" y="215323"/>
                  </a:lnTo>
                  <a:lnTo>
                    <a:pt x="358634" y="214995"/>
                  </a:lnTo>
                  <a:lnTo>
                    <a:pt x="358386" y="214741"/>
                  </a:lnTo>
                  <a:lnTo>
                    <a:pt x="358095" y="214321"/>
                  </a:lnTo>
                  <a:lnTo>
                    <a:pt x="357989" y="214157"/>
                  </a:lnTo>
                  <a:lnTo>
                    <a:pt x="357529" y="213500"/>
                  </a:lnTo>
                  <a:lnTo>
                    <a:pt x="357458" y="213316"/>
                  </a:lnTo>
                  <a:lnTo>
                    <a:pt x="357416" y="213117"/>
                  </a:lnTo>
                  <a:lnTo>
                    <a:pt x="357200" y="212410"/>
                  </a:lnTo>
                  <a:lnTo>
                    <a:pt x="357085" y="212226"/>
                  </a:lnTo>
                  <a:lnTo>
                    <a:pt x="356900" y="212340"/>
                  </a:lnTo>
                  <a:lnTo>
                    <a:pt x="356062" y="212867"/>
                  </a:lnTo>
                  <a:lnTo>
                    <a:pt x="355897" y="212981"/>
                  </a:lnTo>
                  <a:lnTo>
                    <a:pt x="355605" y="213175"/>
                  </a:lnTo>
                  <a:lnTo>
                    <a:pt x="355431" y="213248"/>
                  </a:lnTo>
                  <a:lnTo>
                    <a:pt x="355050" y="213409"/>
                  </a:lnTo>
                  <a:lnTo>
                    <a:pt x="354824" y="213507"/>
                  </a:lnTo>
                  <a:lnTo>
                    <a:pt x="354574" y="213612"/>
                  </a:lnTo>
                  <a:lnTo>
                    <a:pt x="354171" y="213801"/>
                  </a:lnTo>
                  <a:lnTo>
                    <a:pt x="353737" y="213978"/>
                  </a:lnTo>
                  <a:lnTo>
                    <a:pt x="353512" y="214069"/>
                  </a:lnTo>
                  <a:lnTo>
                    <a:pt x="352938" y="214282"/>
                  </a:lnTo>
                  <a:lnTo>
                    <a:pt x="352687" y="214402"/>
                  </a:lnTo>
                  <a:lnTo>
                    <a:pt x="352430" y="214532"/>
                  </a:lnTo>
                  <a:lnTo>
                    <a:pt x="351563" y="214887"/>
                  </a:lnTo>
                  <a:lnTo>
                    <a:pt x="351360" y="214978"/>
                  </a:lnTo>
                  <a:lnTo>
                    <a:pt x="351209" y="215039"/>
                  </a:lnTo>
                  <a:lnTo>
                    <a:pt x="351034" y="215129"/>
                  </a:lnTo>
                  <a:lnTo>
                    <a:pt x="350731" y="215284"/>
                  </a:lnTo>
                  <a:lnTo>
                    <a:pt x="350481" y="215425"/>
                  </a:lnTo>
                  <a:lnTo>
                    <a:pt x="350237" y="215565"/>
                  </a:lnTo>
                  <a:lnTo>
                    <a:pt x="349904" y="215724"/>
                  </a:lnTo>
                  <a:lnTo>
                    <a:pt x="349297" y="216039"/>
                  </a:lnTo>
                  <a:lnTo>
                    <a:pt x="348945" y="216211"/>
                  </a:lnTo>
                  <a:lnTo>
                    <a:pt x="348724" y="216336"/>
                  </a:lnTo>
                  <a:lnTo>
                    <a:pt x="348400" y="216518"/>
                  </a:lnTo>
                  <a:lnTo>
                    <a:pt x="348177" y="216642"/>
                  </a:lnTo>
                  <a:lnTo>
                    <a:pt x="348041" y="216719"/>
                  </a:lnTo>
                  <a:lnTo>
                    <a:pt x="347822" y="216826"/>
                  </a:lnTo>
                  <a:lnTo>
                    <a:pt x="347284" y="217102"/>
                  </a:lnTo>
                  <a:lnTo>
                    <a:pt x="346932" y="217277"/>
                  </a:lnTo>
                  <a:lnTo>
                    <a:pt x="346798" y="217346"/>
                  </a:lnTo>
                  <a:lnTo>
                    <a:pt x="346646" y="217533"/>
                  </a:lnTo>
                  <a:lnTo>
                    <a:pt x="346040" y="218290"/>
                  </a:lnTo>
                  <a:lnTo>
                    <a:pt x="345849" y="218530"/>
                  </a:lnTo>
                  <a:lnTo>
                    <a:pt x="345720" y="218696"/>
                  </a:lnTo>
                  <a:lnTo>
                    <a:pt x="345187" y="219370"/>
                  </a:lnTo>
                  <a:lnTo>
                    <a:pt x="344944" y="219673"/>
                  </a:lnTo>
                  <a:lnTo>
                    <a:pt x="344800" y="219854"/>
                  </a:lnTo>
                  <a:lnTo>
                    <a:pt x="344582" y="220113"/>
                  </a:lnTo>
                  <a:lnTo>
                    <a:pt x="344335" y="220432"/>
                  </a:lnTo>
                  <a:lnTo>
                    <a:pt x="344204" y="220596"/>
                  </a:lnTo>
                  <a:lnTo>
                    <a:pt x="344044" y="220811"/>
                  </a:lnTo>
                  <a:lnTo>
                    <a:pt x="343911" y="220955"/>
                  </a:lnTo>
                  <a:lnTo>
                    <a:pt x="343745" y="221143"/>
                  </a:lnTo>
                  <a:lnTo>
                    <a:pt x="343618" y="221306"/>
                  </a:lnTo>
                  <a:lnTo>
                    <a:pt x="343350" y="221623"/>
                  </a:lnTo>
                  <a:lnTo>
                    <a:pt x="343088" y="221955"/>
                  </a:lnTo>
                  <a:lnTo>
                    <a:pt x="342907" y="222180"/>
                  </a:lnTo>
                  <a:lnTo>
                    <a:pt x="342676" y="222486"/>
                  </a:lnTo>
                  <a:lnTo>
                    <a:pt x="342508" y="222352"/>
                  </a:lnTo>
                  <a:lnTo>
                    <a:pt x="342169" y="222106"/>
                  </a:lnTo>
                  <a:lnTo>
                    <a:pt x="341863" y="221856"/>
                  </a:lnTo>
                  <a:lnTo>
                    <a:pt x="341656" y="221709"/>
                  </a:lnTo>
                  <a:lnTo>
                    <a:pt x="341226" y="221398"/>
                  </a:lnTo>
                  <a:lnTo>
                    <a:pt x="340948" y="221196"/>
                  </a:lnTo>
                  <a:lnTo>
                    <a:pt x="340677" y="220998"/>
                  </a:lnTo>
                  <a:lnTo>
                    <a:pt x="340512" y="220856"/>
                  </a:lnTo>
                  <a:lnTo>
                    <a:pt x="340283" y="220669"/>
                  </a:lnTo>
                  <a:lnTo>
                    <a:pt x="339844" y="220335"/>
                  </a:lnTo>
                  <a:lnTo>
                    <a:pt x="339708" y="220236"/>
                  </a:lnTo>
                  <a:lnTo>
                    <a:pt x="339536" y="220099"/>
                  </a:lnTo>
                  <a:lnTo>
                    <a:pt x="339403" y="219997"/>
                  </a:lnTo>
                  <a:lnTo>
                    <a:pt x="339145" y="219807"/>
                  </a:lnTo>
                  <a:lnTo>
                    <a:pt x="338861" y="219584"/>
                  </a:lnTo>
                  <a:lnTo>
                    <a:pt x="338550" y="219505"/>
                  </a:lnTo>
                  <a:lnTo>
                    <a:pt x="338273" y="219439"/>
                  </a:lnTo>
                  <a:lnTo>
                    <a:pt x="337745" y="219145"/>
                  </a:lnTo>
                  <a:lnTo>
                    <a:pt x="337582" y="218958"/>
                  </a:lnTo>
                  <a:lnTo>
                    <a:pt x="337347" y="218848"/>
                  </a:lnTo>
                  <a:lnTo>
                    <a:pt x="337045" y="218541"/>
                  </a:lnTo>
                  <a:lnTo>
                    <a:pt x="336962" y="218321"/>
                  </a:lnTo>
                  <a:lnTo>
                    <a:pt x="336949" y="218167"/>
                  </a:lnTo>
                  <a:lnTo>
                    <a:pt x="336592" y="217854"/>
                  </a:lnTo>
                  <a:lnTo>
                    <a:pt x="336449" y="217858"/>
                  </a:lnTo>
                  <a:lnTo>
                    <a:pt x="336219" y="217700"/>
                  </a:lnTo>
                  <a:lnTo>
                    <a:pt x="336039" y="217573"/>
                  </a:lnTo>
                  <a:lnTo>
                    <a:pt x="335472" y="217229"/>
                  </a:lnTo>
                  <a:lnTo>
                    <a:pt x="335479" y="216882"/>
                  </a:lnTo>
                  <a:lnTo>
                    <a:pt x="335127" y="216727"/>
                  </a:lnTo>
                  <a:lnTo>
                    <a:pt x="334932" y="216667"/>
                  </a:lnTo>
                  <a:lnTo>
                    <a:pt x="334529" y="216460"/>
                  </a:lnTo>
                  <a:lnTo>
                    <a:pt x="334273" y="216397"/>
                  </a:lnTo>
                  <a:lnTo>
                    <a:pt x="333914" y="216152"/>
                  </a:lnTo>
                  <a:lnTo>
                    <a:pt x="333737" y="216024"/>
                  </a:lnTo>
                  <a:lnTo>
                    <a:pt x="333602" y="215908"/>
                  </a:lnTo>
                  <a:lnTo>
                    <a:pt x="332774" y="215280"/>
                  </a:lnTo>
                  <a:lnTo>
                    <a:pt x="332211" y="215003"/>
                  </a:lnTo>
                  <a:lnTo>
                    <a:pt x="331859" y="214812"/>
                  </a:lnTo>
                  <a:lnTo>
                    <a:pt x="331730" y="214729"/>
                  </a:lnTo>
                  <a:lnTo>
                    <a:pt x="331579" y="214712"/>
                  </a:lnTo>
                  <a:lnTo>
                    <a:pt x="331293" y="214537"/>
                  </a:lnTo>
                  <a:lnTo>
                    <a:pt x="331042" y="214457"/>
                  </a:lnTo>
                  <a:lnTo>
                    <a:pt x="330700" y="214356"/>
                  </a:lnTo>
                  <a:lnTo>
                    <a:pt x="330518" y="214341"/>
                  </a:lnTo>
                  <a:lnTo>
                    <a:pt x="329973" y="214315"/>
                  </a:lnTo>
                  <a:lnTo>
                    <a:pt x="329721" y="214292"/>
                  </a:lnTo>
                  <a:lnTo>
                    <a:pt x="328802" y="214212"/>
                  </a:lnTo>
                  <a:lnTo>
                    <a:pt x="328626" y="214197"/>
                  </a:lnTo>
                  <a:lnTo>
                    <a:pt x="328162" y="214019"/>
                  </a:lnTo>
                  <a:lnTo>
                    <a:pt x="327735" y="213884"/>
                  </a:lnTo>
                  <a:lnTo>
                    <a:pt x="327312" y="213751"/>
                  </a:lnTo>
                  <a:lnTo>
                    <a:pt x="326542" y="213450"/>
                  </a:lnTo>
                  <a:lnTo>
                    <a:pt x="325644" y="213094"/>
                  </a:lnTo>
                  <a:lnTo>
                    <a:pt x="325175" y="212922"/>
                  </a:lnTo>
                  <a:lnTo>
                    <a:pt x="325014" y="212913"/>
                  </a:lnTo>
                  <a:lnTo>
                    <a:pt x="324606" y="212905"/>
                  </a:lnTo>
                  <a:lnTo>
                    <a:pt x="324095" y="212880"/>
                  </a:lnTo>
                  <a:lnTo>
                    <a:pt x="323652" y="212852"/>
                  </a:lnTo>
                  <a:lnTo>
                    <a:pt x="323247" y="212774"/>
                  </a:lnTo>
                  <a:lnTo>
                    <a:pt x="322542" y="212442"/>
                  </a:lnTo>
                  <a:lnTo>
                    <a:pt x="321277" y="211858"/>
                  </a:lnTo>
                  <a:lnTo>
                    <a:pt x="321098" y="211791"/>
                  </a:lnTo>
                  <a:lnTo>
                    <a:pt x="321157" y="211444"/>
                  </a:lnTo>
                  <a:lnTo>
                    <a:pt x="321088" y="211066"/>
                  </a:lnTo>
                  <a:lnTo>
                    <a:pt x="321033" y="210725"/>
                  </a:lnTo>
                  <a:lnTo>
                    <a:pt x="321012" y="210386"/>
                  </a:lnTo>
                  <a:lnTo>
                    <a:pt x="321045" y="210137"/>
                  </a:lnTo>
                  <a:lnTo>
                    <a:pt x="320963" y="209894"/>
                  </a:lnTo>
                  <a:lnTo>
                    <a:pt x="320813" y="209660"/>
                  </a:lnTo>
                  <a:lnTo>
                    <a:pt x="320680" y="209337"/>
                  </a:lnTo>
                  <a:lnTo>
                    <a:pt x="320558" y="209168"/>
                  </a:lnTo>
                  <a:lnTo>
                    <a:pt x="320500" y="209031"/>
                  </a:lnTo>
                  <a:lnTo>
                    <a:pt x="320090" y="208430"/>
                  </a:lnTo>
                  <a:lnTo>
                    <a:pt x="319661" y="207668"/>
                  </a:lnTo>
                  <a:lnTo>
                    <a:pt x="319390" y="207091"/>
                  </a:lnTo>
                  <a:lnTo>
                    <a:pt x="318748" y="206502"/>
                  </a:lnTo>
                  <a:lnTo>
                    <a:pt x="318459" y="206242"/>
                  </a:lnTo>
                  <a:lnTo>
                    <a:pt x="318179" y="206008"/>
                  </a:lnTo>
                  <a:lnTo>
                    <a:pt x="317694" y="205675"/>
                  </a:lnTo>
                  <a:lnTo>
                    <a:pt x="317556" y="205544"/>
                  </a:lnTo>
                  <a:lnTo>
                    <a:pt x="316916" y="204656"/>
                  </a:lnTo>
                  <a:lnTo>
                    <a:pt x="316668" y="204229"/>
                  </a:lnTo>
                  <a:lnTo>
                    <a:pt x="316431" y="203883"/>
                  </a:lnTo>
                  <a:lnTo>
                    <a:pt x="316020" y="203539"/>
                  </a:lnTo>
                  <a:lnTo>
                    <a:pt x="315163" y="202811"/>
                  </a:lnTo>
                  <a:lnTo>
                    <a:pt x="314956" y="202646"/>
                  </a:lnTo>
                  <a:lnTo>
                    <a:pt x="314722" y="202466"/>
                  </a:lnTo>
                  <a:lnTo>
                    <a:pt x="313944" y="201874"/>
                  </a:lnTo>
                  <a:lnTo>
                    <a:pt x="312341" y="200739"/>
                  </a:lnTo>
                  <a:lnTo>
                    <a:pt x="312262" y="200587"/>
                  </a:lnTo>
                  <a:lnTo>
                    <a:pt x="312161" y="200394"/>
                  </a:lnTo>
                  <a:lnTo>
                    <a:pt x="311968" y="200202"/>
                  </a:lnTo>
                  <a:lnTo>
                    <a:pt x="310952" y="199191"/>
                  </a:lnTo>
                  <a:lnTo>
                    <a:pt x="310660" y="197357"/>
                  </a:lnTo>
                  <a:lnTo>
                    <a:pt x="310117" y="197091"/>
                  </a:lnTo>
                  <a:lnTo>
                    <a:pt x="309653" y="196862"/>
                  </a:lnTo>
                  <a:lnTo>
                    <a:pt x="309434" y="196751"/>
                  </a:lnTo>
                  <a:lnTo>
                    <a:pt x="309079" y="196574"/>
                  </a:lnTo>
                  <a:lnTo>
                    <a:pt x="308937" y="196504"/>
                  </a:lnTo>
                  <a:lnTo>
                    <a:pt x="308791" y="196431"/>
                  </a:lnTo>
                  <a:lnTo>
                    <a:pt x="308487" y="196278"/>
                  </a:lnTo>
                  <a:lnTo>
                    <a:pt x="308119" y="196093"/>
                  </a:lnTo>
                  <a:lnTo>
                    <a:pt x="307206" y="195633"/>
                  </a:lnTo>
                  <a:lnTo>
                    <a:pt x="307015" y="195517"/>
                  </a:lnTo>
                  <a:lnTo>
                    <a:pt x="306579" y="195233"/>
                  </a:lnTo>
                  <a:lnTo>
                    <a:pt x="305647" y="194666"/>
                  </a:lnTo>
                  <a:lnTo>
                    <a:pt x="305327" y="194387"/>
                  </a:lnTo>
                  <a:lnTo>
                    <a:pt x="304960" y="194066"/>
                  </a:lnTo>
                  <a:lnTo>
                    <a:pt x="304753" y="193885"/>
                  </a:lnTo>
                  <a:lnTo>
                    <a:pt x="304388" y="193564"/>
                  </a:lnTo>
                  <a:lnTo>
                    <a:pt x="303864" y="193568"/>
                  </a:lnTo>
                  <a:lnTo>
                    <a:pt x="303205" y="193571"/>
                  </a:lnTo>
                  <a:lnTo>
                    <a:pt x="302833" y="193674"/>
                  </a:lnTo>
                  <a:lnTo>
                    <a:pt x="302537" y="193622"/>
                  </a:lnTo>
                  <a:lnTo>
                    <a:pt x="301842" y="193475"/>
                  </a:lnTo>
                  <a:lnTo>
                    <a:pt x="301600" y="193390"/>
                  </a:lnTo>
                  <a:lnTo>
                    <a:pt x="300970" y="193172"/>
                  </a:lnTo>
                  <a:lnTo>
                    <a:pt x="299794" y="192577"/>
                  </a:lnTo>
                  <a:lnTo>
                    <a:pt x="299282" y="192375"/>
                  </a:lnTo>
                  <a:lnTo>
                    <a:pt x="298491" y="192260"/>
                  </a:lnTo>
                  <a:lnTo>
                    <a:pt x="298263" y="192227"/>
                  </a:lnTo>
                  <a:lnTo>
                    <a:pt x="297788" y="192496"/>
                  </a:lnTo>
                  <a:lnTo>
                    <a:pt x="297556" y="192572"/>
                  </a:lnTo>
                  <a:lnTo>
                    <a:pt x="296990" y="192758"/>
                  </a:lnTo>
                  <a:lnTo>
                    <a:pt x="296760" y="192834"/>
                  </a:lnTo>
                  <a:lnTo>
                    <a:pt x="296233" y="193158"/>
                  </a:lnTo>
                  <a:lnTo>
                    <a:pt x="295890" y="193368"/>
                  </a:lnTo>
                  <a:lnTo>
                    <a:pt x="295577" y="193507"/>
                  </a:lnTo>
                  <a:lnTo>
                    <a:pt x="294636" y="194006"/>
                  </a:lnTo>
                  <a:lnTo>
                    <a:pt x="294329" y="194168"/>
                  </a:lnTo>
                  <a:lnTo>
                    <a:pt x="294038" y="194322"/>
                  </a:lnTo>
                  <a:lnTo>
                    <a:pt x="293546" y="194468"/>
                  </a:lnTo>
                  <a:lnTo>
                    <a:pt x="293288" y="194550"/>
                  </a:lnTo>
                  <a:lnTo>
                    <a:pt x="292854" y="194620"/>
                  </a:lnTo>
                  <a:lnTo>
                    <a:pt x="292677" y="194631"/>
                  </a:lnTo>
                  <a:lnTo>
                    <a:pt x="292491" y="194634"/>
                  </a:lnTo>
                  <a:lnTo>
                    <a:pt x="292157" y="194707"/>
                  </a:lnTo>
                  <a:lnTo>
                    <a:pt x="291513" y="194911"/>
                  </a:lnTo>
                  <a:lnTo>
                    <a:pt x="291820" y="195473"/>
                  </a:lnTo>
                  <a:lnTo>
                    <a:pt x="292622" y="196886"/>
                  </a:lnTo>
                  <a:lnTo>
                    <a:pt x="293109" y="196991"/>
                  </a:lnTo>
                  <a:lnTo>
                    <a:pt x="293801" y="197055"/>
                  </a:lnTo>
                  <a:lnTo>
                    <a:pt x="294143" y="196921"/>
                  </a:lnTo>
                  <a:lnTo>
                    <a:pt x="295164" y="197321"/>
                  </a:lnTo>
                  <a:lnTo>
                    <a:pt x="295334" y="197128"/>
                  </a:lnTo>
                  <a:lnTo>
                    <a:pt x="296810" y="197281"/>
                  </a:lnTo>
                  <a:lnTo>
                    <a:pt x="297827" y="197692"/>
                  </a:lnTo>
                  <a:lnTo>
                    <a:pt x="298080" y="197782"/>
                  </a:lnTo>
                  <a:lnTo>
                    <a:pt x="298601" y="197928"/>
                  </a:lnTo>
                  <a:lnTo>
                    <a:pt x="298869" y="198386"/>
                  </a:lnTo>
                  <a:lnTo>
                    <a:pt x="298880" y="198597"/>
                  </a:lnTo>
                  <a:lnTo>
                    <a:pt x="298749" y="198655"/>
                  </a:lnTo>
                  <a:lnTo>
                    <a:pt x="298270" y="198921"/>
                  </a:lnTo>
                  <a:lnTo>
                    <a:pt x="298137" y="199012"/>
                  </a:lnTo>
                  <a:lnTo>
                    <a:pt x="296750" y="199967"/>
                  </a:lnTo>
                  <a:lnTo>
                    <a:pt x="296486" y="200039"/>
                  </a:lnTo>
                  <a:lnTo>
                    <a:pt x="295628" y="200270"/>
                  </a:lnTo>
                  <a:lnTo>
                    <a:pt x="295324" y="200234"/>
                  </a:lnTo>
                  <a:lnTo>
                    <a:pt x="295105" y="200218"/>
                  </a:lnTo>
                  <a:lnTo>
                    <a:pt x="294945" y="200218"/>
                  </a:lnTo>
                  <a:lnTo>
                    <a:pt x="293768" y="200336"/>
                  </a:lnTo>
                  <a:lnTo>
                    <a:pt x="293372" y="200446"/>
                  </a:lnTo>
                  <a:lnTo>
                    <a:pt x="293019" y="200673"/>
                  </a:lnTo>
                  <a:lnTo>
                    <a:pt x="292390" y="201193"/>
                  </a:lnTo>
                  <a:lnTo>
                    <a:pt x="291517" y="200857"/>
                  </a:lnTo>
                  <a:lnTo>
                    <a:pt x="290684" y="200673"/>
                  </a:lnTo>
                  <a:lnTo>
                    <a:pt x="290445" y="200683"/>
                  </a:lnTo>
                  <a:lnTo>
                    <a:pt x="290115" y="200696"/>
                  </a:lnTo>
                  <a:lnTo>
                    <a:pt x="289835" y="200695"/>
                  </a:lnTo>
                  <a:lnTo>
                    <a:pt x="289348" y="200678"/>
                  </a:lnTo>
                  <a:lnTo>
                    <a:pt x="288740" y="200537"/>
                  </a:lnTo>
                  <a:lnTo>
                    <a:pt x="288324" y="200461"/>
                  </a:lnTo>
                  <a:lnTo>
                    <a:pt x="287657" y="200293"/>
                  </a:lnTo>
                  <a:lnTo>
                    <a:pt x="287209" y="200100"/>
                  </a:lnTo>
                  <a:lnTo>
                    <a:pt x="286251" y="199681"/>
                  </a:lnTo>
                  <a:lnTo>
                    <a:pt x="285708" y="199258"/>
                  </a:lnTo>
                  <a:lnTo>
                    <a:pt x="285237" y="198996"/>
                  </a:lnTo>
                  <a:lnTo>
                    <a:pt x="285095" y="198805"/>
                  </a:lnTo>
                  <a:lnTo>
                    <a:pt x="284966" y="198639"/>
                  </a:lnTo>
                  <a:lnTo>
                    <a:pt x="284801" y="198534"/>
                  </a:lnTo>
                  <a:lnTo>
                    <a:pt x="284413" y="198168"/>
                  </a:lnTo>
                  <a:lnTo>
                    <a:pt x="283861" y="197654"/>
                  </a:lnTo>
                  <a:lnTo>
                    <a:pt x="283370" y="197208"/>
                  </a:lnTo>
                  <a:lnTo>
                    <a:pt x="282993" y="196812"/>
                  </a:lnTo>
                  <a:lnTo>
                    <a:pt x="282534" y="196442"/>
                  </a:lnTo>
                  <a:lnTo>
                    <a:pt x="282185" y="196112"/>
                  </a:lnTo>
                  <a:lnTo>
                    <a:pt x="281565" y="195887"/>
                  </a:lnTo>
                  <a:lnTo>
                    <a:pt x="281264" y="195905"/>
                  </a:lnTo>
                  <a:lnTo>
                    <a:pt x="280425" y="195963"/>
                  </a:lnTo>
                  <a:lnTo>
                    <a:pt x="279932" y="195998"/>
                  </a:lnTo>
                  <a:lnTo>
                    <a:pt x="279593" y="196073"/>
                  </a:lnTo>
                  <a:lnTo>
                    <a:pt x="279276" y="196154"/>
                  </a:lnTo>
                  <a:lnTo>
                    <a:pt x="279006" y="196225"/>
                  </a:lnTo>
                  <a:lnTo>
                    <a:pt x="278577" y="196324"/>
                  </a:lnTo>
                  <a:lnTo>
                    <a:pt x="278377" y="196095"/>
                  </a:lnTo>
                  <a:lnTo>
                    <a:pt x="278105" y="195848"/>
                  </a:lnTo>
                  <a:lnTo>
                    <a:pt x="277734" y="195511"/>
                  </a:lnTo>
                  <a:lnTo>
                    <a:pt x="277266" y="195150"/>
                  </a:lnTo>
                  <a:lnTo>
                    <a:pt x="276723" y="194777"/>
                  </a:lnTo>
                  <a:lnTo>
                    <a:pt x="276420" y="194578"/>
                  </a:lnTo>
                  <a:lnTo>
                    <a:pt x="276211" y="194289"/>
                  </a:lnTo>
                  <a:lnTo>
                    <a:pt x="276168" y="194125"/>
                  </a:lnTo>
                  <a:lnTo>
                    <a:pt x="276173" y="193919"/>
                  </a:lnTo>
                  <a:lnTo>
                    <a:pt x="276162" y="193580"/>
                  </a:lnTo>
                  <a:lnTo>
                    <a:pt x="276130" y="193357"/>
                  </a:lnTo>
                  <a:lnTo>
                    <a:pt x="276082" y="193031"/>
                  </a:lnTo>
                  <a:lnTo>
                    <a:pt x="276038" y="192732"/>
                  </a:lnTo>
                  <a:lnTo>
                    <a:pt x="275526" y="192020"/>
                  </a:lnTo>
                  <a:lnTo>
                    <a:pt x="275390" y="191831"/>
                  </a:lnTo>
                  <a:lnTo>
                    <a:pt x="274397" y="190450"/>
                  </a:lnTo>
                  <a:lnTo>
                    <a:pt x="274037" y="189943"/>
                  </a:lnTo>
                  <a:lnTo>
                    <a:pt x="273448" y="189124"/>
                  </a:lnTo>
                  <a:lnTo>
                    <a:pt x="273356" y="188351"/>
                  </a:lnTo>
                  <a:lnTo>
                    <a:pt x="273311" y="187971"/>
                  </a:lnTo>
                  <a:lnTo>
                    <a:pt x="273292" y="187744"/>
                  </a:lnTo>
                  <a:lnTo>
                    <a:pt x="273250" y="187477"/>
                  </a:lnTo>
                  <a:lnTo>
                    <a:pt x="273213" y="187173"/>
                  </a:lnTo>
                  <a:lnTo>
                    <a:pt x="273128" y="186444"/>
                  </a:lnTo>
                  <a:lnTo>
                    <a:pt x="273150" y="186073"/>
                  </a:lnTo>
                  <a:lnTo>
                    <a:pt x="273217" y="185893"/>
                  </a:lnTo>
                  <a:lnTo>
                    <a:pt x="273480" y="185113"/>
                  </a:lnTo>
                  <a:lnTo>
                    <a:pt x="273583" y="184820"/>
                  </a:lnTo>
                  <a:lnTo>
                    <a:pt x="273641" y="184243"/>
                  </a:lnTo>
                  <a:lnTo>
                    <a:pt x="273468" y="184165"/>
                  </a:lnTo>
                  <a:lnTo>
                    <a:pt x="272949" y="183934"/>
                  </a:lnTo>
                  <a:lnTo>
                    <a:pt x="272266" y="183863"/>
                  </a:lnTo>
                  <a:lnTo>
                    <a:pt x="271757" y="183814"/>
                  </a:lnTo>
                  <a:lnTo>
                    <a:pt x="271573" y="183795"/>
                  </a:lnTo>
                  <a:lnTo>
                    <a:pt x="270951" y="183473"/>
                  </a:lnTo>
                  <a:lnTo>
                    <a:pt x="270785" y="183392"/>
                  </a:lnTo>
                  <a:lnTo>
                    <a:pt x="270251" y="183116"/>
                  </a:lnTo>
                  <a:lnTo>
                    <a:pt x="269932" y="182942"/>
                  </a:lnTo>
                  <a:lnTo>
                    <a:pt x="269915" y="181970"/>
                  </a:lnTo>
                  <a:lnTo>
                    <a:pt x="269682" y="181145"/>
                  </a:lnTo>
                  <a:lnTo>
                    <a:pt x="269221" y="178486"/>
                  </a:lnTo>
                  <a:lnTo>
                    <a:pt x="267276" y="176044"/>
                  </a:lnTo>
                  <a:lnTo>
                    <a:pt x="266944" y="175640"/>
                  </a:lnTo>
                  <a:lnTo>
                    <a:pt x="266160" y="174676"/>
                  </a:lnTo>
                  <a:lnTo>
                    <a:pt x="266445" y="172620"/>
                  </a:lnTo>
                  <a:lnTo>
                    <a:pt x="266377" y="172449"/>
                  </a:lnTo>
                  <a:lnTo>
                    <a:pt x="266171" y="171955"/>
                  </a:lnTo>
                  <a:lnTo>
                    <a:pt x="265439" y="170198"/>
                  </a:lnTo>
                  <a:lnTo>
                    <a:pt x="265383" y="170063"/>
                  </a:lnTo>
                  <a:lnTo>
                    <a:pt x="265364" y="169741"/>
                  </a:lnTo>
                  <a:lnTo>
                    <a:pt x="265538" y="169034"/>
                  </a:lnTo>
                  <a:lnTo>
                    <a:pt x="264421" y="166464"/>
                  </a:lnTo>
                  <a:lnTo>
                    <a:pt x="263288" y="164229"/>
                  </a:lnTo>
                  <a:lnTo>
                    <a:pt x="261903" y="162092"/>
                  </a:lnTo>
                  <a:lnTo>
                    <a:pt x="260915" y="160337"/>
                  </a:lnTo>
                  <a:lnTo>
                    <a:pt x="260810" y="160001"/>
                  </a:lnTo>
                  <a:lnTo>
                    <a:pt x="260710" y="159682"/>
                  </a:lnTo>
                  <a:lnTo>
                    <a:pt x="260635" y="159440"/>
                  </a:lnTo>
                  <a:lnTo>
                    <a:pt x="260297" y="158369"/>
                  </a:lnTo>
                  <a:lnTo>
                    <a:pt x="259716" y="156861"/>
                  </a:lnTo>
                  <a:lnTo>
                    <a:pt x="259635" y="156650"/>
                  </a:lnTo>
                  <a:lnTo>
                    <a:pt x="259574" y="156413"/>
                  </a:lnTo>
                  <a:lnTo>
                    <a:pt x="259353" y="155553"/>
                  </a:lnTo>
                  <a:lnTo>
                    <a:pt x="259298" y="155340"/>
                  </a:lnTo>
                  <a:lnTo>
                    <a:pt x="259135" y="154704"/>
                  </a:lnTo>
                  <a:lnTo>
                    <a:pt x="259084" y="154506"/>
                  </a:lnTo>
                  <a:lnTo>
                    <a:pt x="259001" y="154181"/>
                  </a:lnTo>
                  <a:lnTo>
                    <a:pt x="258767" y="153317"/>
                  </a:lnTo>
                  <a:lnTo>
                    <a:pt x="256242" y="151209"/>
                  </a:lnTo>
                  <a:lnTo>
                    <a:pt x="255602" y="150059"/>
                  </a:lnTo>
                  <a:lnTo>
                    <a:pt x="255308" y="149578"/>
                  </a:lnTo>
                  <a:lnTo>
                    <a:pt x="254648" y="148500"/>
                  </a:lnTo>
                  <a:lnTo>
                    <a:pt x="254414" y="148152"/>
                  </a:lnTo>
                  <a:lnTo>
                    <a:pt x="253655" y="147450"/>
                  </a:lnTo>
                  <a:lnTo>
                    <a:pt x="253343" y="147160"/>
                  </a:lnTo>
                  <a:lnTo>
                    <a:pt x="252839" y="146694"/>
                  </a:lnTo>
                  <a:lnTo>
                    <a:pt x="252075" y="146136"/>
                  </a:lnTo>
                  <a:lnTo>
                    <a:pt x="251678" y="145848"/>
                  </a:lnTo>
                  <a:lnTo>
                    <a:pt x="251089" y="145421"/>
                  </a:lnTo>
                  <a:lnTo>
                    <a:pt x="251046" y="144950"/>
                  </a:lnTo>
                  <a:lnTo>
                    <a:pt x="250991" y="144417"/>
                  </a:lnTo>
                  <a:lnTo>
                    <a:pt x="250821" y="143716"/>
                  </a:lnTo>
                  <a:lnTo>
                    <a:pt x="250370" y="141859"/>
                  </a:lnTo>
                  <a:lnTo>
                    <a:pt x="250146" y="140588"/>
                  </a:lnTo>
                  <a:lnTo>
                    <a:pt x="250105" y="140352"/>
                  </a:lnTo>
                  <a:lnTo>
                    <a:pt x="250074" y="140177"/>
                  </a:lnTo>
                  <a:lnTo>
                    <a:pt x="250043" y="139884"/>
                  </a:lnTo>
                  <a:lnTo>
                    <a:pt x="250036" y="139499"/>
                  </a:lnTo>
                  <a:lnTo>
                    <a:pt x="250517" y="138812"/>
                  </a:lnTo>
                  <a:lnTo>
                    <a:pt x="250675" y="138761"/>
                  </a:lnTo>
                  <a:lnTo>
                    <a:pt x="250822" y="138373"/>
                  </a:lnTo>
                  <a:lnTo>
                    <a:pt x="251046" y="138343"/>
                  </a:lnTo>
                  <a:lnTo>
                    <a:pt x="251266" y="137567"/>
                  </a:lnTo>
                  <a:lnTo>
                    <a:pt x="251315" y="137390"/>
                  </a:lnTo>
                  <a:lnTo>
                    <a:pt x="251556" y="136541"/>
                  </a:lnTo>
                  <a:lnTo>
                    <a:pt x="251647" y="136220"/>
                  </a:lnTo>
                  <a:lnTo>
                    <a:pt x="252399" y="135075"/>
                  </a:lnTo>
                  <a:lnTo>
                    <a:pt x="252489" y="134857"/>
                  </a:lnTo>
                  <a:lnTo>
                    <a:pt x="252746" y="134236"/>
                  </a:lnTo>
                  <a:lnTo>
                    <a:pt x="252944" y="133636"/>
                  </a:lnTo>
                  <a:lnTo>
                    <a:pt x="252902" y="133163"/>
                  </a:lnTo>
                  <a:lnTo>
                    <a:pt x="253141" y="132723"/>
                  </a:lnTo>
                  <a:lnTo>
                    <a:pt x="253216" y="132570"/>
                  </a:lnTo>
                  <a:lnTo>
                    <a:pt x="252837" y="131252"/>
                  </a:lnTo>
                  <a:lnTo>
                    <a:pt x="253171" y="130634"/>
                  </a:lnTo>
                  <a:lnTo>
                    <a:pt x="253470" y="130053"/>
                  </a:lnTo>
                  <a:lnTo>
                    <a:pt x="253570" y="129478"/>
                  </a:lnTo>
                  <a:lnTo>
                    <a:pt x="253735" y="129165"/>
                  </a:lnTo>
                  <a:lnTo>
                    <a:pt x="253860" y="128930"/>
                  </a:lnTo>
                  <a:lnTo>
                    <a:pt x="254399" y="128566"/>
                  </a:lnTo>
                  <a:lnTo>
                    <a:pt x="255124" y="127738"/>
                  </a:lnTo>
                  <a:lnTo>
                    <a:pt x="255844" y="127399"/>
                  </a:lnTo>
                  <a:lnTo>
                    <a:pt x="257419" y="127691"/>
                  </a:lnTo>
                  <a:lnTo>
                    <a:pt x="257826" y="127044"/>
                  </a:lnTo>
                  <a:lnTo>
                    <a:pt x="258344" y="126157"/>
                  </a:lnTo>
                  <a:lnTo>
                    <a:pt x="258379" y="126007"/>
                  </a:lnTo>
                  <a:lnTo>
                    <a:pt x="258038" y="125585"/>
                  </a:lnTo>
                  <a:lnTo>
                    <a:pt x="257836" y="125373"/>
                  </a:lnTo>
                  <a:lnTo>
                    <a:pt x="257450" y="125037"/>
                  </a:lnTo>
                  <a:lnTo>
                    <a:pt x="257015" y="124736"/>
                  </a:lnTo>
                  <a:lnTo>
                    <a:pt x="256818" y="124593"/>
                  </a:lnTo>
                  <a:lnTo>
                    <a:pt x="256436" y="124424"/>
                  </a:lnTo>
                  <a:lnTo>
                    <a:pt x="256049" y="123994"/>
                  </a:lnTo>
                  <a:lnTo>
                    <a:pt x="255580" y="123658"/>
                  </a:lnTo>
                  <a:lnTo>
                    <a:pt x="255534" y="123132"/>
                  </a:lnTo>
                  <a:lnTo>
                    <a:pt x="255239" y="122626"/>
                  </a:lnTo>
                  <a:lnTo>
                    <a:pt x="255070" y="122257"/>
                  </a:lnTo>
                  <a:lnTo>
                    <a:pt x="254893" y="121872"/>
                  </a:lnTo>
                  <a:lnTo>
                    <a:pt x="254871" y="121624"/>
                  </a:lnTo>
                  <a:lnTo>
                    <a:pt x="254827" y="121126"/>
                  </a:lnTo>
                  <a:lnTo>
                    <a:pt x="254772" y="120504"/>
                  </a:lnTo>
                  <a:lnTo>
                    <a:pt x="254708" y="119745"/>
                  </a:lnTo>
                  <a:lnTo>
                    <a:pt x="254671" y="119031"/>
                  </a:lnTo>
                  <a:lnTo>
                    <a:pt x="254646" y="118557"/>
                  </a:lnTo>
                  <a:lnTo>
                    <a:pt x="254714" y="117938"/>
                  </a:lnTo>
                  <a:lnTo>
                    <a:pt x="254696" y="117707"/>
                  </a:lnTo>
                  <a:lnTo>
                    <a:pt x="254499" y="117508"/>
                  </a:lnTo>
                  <a:lnTo>
                    <a:pt x="254323" y="117479"/>
                  </a:lnTo>
                  <a:lnTo>
                    <a:pt x="253786" y="117486"/>
                  </a:lnTo>
                  <a:lnTo>
                    <a:pt x="253542" y="117438"/>
                  </a:lnTo>
                  <a:lnTo>
                    <a:pt x="253598" y="117160"/>
                  </a:lnTo>
                  <a:lnTo>
                    <a:pt x="253371" y="116787"/>
                  </a:lnTo>
                  <a:lnTo>
                    <a:pt x="253198" y="116500"/>
                  </a:lnTo>
                  <a:lnTo>
                    <a:pt x="252711" y="115691"/>
                  </a:lnTo>
                  <a:lnTo>
                    <a:pt x="252135" y="114754"/>
                  </a:lnTo>
                  <a:lnTo>
                    <a:pt x="252074" y="113903"/>
                  </a:lnTo>
                  <a:lnTo>
                    <a:pt x="252008" y="112958"/>
                  </a:lnTo>
                  <a:lnTo>
                    <a:pt x="251949" y="112144"/>
                  </a:lnTo>
                  <a:lnTo>
                    <a:pt x="251918" y="111721"/>
                  </a:lnTo>
                  <a:lnTo>
                    <a:pt x="251850" y="110757"/>
                  </a:lnTo>
                  <a:lnTo>
                    <a:pt x="251749" y="109341"/>
                  </a:lnTo>
                  <a:lnTo>
                    <a:pt x="251731" y="109080"/>
                  </a:lnTo>
                  <a:lnTo>
                    <a:pt x="251691" y="108507"/>
                  </a:lnTo>
                  <a:lnTo>
                    <a:pt x="251755" y="107028"/>
                  </a:lnTo>
                  <a:lnTo>
                    <a:pt x="251703" y="106746"/>
                  </a:lnTo>
                  <a:lnTo>
                    <a:pt x="251675" y="106573"/>
                  </a:lnTo>
                  <a:lnTo>
                    <a:pt x="251117" y="103585"/>
                  </a:lnTo>
                  <a:lnTo>
                    <a:pt x="251009" y="103019"/>
                  </a:lnTo>
                  <a:lnTo>
                    <a:pt x="250922" y="102560"/>
                  </a:lnTo>
                  <a:lnTo>
                    <a:pt x="250772" y="101498"/>
                  </a:lnTo>
                  <a:lnTo>
                    <a:pt x="250746" y="101314"/>
                  </a:lnTo>
                  <a:lnTo>
                    <a:pt x="250710" y="101026"/>
                  </a:lnTo>
                  <a:lnTo>
                    <a:pt x="250688" y="100851"/>
                  </a:lnTo>
                  <a:lnTo>
                    <a:pt x="250559" y="99908"/>
                  </a:lnTo>
                  <a:lnTo>
                    <a:pt x="250476" y="99318"/>
                  </a:lnTo>
                  <a:lnTo>
                    <a:pt x="250326" y="98247"/>
                  </a:lnTo>
                  <a:lnTo>
                    <a:pt x="250243" y="97681"/>
                  </a:lnTo>
                  <a:lnTo>
                    <a:pt x="250175" y="97195"/>
                  </a:lnTo>
                  <a:lnTo>
                    <a:pt x="249560" y="96797"/>
                  </a:lnTo>
                  <a:lnTo>
                    <a:pt x="249282" y="96617"/>
                  </a:lnTo>
                  <a:lnTo>
                    <a:pt x="249079" y="96486"/>
                  </a:lnTo>
                  <a:lnTo>
                    <a:pt x="248865" y="96348"/>
                  </a:lnTo>
                  <a:lnTo>
                    <a:pt x="248579" y="96162"/>
                  </a:lnTo>
                  <a:lnTo>
                    <a:pt x="248105" y="95856"/>
                  </a:lnTo>
                  <a:lnTo>
                    <a:pt x="247902" y="95724"/>
                  </a:lnTo>
                  <a:lnTo>
                    <a:pt x="247539" y="95490"/>
                  </a:lnTo>
                  <a:lnTo>
                    <a:pt x="247311" y="95342"/>
                  </a:lnTo>
                  <a:lnTo>
                    <a:pt x="247018" y="95288"/>
                  </a:lnTo>
                  <a:lnTo>
                    <a:pt x="246612" y="95212"/>
                  </a:lnTo>
                  <a:lnTo>
                    <a:pt x="246220" y="95140"/>
                  </a:lnTo>
                  <a:lnTo>
                    <a:pt x="246087" y="95115"/>
                  </a:lnTo>
                  <a:lnTo>
                    <a:pt x="245795" y="95060"/>
                  </a:lnTo>
                  <a:lnTo>
                    <a:pt x="245381" y="94983"/>
                  </a:lnTo>
                  <a:lnTo>
                    <a:pt x="244970" y="94905"/>
                  </a:lnTo>
                  <a:lnTo>
                    <a:pt x="244585" y="94833"/>
                  </a:lnTo>
                  <a:lnTo>
                    <a:pt x="244087" y="94740"/>
                  </a:lnTo>
                  <a:lnTo>
                    <a:pt x="243873" y="94699"/>
                  </a:lnTo>
                  <a:lnTo>
                    <a:pt x="243643" y="94656"/>
                  </a:lnTo>
                  <a:lnTo>
                    <a:pt x="243346" y="94600"/>
                  </a:lnTo>
                  <a:lnTo>
                    <a:pt x="243097" y="94613"/>
                  </a:lnTo>
                  <a:lnTo>
                    <a:pt x="242785" y="94629"/>
                  </a:lnTo>
                  <a:lnTo>
                    <a:pt x="242430" y="94647"/>
                  </a:lnTo>
                  <a:lnTo>
                    <a:pt x="241981" y="94669"/>
                  </a:lnTo>
                  <a:lnTo>
                    <a:pt x="241385" y="94699"/>
                  </a:lnTo>
                  <a:lnTo>
                    <a:pt x="240923" y="94722"/>
                  </a:lnTo>
                  <a:lnTo>
                    <a:pt x="240546" y="94931"/>
                  </a:lnTo>
                  <a:lnTo>
                    <a:pt x="239975" y="95248"/>
                  </a:lnTo>
                  <a:lnTo>
                    <a:pt x="239436" y="92266"/>
                  </a:lnTo>
                  <a:lnTo>
                    <a:pt x="239620" y="90824"/>
                  </a:lnTo>
                  <a:lnTo>
                    <a:pt x="239664" y="90478"/>
                  </a:lnTo>
                  <a:lnTo>
                    <a:pt x="239685" y="90313"/>
                  </a:lnTo>
                  <a:lnTo>
                    <a:pt x="239425" y="89992"/>
                  </a:lnTo>
                  <a:lnTo>
                    <a:pt x="239192" y="89108"/>
                  </a:lnTo>
                  <a:lnTo>
                    <a:pt x="239059" y="88604"/>
                  </a:lnTo>
                  <a:lnTo>
                    <a:pt x="238969" y="88265"/>
                  </a:lnTo>
                  <a:lnTo>
                    <a:pt x="238850" y="87997"/>
                  </a:lnTo>
                  <a:lnTo>
                    <a:pt x="238744" y="87596"/>
                  </a:lnTo>
                  <a:lnTo>
                    <a:pt x="238695" y="87421"/>
                  </a:lnTo>
                  <a:lnTo>
                    <a:pt x="238585" y="87024"/>
                  </a:lnTo>
                  <a:lnTo>
                    <a:pt x="238479" y="86642"/>
                  </a:lnTo>
                  <a:lnTo>
                    <a:pt x="238318" y="86115"/>
                  </a:lnTo>
                  <a:lnTo>
                    <a:pt x="238097" y="85533"/>
                  </a:lnTo>
                  <a:lnTo>
                    <a:pt x="238078" y="85297"/>
                  </a:lnTo>
                  <a:lnTo>
                    <a:pt x="238081" y="85018"/>
                  </a:lnTo>
                  <a:lnTo>
                    <a:pt x="238083" y="84835"/>
                  </a:lnTo>
                  <a:lnTo>
                    <a:pt x="238111" y="84525"/>
                  </a:lnTo>
                  <a:lnTo>
                    <a:pt x="238130" y="84314"/>
                  </a:lnTo>
                  <a:lnTo>
                    <a:pt x="238182" y="83836"/>
                  </a:lnTo>
                  <a:lnTo>
                    <a:pt x="238220" y="83355"/>
                  </a:lnTo>
                  <a:lnTo>
                    <a:pt x="238231" y="83217"/>
                  </a:lnTo>
                  <a:lnTo>
                    <a:pt x="238236" y="82851"/>
                  </a:lnTo>
                  <a:lnTo>
                    <a:pt x="238238" y="82713"/>
                  </a:lnTo>
                  <a:lnTo>
                    <a:pt x="238121" y="82565"/>
                  </a:lnTo>
                  <a:lnTo>
                    <a:pt x="237994" y="82429"/>
                  </a:lnTo>
                  <a:lnTo>
                    <a:pt x="237490" y="81925"/>
                  </a:lnTo>
                  <a:lnTo>
                    <a:pt x="237363" y="81789"/>
                  </a:lnTo>
                  <a:lnTo>
                    <a:pt x="237232" y="81651"/>
                  </a:lnTo>
                  <a:lnTo>
                    <a:pt x="237019" y="81424"/>
                  </a:lnTo>
                  <a:lnTo>
                    <a:pt x="236623" y="80999"/>
                  </a:lnTo>
                  <a:lnTo>
                    <a:pt x="236262" y="80634"/>
                  </a:lnTo>
                  <a:lnTo>
                    <a:pt x="235992" y="80352"/>
                  </a:lnTo>
                  <a:lnTo>
                    <a:pt x="235868" y="80216"/>
                  </a:lnTo>
                  <a:lnTo>
                    <a:pt x="235478" y="79822"/>
                  </a:lnTo>
                  <a:lnTo>
                    <a:pt x="235280" y="79637"/>
                  </a:lnTo>
                  <a:lnTo>
                    <a:pt x="235080" y="79447"/>
                  </a:lnTo>
                  <a:lnTo>
                    <a:pt x="234667" y="79060"/>
                  </a:lnTo>
                  <a:lnTo>
                    <a:pt x="234288" y="78704"/>
                  </a:lnTo>
                  <a:lnTo>
                    <a:pt x="233676" y="78151"/>
                  </a:lnTo>
                  <a:lnTo>
                    <a:pt x="233268" y="77780"/>
                  </a:lnTo>
                  <a:lnTo>
                    <a:pt x="233087" y="77621"/>
                  </a:lnTo>
                  <a:lnTo>
                    <a:pt x="232700" y="77267"/>
                  </a:lnTo>
                  <a:lnTo>
                    <a:pt x="232330" y="76932"/>
                  </a:lnTo>
                  <a:lnTo>
                    <a:pt x="231896" y="76538"/>
                  </a:lnTo>
                  <a:lnTo>
                    <a:pt x="231530" y="76144"/>
                  </a:lnTo>
                  <a:lnTo>
                    <a:pt x="231579" y="75989"/>
                  </a:lnTo>
                  <a:lnTo>
                    <a:pt x="231739" y="75666"/>
                  </a:lnTo>
                  <a:lnTo>
                    <a:pt x="232011" y="75180"/>
                  </a:lnTo>
                  <a:lnTo>
                    <a:pt x="232278" y="74702"/>
                  </a:lnTo>
                  <a:lnTo>
                    <a:pt x="232653" y="74334"/>
                  </a:lnTo>
                  <a:lnTo>
                    <a:pt x="233021" y="73971"/>
                  </a:lnTo>
                  <a:lnTo>
                    <a:pt x="233478" y="73528"/>
                  </a:lnTo>
                  <a:lnTo>
                    <a:pt x="233858" y="73162"/>
                  </a:lnTo>
                  <a:lnTo>
                    <a:pt x="234137" y="72848"/>
                  </a:lnTo>
                  <a:lnTo>
                    <a:pt x="234290" y="72695"/>
                  </a:lnTo>
                  <a:lnTo>
                    <a:pt x="234604" y="72379"/>
                  </a:lnTo>
                  <a:lnTo>
                    <a:pt x="234765" y="72217"/>
                  </a:lnTo>
                  <a:lnTo>
                    <a:pt x="235180" y="71732"/>
                  </a:lnTo>
                  <a:lnTo>
                    <a:pt x="235616" y="71267"/>
                  </a:lnTo>
                  <a:lnTo>
                    <a:pt x="235956" y="70944"/>
                  </a:lnTo>
                  <a:lnTo>
                    <a:pt x="236116" y="70785"/>
                  </a:lnTo>
                  <a:lnTo>
                    <a:pt x="236571" y="70386"/>
                  </a:lnTo>
                  <a:lnTo>
                    <a:pt x="236918" y="70034"/>
                  </a:lnTo>
                  <a:lnTo>
                    <a:pt x="237030" y="69868"/>
                  </a:lnTo>
                  <a:lnTo>
                    <a:pt x="237187" y="69687"/>
                  </a:lnTo>
                  <a:lnTo>
                    <a:pt x="237272" y="69526"/>
                  </a:lnTo>
                  <a:lnTo>
                    <a:pt x="237349" y="69324"/>
                  </a:lnTo>
                  <a:lnTo>
                    <a:pt x="237541" y="68900"/>
                  </a:lnTo>
                  <a:lnTo>
                    <a:pt x="237837" y="68323"/>
                  </a:lnTo>
                  <a:lnTo>
                    <a:pt x="237930" y="68114"/>
                  </a:lnTo>
                  <a:lnTo>
                    <a:pt x="238090" y="67852"/>
                  </a:lnTo>
                  <a:lnTo>
                    <a:pt x="238054" y="67337"/>
                  </a:lnTo>
                  <a:lnTo>
                    <a:pt x="237832" y="67159"/>
                  </a:lnTo>
                  <a:lnTo>
                    <a:pt x="237189" y="66645"/>
                  </a:lnTo>
                  <a:lnTo>
                    <a:pt x="236760" y="66484"/>
                  </a:lnTo>
                  <a:lnTo>
                    <a:pt x="236146" y="66254"/>
                  </a:lnTo>
                  <a:lnTo>
                    <a:pt x="237988" y="65701"/>
                  </a:lnTo>
                  <a:lnTo>
                    <a:pt x="238383" y="65180"/>
                  </a:lnTo>
                  <a:lnTo>
                    <a:pt x="238578" y="64922"/>
                  </a:lnTo>
                  <a:lnTo>
                    <a:pt x="238733" y="64825"/>
                  </a:lnTo>
                  <a:lnTo>
                    <a:pt x="239014" y="64647"/>
                  </a:lnTo>
                  <a:lnTo>
                    <a:pt x="239276" y="64481"/>
                  </a:lnTo>
                  <a:lnTo>
                    <a:pt x="239495" y="64343"/>
                  </a:lnTo>
                  <a:lnTo>
                    <a:pt x="239724" y="64198"/>
                  </a:lnTo>
                  <a:lnTo>
                    <a:pt x="240132" y="63940"/>
                  </a:lnTo>
                  <a:lnTo>
                    <a:pt x="240282" y="63846"/>
                  </a:lnTo>
                  <a:lnTo>
                    <a:pt x="240526" y="63691"/>
                  </a:lnTo>
                  <a:lnTo>
                    <a:pt x="241050" y="63361"/>
                  </a:lnTo>
                  <a:lnTo>
                    <a:pt x="241578" y="63027"/>
                  </a:lnTo>
                  <a:lnTo>
                    <a:pt x="241876" y="62838"/>
                  </a:lnTo>
                  <a:lnTo>
                    <a:pt x="242157" y="62661"/>
                  </a:lnTo>
                  <a:lnTo>
                    <a:pt x="242441" y="62481"/>
                  </a:lnTo>
                  <a:lnTo>
                    <a:pt x="243071" y="62083"/>
                  </a:lnTo>
                  <a:lnTo>
                    <a:pt x="243523" y="61797"/>
                  </a:lnTo>
                  <a:lnTo>
                    <a:pt x="243802" y="61621"/>
                  </a:lnTo>
                  <a:lnTo>
                    <a:pt x="244225" y="61353"/>
                  </a:lnTo>
                  <a:lnTo>
                    <a:pt x="244554" y="61146"/>
                  </a:lnTo>
                  <a:lnTo>
                    <a:pt x="244714" y="61045"/>
                  </a:lnTo>
                  <a:lnTo>
                    <a:pt x="244218" y="60374"/>
                  </a:lnTo>
                  <a:lnTo>
                    <a:pt x="244007" y="60087"/>
                  </a:lnTo>
                  <a:lnTo>
                    <a:pt x="243619" y="59561"/>
                  </a:lnTo>
                  <a:lnTo>
                    <a:pt x="243340" y="59184"/>
                  </a:lnTo>
                  <a:lnTo>
                    <a:pt x="242928" y="58624"/>
                  </a:lnTo>
                  <a:lnTo>
                    <a:pt x="242655" y="58255"/>
                  </a:lnTo>
                  <a:lnTo>
                    <a:pt x="242349" y="57840"/>
                  </a:lnTo>
                  <a:lnTo>
                    <a:pt x="242047" y="57431"/>
                  </a:lnTo>
                  <a:lnTo>
                    <a:pt x="241585" y="56805"/>
                  </a:lnTo>
                  <a:lnTo>
                    <a:pt x="241401" y="56555"/>
                  </a:lnTo>
                  <a:lnTo>
                    <a:pt x="241109" y="56159"/>
                  </a:lnTo>
                  <a:lnTo>
                    <a:pt x="241081" y="55916"/>
                  </a:lnTo>
                  <a:lnTo>
                    <a:pt x="241037" y="55529"/>
                  </a:lnTo>
                  <a:lnTo>
                    <a:pt x="240967" y="54921"/>
                  </a:lnTo>
                  <a:lnTo>
                    <a:pt x="240916" y="54481"/>
                  </a:lnTo>
                  <a:lnTo>
                    <a:pt x="240878" y="54150"/>
                  </a:lnTo>
                  <a:lnTo>
                    <a:pt x="240839" y="53807"/>
                  </a:lnTo>
                  <a:lnTo>
                    <a:pt x="240813" y="53585"/>
                  </a:lnTo>
                  <a:lnTo>
                    <a:pt x="240767" y="53179"/>
                  </a:lnTo>
                  <a:lnTo>
                    <a:pt x="240736" y="52915"/>
                  </a:lnTo>
                  <a:lnTo>
                    <a:pt x="240721" y="52777"/>
                  </a:lnTo>
                  <a:lnTo>
                    <a:pt x="240598" y="51711"/>
                  </a:lnTo>
                  <a:lnTo>
                    <a:pt x="240565" y="51427"/>
                  </a:lnTo>
                  <a:lnTo>
                    <a:pt x="240437" y="50174"/>
                  </a:lnTo>
                  <a:lnTo>
                    <a:pt x="239918" y="49658"/>
                  </a:lnTo>
                  <a:lnTo>
                    <a:pt x="239640" y="49330"/>
                  </a:lnTo>
                  <a:lnTo>
                    <a:pt x="239379" y="49023"/>
                  </a:lnTo>
                  <a:lnTo>
                    <a:pt x="238853" y="48402"/>
                  </a:lnTo>
                  <a:lnTo>
                    <a:pt x="238560" y="48056"/>
                  </a:lnTo>
                  <a:lnTo>
                    <a:pt x="238346" y="47804"/>
                  </a:lnTo>
                  <a:lnTo>
                    <a:pt x="237700" y="47041"/>
                  </a:lnTo>
                  <a:lnTo>
                    <a:pt x="237560" y="46877"/>
                  </a:lnTo>
                  <a:lnTo>
                    <a:pt x="236974" y="46185"/>
                  </a:lnTo>
                  <a:lnTo>
                    <a:pt x="236667" y="45823"/>
                  </a:lnTo>
                  <a:lnTo>
                    <a:pt x="236473" y="45594"/>
                  </a:lnTo>
                  <a:lnTo>
                    <a:pt x="236055" y="45100"/>
                  </a:lnTo>
                  <a:lnTo>
                    <a:pt x="235754" y="44745"/>
                  </a:lnTo>
                  <a:lnTo>
                    <a:pt x="235525" y="44475"/>
                  </a:lnTo>
                  <a:lnTo>
                    <a:pt x="235157" y="44041"/>
                  </a:lnTo>
                  <a:lnTo>
                    <a:pt x="234715" y="43536"/>
                  </a:lnTo>
                  <a:lnTo>
                    <a:pt x="234599" y="42808"/>
                  </a:lnTo>
                  <a:lnTo>
                    <a:pt x="234374" y="41531"/>
                  </a:lnTo>
                  <a:lnTo>
                    <a:pt x="234245" y="40811"/>
                  </a:lnTo>
                  <a:lnTo>
                    <a:pt x="234151" y="40269"/>
                  </a:lnTo>
                  <a:lnTo>
                    <a:pt x="234108" y="40028"/>
                  </a:lnTo>
                  <a:lnTo>
                    <a:pt x="233921" y="38989"/>
                  </a:lnTo>
                  <a:lnTo>
                    <a:pt x="233874" y="38719"/>
                  </a:lnTo>
                  <a:lnTo>
                    <a:pt x="233839" y="38520"/>
                  </a:lnTo>
                  <a:lnTo>
                    <a:pt x="233699" y="37719"/>
                  </a:lnTo>
                  <a:lnTo>
                    <a:pt x="233473" y="36438"/>
                  </a:lnTo>
                  <a:lnTo>
                    <a:pt x="233312" y="35530"/>
                  </a:lnTo>
                  <a:lnTo>
                    <a:pt x="233178" y="34767"/>
                  </a:lnTo>
                  <a:lnTo>
                    <a:pt x="233136" y="34530"/>
                  </a:lnTo>
                  <a:lnTo>
                    <a:pt x="232948" y="33473"/>
                  </a:lnTo>
                  <a:lnTo>
                    <a:pt x="234205" y="32146"/>
                  </a:lnTo>
                  <a:lnTo>
                    <a:pt x="235321" y="30971"/>
                  </a:lnTo>
                  <a:lnTo>
                    <a:pt x="235600" y="30676"/>
                  </a:lnTo>
                  <a:lnTo>
                    <a:pt x="235984" y="30271"/>
                  </a:lnTo>
                  <a:lnTo>
                    <a:pt x="236500" y="29727"/>
                  </a:lnTo>
                  <a:lnTo>
                    <a:pt x="236678" y="29539"/>
                  </a:lnTo>
                  <a:lnTo>
                    <a:pt x="236929" y="29277"/>
                  </a:lnTo>
                  <a:lnTo>
                    <a:pt x="238015" y="28132"/>
                  </a:lnTo>
                  <a:lnTo>
                    <a:pt x="238355" y="27246"/>
                  </a:lnTo>
                  <a:lnTo>
                    <a:pt x="238132" y="27000"/>
                  </a:lnTo>
                  <a:lnTo>
                    <a:pt x="237773" y="26536"/>
                  </a:lnTo>
                  <a:lnTo>
                    <a:pt x="237457" y="26301"/>
                  </a:lnTo>
                  <a:lnTo>
                    <a:pt x="237225" y="26130"/>
                  </a:lnTo>
                  <a:lnTo>
                    <a:pt x="237114" y="26001"/>
                  </a:lnTo>
                  <a:lnTo>
                    <a:pt x="236714" y="25656"/>
                  </a:lnTo>
                  <a:lnTo>
                    <a:pt x="236843" y="24810"/>
                  </a:lnTo>
                  <a:lnTo>
                    <a:pt x="237030" y="24569"/>
                  </a:lnTo>
                  <a:lnTo>
                    <a:pt x="237070" y="24334"/>
                  </a:lnTo>
                  <a:lnTo>
                    <a:pt x="237206" y="23387"/>
                  </a:lnTo>
                  <a:lnTo>
                    <a:pt x="236631" y="23045"/>
                  </a:lnTo>
                  <a:lnTo>
                    <a:pt x="236036" y="22754"/>
                  </a:lnTo>
                  <a:lnTo>
                    <a:pt x="235480" y="22484"/>
                  </a:lnTo>
                  <a:lnTo>
                    <a:pt x="234920" y="22198"/>
                  </a:lnTo>
                  <a:lnTo>
                    <a:pt x="234308" y="21898"/>
                  </a:lnTo>
                  <a:lnTo>
                    <a:pt x="233748" y="21622"/>
                  </a:lnTo>
                  <a:lnTo>
                    <a:pt x="233202" y="21305"/>
                  </a:lnTo>
                  <a:lnTo>
                    <a:pt x="233131" y="21162"/>
                  </a:lnTo>
                  <a:lnTo>
                    <a:pt x="232993" y="20886"/>
                  </a:lnTo>
                  <a:lnTo>
                    <a:pt x="232887" y="20707"/>
                  </a:lnTo>
                  <a:lnTo>
                    <a:pt x="232634" y="20121"/>
                  </a:lnTo>
                  <a:lnTo>
                    <a:pt x="232346" y="19533"/>
                  </a:lnTo>
                  <a:lnTo>
                    <a:pt x="231952" y="18647"/>
                  </a:lnTo>
                  <a:lnTo>
                    <a:pt x="231715" y="18185"/>
                  </a:lnTo>
                  <a:lnTo>
                    <a:pt x="231591" y="17941"/>
                  </a:lnTo>
                  <a:lnTo>
                    <a:pt x="231528" y="17774"/>
                  </a:lnTo>
                  <a:lnTo>
                    <a:pt x="231221" y="17195"/>
                  </a:lnTo>
                  <a:lnTo>
                    <a:pt x="230942" y="16621"/>
                  </a:lnTo>
                  <a:lnTo>
                    <a:pt x="230658" y="16040"/>
                  </a:lnTo>
                  <a:lnTo>
                    <a:pt x="230292" y="15456"/>
                  </a:lnTo>
                  <a:lnTo>
                    <a:pt x="230081" y="15182"/>
                  </a:lnTo>
                  <a:lnTo>
                    <a:pt x="229767" y="14619"/>
                  </a:lnTo>
                  <a:lnTo>
                    <a:pt x="230171" y="14282"/>
                  </a:lnTo>
                  <a:lnTo>
                    <a:pt x="230529" y="13958"/>
                  </a:lnTo>
                  <a:lnTo>
                    <a:pt x="230672" y="13822"/>
                  </a:lnTo>
                  <a:lnTo>
                    <a:pt x="230864" y="13669"/>
                  </a:lnTo>
                  <a:lnTo>
                    <a:pt x="230974" y="13353"/>
                  </a:lnTo>
                  <a:lnTo>
                    <a:pt x="229766" y="11869"/>
                  </a:lnTo>
                  <a:lnTo>
                    <a:pt x="229641" y="11739"/>
                  </a:lnTo>
                  <a:lnTo>
                    <a:pt x="228981" y="11037"/>
                  </a:lnTo>
                  <a:lnTo>
                    <a:pt x="228824" y="10939"/>
                  </a:lnTo>
                  <a:lnTo>
                    <a:pt x="227884" y="10598"/>
                  </a:lnTo>
                  <a:lnTo>
                    <a:pt x="227440" y="10250"/>
                  </a:lnTo>
                  <a:lnTo>
                    <a:pt x="226914" y="10860"/>
                  </a:lnTo>
                  <a:lnTo>
                    <a:pt x="226976" y="11716"/>
                  </a:lnTo>
                  <a:lnTo>
                    <a:pt x="226196" y="7426"/>
                  </a:lnTo>
                  <a:lnTo>
                    <a:pt x="225992" y="7079"/>
                  </a:lnTo>
                  <a:lnTo>
                    <a:pt x="224790" y="7234"/>
                  </a:lnTo>
                  <a:lnTo>
                    <a:pt x="224452" y="7236"/>
                  </a:lnTo>
                  <a:lnTo>
                    <a:pt x="223920" y="7288"/>
                  </a:lnTo>
                  <a:lnTo>
                    <a:pt x="222424" y="7171"/>
                  </a:lnTo>
                  <a:lnTo>
                    <a:pt x="222330" y="7035"/>
                  </a:lnTo>
                  <a:lnTo>
                    <a:pt x="222009" y="6718"/>
                  </a:lnTo>
                  <a:lnTo>
                    <a:pt x="221880" y="6690"/>
                  </a:lnTo>
                  <a:lnTo>
                    <a:pt x="221597" y="6524"/>
                  </a:lnTo>
                  <a:lnTo>
                    <a:pt x="221219" y="6409"/>
                  </a:lnTo>
                  <a:lnTo>
                    <a:pt x="220975" y="6299"/>
                  </a:lnTo>
                  <a:lnTo>
                    <a:pt x="221025" y="6514"/>
                  </a:lnTo>
                  <a:lnTo>
                    <a:pt x="221125" y="6925"/>
                  </a:lnTo>
                  <a:lnTo>
                    <a:pt x="221114" y="7174"/>
                  </a:lnTo>
                  <a:lnTo>
                    <a:pt x="221458" y="8879"/>
                  </a:lnTo>
                  <a:lnTo>
                    <a:pt x="220354" y="9285"/>
                  </a:lnTo>
                  <a:lnTo>
                    <a:pt x="220215" y="9336"/>
                  </a:lnTo>
                  <a:lnTo>
                    <a:pt x="219924" y="9443"/>
                  </a:lnTo>
                  <a:lnTo>
                    <a:pt x="219481" y="11205"/>
                  </a:lnTo>
                  <a:lnTo>
                    <a:pt x="219447" y="11343"/>
                  </a:lnTo>
                  <a:lnTo>
                    <a:pt x="219283" y="11984"/>
                  </a:lnTo>
                  <a:lnTo>
                    <a:pt x="219108" y="12638"/>
                  </a:lnTo>
                  <a:lnTo>
                    <a:pt x="218999" y="13082"/>
                  </a:lnTo>
                  <a:lnTo>
                    <a:pt x="218092" y="12836"/>
                  </a:lnTo>
                  <a:lnTo>
                    <a:pt x="216331" y="12411"/>
                  </a:lnTo>
                  <a:lnTo>
                    <a:pt x="216188" y="12346"/>
                  </a:lnTo>
                  <a:lnTo>
                    <a:pt x="216048" y="11651"/>
                  </a:lnTo>
                  <a:lnTo>
                    <a:pt x="215785" y="11449"/>
                  </a:lnTo>
                  <a:lnTo>
                    <a:pt x="215586" y="11248"/>
                  </a:lnTo>
                  <a:lnTo>
                    <a:pt x="215445" y="11046"/>
                  </a:lnTo>
                  <a:lnTo>
                    <a:pt x="215272" y="10922"/>
                  </a:lnTo>
                  <a:lnTo>
                    <a:pt x="215035" y="10753"/>
                  </a:lnTo>
                  <a:lnTo>
                    <a:pt x="214571" y="10552"/>
                  </a:lnTo>
                  <a:lnTo>
                    <a:pt x="214292" y="10394"/>
                  </a:lnTo>
                  <a:lnTo>
                    <a:pt x="214024" y="10289"/>
                  </a:lnTo>
                  <a:lnTo>
                    <a:pt x="213609" y="10122"/>
                  </a:lnTo>
                  <a:lnTo>
                    <a:pt x="212918" y="9546"/>
                  </a:lnTo>
                  <a:lnTo>
                    <a:pt x="212786" y="9494"/>
                  </a:lnTo>
                  <a:lnTo>
                    <a:pt x="212622" y="9372"/>
                  </a:lnTo>
                  <a:lnTo>
                    <a:pt x="212444" y="9250"/>
                  </a:lnTo>
                  <a:lnTo>
                    <a:pt x="212278" y="9079"/>
                  </a:lnTo>
                  <a:lnTo>
                    <a:pt x="211945" y="8273"/>
                  </a:lnTo>
                  <a:lnTo>
                    <a:pt x="211699" y="8411"/>
                  </a:lnTo>
                  <a:lnTo>
                    <a:pt x="211352" y="8796"/>
                  </a:lnTo>
                  <a:lnTo>
                    <a:pt x="211281" y="9018"/>
                  </a:lnTo>
                  <a:lnTo>
                    <a:pt x="210843" y="9363"/>
                  </a:lnTo>
                  <a:lnTo>
                    <a:pt x="210646" y="9260"/>
                  </a:lnTo>
                  <a:lnTo>
                    <a:pt x="209725" y="8329"/>
                  </a:lnTo>
                  <a:lnTo>
                    <a:pt x="209521" y="8202"/>
                  </a:lnTo>
                  <a:lnTo>
                    <a:pt x="209483" y="8057"/>
                  </a:lnTo>
                  <a:lnTo>
                    <a:pt x="209535" y="7888"/>
                  </a:lnTo>
                  <a:lnTo>
                    <a:pt x="209722" y="7187"/>
                  </a:lnTo>
                  <a:lnTo>
                    <a:pt x="209579" y="7054"/>
                  </a:lnTo>
                  <a:lnTo>
                    <a:pt x="209176" y="6592"/>
                  </a:lnTo>
                  <a:lnTo>
                    <a:pt x="208435" y="5957"/>
                  </a:lnTo>
                  <a:lnTo>
                    <a:pt x="208238" y="5687"/>
                  </a:lnTo>
                  <a:lnTo>
                    <a:pt x="208046" y="5462"/>
                  </a:lnTo>
                  <a:lnTo>
                    <a:pt x="207669" y="5117"/>
                  </a:lnTo>
                  <a:lnTo>
                    <a:pt x="207354" y="4972"/>
                  </a:lnTo>
                  <a:lnTo>
                    <a:pt x="207097" y="4897"/>
                  </a:lnTo>
                  <a:lnTo>
                    <a:pt x="206365" y="5000"/>
                  </a:lnTo>
                  <a:lnTo>
                    <a:pt x="206243" y="5138"/>
                  </a:lnTo>
                  <a:lnTo>
                    <a:pt x="205608" y="5551"/>
                  </a:lnTo>
                  <a:lnTo>
                    <a:pt x="205352" y="5370"/>
                  </a:lnTo>
                  <a:lnTo>
                    <a:pt x="205191" y="5258"/>
                  </a:lnTo>
                  <a:lnTo>
                    <a:pt x="204977" y="5110"/>
                  </a:lnTo>
                  <a:lnTo>
                    <a:pt x="204642" y="4873"/>
                  </a:lnTo>
                  <a:lnTo>
                    <a:pt x="204054" y="4465"/>
                  </a:lnTo>
                  <a:lnTo>
                    <a:pt x="203568" y="4093"/>
                  </a:lnTo>
                  <a:lnTo>
                    <a:pt x="202942" y="3640"/>
                  </a:lnTo>
                  <a:lnTo>
                    <a:pt x="202762" y="3478"/>
                  </a:lnTo>
                  <a:lnTo>
                    <a:pt x="202544" y="3293"/>
                  </a:lnTo>
                  <a:lnTo>
                    <a:pt x="202208" y="3124"/>
                  </a:lnTo>
                  <a:lnTo>
                    <a:pt x="201922" y="2970"/>
                  </a:lnTo>
                  <a:lnTo>
                    <a:pt x="201425" y="2864"/>
                  </a:lnTo>
                  <a:lnTo>
                    <a:pt x="201111" y="2677"/>
                  </a:lnTo>
                  <a:lnTo>
                    <a:pt x="200875" y="2456"/>
                  </a:lnTo>
                  <a:lnTo>
                    <a:pt x="200528" y="2105"/>
                  </a:lnTo>
                  <a:lnTo>
                    <a:pt x="199759" y="2250"/>
                  </a:lnTo>
                  <a:lnTo>
                    <a:pt x="199278" y="2191"/>
                  </a:lnTo>
                  <a:lnTo>
                    <a:pt x="199093" y="2018"/>
                  </a:lnTo>
                  <a:lnTo>
                    <a:pt x="198896" y="1837"/>
                  </a:lnTo>
                  <a:lnTo>
                    <a:pt x="198736" y="1716"/>
                  </a:lnTo>
                  <a:lnTo>
                    <a:pt x="198528" y="1504"/>
                  </a:lnTo>
                  <a:lnTo>
                    <a:pt x="198164" y="1195"/>
                  </a:lnTo>
                  <a:lnTo>
                    <a:pt x="197123" y="161"/>
                  </a:lnTo>
                  <a:lnTo>
                    <a:pt x="196957" y="105"/>
                  </a:lnTo>
                  <a:lnTo>
                    <a:pt x="196797" y="0"/>
                  </a:lnTo>
                  <a:lnTo>
                    <a:pt x="196097" y="925"/>
                  </a:lnTo>
                  <a:lnTo>
                    <a:pt x="195918" y="962"/>
                  </a:lnTo>
                  <a:lnTo>
                    <a:pt x="194529" y="1250"/>
                  </a:lnTo>
                  <a:lnTo>
                    <a:pt x="193654" y="1279"/>
                  </a:lnTo>
                  <a:lnTo>
                    <a:pt x="191036" y="1368"/>
                  </a:lnTo>
                  <a:lnTo>
                    <a:pt x="190657" y="1381"/>
                  </a:lnTo>
                  <a:lnTo>
                    <a:pt x="189497" y="1419"/>
                  </a:lnTo>
                  <a:lnTo>
                    <a:pt x="189314" y="1425"/>
                  </a:lnTo>
                  <a:lnTo>
                    <a:pt x="189059" y="1433"/>
                  </a:lnTo>
                  <a:lnTo>
                    <a:pt x="188799" y="1441"/>
                  </a:lnTo>
                  <a:lnTo>
                    <a:pt x="187231" y="1492"/>
                  </a:lnTo>
                  <a:lnTo>
                    <a:pt x="186318" y="1570"/>
                  </a:lnTo>
                  <a:lnTo>
                    <a:pt x="185334" y="1954"/>
                  </a:lnTo>
                  <a:lnTo>
                    <a:pt x="184890" y="2132"/>
                  </a:lnTo>
                  <a:lnTo>
                    <a:pt x="184532" y="2277"/>
                  </a:lnTo>
                  <a:lnTo>
                    <a:pt x="183044" y="2876"/>
                  </a:lnTo>
                  <a:lnTo>
                    <a:pt x="180891" y="3747"/>
                  </a:lnTo>
                  <a:lnTo>
                    <a:pt x="180652" y="4955"/>
                  </a:lnTo>
                  <a:lnTo>
                    <a:pt x="180586" y="5201"/>
                  </a:lnTo>
                  <a:lnTo>
                    <a:pt x="180092" y="7034"/>
                  </a:lnTo>
                  <a:lnTo>
                    <a:pt x="179967" y="7495"/>
                  </a:lnTo>
                  <a:lnTo>
                    <a:pt x="179798" y="8125"/>
                  </a:lnTo>
                  <a:lnTo>
                    <a:pt x="179533" y="9092"/>
                  </a:lnTo>
                  <a:lnTo>
                    <a:pt x="179283" y="10003"/>
                  </a:lnTo>
                  <a:lnTo>
                    <a:pt x="178915" y="11002"/>
                  </a:lnTo>
                  <a:lnTo>
                    <a:pt x="178624" y="11793"/>
                  </a:lnTo>
                  <a:lnTo>
                    <a:pt x="176748" y="13401"/>
                  </a:lnTo>
                  <a:lnTo>
                    <a:pt x="176085" y="13828"/>
                  </a:lnTo>
                  <a:lnTo>
                    <a:pt x="175844" y="14103"/>
                  </a:lnTo>
                  <a:lnTo>
                    <a:pt x="175532" y="14460"/>
                  </a:lnTo>
                  <a:lnTo>
                    <a:pt x="175258" y="14772"/>
                  </a:lnTo>
                  <a:lnTo>
                    <a:pt x="175015" y="15050"/>
                  </a:lnTo>
                  <a:lnTo>
                    <a:pt x="174541" y="15591"/>
                  </a:lnTo>
                  <a:lnTo>
                    <a:pt x="174194" y="16223"/>
                  </a:lnTo>
                  <a:lnTo>
                    <a:pt x="173709" y="17104"/>
                  </a:lnTo>
                  <a:lnTo>
                    <a:pt x="173376" y="17710"/>
                  </a:lnTo>
                  <a:lnTo>
                    <a:pt x="173244" y="17950"/>
                  </a:lnTo>
                  <a:lnTo>
                    <a:pt x="173109" y="18196"/>
                  </a:lnTo>
                  <a:lnTo>
                    <a:pt x="172904" y="18569"/>
                  </a:lnTo>
                  <a:lnTo>
                    <a:pt x="172364" y="19549"/>
                  </a:lnTo>
                  <a:lnTo>
                    <a:pt x="172279" y="19704"/>
                  </a:lnTo>
                  <a:lnTo>
                    <a:pt x="171885" y="19432"/>
                  </a:lnTo>
                  <a:lnTo>
                    <a:pt x="171622" y="19250"/>
                  </a:lnTo>
                  <a:lnTo>
                    <a:pt x="171003" y="18821"/>
                  </a:lnTo>
                  <a:lnTo>
                    <a:pt x="170782" y="18668"/>
                  </a:lnTo>
                  <a:lnTo>
                    <a:pt x="170086" y="18187"/>
                  </a:lnTo>
                  <a:lnTo>
                    <a:pt x="168141" y="16844"/>
                  </a:lnTo>
                  <a:lnTo>
                    <a:pt x="167856" y="16634"/>
                  </a:lnTo>
                  <a:lnTo>
                    <a:pt x="167654" y="16598"/>
                  </a:lnTo>
                  <a:lnTo>
                    <a:pt x="165124" y="16151"/>
                  </a:lnTo>
                  <a:lnTo>
                    <a:pt x="164889" y="17108"/>
                  </a:lnTo>
                  <a:lnTo>
                    <a:pt x="164801" y="17469"/>
                  </a:lnTo>
                  <a:lnTo>
                    <a:pt x="164602" y="18270"/>
                  </a:lnTo>
                  <a:lnTo>
                    <a:pt x="164521" y="18587"/>
                  </a:lnTo>
                  <a:lnTo>
                    <a:pt x="164272" y="19577"/>
                  </a:lnTo>
                  <a:lnTo>
                    <a:pt x="164234" y="19732"/>
                  </a:lnTo>
                  <a:lnTo>
                    <a:pt x="164053" y="20488"/>
                  </a:lnTo>
                  <a:lnTo>
                    <a:pt x="164012" y="20671"/>
                  </a:lnTo>
                  <a:lnTo>
                    <a:pt x="163890" y="21155"/>
                  </a:lnTo>
                  <a:lnTo>
                    <a:pt x="163824" y="21416"/>
                  </a:lnTo>
                  <a:lnTo>
                    <a:pt x="163763" y="21636"/>
                  </a:lnTo>
                  <a:lnTo>
                    <a:pt x="163706" y="21911"/>
                  </a:lnTo>
                  <a:lnTo>
                    <a:pt x="163627" y="22301"/>
                  </a:lnTo>
                  <a:lnTo>
                    <a:pt x="163595" y="22457"/>
                  </a:lnTo>
                  <a:lnTo>
                    <a:pt x="163510" y="22870"/>
                  </a:lnTo>
                  <a:lnTo>
                    <a:pt x="163425" y="23100"/>
                  </a:lnTo>
                  <a:lnTo>
                    <a:pt x="163385" y="23262"/>
                  </a:lnTo>
                  <a:lnTo>
                    <a:pt x="163260" y="23774"/>
                  </a:lnTo>
                  <a:lnTo>
                    <a:pt x="163074" y="24531"/>
                  </a:lnTo>
                  <a:lnTo>
                    <a:pt x="162929" y="25118"/>
                  </a:lnTo>
                  <a:lnTo>
                    <a:pt x="162847" y="25449"/>
                  </a:lnTo>
                  <a:lnTo>
                    <a:pt x="162769" y="25772"/>
                  </a:lnTo>
                  <a:lnTo>
                    <a:pt x="162518" y="26807"/>
                  </a:lnTo>
                  <a:lnTo>
                    <a:pt x="162476" y="26979"/>
                  </a:lnTo>
                  <a:lnTo>
                    <a:pt x="162339" y="27542"/>
                  </a:lnTo>
                  <a:lnTo>
                    <a:pt x="162209" y="28079"/>
                  </a:lnTo>
                  <a:lnTo>
                    <a:pt x="162064" y="28661"/>
                  </a:lnTo>
                  <a:lnTo>
                    <a:pt x="161603" y="30409"/>
                  </a:lnTo>
                  <a:lnTo>
                    <a:pt x="161582" y="30552"/>
                  </a:lnTo>
                  <a:lnTo>
                    <a:pt x="161568" y="30810"/>
                  </a:lnTo>
                  <a:lnTo>
                    <a:pt x="161561" y="30941"/>
                  </a:lnTo>
                  <a:lnTo>
                    <a:pt x="161551" y="31190"/>
                  </a:lnTo>
                  <a:lnTo>
                    <a:pt x="161525" y="31490"/>
                  </a:lnTo>
                  <a:lnTo>
                    <a:pt x="161514" y="31630"/>
                  </a:lnTo>
                  <a:lnTo>
                    <a:pt x="161514" y="31862"/>
                  </a:lnTo>
                  <a:lnTo>
                    <a:pt x="161497" y="32045"/>
                  </a:lnTo>
                  <a:lnTo>
                    <a:pt x="161483" y="32181"/>
                  </a:lnTo>
                  <a:lnTo>
                    <a:pt x="161472" y="32322"/>
                  </a:lnTo>
                  <a:lnTo>
                    <a:pt x="161464" y="32540"/>
                  </a:lnTo>
                  <a:lnTo>
                    <a:pt x="161446" y="32723"/>
                  </a:lnTo>
                  <a:lnTo>
                    <a:pt x="161432" y="32866"/>
                  </a:lnTo>
                  <a:lnTo>
                    <a:pt x="161408" y="33128"/>
                  </a:lnTo>
                  <a:lnTo>
                    <a:pt x="161380" y="33412"/>
                  </a:lnTo>
                  <a:lnTo>
                    <a:pt x="161375" y="33555"/>
                  </a:lnTo>
                  <a:lnTo>
                    <a:pt x="161387" y="33771"/>
                  </a:lnTo>
                  <a:lnTo>
                    <a:pt x="161368" y="33956"/>
                  </a:lnTo>
                  <a:lnTo>
                    <a:pt x="161357" y="34087"/>
                  </a:lnTo>
                  <a:lnTo>
                    <a:pt x="161345" y="34228"/>
                  </a:lnTo>
                  <a:lnTo>
                    <a:pt x="161329" y="34371"/>
                  </a:lnTo>
                  <a:lnTo>
                    <a:pt x="161303" y="34655"/>
                  </a:lnTo>
                  <a:lnTo>
                    <a:pt x="161286" y="34821"/>
                  </a:lnTo>
                  <a:lnTo>
                    <a:pt x="161289" y="34959"/>
                  </a:lnTo>
                  <a:lnTo>
                    <a:pt x="161275" y="35095"/>
                  </a:lnTo>
                  <a:lnTo>
                    <a:pt x="161092" y="35215"/>
                  </a:lnTo>
                  <a:lnTo>
                    <a:pt x="160520" y="35585"/>
                  </a:lnTo>
                  <a:lnTo>
                    <a:pt x="160126" y="35820"/>
                  </a:lnTo>
                  <a:lnTo>
                    <a:pt x="159945" y="35930"/>
                  </a:lnTo>
                  <a:lnTo>
                    <a:pt x="159498" y="36251"/>
                  </a:lnTo>
                  <a:lnTo>
                    <a:pt x="159204" y="36380"/>
                  </a:lnTo>
                  <a:lnTo>
                    <a:pt x="158968" y="36528"/>
                  </a:lnTo>
                  <a:lnTo>
                    <a:pt x="158825" y="36837"/>
                  </a:lnTo>
                  <a:lnTo>
                    <a:pt x="158900" y="37051"/>
                  </a:lnTo>
                  <a:lnTo>
                    <a:pt x="159024" y="37260"/>
                  </a:lnTo>
                  <a:lnTo>
                    <a:pt x="159149" y="37457"/>
                  </a:lnTo>
                  <a:lnTo>
                    <a:pt x="159314" y="37793"/>
                  </a:lnTo>
                  <a:lnTo>
                    <a:pt x="159564" y="37931"/>
                  </a:lnTo>
                  <a:lnTo>
                    <a:pt x="160113" y="38356"/>
                  </a:lnTo>
                  <a:lnTo>
                    <a:pt x="160551" y="38852"/>
                  </a:lnTo>
                  <a:lnTo>
                    <a:pt x="161244" y="39370"/>
                  </a:lnTo>
                  <a:lnTo>
                    <a:pt x="161377" y="39433"/>
                  </a:lnTo>
                  <a:lnTo>
                    <a:pt x="161507" y="39491"/>
                  </a:lnTo>
                  <a:lnTo>
                    <a:pt x="161636" y="39551"/>
                  </a:lnTo>
                  <a:lnTo>
                    <a:pt x="162123" y="39776"/>
                  </a:lnTo>
                  <a:lnTo>
                    <a:pt x="162261" y="39840"/>
                  </a:lnTo>
                  <a:lnTo>
                    <a:pt x="162446" y="39929"/>
                  </a:lnTo>
                  <a:lnTo>
                    <a:pt x="162620" y="39924"/>
                  </a:lnTo>
                  <a:lnTo>
                    <a:pt x="162992" y="40152"/>
                  </a:lnTo>
                  <a:lnTo>
                    <a:pt x="163435" y="40466"/>
                  </a:lnTo>
                  <a:lnTo>
                    <a:pt x="163521" y="40606"/>
                  </a:lnTo>
                  <a:lnTo>
                    <a:pt x="163673" y="40794"/>
                  </a:lnTo>
                  <a:lnTo>
                    <a:pt x="163852" y="41046"/>
                  </a:lnTo>
                  <a:lnTo>
                    <a:pt x="163856" y="41469"/>
                  </a:lnTo>
                  <a:lnTo>
                    <a:pt x="163626" y="41644"/>
                  </a:lnTo>
                  <a:lnTo>
                    <a:pt x="163392" y="41994"/>
                  </a:lnTo>
                  <a:lnTo>
                    <a:pt x="163172" y="42374"/>
                  </a:lnTo>
                  <a:lnTo>
                    <a:pt x="163209" y="42645"/>
                  </a:lnTo>
                  <a:lnTo>
                    <a:pt x="163307" y="42791"/>
                  </a:lnTo>
                  <a:lnTo>
                    <a:pt x="163462" y="42928"/>
                  </a:lnTo>
                  <a:lnTo>
                    <a:pt x="163676" y="43116"/>
                  </a:lnTo>
                  <a:lnTo>
                    <a:pt x="164131" y="43396"/>
                  </a:lnTo>
                  <a:lnTo>
                    <a:pt x="164270" y="43474"/>
                  </a:lnTo>
                  <a:lnTo>
                    <a:pt x="164492" y="43582"/>
                  </a:lnTo>
                  <a:lnTo>
                    <a:pt x="164918" y="44183"/>
                  </a:lnTo>
                  <a:lnTo>
                    <a:pt x="164907" y="44508"/>
                  </a:lnTo>
                  <a:lnTo>
                    <a:pt x="164909" y="45059"/>
                  </a:lnTo>
                  <a:lnTo>
                    <a:pt x="165093" y="45238"/>
                  </a:lnTo>
                  <a:lnTo>
                    <a:pt x="165197" y="45377"/>
                  </a:lnTo>
                  <a:lnTo>
                    <a:pt x="165254" y="45644"/>
                  </a:lnTo>
                  <a:lnTo>
                    <a:pt x="165510" y="46112"/>
                  </a:lnTo>
                  <a:lnTo>
                    <a:pt x="165617" y="46335"/>
                  </a:lnTo>
                  <a:lnTo>
                    <a:pt x="165347" y="46894"/>
                  </a:lnTo>
                  <a:lnTo>
                    <a:pt x="164994" y="47085"/>
                  </a:lnTo>
                  <a:lnTo>
                    <a:pt x="164614" y="47302"/>
                  </a:lnTo>
                  <a:lnTo>
                    <a:pt x="163603" y="48222"/>
                  </a:lnTo>
                  <a:lnTo>
                    <a:pt x="163335" y="48553"/>
                  </a:lnTo>
                  <a:lnTo>
                    <a:pt x="163256" y="48697"/>
                  </a:lnTo>
                  <a:lnTo>
                    <a:pt x="163129" y="48917"/>
                  </a:lnTo>
                  <a:lnTo>
                    <a:pt x="163027" y="49076"/>
                  </a:lnTo>
                  <a:lnTo>
                    <a:pt x="162867" y="49310"/>
                  </a:lnTo>
                  <a:lnTo>
                    <a:pt x="162728" y="49547"/>
                  </a:lnTo>
                  <a:lnTo>
                    <a:pt x="162458" y="49708"/>
                  </a:lnTo>
                  <a:lnTo>
                    <a:pt x="162284" y="49890"/>
                  </a:lnTo>
                  <a:lnTo>
                    <a:pt x="162118" y="50083"/>
                  </a:lnTo>
                  <a:lnTo>
                    <a:pt x="162028" y="50256"/>
                  </a:lnTo>
                  <a:lnTo>
                    <a:pt x="161943" y="50529"/>
                  </a:lnTo>
                  <a:lnTo>
                    <a:pt x="161886" y="50846"/>
                  </a:lnTo>
                  <a:lnTo>
                    <a:pt x="161856" y="51172"/>
                  </a:lnTo>
                  <a:lnTo>
                    <a:pt x="161415" y="51629"/>
                  </a:lnTo>
                  <a:lnTo>
                    <a:pt x="160677" y="51965"/>
                  </a:lnTo>
                  <a:lnTo>
                    <a:pt x="160392" y="52111"/>
                  </a:lnTo>
                  <a:lnTo>
                    <a:pt x="160263" y="52203"/>
                  </a:lnTo>
                  <a:lnTo>
                    <a:pt x="159940" y="52422"/>
                  </a:lnTo>
                  <a:lnTo>
                    <a:pt x="159694" y="52595"/>
                  </a:lnTo>
                  <a:lnTo>
                    <a:pt x="159461" y="52772"/>
                  </a:lnTo>
                  <a:lnTo>
                    <a:pt x="158982" y="53096"/>
                  </a:lnTo>
                  <a:lnTo>
                    <a:pt x="158410" y="53478"/>
                  </a:lnTo>
                  <a:lnTo>
                    <a:pt x="158103" y="53670"/>
                  </a:lnTo>
                  <a:lnTo>
                    <a:pt x="157929" y="53776"/>
                  </a:lnTo>
                  <a:lnTo>
                    <a:pt x="157440" y="54061"/>
                  </a:lnTo>
                  <a:lnTo>
                    <a:pt x="157301" y="54137"/>
                  </a:lnTo>
                  <a:lnTo>
                    <a:pt x="156998" y="54329"/>
                  </a:lnTo>
                  <a:lnTo>
                    <a:pt x="156637" y="54556"/>
                  </a:lnTo>
                  <a:lnTo>
                    <a:pt x="155676" y="55164"/>
                  </a:lnTo>
                  <a:lnTo>
                    <a:pt x="155414" y="55208"/>
                  </a:lnTo>
                  <a:lnTo>
                    <a:pt x="154445" y="55079"/>
                  </a:lnTo>
                  <a:lnTo>
                    <a:pt x="153895" y="55471"/>
                  </a:lnTo>
                  <a:lnTo>
                    <a:pt x="153271" y="55881"/>
                  </a:lnTo>
                  <a:lnTo>
                    <a:pt x="153055" y="55940"/>
                  </a:lnTo>
                  <a:lnTo>
                    <a:pt x="152877" y="56022"/>
                  </a:lnTo>
                  <a:lnTo>
                    <a:pt x="152610" y="56165"/>
                  </a:lnTo>
                  <a:lnTo>
                    <a:pt x="152469" y="56216"/>
                  </a:lnTo>
                  <a:lnTo>
                    <a:pt x="151763" y="56556"/>
                  </a:lnTo>
                  <a:lnTo>
                    <a:pt x="151372" y="56744"/>
                  </a:lnTo>
                  <a:lnTo>
                    <a:pt x="151241" y="56772"/>
                  </a:lnTo>
                  <a:lnTo>
                    <a:pt x="151088" y="56809"/>
                  </a:lnTo>
                  <a:lnTo>
                    <a:pt x="150690" y="56887"/>
                  </a:lnTo>
                  <a:lnTo>
                    <a:pt x="150338" y="57070"/>
                  </a:lnTo>
                  <a:lnTo>
                    <a:pt x="150071" y="57114"/>
                  </a:lnTo>
                  <a:lnTo>
                    <a:pt x="149808" y="57147"/>
                  </a:lnTo>
                  <a:lnTo>
                    <a:pt x="149679" y="57182"/>
                  </a:lnTo>
                  <a:lnTo>
                    <a:pt x="149517" y="57185"/>
                  </a:lnTo>
                  <a:lnTo>
                    <a:pt x="149374" y="57156"/>
                  </a:lnTo>
                  <a:lnTo>
                    <a:pt x="148984" y="57319"/>
                  </a:lnTo>
                  <a:lnTo>
                    <a:pt x="148734" y="57403"/>
                  </a:lnTo>
                  <a:lnTo>
                    <a:pt x="148488" y="57487"/>
                  </a:lnTo>
                  <a:lnTo>
                    <a:pt x="148352" y="57510"/>
                  </a:lnTo>
                  <a:lnTo>
                    <a:pt x="148205" y="57520"/>
                  </a:lnTo>
                  <a:lnTo>
                    <a:pt x="148066" y="57560"/>
                  </a:lnTo>
                  <a:lnTo>
                    <a:pt x="147447" y="57771"/>
                  </a:lnTo>
                  <a:lnTo>
                    <a:pt x="146969" y="57822"/>
                  </a:lnTo>
                  <a:lnTo>
                    <a:pt x="146835" y="57839"/>
                  </a:lnTo>
                  <a:lnTo>
                    <a:pt x="146690" y="57728"/>
                  </a:lnTo>
                  <a:lnTo>
                    <a:pt x="146552" y="57728"/>
                  </a:lnTo>
                  <a:lnTo>
                    <a:pt x="145776" y="57731"/>
                  </a:lnTo>
                  <a:lnTo>
                    <a:pt x="145637" y="57820"/>
                  </a:lnTo>
                  <a:lnTo>
                    <a:pt x="145970" y="58943"/>
                  </a:lnTo>
                  <a:lnTo>
                    <a:pt x="146088" y="59208"/>
                  </a:lnTo>
                  <a:lnTo>
                    <a:pt x="146275" y="59679"/>
                  </a:lnTo>
                  <a:lnTo>
                    <a:pt x="146364" y="59838"/>
                  </a:lnTo>
                  <a:lnTo>
                    <a:pt x="146449" y="60068"/>
                  </a:lnTo>
                  <a:lnTo>
                    <a:pt x="146540" y="60375"/>
                  </a:lnTo>
                  <a:lnTo>
                    <a:pt x="146885" y="60783"/>
                  </a:lnTo>
                  <a:lnTo>
                    <a:pt x="147103" y="60971"/>
                  </a:lnTo>
                  <a:lnTo>
                    <a:pt x="147342" y="61229"/>
                  </a:lnTo>
                  <a:lnTo>
                    <a:pt x="147384" y="61360"/>
                  </a:lnTo>
                  <a:lnTo>
                    <a:pt x="147642" y="61634"/>
                  </a:lnTo>
                  <a:lnTo>
                    <a:pt x="147867" y="62143"/>
                  </a:lnTo>
                  <a:lnTo>
                    <a:pt x="148453" y="62809"/>
                  </a:lnTo>
                  <a:lnTo>
                    <a:pt x="148638" y="63015"/>
                  </a:lnTo>
                  <a:lnTo>
                    <a:pt x="148889" y="63292"/>
                  </a:lnTo>
                  <a:lnTo>
                    <a:pt x="149180" y="63615"/>
                  </a:lnTo>
                  <a:lnTo>
                    <a:pt x="149454" y="63922"/>
                  </a:lnTo>
                  <a:lnTo>
                    <a:pt x="149925" y="64436"/>
                  </a:lnTo>
                  <a:lnTo>
                    <a:pt x="150092" y="64682"/>
                  </a:lnTo>
                  <a:lnTo>
                    <a:pt x="150265" y="64895"/>
                  </a:lnTo>
                  <a:lnTo>
                    <a:pt x="150676" y="65474"/>
                  </a:lnTo>
                  <a:lnTo>
                    <a:pt x="150856" y="65592"/>
                  </a:lnTo>
                  <a:lnTo>
                    <a:pt x="151018" y="65772"/>
                  </a:lnTo>
                  <a:lnTo>
                    <a:pt x="151044" y="65981"/>
                  </a:lnTo>
                  <a:lnTo>
                    <a:pt x="150943" y="66332"/>
                  </a:lnTo>
                  <a:lnTo>
                    <a:pt x="150798" y="66304"/>
                  </a:lnTo>
                  <a:lnTo>
                    <a:pt x="150615" y="66182"/>
                  </a:lnTo>
                  <a:lnTo>
                    <a:pt x="150432" y="66082"/>
                  </a:lnTo>
                  <a:lnTo>
                    <a:pt x="150277" y="66000"/>
                  </a:lnTo>
                  <a:lnTo>
                    <a:pt x="150019" y="66133"/>
                  </a:lnTo>
                  <a:lnTo>
                    <a:pt x="149991" y="66759"/>
                  </a:lnTo>
                  <a:lnTo>
                    <a:pt x="148807" y="67847"/>
                  </a:lnTo>
                  <a:lnTo>
                    <a:pt x="148648" y="67688"/>
                  </a:lnTo>
                  <a:lnTo>
                    <a:pt x="148371" y="67481"/>
                  </a:lnTo>
                  <a:lnTo>
                    <a:pt x="148209" y="67294"/>
                  </a:lnTo>
                  <a:lnTo>
                    <a:pt x="147907" y="67310"/>
                  </a:lnTo>
                  <a:lnTo>
                    <a:pt x="147651" y="67387"/>
                  </a:lnTo>
                  <a:lnTo>
                    <a:pt x="147619" y="67601"/>
                  </a:lnTo>
                  <a:lnTo>
                    <a:pt x="147576" y="67861"/>
                  </a:lnTo>
                  <a:lnTo>
                    <a:pt x="147551" y="68016"/>
                  </a:lnTo>
                  <a:lnTo>
                    <a:pt x="147417" y="68046"/>
                  </a:lnTo>
                  <a:lnTo>
                    <a:pt x="146819" y="67915"/>
                  </a:lnTo>
                  <a:lnTo>
                    <a:pt x="146348" y="67223"/>
                  </a:lnTo>
                  <a:lnTo>
                    <a:pt x="146111" y="66832"/>
                  </a:lnTo>
                  <a:lnTo>
                    <a:pt x="145820" y="66398"/>
                  </a:lnTo>
                  <a:lnTo>
                    <a:pt x="145487" y="66180"/>
                  </a:lnTo>
                  <a:lnTo>
                    <a:pt x="141122" y="73504"/>
                  </a:lnTo>
                  <a:lnTo>
                    <a:pt x="140970" y="73994"/>
                  </a:lnTo>
                  <a:lnTo>
                    <a:pt x="140092" y="75621"/>
                  </a:lnTo>
                  <a:lnTo>
                    <a:pt x="140015" y="76010"/>
                  </a:lnTo>
                  <a:lnTo>
                    <a:pt x="139838" y="76560"/>
                  </a:lnTo>
                  <a:lnTo>
                    <a:pt x="139775" y="77179"/>
                  </a:lnTo>
                  <a:lnTo>
                    <a:pt x="139762" y="77310"/>
                  </a:lnTo>
                  <a:lnTo>
                    <a:pt x="139734" y="77589"/>
                  </a:lnTo>
                  <a:lnTo>
                    <a:pt x="139525" y="78082"/>
                  </a:lnTo>
                  <a:lnTo>
                    <a:pt x="139221" y="78358"/>
                  </a:lnTo>
                  <a:lnTo>
                    <a:pt x="139093" y="78474"/>
                  </a:lnTo>
                  <a:lnTo>
                    <a:pt x="138725" y="79391"/>
                  </a:lnTo>
                  <a:lnTo>
                    <a:pt x="137732" y="81870"/>
                  </a:lnTo>
                  <a:lnTo>
                    <a:pt x="136959" y="82856"/>
                  </a:lnTo>
                  <a:lnTo>
                    <a:pt x="136631" y="83879"/>
                  </a:lnTo>
                  <a:lnTo>
                    <a:pt x="135551" y="85725"/>
                  </a:lnTo>
                  <a:lnTo>
                    <a:pt x="135033" y="86224"/>
                  </a:lnTo>
                  <a:lnTo>
                    <a:pt x="134977" y="86501"/>
                  </a:lnTo>
                  <a:lnTo>
                    <a:pt x="134915" y="86808"/>
                  </a:lnTo>
                  <a:lnTo>
                    <a:pt x="134877" y="86998"/>
                  </a:lnTo>
                  <a:lnTo>
                    <a:pt x="134808" y="87340"/>
                  </a:lnTo>
                  <a:lnTo>
                    <a:pt x="134743" y="87665"/>
                  </a:lnTo>
                  <a:lnTo>
                    <a:pt x="134645" y="88149"/>
                  </a:lnTo>
                  <a:lnTo>
                    <a:pt x="134603" y="88361"/>
                  </a:lnTo>
                  <a:lnTo>
                    <a:pt x="134570" y="88521"/>
                  </a:lnTo>
                  <a:lnTo>
                    <a:pt x="132575" y="98434"/>
                  </a:lnTo>
                  <a:lnTo>
                    <a:pt x="132951" y="99684"/>
                  </a:lnTo>
                  <a:lnTo>
                    <a:pt x="132994" y="99826"/>
                  </a:lnTo>
                  <a:lnTo>
                    <a:pt x="134129" y="103600"/>
                  </a:lnTo>
                  <a:lnTo>
                    <a:pt x="133620" y="106979"/>
                  </a:lnTo>
                  <a:lnTo>
                    <a:pt x="133542" y="107498"/>
                  </a:lnTo>
                  <a:lnTo>
                    <a:pt x="133466" y="108001"/>
                  </a:lnTo>
                  <a:lnTo>
                    <a:pt x="133345" y="108809"/>
                  </a:lnTo>
                  <a:lnTo>
                    <a:pt x="133052" y="110754"/>
                  </a:lnTo>
                  <a:lnTo>
                    <a:pt x="132971" y="111290"/>
                  </a:lnTo>
                  <a:lnTo>
                    <a:pt x="131976" y="117904"/>
                  </a:lnTo>
                  <a:lnTo>
                    <a:pt x="131939" y="118146"/>
                  </a:lnTo>
                  <a:lnTo>
                    <a:pt x="131851" y="118730"/>
                  </a:lnTo>
                  <a:lnTo>
                    <a:pt x="131938" y="118905"/>
                  </a:lnTo>
                  <a:lnTo>
                    <a:pt x="132851" y="121469"/>
                  </a:lnTo>
                  <a:lnTo>
                    <a:pt x="133215" y="121521"/>
                  </a:lnTo>
                  <a:lnTo>
                    <a:pt x="133679" y="121558"/>
                  </a:lnTo>
                  <a:lnTo>
                    <a:pt x="133916" y="121565"/>
                  </a:lnTo>
                  <a:lnTo>
                    <a:pt x="134476" y="121582"/>
                  </a:lnTo>
                  <a:lnTo>
                    <a:pt x="135040" y="121599"/>
                  </a:lnTo>
                  <a:lnTo>
                    <a:pt x="135582" y="121612"/>
                  </a:lnTo>
                  <a:lnTo>
                    <a:pt x="136126" y="121626"/>
                  </a:lnTo>
                  <a:lnTo>
                    <a:pt x="136701" y="121640"/>
                  </a:lnTo>
                  <a:lnTo>
                    <a:pt x="137304" y="121661"/>
                  </a:lnTo>
                  <a:lnTo>
                    <a:pt x="137941" y="121678"/>
                  </a:lnTo>
                  <a:lnTo>
                    <a:pt x="138181" y="121684"/>
                  </a:lnTo>
                  <a:lnTo>
                    <a:pt x="139446" y="121718"/>
                  </a:lnTo>
                  <a:lnTo>
                    <a:pt x="139812" y="121696"/>
                  </a:lnTo>
                  <a:lnTo>
                    <a:pt x="140492" y="121654"/>
                  </a:lnTo>
                  <a:lnTo>
                    <a:pt x="140794" y="121788"/>
                  </a:lnTo>
                  <a:lnTo>
                    <a:pt x="140998" y="121851"/>
                  </a:lnTo>
                  <a:lnTo>
                    <a:pt x="142423" y="122304"/>
                  </a:lnTo>
                  <a:lnTo>
                    <a:pt x="143267" y="122587"/>
                  </a:lnTo>
                  <a:lnTo>
                    <a:pt x="145012" y="123284"/>
                  </a:lnTo>
                  <a:lnTo>
                    <a:pt x="144925" y="123466"/>
                  </a:lnTo>
                  <a:lnTo>
                    <a:pt x="144775" y="123715"/>
                  </a:lnTo>
                  <a:lnTo>
                    <a:pt x="144608" y="123764"/>
                  </a:lnTo>
                  <a:lnTo>
                    <a:pt x="144362" y="123806"/>
                  </a:lnTo>
                  <a:lnTo>
                    <a:pt x="144222" y="123823"/>
                  </a:lnTo>
                  <a:lnTo>
                    <a:pt x="144088" y="123938"/>
                  </a:lnTo>
                  <a:lnTo>
                    <a:pt x="143936" y="124130"/>
                  </a:lnTo>
                  <a:lnTo>
                    <a:pt x="143832" y="124308"/>
                  </a:lnTo>
                  <a:lnTo>
                    <a:pt x="143575" y="124468"/>
                  </a:lnTo>
                  <a:lnTo>
                    <a:pt x="143237" y="124580"/>
                  </a:lnTo>
                  <a:lnTo>
                    <a:pt x="142491" y="125011"/>
                  </a:lnTo>
                  <a:lnTo>
                    <a:pt x="142529" y="125152"/>
                  </a:lnTo>
                  <a:lnTo>
                    <a:pt x="142592" y="125283"/>
                  </a:lnTo>
                  <a:lnTo>
                    <a:pt x="142627" y="125452"/>
                  </a:lnTo>
                  <a:lnTo>
                    <a:pt x="142562" y="125612"/>
                  </a:lnTo>
                  <a:lnTo>
                    <a:pt x="142367" y="125933"/>
                  </a:lnTo>
                  <a:lnTo>
                    <a:pt x="142313" y="126066"/>
                  </a:lnTo>
                  <a:lnTo>
                    <a:pt x="142346" y="126331"/>
                  </a:lnTo>
                  <a:lnTo>
                    <a:pt x="142538" y="126413"/>
                  </a:lnTo>
                  <a:lnTo>
                    <a:pt x="142712" y="126481"/>
                  </a:lnTo>
                  <a:lnTo>
                    <a:pt x="142803" y="126627"/>
                  </a:lnTo>
                  <a:lnTo>
                    <a:pt x="142742" y="126901"/>
                  </a:lnTo>
                  <a:lnTo>
                    <a:pt x="142632" y="127082"/>
                  </a:lnTo>
                  <a:lnTo>
                    <a:pt x="142468" y="127159"/>
                  </a:lnTo>
                  <a:lnTo>
                    <a:pt x="142318" y="127201"/>
                  </a:lnTo>
                  <a:lnTo>
                    <a:pt x="142119" y="127267"/>
                  </a:lnTo>
                  <a:lnTo>
                    <a:pt x="141955" y="127389"/>
                  </a:lnTo>
                  <a:lnTo>
                    <a:pt x="141762" y="127583"/>
                  </a:lnTo>
                  <a:lnTo>
                    <a:pt x="141598" y="127776"/>
                  </a:lnTo>
                  <a:lnTo>
                    <a:pt x="141310" y="127860"/>
                  </a:lnTo>
                  <a:lnTo>
                    <a:pt x="140754" y="127921"/>
                  </a:lnTo>
                  <a:lnTo>
                    <a:pt x="140597" y="128198"/>
                  </a:lnTo>
                  <a:lnTo>
                    <a:pt x="140449" y="128266"/>
                  </a:lnTo>
                  <a:lnTo>
                    <a:pt x="139868" y="128331"/>
                  </a:lnTo>
                  <a:lnTo>
                    <a:pt x="139605" y="128336"/>
                  </a:lnTo>
                  <a:lnTo>
                    <a:pt x="139326" y="128383"/>
                  </a:lnTo>
                  <a:lnTo>
                    <a:pt x="139010" y="128467"/>
                  </a:lnTo>
                  <a:lnTo>
                    <a:pt x="138865" y="128559"/>
                  </a:lnTo>
                  <a:lnTo>
                    <a:pt x="138480" y="128915"/>
                  </a:lnTo>
                  <a:lnTo>
                    <a:pt x="137831" y="129527"/>
                  </a:lnTo>
                  <a:lnTo>
                    <a:pt x="137878" y="129944"/>
                  </a:lnTo>
                  <a:lnTo>
                    <a:pt x="137749" y="130050"/>
                  </a:lnTo>
                  <a:lnTo>
                    <a:pt x="137599" y="130165"/>
                  </a:lnTo>
                  <a:lnTo>
                    <a:pt x="137413" y="130291"/>
                  </a:lnTo>
                  <a:lnTo>
                    <a:pt x="137254" y="130357"/>
                  </a:lnTo>
                  <a:lnTo>
                    <a:pt x="137057" y="130500"/>
                  </a:lnTo>
                  <a:lnTo>
                    <a:pt x="136844" y="130706"/>
                  </a:lnTo>
                  <a:lnTo>
                    <a:pt x="136797" y="130868"/>
                  </a:lnTo>
                  <a:lnTo>
                    <a:pt x="136757" y="131037"/>
                  </a:lnTo>
                  <a:lnTo>
                    <a:pt x="136797" y="131194"/>
                  </a:lnTo>
                  <a:lnTo>
                    <a:pt x="136731" y="131419"/>
                  </a:lnTo>
                  <a:lnTo>
                    <a:pt x="136537" y="131597"/>
                  </a:lnTo>
                  <a:lnTo>
                    <a:pt x="136208" y="131778"/>
                  </a:lnTo>
                  <a:lnTo>
                    <a:pt x="136101" y="131911"/>
                  </a:lnTo>
                  <a:lnTo>
                    <a:pt x="136000" y="132439"/>
                  </a:lnTo>
                  <a:lnTo>
                    <a:pt x="135965" y="132994"/>
                  </a:lnTo>
                  <a:lnTo>
                    <a:pt x="136119" y="132978"/>
                  </a:lnTo>
                  <a:lnTo>
                    <a:pt x="136255" y="132966"/>
                  </a:lnTo>
                  <a:lnTo>
                    <a:pt x="136415" y="132943"/>
                  </a:lnTo>
                  <a:lnTo>
                    <a:pt x="136581" y="132931"/>
                  </a:lnTo>
                  <a:lnTo>
                    <a:pt x="136797" y="132945"/>
                  </a:lnTo>
                  <a:lnTo>
                    <a:pt x="137069" y="133034"/>
                  </a:lnTo>
                  <a:lnTo>
                    <a:pt x="137219" y="133142"/>
                  </a:lnTo>
                  <a:lnTo>
                    <a:pt x="137367" y="133381"/>
                  </a:lnTo>
                  <a:lnTo>
                    <a:pt x="137451" y="133538"/>
                  </a:lnTo>
                  <a:lnTo>
                    <a:pt x="137528" y="133707"/>
                  </a:lnTo>
                  <a:lnTo>
                    <a:pt x="137601" y="133913"/>
                  </a:lnTo>
                  <a:lnTo>
                    <a:pt x="137596" y="134174"/>
                  </a:lnTo>
                  <a:lnTo>
                    <a:pt x="137631" y="134307"/>
                  </a:lnTo>
                  <a:lnTo>
                    <a:pt x="137765" y="134599"/>
                  </a:lnTo>
                  <a:lnTo>
                    <a:pt x="137925" y="134767"/>
                  </a:lnTo>
                  <a:lnTo>
                    <a:pt x="138047" y="134972"/>
                  </a:lnTo>
                  <a:lnTo>
                    <a:pt x="138281" y="135356"/>
                  </a:lnTo>
                  <a:lnTo>
                    <a:pt x="138442" y="135673"/>
                  </a:lnTo>
                  <a:lnTo>
                    <a:pt x="138501" y="135942"/>
                  </a:lnTo>
                  <a:lnTo>
                    <a:pt x="137892" y="136824"/>
                  </a:lnTo>
                  <a:lnTo>
                    <a:pt x="137918" y="137259"/>
                  </a:lnTo>
                  <a:lnTo>
                    <a:pt x="137980" y="137609"/>
                  </a:lnTo>
                  <a:lnTo>
                    <a:pt x="137786" y="137764"/>
                  </a:lnTo>
                  <a:lnTo>
                    <a:pt x="137730" y="137908"/>
                  </a:lnTo>
                  <a:lnTo>
                    <a:pt x="138019" y="138706"/>
                  </a:lnTo>
                  <a:lnTo>
                    <a:pt x="137823" y="139068"/>
                  </a:lnTo>
                  <a:lnTo>
                    <a:pt x="137822" y="139392"/>
                  </a:lnTo>
                  <a:lnTo>
                    <a:pt x="137676" y="139543"/>
                  </a:lnTo>
                  <a:lnTo>
                    <a:pt x="137643" y="139686"/>
                  </a:lnTo>
                  <a:lnTo>
                    <a:pt x="137812" y="139942"/>
                  </a:lnTo>
                  <a:lnTo>
                    <a:pt x="137905" y="140100"/>
                  </a:lnTo>
                  <a:lnTo>
                    <a:pt x="137972" y="140525"/>
                  </a:lnTo>
                  <a:lnTo>
                    <a:pt x="135356" y="142774"/>
                  </a:lnTo>
                  <a:lnTo>
                    <a:pt x="134152" y="143716"/>
                  </a:lnTo>
                  <a:lnTo>
                    <a:pt x="133705" y="144066"/>
                  </a:lnTo>
                  <a:lnTo>
                    <a:pt x="128992" y="147753"/>
                  </a:lnTo>
                  <a:lnTo>
                    <a:pt x="126714" y="149536"/>
                  </a:lnTo>
                  <a:lnTo>
                    <a:pt x="125278" y="150659"/>
                  </a:lnTo>
                  <a:lnTo>
                    <a:pt x="125063" y="150827"/>
                  </a:lnTo>
                  <a:lnTo>
                    <a:pt x="124325" y="151405"/>
                  </a:lnTo>
                  <a:lnTo>
                    <a:pt x="124152" y="151541"/>
                  </a:lnTo>
                  <a:lnTo>
                    <a:pt x="123611" y="151963"/>
                  </a:lnTo>
                  <a:lnTo>
                    <a:pt x="123475" y="152070"/>
                  </a:lnTo>
                  <a:lnTo>
                    <a:pt x="122629" y="152732"/>
                  </a:lnTo>
                  <a:lnTo>
                    <a:pt x="121380" y="153709"/>
                  </a:lnTo>
                  <a:lnTo>
                    <a:pt x="120688" y="154251"/>
                  </a:lnTo>
                  <a:lnTo>
                    <a:pt x="119977" y="156045"/>
                  </a:lnTo>
                  <a:lnTo>
                    <a:pt x="119751" y="156616"/>
                  </a:lnTo>
                  <a:lnTo>
                    <a:pt x="119423" y="157344"/>
                  </a:lnTo>
                  <a:lnTo>
                    <a:pt x="117566" y="158307"/>
                  </a:lnTo>
                  <a:lnTo>
                    <a:pt x="117422" y="158382"/>
                  </a:lnTo>
                  <a:lnTo>
                    <a:pt x="116496" y="158863"/>
                  </a:lnTo>
                  <a:lnTo>
                    <a:pt x="115880" y="159175"/>
                  </a:lnTo>
                  <a:lnTo>
                    <a:pt x="114301" y="160479"/>
                  </a:lnTo>
                  <a:lnTo>
                    <a:pt x="113084" y="161485"/>
                  </a:lnTo>
                  <a:lnTo>
                    <a:pt x="112184" y="162226"/>
                  </a:lnTo>
                  <a:lnTo>
                    <a:pt x="111125" y="163099"/>
                  </a:lnTo>
                  <a:lnTo>
                    <a:pt x="108158" y="166147"/>
                  </a:lnTo>
                  <a:lnTo>
                    <a:pt x="107901" y="166802"/>
                  </a:lnTo>
                  <a:lnTo>
                    <a:pt x="107696" y="167324"/>
                  </a:lnTo>
                  <a:lnTo>
                    <a:pt x="107396" y="168032"/>
                  </a:lnTo>
                  <a:lnTo>
                    <a:pt x="106256" y="168393"/>
                  </a:lnTo>
                  <a:lnTo>
                    <a:pt x="105824" y="168530"/>
                  </a:lnTo>
                  <a:lnTo>
                    <a:pt x="105454" y="168647"/>
                  </a:lnTo>
                  <a:lnTo>
                    <a:pt x="105241" y="168714"/>
                  </a:lnTo>
                  <a:lnTo>
                    <a:pt x="104447" y="168966"/>
                  </a:lnTo>
                  <a:lnTo>
                    <a:pt x="104185" y="169049"/>
                  </a:lnTo>
                  <a:lnTo>
                    <a:pt x="103259" y="169342"/>
                  </a:lnTo>
                  <a:lnTo>
                    <a:pt x="102081" y="169809"/>
                  </a:lnTo>
                  <a:lnTo>
                    <a:pt x="101556" y="170824"/>
                  </a:lnTo>
                  <a:lnTo>
                    <a:pt x="101423" y="171082"/>
                  </a:lnTo>
                  <a:lnTo>
                    <a:pt x="101257" y="171402"/>
                  </a:lnTo>
                  <a:lnTo>
                    <a:pt x="100433" y="172995"/>
                  </a:lnTo>
                  <a:lnTo>
                    <a:pt x="99832" y="174158"/>
                  </a:lnTo>
                  <a:lnTo>
                    <a:pt x="99497" y="174805"/>
                  </a:lnTo>
                  <a:lnTo>
                    <a:pt x="99377" y="175038"/>
                  </a:lnTo>
                  <a:lnTo>
                    <a:pt x="99090" y="175593"/>
                  </a:lnTo>
                  <a:lnTo>
                    <a:pt x="98454" y="176822"/>
                  </a:lnTo>
                  <a:lnTo>
                    <a:pt x="98209" y="177296"/>
                  </a:lnTo>
                  <a:lnTo>
                    <a:pt x="97755" y="178172"/>
                  </a:lnTo>
                  <a:lnTo>
                    <a:pt x="97085" y="179469"/>
                  </a:lnTo>
                  <a:lnTo>
                    <a:pt x="96265" y="181004"/>
                  </a:lnTo>
                  <a:lnTo>
                    <a:pt x="95743" y="181323"/>
                  </a:lnTo>
                  <a:lnTo>
                    <a:pt x="95295" y="181596"/>
                  </a:lnTo>
                  <a:lnTo>
                    <a:pt x="94798" y="181900"/>
                  </a:lnTo>
                  <a:lnTo>
                    <a:pt x="93180" y="182889"/>
                  </a:lnTo>
                  <a:lnTo>
                    <a:pt x="92888" y="183067"/>
                  </a:lnTo>
                  <a:lnTo>
                    <a:pt x="91498" y="183917"/>
                  </a:lnTo>
                  <a:lnTo>
                    <a:pt x="90906" y="184278"/>
                  </a:lnTo>
                  <a:lnTo>
                    <a:pt x="88123" y="185979"/>
                  </a:lnTo>
                  <a:lnTo>
                    <a:pt x="87038" y="186642"/>
                  </a:lnTo>
                  <a:lnTo>
                    <a:pt x="85615" y="187511"/>
                  </a:lnTo>
                  <a:lnTo>
                    <a:pt x="85641" y="189152"/>
                  </a:lnTo>
                  <a:lnTo>
                    <a:pt x="85645" y="189376"/>
                  </a:lnTo>
                  <a:lnTo>
                    <a:pt x="85652" y="189828"/>
                  </a:lnTo>
                  <a:lnTo>
                    <a:pt x="85684" y="191854"/>
                  </a:lnTo>
                  <a:lnTo>
                    <a:pt x="85703" y="193017"/>
                  </a:lnTo>
                  <a:lnTo>
                    <a:pt x="85717" y="193921"/>
                  </a:lnTo>
                  <a:lnTo>
                    <a:pt x="86566" y="194171"/>
                  </a:lnTo>
                  <a:lnTo>
                    <a:pt x="86739" y="194219"/>
                  </a:lnTo>
                  <a:lnTo>
                    <a:pt x="86886" y="194344"/>
                  </a:lnTo>
                  <a:lnTo>
                    <a:pt x="87055" y="194648"/>
                  </a:lnTo>
                  <a:lnTo>
                    <a:pt x="87140" y="194876"/>
                  </a:lnTo>
                  <a:lnTo>
                    <a:pt x="87191" y="195100"/>
                  </a:lnTo>
                  <a:lnTo>
                    <a:pt x="90392" y="194914"/>
                  </a:lnTo>
                  <a:lnTo>
                    <a:pt x="90581" y="194977"/>
                  </a:lnTo>
                  <a:lnTo>
                    <a:pt x="90778" y="195117"/>
                  </a:lnTo>
                  <a:lnTo>
                    <a:pt x="90874" y="195366"/>
                  </a:lnTo>
                  <a:lnTo>
                    <a:pt x="90870" y="195516"/>
                  </a:lnTo>
                  <a:lnTo>
                    <a:pt x="90830" y="196345"/>
                  </a:lnTo>
                  <a:lnTo>
                    <a:pt x="90529" y="196450"/>
                  </a:lnTo>
                  <a:lnTo>
                    <a:pt x="89996" y="196685"/>
                  </a:lnTo>
                  <a:lnTo>
                    <a:pt x="90257" y="197272"/>
                  </a:lnTo>
                  <a:lnTo>
                    <a:pt x="90130" y="197448"/>
                  </a:lnTo>
                  <a:lnTo>
                    <a:pt x="89874" y="197802"/>
                  </a:lnTo>
                  <a:lnTo>
                    <a:pt x="89712" y="198026"/>
                  </a:lnTo>
                  <a:lnTo>
                    <a:pt x="88922" y="199119"/>
                  </a:lnTo>
                  <a:lnTo>
                    <a:pt x="88784" y="199309"/>
                  </a:lnTo>
                  <a:lnTo>
                    <a:pt x="88478" y="199734"/>
                  </a:lnTo>
                  <a:lnTo>
                    <a:pt x="87724" y="200776"/>
                  </a:lnTo>
                  <a:lnTo>
                    <a:pt x="87334" y="201315"/>
                  </a:lnTo>
                  <a:lnTo>
                    <a:pt x="87000" y="201776"/>
                  </a:lnTo>
                  <a:lnTo>
                    <a:pt x="86407" y="202598"/>
                  </a:lnTo>
                  <a:lnTo>
                    <a:pt x="85708" y="203566"/>
                  </a:lnTo>
                  <a:lnTo>
                    <a:pt x="85512" y="203763"/>
                  </a:lnTo>
                  <a:lnTo>
                    <a:pt x="85366" y="203910"/>
                  </a:lnTo>
                  <a:lnTo>
                    <a:pt x="84935" y="204342"/>
                  </a:lnTo>
                  <a:lnTo>
                    <a:pt x="84716" y="204561"/>
                  </a:lnTo>
                  <a:lnTo>
                    <a:pt x="84060" y="205219"/>
                  </a:lnTo>
                  <a:lnTo>
                    <a:pt x="82758" y="207523"/>
                  </a:lnTo>
                  <a:lnTo>
                    <a:pt x="81795" y="209226"/>
                  </a:lnTo>
                  <a:lnTo>
                    <a:pt x="81734" y="209547"/>
                  </a:lnTo>
                  <a:lnTo>
                    <a:pt x="81688" y="209782"/>
                  </a:lnTo>
                  <a:lnTo>
                    <a:pt x="81583" y="210327"/>
                  </a:lnTo>
                  <a:lnTo>
                    <a:pt x="81557" y="210465"/>
                  </a:lnTo>
                  <a:lnTo>
                    <a:pt x="81449" y="211024"/>
                  </a:lnTo>
                  <a:lnTo>
                    <a:pt x="81411" y="211223"/>
                  </a:lnTo>
                  <a:lnTo>
                    <a:pt x="80981" y="211929"/>
                  </a:lnTo>
                  <a:lnTo>
                    <a:pt x="80713" y="212368"/>
                  </a:lnTo>
                  <a:lnTo>
                    <a:pt x="80246" y="213132"/>
                  </a:lnTo>
                  <a:lnTo>
                    <a:pt x="79658" y="214093"/>
                  </a:lnTo>
                  <a:lnTo>
                    <a:pt x="79419" y="214486"/>
                  </a:lnTo>
                  <a:lnTo>
                    <a:pt x="78962" y="215237"/>
                  </a:lnTo>
                  <a:lnTo>
                    <a:pt x="78829" y="215455"/>
                  </a:lnTo>
                  <a:lnTo>
                    <a:pt x="78737" y="215644"/>
                  </a:lnTo>
                  <a:lnTo>
                    <a:pt x="78486" y="216156"/>
                  </a:lnTo>
                  <a:lnTo>
                    <a:pt x="78367" y="216398"/>
                  </a:lnTo>
                  <a:lnTo>
                    <a:pt x="78202" y="216734"/>
                  </a:lnTo>
                  <a:lnTo>
                    <a:pt x="77946" y="217279"/>
                  </a:lnTo>
                  <a:lnTo>
                    <a:pt x="77658" y="217892"/>
                  </a:lnTo>
                  <a:lnTo>
                    <a:pt x="77203" y="218838"/>
                  </a:lnTo>
                  <a:lnTo>
                    <a:pt x="77105" y="219076"/>
                  </a:lnTo>
                  <a:lnTo>
                    <a:pt x="76969" y="219628"/>
                  </a:lnTo>
                  <a:lnTo>
                    <a:pt x="76539" y="220438"/>
                  </a:lnTo>
                  <a:lnTo>
                    <a:pt x="76143" y="221389"/>
                  </a:lnTo>
                  <a:lnTo>
                    <a:pt x="76005" y="221723"/>
                  </a:lnTo>
                  <a:lnTo>
                    <a:pt x="75684" y="222500"/>
                  </a:lnTo>
                  <a:lnTo>
                    <a:pt x="75294" y="223446"/>
                  </a:lnTo>
                  <a:lnTo>
                    <a:pt x="75148" y="223798"/>
                  </a:lnTo>
                  <a:lnTo>
                    <a:pt x="75454" y="224125"/>
                  </a:lnTo>
                  <a:lnTo>
                    <a:pt x="75749" y="224294"/>
                  </a:lnTo>
                  <a:lnTo>
                    <a:pt x="77148" y="223864"/>
                  </a:lnTo>
                  <a:lnTo>
                    <a:pt x="78967" y="224556"/>
                  </a:lnTo>
                  <a:lnTo>
                    <a:pt x="79783" y="225182"/>
                  </a:lnTo>
                  <a:lnTo>
                    <a:pt x="80208" y="225104"/>
                  </a:lnTo>
                  <a:lnTo>
                    <a:pt x="81095" y="225165"/>
                  </a:lnTo>
                  <a:lnTo>
                    <a:pt x="81525" y="225116"/>
                  </a:lnTo>
                  <a:lnTo>
                    <a:pt x="82452" y="225288"/>
                  </a:lnTo>
                  <a:lnTo>
                    <a:pt x="82550" y="225609"/>
                  </a:lnTo>
                  <a:lnTo>
                    <a:pt x="82562" y="225736"/>
                  </a:lnTo>
                  <a:lnTo>
                    <a:pt x="82658" y="225877"/>
                  </a:lnTo>
                  <a:lnTo>
                    <a:pt x="82800" y="226006"/>
                  </a:lnTo>
                  <a:lnTo>
                    <a:pt x="82833" y="226213"/>
                  </a:lnTo>
                  <a:lnTo>
                    <a:pt x="82619" y="227184"/>
                  </a:lnTo>
                  <a:lnTo>
                    <a:pt x="82557" y="227466"/>
                  </a:lnTo>
                  <a:lnTo>
                    <a:pt x="81932" y="230377"/>
                  </a:lnTo>
                  <a:lnTo>
                    <a:pt x="81858" y="230947"/>
                  </a:lnTo>
                  <a:lnTo>
                    <a:pt x="81808" y="231330"/>
                  </a:lnTo>
                  <a:lnTo>
                    <a:pt x="81869" y="231542"/>
                  </a:lnTo>
                  <a:lnTo>
                    <a:pt x="82927" y="232472"/>
                  </a:lnTo>
                  <a:lnTo>
                    <a:pt x="83039" y="232601"/>
                  </a:lnTo>
                  <a:lnTo>
                    <a:pt x="83202" y="232785"/>
                  </a:lnTo>
                  <a:lnTo>
                    <a:pt x="83614" y="233283"/>
                  </a:lnTo>
                  <a:lnTo>
                    <a:pt x="84109" y="233869"/>
                  </a:lnTo>
                  <a:lnTo>
                    <a:pt x="84852" y="234627"/>
                  </a:lnTo>
                  <a:lnTo>
                    <a:pt x="85003" y="234809"/>
                  </a:lnTo>
                  <a:lnTo>
                    <a:pt x="85342" y="235269"/>
                  </a:lnTo>
                  <a:lnTo>
                    <a:pt x="85512" y="235553"/>
                  </a:lnTo>
                  <a:lnTo>
                    <a:pt x="85695" y="235857"/>
                  </a:lnTo>
                  <a:lnTo>
                    <a:pt x="85909" y="236723"/>
                  </a:lnTo>
                  <a:lnTo>
                    <a:pt x="86721" y="239022"/>
                  </a:lnTo>
                  <a:lnTo>
                    <a:pt x="86893" y="240088"/>
                  </a:lnTo>
                  <a:lnTo>
                    <a:pt x="87073" y="241259"/>
                  </a:lnTo>
                  <a:lnTo>
                    <a:pt x="87174" y="241871"/>
                  </a:lnTo>
                  <a:lnTo>
                    <a:pt x="87203" y="242047"/>
                  </a:lnTo>
                  <a:lnTo>
                    <a:pt x="87154" y="242283"/>
                  </a:lnTo>
                  <a:lnTo>
                    <a:pt x="87110" y="242551"/>
                  </a:lnTo>
                  <a:lnTo>
                    <a:pt x="87070" y="242810"/>
                  </a:lnTo>
                  <a:lnTo>
                    <a:pt x="86901" y="243952"/>
                  </a:lnTo>
                  <a:lnTo>
                    <a:pt x="86837" y="244111"/>
                  </a:lnTo>
                  <a:lnTo>
                    <a:pt x="86633" y="244242"/>
                  </a:lnTo>
                  <a:lnTo>
                    <a:pt x="86259" y="244483"/>
                  </a:lnTo>
                  <a:lnTo>
                    <a:pt x="86116" y="244575"/>
                  </a:lnTo>
                  <a:lnTo>
                    <a:pt x="85820" y="244766"/>
                  </a:lnTo>
                  <a:lnTo>
                    <a:pt x="85476" y="244987"/>
                  </a:lnTo>
                  <a:lnTo>
                    <a:pt x="84957" y="245321"/>
                  </a:lnTo>
                  <a:lnTo>
                    <a:pt x="84752" y="245453"/>
                  </a:lnTo>
                  <a:lnTo>
                    <a:pt x="84390" y="245684"/>
                  </a:lnTo>
                  <a:lnTo>
                    <a:pt x="83972" y="245945"/>
                  </a:lnTo>
                  <a:lnTo>
                    <a:pt x="83733" y="246094"/>
                  </a:lnTo>
                  <a:lnTo>
                    <a:pt x="83508" y="246128"/>
                  </a:lnTo>
                  <a:lnTo>
                    <a:pt x="83178" y="246178"/>
                  </a:lnTo>
                  <a:lnTo>
                    <a:pt x="82542" y="246268"/>
                  </a:lnTo>
                  <a:lnTo>
                    <a:pt x="81936" y="246347"/>
                  </a:lnTo>
                  <a:lnTo>
                    <a:pt x="81720" y="246360"/>
                  </a:lnTo>
                  <a:lnTo>
                    <a:pt x="81502" y="246373"/>
                  </a:lnTo>
                  <a:lnTo>
                    <a:pt x="81045" y="246401"/>
                  </a:lnTo>
                  <a:lnTo>
                    <a:pt x="80750" y="246444"/>
                  </a:lnTo>
                  <a:lnTo>
                    <a:pt x="80463" y="246548"/>
                  </a:lnTo>
                  <a:lnTo>
                    <a:pt x="79950" y="246746"/>
                  </a:lnTo>
                  <a:lnTo>
                    <a:pt x="79057" y="247087"/>
                  </a:lnTo>
                  <a:lnTo>
                    <a:pt x="78772" y="247197"/>
                  </a:lnTo>
                  <a:lnTo>
                    <a:pt x="78381" y="247349"/>
                  </a:lnTo>
                  <a:lnTo>
                    <a:pt x="77877" y="247548"/>
                  </a:lnTo>
                  <a:lnTo>
                    <a:pt x="77234" y="247786"/>
                  </a:lnTo>
                  <a:lnTo>
                    <a:pt x="76443" y="247901"/>
                  </a:lnTo>
                  <a:lnTo>
                    <a:pt x="74963" y="248229"/>
                  </a:lnTo>
                  <a:lnTo>
                    <a:pt x="74830" y="248261"/>
                  </a:lnTo>
                  <a:lnTo>
                    <a:pt x="74147" y="248392"/>
                  </a:lnTo>
                  <a:lnTo>
                    <a:pt x="73878" y="248462"/>
                  </a:lnTo>
                  <a:lnTo>
                    <a:pt x="73429" y="248546"/>
                  </a:lnTo>
                  <a:lnTo>
                    <a:pt x="73101" y="248614"/>
                  </a:lnTo>
                  <a:lnTo>
                    <a:pt x="72486" y="248742"/>
                  </a:lnTo>
                  <a:lnTo>
                    <a:pt x="72232" y="248795"/>
                  </a:lnTo>
                  <a:lnTo>
                    <a:pt x="71832" y="248877"/>
                  </a:lnTo>
                  <a:lnTo>
                    <a:pt x="71290" y="248988"/>
                  </a:lnTo>
                  <a:lnTo>
                    <a:pt x="70411" y="249068"/>
                  </a:lnTo>
                  <a:lnTo>
                    <a:pt x="69817" y="248918"/>
                  </a:lnTo>
                  <a:lnTo>
                    <a:pt x="68954" y="248718"/>
                  </a:lnTo>
                  <a:lnTo>
                    <a:pt x="68258" y="248556"/>
                  </a:lnTo>
                  <a:lnTo>
                    <a:pt x="67987" y="248489"/>
                  </a:lnTo>
                  <a:lnTo>
                    <a:pt x="67703" y="248390"/>
                  </a:lnTo>
                  <a:lnTo>
                    <a:pt x="67457" y="248304"/>
                  </a:lnTo>
                  <a:lnTo>
                    <a:pt x="66755" y="248083"/>
                  </a:lnTo>
                  <a:lnTo>
                    <a:pt x="66602" y="248042"/>
                  </a:lnTo>
                  <a:lnTo>
                    <a:pt x="66433" y="247990"/>
                  </a:lnTo>
                  <a:lnTo>
                    <a:pt x="65666" y="248304"/>
                  </a:lnTo>
                  <a:lnTo>
                    <a:pt x="65339" y="248440"/>
                  </a:lnTo>
                  <a:lnTo>
                    <a:pt x="65121" y="248530"/>
                  </a:lnTo>
                  <a:lnTo>
                    <a:pt x="64748" y="248668"/>
                  </a:lnTo>
                  <a:lnTo>
                    <a:pt x="64478" y="248768"/>
                  </a:lnTo>
                  <a:lnTo>
                    <a:pt x="64219" y="248874"/>
                  </a:lnTo>
                  <a:lnTo>
                    <a:pt x="64051" y="248939"/>
                  </a:lnTo>
                  <a:lnTo>
                    <a:pt x="63457" y="249210"/>
                  </a:lnTo>
                  <a:lnTo>
                    <a:pt x="63180" y="249336"/>
                  </a:lnTo>
                  <a:lnTo>
                    <a:pt x="62443" y="249823"/>
                  </a:lnTo>
                  <a:lnTo>
                    <a:pt x="62044" y="250382"/>
                  </a:lnTo>
                  <a:lnTo>
                    <a:pt x="61694" y="250903"/>
                  </a:lnTo>
                  <a:lnTo>
                    <a:pt x="61474" y="251228"/>
                  </a:lnTo>
                  <a:lnTo>
                    <a:pt x="61158" y="251677"/>
                  </a:lnTo>
                  <a:lnTo>
                    <a:pt x="60872" y="252057"/>
                  </a:lnTo>
                  <a:lnTo>
                    <a:pt x="60562" y="252471"/>
                  </a:lnTo>
                  <a:lnTo>
                    <a:pt x="60340" y="253185"/>
                  </a:lnTo>
                  <a:lnTo>
                    <a:pt x="60493" y="253288"/>
                  </a:lnTo>
                  <a:lnTo>
                    <a:pt x="60916" y="253581"/>
                  </a:lnTo>
                  <a:lnTo>
                    <a:pt x="61369" y="253906"/>
                  </a:lnTo>
                  <a:lnTo>
                    <a:pt x="61839" y="254244"/>
                  </a:lnTo>
                  <a:lnTo>
                    <a:pt x="62828" y="254963"/>
                  </a:lnTo>
                  <a:lnTo>
                    <a:pt x="63178" y="255228"/>
                  </a:lnTo>
                  <a:lnTo>
                    <a:pt x="63370" y="255455"/>
                  </a:lnTo>
                  <a:lnTo>
                    <a:pt x="63763" y="255701"/>
                  </a:lnTo>
                  <a:lnTo>
                    <a:pt x="64138" y="255925"/>
                  </a:lnTo>
                  <a:lnTo>
                    <a:pt x="64285" y="256001"/>
                  </a:lnTo>
                  <a:lnTo>
                    <a:pt x="64643" y="257009"/>
                  </a:lnTo>
                  <a:lnTo>
                    <a:pt x="65738" y="260282"/>
                  </a:lnTo>
                  <a:lnTo>
                    <a:pt x="65645" y="260634"/>
                  </a:lnTo>
                  <a:lnTo>
                    <a:pt x="65699" y="260774"/>
                  </a:lnTo>
                  <a:lnTo>
                    <a:pt x="65845" y="261157"/>
                  </a:lnTo>
                  <a:lnTo>
                    <a:pt x="66061" y="261689"/>
                  </a:lnTo>
                  <a:lnTo>
                    <a:pt x="66134" y="261880"/>
                  </a:lnTo>
                  <a:lnTo>
                    <a:pt x="66201" y="262034"/>
                  </a:lnTo>
                  <a:lnTo>
                    <a:pt x="66334" y="262177"/>
                  </a:lnTo>
                  <a:lnTo>
                    <a:pt x="66561" y="263052"/>
                  </a:lnTo>
                  <a:lnTo>
                    <a:pt x="66939" y="263844"/>
                  </a:lnTo>
                  <a:lnTo>
                    <a:pt x="67005" y="264004"/>
                  </a:lnTo>
                  <a:lnTo>
                    <a:pt x="67146" y="264345"/>
                  </a:lnTo>
                  <a:lnTo>
                    <a:pt x="67330" y="264197"/>
                  </a:lnTo>
                  <a:lnTo>
                    <a:pt x="67506" y="264056"/>
                  </a:lnTo>
                  <a:lnTo>
                    <a:pt x="67918" y="263736"/>
                  </a:lnTo>
                  <a:lnTo>
                    <a:pt x="68237" y="263488"/>
                  </a:lnTo>
                  <a:lnTo>
                    <a:pt x="68567" y="263231"/>
                  </a:lnTo>
                  <a:lnTo>
                    <a:pt x="68741" y="263096"/>
                  </a:lnTo>
                  <a:lnTo>
                    <a:pt x="68918" y="262955"/>
                  </a:lnTo>
                  <a:lnTo>
                    <a:pt x="69208" y="262735"/>
                  </a:lnTo>
                  <a:lnTo>
                    <a:pt x="69453" y="262538"/>
                  </a:lnTo>
                  <a:lnTo>
                    <a:pt x="69893" y="262186"/>
                  </a:lnTo>
                  <a:lnTo>
                    <a:pt x="70370" y="261824"/>
                  </a:lnTo>
                  <a:lnTo>
                    <a:pt x="70790" y="261518"/>
                  </a:lnTo>
                  <a:lnTo>
                    <a:pt x="71038" y="261337"/>
                  </a:lnTo>
                  <a:lnTo>
                    <a:pt x="71453" y="261090"/>
                  </a:lnTo>
                  <a:lnTo>
                    <a:pt x="71949" y="260798"/>
                  </a:lnTo>
                  <a:lnTo>
                    <a:pt x="72308" y="260591"/>
                  </a:lnTo>
                  <a:lnTo>
                    <a:pt x="72484" y="260285"/>
                  </a:lnTo>
                  <a:lnTo>
                    <a:pt x="73043" y="260603"/>
                  </a:lnTo>
                  <a:lnTo>
                    <a:pt x="73249" y="260722"/>
                  </a:lnTo>
                  <a:lnTo>
                    <a:pt x="73428" y="260828"/>
                  </a:lnTo>
                  <a:lnTo>
                    <a:pt x="73759" y="260911"/>
                  </a:lnTo>
                  <a:lnTo>
                    <a:pt x="74127" y="261113"/>
                  </a:lnTo>
                  <a:lnTo>
                    <a:pt x="74290" y="261225"/>
                  </a:lnTo>
                  <a:lnTo>
                    <a:pt x="74708" y="261623"/>
                  </a:lnTo>
                  <a:lnTo>
                    <a:pt x="74866" y="261790"/>
                  </a:lnTo>
                  <a:lnTo>
                    <a:pt x="75265" y="262001"/>
                  </a:lnTo>
                  <a:lnTo>
                    <a:pt x="75521" y="262129"/>
                  </a:lnTo>
                  <a:lnTo>
                    <a:pt x="75930" y="262299"/>
                  </a:lnTo>
                  <a:lnTo>
                    <a:pt x="76182" y="262447"/>
                  </a:lnTo>
                  <a:lnTo>
                    <a:pt x="76355" y="262554"/>
                  </a:lnTo>
                  <a:lnTo>
                    <a:pt x="76743" y="262795"/>
                  </a:lnTo>
                  <a:lnTo>
                    <a:pt x="77136" y="263037"/>
                  </a:lnTo>
                  <a:lnTo>
                    <a:pt x="77396" y="263251"/>
                  </a:lnTo>
                  <a:lnTo>
                    <a:pt x="77593" y="263411"/>
                  </a:lnTo>
                  <a:lnTo>
                    <a:pt x="78126" y="263840"/>
                  </a:lnTo>
                  <a:lnTo>
                    <a:pt x="78427" y="264077"/>
                  </a:lnTo>
                  <a:lnTo>
                    <a:pt x="78871" y="264427"/>
                  </a:lnTo>
                  <a:lnTo>
                    <a:pt x="79117" y="264360"/>
                  </a:lnTo>
                  <a:lnTo>
                    <a:pt x="79364" y="264293"/>
                  </a:lnTo>
                  <a:lnTo>
                    <a:pt x="80372" y="263690"/>
                  </a:lnTo>
                  <a:lnTo>
                    <a:pt x="80819" y="263663"/>
                  </a:lnTo>
                  <a:lnTo>
                    <a:pt x="81087" y="263550"/>
                  </a:lnTo>
                  <a:lnTo>
                    <a:pt x="81444" y="263381"/>
                  </a:lnTo>
                  <a:lnTo>
                    <a:pt x="81774" y="263178"/>
                  </a:lnTo>
                  <a:lnTo>
                    <a:pt x="82136" y="262958"/>
                  </a:lnTo>
                  <a:lnTo>
                    <a:pt x="83232" y="262535"/>
                  </a:lnTo>
                  <a:lnTo>
                    <a:pt x="83529" y="262419"/>
                  </a:lnTo>
                  <a:lnTo>
                    <a:pt x="83470" y="262567"/>
                  </a:lnTo>
                  <a:lnTo>
                    <a:pt x="83303" y="263007"/>
                  </a:lnTo>
                  <a:lnTo>
                    <a:pt x="83243" y="263156"/>
                  </a:lnTo>
                  <a:lnTo>
                    <a:pt x="83153" y="263380"/>
                  </a:lnTo>
                  <a:lnTo>
                    <a:pt x="83052" y="263632"/>
                  </a:lnTo>
                  <a:lnTo>
                    <a:pt x="82968" y="263842"/>
                  </a:lnTo>
                  <a:lnTo>
                    <a:pt x="82896" y="264030"/>
                  </a:lnTo>
                  <a:lnTo>
                    <a:pt x="82773" y="264329"/>
                  </a:lnTo>
                  <a:lnTo>
                    <a:pt x="82702" y="264482"/>
                  </a:lnTo>
                  <a:lnTo>
                    <a:pt x="82562" y="264738"/>
                  </a:lnTo>
                  <a:lnTo>
                    <a:pt x="82329" y="265157"/>
                  </a:lnTo>
                  <a:lnTo>
                    <a:pt x="82072" y="265594"/>
                  </a:lnTo>
                  <a:lnTo>
                    <a:pt x="81715" y="266344"/>
                  </a:lnTo>
                  <a:lnTo>
                    <a:pt x="81462" y="266685"/>
                  </a:lnTo>
                  <a:lnTo>
                    <a:pt x="81287" y="266796"/>
                  </a:lnTo>
                  <a:lnTo>
                    <a:pt x="80835" y="267152"/>
                  </a:lnTo>
                  <a:lnTo>
                    <a:pt x="80693" y="267267"/>
                  </a:lnTo>
                  <a:lnTo>
                    <a:pt x="80224" y="267645"/>
                  </a:lnTo>
                  <a:lnTo>
                    <a:pt x="79857" y="268390"/>
                  </a:lnTo>
                  <a:lnTo>
                    <a:pt x="79733" y="268593"/>
                  </a:lnTo>
                  <a:lnTo>
                    <a:pt x="79650" y="268731"/>
                  </a:lnTo>
                  <a:lnTo>
                    <a:pt x="79507" y="268950"/>
                  </a:lnTo>
                  <a:lnTo>
                    <a:pt x="79389" y="269134"/>
                  </a:lnTo>
                  <a:lnTo>
                    <a:pt x="79131" y="269454"/>
                  </a:lnTo>
                  <a:lnTo>
                    <a:pt x="79059" y="269963"/>
                  </a:lnTo>
                  <a:lnTo>
                    <a:pt x="78963" y="270303"/>
                  </a:lnTo>
                  <a:lnTo>
                    <a:pt x="78927" y="270431"/>
                  </a:lnTo>
                  <a:lnTo>
                    <a:pt x="78755" y="271031"/>
                  </a:lnTo>
                  <a:lnTo>
                    <a:pt x="78861" y="271618"/>
                  </a:lnTo>
                  <a:lnTo>
                    <a:pt x="79102" y="272096"/>
                  </a:lnTo>
                  <a:lnTo>
                    <a:pt x="79293" y="272086"/>
                  </a:lnTo>
                  <a:lnTo>
                    <a:pt x="79479" y="272079"/>
                  </a:lnTo>
                  <a:lnTo>
                    <a:pt x="79799" y="272328"/>
                  </a:lnTo>
                  <a:lnTo>
                    <a:pt x="79936" y="272606"/>
                  </a:lnTo>
                  <a:lnTo>
                    <a:pt x="80041" y="272762"/>
                  </a:lnTo>
                  <a:lnTo>
                    <a:pt x="80338" y="273207"/>
                  </a:lnTo>
                  <a:lnTo>
                    <a:pt x="80484" y="273422"/>
                  </a:lnTo>
                  <a:lnTo>
                    <a:pt x="80848" y="273806"/>
                  </a:lnTo>
                  <a:lnTo>
                    <a:pt x="81338" y="274407"/>
                  </a:lnTo>
                  <a:lnTo>
                    <a:pt x="81289" y="274742"/>
                  </a:lnTo>
                  <a:lnTo>
                    <a:pt x="81190" y="276343"/>
                  </a:lnTo>
                  <a:lnTo>
                    <a:pt x="80929" y="276642"/>
                  </a:lnTo>
                  <a:lnTo>
                    <a:pt x="80949" y="276783"/>
                  </a:lnTo>
                  <a:lnTo>
                    <a:pt x="80843" y="279288"/>
                  </a:lnTo>
                  <a:lnTo>
                    <a:pt x="81025" y="279622"/>
                  </a:lnTo>
                  <a:lnTo>
                    <a:pt x="81444" y="280196"/>
                  </a:lnTo>
                  <a:lnTo>
                    <a:pt x="81722" y="280609"/>
                  </a:lnTo>
                  <a:lnTo>
                    <a:pt x="81564" y="280874"/>
                  </a:lnTo>
                  <a:lnTo>
                    <a:pt x="81421" y="281123"/>
                  </a:lnTo>
                  <a:lnTo>
                    <a:pt x="80993" y="281862"/>
                  </a:lnTo>
                  <a:lnTo>
                    <a:pt x="80887" y="282049"/>
                  </a:lnTo>
                  <a:lnTo>
                    <a:pt x="80700" y="282459"/>
                  </a:lnTo>
                  <a:lnTo>
                    <a:pt x="80600" y="282699"/>
                  </a:lnTo>
                  <a:lnTo>
                    <a:pt x="80547" y="283035"/>
                  </a:lnTo>
                  <a:lnTo>
                    <a:pt x="80548" y="283357"/>
                  </a:lnTo>
                  <a:lnTo>
                    <a:pt x="80641" y="284056"/>
                  </a:lnTo>
                  <a:lnTo>
                    <a:pt x="80091" y="285778"/>
                  </a:lnTo>
                  <a:lnTo>
                    <a:pt x="79717" y="286087"/>
                  </a:lnTo>
                  <a:lnTo>
                    <a:pt x="79660" y="286234"/>
                  </a:lnTo>
                  <a:lnTo>
                    <a:pt x="79606" y="286573"/>
                  </a:lnTo>
                  <a:lnTo>
                    <a:pt x="79397" y="287031"/>
                  </a:lnTo>
                  <a:lnTo>
                    <a:pt x="79065" y="287626"/>
                  </a:lnTo>
                  <a:lnTo>
                    <a:pt x="78991" y="287792"/>
                  </a:lnTo>
                  <a:lnTo>
                    <a:pt x="78927" y="287937"/>
                  </a:lnTo>
                  <a:lnTo>
                    <a:pt x="78850" y="288103"/>
                  </a:lnTo>
                  <a:lnTo>
                    <a:pt x="78665" y="288497"/>
                  </a:lnTo>
                  <a:lnTo>
                    <a:pt x="78564" y="288673"/>
                  </a:lnTo>
                  <a:lnTo>
                    <a:pt x="78293" y="289335"/>
                  </a:lnTo>
                  <a:lnTo>
                    <a:pt x="78141" y="289605"/>
                  </a:lnTo>
                  <a:lnTo>
                    <a:pt x="78066" y="289737"/>
                  </a:lnTo>
                  <a:lnTo>
                    <a:pt x="77964" y="289910"/>
                  </a:lnTo>
                  <a:lnTo>
                    <a:pt x="77820" y="290148"/>
                  </a:lnTo>
                  <a:lnTo>
                    <a:pt x="77714" y="290345"/>
                  </a:lnTo>
                  <a:lnTo>
                    <a:pt x="77469" y="290759"/>
                  </a:lnTo>
                  <a:lnTo>
                    <a:pt x="77305" y="291030"/>
                  </a:lnTo>
                  <a:lnTo>
                    <a:pt x="77210" y="291275"/>
                  </a:lnTo>
                  <a:lnTo>
                    <a:pt x="77122" y="291498"/>
                  </a:lnTo>
                  <a:lnTo>
                    <a:pt x="77059" y="291654"/>
                  </a:lnTo>
                  <a:lnTo>
                    <a:pt x="76993" y="291811"/>
                  </a:lnTo>
                  <a:lnTo>
                    <a:pt x="76811" y="292010"/>
                  </a:lnTo>
                  <a:lnTo>
                    <a:pt x="76732" y="292218"/>
                  </a:lnTo>
                  <a:lnTo>
                    <a:pt x="76734" y="292495"/>
                  </a:lnTo>
                  <a:lnTo>
                    <a:pt x="76600" y="292845"/>
                  </a:lnTo>
                  <a:lnTo>
                    <a:pt x="76564" y="293299"/>
                  </a:lnTo>
                  <a:lnTo>
                    <a:pt x="76518" y="293963"/>
                  </a:lnTo>
                  <a:lnTo>
                    <a:pt x="76483" y="294411"/>
                  </a:lnTo>
                  <a:lnTo>
                    <a:pt x="76219" y="294953"/>
                  </a:lnTo>
                  <a:lnTo>
                    <a:pt x="75531" y="296325"/>
                  </a:lnTo>
                  <a:lnTo>
                    <a:pt x="76802" y="295473"/>
                  </a:lnTo>
                  <a:lnTo>
                    <a:pt x="77050" y="295888"/>
                  </a:lnTo>
                  <a:lnTo>
                    <a:pt x="77165" y="296072"/>
                  </a:lnTo>
                  <a:lnTo>
                    <a:pt x="77472" y="296584"/>
                  </a:lnTo>
                  <a:lnTo>
                    <a:pt x="77596" y="296787"/>
                  </a:lnTo>
                  <a:lnTo>
                    <a:pt x="77704" y="296945"/>
                  </a:lnTo>
                  <a:lnTo>
                    <a:pt x="78103" y="297531"/>
                  </a:lnTo>
                  <a:lnTo>
                    <a:pt x="78234" y="297961"/>
                  </a:lnTo>
                  <a:lnTo>
                    <a:pt x="78276" y="298100"/>
                  </a:lnTo>
                  <a:lnTo>
                    <a:pt x="78362" y="298424"/>
                  </a:lnTo>
                  <a:lnTo>
                    <a:pt x="78404" y="298801"/>
                  </a:lnTo>
                  <a:lnTo>
                    <a:pt x="78468" y="299224"/>
                  </a:lnTo>
                  <a:lnTo>
                    <a:pt x="78449" y="299390"/>
                  </a:lnTo>
                  <a:lnTo>
                    <a:pt x="78332" y="299650"/>
                  </a:lnTo>
                  <a:lnTo>
                    <a:pt x="78159" y="300092"/>
                  </a:lnTo>
                  <a:lnTo>
                    <a:pt x="78150" y="300549"/>
                  </a:lnTo>
                  <a:lnTo>
                    <a:pt x="78158" y="301508"/>
                  </a:lnTo>
                  <a:lnTo>
                    <a:pt x="78343" y="301724"/>
                  </a:lnTo>
                  <a:lnTo>
                    <a:pt x="78573" y="301993"/>
                  </a:lnTo>
                  <a:lnTo>
                    <a:pt x="78892" y="302378"/>
                  </a:lnTo>
                  <a:lnTo>
                    <a:pt x="79110" y="302646"/>
                  </a:lnTo>
                  <a:lnTo>
                    <a:pt x="78747" y="302855"/>
                  </a:lnTo>
                  <a:lnTo>
                    <a:pt x="78189" y="303253"/>
                  </a:lnTo>
                  <a:lnTo>
                    <a:pt x="78282" y="303392"/>
                  </a:lnTo>
                  <a:lnTo>
                    <a:pt x="78433" y="303509"/>
                  </a:lnTo>
                  <a:lnTo>
                    <a:pt x="78607" y="303820"/>
                  </a:lnTo>
                  <a:lnTo>
                    <a:pt x="78601" y="304206"/>
                  </a:lnTo>
                  <a:lnTo>
                    <a:pt x="78794" y="306190"/>
                  </a:lnTo>
                  <a:lnTo>
                    <a:pt x="79062" y="306571"/>
                  </a:lnTo>
                  <a:lnTo>
                    <a:pt x="79427" y="307131"/>
                  </a:lnTo>
                  <a:lnTo>
                    <a:pt x="79655" y="307165"/>
                  </a:lnTo>
                  <a:lnTo>
                    <a:pt x="80031" y="307589"/>
                  </a:lnTo>
                  <a:lnTo>
                    <a:pt x="80229" y="307832"/>
                  </a:lnTo>
                  <a:lnTo>
                    <a:pt x="80069" y="308215"/>
                  </a:lnTo>
                  <a:lnTo>
                    <a:pt x="80038" y="308702"/>
                  </a:lnTo>
                  <a:lnTo>
                    <a:pt x="79933" y="308954"/>
                  </a:lnTo>
                  <a:lnTo>
                    <a:pt x="79869" y="309136"/>
                  </a:lnTo>
                  <a:lnTo>
                    <a:pt x="79791" y="309481"/>
                  </a:lnTo>
                  <a:lnTo>
                    <a:pt x="79707" y="309791"/>
                  </a:lnTo>
                  <a:lnTo>
                    <a:pt x="78821" y="310810"/>
                  </a:lnTo>
                  <a:lnTo>
                    <a:pt x="78587" y="311074"/>
                  </a:lnTo>
                  <a:lnTo>
                    <a:pt x="77901" y="311658"/>
                  </a:lnTo>
                  <a:lnTo>
                    <a:pt x="77549" y="311891"/>
                  </a:lnTo>
                  <a:lnTo>
                    <a:pt x="77386" y="312012"/>
                  </a:lnTo>
                  <a:lnTo>
                    <a:pt x="77004" y="312319"/>
                  </a:lnTo>
                  <a:lnTo>
                    <a:pt x="76683" y="312618"/>
                  </a:lnTo>
                  <a:lnTo>
                    <a:pt x="75777" y="313821"/>
                  </a:lnTo>
                  <a:lnTo>
                    <a:pt x="74793" y="315206"/>
                  </a:lnTo>
                  <a:lnTo>
                    <a:pt x="74067" y="316316"/>
                  </a:lnTo>
                  <a:lnTo>
                    <a:pt x="73998" y="317368"/>
                  </a:lnTo>
                  <a:lnTo>
                    <a:pt x="73921" y="318201"/>
                  </a:lnTo>
                  <a:lnTo>
                    <a:pt x="74019" y="319635"/>
                  </a:lnTo>
                  <a:lnTo>
                    <a:pt x="74169" y="321836"/>
                  </a:lnTo>
                  <a:lnTo>
                    <a:pt x="74313" y="323954"/>
                  </a:lnTo>
                  <a:lnTo>
                    <a:pt x="74505" y="327535"/>
                  </a:lnTo>
                  <a:lnTo>
                    <a:pt x="74426" y="328007"/>
                  </a:lnTo>
                  <a:lnTo>
                    <a:pt x="73599" y="329534"/>
                  </a:lnTo>
                  <a:lnTo>
                    <a:pt x="73425" y="329793"/>
                  </a:lnTo>
                  <a:lnTo>
                    <a:pt x="73287" y="329983"/>
                  </a:lnTo>
                  <a:lnTo>
                    <a:pt x="73085" y="330272"/>
                  </a:lnTo>
                  <a:lnTo>
                    <a:pt x="72741" y="330528"/>
                  </a:lnTo>
                  <a:lnTo>
                    <a:pt x="71863" y="331203"/>
                  </a:lnTo>
                  <a:lnTo>
                    <a:pt x="71608" y="331399"/>
                  </a:lnTo>
                  <a:lnTo>
                    <a:pt x="71017" y="332284"/>
                  </a:lnTo>
                  <a:lnTo>
                    <a:pt x="70305" y="333106"/>
                  </a:lnTo>
                  <a:lnTo>
                    <a:pt x="69826" y="333767"/>
                  </a:lnTo>
                  <a:lnTo>
                    <a:pt x="69076" y="334623"/>
                  </a:lnTo>
                  <a:lnTo>
                    <a:pt x="68275" y="336031"/>
                  </a:lnTo>
                  <a:lnTo>
                    <a:pt x="67012" y="337882"/>
                  </a:lnTo>
                  <a:lnTo>
                    <a:pt x="66381" y="338808"/>
                  </a:lnTo>
                  <a:lnTo>
                    <a:pt x="65024" y="339642"/>
                  </a:lnTo>
                  <a:lnTo>
                    <a:pt x="64187" y="340279"/>
                  </a:lnTo>
                  <a:lnTo>
                    <a:pt x="63807" y="340568"/>
                  </a:lnTo>
                  <a:lnTo>
                    <a:pt x="60305" y="341512"/>
                  </a:lnTo>
                  <a:lnTo>
                    <a:pt x="59890" y="341624"/>
                  </a:lnTo>
                  <a:lnTo>
                    <a:pt x="55842" y="343379"/>
                  </a:lnTo>
                  <a:lnTo>
                    <a:pt x="55087" y="343694"/>
                  </a:lnTo>
                  <a:lnTo>
                    <a:pt x="54725" y="344059"/>
                  </a:lnTo>
                  <a:lnTo>
                    <a:pt x="54432" y="344178"/>
                  </a:lnTo>
                  <a:lnTo>
                    <a:pt x="53040" y="344466"/>
                  </a:lnTo>
                  <a:lnTo>
                    <a:pt x="52608" y="344585"/>
                  </a:lnTo>
                  <a:lnTo>
                    <a:pt x="52339" y="344600"/>
                  </a:lnTo>
                  <a:lnTo>
                    <a:pt x="52120" y="344655"/>
                  </a:lnTo>
                  <a:lnTo>
                    <a:pt x="51972" y="344686"/>
                  </a:lnTo>
                  <a:lnTo>
                    <a:pt x="51671" y="344749"/>
                  </a:lnTo>
                  <a:lnTo>
                    <a:pt x="51466" y="344784"/>
                  </a:lnTo>
                  <a:lnTo>
                    <a:pt x="51180" y="344969"/>
                  </a:lnTo>
                  <a:lnTo>
                    <a:pt x="50929" y="345034"/>
                  </a:lnTo>
                  <a:lnTo>
                    <a:pt x="50393" y="345252"/>
                  </a:lnTo>
                  <a:lnTo>
                    <a:pt x="50190" y="345310"/>
                  </a:lnTo>
                  <a:lnTo>
                    <a:pt x="49953" y="345335"/>
                  </a:lnTo>
                  <a:lnTo>
                    <a:pt x="49684" y="345538"/>
                  </a:lnTo>
                  <a:lnTo>
                    <a:pt x="49341" y="345775"/>
                  </a:lnTo>
                  <a:lnTo>
                    <a:pt x="48693" y="346235"/>
                  </a:lnTo>
                  <a:lnTo>
                    <a:pt x="48373" y="346142"/>
                  </a:lnTo>
                  <a:lnTo>
                    <a:pt x="47496" y="346312"/>
                  </a:lnTo>
                  <a:lnTo>
                    <a:pt x="45500" y="346983"/>
                  </a:lnTo>
                  <a:lnTo>
                    <a:pt x="45297" y="347271"/>
                  </a:lnTo>
                  <a:lnTo>
                    <a:pt x="42625" y="347858"/>
                  </a:lnTo>
                  <a:lnTo>
                    <a:pt x="41920" y="348164"/>
                  </a:lnTo>
                  <a:lnTo>
                    <a:pt x="40979" y="348572"/>
                  </a:lnTo>
                  <a:lnTo>
                    <a:pt x="39074" y="348756"/>
                  </a:lnTo>
                  <a:lnTo>
                    <a:pt x="0" y="409319"/>
                  </a:lnTo>
                  <a:lnTo>
                    <a:pt x="346" y="409722"/>
                  </a:lnTo>
                  <a:lnTo>
                    <a:pt x="922" y="410390"/>
                  </a:lnTo>
                  <a:lnTo>
                    <a:pt x="1424" y="410972"/>
                  </a:lnTo>
                  <a:lnTo>
                    <a:pt x="1802" y="411408"/>
                  </a:lnTo>
                  <a:lnTo>
                    <a:pt x="15278" y="427025"/>
                  </a:lnTo>
                  <a:lnTo>
                    <a:pt x="23668" y="436746"/>
                  </a:lnTo>
                  <a:lnTo>
                    <a:pt x="24484" y="437669"/>
                  </a:lnTo>
                  <a:lnTo>
                    <a:pt x="28373" y="441963"/>
                  </a:lnTo>
                  <a:lnTo>
                    <a:pt x="29655" y="443329"/>
                  </a:lnTo>
                  <a:lnTo>
                    <a:pt x="31332" y="444977"/>
                  </a:lnTo>
                  <a:lnTo>
                    <a:pt x="33081" y="446547"/>
                  </a:lnTo>
                  <a:lnTo>
                    <a:pt x="34899" y="448037"/>
                  </a:lnTo>
                  <a:lnTo>
                    <a:pt x="39334" y="451507"/>
                  </a:lnTo>
                  <a:lnTo>
                    <a:pt x="39757" y="451835"/>
                  </a:lnTo>
                  <a:lnTo>
                    <a:pt x="40881" y="452657"/>
                  </a:lnTo>
                  <a:lnTo>
                    <a:pt x="41655" y="453222"/>
                  </a:lnTo>
                  <a:lnTo>
                    <a:pt x="43613" y="454523"/>
                  </a:lnTo>
                  <a:lnTo>
                    <a:pt x="45627" y="455734"/>
                  </a:lnTo>
                  <a:lnTo>
                    <a:pt x="46798" y="456403"/>
                  </a:lnTo>
                  <a:lnTo>
                    <a:pt x="47153" y="456603"/>
                  </a:lnTo>
                  <a:lnTo>
                    <a:pt x="79157" y="474543"/>
                  </a:lnTo>
                  <a:lnTo>
                    <a:pt x="90844" y="481094"/>
                  </a:lnTo>
                  <a:lnTo>
                    <a:pt x="91123" y="481249"/>
                  </a:lnTo>
                  <a:lnTo>
                    <a:pt x="93205" y="482339"/>
                  </a:lnTo>
                  <a:lnTo>
                    <a:pt x="95334" y="483334"/>
                  </a:lnTo>
                  <a:lnTo>
                    <a:pt x="97505" y="484232"/>
                  </a:lnTo>
                  <a:lnTo>
                    <a:pt x="99715" y="485032"/>
                  </a:lnTo>
                  <a:lnTo>
                    <a:pt x="100705" y="485365"/>
                  </a:lnTo>
                  <a:lnTo>
                    <a:pt x="123374" y="492996"/>
                  </a:lnTo>
                  <a:lnTo>
                    <a:pt x="126433" y="494025"/>
                  </a:lnTo>
                  <a:lnTo>
                    <a:pt x="127211" y="494281"/>
                  </a:lnTo>
                  <a:lnTo>
                    <a:pt x="129465" y="494945"/>
                  </a:lnTo>
                  <a:lnTo>
                    <a:pt x="131747" y="495507"/>
                  </a:lnTo>
                  <a:lnTo>
                    <a:pt x="134051" y="495965"/>
                  </a:lnTo>
                  <a:lnTo>
                    <a:pt x="136374" y="496320"/>
                  </a:lnTo>
                  <a:lnTo>
                    <a:pt x="144755" y="497407"/>
                  </a:lnTo>
                  <a:lnTo>
                    <a:pt x="173594" y="501147"/>
                  </a:lnTo>
                  <a:lnTo>
                    <a:pt x="186314" y="502797"/>
                  </a:lnTo>
                  <a:lnTo>
                    <a:pt x="188366" y="503022"/>
                  </a:lnTo>
                  <a:lnTo>
                    <a:pt x="190709" y="503179"/>
                  </a:lnTo>
                  <a:lnTo>
                    <a:pt x="193057" y="503231"/>
                  </a:lnTo>
                  <a:lnTo>
                    <a:pt x="200040" y="503227"/>
                  </a:lnTo>
                  <a:lnTo>
                    <a:pt x="200689" y="503223"/>
                  </a:lnTo>
                  <a:lnTo>
                    <a:pt x="203036" y="503139"/>
                  </a:lnTo>
                  <a:lnTo>
                    <a:pt x="205377" y="502950"/>
                  </a:lnTo>
                  <a:lnTo>
                    <a:pt x="207708" y="502657"/>
                  </a:lnTo>
                  <a:lnTo>
                    <a:pt x="210022" y="502258"/>
                  </a:lnTo>
                  <a:lnTo>
                    <a:pt x="214490" y="501385"/>
                  </a:lnTo>
                  <a:lnTo>
                    <a:pt x="215872" y="501089"/>
                  </a:lnTo>
                  <a:lnTo>
                    <a:pt x="216359" y="500984"/>
                  </a:lnTo>
                  <a:lnTo>
                    <a:pt x="218633" y="500399"/>
                  </a:lnTo>
                  <a:lnTo>
                    <a:pt x="224325" y="498796"/>
                  </a:lnTo>
                  <a:lnTo>
                    <a:pt x="225113" y="498567"/>
                  </a:lnTo>
                  <a:lnTo>
                    <a:pt x="226810" y="498060"/>
                  </a:lnTo>
                  <a:lnTo>
                    <a:pt x="232236" y="496438"/>
                  </a:lnTo>
                  <a:lnTo>
                    <a:pt x="251040" y="490823"/>
                  </a:lnTo>
                  <a:lnTo>
                    <a:pt x="262349" y="487445"/>
                  </a:lnTo>
                  <a:lnTo>
                    <a:pt x="272981" y="484270"/>
                  </a:lnTo>
                  <a:lnTo>
                    <a:pt x="273314" y="484169"/>
                  </a:lnTo>
                  <a:lnTo>
                    <a:pt x="275543" y="483432"/>
                  </a:lnTo>
                  <a:lnTo>
                    <a:pt x="292855" y="477273"/>
                  </a:lnTo>
                  <a:lnTo>
                    <a:pt x="300819" y="474439"/>
                  </a:lnTo>
                  <a:lnTo>
                    <a:pt x="301089" y="474342"/>
                  </a:lnTo>
                  <a:lnTo>
                    <a:pt x="303586" y="473437"/>
                  </a:lnTo>
                  <a:lnTo>
                    <a:pt x="308257" y="471748"/>
                  </a:lnTo>
                  <a:lnTo>
                    <a:pt x="309638" y="471248"/>
                  </a:lnTo>
                  <a:lnTo>
                    <a:pt x="311020" y="470725"/>
                  </a:lnTo>
                  <a:lnTo>
                    <a:pt x="313184" y="469815"/>
                  </a:lnTo>
                  <a:lnTo>
                    <a:pt x="315305" y="468809"/>
                  </a:lnTo>
                  <a:lnTo>
                    <a:pt x="316175" y="468347"/>
                  </a:lnTo>
                  <a:lnTo>
                    <a:pt x="317378" y="467708"/>
                  </a:lnTo>
                  <a:lnTo>
                    <a:pt x="319400" y="466515"/>
                  </a:lnTo>
                  <a:lnTo>
                    <a:pt x="321366" y="465232"/>
                  </a:lnTo>
                  <a:lnTo>
                    <a:pt x="323273" y="463863"/>
                  </a:lnTo>
                  <a:lnTo>
                    <a:pt x="328373" y="460021"/>
                  </a:lnTo>
                  <a:lnTo>
                    <a:pt x="331178" y="457909"/>
                  </a:lnTo>
                  <a:lnTo>
                    <a:pt x="332987" y="456546"/>
                  </a:lnTo>
                  <a:lnTo>
                    <a:pt x="340803" y="450660"/>
                  </a:lnTo>
                  <a:lnTo>
                    <a:pt x="341109" y="450430"/>
                  </a:lnTo>
                  <a:lnTo>
                    <a:pt x="346215" y="446584"/>
                  </a:lnTo>
                  <a:lnTo>
                    <a:pt x="348992" y="444493"/>
                  </a:lnTo>
                  <a:lnTo>
                    <a:pt x="351864" y="442330"/>
                  </a:lnTo>
                  <a:lnTo>
                    <a:pt x="357141" y="438356"/>
                  </a:lnTo>
                  <a:lnTo>
                    <a:pt x="357729" y="437907"/>
                  </a:lnTo>
                  <a:lnTo>
                    <a:pt x="360486" y="435768"/>
                  </a:lnTo>
                  <a:lnTo>
                    <a:pt x="371969" y="426865"/>
                  </a:lnTo>
                  <a:lnTo>
                    <a:pt x="374720" y="424731"/>
                  </a:lnTo>
                  <a:lnTo>
                    <a:pt x="377396" y="422656"/>
                  </a:lnTo>
                  <a:lnTo>
                    <a:pt x="380335" y="420377"/>
                  </a:lnTo>
                  <a:lnTo>
                    <a:pt x="382812" y="418457"/>
                  </a:lnTo>
                  <a:lnTo>
                    <a:pt x="384829" y="416893"/>
                  </a:lnTo>
                  <a:lnTo>
                    <a:pt x="385169" y="416627"/>
                  </a:lnTo>
                  <a:lnTo>
                    <a:pt x="386978" y="415133"/>
                  </a:lnTo>
                  <a:lnTo>
                    <a:pt x="388386" y="413859"/>
                  </a:lnTo>
                  <a:lnTo>
                    <a:pt x="388719" y="413558"/>
                  </a:lnTo>
                  <a:lnTo>
                    <a:pt x="398748" y="404072"/>
                  </a:lnTo>
                  <a:lnTo>
                    <a:pt x="400330" y="402576"/>
                  </a:lnTo>
                  <a:lnTo>
                    <a:pt x="401498" y="401472"/>
                  </a:lnTo>
                  <a:lnTo>
                    <a:pt x="403610" y="399474"/>
                  </a:lnTo>
                  <a:lnTo>
                    <a:pt x="407598" y="395701"/>
                  </a:lnTo>
                  <a:lnTo>
                    <a:pt x="408106" y="395221"/>
                  </a:lnTo>
                  <a:lnTo>
                    <a:pt x="414493" y="389181"/>
                  </a:lnTo>
                  <a:lnTo>
                    <a:pt x="427357" y="377014"/>
                  </a:lnTo>
                  <a:lnTo>
                    <a:pt x="433832" y="370890"/>
                  </a:lnTo>
                  <a:lnTo>
                    <a:pt x="437910" y="367033"/>
                  </a:lnTo>
                  <a:lnTo>
                    <a:pt x="442614" y="362584"/>
                  </a:lnTo>
                  <a:close/>
                </a:path>
              </a:pathLst>
            </a:custGeom>
            <a:solidFill>
              <a:srgbClr val="C2D5DE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52"/>
            <p:cNvSpPr/>
            <p:nvPr/>
          </p:nvSpPr>
          <p:spPr>
            <a:xfrm>
              <a:off x="4715185" y="5318068"/>
              <a:ext cx="379004" cy="464459"/>
            </a:xfrm>
            <a:custGeom>
              <a:avLst/>
              <a:pathLst>
                <a:path w="379004" h="464459">
                  <a:moveTo>
                    <a:pt x="75384" y="312498"/>
                  </a:moveTo>
                  <a:lnTo>
                    <a:pt x="77055" y="316822"/>
                  </a:lnTo>
                  <a:lnTo>
                    <a:pt x="77302" y="317460"/>
                  </a:lnTo>
                  <a:lnTo>
                    <a:pt x="80174" y="324889"/>
                  </a:lnTo>
                  <a:lnTo>
                    <a:pt x="80522" y="325789"/>
                  </a:lnTo>
                  <a:lnTo>
                    <a:pt x="82097" y="329865"/>
                  </a:lnTo>
                  <a:lnTo>
                    <a:pt x="85143" y="337744"/>
                  </a:lnTo>
                  <a:lnTo>
                    <a:pt x="85732" y="339203"/>
                  </a:lnTo>
                  <a:lnTo>
                    <a:pt x="86695" y="341349"/>
                  </a:lnTo>
                  <a:lnTo>
                    <a:pt x="87753" y="343450"/>
                  </a:lnTo>
                  <a:lnTo>
                    <a:pt x="88905" y="345501"/>
                  </a:lnTo>
                  <a:lnTo>
                    <a:pt x="90199" y="347690"/>
                  </a:lnTo>
                  <a:lnTo>
                    <a:pt x="93602" y="353443"/>
                  </a:lnTo>
                  <a:lnTo>
                    <a:pt x="94846" y="355440"/>
                  </a:lnTo>
                  <a:lnTo>
                    <a:pt x="97511" y="359506"/>
                  </a:lnTo>
                  <a:lnTo>
                    <a:pt x="100172" y="363568"/>
                  </a:lnTo>
                  <a:lnTo>
                    <a:pt x="100945" y="364748"/>
                  </a:lnTo>
                  <a:lnTo>
                    <a:pt x="102494" y="367112"/>
                  </a:lnTo>
                  <a:lnTo>
                    <a:pt x="106714" y="373552"/>
                  </a:lnTo>
                  <a:lnTo>
                    <a:pt x="108491" y="376265"/>
                  </a:lnTo>
                  <a:lnTo>
                    <a:pt x="109720" y="378140"/>
                  </a:lnTo>
                  <a:lnTo>
                    <a:pt x="110825" y="379828"/>
                  </a:lnTo>
                  <a:lnTo>
                    <a:pt x="113271" y="383561"/>
                  </a:lnTo>
                  <a:lnTo>
                    <a:pt x="113476" y="383871"/>
                  </a:lnTo>
                  <a:lnTo>
                    <a:pt x="114823" y="385799"/>
                  </a:lnTo>
                  <a:lnTo>
                    <a:pt x="116103" y="387547"/>
                  </a:lnTo>
                  <a:lnTo>
                    <a:pt x="117194" y="388984"/>
                  </a:lnTo>
                  <a:lnTo>
                    <a:pt x="118690" y="390799"/>
                  </a:lnTo>
                  <a:lnTo>
                    <a:pt x="123184" y="396006"/>
                  </a:lnTo>
                  <a:lnTo>
                    <a:pt x="133345" y="407780"/>
                  </a:lnTo>
                  <a:lnTo>
                    <a:pt x="148602" y="425459"/>
                  </a:lnTo>
                  <a:lnTo>
                    <a:pt x="152313" y="429758"/>
                  </a:lnTo>
                  <a:lnTo>
                    <a:pt x="158137" y="436507"/>
                  </a:lnTo>
                  <a:lnTo>
                    <a:pt x="159828" y="438466"/>
                  </a:lnTo>
                  <a:lnTo>
                    <a:pt x="162996" y="442137"/>
                  </a:lnTo>
                  <a:lnTo>
                    <a:pt x="166576" y="446285"/>
                  </a:lnTo>
                  <a:lnTo>
                    <a:pt x="169476" y="449646"/>
                  </a:lnTo>
                  <a:lnTo>
                    <a:pt x="172515" y="453167"/>
                  </a:lnTo>
                  <a:lnTo>
                    <a:pt x="174266" y="455196"/>
                  </a:lnTo>
                  <a:lnTo>
                    <a:pt x="175950" y="457147"/>
                  </a:lnTo>
                  <a:lnTo>
                    <a:pt x="182262" y="464459"/>
                  </a:lnTo>
                  <a:lnTo>
                    <a:pt x="221337" y="403895"/>
                  </a:lnTo>
                  <a:lnTo>
                    <a:pt x="223242" y="403712"/>
                  </a:lnTo>
                  <a:lnTo>
                    <a:pt x="224182" y="403304"/>
                  </a:lnTo>
                  <a:lnTo>
                    <a:pt x="224887" y="402998"/>
                  </a:lnTo>
                  <a:lnTo>
                    <a:pt x="227560" y="402411"/>
                  </a:lnTo>
                  <a:lnTo>
                    <a:pt x="227763" y="402122"/>
                  </a:lnTo>
                  <a:lnTo>
                    <a:pt x="229759" y="401451"/>
                  </a:lnTo>
                  <a:lnTo>
                    <a:pt x="230635" y="401282"/>
                  </a:lnTo>
                  <a:lnTo>
                    <a:pt x="230956" y="401374"/>
                  </a:lnTo>
                  <a:lnTo>
                    <a:pt x="231604" y="400915"/>
                  </a:lnTo>
                  <a:lnTo>
                    <a:pt x="231946" y="400677"/>
                  </a:lnTo>
                  <a:lnTo>
                    <a:pt x="232216" y="400475"/>
                  </a:lnTo>
                  <a:lnTo>
                    <a:pt x="232452" y="400450"/>
                  </a:lnTo>
                  <a:lnTo>
                    <a:pt x="232977" y="400158"/>
                  </a:lnTo>
                  <a:lnTo>
                    <a:pt x="233191" y="400174"/>
                  </a:lnTo>
                  <a:lnTo>
                    <a:pt x="233516" y="400027"/>
                  </a:lnTo>
                  <a:lnTo>
                    <a:pt x="233729" y="399924"/>
                  </a:lnTo>
                  <a:lnTo>
                    <a:pt x="233933" y="399889"/>
                  </a:lnTo>
                  <a:lnTo>
                    <a:pt x="234255" y="399821"/>
                  </a:lnTo>
                  <a:lnTo>
                    <a:pt x="234383" y="399794"/>
                  </a:lnTo>
                  <a:lnTo>
                    <a:pt x="234740" y="399710"/>
                  </a:lnTo>
                  <a:lnTo>
                    <a:pt x="235029" y="399707"/>
                  </a:lnTo>
                  <a:lnTo>
                    <a:pt x="236213" y="399397"/>
                  </a:lnTo>
                  <a:lnTo>
                    <a:pt x="236694" y="399318"/>
                  </a:lnTo>
                  <a:lnTo>
                    <a:pt x="236988" y="399199"/>
                  </a:lnTo>
                  <a:lnTo>
                    <a:pt x="237350" y="398834"/>
                  </a:lnTo>
                  <a:lnTo>
                    <a:pt x="238104" y="398518"/>
                  </a:lnTo>
                  <a:lnTo>
                    <a:pt x="242152" y="396764"/>
                  </a:lnTo>
                  <a:lnTo>
                    <a:pt x="242568" y="396652"/>
                  </a:lnTo>
                  <a:lnTo>
                    <a:pt x="246069" y="395708"/>
                  </a:lnTo>
                  <a:lnTo>
                    <a:pt x="246449" y="395419"/>
                  </a:lnTo>
                  <a:lnTo>
                    <a:pt x="247286" y="394782"/>
                  </a:lnTo>
                  <a:lnTo>
                    <a:pt x="248643" y="393947"/>
                  </a:lnTo>
                  <a:lnTo>
                    <a:pt x="249274" y="393022"/>
                  </a:lnTo>
                  <a:lnTo>
                    <a:pt x="250538" y="391171"/>
                  </a:lnTo>
                  <a:lnTo>
                    <a:pt x="251338" y="389762"/>
                  </a:lnTo>
                  <a:lnTo>
                    <a:pt x="252089" y="388906"/>
                  </a:lnTo>
                  <a:lnTo>
                    <a:pt x="252567" y="388246"/>
                  </a:lnTo>
                  <a:lnTo>
                    <a:pt x="253280" y="387423"/>
                  </a:lnTo>
                  <a:lnTo>
                    <a:pt x="253870" y="386538"/>
                  </a:lnTo>
                  <a:lnTo>
                    <a:pt x="254125" y="386342"/>
                  </a:lnTo>
                  <a:lnTo>
                    <a:pt x="255003" y="385667"/>
                  </a:lnTo>
                  <a:lnTo>
                    <a:pt x="255347" y="385412"/>
                  </a:lnTo>
                  <a:lnTo>
                    <a:pt x="255550" y="385123"/>
                  </a:lnTo>
                  <a:lnTo>
                    <a:pt x="255688" y="384933"/>
                  </a:lnTo>
                  <a:lnTo>
                    <a:pt x="255862" y="384674"/>
                  </a:lnTo>
                  <a:lnTo>
                    <a:pt x="256689" y="383147"/>
                  </a:lnTo>
                  <a:lnTo>
                    <a:pt x="256768" y="382674"/>
                  </a:lnTo>
                  <a:lnTo>
                    <a:pt x="256576" y="379094"/>
                  </a:lnTo>
                  <a:lnTo>
                    <a:pt x="256431" y="376976"/>
                  </a:lnTo>
                  <a:lnTo>
                    <a:pt x="256281" y="374774"/>
                  </a:lnTo>
                  <a:lnTo>
                    <a:pt x="256184" y="373341"/>
                  </a:lnTo>
                  <a:lnTo>
                    <a:pt x="256261" y="372508"/>
                  </a:lnTo>
                  <a:lnTo>
                    <a:pt x="256330" y="371455"/>
                  </a:lnTo>
                  <a:lnTo>
                    <a:pt x="257056" y="370345"/>
                  </a:lnTo>
                  <a:lnTo>
                    <a:pt x="258805" y="367858"/>
                  </a:lnTo>
                  <a:lnTo>
                    <a:pt x="259118" y="367592"/>
                  </a:lnTo>
                  <a:lnTo>
                    <a:pt x="259448" y="367295"/>
                  </a:lnTo>
                  <a:lnTo>
                    <a:pt x="259663" y="367141"/>
                  </a:lnTo>
                  <a:lnTo>
                    <a:pt x="259981" y="366879"/>
                  </a:lnTo>
                  <a:lnTo>
                    <a:pt x="260692" y="366385"/>
                  </a:lnTo>
                  <a:lnTo>
                    <a:pt x="260850" y="366214"/>
                  </a:lnTo>
                  <a:lnTo>
                    <a:pt x="261207" y="365824"/>
                  </a:lnTo>
                  <a:lnTo>
                    <a:pt x="262016" y="364811"/>
                  </a:lnTo>
                  <a:lnTo>
                    <a:pt x="262054" y="364621"/>
                  </a:lnTo>
                  <a:lnTo>
                    <a:pt x="262131" y="364275"/>
                  </a:lnTo>
                  <a:lnTo>
                    <a:pt x="262227" y="364005"/>
                  </a:lnTo>
                  <a:lnTo>
                    <a:pt x="262299" y="363780"/>
                  </a:lnTo>
                  <a:lnTo>
                    <a:pt x="262331" y="363355"/>
                  </a:lnTo>
                  <a:lnTo>
                    <a:pt x="262492" y="362971"/>
                  </a:lnTo>
                  <a:lnTo>
                    <a:pt x="262137" y="362520"/>
                  </a:lnTo>
                  <a:lnTo>
                    <a:pt x="261845" y="362263"/>
                  </a:lnTo>
                  <a:lnTo>
                    <a:pt x="261483" y="362029"/>
                  </a:lnTo>
                  <a:lnTo>
                    <a:pt x="261324" y="361711"/>
                  </a:lnTo>
                  <a:lnTo>
                    <a:pt x="261016" y="361202"/>
                  </a:lnTo>
                  <a:lnTo>
                    <a:pt x="260877" y="359102"/>
                  </a:lnTo>
                  <a:lnTo>
                    <a:pt x="260870" y="358959"/>
                  </a:lnTo>
                  <a:lnTo>
                    <a:pt x="260675" y="358598"/>
                  </a:lnTo>
                  <a:lnTo>
                    <a:pt x="260544" y="358532"/>
                  </a:lnTo>
                  <a:lnTo>
                    <a:pt x="260504" y="358314"/>
                  </a:lnTo>
                  <a:lnTo>
                    <a:pt x="261010" y="357995"/>
                  </a:lnTo>
                  <a:lnTo>
                    <a:pt x="261322" y="357720"/>
                  </a:lnTo>
                  <a:lnTo>
                    <a:pt x="261155" y="357518"/>
                  </a:lnTo>
                  <a:lnTo>
                    <a:pt x="260719" y="357017"/>
                  </a:lnTo>
                  <a:lnTo>
                    <a:pt x="260599" y="356857"/>
                  </a:lnTo>
                  <a:lnTo>
                    <a:pt x="260425" y="356539"/>
                  </a:lnTo>
                  <a:lnTo>
                    <a:pt x="260413" y="355689"/>
                  </a:lnTo>
                  <a:lnTo>
                    <a:pt x="260422" y="355232"/>
                  </a:lnTo>
                  <a:lnTo>
                    <a:pt x="260594" y="354790"/>
                  </a:lnTo>
                  <a:lnTo>
                    <a:pt x="260712" y="354530"/>
                  </a:lnTo>
                  <a:lnTo>
                    <a:pt x="260732" y="354360"/>
                  </a:lnTo>
                  <a:lnTo>
                    <a:pt x="260667" y="353941"/>
                  </a:lnTo>
                  <a:lnTo>
                    <a:pt x="260625" y="353563"/>
                  </a:lnTo>
                  <a:lnTo>
                    <a:pt x="260539" y="353240"/>
                  </a:lnTo>
                  <a:lnTo>
                    <a:pt x="260496" y="353100"/>
                  </a:lnTo>
                  <a:lnTo>
                    <a:pt x="260366" y="352670"/>
                  </a:lnTo>
                  <a:lnTo>
                    <a:pt x="259966" y="352085"/>
                  </a:lnTo>
                  <a:lnTo>
                    <a:pt x="259820" y="351864"/>
                  </a:lnTo>
                  <a:lnTo>
                    <a:pt x="259734" y="351724"/>
                  </a:lnTo>
                  <a:lnTo>
                    <a:pt x="259423" y="351206"/>
                  </a:lnTo>
                  <a:lnTo>
                    <a:pt x="259290" y="350990"/>
                  </a:lnTo>
                  <a:lnTo>
                    <a:pt x="259065" y="350613"/>
                  </a:lnTo>
                  <a:lnTo>
                    <a:pt x="257798" y="351455"/>
                  </a:lnTo>
                  <a:lnTo>
                    <a:pt x="258482" y="350093"/>
                  </a:lnTo>
                  <a:lnTo>
                    <a:pt x="258745" y="349551"/>
                  </a:lnTo>
                  <a:lnTo>
                    <a:pt x="258780" y="349103"/>
                  </a:lnTo>
                  <a:lnTo>
                    <a:pt x="258835" y="348319"/>
                  </a:lnTo>
                  <a:lnTo>
                    <a:pt x="258864" y="347971"/>
                  </a:lnTo>
                  <a:lnTo>
                    <a:pt x="258996" y="347635"/>
                  </a:lnTo>
                  <a:lnTo>
                    <a:pt x="258995" y="347358"/>
                  </a:lnTo>
                  <a:lnTo>
                    <a:pt x="259074" y="347149"/>
                  </a:lnTo>
                  <a:lnTo>
                    <a:pt x="259259" y="346943"/>
                  </a:lnTo>
                  <a:lnTo>
                    <a:pt x="259322" y="346794"/>
                  </a:lnTo>
                  <a:lnTo>
                    <a:pt x="259384" y="346637"/>
                  </a:lnTo>
                  <a:lnTo>
                    <a:pt x="259472" y="346414"/>
                  </a:lnTo>
                  <a:lnTo>
                    <a:pt x="259568" y="346169"/>
                  </a:lnTo>
                  <a:lnTo>
                    <a:pt x="259814" y="345762"/>
                  </a:lnTo>
                  <a:lnTo>
                    <a:pt x="259976" y="345485"/>
                  </a:lnTo>
                  <a:lnTo>
                    <a:pt x="260082" y="345288"/>
                  </a:lnTo>
                  <a:lnTo>
                    <a:pt x="260227" y="345049"/>
                  </a:lnTo>
                  <a:lnTo>
                    <a:pt x="260328" y="344877"/>
                  </a:lnTo>
                  <a:lnTo>
                    <a:pt x="260404" y="344745"/>
                  </a:lnTo>
                  <a:lnTo>
                    <a:pt x="260679" y="344123"/>
                  </a:lnTo>
                  <a:lnTo>
                    <a:pt x="260826" y="343812"/>
                  </a:lnTo>
                  <a:lnTo>
                    <a:pt x="260968" y="343526"/>
                  </a:lnTo>
                  <a:lnTo>
                    <a:pt x="261129" y="343211"/>
                  </a:lnTo>
                  <a:lnTo>
                    <a:pt x="261189" y="343076"/>
                  </a:lnTo>
                  <a:lnTo>
                    <a:pt x="261253" y="342932"/>
                  </a:lnTo>
                  <a:lnTo>
                    <a:pt x="261391" y="342622"/>
                  </a:lnTo>
                  <a:lnTo>
                    <a:pt x="261659" y="342171"/>
                  </a:lnTo>
                  <a:lnTo>
                    <a:pt x="261868" y="341712"/>
                  </a:lnTo>
                  <a:lnTo>
                    <a:pt x="261922" y="341362"/>
                  </a:lnTo>
                  <a:lnTo>
                    <a:pt x="262053" y="341205"/>
                  </a:lnTo>
                  <a:lnTo>
                    <a:pt x="262322" y="339570"/>
                  </a:lnTo>
                  <a:lnTo>
                    <a:pt x="262903" y="339195"/>
                  </a:lnTo>
                  <a:lnTo>
                    <a:pt x="262800" y="338441"/>
                  </a:lnTo>
                  <a:lnTo>
                    <a:pt x="262809" y="338175"/>
                  </a:lnTo>
                  <a:lnTo>
                    <a:pt x="262879" y="337775"/>
                  </a:lnTo>
                  <a:lnTo>
                    <a:pt x="263061" y="337381"/>
                  </a:lnTo>
                  <a:lnTo>
                    <a:pt x="263149" y="337188"/>
                  </a:lnTo>
                  <a:lnTo>
                    <a:pt x="263396" y="336761"/>
                  </a:lnTo>
                  <a:lnTo>
                    <a:pt x="263684" y="336263"/>
                  </a:lnTo>
                  <a:lnTo>
                    <a:pt x="263841" y="335992"/>
                  </a:lnTo>
                  <a:lnTo>
                    <a:pt x="263982" y="335745"/>
                  </a:lnTo>
                  <a:lnTo>
                    <a:pt x="263533" y="335172"/>
                  </a:lnTo>
                  <a:lnTo>
                    <a:pt x="263286" y="334758"/>
                  </a:lnTo>
                  <a:lnTo>
                    <a:pt x="262987" y="332858"/>
                  </a:lnTo>
                  <a:lnTo>
                    <a:pt x="263212" y="331923"/>
                  </a:lnTo>
                  <a:lnTo>
                    <a:pt x="263202" y="331740"/>
                  </a:lnTo>
                  <a:lnTo>
                    <a:pt x="263577" y="330051"/>
                  </a:lnTo>
                  <a:lnTo>
                    <a:pt x="263551" y="329882"/>
                  </a:lnTo>
                  <a:lnTo>
                    <a:pt x="263600" y="329546"/>
                  </a:lnTo>
                  <a:lnTo>
                    <a:pt x="262839" y="328700"/>
                  </a:lnTo>
                  <a:lnTo>
                    <a:pt x="262722" y="328526"/>
                  </a:lnTo>
                  <a:lnTo>
                    <a:pt x="262597" y="328340"/>
                  </a:lnTo>
                  <a:lnTo>
                    <a:pt x="262304" y="327902"/>
                  </a:lnTo>
                  <a:lnTo>
                    <a:pt x="262199" y="327746"/>
                  </a:lnTo>
                  <a:lnTo>
                    <a:pt x="262062" y="327468"/>
                  </a:lnTo>
                  <a:lnTo>
                    <a:pt x="261742" y="327219"/>
                  </a:lnTo>
                  <a:lnTo>
                    <a:pt x="261556" y="327226"/>
                  </a:lnTo>
                  <a:lnTo>
                    <a:pt x="261364" y="327236"/>
                  </a:lnTo>
                  <a:lnTo>
                    <a:pt x="261123" y="326758"/>
                  </a:lnTo>
                  <a:lnTo>
                    <a:pt x="261050" y="326063"/>
                  </a:lnTo>
                  <a:lnTo>
                    <a:pt x="261189" y="325571"/>
                  </a:lnTo>
                  <a:lnTo>
                    <a:pt x="261225" y="325443"/>
                  </a:lnTo>
                  <a:lnTo>
                    <a:pt x="261321" y="325102"/>
                  </a:lnTo>
                  <a:lnTo>
                    <a:pt x="261394" y="324594"/>
                  </a:lnTo>
                  <a:lnTo>
                    <a:pt x="261683" y="324235"/>
                  </a:lnTo>
                  <a:lnTo>
                    <a:pt x="261770" y="324090"/>
                  </a:lnTo>
                  <a:lnTo>
                    <a:pt x="261913" y="323871"/>
                  </a:lnTo>
                  <a:lnTo>
                    <a:pt x="261995" y="323733"/>
                  </a:lnTo>
                  <a:lnTo>
                    <a:pt x="262120" y="323529"/>
                  </a:lnTo>
                  <a:lnTo>
                    <a:pt x="262486" y="322784"/>
                  </a:lnTo>
                  <a:lnTo>
                    <a:pt x="262955" y="322406"/>
                  </a:lnTo>
                  <a:lnTo>
                    <a:pt x="263164" y="322224"/>
                  </a:lnTo>
                  <a:lnTo>
                    <a:pt x="263550" y="321936"/>
                  </a:lnTo>
                  <a:lnTo>
                    <a:pt x="263781" y="321786"/>
                  </a:lnTo>
                  <a:lnTo>
                    <a:pt x="263977" y="321484"/>
                  </a:lnTo>
                  <a:lnTo>
                    <a:pt x="264391" y="320637"/>
                  </a:lnTo>
                  <a:lnTo>
                    <a:pt x="264591" y="320296"/>
                  </a:lnTo>
                  <a:lnTo>
                    <a:pt x="264825" y="319877"/>
                  </a:lnTo>
                  <a:lnTo>
                    <a:pt x="264976" y="319598"/>
                  </a:lnTo>
                  <a:lnTo>
                    <a:pt x="265084" y="319359"/>
                  </a:lnTo>
                  <a:lnTo>
                    <a:pt x="265158" y="319170"/>
                  </a:lnTo>
                  <a:lnTo>
                    <a:pt x="265231" y="318982"/>
                  </a:lnTo>
                  <a:lnTo>
                    <a:pt x="265315" y="318771"/>
                  </a:lnTo>
                  <a:lnTo>
                    <a:pt x="265415" y="318520"/>
                  </a:lnTo>
                  <a:lnTo>
                    <a:pt x="265505" y="318296"/>
                  </a:lnTo>
                  <a:lnTo>
                    <a:pt x="265565" y="318147"/>
                  </a:lnTo>
                  <a:lnTo>
                    <a:pt x="265733" y="317707"/>
                  </a:lnTo>
                  <a:lnTo>
                    <a:pt x="265791" y="317558"/>
                  </a:lnTo>
                  <a:lnTo>
                    <a:pt x="265495" y="317675"/>
                  </a:lnTo>
                  <a:lnTo>
                    <a:pt x="264376" y="318105"/>
                  </a:lnTo>
                  <a:lnTo>
                    <a:pt x="264037" y="318317"/>
                  </a:lnTo>
                  <a:lnTo>
                    <a:pt x="263707" y="318521"/>
                  </a:lnTo>
                  <a:lnTo>
                    <a:pt x="263350" y="318689"/>
                  </a:lnTo>
                  <a:lnTo>
                    <a:pt x="263081" y="318803"/>
                  </a:lnTo>
                  <a:lnTo>
                    <a:pt x="262544" y="318836"/>
                  </a:lnTo>
                  <a:lnTo>
                    <a:pt x="261627" y="319432"/>
                  </a:lnTo>
                  <a:lnTo>
                    <a:pt x="261306" y="319520"/>
                  </a:lnTo>
                  <a:lnTo>
                    <a:pt x="261133" y="319567"/>
                  </a:lnTo>
                  <a:lnTo>
                    <a:pt x="260690" y="319217"/>
                  </a:lnTo>
                  <a:lnTo>
                    <a:pt x="260257" y="318875"/>
                  </a:lnTo>
                  <a:lnTo>
                    <a:pt x="259856" y="318550"/>
                  </a:lnTo>
                  <a:lnTo>
                    <a:pt x="259531" y="318288"/>
                  </a:lnTo>
                  <a:lnTo>
                    <a:pt x="259345" y="318144"/>
                  </a:lnTo>
                  <a:lnTo>
                    <a:pt x="258846" y="317836"/>
                  </a:lnTo>
                  <a:lnTo>
                    <a:pt x="258618" y="317694"/>
                  </a:lnTo>
                  <a:lnTo>
                    <a:pt x="258445" y="317587"/>
                  </a:lnTo>
                  <a:lnTo>
                    <a:pt x="258045" y="317378"/>
                  </a:lnTo>
                  <a:lnTo>
                    <a:pt x="257679" y="317220"/>
                  </a:lnTo>
                  <a:lnTo>
                    <a:pt x="257425" y="317087"/>
                  </a:lnTo>
                  <a:lnTo>
                    <a:pt x="257128" y="316930"/>
                  </a:lnTo>
                  <a:lnTo>
                    <a:pt x="256730" y="316502"/>
                  </a:lnTo>
                  <a:lnTo>
                    <a:pt x="256552" y="316364"/>
                  </a:lnTo>
                  <a:lnTo>
                    <a:pt x="256389" y="316253"/>
                  </a:lnTo>
                  <a:lnTo>
                    <a:pt x="255898" y="316088"/>
                  </a:lnTo>
                  <a:lnTo>
                    <a:pt x="255691" y="315967"/>
                  </a:lnTo>
                  <a:lnTo>
                    <a:pt x="255511" y="315862"/>
                  </a:lnTo>
                  <a:lnTo>
                    <a:pt x="255236" y="315703"/>
                  </a:lnTo>
                  <a:lnTo>
                    <a:pt x="254747" y="315425"/>
                  </a:lnTo>
                  <a:lnTo>
                    <a:pt x="254571" y="315730"/>
                  </a:lnTo>
                  <a:lnTo>
                    <a:pt x="254211" y="315938"/>
                  </a:lnTo>
                  <a:lnTo>
                    <a:pt x="253716" y="316229"/>
                  </a:lnTo>
                  <a:lnTo>
                    <a:pt x="253301" y="316477"/>
                  </a:lnTo>
                  <a:lnTo>
                    <a:pt x="253053" y="316657"/>
                  </a:lnTo>
                  <a:lnTo>
                    <a:pt x="252315" y="317203"/>
                  </a:lnTo>
                  <a:lnTo>
                    <a:pt x="252154" y="317328"/>
                  </a:lnTo>
                  <a:lnTo>
                    <a:pt x="251715" y="317677"/>
                  </a:lnTo>
                  <a:lnTo>
                    <a:pt x="251471" y="317874"/>
                  </a:lnTo>
                  <a:lnTo>
                    <a:pt x="251180" y="318095"/>
                  </a:lnTo>
                  <a:lnTo>
                    <a:pt x="251004" y="318236"/>
                  </a:lnTo>
                  <a:lnTo>
                    <a:pt x="250830" y="318371"/>
                  </a:lnTo>
                  <a:lnTo>
                    <a:pt x="250401" y="318705"/>
                  </a:lnTo>
                  <a:lnTo>
                    <a:pt x="250000" y="319016"/>
                  </a:lnTo>
                  <a:lnTo>
                    <a:pt x="249768" y="319196"/>
                  </a:lnTo>
                  <a:lnTo>
                    <a:pt x="249593" y="319336"/>
                  </a:lnTo>
                  <a:lnTo>
                    <a:pt x="249408" y="319484"/>
                  </a:lnTo>
                  <a:lnTo>
                    <a:pt x="249267" y="319144"/>
                  </a:lnTo>
                  <a:lnTo>
                    <a:pt x="249201" y="318982"/>
                  </a:lnTo>
                  <a:lnTo>
                    <a:pt x="248823" y="318192"/>
                  </a:lnTo>
                  <a:lnTo>
                    <a:pt x="248587" y="317306"/>
                  </a:lnTo>
                  <a:lnTo>
                    <a:pt x="248463" y="317173"/>
                  </a:lnTo>
                  <a:lnTo>
                    <a:pt x="248397" y="317020"/>
                  </a:lnTo>
                  <a:lnTo>
                    <a:pt x="248324" y="316829"/>
                  </a:lnTo>
                  <a:lnTo>
                    <a:pt x="248108" y="316297"/>
                  </a:lnTo>
                  <a:lnTo>
                    <a:pt x="247961" y="315914"/>
                  </a:lnTo>
                  <a:lnTo>
                    <a:pt x="247908" y="315774"/>
                  </a:lnTo>
                  <a:lnTo>
                    <a:pt x="247045" y="312199"/>
                  </a:lnTo>
                  <a:lnTo>
                    <a:pt x="246547" y="311280"/>
                  </a:lnTo>
                  <a:lnTo>
                    <a:pt x="246547" y="311141"/>
                  </a:lnTo>
                  <a:lnTo>
                    <a:pt x="246400" y="311065"/>
                  </a:lnTo>
                  <a:lnTo>
                    <a:pt x="246025" y="310840"/>
                  </a:lnTo>
                  <a:lnTo>
                    <a:pt x="245606" y="310575"/>
                  </a:lnTo>
                  <a:lnTo>
                    <a:pt x="245350" y="310299"/>
                  </a:lnTo>
                  <a:lnTo>
                    <a:pt x="244865" y="309933"/>
                  </a:lnTo>
                  <a:lnTo>
                    <a:pt x="243872" y="309219"/>
                  </a:lnTo>
                  <a:lnTo>
                    <a:pt x="243533" y="308976"/>
                  </a:lnTo>
                  <a:lnTo>
                    <a:pt x="243179" y="308720"/>
                  </a:lnTo>
                  <a:lnTo>
                    <a:pt x="242755" y="308428"/>
                  </a:lnTo>
                  <a:lnTo>
                    <a:pt x="242727" y="307740"/>
                  </a:lnTo>
                  <a:lnTo>
                    <a:pt x="242876" y="307542"/>
                  </a:lnTo>
                  <a:lnTo>
                    <a:pt x="243232" y="307067"/>
                  </a:lnTo>
                  <a:lnTo>
                    <a:pt x="243421" y="306816"/>
                  </a:lnTo>
                  <a:lnTo>
                    <a:pt x="243736" y="306367"/>
                  </a:lnTo>
                  <a:lnTo>
                    <a:pt x="243956" y="306043"/>
                  </a:lnTo>
                  <a:lnTo>
                    <a:pt x="244393" y="305401"/>
                  </a:lnTo>
                  <a:lnTo>
                    <a:pt x="244874" y="304733"/>
                  </a:lnTo>
                  <a:lnTo>
                    <a:pt x="245524" y="304438"/>
                  </a:lnTo>
                  <a:lnTo>
                    <a:pt x="245719" y="304349"/>
                  </a:lnTo>
                  <a:lnTo>
                    <a:pt x="246314" y="304078"/>
                  </a:lnTo>
                  <a:lnTo>
                    <a:pt x="246600" y="303968"/>
                  </a:lnTo>
                  <a:lnTo>
                    <a:pt x="246743" y="303907"/>
                  </a:lnTo>
                  <a:lnTo>
                    <a:pt x="247011" y="303808"/>
                  </a:lnTo>
                  <a:lnTo>
                    <a:pt x="247384" y="303670"/>
                  </a:lnTo>
                  <a:lnTo>
                    <a:pt x="247667" y="303553"/>
                  </a:lnTo>
                  <a:lnTo>
                    <a:pt x="247929" y="303444"/>
                  </a:lnTo>
                  <a:lnTo>
                    <a:pt x="248695" y="303130"/>
                  </a:lnTo>
                  <a:lnTo>
                    <a:pt x="248864" y="303181"/>
                  </a:lnTo>
                  <a:lnTo>
                    <a:pt x="249144" y="303267"/>
                  </a:lnTo>
                  <a:lnTo>
                    <a:pt x="249815" y="303477"/>
                  </a:lnTo>
                  <a:lnTo>
                    <a:pt x="249965" y="303529"/>
                  </a:lnTo>
                  <a:lnTo>
                    <a:pt x="250249" y="303628"/>
                  </a:lnTo>
                  <a:lnTo>
                    <a:pt x="250520" y="303695"/>
                  </a:lnTo>
                  <a:lnTo>
                    <a:pt x="251443" y="303911"/>
                  </a:lnTo>
                  <a:lnTo>
                    <a:pt x="252189" y="304085"/>
                  </a:lnTo>
                  <a:lnTo>
                    <a:pt x="252683" y="304210"/>
                  </a:lnTo>
                  <a:lnTo>
                    <a:pt x="253553" y="304127"/>
                  </a:lnTo>
                  <a:lnTo>
                    <a:pt x="254211" y="303993"/>
                  </a:lnTo>
                  <a:lnTo>
                    <a:pt x="254495" y="303934"/>
                  </a:lnTo>
                  <a:lnTo>
                    <a:pt x="254748" y="303882"/>
                  </a:lnTo>
                  <a:lnTo>
                    <a:pt x="255364" y="303754"/>
                  </a:lnTo>
                  <a:lnTo>
                    <a:pt x="255792" y="303667"/>
                  </a:lnTo>
                  <a:lnTo>
                    <a:pt x="256140" y="303601"/>
                  </a:lnTo>
                  <a:lnTo>
                    <a:pt x="256410" y="303532"/>
                  </a:lnTo>
                  <a:lnTo>
                    <a:pt x="257092" y="303400"/>
                  </a:lnTo>
                  <a:lnTo>
                    <a:pt x="257282" y="303356"/>
                  </a:lnTo>
                  <a:lnTo>
                    <a:pt x="258723" y="303036"/>
                  </a:lnTo>
                  <a:lnTo>
                    <a:pt x="259497" y="302926"/>
                  </a:lnTo>
                  <a:lnTo>
                    <a:pt x="260139" y="302687"/>
                  </a:lnTo>
                  <a:lnTo>
                    <a:pt x="260643" y="302488"/>
                  </a:lnTo>
                  <a:lnTo>
                    <a:pt x="261035" y="302336"/>
                  </a:lnTo>
                  <a:lnTo>
                    <a:pt x="261319" y="302227"/>
                  </a:lnTo>
                  <a:lnTo>
                    <a:pt x="262212" y="301886"/>
                  </a:lnTo>
                  <a:lnTo>
                    <a:pt x="262726" y="301687"/>
                  </a:lnTo>
                  <a:lnTo>
                    <a:pt x="263013" y="301584"/>
                  </a:lnTo>
                  <a:lnTo>
                    <a:pt x="263307" y="301540"/>
                  </a:lnTo>
                  <a:lnTo>
                    <a:pt x="263765" y="301513"/>
                  </a:lnTo>
                  <a:lnTo>
                    <a:pt x="263993" y="301499"/>
                  </a:lnTo>
                  <a:lnTo>
                    <a:pt x="264199" y="301486"/>
                  </a:lnTo>
                  <a:lnTo>
                    <a:pt x="264804" y="301408"/>
                  </a:lnTo>
                  <a:lnTo>
                    <a:pt x="265440" y="301318"/>
                  </a:lnTo>
                  <a:lnTo>
                    <a:pt x="265824" y="301260"/>
                  </a:lnTo>
                  <a:lnTo>
                    <a:pt x="265996" y="301234"/>
                  </a:lnTo>
                  <a:lnTo>
                    <a:pt x="266363" y="301004"/>
                  </a:lnTo>
                  <a:lnTo>
                    <a:pt x="266772" y="300749"/>
                  </a:lnTo>
                  <a:lnTo>
                    <a:pt x="267022" y="300587"/>
                  </a:lnTo>
                  <a:lnTo>
                    <a:pt x="267219" y="300461"/>
                  </a:lnTo>
                  <a:lnTo>
                    <a:pt x="267739" y="300127"/>
                  </a:lnTo>
                  <a:lnTo>
                    <a:pt x="268128" y="299876"/>
                  </a:lnTo>
                  <a:lnTo>
                    <a:pt x="268378" y="299715"/>
                  </a:lnTo>
                  <a:lnTo>
                    <a:pt x="268582" y="299584"/>
                  </a:lnTo>
                  <a:lnTo>
                    <a:pt x="268896" y="299382"/>
                  </a:lnTo>
                  <a:lnTo>
                    <a:pt x="269100" y="299250"/>
                  </a:lnTo>
                  <a:lnTo>
                    <a:pt x="269176" y="298978"/>
                  </a:lnTo>
                  <a:lnTo>
                    <a:pt x="269340" y="297902"/>
                  </a:lnTo>
                  <a:lnTo>
                    <a:pt x="269372" y="297690"/>
                  </a:lnTo>
                  <a:lnTo>
                    <a:pt x="269417" y="297423"/>
                  </a:lnTo>
                  <a:lnTo>
                    <a:pt x="269465" y="297186"/>
                  </a:lnTo>
                  <a:lnTo>
                    <a:pt x="269437" y="297011"/>
                  </a:lnTo>
                  <a:lnTo>
                    <a:pt x="269336" y="296399"/>
                  </a:lnTo>
                  <a:lnTo>
                    <a:pt x="269155" y="295228"/>
                  </a:lnTo>
                  <a:lnTo>
                    <a:pt x="268984" y="294161"/>
                  </a:lnTo>
                  <a:lnTo>
                    <a:pt x="268171" y="291863"/>
                  </a:lnTo>
                  <a:lnTo>
                    <a:pt x="267957" y="290997"/>
                  </a:lnTo>
                  <a:lnTo>
                    <a:pt x="267774" y="290692"/>
                  </a:lnTo>
                  <a:lnTo>
                    <a:pt x="267400" y="290108"/>
                  </a:lnTo>
                  <a:lnTo>
                    <a:pt x="267266" y="289948"/>
                  </a:lnTo>
                  <a:lnTo>
                    <a:pt x="266714" y="289427"/>
                  </a:lnTo>
                  <a:lnTo>
                    <a:pt x="266254" y="288869"/>
                  </a:lnTo>
                  <a:lnTo>
                    <a:pt x="265841" y="288381"/>
                  </a:lnTo>
                  <a:lnTo>
                    <a:pt x="265465" y="287924"/>
                  </a:lnTo>
                  <a:lnTo>
                    <a:pt x="265302" y="287740"/>
                  </a:lnTo>
                  <a:lnTo>
                    <a:pt x="265190" y="287612"/>
                  </a:lnTo>
                  <a:lnTo>
                    <a:pt x="264047" y="286634"/>
                  </a:lnTo>
                  <a:lnTo>
                    <a:pt x="264070" y="286470"/>
                  </a:lnTo>
                  <a:lnTo>
                    <a:pt x="264120" y="286087"/>
                  </a:lnTo>
                  <a:lnTo>
                    <a:pt x="264195" y="285516"/>
                  </a:lnTo>
                  <a:lnTo>
                    <a:pt x="264850" y="282467"/>
                  </a:lnTo>
                  <a:lnTo>
                    <a:pt x="264895" y="282265"/>
                  </a:lnTo>
                  <a:lnTo>
                    <a:pt x="265095" y="281352"/>
                  </a:lnTo>
                  <a:lnTo>
                    <a:pt x="265060" y="281131"/>
                  </a:lnTo>
                  <a:lnTo>
                    <a:pt x="264921" y="281016"/>
                  </a:lnTo>
                  <a:lnTo>
                    <a:pt x="264825" y="280875"/>
                  </a:lnTo>
                  <a:lnTo>
                    <a:pt x="264734" y="280601"/>
                  </a:lnTo>
                  <a:lnTo>
                    <a:pt x="264036" y="280118"/>
                  </a:lnTo>
                  <a:lnTo>
                    <a:pt x="263551" y="280318"/>
                  </a:lnTo>
                  <a:lnTo>
                    <a:pt x="262693" y="280383"/>
                  </a:lnTo>
                  <a:lnTo>
                    <a:pt x="262471" y="280243"/>
                  </a:lnTo>
                  <a:lnTo>
                    <a:pt x="261531" y="280098"/>
                  </a:lnTo>
                  <a:lnTo>
                    <a:pt x="261230" y="279696"/>
                  </a:lnTo>
                  <a:lnTo>
                    <a:pt x="259173" y="279013"/>
                  </a:lnTo>
                  <a:lnTo>
                    <a:pt x="258012" y="279433"/>
                  </a:lnTo>
                  <a:lnTo>
                    <a:pt x="257675" y="279252"/>
                  </a:lnTo>
                  <a:lnTo>
                    <a:pt x="257499" y="278723"/>
                  </a:lnTo>
                  <a:lnTo>
                    <a:pt x="257566" y="278561"/>
                  </a:lnTo>
                  <a:lnTo>
                    <a:pt x="257947" y="277639"/>
                  </a:lnTo>
                  <a:lnTo>
                    <a:pt x="258268" y="276863"/>
                  </a:lnTo>
                  <a:lnTo>
                    <a:pt x="258406" y="276528"/>
                  </a:lnTo>
                  <a:lnTo>
                    <a:pt x="258801" y="275578"/>
                  </a:lnTo>
                  <a:lnTo>
                    <a:pt x="259231" y="274768"/>
                  </a:lnTo>
                  <a:lnTo>
                    <a:pt x="259367" y="274215"/>
                  </a:lnTo>
                  <a:lnTo>
                    <a:pt x="259466" y="273978"/>
                  </a:lnTo>
                  <a:lnTo>
                    <a:pt x="259920" y="273032"/>
                  </a:lnTo>
                  <a:lnTo>
                    <a:pt x="260213" y="272409"/>
                  </a:lnTo>
                  <a:lnTo>
                    <a:pt x="260465" y="271874"/>
                  </a:lnTo>
                  <a:lnTo>
                    <a:pt x="260652" y="271492"/>
                  </a:lnTo>
                  <a:lnTo>
                    <a:pt x="260754" y="271284"/>
                  </a:lnTo>
                  <a:lnTo>
                    <a:pt x="261027" y="270727"/>
                  </a:lnTo>
                  <a:lnTo>
                    <a:pt x="261092" y="270595"/>
                  </a:lnTo>
                  <a:lnTo>
                    <a:pt x="261225" y="270376"/>
                  </a:lnTo>
                  <a:lnTo>
                    <a:pt x="261681" y="269626"/>
                  </a:lnTo>
                  <a:lnTo>
                    <a:pt x="261921" y="269232"/>
                  </a:lnTo>
                  <a:lnTo>
                    <a:pt x="262531" y="268235"/>
                  </a:lnTo>
                  <a:lnTo>
                    <a:pt x="262976" y="267508"/>
                  </a:lnTo>
                  <a:lnTo>
                    <a:pt x="263260" y="267041"/>
                  </a:lnTo>
                  <a:lnTo>
                    <a:pt x="263673" y="266362"/>
                  </a:lnTo>
                  <a:lnTo>
                    <a:pt x="263712" y="266164"/>
                  </a:lnTo>
                  <a:lnTo>
                    <a:pt x="263819" y="265604"/>
                  </a:lnTo>
                  <a:lnTo>
                    <a:pt x="263846" y="265467"/>
                  </a:lnTo>
                  <a:lnTo>
                    <a:pt x="263951" y="264922"/>
                  </a:lnTo>
                  <a:lnTo>
                    <a:pt x="263997" y="264680"/>
                  </a:lnTo>
                  <a:lnTo>
                    <a:pt x="264058" y="264366"/>
                  </a:lnTo>
                  <a:lnTo>
                    <a:pt x="265021" y="262662"/>
                  </a:lnTo>
                  <a:lnTo>
                    <a:pt x="266322" y="260359"/>
                  </a:lnTo>
                  <a:lnTo>
                    <a:pt x="266979" y="259701"/>
                  </a:lnTo>
                  <a:lnTo>
                    <a:pt x="267197" y="259482"/>
                  </a:lnTo>
                  <a:lnTo>
                    <a:pt x="267628" y="259050"/>
                  </a:lnTo>
                  <a:lnTo>
                    <a:pt x="267798" y="258880"/>
                  </a:lnTo>
                  <a:lnTo>
                    <a:pt x="267971" y="258706"/>
                  </a:lnTo>
                  <a:lnTo>
                    <a:pt x="268677" y="257728"/>
                  </a:lnTo>
                  <a:lnTo>
                    <a:pt x="269289" y="256880"/>
                  </a:lnTo>
                  <a:lnTo>
                    <a:pt x="269596" y="256455"/>
                  </a:lnTo>
                  <a:lnTo>
                    <a:pt x="269987" y="255915"/>
                  </a:lnTo>
                  <a:lnTo>
                    <a:pt x="270789" y="254805"/>
                  </a:lnTo>
                  <a:lnTo>
                    <a:pt x="271047" y="254449"/>
                  </a:lnTo>
                  <a:lnTo>
                    <a:pt x="271184" y="254259"/>
                  </a:lnTo>
                  <a:lnTo>
                    <a:pt x="271974" y="253165"/>
                  </a:lnTo>
                  <a:lnTo>
                    <a:pt x="272136" y="252941"/>
                  </a:lnTo>
                  <a:lnTo>
                    <a:pt x="272392" y="252588"/>
                  </a:lnTo>
                  <a:lnTo>
                    <a:pt x="272523" y="252406"/>
                  </a:lnTo>
                  <a:lnTo>
                    <a:pt x="272661" y="251652"/>
                  </a:lnTo>
                  <a:lnTo>
                    <a:pt x="272911" y="251555"/>
                  </a:lnTo>
                  <a:lnTo>
                    <a:pt x="273178" y="250842"/>
                  </a:lnTo>
                  <a:lnTo>
                    <a:pt x="273132" y="250655"/>
                  </a:lnTo>
                  <a:lnTo>
                    <a:pt x="273088" y="250393"/>
                  </a:lnTo>
                  <a:lnTo>
                    <a:pt x="273041" y="250257"/>
                  </a:lnTo>
                  <a:lnTo>
                    <a:pt x="272844" y="250116"/>
                  </a:lnTo>
                  <a:lnTo>
                    <a:pt x="269505" y="250391"/>
                  </a:lnTo>
                  <a:lnTo>
                    <a:pt x="269454" y="250240"/>
                  </a:lnTo>
                  <a:lnTo>
                    <a:pt x="269402" y="250015"/>
                  </a:lnTo>
                  <a:lnTo>
                    <a:pt x="269318" y="249788"/>
                  </a:lnTo>
                  <a:lnTo>
                    <a:pt x="269149" y="249483"/>
                  </a:lnTo>
                  <a:lnTo>
                    <a:pt x="269001" y="249359"/>
                  </a:lnTo>
                  <a:lnTo>
                    <a:pt x="268806" y="249304"/>
                  </a:lnTo>
                  <a:lnTo>
                    <a:pt x="267979" y="249060"/>
                  </a:lnTo>
                  <a:lnTo>
                    <a:pt x="267965" y="248156"/>
                  </a:lnTo>
                  <a:lnTo>
                    <a:pt x="267947" y="246994"/>
                  </a:lnTo>
                  <a:lnTo>
                    <a:pt x="267914" y="244968"/>
                  </a:lnTo>
                  <a:lnTo>
                    <a:pt x="267907" y="244516"/>
                  </a:lnTo>
                  <a:lnTo>
                    <a:pt x="267904" y="244292"/>
                  </a:lnTo>
                  <a:lnTo>
                    <a:pt x="267877" y="242650"/>
                  </a:lnTo>
                  <a:lnTo>
                    <a:pt x="269300" y="241782"/>
                  </a:lnTo>
                  <a:lnTo>
                    <a:pt x="270385" y="241119"/>
                  </a:lnTo>
                  <a:lnTo>
                    <a:pt x="273169" y="239418"/>
                  </a:lnTo>
                  <a:lnTo>
                    <a:pt x="274171" y="238806"/>
                  </a:lnTo>
                  <a:lnTo>
                    <a:pt x="275272" y="238133"/>
                  </a:lnTo>
                  <a:lnTo>
                    <a:pt x="275442" y="238028"/>
                  </a:lnTo>
                  <a:lnTo>
                    <a:pt x="277060" y="237039"/>
                  </a:lnTo>
                  <a:lnTo>
                    <a:pt x="277732" y="236630"/>
                  </a:lnTo>
                  <a:lnTo>
                    <a:pt x="278230" y="236325"/>
                  </a:lnTo>
                  <a:lnTo>
                    <a:pt x="278566" y="236120"/>
                  </a:lnTo>
                  <a:lnTo>
                    <a:pt x="279363" y="234577"/>
                  </a:lnTo>
                  <a:lnTo>
                    <a:pt x="280018" y="233312"/>
                  </a:lnTo>
                  <a:lnTo>
                    <a:pt x="280471" y="232435"/>
                  </a:lnTo>
                  <a:lnTo>
                    <a:pt x="280716" y="231962"/>
                  </a:lnTo>
                  <a:lnTo>
                    <a:pt x="281352" y="230733"/>
                  </a:lnTo>
                  <a:lnTo>
                    <a:pt x="281664" y="230130"/>
                  </a:lnTo>
                  <a:lnTo>
                    <a:pt x="281760" y="229944"/>
                  </a:lnTo>
                  <a:lnTo>
                    <a:pt x="282094" y="229298"/>
                  </a:lnTo>
                  <a:lnTo>
                    <a:pt x="282696" y="228135"/>
                  </a:lnTo>
                  <a:lnTo>
                    <a:pt x="283520" y="226542"/>
                  </a:lnTo>
                  <a:lnTo>
                    <a:pt x="283685" y="226221"/>
                  </a:lnTo>
                  <a:lnTo>
                    <a:pt x="283936" y="225737"/>
                  </a:lnTo>
                  <a:lnTo>
                    <a:pt x="284402" y="224835"/>
                  </a:lnTo>
                  <a:lnTo>
                    <a:pt x="285619" y="224450"/>
                  </a:lnTo>
                  <a:lnTo>
                    <a:pt x="286447" y="224188"/>
                  </a:lnTo>
                  <a:lnTo>
                    <a:pt x="286710" y="224105"/>
                  </a:lnTo>
                  <a:lnTo>
                    <a:pt x="287503" y="223854"/>
                  </a:lnTo>
                  <a:lnTo>
                    <a:pt x="287717" y="223786"/>
                  </a:lnTo>
                  <a:lnTo>
                    <a:pt x="288119" y="223659"/>
                  </a:lnTo>
                  <a:lnTo>
                    <a:pt x="288519" y="223533"/>
                  </a:lnTo>
                  <a:lnTo>
                    <a:pt x="289658" y="223171"/>
                  </a:lnTo>
                  <a:lnTo>
                    <a:pt x="289958" y="222463"/>
                  </a:lnTo>
                  <a:lnTo>
                    <a:pt x="290191" y="221871"/>
                  </a:lnTo>
                  <a:lnTo>
                    <a:pt x="290420" y="221287"/>
                  </a:lnTo>
                  <a:lnTo>
                    <a:pt x="293387" y="218239"/>
                  </a:lnTo>
                  <a:lnTo>
                    <a:pt x="294446" y="217366"/>
                  </a:lnTo>
                  <a:lnTo>
                    <a:pt x="295346" y="216624"/>
                  </a:lnTo>
                  <a:lnTo>
                    <a:pt x="296563" y="215619"/>
                  </a:lnTo>
                  <a:lnTo>
                    <a:pt x="298153" y="214309"/>
                  </a:lnTo>
                  <a:lnTo>
                    <a:pt x="298758" y="214002"/>
                  </a:lnTo>
                  <a:lnTo>
                    <a:pt x="299685" y="213522"/>
                  </a:lnTo>
                  <a:lnTo>
                    <a:pt x="300422" y="213139"/>
                  </a:lnTo>
                  <a:lnTo>
                    <a:pt x="301691" y="212471"/>
                  </a:lnTo>
                  <a:lnTo>
                    <a:pt x="302013" y="211756"/>
                  </a:lnTo>
                  <a:lnTo>
                    <a:pt x="302252" y="211153"/>
                  </a:lnTo>
                  <a:lnTo>
                    <a:pt x="302950" y="209391"/>
                  </a:lnTo>
                  <a:lnTo>
                    <a:pt x="303915" y="208636"/>
                  </a:lnTo>
                  <a:lnTo>
                    <a:pt x="304912" y="207856"/>
                  </a:lnTo>
                  <a:lnTo>
                    <a:pt x="305738" y="207209"/>
                  </a:lnTo>
                  <a:lnTo>
                    <a:pt x="305874" y="207103"/>
                  </a:lnTo>
                  <a:lnTo>
                    <a:pt x="306414" y="206680"/>
                  </a:lnTo>
                  <a:lnTo>
                    <a:pt x="306588" y="206545"/>
                  </a:lnTo>
                  <a:lnTo>
                    <a:pt x="307326" y="205967"/>
                  </a:lnTo>
                  <a:lnTo>
                    <a:pt x="307541" y="205799"/>
                  </a:lnTo>
                  <a:lnTo>
                    <a:pt x="309087" y="204589"/>
                  </a:lnTo>
                  <a:lnTo>
                    <a:pt x="311273" y="202879"/>
                  </a:lnTo>
                  <a:lnTo>
                    <a:pt x="316161" y="199054"/>
                  </a:lnTo>
                  <a:lnTo>
                    <a:pt x="316540" y="198758"/>
                  </a:lnTo>
                  <a:lnTo>
                    <a:pt x="317632" y="197903"/>
                  </a:lnTo>
                  <a:lnTo>
                    <a:pt x="320425" y="195447"/>
                  </a:lnTo>
                  <a:lnTo>
                    <a:pt x="320168" y="195240"/>
                  </a:lnTo>
                  <a:lnTo>
                    <a:pt x="319957" y="194979"/>
                  </a:lnTo>
                  <a:lnTo>
                    <a:pt x="319905" y="194826"/>
                  </a:lnTo>
                  <a:lnTo>
                    <a:pt x="319939" y="194683"/>
                  </a:lnTo>
                  <a:lnTo>
                    <a:pt x="320084" y="194531"/>
                  </a:lnTo>
                  <a:lnTo>
                    <a:pt x="320108" y="194087"/>
                  </a:lnTo>
                  <a:lnTo>
                    <a:pt x="319992" y="193288"/>
                  </a:lnTo>
                  <a:lnTo>
                    <a:pt x="319992" y="193047"/>
                  </a:lnTo>
                  <a:lnTo>
                    <a:pt x="320101" y="192817"/>
                  </a:lnTo>
                  <a:lnTo>
                    <a:pt x="320266" y="192595"/>
                  </a:lnTo>
                  <a:lnTo>
                    <a:pt x="320160" y="192218"/>
                  </a:lnTo>
                  <a:lnTo>
                    <a:pt x="320537" y="191253"/>
                  </a:lnTo>
                  <a:lnTo>
                    <a:pt x="320712" y="190945"/>
                  </a:lnTo>
                  <a:lnTo>
                    <a:pt x="320675" y="190720"/>
                  </a:lnTo>
                  <a:lnTo>
                    <a:pt x="320472" y="190329"/>
                  </a:lnTo>
                  <a:lnTo>
                    <a:pt x="320266" y="190057"/>
                  </a:lnTo>
                  <a:lnTo>
                    <a:pt x="320187" y="189907"/>
                  </a:lnTo>
                  <a:lnTo>
                    <a:pt x="319946" y="189618"/>
                  </a:lnTo>
                  <a:lnTo>
                    <a:pt x="319894" y="189447"/>
                  </a:lnTo>
                  <a:lnTo>
                    <a:pt x="319859" y="189313"/>
                  </a:lnTo>
                  <a:lnTo>
                    <a:pt x="319863" y="189053"/>
                  </a:lnTo>
                  <a:lnTo>
                    <a:pt x="319791" y="188847"/>
                  </a:lnTo>
                  <a:lnTo>
                    <a:pt x="319713" y="188678"/>
                  </a:lnTo>
                  <a:lnTo>
                    <a:pt x="319580" y="188427"/>
                  </a:lnTo>
                  <a:lnTo>
                    <a:pt x="319481" y="188282"/>
                  </a:lnTo>
                  <a:lnTo>
                    <a:pt x="319207" y="188103"/>
                  </a:lnTo>
                  <a:lnTo>
                    <a:pt x="319059" y="188085"/>
                  </a:lnTo>
                  <a:lnTo>
                    <a:pt x="318844" y="188071"/>
                  </a:lnTo>
                  <a:lnTo>
                    <a:pt x="318677" y="188082"/>
                  </a:lnTo>
                  <a:lnTo>
                    <a:pt x="318518" y="188106"/>
                  </a:lnTo>
                  <a:lnTo>
                    <a:pt x="318382" y="188118"/>
                  </a:lnTo>
                  <a:lnTo>
                    <a:pt x="318061" y="188050"/>
                  </a:lnTo>
                  <a:lnTo>
                    <a:pt x="318262" y="187578"/>
                  </a:lnTo>
                  <a:lnTo>
                    <a:pt x="318363" y="187051"/>
                  </a:lnTo>
                  <a:lnTo>
                    <a:pt x="318471" y="186917"/>
                  </a:lnTo>
                  <a:lnTo>
                    <a:pt x="318799" y="186737"/>
                  </a:lnTo>
                  <a:lnTo>
                    <a:pt x="319048" y="186483"/>
                  </a:lnTo>
                  <a:lnTo>
                    <a:pt x="319059" y="186333"/>
                  </a:lnTo>
                  <a:lnTo>
                    <a:pt x="319019" y="186176"/>
                  </a:lnTo>
                  <a:lnTo>
                    <a:pt x="319059" y="186008"/>
                  </a:lnTo>
                  <a:lnTo>
                    <a:pt x="319130" y="185815"/>
                  </a:lnTo>
                  <a:lnTo>
                    <a:pt x="319320" y="185639"/>
                  </a:lnTo>
                  <a:lnTo>
                    <a:pt x="319517" y="185496"/>
                  </a:lnTo>
                  <a:lnTo>
                    <a:pt x="319676" y="185431"/>
                  </a:lnTo>
                  <a:lnTo>
                    <a:pt x="319861" y="185304"/>
                  </a:lnTo>
                  <a:lnTo>
                    <a:pt x="320011" y="185189"/>
                  </a:lnTo>
                  <a:lnTo>
                    <a:pt x="320196" y="184840"/>
                  </a:lnTo>
                  <a:lnTo>
                    <a:pt x="320093" y="184666"/>
                  </a:lnTo>
                  <a:lnTo>
                    <a:pt x="320743" y="184055"/>
                  </a:lnTo>
                  <a:lnTo>
                    <a:pt x="321127" y="183698"/>
                  </a:lnTo>
                  <a:lnTo>
                    <a:pt x="321272" y="183607"/>
                  </a:lnTo>
                  <a:lnTo>
                    <a:pt x="321589" y="183522"/>
                  </a:lnTo>
                  <a:lnTo>
                    <a:pt x="321868" y="183476"/>
                  </a:lnTo>
                  <a:lnTo>
                    <a:pt x="322131" y="183471"/>
                  </a:lnTo>
                  <a:lnTo>
                    <a:pt x="322712" y="183405"/>
                  </a:lnTo>
                  <a:lnTo>
                    <a:pt x="322860" y="183337"/>
                  </a:lnTo>
                  <a:lnTo>
                    <a:pt x="323017" y="183061"/>
                  </a:lnTo>
                  <a:lnTo>
                    <a:pt x="323572" y="183000"/>
                  </a:lnTo>
                  <a:lnTo>
                    <a:pt x="323861" y="182915"/>
                  </a:lnTo>
                  <a:lnTo>
                    <a:pt x="324025" y="182723"/>
                  </a:lnTo>
                  <a:lnTo>
                    <a:pt x="324217" y="182528"/>
                  </a:lnTo>
                  <a:lnTo>
                    <a:pt x="324381" y="182406"/>
                  </a:lnTo>
                  <a:lnTo>
                    <a:pt x="324580" y="182341"/>
                  </a:lnTo>
                  <a:lnTo>
                    <a:pt x="324731" y="182299"/>
                  </a:lnTo>
                  <a:lnTo>
                    <a:pt x="324895" y="182221"/>
                  </a:lnTo>
                  <a:lnTo>
                    <a:pt x="325052" y="181914"/>
                  </a:lnTo>
                  <a:lnTo>
                    <a:pt x="325066" y="181766"/>
                  </a:lnTo>
                  <a:lnTo>
                    <a:pt x="324974" y="181621"/>
                  </a:lnTo>
                  <a:lnTo>
                    <a:pt x="324801" y="181553"/>
                  </a:lnTo>
                  <a:lnTo>
                    <a:pt x="324555" y="181398"/>
                  </a:lnTo>
                  <a:lnTo>
                    <a:pt x="324576" y="181206"/>
                  </a:lnTo>
                  <a:lnTo>
                    <a:pt x="324714" y="180951"/>
                  </a:lnTo>
                  <a:lnTo>
                    <a:pt x="324824" y="180751"/>
                  </a:lnTo>
                  <a:lnTo>
                    <a:pt x="324890" y="180592"/>
                  </a:lnTo>
                  <a:lnTo>
                    <a:pt x="324855" y="180423"/>
                  </a:lnTo>
                  <a:lnTo>
                    <a:pt x="324791" y="180292"/>
                  </a:lnTo>
                  <a:lnTo>
                    <a:pt x="325009" y="179867"/>
                  </a:lnTo>
                  <a:lnTo>
                    <a:pt x="325499" y="179720"/>
                  </a:lnTo>
                  <a:lnTo>
                    <a:pt x="325837" y="179607"/>
                  </a:lnTo>
                  <a:lnTo>
                    <a:pt x="326095" y="179448"/>
                  </a:lnTo>
                  <a:lnTo>
                    <a:pt x="326198" y="179270"/>
                  </a:lnTo>
                  <a:lnTo>
                    <a:pt x="326351" y="179077"/>
                  </a:lnTo>
                  <a:lnTo>
                    <a:pt x="326484" y="178962"/>
                  </a:lnTo>
                  <a:lnTo>
                    <a:pt x="326625" y="178946"/>
                  </a:lnTo>
                  <a:lnTo>
                    <a:pt x="326871" y="178904"/>
                  </a:lnTo>
                  <a:lnTo>
                    <a:pt x="327136" y="178737"/>
                  </a:lnTo>
                  <a:lnTo>
                    <a:pt x="327187" y="178606"/>
                  </a:lnTo>
                  <a:lnTo>
                    <a:pt x="326353" y="178016"/>
                  </a:lnTo>
                  <a:lnTo>
                    <a:pt x="325530" y="177727"/>
                  </a:lnTo>
                  <a:lnTo>
                    <a:pt x="324686" y="177443"/>
                  </a:lnTo>
                  <a:lnTo>
                    <a:pt x="323261" y="176991"/>
                  </a:lnTo>
                  <a:lnTo>
                    <a:pt x="323057" y="176928"/>
                  </a:lnTo>
                  <a:lnTo>
                    <a:pt x="322754" y="176794"/>
                  </a:lnTo>
                  <a:lnTo>
                    <a:pt x="322074" y="176836"/>
                  </a:lnTo>
                  <a:lnTo>
                    <a:pt x="321709" y="176857"/>
                  </a:lnTo>
                  <a:lnTo>
                    <a:pt x="320348" y="176821"/>
                  </a:lnTo>
                  <a:lnTo>
                    <a:pt x="320134" y="176816"/>
                  </a:lnTo>
                  <a:lnTo>
                    <a:pt x="319436" y="176797"/>
                  </a:lnTo>
                  <a:lnTo>
                    <a:pt x="318963" y="176780"/>
                  </a:lnTo>
                  <a:lnTo>
                    <a:pt x="318389" y="176766"/>
                  </a:lnTo>
                  <a:lnTo>
                    <a:pt x="317845" y="176752"/>
                  </a:lnTo>
                  <a:lnTo>
                    <a:pt x="317239" y="176736"/>
                  </a:lnTo>
                  <a:lnTo>
                    <a:pt x="316738" y="176721"/>
                  </a:lnTo>
                  <a:lnTo>
                    <a:pt x="316178" y="176705"/>
                  </a:lnTo>
                  <a:lnTo>
                    <a:pt x="315941" y="176698"/>
                  </a:lnTo>
                  <a:lnTo>
                    <a:pt x="315477" y="176660"/>
                  </a:lnTo>
                  <a:lnTo>
                    <a:pt x="315114" y="176609"/>
                  </a:lnTo>
                  <a:lnTo>
                    <a:pt x="314195" y="174030"/>
                  </a:lnTo>
                  <a:lnTo>
                    <a:pt x="314114" y="173870"/>
                  </a:lnTo>
                  <a:lnTo>
                    <a:pt x="314202" y="173285"/>
                  </a:lnTo>
                  <a:lnTo>
                    <a:pt x="314238" y="173044"/>
                  </a:lnTo>
                  <a:lnTo>
                    <a:pt x="315234" y="166429"/>
                  </a:lnTo>
                  <a:lnTo>
                    <a:pt x="315315" y="165893"/>
                  </a:lnTo>
                  <a:lnTo>
                    <a:pt x="315615" y="163900"/>
                  </a:lnTo>
                  <a:lnTo>
                    <a:pt x="315748" y="163015"/>
                  </a:lnTo>
                  <a:lnTo>
                    <a:pt x="315805" y="162638"/>
                  </a:lnTo>
                  <a:lnTo>
                    <a:pt x="315883" y="162118"/>
                  </a:lnTo>
                  <a:lnTo>
                    <a:pt x="316392" y="158739"/>
                  </a:lnTo>
                  <a:lnTo>
                    <a:pt x="315256" y="154966"/>
                  </a:lnTo>
                  <a:lnTo>
                    <a:pt x="315214" y="154823"/>
                  </a:lnTo>
                  <a:lnTo>
                    <a:pt x="314838" y="153574"/>
                  </a:lnTo>
                  <a:lnTo>
                    <a:pt x="316833" y="143661"/>
                  </a:lnTo>
                  <a:lnTo>
                    <a:pt x="316865" y="143501"/>
                  </a:lnTo>
                  <a:lnTo>
                    <a:pt x="316908" y="143289"/>
                  </a:lnTo>
                  <a:lnTo>
                    <a:pt x="317005" y="142804"/>
                  </a:lnTo>
                  <a:lnTo>
                    <a:pt x="317071" y="142480"/>
                  </a:lnTo>
                  <a:lnTo>
                    <a:pt x="317140" y="142137"/>
                  </a:lnTo>
                  <a:lnTo>
                    <a:pt x="317182" y="141926"/>
                  </a:lnTo>
                  <a:lnTo>
                    <a:pt x="317240" y="141640"/>
                  </a:lnTo>
                  <a:lnTo>
                    <a:pt x="317295" y="141363"/>
                  </a:lnTo>
                  <a:lnTo>
                    <a:pt x="317813" y="140864"/>
                  </a:lnTo>
                  <a:lnTo>
                    <a:pt x="318893" y="139019"/>
                  </a:lnTo>
                  <a:lnTo>
                    <a:pt x="319221" y="137996"/>
                  </a:lnTo>
                  <a:lnTo>
                    <a:pt x="319995" y="137010"/>
                  </a:lnTo>
                  <a:lnTo>
                    <a:pt x="320988" y="134531"/>
                  </a:lnTo>
                  <a:lnTo>
                    <a:pt x="321355" y="133614"/>
                  </a:lnTo>
                  <a:lnTo>
                    <a:pt x="321483" y="133498"/>
                  </a:lnTo>
                  <a:lnTo>
                    <a:pt x="321788" y="133222"/>
                  </a:lnTo>
                  <a:lnTo>
                    <a:pt x="321997" y="132729"/>
                  </a:lnTo>
                  <a:lnTo>
                    <a:pt x="322025" y="132450"/>
                  </a:lnTo>
                  <a:lnTo>
                    <a:pt x="322038" y="132319"/>
                  </a:lnTo>
                  <a:lnTo>
                    <a:pt x="322100" y="131699"/>
                  </a:lnTo>
                  <a:lnTo>
                    <a:pt x="322277" y="131150"/>
                  </a:lnTo>
                  <a:lnTo>
                    <a:pt x="322355" y="130761"/>
                  </a:lnTo>
                  <a:lnTo>
                    <a:pt x="323233" y="129133"/>
                  </a:lnTo>
                  <a:lnTo>
                    <a:pt x="323385" y="128644"/>
                  </a:lnTo>
                  <a:lnTo>
                    <a:pt x="327750" y="121320"/>
                  </a:lnTo>
                  <a:lnTo>
                    <a:pt x="328083" y="121538"/>
                  </a:lnTo>
                  <a:lnTo>
                    <a:pt x="328561" y="122199"/>
                  </a:lnTo>
                  <a:lnTo>
                    <a:pt x="328934" y="123015"/>
                  </a:lnTo>
                  <a:lnTo>
                    <a:pt x="329506" y="123132"/>
                  </a:lnTo>
                  <a:lnTo>
                    <a:pt x="329679" y="123186"/>
                  </a:lnTo>
                  <a:lnTo>
                    <a:pt x="329813" y="123155"/>
                  </a:lnTo>
                  <a:lnTo>
                    <a:pt x="329839" y="123001"/>
                  </a:lnTo>
                  <a:lnTo>
                    <a:pt x="329881" y="122740"/>
                  </a:lnTo>
                  <a:lnTo>
                    <a:pt x="330019" y="122476"/>
                  </a:lnTo>
                  <a:lnTo>
                    <a:pt x="330169" y="122450"/>
                  </a:lnTo>
                  <a:lnTo>
                    <a:pt x="330563" y="122429"/>
                  </a:lnTo>
                  <a:lnTo>
                    <a:pt x="330634" y="122621"/>
                  </a:lnTo>
                  <a:lnTo>
                    <a:pt x="330910" y="122827"/>
                  </a:lnTo>
                  <a:lnTo>
                    <a:pt x="332125" y="121882"/>
                  </a:lnTo>
                  <a:lnTo>
                    <a:pt x="332247" y="121444"/>
                  </a:lnTo>
                  <a:lnTo>
                    <a:pt x="332401" y="121055"/>
                  </a:lnTo>
                  <a:lnTo>
                    <a:pt x="332540" y="121139"/>
                  </a:lnTo>
                  <a:lnTo>
                    <a:pt x="332694" y="121221"/>
                  </a:lnTo>
                  <a:lnTo>
                    <a:pt x="332877" y="121322"/>
                  </a:lnTo>
                  <a:lnTo>
                    <a:pt x="333060" y="121444"/>
                  </a:lnTo>
                  <a:lnTo>
                    <a:pt x="333283" y="121453"/>
                  </a:lnTo>
                  <a:lnTo>
                    <a:pt x="333306" y="121120"/>
                  </a:lnTo>
                  <a:lnTo>
                    <a:pt x="333257" y="120820"/>
                  </a:lnTo>
                  <a:lnTo>
                    <a:pt x="333119" y="120731"/>
                  </a:lnTo>
                  <a:lnTo>
                    <a:pt x="332673" y="120234"/>
                  </a:lnTo>
                  <a:lnTo>
                    <a:pt x="332528" y="120035"/>
                  </a:lnTo>
                  <a:lnTo>
                    <a:pt x="332354" y="119822"/>
                  </a:lnTo>
                  <a:lnTo>
                    <a:pt x="332090" y="119468"/>
                  </a:lnTo>
                  <a:lnTo>
                    <a:pt x="331717" y="119062"/>
                  </a:lnTo>
                  <a:lnTo>
                    <a:pt x="331442" y="118755"/>
                  </a:lnTo>
                  <a:lnTo>
                    <a:pt x="331152" y="118431"/>
                  </a:lnTo>
                  <a:lnTo>
                    <a:pt x="330901" y="118155"/>
                  </a:lnTo>
                  <a:lnTo>
                    <a:pt x="330716" y="117948"/>
                  </a:lnTo>
                  <a:lnTo>
                    <a:pt x="330130" y="117283"/>
                  </a:lnTo>
                  <a:lnTo>
                    <a:pt x="329904" y="116774"/>
                  </a:lnTo>
                  <a:lnTo>
                    <a:pt x="329647" y="116500"/>
                  </a:lnTo>
                  <a:lnTo>
                    <a:pt x="329494" y="116263"/>
                  </a:lnTo>
                  <a:lnTo>
                    <a:pt x="329283" y="116017"/>
                  </a:lnTo>
                  <a:lnTo>
                    <a:pt x="328917" y="115644"/>
                  </a:lnTo>
                  <a:lnTo>
                    <a:pt x="328765" y="115341"/>
                  </a:lnTo>
                  <a:lnTo>
                    <a:pt x="328692" y="115114"/>
                  </a:lnTo>
                  <a:lnTo>
                    <a:pt x="328627" y="114978"/>
                  </a:lnTo>
                  <a:lnTo>
                    <a:pt x="328336" y="114509"/>
                  </a:lnTo>
                  <a:lnTo>
                    <a:pt x="328291" y="114235"/>
                  </a:lnTo>
                  <a:lnTo>
                    <a:pt x="327734" y="113067"/>
                  </a:lnTo>
                  <a:lnTo>
                    <a:pt x="327900" y="112959"/>
                  </a:lnTo>
                  <a:lnTo>
                    <a:pt x="328678" y="112833"/>
                  </a:lnTo>
                  <a:lnTo>
                    <a:pt x="328814" y="112868"/>
                  </a:lnTo>
                  <a:lnTo>
                    <a:pt x="328953" y="112868"/>
                  </a:lnTo>
                  <a:lnTo>
                    <a:pt x="329098" y="112978"/>
                  </a:lnTo>
                  <a:lnTo>
                    <a:pt x="329567" y="112936"/>
                  </a:lnTo>
                  <a:lnTo>
                    <a:pt x="330195" y="112739"/>
                  </a:lnTo>
                  <a:lnTo>
                    <a:pt x="330329" y="112699"/>
                  </a:lnTo>
                  <a:lnTo>
                    <a:pt x="330467" y="112659"/>
                  </a:lnTo>
                  <a:lnTo>
                    <a:pt x="330615" y="112650"/>
                  </a:lnTo>
                  <a:lnTo>
                    <a:pt x="330859" y="112594"/>
                  </a:lnTo>
                  <a:lnTo>
                    <a:pt x="331117" y="112495"/>
                  </a:lnTo>
                  <a:lnTo>
                    <a:pt x="331499" y="112392"/>
                  </a:lnTo>
                  <a:lnTo>
                    <a:pt x="331637" y="112296"/>
                  </a:lnTo>
                  <a:lnTo>
                    <a:pt x="331780" y="112324"/>
                  </a:lnTo>
                  <a:lnTo>
                    <a:pt x="331942" y="112322"/>
                  </a:lnTo>
                  <a:lnTo>
                    <a:pt x="332174" y="112280"/>
                  </a:lnTo>
                  <a:lnTo>
                    <a:pt x="332453" y="112235"/>
                  </a:lnTo>
                  <a:lnTo>
                    <a:pt x="332821" y="112057"/>
                  </a:lnTo>
                  <a:lnTo>
                    <a:pt x="333208" y="111994"/>
                  </a:lnTo>
                  <a:lnTo>
                    <a:pt x="333351" y="111949"/>
                  </a:lnTo>
                  <a:lnTo>
                    <a:pt x="333503" y="111911"/>
                  </a:lnTo>
                  <a:lnTo>
                    <a:pt x="333883" y="111764"/>
                  </a:lnTo>
                  <a:lnTo>
                    <a:pt x="334591" y="111424"/>
                  </a:lnTo>
                  <a:lnTo>
                    <a:pt x="334732" y="111356"/>
                  </a:lnTo>
                  <a:lnTo>
                    <a:pt x="334982" y="111246"/>
                  </a:lnTo>
                  <a:lnTo>
                    <a:pt x="335140" y="111161"/>
                  </a:lnTo>
                  <a:lnTo>
                    <a:pt x="335318" y="111079"/>
                  </a:lnTo>
                  <a:lnTo>
                    <a:pt x="335993" y="110716"/>
                  </a:lnTo>
                  <a:lnTo>
                    <a:pt x="336607" y="110350"/>
                  </a:lnTo>
                  <a:lnTo>
                    <a:pt x="337400" y="110313"/>
                  </a:lnTo>
                  <a:lnTo>
                    <a:pt x="337791" y="110323"/>
                  </a:lnTo>
                  <a:lnTo>
                    <a:pt x="337939" y="110303"/>
                  </a:lnTo>
                  <a:lnTo>
                    <a:pt x="338926" y="109680"/>
                  </a:lnTo>
                  <a:lnTo>
                    <a:pt x="339345" y="109415"/>
                  </a:lnTo>
                  <a:lnTo>
                    <a:pt x="339572" y="109272"/>
                  </a:lnTo>
                  <a:lnTo>
                    <a:pt x="339997" y="109037"/>
                  </a:lnTo>
                  <a:lnTo>
                    <a:pt x="340192" y="108915"/>
                  </a:lnTo>
                  <a:lnTo>
                    <a:pt x="340520" y="108716"/>
                  </a:lnTo>
                  <a:lnTo>
                    <a:pt x="341066" y="108362"/>
                  </a:lnTo>
                  <a:lnTo>
                    <a:pt x="341459" y="108097"/>
                  </a:lnTo>
                  <a:lnTo>
                    <a:pt x="341827" y="107833"/>
                  </a:lnTo>
                  <a:lnTo>
                    <a:pt x="342048" y="107667"/>
                  </a:lnTo>
                  <a:lnTo>
                    <a:pt x="342369" y="107449"/>
                  </a:lnTo>
                  <a:lnTo>
                    <a:pt x="342526" y="107343"/>
                  </a:lnTo>
                  <a:lnTo>
                    <a:pt x="342780" y="107180"/>
                  </a:lnTo>
                  <a:lnTo>
                    <a:pt x="343539" y="106833"/>
                  </a:lnTo>
                  <a:lnTo>
                    <a:pt x="344035" y="106473"/>
                  </a:lnTo>
                  <a:lnTo>
                    <a:pt x="344119" y="106311"/>
                  </a:lnTo>
                  <a:lnTo>
                    <a:pt x="344149" y="105986"/>
                  </a:lnTo>
                  <a:lnTo>
                    <a:pt x="344206" y="105669"/>
                  </a:lnTo>
                  <a:lnTo>
                    <a:pt x="344290" y="105396"/>
                  </a:lnTo>
                  <a:lnTo>
                    <a:pt x="344380" y="105223"/>
                  </a:lnTo>
                  <a:lnTo>
                    <a:pt x="344546" y="105030"/>
                  </a:lnTo>
                  <a:lnTo>
                    <a:pt x="344720" y="104847"/>
                  </a:lnTo>
                  <a:lnTo>
                    <a:pt x="344999" y="104591"/>
                  </a:lnTo>
                  <a:lnTo>
                    <a:pt x="345192" y="104356"/>
                  </a:lnTo>
                  <a:lnTo>
                    <a:pt x="345290" y="104215"/>
                  </a:lnTo>
                  <a:lnTo>
                    <a:pt x="345442" y="103966"/>
                  </a:lnTo>
                  <a:lnTo>
                    <a:pt x="345519" y="103836"/>
                  </a:lnTo>
                  <a:lnTo>
                    <a:pt x="345750" y="103498"/>
                  </a:lnTo>
                  <a:lnTo>
                    <a:pt x="346702" y="102572"/>
                  </a:lnTo>
                  <a:lnTo>
                    <a:pt x="347095" y="102319"/>
                  </a:lnTo>
                  <a:lnTo>
                    <a:pt x="347462" y="102108"/>
                  </a:lnTo>
                  <a:lnTo>
                    <a:pt x="347919" y="101656"/>
                  </a:lnTo>
                  <a:lnTo>
                    <a:pt x="347842" y="101403"/>
                  </a:lnTo>
                  <a:lnTo>
                    <a:pt x="347656" y="101065"/>
                  </a:lnTo>
                  <a:lnTo>
                    <a:pt x="347516" y="100783"/>
                  </a:lnTo>
                  <a:lnTo>
                    <a:pt x="347460" y="100517"/>
                  </a:lnTo>
                  <a:lnTo>
                    <a:pt x="347355" y="100377"/>
                  </a:lnTo>
                  <a:lnTo>
                    <a:pt x="347164" y="99780"/>
                  </a:lnTo>
                  <a:lnTo>
                    <a:pt x="347181" y="99531"/>
                  </a:lnTo>
                  <a:lnTo>
                    <a:pt x="346928" y="98878"/>
                  </a:lnTo>
                  <a:lnTo>
                    <a:pt x="346660" y="98671"/>
                  </a:lnTo>
                  <a:lnTo>
                    <a:pt x="346532" y="98613"/>
                  </a:lnTo>
                  <a:lnTo>
                    <a:pt x="346175" y="98413"/>
                  </a:lnTo>
                  <a:lnTo>
                    <a:pt x="345938" y="98256"/>
                  </a:lnTo>
                  <a:lnTo>
                    <a:pt x="345724" y="98068"/>
                  </a:lnTo>
                  <a:lnTo>
                    <a:pt x="345570" y="97931"/>
                  </a:lnTo>
                  <a:lnTo>
                    <a:pt x="345429" y="97672"/>
                  </a:lnTo>
                  <a:lnTo>
                    <a:pt x="345523" y="97298"/>
                  </a:lnTo>
                  <a:lnTo>
                    <a:pt x="345744" y="96944"/>
                  </a:lnTo>
                  <a:lnTo>
                    <a:pt x="345954" y="96738"/>
                  </a:lnTo>
                  <a:lnTo>
                    <a:pt x="346134" y="96324"/>
                  </a:lnTo>
                  <a:lnTo>
                    <a:pt x="346013" y="96099"/>
                  </a:lnTo>
                  <a:lnTo>
                    <a:pt x="345860" y="95877"/>
                  </a:lnTo>
                  <a:lnTo>
                    <a:pt x="345783" y="95745"/>
                  </a:lnTo>
                  <a:lnTo>
                    <a:pt x="345418" y="95359"/>
                  </a:lnTo>
                  <a:lnTo>
                    <a:pt x="345168" y="95176"/>
                  </a:lnTo>
                  <a:lnTo>
                    <a:pt x="344882" y="95064"/>
                  </a:lnTo>
                  <a:lnTo>
                    <a:pt x="344708" y="95068"/>
                  </a:lnTo>
                  <a:lnTo>
                    <a:pt x="344524" y="94979"/>
                  </a:lnTo>
                  <a:lnTo>
                    <a:pt x="344037" y="94757"/>
                  </a:lnTo>
                  <a:lnTo>
                    <a:pt x="343899" y="94691"/>
                  </a:lnTo>
                  <a:lnTo>
                    <a:pt x="343770" y="94631"/>
                  </a:lnTo>
                  <a:lnTo>
                    <a:pt x="343640" y="94573"/>
                  </a:lnTo>
                  <a:lnTo>
                    <a:pt x="342967" y="94114"/>
                  </a:lnTo>
                  <a:lnTo>
                    <a:pt x="342461" y="93633"/>
                  </a:lnTo>
                  <a:lnTo>
                    <a:pt x="341973" y="93159"/>
                  </a:lnTo>
                  <a:lnTo>
                    <a:pt x="341749" y="93010"/>
                  </a:lnTo>
                  <a:lnTo>
                    <a:pt x="341556" y="92839"/>
                  </a:lnTo>
                  <a:lnTo>
                    <a:pt x="341411" y="92597"/>
                  </a:lnTo>
                  <a:lnTo>
                    <a:pt x="341286" y="92400"/>
                  </a:lnTo>
                  <a:lnTo>
                    <a:pt x="341163" y="92191"/>
                  </a:lnTo>
                  <a:lnTo>
                    <a:pt x="341033" y="91764"/>
                  </a:lnTo>
                  <a:lnTo>
                    <a:pt x="341230" y="91667"/>
                  </a:lnTo>
                  <a:lnTo>
                    <a:pt x="341467" y="91520"/>
                  </a:lnTo>
                  <a:lnTo>
                    <a:pt x="341791" y="91327"/>
                  </a:lnTo>
                  <a:lnTo>
                    <a:pt x="342208" y="91070"/>
                  </a:lnTo>
                  <a:lnTo>
                    <a:pt x="342388" y="90959"/>
                  </a:lnTo>
                  <a:lnTo>
                    <a:pt x="342782" y="90725"/>
                  </a:lnTo>
                  <a:lnTo>
                    <a:pt x="343354" y="90355"/>
                  </a:lnTo>
                  <a:lnTo>
                    <a:pt x="343537" y="90235"/>
                  </a:lnTo>
                  <a:lnTo>
                    <a:pt x="343551" y="90099"/>
                  </a:lnTo>
                  <a:lnTo>
                    <a:pt x="343549" y="89961"/>
                  </a:lnTo>
                  <a:lnTo>
                    <a:pt x="343565" y="89794"/>
                  </a:lnTo>
                  <a:lnTo>
                    <a:pt x="343591" y="89511"/>
                  </a:lnTo>
                  <a:lnTo>
                    <a:pt x="343607" y="89368"/>
                  </a:lnTo>
                  <a:lnTo>
                    <a:pt x="343619" y="89227"/>
                  </a:lnTo>
                  <a:lnTo>
                    <a:pt x="343631" y="89096"/>
                  </a:lnTo>
                  <a:lnTo>
                    <a:pt x="343633" y="88833"/>
                  </a:lnTo>
                  <a:lnTo>
                    <a:pt x="343638" y="88695"/>
                  </a:lnTo>
                  <a:lnTo>
                    <a:pt x="343654" y="88427"/>
                  </a:lnTo>
                  <a:lnTo>
                    <a:pt x="343671" y="88268"/>
                  </a:lnTo>
                  <a:lnTo>
                    <a:pt x="343694" y="88005"/>
                  </a:lnTo>
                  <a:lnTo>
                    <a:pt x="343708" y="87862"/>
                  </a:lnTo>
                  <a:lnTo>
                    <a:pt x="343722" y="87605"/>
                  </a:lnTo>
                  <a:lnTo>
                    <a:pt x="343734" y="87462"/>
                  </a:lnTo>
                  <a:lnTo>
                    <a:pt x="343746" y="87321"/>
                  </a:lnTo>
                  <a:lnTo>
                    <a:pt x="343760" y="87185"/>
                  </a:lnTo>
                  <a:lnTo>
                    <a:pt x="343764" y="86929"/>
                  </a:lnTo>
                  <a:lnTo>
                    <a:pt x="343776" y="86770"/>
                  </a:lnTo>
                  <a:lnTo>
                    <a:pt x="343800" y="86507"/>
                  </a:lnTo>
                  <a:lnTo>
                    <a:pt x="343818" y="86231"/>
                  </a:lnTo>
                  <a:lnTo>
                    <a:pt x="343823" y="86081"/>
                  </a:lnTo>
                  <a:lnTo>
                    <a:pt x="343825" y="85825"/>
                  </a:lnTo>
                  <a:lnTo>
                    <a:pt x="343844" y="85691"/>
                  </a:lnTo>
                  <a:lnTo>
                    <a:pt x="343887" y="85472"/>
                  </a:lnTo>
                  <a:lnTo>
                    <a:pt x="344373" y="83624"/>
                  </a:lnTo>
                  <a:lnTo>
                    <a:pt x="344471" y="83218"/>
                  </a:lnTo>
                  <a:lnTo>
                    <a:pt x="344604" y="82671"/>
                  </a:lnTo>
                  <a:lnTo>
                    <a:pt x="344738" y="82119"/>
                  </a:lnTo>
                  <a:lnTo>
                    <a:pt x="344855" y="81637"/>
                  </a:lnTo>
                  <a:lnTo>
                    <a:pt x="345031" y="80912"/>
                  </a:lnTo>
                  <a:lnTo>
                    <a:pt x="345149" y="80430"/>
                  </a:lnTo>
                  <a:lnTo>
                    <a:pt x="345204" y="80205"/>
                  </a:lnTo>
                  <a:lnTo>
                    <a:pt x="345336" y="79671"/>
                  </a:lnTo>
                  <a:lnTo>
                    <a:pt x="345522" y="78914"/>
                  </a:lnTo>
                  <a:lnTo>
                    <a:pt x="345648" y="78402"/>
                  </a:lnTo>
                  <a:lnTo>
                    <a:pt x="345688" y="78239"/>
                  </a:lnTo>
                  <a:lnTo>
                    <a:pt x="345773" y="78009"/>
                  </a:lnTo>
                  <a:lnTo>
                    <a:pt x="345857" y="77597"/>
                  </a:lnTo>
                  <a:lnTo>
                    <a:pt x="345889" y="77441"/>
                  </a:lnTo>
                  <a:lnTo>
                    <a:pt x="345969" y="77051"/>
                  </a:lnTo>
                  <a:lnTo>
                    <a:pt x="346025" y="76775"/>
                  </a:lnTo>
                  <a:lnTo>
                    <a:pt x="346111" y="76456"/>
                  </a:lnTo>
                  <a:lnTo>
                    <a:pt x="346154" y="76286"/>
                  </a:lnTo>
                  <a:lnTo>
                    <a:pt x="346274" y="75811"/>
                  </a:lnTo>
                  <a:lnTo>
                    <a:pt x="346329" y="75570"/>
                  </a:lnTo>
                  <a:lnTo>
                    <a:pt x="346501" y="74855"/>
                  </a:lnTo>
                  <a:lnTo>
                    <a:pt x="346534" y="74717"/>
                  </a:lnTo>
                  <a:lnTo>
                    <a:pt x="346784" y="73727"/>
                  </a:lnTo>
                  <a:lnTo>
                    <a:pt x="346864" y="73410"/>
                  </a:lnTo>
                  <a:lnTo>
                    <a:pt x="347063" y="72609"/>
                  </a:lnTo>
                  <a:lnTo>
                    <a:pt x="347176" y="72148"/>
                  </a:lnTo>
                  <a:lnTo>
                    <a:pt x="347386" y="71290"/>
                  </a:lnTo>
                  <a:lnTo>
                    <a:pt x="349917" y="71738"/>
                  </a:lnTo>
                  <a:lnTo>
                    <a:pt x="350119" y="71774"/>
                  </a:lnTo>
                  <a:lnTo>
                    <a:pt x="350404" y="71984"/>
                  </a:lnTo>
                  <a:lnTo>
                    <a:pt x="352354" y="73327"/>
                  </a:lnTo>
                  <a:lnTo>
                    <a:pt x="353045" y="73808"/>
                  </a:lnTo>
                  <a:lnTo>
                    <a:pt x="353385" y="74044"/>
                  </a:lnTo>
                  <a:lnTo>
                    <a:pt x="353924" y="74417"/>
                  </a:lnTo>
                  <a:lnTo>
                    <a:pt x="354155" y="74577"/>
                  </a:lnTo>
                  <a:lnTo>
                    <a:pt x="354541" y="74844"/>
                  </a:lnTo>
                  <a:lnTo>
                    <a:pt x="354663" y="74623"/>
                  </a:lnTo>
                  <a:lnTo>
                    <a:pt x="355167" y="73708"/>
                  </a:lnTo>
                  <a:lnTo>
                    <a:pt x="355372" y="73336"/>
                  </a:lnTo>
                  <a:lnTo>
                    <a:pt x="355507" y="73090"/>
                  </a:lnTo>
                  <a:lnTo>
                    <a:pt x="355639" y="72850"/>
                  </a:lnTo>
                  <a:lnTo>
                    <a:pt x="356029" y="72140"/>
                  </a:lnTo>
                  <a:lnTo>
                    <a:pt x="356458" y="71360"/>
                  </a:lnTo>
                  <a:lnTo>
                    <a:pt x="356804" y="70731"/>
                  </a:lnTo>
                  <a:lnTo>
                    <a:pt x="357355" y="70101"/>
                  </a:lnTo>
                  <a:lnTo>
                    <a:pt x="357553" y="69875"/>
                  </a:lnTo>
                  <a:lnTo>
                    <a:pt x="357798" y="69595"/>
                  </a:lnTo>
                  <a:lnTo>
                    <a:pt x="358107" y="69243"/>
                  </a:lnTo>
                  <a:lnTo>
                    <a:pt x="358409" y="68898"/>
                  </a:lnTo>
                  <a:lnTo>
                    <a:pt x="359014" y="68537"/>
                  </a:lnTo>
                  <a:lnTo>
                    <a:pt x="360887" y="66933"/>
                  </a:lnTo>
                  <a:lnTo>
                    <a:pt x="361178" y="66142"/>
                  </a:lnTo>
                  <a:lnTo>
                    <a:pt x="361546" y="65142"/>
                  </a:lnTo>
                  <a:lnTo>
                    <a:pt x="361795" y="64231"/>
                  </a:lnTo>
                  <a:lnTo>
                    <a:pt x="362060" y="63265"/>
                  </a:lnTo>
                  <a:lnTo>
                    <a:pt x="362230" y="62635"/>
                  </a:lnTo>
                  <a:lnTo>
                    <a:pt x="362354" y="62174"/>
                  </a:lnTo>
                  <a:lnTo>
                    <a:pt x="362848" y="60341"/>
                  </a:lnTo>
                  <a:lnTo>
                    <a:pt x="362915" y="60095"/>
                  </a:lnTo>
                  <a:lnTo>
                    <a:pt x="363154" y="58886"/>
                  </a:lnTo>
                  <a:lnTo>
                    <a:pt x="365479" y="57946"/>
                  </a:lnTo>
                  <a:lnTo>
                    <a:pt x="366826" y="57404"/>
                  </a:lnTo>
                  <a:lnTo>
                    <a:pt x="367280" y="57221"/>
                  </a:lnTo>
                  <a:lnTo>
                    <a:pt x="367597" y="57093"/>
                  </a:lnTo>
                  <a:lnTo>
                    <a:pt x="368844" y="56652"/>
                  </a:lnTo>
                  <a:lnTo>
                    <a:pt x="369623" y="56627"/>
                  </a:lnTo>
                  <a:lnTo>
                    <a:pt x="371062" y="56581"/>
                  </a:lnTo>
                  <a:lnTo>
                    <a:pt x="371340" y="56572"/>
                  </a:lnTo>
                  <a:lnTo>
                    <a:pt x="371577" y="56565"/>
                  </a:lnTo>
                  <a:lnTo>
                    <a:pt x="371822" y="56556"/>
                  </a:lnTo>
                  <a:lnTo>
                    <a:pt x="372920" y="56520"/>
                  </a:lnTo>
                  <a:lnTo>
                    <a:pt x="373299" y="56508"/>
                  </a:lnTo>
                  <a:lnTo>
                    <a:pt x="375917" y="56419"/>
                  </a:lnTo>
                  <a:lnTo>
                    <a:pt x="376792" y="56389"/>
                  </a:lnTo>
                  <a:lnTo>
                    <a:pt x="378188" y="56100"/>
                  </a:lnTo>
                  <a:lnTo>
                    <a:pt x="378675" y="55713"/>
                  </a:lnTo>
                  <a:lnTo>
                    <a:pt x="379004" y="55041"/>
                  </a:lnTo>
                  <a:lnTo>
                    <a:pt x="378884" y="54708"/>
                  </a:lnTo>
                  <a:lnTo>
                    <a:pt x="374164" y="51035"/>
                  </a:lnTo>
                  <a:lnTo>
                    <a:pt x="373982" y="50926"/>
                  </a:lnTo>
                  <a:lnTo>
                    <a:pt x="373458" y="50612"/>
                  </a:lnTo>
                  <a:lnTo>
                    <a:pt x="373276" y="50503"/>
                  </a:lnTo>
                  <a:lnTo>
                    <a:pt x="372742" y="50183"/>
                  </a:lnTo>
                  <a:lnTo>
                    <a:pt x="372354" y="49950"/>
                  </a:lnTo>
                  <a:lnTo>
                    <a:pt x="367283" y="46912"/>
                  </a:lnTo>
                  <a:lnTo>
                    <a:pt x="366180" y="46251"/>
                  </a:lnTo>
                  <a:lnTo>
                    <a:pt x="366658" y="44942"/>
                  </a:lnTo>
                  <a:lnTo>
                    <a:pt x="367415" y="42871"/>
                  </a:lnTo>
                  <a:lnTo>
                    <a:pt x="367532" y="40892"/>
                  </a:lnTo>
                  <a:lnTo>
                    <a:pt x="367552" y="40550"/>
                  </a:lnTo>
                  <a:lnTo>
                    <a:pt x="367655" y="38820"/>
                  </a:lnTo>
                  <a:lnTo>
                    <a:pt x="367698" y="38080"/>
                  </a:lnTo>
                  <a:lnTo>
                    <a:pt x="367714" y="37808"/>
                  </a:lnTo>
                  <a:lnTo>
                    <a:pt x="367761" y="37016"/>
                  </a:lnTo>
                  <a:lnTo>
                    <a:pt x="367948" y="33868"/>
                  </a:lnTo>
                  <a:lnTo>
                    <a:pt x="367980" y="33329"/>
                  </a:lnTo>
                  <a:lnTo>
                    <a:pt x="368088" y="31497"/>
                  </a:lnTo>
                  <a:lnTo>
                    <a:pt x="368179" y="29960"/>
                  </a:lnTo>
                  <a:lnTo>
                    <a:pt x="367248" y="26027"/>
                  </a:lnTo>
                  <a:lnTo>
                    <a:pt x="366929" y="24681"/>
                  </a:lnTo>
                  <a:lnTo>
                    <a:pt x="363291" y="24885"/>
                  </a:lnTo>
                  <a:lnTo>
                    <a:pt x="359178" y="25116"/>
                  </a:lnTo>
                  <a:lnTo>
                    <a:pt x="358953" y="25129"/>
                  </a:lnTo>
                  <a:lnTo>
                    <a:pt x="357735" y="25198"/>
                  </a:lnTo>
                  <a:lnTo>
                    <a:pt x="356922" y="25243"/>
                  </a:lnTo>
                  <a:lnTo>
                    <a:pt x="355457" y="25326"/>
                  </a:lnTo>
                  <a:lnTo>
                    <a:pt x="355008" y="25351"/>
                  </a:lnTo>
                  <a:lnTo>
                    <a:pt x="354668" y="25371"/>
                  </a:lnTo>
                  <a:lnTo>
                    <a:pt x="352154" y="25512"/>
                  </a:lnTo>
                  <a:lnTo>
                    <a:pt x="351685" y="25539"/>
                  </a:lnTo>
                  <a:lnTo>
                    <a:pt x="351527" y="25547"/>
                  </a:lnTo>
                  <a:lnTo>
                    <a:pt x="350994" y="25578"/>
                  </a:lnTo>
                  <a:lnTo>
                    <a:pt x="349296" y="26398"/>
                  </a:lnTo>
                  <a:lnTo>
                    <a:pt x="348987" y="26547"/>
                  </a:lnTo>
                  <a:lnTo>
                    <a:pt x="347820" y="27108"/>
                  </a:lnTo>
                  <a:lnTo>
                    <a:pt x="346698" y="27647"/>
                  </a:lnTo>
                  <a:lnTo>
                    <a:pt x="345729" y="28112"/>
                  </a:lnTo>
                  <a:lnTo>
                    <a:pt x="345122" y="28403"/>
                  </a:lnTo>
                  <a:lnTo>
                    <a:pt x="344086" y="28901"/>
                  </a:lnTo>
                  <a:lnTo>
                    <a:pt x="343656" y="29108"/>
                  </a:lnTo>
                  <a:lnTo>
                    <a:pt x="343270" y="29293"/>
                  </a:lnTo>
                  <a:lnTo>
                    <a:pt x="342836" y="29502"/>
                  </a:lnTo>
                  <a:lnTo>
                    <a:pt x="342574" y="29628"/>
                  </a:lnTo>
                  <a:lnTo>
                    <a:pt x="342434" y="29695"/>
                  </a:lnTo>
                  <a:lnTo>
                    <a:pt x="341576" y="30067"/>
                  </a:lnTo>
                  <a:lnTo>
                    <a:pt x="338871" y="31238"/>
                  </a:lnTo>
                  <a:lnTo>
                    <a:pt x="338152" y="31550"/>
                  </a:lnTo>
                  <a:lnTo>
                    <a:pt x="337670" y="31759"/>
                  </a:lnTo>
                  <a:lnTo>
                    <a:pt x="337469" y="31846"/>
                  </a:lnTo>
                  <a:lnTo>
                    <a:pt x="336895" y="32095"/>
                  </a:lnTo>
                  <a:lnTo>
                    <a:pt x="336413" y="32303"/>
                  </a:lnTo>
                  <a:lnTo>
                    <a:pt x="335997" y="32484"/>
                  </a:lnTo>
                  <a:lnTo>
                    <a:pt x="335555" y="32675"/>
                  </a:lnTo>
                  <a:lnTo>
                    <a:pt x="334542" y="33114"/>
                  </a:lnTo>
                  <a:lnTo>
                    <a:pt x="334228" y="33250"/>
                  </a:lnTo>
                  <a:lnTo>
                    <a:pt x="333325" y="33641"/>
                  </a:lnTo>
                  <a:lnTo>
                    <a:pt x="332691" y="33916"/>
                  </a:lnTo>
                  <a:lnTo>
                    <a:pt x="332490" y="34003"/>
                  </a:lnTo>
                  <a:lnTo>
                    <a:pt x="332342" y="34067"/>
                  </a:lnTo>
                  <a:lnTo>
                    <a:pt x="329140" y="35455"/>
                  </a:lnTo>
                  <a:lnTo>
                    <a:pt x="328276" y="35829"/>
                  </a:lnTo>
                  <a:lnTo>
                    <a:pt x="327007" y="36567"/>
                  </a:lnTo>
                  <a:lnTo>
                    <a:pt x="326492" y="36866"/>
                  </a:lnTo>
                  <a:lnTo>
                    <a:pt x="326058" y="37118"/>
                  </a:lnTo>
                  <a:lnTo>
                    <a:pt x="324735" y="37669"/>
                  </a:lnTo>
                  <a:lnTo>
                    <a:pt x="324147" y="37981"/>
                  </a:lnTo>
                  <a:lnTo>
                    <a:pt x="323754" y="38189"/>
                  </a:lnTo>
                  <a:lnTo>
                    <a:pt x="323379" y="38515"/>
                  </a:lnTo>
                  <a:lnTo>
                    <a:pt x="322719" y="38748"/>
                  </a:lnTo>
                  <a:lnTo>
                    <a:pt x="322284" y="38902"/>
                  </a:lnTo>
                  <a:lnTo>
                    <a:pt x="321957" y="39326"/>
                  </a:lnTo>
                  <a:lnTo>
                    <a:pt x="321874" y="39516"/>
                  </a:lnTo>
                  <a:lnTo>
                    <a:pt x="321791" y="40051"/>
                  </a:lnTo>
                  <a:lnTo>
                    <a:pt x="321758" y="40294"/>
                  </a:lnTo>
                  <a:lnTo>
                    <a:pt x="321193" y="40779"/>
                  </a:lnTo>
                  <a:lnTo>
                    <a:pt x="320566" y="40867"/>
                  </a:lnTo>
                  <a:lnTo>
                    <a:pt x="320283" y="40803"/>
                  </a:lnTo>
                  <a:lnTo>
                    <a:pt x="319908" y="40492"/>
                  </a:lnTo>
                  <a:lnTo>
                    <a:pt x="319085" y="40573"/>
                  </a:lnTo>
                  <a:lnTo>
                    <a:pt x="318810" y="40510"/>
                  </a:lnTo>
                  <a:lnTo>
                    <a:pt x="318682" y="40456"/>
                  </a:lnTo>
                  <a:lnTo>
                    <a:pt x="318467" y="40366"/>
                  </a:lnTo>
                  <a:lnTo>
                    <a:pt x="317258" y="40485"/>
                  </a:lnTo>
                  <a:lnTo>
                    <a:pt x="316627" y="40665"/>
                  </a:lnTo>
                  <a:lnTo>
                    <a:pt x="315966" y="40854"/>
                  </a:lnTo>
                  <a:lnTo>
                    <a:pt x="315067" y="41106"/>
                  </a:lnTo>
                  <a:lnTo>
                    <a:pt x="314527" y="41258"/>
                  </a:lnTo>
                  <a:lnTo>
                    <a:pt x="314084" y="41382"/>
                  </a:lnTo>
                  <a:lnTo>
                    <a:pt x="313672" y="41498"/>
                  </a:lnTo>
                  <a:lnTo>
                    <a:pt x="313368" y="41561"/>
                  </a:lnTo>
                  <a:lnTo>
                    <a:pt x="313210" y="41533"/>
                  </a:lnTo>
                  <a:lnTo>
                    <a:pt x="312801" y="41460"/>
                  </a:lnTo>
                  <a:lnTo>
                    <a:pt x="312658" y="41434"/>
                  </a:lnTo>
                  <a:lnTo>
                    <a:pt x="310665" y="40715"/>
                  </a:lnTo>
                  <a:lnTo>
                    <a:pt x="310301" y="40521"/>
                  </a:lnTo>
                  <a:lnTo>
                    <a:pt x="310077" y="40401"/>
                  </a:lnTo>
                  <a:lnTo>
                    <a:pt x="308775" y="39707"/>
                  </a:lnTo>
                  <a:lnTo>
                    <a:pt x="306770" y="38637"/>
                  </a:lnTo>
                  <a:lnTo>
                    <a:pt x="306572" y="37343"/>
                  </a:lnTo>
                  <a:lnTo>
                    <a:pt x="306492" y="36819"/>
                  </a:lnTo>
                  <a:lnTo>
                    <a:pt x="306378" y="36033"/>
                  </a:lnTo>
                  <a:lnTo>
                    <a:pt x="306487" y="35265"/>
                  </a:lnTo>
                  <a:lnTo>
                    <a:pt x="306595" y="34542"/>
                  </a:lnTo>
                  <a:lnTo>
                    <a:pt x="306634" y="34278"/>
                  </a:lnTo>
                  <a:lnTo>
                    <a:pt x="306977" y="33504"/>
                  </a:lnTo>
                  <a:lnTo>
                    <a:pt x="307178" y="33050"/>
                  </a:lnTo>
                  <a:lnTo>
                    <a:pt x="307677" y="31922"/>
                  </a:lnTo>
                  <a:lnTo>
                    <a:pt x="308048" y="31084"/>
                  </a:lnTo>
                  <a:lnTo>
                    <a:pt x="308194" y="30860"/>
                  </a:lnTo>
                  <a:lnTo>
                    <a:pt x="308640" y="30176"/>
                  </a:lnTo>
                  <a:lnTo>
                    <a:pt x="309092" y="29327"/>
                  </a:lnTo>
                  <a:lnTo>
                    <a:pt x="309452" y="28652"/>
                  </a:lnTo>
                  <a:lnTo>
                    <a:pt x="309645" y="28291"/>
                  </a:lnTo>
                  <a:lnTo>
                    <a:pt x="309787" y="27563"/>
                  </a:lnTo>
                  <a:lnTo>
                    <a:pt x="309829" y="27351"/>
                  </a:lnTo>
                  <a:lnTo>
                    <a:pt x="309932" y="26821"/>
                  </a:lnTo>
                  <a:lnTo>
                    <a:pt x="310252" y="26572"/>
                  </a:lnTo>
                  <a:lnTo>
                    <a:pt x="310508" y="26374"/>
                  </a:lnTo>
                  <a:lnTo>
                    <a:pt x="311202" y="24793"/>
                  </a:lnTo>
                  <a:lnTo>
                    <a:pt x="312333" y="23068"/>
                  </a:lnTo>
                  <a:lnTo>
                    <a:pt x="313301" y="21595"/>
                  </a:lnTo>
                  <a:lnTo>
                    <a:pt x="313258" y="21087"/>
                  </a:lnTo>
                  <a:lnTo>
                    <a:pt x="312999" y="20777"/>
                  </a:lnTo>
                  <a:lnTo>
                    <a:pt x="312669" y="20328"/>
                  </a:lnTo>
                  <a:lnTo>
                    <a:pt x="312135" y="18236"/>
                  </a:lnTo>
                  <a:lnTo>
                    <a:pt x="312576" y="16965"/>
                  </a:lnTo>
                  <a:lnTo>
                    <a:pt x="312514" y="15399"/>
                  </a:lnTo>
                  <a:lnTo>
                    <a:pt x="313106" y="14977"/>
                  </a:lnTo>
                  <a:lnTo>
                    <a:pt x="313138" y="14833"/>
                  </a:lnTo>
                  <a:lnTo>
                    <a:pt x="313493" y="13265"/>
                  </a:lnTo>
                  <a:lnTo>
                    <a:pt x="313696" y="12411"/>
                  </a:lnTo>
                  <a:lnTo>
                    <a:pt x="313980" y="11211"/>
                  </a:lnTo>
                  <a:lnTo>
                    <a:pt x="314330" y="9652"/>
                  </a:lnTo>
                  <a:lnTo>
                    <a:pt x="315201" y="8068"/>
                  </a:lnTo>
                  <a:lnTo>
                    <a:pt x="315495" y="7755"/>
                  </a:lnTo>
                  <a:lnTo>
                    <a:pt x="315384" y="7555"/>
                  </a:lnTo>
                  <a:lnTo>
                    <a:pt x="315281" y="7380"/>
                  </a:lnTo>
                  <a:lnTo>
                    <a:pt x="315115" y="7115"/>
                  </a:lnTo>
                  <a:lnTo>
                    <a:pt x="315010" y="6868"/>
                  </a:lnTo>
                  <a:lnTo>
                    <a:pt x="314942" y="6635"/>
                  </a:lnTo>
                  <a:lnTo>
                    <a:pt x="314606" y="5889"/>
                  </a:lnTo>
                  <a:lnTo>
                    <a:pt x="314729" y="5634"/>
                  </a:lnTo>
                  <a:lnTo>
                    <a:pt x="314364" y="5147"/>
                  </a:lnTo>
                  <a:lnTo>
                    <a:pt x="314148" y="4878"/>
                  </a:lnTo>
                  <a:lnTo>
                    <a:pt x="312738" y="3121"/>
                  </a:lnTo>
                  <a:lnTo>
                    <a:pt x="312375" y="2763"/>
                  </a:lnTo>
                  <a:lnTo>
                    <a:pt x="311482" y="1764"/>
                  </a:lnTo>
                  <a:lnTo>
                    <a:pt x="311328" y="1523"/>
                  </a:lnTo>
                  <a:lnTo>
                    <a:pt x="311051" y="1758"/>
                  </a:lnTo>
                  <a:lnTo>
                    <a:pt x="310922" y="1828"/>
                  </a:lnTo>
                  <a:lnTo>
                    <a:pt x="310621" y="1935"/>
                  </a:lnTo>
                  <a:lnTo>
                    <a:pt x="310071" y="2353"/>
                  </a:lnTo>
                  <a:lnTo>
                    <a:pt x="309491" y="2456"/>
                  </a:lnTo>
                  <a:lnTo>
                    <a:pt x="308524" y="2629"/>
                  </a:lnTo>
                  <a:lnTo>
                    <a:pt x="307513" y="2853"/>
                  </a:lnTo>
                  <a:lnTo>
                    <a:pt x="306543" y="3068"/>
                  </a:lnTo>
                  <a:lnTo>
                    <a:pt x="305982" y="3199"/>
                  </a:lnTo>
                  <a:lnTo>
                    <a:pt x="304943" y="3458"/>
                  </a:lnTo>
                  <a:lnTo>
                    <a:pt x="304354" y="3359"/>
                  </a:lnTo>
                  <a:lnTo>
                    <a:pt x="303820" y="3558"/>
                  </a:lnTo>
                  <a:lnTo>
                    <a:pt x="303539" y="3571"/>
                  </a:lnTo>
                  <a:lnTo>
                    <a:pt x="303096" y="3558"/>
                  </a:lnTo>
                  <a:lnTo>
                    <a:pt x="302919" y="3551"/>
                  </a:lnTo>
                  <a:lnTo>
                    <a:pt x="299546" y="3348"/>
                  </a:lnTo>
                  <a:lnTo>
                    <a:pt x="299235" y="2730"/>
                  </a:lnTo>
                  <a:lnTo>
                    <a:pt x="299133" y="2526"/>
                  </a:lnTo>
                  <a:lnTo>
                    <a:pt x="298826" y="1914"/>
                  </a:lnTo>
                  <a:lnTo>
                    <a:pt x="297241" y="900"/>
                  </a:lnTo>
                  <a:lnTo>
                    <a:pt x="296820" y="631"/>
                  </a:lnTo>
                  <a:lnTo>
                    <a:pt x="295832" y="0"/>
                  </a:lnTo>
                  <a:lnTo>
                    <a:pt x="294005" y="1102"/>
                  </a:lnTo>
                  <a:lnTo>
                    <a:pt x="292372" y="2087"/>
                  </a:lnTo>
                  <a:lnTo>
                    <a:pt x="288396" y="4958"/>
                  </a:lnTo>
                  <a:lnTo>
                    <a:pt x="287865" y="5198"/>
                  </a:lnTo>
                  <a:lnTo>
                    <a:pt x="287572" y="5331"/>
                  </a:lnTo>
                  <a:lnTo>
                    <a:pt x="286636" y="5755"/>
                  </a:lnTo>
                  <a:lnTo>
                    <a:pt x="285999" y="6044"/>
                  </a:lnTo>
                  <a:lnTo>
                    <a:pt x="284971" y="6510"/>
                  </a:lnTo>
                  <a:lnTo>
                    <a:pt x="284721" y="6623"/>
                  </a:lnTo>
                  <a:lnTo>
                    <a:pt x="284389" y="6773"/>
                  </a:lnTo>
                  <a:lnTo>
                    <a:pt x="284250" y="6836"/>
                  </a:lnTo>
                  <a:lnTo>
                    <a:pt x="282050" y="7833"/>
                  </a:lnTo>
                  <a:lnTo>
                    <a:pt x="281770" y="8244"/>
                  </a:lnTo>
                  <a:lnTo>
                    <a:pt x="280596" y="9972"/>
                  </a:lnTo>
                  <a:lnTo>
                    <a:pt x="280451" y="10184"/>
                  </a:lnTo>
                  <a:lnTo>
                    <a:pt x="279327" y="11838"/>
                  </a:lnTo>
                  <a:lnTo>
                    <a:pt x="274771" y="12048"/>
                  </a:lnTo>
                  <a:lnTo>
                    <a:pt x="274526" y="12060"/>
                  </a:lnTo>
                  <a:lnTo>
                    <a:pt x="273645" y="12100"/>
                  </a:lnTo>
                  <a:lnTo>
                    <a:pt x="273446" y="12110"/>
                  </a:lnTo>
                  <a:lnTo>
                    <a:pt x="269286" y="12302"/>
                  </a:lnTo>
                  <a:lnTo>
                    <a:pt x="268197" y="12352"/>
                  </a:lnTo>
                  <a:lnTo>
                    <a:pt x="267030" y="11825"/>
                  </a:lnTo>
                  <a:lnTo>
                    <a:pt x="265649" y="14717"/>
                  </a:lnTo>
                  <a:lnTo>
                    <a:pt x="264857" y="14926"/>
                  </a:lnTo>
                  <a:lnTo>
                    <a:pt x="262459" y="15560"/>
                  </a:lnTo>
                  <a:lnTo>
                    <a:pt x="261096" y="18141"/>
                  </a:lnTo>
                  <a:lnTo>
                    <a:pt x="258961" y="20783"/>
                  </a:lnTo>
                  <a:lnTo>
                    <a:pt x="258512" y="21330"/>
                  </a:lnTo>
                  <a:lnTo>
                    <a:pt x="258188" y="21724"/>
                  </a:lnTo>
                  <a:lnTo>
                    <a:pt x="257813" y="22180"/>
                  </a:lnTo>
                  <a:lnTo>
                    <a:pt x="257289" y="23222"/>
                  </a:lnTo>
                  <a:lnTo>
                    <a:pt x="256945" y="24181"/>
                  </a:lnTo>
                  <a:lnTo>
                    <a:pt x="256919" y="24715"/>
                  </a:lnTo>
                  <a:lnTo>
                    <a:pt x="256681" y="26187"/>
                  </a:lnTo>
                  <a:lnTo>
                    <a:pt x="256179" y="29243"/>
                  </a:lnTo>
                  <a:lnTo>
                    <a:pt x="256107" y="29682"/>
                  </a:lnTo>
                  <a:lnTo>
                    <a:pt x="255795" y="31636"/>
                  </a:lnTo>
                  <a:lnTo>
                    <a:pt x="254942" y="31917"/>
                  </a:lnTo>
                  <a:lnTo>
                    <a:pt x="252181" y="32826"/>
                  </a:lnTo>
                  <a:lnTo>
                    <a:pt x="250943" y="33285"/>
                  </a:lnTo>
                  <a:lnTo>
                    <a:pt x="249044" y="36787"/>
                  </a:lnTo>
                  <a:lnTo>
                    <a:pt x="248884" y="36976"/>
                  </a:lnTo>
                  <a:lnTo>
                    <a:pt x="248627" y="37314"/>
                  </a:lnTo>
                  <a:lnTo>
                    <a:pt x="248317" y="37642"/>
                  </a:lnTo>
                  <a:lnTo>
                    <a:pt x="248142" y="38346"/>
                  </a:lnTo>
                  <a:lnTo>
                    <a:pt x="248041" y="38644"/>
                  </a:lnTo>
                  <a:lnTo>
                    <a:pt x="247914" y="39216"/>
                  </a:lnTo>
                  <a:lnTo>
                    <a:pt x="247683" y="39955"/>
                  </a:lnTo>
                  <a:lnTo>
                    <a:pt x="247501" y="40767"/>
                  </a:lnTo>
                  <a:lnTo>
                    <a:pt x="247354" y="41117"/>
                  </a:lnTo>
                  <a:lnTo>
                    <a:pt x="247273" y="41313"/>
                  </a:lnTo>
                  <a:lnTo>
                    <a:pt x="247035" y="41956"/>
                  </a:lnTo>
                  <a:lnTo>
                    <a:pt x="246914" y="43009"/>
                  </a:lnTo>
                  <a:lnTo>
                    <a:pt x="245994" y="44716"/>
                  </a:lnTo>
                  <a:lnTo>
                    <a:pt x="245895" y="44923"/>
                  </a:lnTo>
                  <a:lnTo>
                    <a:pt x="245733" y="45316"/>
                  </a:lnTo>
                  <a:lnTo>
                    <a:pt x="244558" y="46640"/>
                  </a:lnTo>
                  <a:lnTo>
                    <a:pt x="243990" y="45683"/>
                  </a:lnTo>
                  <a:lnTo>
                    <a:pt x="242771" y="46718"/>
                  </a:lnTo>
                  <a:lnTo>
                    <a:pt x="242874" y="47084"/>
                  </a:lnTo>
                  <a:lnTo>
                    <a:pt x="243091" y="47881"/>
                  </a:lnTo>
                  <a:lnTo>
                    <a:pt x="242658" y="48425"/>
                  </a:lnTo>
                  <a:lnTo>
                    <a:pt x="242525" y="48592"/>
                  </a:lnTo>
                  <a:lnTo>
                    <a:pt x="242277" y="48903"/>
                  </a:lnTo>
                  <a:lnTo>
                    <a:pt x="241920" y="50605"/>
                  </a:lnTo>
                  <a:lnTo>
                    <a:pt x="242334" y="51439"/>
                  </a:lnTo>
                  <a:lnTo>
                    <a:pt x="241998" y="52213"/>
                  </a:lnTo>
                  <a:lnTo>
                    <a:pt x="241516" y="52554"/>
                  </a:lnTo>
                  <a:lnTo>
                    <a:pt x="240872" y="53012"/>
                  </a:lnTo>
                  <a:lnTo>
                    <a:pt x="241040" y="53369"/>
                  </a:lnTo>
                  <a:lnTo>
                    <a:pt x="241493" y="54312"/>
                  </a:lnTo>
                  <a:lnTo>
                    <a:pt x="241627" y="54509"/>
                  </a:lnTo>
                  <a:lnTo>
                    <a:pt x="241992" y="55417"/>
                  </a:lnTo>
                  <a:lnTo>
                    <a:pt x="241983" y="55959"/>
                  </a:lnTo>
                  <a:lnTo>
                    <a:pt x="241987" y="56798"/>
                  </a:lnTo>
                  <a:lnTo>
                    <a:pt x="241711" y="57494"/>
                  </a:lnTo>
                  <a:lnTo>
                    <a:pt x="241626" y="58018"/>
                  </a:lnTo>
                  <a:lnTo>
                    <a:pt x="241542" y="58591"/>
                  </a:lnTo>
                  <a:lnTo>
                    <a:pt x="241096" y="59444"/>
                  </a:lnTo>
                  <a:lnTo>
                    <a:pt x="240894" y="59837"/>
                  </a:lnTo>
                  <a:lnTo>
                    <a:pt x="240759" y="60100"/>
                  </a:lnTo>
                  <a:lnTo>
                    <a:pt x="240525" y="60554"/>
                  </a:lnTo>
                  <a:lnTo>
                    <a:pt x="238355" y="60409"/>
                  </a:lnTo>
                  <a:lnTo>
                    <a:pt x="238206" y="60399"/>
                  </a:lnTo>
                  <a:lnTo>
                    <a:pt x="237820" y="60376"/>
                  </a:lnTo>
                  <a:lnTo>
                    <a:pt x="235269" y="60221"/>
                  </a:lnTo>
                  <a:lnTo>
                    <a:pt x="233485" y="59305"/>
                  </a:lnTo>
                  <a:lnTo>
                    <a:pt x="233045" y="59522"/>
                  </a:lnTo>
                  <a:lnTo>
                    <a:pt x="232467" y="59780"/>
                  </a:lnTo>
                  <a:lnTo>
                    <a:pt x="232239" y="59697"/>
                  </a:lnTo>
                  <a:lnTo>
                    <a:pt x="231955" y="59594"/>
                  </a:lnTo>
                  <a:lnTo>
                    <a:pt x="231008" y="58803"/>
                  </a:lnTo>
                  <a:lnTo>
                    <a:pt x="229775" y="57773"/>
                  </a:lnTo>
                  <a:lnTo>
                    <a:pt x="228929" y="56968"/>
                  </a:lnTo>
                  <a:lnTo>
                    <a:pt x="228495" y="56555"/>
                  </a:lnTo>
                  <a:lnTo>
                    <a:pt x="228344" y="56498"/>
                  </a:lnTo>
                  <a:lnTo>
                    <a:pt x="227929" y="56344"/>
                  </a:lnTo>
                  <a:lnTo>
                    <a:pt x="227799" y="56294"/>
                  </a:lnTo>
                  <a:lnTo>
                    <a:pt x="226534" y="55803"/>
                  </a:lnTo>
                  <a:lnTo>
                    <a:pt x="224652" y="55195"/>
                  </a:lnTo>
                  <a:lnTo>
                    <a:pt x="224022" y="55290"/>
                  </a:lnTo>
                  <a:lnTo>
                    <a:pt x="223629" y="55486"/>
                  </a:lnTo>
                  <a:lnTo>
                    <a:pt x="223045" y="55779"/>
                  </a:lnTo>
                  <a:lnTo>
                    <a:pt x="222885" y="55875"/>
                  </a:lnTo>
                  <a:lnTo>
                    <a:pt x="222715" y="56204"/>
                  </a:lnTo>
                  <a:lnTo>
                    <a:pt x="222204" y="56762"/>
                  </a:lnTo>
                  <a:lnTo>
                    <a:pt x="217845" y="55063"/>
                  </a:lnTo>
                  <a:lnTo>
                    <a:pt x="217380" y="56526"/>
                  </a:lnTo>
                  <a:lnTo>
                    <a:pt x="217219" y="57229"/>
                  </a:lnTo>
                  <a:lnTo>
                    <a:pt x="217011" y="57629"/>
                  </a:lnTo>
                  <a:lnTo>
                    <a:pt x="216577" y="57743"/>
                  </a:lnTo>
                  <a:lnTo>
                    <a:pt x="215700" y="57974"/>
                  </a:lnTo>
                  <a:lnTo>
                    <a:pt x="213137" y="58648"/>
                  </a:lnTo>
                  <a:lnTo>
                    <a:pt x="212158" y="58588"/>
                  </a:lnTo>
                  <a:lnTo>
                    <a:pt x="212449" y="56474"/>
                  </a:lnTo>
                  <a:lnTo>
                    <a:pt x="212723" y="54589"/>
                  </a:lnTo>
                  <a:lnTo>
                    <a:pt x="212753" y="54382"/>
                  </a:lnTo>
                  <a:lnTo>
                    <a:pt x="212843" y="53741"/>
                  </a:lnTo>
                  <a:lnTo>
                    <a:pt x="212025" y="52688"/>
                  </a:lnTo>
                  <a:lnTo>
                    <a:pt x="211189" y="52104"/>
                  </a:lnTo>
                  <a:lnTo>
                    <a:pt x="210799" y="51833"/>
                  </a:lnTo>
                  <a:lnTo>
                    <a:pt x="210262" y="51459"/>
                  </a:lnTo>
                  <a:lnTo>
                    <a:pt x="210087" y="51356"/>
                  </a:lnTo>
                  <a:lnTo>
                    <a:pt x="209856" y="51222"/>
                  </a:lnTo>
                  <a:lnTo>
                    <a:pt x="209041" y="50742"/>
                  </a:lnTo>
                  <a:lnTo>
                    <a:pt x="208627" y="50501"/>
                  </a:lnTo>
                  <a:lnTo>
                    <a:pt x="207308" y="49732"/>
                  </a:lnTo>
                  <a:lnTo>
                    <a:pt x="206020" y="49431"/>
                  </a:lnTo>
                  <a:lnTo>
                    <a:pt x="205681" y="49352"/>
                  </a:lnTo>
                  <a:lnTo>
                    <a:pt x="205438" y="49685"/>
                  </a:lnTo>
                  <a:lnTo>
                    <a:pt x="204982" y="49959"/>
                  </a:lnTo>
                  <a:lnTo>
                    <a:pt x="204459" y="49507"/>
                  </a:lnTo>
                  <a:lnTo>
                    <a:pt x="204104" y="48857"/>
                  </a:lnTo>
                  <a:lnTo>
                    <a:pt x="204083" y="48627"/>
                  </a:lnTo>
                  <a:lnTo>
                    <a:pt x="204195" y="47730"/>
                  </a:lnTo>
                  <a:lnTo>
                    <a:pt x="203714" y="45280"/>
                  </a:lnTo>
                  <a:lnTo>
                    <a:pt x="203582" y="45054"/>
                  </a:lnTo>
                  <a:lnTo>
                    <a:pt x="203370" y="45001"/>
                  </a:lnTo>
                  <a:lnTo>
                    <a:pt x="202979" y="44904"/>
                  </a:lnTo>
                  <a:lnTo>
                    <a:pt x="202633" y="44819"/>
                  </a:lnTo>
                  <a:lnTo>
                    <a:pt x="202492" y="44786"/>
                  </a:lnTo>
                  <a:lnTo>
                    <a:pt x="202307" y="44748"/>
                  </a:lnTo>
                  <a:lnTo>
                    <a:pt x="201983" y="44691"/>
                  </a:lnTo>
                  <a:lnTo>
                    <a:pt x="201735" y="44645"/>
                  </a:lnTo>
                  <a:lnTo>
                    <a:pt x="201556" y="44506"/>
                  </a:lnTo>
                  <a:lnTo>
                    <a:pt x="201243" y="44276"/>
                  </a:lnTo>
                  <a:lnTo>
                    <a:pt x="200896" y="44087"/>
                  </a:lnTo>
                  <a:lnTo>
                    <a:pt x="200589" y="43954"/>
                  </a:lnTo>
                  <a:lnTo>
                    <a:pt x="200182" y="43777"/>
                  </a:lnTo>
                  <a:lnTo>
                    <a:pt x="199882" y="43634"/>
                  </a:lnTo>
                  <a:lnTo>
                    <a:pt x="199731" y="43562"/>
                  </a:lnTo>
                  <a:lnTo>
                    <a:pt x="199357" y="43520"/>
                  </a:lnTo>
                  <a:lnTo>
                    <a:pt x="199132" y="43494"/>
                  </a:lnTo>
                  <a:lnTo>
                    <a:pt x="198760" y="43447"/>
                  </a:lnTo>
                  <a:lnTo>
                    <a:pt x="198533" y="43418"/>
                  </a:lnTo>
                  <a:lnTo>
                    <a:pt x="198363" y="43396"/>
                  </a:lnTo>
                  <a:lnTo>
                    <a:pt x="197455" y="43288"/>
                  </a:lnTo>
                  <a:lnTo>
                    <a:pt x="197112" y="43052"/>
                  </a:lnTo>
                  <a:lnTo>
                    <a:pt x="196257" y="42464"/>
                  </a:lnTo>
                  <a:lnTo>
                    <a:pt x="195647" y="41536"/>
                  </a:lnTo>
                  <a:lnTo>
                    <a:pt x="195465" y="41260"/>
                  </a:lnTo>
                  <a:lnTo>
                    <a:pt x="195270" y="40621"/>
                  </a:lnTo>
                  <a:lnTo>
                    <a:pt x="195205" y="40410"/>
                  </a:lnTo>
                  <a:lnTo>
                    <a:pt x="195444" y="38563"/>
                  </a:lnTo>
                  <a:lnTo>
                    <a:pt x="195523" y="37948"/>
                  </a:lnTo>
                  <a:lnTo>
                    <a:pt x="191819" y="38091"/>
                  </a:lnTo>
                  <a:lnTo>
                    <a:pt x="190653" y="37610"/>
                  </a:lnTo>
                  <a:lnTo>
                    <a:pt x="190302" y="37465"/>
                  </a:lnTo>
                  <a:lnTo>
                    <a:pt x="189334" y="34875"/>
                  </a:lnTo>
                  <a:lnTo>
                    <a:pt x="189483" y="27038"/>
                  </a:lnTo>
                  <a:lnTo>
                    <a:pt x="189550" y="23524"/>
                  </a:lnTo>
                  <a:lnTo>
                    <a:pt x="178994" y="25633"/>
                  </a:lnTo>
                  <a:lnTo>
                    <a:pt x="175898" y="23368"/>
                  </a:lnTo>
                  <a:lnTo>
                    <a:pt x="172618" y="20968"/>
                  </a:lnTo>
                  <a:lnTo>
                    <a:pt x="169596" y="6692"/>
                  </a:lnTo>
                  <a:lnTo>
                    <a:pt x="167497" y="6147"/>
                  </a:lnTo>
                  <a:lnTo>
                    <a:pt x="164022" y="13197"/>
                  </a:lnTo>
                  <a:lnTo>
                    <a:pt x="164039" y="21062"/>
                  </a:lnTo>
                  <a:lnTo>
                    <a:pt x="160218" y="27980"/>
                  </a:lnTo>
                  <a:lnTo>
                    <a:pt x="159432" y="29402"/>
                  </a:lnTo>
                  <a:lnTo>
                    <a:pt x="156790" y="41062"/>
                  </a:lnTo>
                  <a:lnTo>
                    <a:pt x="156694" y="47616"/>
                  </a:lnTo>
                  <a:lnTo>
                    <a:pt x="156684" y="48300"/>
                  </a:lnTo>
                  <a:lnTo>
                    <a:pt x="156596" y="54362"/>
                  </a:lnTo>
                  <a:lnTo>
                    <a:pt x="153416" y="58281"/>
                  </a:lnTo>
                  <a:lnTo>
                    <a:pt x="151616" y="60002"/>
                  </a:lnTo>
                  <a:lnTo>
                    <a:pt x="149714" y="64750"/>
                  </a:lnTo>
                  <a:lnTo>
                    <a:pt x="147619" y="65853"/>
                  </a:lnTo>
                  <a:lnTo>
                    <a:pt x="144619" y="64355"/>
                  </a:lnTo>
                  <a:lnTo>
                    <a:pt x="143675" y="64990"/>
                  </a:lnTo>
                  <a:lnTo>
                    <a:pt x="142738" y="65620"/>
                  </a:lnTo>
                  <a:lnTo>
                    <a:pt x="142372" y="70021"/>
                  </a:lnTo>
                  <a:lnTo>
                    <a:pt x="142034" y="70080"/>
                  </a:lnTo>
                  <a:lnTo>
                    <a:pt x="141175" y="70082"/>
                  </a:lnTo>
                  <a:lnTo>
                    <a:pt x="140771" y="70035"/>
                  </a:lnTo>
                  <a:lnTo>
                    <a:pt x="140322" y="69983"/>
                  </a:lnTo>
                  <a:lnTo>
                    <a:pt x="140036" y="69949"/>
                  </a:lnTo>
                  <a:lnTo>
                    <a:pt x="139691" y="69908"/>
                  </a:lnTo>
                  <a:lnTo>
                    <a:pt x="139557" y="69892"/>
                  </a:lnTo>
                  <a:lnTo>
                    <a:pt x="139270" y="69858"/>
                  </a:lnTo>
                  <a:lnTo>
                    <a:pt x="139140" y="69843"/>
                  </a:lnTo>
                  <a:lnTo>
                    <a:pt x="138555" y="69622"/>
                  </a:lnTo>
                  <a:lnTo>
                    <a:pt x="138327" y="69282"/>
                  </a:lnTo>
                  <a:lnTo>
                    <a:pt x="138129" y="69228"/>
                  </a:lnTo>
                  <a:lnTo>
                    <a:pt x="137959" y="69181"/>
                  </a:lnTo>
                  <a:lnTo>
                    <a:pt x="137738" y="69121"/>
                  </a:lnTo>
                  <a:lnTo>
                    <a:pt x="137374" y="69023"/>
                  </a:lnTo>
                  <a:lnTo>
                    <a:pt x="137172" y="69101"/>
                  </a:lnTo>
                  <a:lnTo>
                    <a:pt x="136903" y="69478"/>
                  </a:lnTo>
                  <a:lnTo>
                    <a:pt x="136711" y="69813"/>
                  </a:lnTo>
                  <a:lnTo>
                    <a:pt x="136503" y="70126"/>
                  </a:lnTo>
                  <a:lnTo>
                    <a:pt x="136140" y="70164"/>
                  </a:lnTo>
                  <a:lnTo>
                    <a:pt x="135644" y="70216"/>
                  </a:lnTo>
                  <a:lnTo>
                    <a:pt x="135469" y="70235"/>
                  </a:lnTo>
                  <a:lnTo>
                    <a:pt x="135099" y="70273"/>
                  </a:lnTo>
                  <a:lnTo>
                    <a:pt x="134950" y="70289"/>
                  </a:lnTo>
                  <a:lnTo>
                    <a:pt x="134380" y="70349"/>
                  </a:lnTo>
                  <a:lnTo>
                    <a:pt x="134103" y="70379"/>
                  </a:lnTo>
                  <a:lnTo>
                    <a:pt x="133658" y="70426"/>
                  </a:lnTo>
                  <a:lnTo>
                    <a:pt x="133248" y="70469"/>
                  </a:lnTo>
                  <a:lnTo>
                    <a:pt x="132599" y="70644"/>
                  </a:lnTo>
                  <a:lnTo>
                    <a:pt x="132824" y="70954"/>
                  </a:lnTo>
                  <a:lnTo>
                    <a:pt x="132978" y="71202"/>
                  </a:lnTo>
                  <a:lnTo>
                    <a:pt x="133317" y="71744"/>
                  </a:lnTo>
                  <a:lnTo>
                    <a:pt x="133592" y="72185"/>
                  </a:lnTo>
                  <a:lnTo>
                    <a:pt x="133845" y="72590"/>
                  </a:lnTo>
                  <a:lnTo>
                    <a:pt x="133198" y="72665"/>
                  </a:lnTo>
                  <a:lnTo>
                    <a:pt x="132498" y="72231"/>
                  </a:lnTo>
                  <a:lnTo>
                    <a:pt x="131915" y="71967"/>
                  </a:lnTo>
                  <a:lnTo>
                    <a:pt x="131551" y="71916"/>
                  </a:lnTo>
                  <a:lnTo>
                    <a:pt x="130481" y="71916"/>
                  </a:lnTo>
                  <a:lnTo>
                    <a:pt x="130184" y="71648"/>
                  </a:lnTo>
                  <a:lnTo>
                    <a:pt x="130304" y="71238"/>
                  </a:lnTo>
                  <a:lnTo>
                    <a:pt x="130201" y="69108"/>
                  </a:lnTo>
                  <a:lnTo>
                    <a:pt x="129932" y="69092"/>
                  </a:lnTo>
                  <a:lnTo>
                    <a:pt x="129751" y="69089"/>
                  </a:lnTo>
                  <a:lnTo>
                    <a:pt x="129280" y="69251"/>
                  </a:lnTo>
                  <a:lnTo>
                    <a:pt x="128878" y="69433"/>
                  </a:lnTo>
                  <a:lnTo>
                    <a:pt x="128371" y="69650"/>
                  </a:lnTo>
                  <a:lnTo>
                    <a:pt x="128049" y="69802"/>
                  </a:lnTo>
                  <a:lnTo>
                    <a:pt x="127925" y="70033"/>
                  </a:lnTo>
                  <a:lnTo>
                    <a:pt x="128037" y="70323"/>
                  </a:lnTo>
                  <a:lnTo>
                    <a:pt x="127693" y="70727"/>
                  </a:lnTo>
                  <a:lnTo>
                    <a:pt x="127620" y="70966"/>
                  </a:lnTo>
                  <a:lnTo>
                    <a:pt x="127524" y="71163"/>
                  </a:lnTo>
                  <a:lnTo>
                    <a:pt x="127356" y="71416"/>
                  </a:lnTo>
                  <a:lnTo>
                    <a:pt x="126972" y="71487"/>
                  </a:lnTo>
                  <a:lnTo>
                    <a:pt x="126781" y="71528"/>
                  </a:lnTo>
                  <a:lnTo>
                    <a:pt x="126644" y="71558"/>
                  </a:lnTo>
                  <a:lnTo>
                    <a:pt x="126464" y="71594"/>
                  </a:lnTo>
                  <a:lnTo>
                    <a:pt x="126332" y="71620"/>
                  </a:lnTo>
                  <a:lnTo>
                    <a:pt x="125909" y="71707"/>
                  </a:lnTo>
                  <a:lnTo>
                    <a:pt x="125733" y="71744"/>
                  </a:lnTo>
                  <a:lnTo>
                    <a:pt x="125124" y="71874"/>
                  </a:lnTo>
                  <a:lnTo>
                    <a:pt x="124296" y="72083"/>
                  </a:lnTo>
                  <a:lnTo>
                    <a:pt x="123995" y="72302"/>
                  </a:lnTo>
                  <a:lnTo>
                    <a:pt x="123731" y="72407"/>
                  </a:lnTo>
                  <a:lnTo>
                    <a:pt x="123481" y="72509"/>
                  </a:lnTo>
                  <a:lnTo>
                    <a:pt x="122635" y="72945"/>
                  </a:lnTo>
                  <a:lnTo>
                    <a:pt x="122347" y="73026"/>
                  </a:lnTo>
                  <a:lnTo>
                    <a:pt x="122241" y="73170"/>
                  </a:lnTo>
                  <a:lnTo>
                    <a:pt x="122078" y="73192"/>
                  </a:lnTo>
                  <a:lnTo>
                    <a:pt x="121927" y="73121"/>
                  </a:lnTo>
                  <a:lnTo>
                    <a:pt x="121747" y="72954"/>
                  </a:lnTo>
                  <a:lnTo>
                    <a:pt x="121622" y="72641"/>
                  </a:lnTo>
                  <a:lnTo>
                    <a:pt x="121408" y="72262"/>
                  </a:lnTo>
                  <a:lnTo>
                    <a:pt x="120738" y="71471"/>
                  </a:lnTo>
                  <a:lnTo>
                    <a:pt x="120611" y="71317"/>
                  </a:lnTo>
                  <a:lnTo>
                    <a:pt x="119306" y="69439"/>
                  </a:lnTo>
                  <a:lnTo>
                    <a:pt x="118982" y="69290"/>
                  </a:lnTo>
                  <a:lnTo>
                    <a:pt x="118146" y="68904"/>
                  </a:lnTo>
                  <a:lnTo>
                    <a:pt x="117935" y="68807"/>
                  </a:lnTo>
                  <a:lnTo>
                    <a:pt x="117519" y="68286"/>
                  </a:lnTo>
                  <a:lnTo>
                    <a:pt x="116959" y="67585"/>
                  </a:lnTo>
                  <a:lnTo>
                    <a:pt x="116385" y="67273"/>
                  </a:lnTo>
                  <a:lnTo>
                    <a:pt x="115995" y="66895"/>
                  </a:lnTo>
                  <a:lnTo>
                    <a:pt x="115671" y="66818"/>
                  </a:lnTo>
                  <a:lnTo>
                    <a:pt x="115340" y="66486"/>
                  </a:lnTo>
                  <a:lnTo>
                    <a:pt x="115149" y="66192"/>
                  </a:lnTo>
                  <a:lnTo>
                    <a:pt x="115082" y="65891"/>
                  </a:lnTo>
                  <a:lnTo>
                    <a:pt x="114411" y="65216"/>
                  </a:lnTo>
                  <a:lnTo>
                    <a:pt x="114349" y="64856"/>
                  </a:lnTo>
                  <a:lnTo>
                    <a:pt x="113767" y="64218"/>
                  </a:lnTo>
                  <a:lnTo>
                    <a:pt x="112580" y="64216"/>
                  </a:lnTo>
                  <a:lnTo>
                    <a:pt x="109710" y="62271"/>
                  </a:lnTo>
                  <a:lnTo>
                    <a:pt x="106838" y="60325"/>
                  </a:lnTo>
                  <a:lnTo>
                    <a:pt x="103320" y="60428"/>
                  </a:lnTo>
                  <a:lnTo>
                    <a:pt x="101256" y="60489"/>
                  </a:lnTo>
                  <a:lnTo>
                    <a:pt x="78349" y="61161"/>
                  </a:lnTo>
                  <a:lnTo>
                    <a:pt x="31732" y="37468"/>
                  </a:lnTo>
                  <a:lnTo>
                    <a:pt x="24921" y="50870"/>
                  </a:lnTo>
                  <a:lnTo>
                    <a:pt x="17516" y="65440"/>
                  </a:lnTo>
                  <a:lnTo>
                    <a:pt x="8103" y="83961"/>
                  </a:lnTo>
                  <a:lnTo>
                    <a:pt x="7314" y="85584"/>
                  </a:lnTo>
                  <a:lnTo>
                    <a:pt x="6370" y="87739"/>
                  </a:lnTo>
                  <a:lnTo>
                    <a:pt x="4043" y="93392"/>
                  </a:lnTo>
                  <a:lnTo>
                    <a:pt x="3242" y="95463"/>
                  </a:lnTo>
                  <a:lnTo>
                    <a:pt x="2489" y="97693"/>
                  </a:lnTo>
                  <a:lnTo>
                    <a:pt x="1837" y="99955"/>
                  </a:lnTo>
                  <a:lnTo>
                    <a:pt x="1288" y="102243"/>
                  </a:lnTo>
                  <a:lnTo>
                    <a:pt x="843" y="104554"/>
                  </a:lnTo>
                  <a:lnTo>
                    <a:pt x="502" y="106883"/>
                  </a:lnTo>
                  <a:lnTo>
                    <a:pt x="266" y="109225"/>
                  </a:lnTo>
                  <a:lnTo>
                    <a:pt x="135" y="111575"/>
                  </a:lnTo>
                  <a:lnTo>
                    <a:pt x="24" y="114949"/>
                  </a:lnTo>
                  <a:lnTo>
                    <a:pt x="0" y="117260"/>
                  </a:lnTo>
                  <a:lnTo>
                    <a:pt x="79" y="119612"/>
                  </a:lnTo>
                  <a:lnTo>
                    <a:pt x="264" y="121958"/>
                  </a:lnTo>
                  <a:lnTo>
                    <a:pt x="555" y="124294"/>
                  </a:lnTo>
                  <a:lnTo>
                    <a:pt x="951" y="126614"/>
                  </a:lnTo>
                  <a:lnTo>
                    <a:pt x="1450" y="128914"/>
                  </a:lnTo>
                  <a:lnTo>
                    <a:pt x="2053" y="131189"/>
                  </a:lnTo>
                  <a:lnTo>
                    <a:pt x="2757" y="133435"/>
                  </a:lnTo>
                  <a:lnTo>
                    <a:pt x="3561" y="135647"/>
                  </a:lnTo>
                  <a:lnTo>
                    <a:pt x="4465" y="137820"/>
                  </a:lnTo>
                  <a:lnTo>
                    <a:pt x="4623" y="138178"/>
                  </a:lnTo>
                  <a:lnTo>
                    <a:pt x="5332" y="139713"/>
                  </a:lnTo>
                  <a:lnTo>
                    <a:pt x="6400" y="141810"/>
                  </a:lnTo>
                  <a:lnTo>
                    <a:pt x="7562" y="143857"/>
                  </a:lnTo>
                  <a:lnTo>
                    <a:pt x="8815" y="145849"/>
                  </a:lnTo>
                  <a:lnTo>
                    <a:pt x="10156" y="147783"/>
                  </a:lnTo>
                  <a:lnTo>
                    <a:pt x="11582" y="149655"/>
                  </a:lnTo>
                  <a:lnTo>
                    <a:pt x="13092" y="151461"/>
                  </a:lnTo>
                  <a:lnTo>
                    <a:pt x="14681" y="153197"/>
                  </a:lnTo>
                  <a:lnTo>
                    <a:pt x="26981" y="166038"/>
                  </a:lnTo>
                  <a:lnTo>
                    <a:pt x="32206" y="171493"/>
                  </a:lnTo>
                  <a:lnTo>
                    <a:pt x="35601" y="175036"/>
                  </a:lnTo>
                  <a:lnTo>
                    <a:pt x="36620" y="176100"/>
                  </a:lnTo>
                  <a:lnTo>
                    <a:pt x="40646" y="180303"/>
                  </a:lnTo>
                  <a:lnTo>
                    <a:pt x="45206" y="185064"/>
                  </a:lnTo>
                  <a:lnTo>
                    <a:pt x="47919" y="187896"/>
                  </a:lnTo>
                  <a:lnTo>
                    <a:pt x="48457" y="188917"/>
                  </a:lnTo>
                  <a:lnTo>
                    <a:pt x="54712" y="200778"/>
                  </a:lnTo>
                  <a:lnTo>
                    <a:pt x="59697" y="210229"/>
                  </a:lnTo>
                  <a:lnTo>
                    <a:pt x="59780" y="211253"/>
                  </a:lnTo>
                  <a:lnTo>
                    <a:pt x="61658" y="234577"/>
                  </a:lnTo>
                  <a:lnTo>
                    <a:pt x="61774" y="235833"/>
                  </a:lnTo>
                  <a:lnTo>
                    <a:pt x="62134" y="239256"/>
                  </a:lnTo>
                  <a:lnTo>
                    <a:pt x="63063" y="248105"/>
                  </a:lnTo>
                  <a:lnTo>
                    <a:pt x="63694" y="254112"/>
                  </a:lnTo>
                  <a:lnTo>
                    <a:pt x="63745" y="254602"/>
                  </a:lnTo>
                  <a:lnTo>
                    <a:pt x="63980" y="256839"/>
                  </a:lnTo>
                  <a:lnTo>
                    <a:pt x="64308" y="259966"/>
                  </a:lnTo>
                  <a:lnTo>
                    <a:pt x="65358" y="269956"/>
                  </a:lnTo>
                  <a:lnTo>
                    <a:pt x="65642" y="272192"/>
                  </a:lnTo>
                  <a:lnTo>
                    <a:pt x="66041" y="274511"/>
                  </a:lnTo>
                  <a:lnTo>
                    <a:pt x="66418" y="276443"/>
                  </a:lnTo>
                  <a:lnTo>
                    <a:pt x="67890" y="283976"/>
                  </a:lnTo>
                  <a:lnTo>
                    <a:pt x="69000" y="289660"/>
                  </a:lnTo>
                  <a:lnTo>
                    <a:pt x="69193" y="290648"/>
                  </a:lnTo>
                  <a:lnTo>
                    <a:pt x="69270" y="291037"/>
                  </a:lnTo>
                  <a:lnTo>
                    <a:pt x="69873" y="294130"/>
                  </a:lnTo>
                  <a:lnTo>
                    <a:pt x="70335" y="296493"/>
                  </a:lnTo>
                  <a:lnTo>
                    <a:pt x="70370" y="296672"/>
                  </a:lnTo>
                  <a:lnTo>
                    <a:pt x="70522" y="297409"/>
                  </a:lnTo>
                  <a:lnTo>
                    <a:pt x="70578" y="297685"/>
                  </a:lnTo>
                  <a:lnTo>
                    <a:pt x="71127" y="299973"/>
                  </a:lnTo>
                  <a:lnTo>
                    <a:pt x="71778" y="302234"/>
                  </a:lnTo>
                  <a:lnTo>
                    <a:pt x="72787" y="305465"/>
                  </a:lnTo>
                  <a:lnTo>
                    <a:pt x="73125" y="306507"/>
                  </a:lnTo>
                  <a:lnTo>
                    <a:pt x="73923" y="308720"/>
                  </a:lnTo>
                  <a:lnTo>
                    <a:pt x="74664" y="310636"/>
                  </a:lnTo>
                  <a:close/>
                </a:path>
              </a:pathLst>
            </a:custGeom>
            <a:solidFill>
              <a:srgbClr val="7A96A3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g53"/>
            <p:cNvSpPr/>
            <p:nvPr/>
          </p:nvSpPr>
          <p:spPr>
            <a:xfrm>
              <a:off x="5640846" y="2839568"/>
              <a:ext cx="786046" cy="1213681"/>
            </a:xfrm>
            <a:custGeom>
              <a:avLst/>
              <a:pathLst>
                <a:path w="786046" h="1213681">
                  <a:moveTo>
                    <a:pt x="283675" y="1170913"/>
                  </a:moveTo>
                  <a:lnTo>
                    <a:pt x="285617" y="1171330"/>
                  </a:lnTo>
                  <a:lnTo>
                    <a:pt x="286010" y="1171436"/>
                  </a:lnTo>
                  <a:lnTo>
                    <a:pt x="287462" y="1171829"/>
                  </a:lnTo>
                  <a:lnTo>
                    <a:pt x="288753" y="1172179"/>
                  </a:lnTo>
                  <a:lnTo>
                    <a:pt x="288959" y="1172235"/>
                  </a:lnTo>
                  <a:lnTo>
                    <a:pt x="293179" y="1173378"/>
                  </a:lnTo>
                  <a:lnTo>
                    <a:pt x="297411" y="1173773"/>
                  </a:lnTo>
                  <a:lnTo>
                    <a:pt x="297841" y="1173814"/>
                  </a:lnTo>
                  <a:lnTo>
                    <a:pt x="298100" y="1173838"/>
                  </a:lnTo>
                  <a:lnTo>
                    <a:pt x="298596" y="1173884"/>
                  </a:lnTo>
                  <a:lnTo>
                    <a:pt x="299354" y="1173955"/>
                  </a:lnTo>
                  <a:lnTo>
                    <a:pt x="304968" y="1174480"/>
                  </a:lnTo>
                  <a:lnTo>
                    <a:pt x="311644" y="1172312"/>
                  </a:lnTo>
                  <a:lnTo>
                    <a:pt x="312496" y="1172025"/>
                  </a:lnTo>
                  <a:lnTo>
                    <a:pt x="313527" y="1171695"/>
                  </a:lnTo>
                  <a:lnTo>
                    <a:pt x="314981" y="1171226"/>
                  </a:lnTo>
                  <a:lnTo>
                    <a:pt x="315740" y="1170975"/>
                  </a:lnTo>
                  <a:lnTo>
                    <a:pt x="317126" y="1170539"/>
                  </a:lnTo>
                  <a:lnTo>
                    <a:pt x="317881" y="1170284"/>
                  </a:lnTo>
                  <a:lnTo>
                    <a:pt x="318129" y="1170185"/>
                  </a:lnTo>
                  <a:lnTo>
                    <a:pt x="319475" y="1170488"/>
                  </a:lnTo>
                  <a:lnTo>
                    <a:pt x="320483" y="1170738"/>
                  </a:lnTo>
                  <a:lnTo>
                    <a:pt x="322019" y="1171186"/>
                  </a:lnTo>
                  <a:lnTo>
                    <a:pt x="323257" y="1171575"/>
                  </a:lnTo>
                  <a:lnTo>
                    <a:pt x="324241" y="1171885"/>
                  </a:lnTo>
                  <a:lnTo>
                    <a:pt x="325479" y="1172269"/>
                  </a:lnTo>
                  <a:lnTo>
                    <a:pt x="326328" y="1172537"/>
                  </a:lnTo>
                  <a:lnTo>
                    <a:pt x="327116" y="1172834"/>
                  </a:lnTo>
                  <a:lnTo>
                    <a:pt x="328246" y="1173184"/>
                  </a:lnTo>
                  <a:lnTo>
                    <a:pt x="328974" y="1173412"/>
                  </a:lnTo>
                  <a:lnTo>
                    <a:pt x="330124" y="1173177"/>
                  </a:lnTo>
                  <a:lnTo>
                    <a:pt x="331549" y="1172902"/>
                  </a:lnTo>
                  <a:lnTo>
                    <a:pt x="332531" y="1172710"/>
                  </a:lnTo>
                  <a:lnTo>
                    <a:pt x="332674" y="1172682"/>
                  </a:lnTo>
                  <a:lnTo>
                    <a:pt x="333788" y="1172485"/>
                  </a:lnTo>
                  <a:lnTo>
                    <a:pt x="335326" y="1172192"/>
                  </a:lnTo>
                  <a:lnTo>
                    <a:pt x="336348" y="1172016"/>
                  </a:lnTo>
                  <a:lnTo>
                    <a:pt x="337696" y="1171768"/>
                  </a:lnTo>
                  <a:lnTo>
                    <a:pt x="337907" y="1171702"/>
                  </a:lnTo>
                  <a:lnTo>
                    <a:pt x="338814" y="1171751"/>
                  </a:lnTo>
                  <a:lnTo>
                    <a:pt x="339309" y="1171829"/>
                  </a:lnTo>
                  <a:lnTo>
                    <a:pt x="340008" y="1171859"/>
                  </a:lnTo>
                  <a:lnTo>
                    <a:pt x="340566" y="1171925"/>
                  </a:lnTo>
                  <a:lnTo>
                    <a:pt x="341309" y="1171990"/>
                  </a:lnTo>
                  <a:lnTo>
                    <a:pt x="342064" y="1172056"/>
                  </a:lnTo>
                  <a:lnTo>
                    <a:pt x="342713" y="1172105"/>
                  </a:lnTo>
                  <a:lnTo>
                    <a:pt x="343431" y="1172178"/>
                  </a:lnTo>
                  <a:lnTo>
                    <a:pt x="344042" y="1172201"/>
                  </a:lnTo>
                  <a:lnTo>
                    <a:pt x="344694" y="1172272"/>
                  </a:lnTo>
                  <a:lnTo>
                    <a:pt x="345182" y="1172321"/>
                  </a:lnTo>
                  <a:lnTo>
                    <a:pt x="345693" y="1172370"/>
                  </a:lnTo>
                  <a:lnTo>
                    <a:pt x="345984" y="1172286"/>
                  </a:lnTo>
                  <a:lnTo>
                    <a:pt x="346457" y="1172145"/>
                  </a:lnTo>
                  <a:lnTo>
                    <a:pt x="347135" y="1171925"/>
                  </a:lnTo>
                  <a:lnTo>
                    <a:pt x="347836" y="1171716"/>
                  </a:lnTo>
                  <a:lnTo>
                    <a:pt x="348401" y="1171536"/>
                  </a:lnTo>
                  <a:lnTo>
                    <a:pt x="348945" y="1171357"/>
                  </a:lnTo>
                  <a:lnTo>
                    <a:pt x="349446" y="1171196"/>
                  </a:lnTo>
                  <a:lnTo>
                    <a:pt x="350096" y="1171015"/>
                  </a:lnTo>
                  <a:lnTo>
                    <a:pt x="350628" y="1170844"/>
                  </a:lnTo>
                  <a:lnTo>
                    <a:pt x="351198" y="1170685"/>
                  </a:lnTo>
                  <a:lnTo>
                    <a:pt x="351627" y="1170485"/>
                  </a:lnTo>
                  <a:lnTo>
                    <a:pt x="351866" y="1170483"/>
                  </a:lnTo>
                  <a:lnTo>
                    <a:pt x="353186" y="1170483"/>
                  </a:lnTo>
                  <a:lnTo>
                    <a:pt x="354004" y="1170497"/>
                  </a:lnTo>
                  <a:lnTo>
                    <a:pt x="354620" y="1170513"/>
                  </a:lnTo>
                  <a:lnTo>
                    <a:pt x="355113" y="1170513"/>
                  </a:lnTo>
                  <a:lnTo>
                    <a:pt x="355851" y="1170518"/>
                  </a:lnTo>
                  <a:lnTo>
                    <a:pt x="356646" y="1170523"/>
                  </a:lnTo>
                  <a:lnTo>
                    <a:pt x="357410" y="1170520"/>
                  </a:lnTo>
                  <a:lnTo>
                    <a:pt x="359133" y="1170520"/>
                  </a:lnTo>
                  <a:lnTo>
                    <a:pt x="359731" y="1170544"/>
                  </a:lnTo>
                  <a:lnTo>
                    <a:pt x="360521" y="1170544"/>
                  </a:lnTo>
                  <a:lnTo>
                    <a:pt x="361365" y="1170542"/>
                  </a:lnTo>
                  <a:lnTo>
                    <a:pt x="362362" y="1170563"/>
                  </a:lnTo>
                  <a:lnTo>
                    <a:pt x="362758" y="1170127"/>
                  </a:lnTo>
                  <a:lnTo>
                    <a:pt x="363283" y="1169578"/>
                  </a:lnTo>
                  <a:lnTo>
                    <a:pt x="363808" y="1169011"/>
                  </a:lnTo>
                  <a:lnTo>
                    <a:pt x="364293" y="1168467"/>
                  </a:lnTo>
                  <a:lnTo>
                    <a:pt x="364519" y="1168446"/>
                  </a:lnTo>
                  <a:lnTo>
                    <a:pt x="365358" y="1168415"/>
                  </a:lnTo>
                  <a:lnTo>
                    <a:pt x="366617" y="1168298"/>
                  </a:lnTo>
                  <a:lnTo>
                    <a:pt x="367421" y="1168235"/>
                  </a:lnTo>
                  <a:lnTo>
                    <a:pt x="368157" y="1168188"/>
                  </a:lnTo>
                  <a:lnTo>
                    <a:pt x="368839" y="1168129"/>
                  </a:lnTo>
                  <a:lnTo>
                    <a:pt x="369700" y="1168038"/>
                  </a:lnTo>
                  <a:lnTo>
                    <a:pt x="370396" y="1167967"/>
                  </a:lnTo>
                  <a:lnTo>
                    <a:pt x="371275" y="1167881"/>
                  </a:lnTo>
                  <a:lnTo>
                    <a:pt x="371721" y="1168045"/>
                  </a:lnTo>
                  <a:lnTo>
                    <a:pt x="372304" y="1168263"/>
                  </a:lnTo>
                  <a:lnTo>
                    <a:pt x="372886" y="1168490"/>
                  </a:lnTo>
                  <a:lnTo>
                    <a:pt x="373613" y="1168713"/>
                  </a:lnTo>
                  <a:lnTo>
                    <a:pt x="374278" y="1168969"/>
                  </a:lnTo>
                  <a:lnTo>
                    <a:pt x="375059" y="1169238"/>
                  </a:lnTo>
                  <a:lnTo>
                    <a:pt x="375732" y="1169491"/>
                  </a:lnTo>
                  <a:lnTo>
                    <a:pt x="376386" y="1169719"/>
                  </a:lnTo>
                  <a:lnTo>
                    <a:pt x="376928" y="1169939"/>
                  </a:lnTo>
                  <a:lnTo>
                    <a:pt x="377415" y="1169770"/>
                  </a:lnTo>
                  <a:lnTo>
                    <a:pt x="377905" y="1169602"/>
                  </a:lnTo>
                  <a:lnTo>
                    <a:pt x="378294" y="1169468"/>
                  </a:lnTo>
                  <a:lnTo>
                    <a:pt x="378812" y="1169318"/>
                  </a:lnTo>
                  <a:lnTo>
                    <a:pt x="379321" y="1169116"/>
                  </a:lnTo>
                  <a:lnTo>
                    <a:pt x="379741" y="1168971"/>
                  </a:lnTo>
                  <a:lnTo>
                    <a:pt x="380245" y="1168800"/>
                  </a:lnTo>
                  <a:lnTo>
                    <a:pt x="380728" y="1168643"/>
                  </a:lnTo>
                  <a:lnTo>
                    <a:pt x="381016" y="1168549"/>
                  </a:lnTo>
                  <a:lnTo>
                    <a:pt x="381441" y="1168399"/>
                  </a:lnTo>
                  <a:lnTo>
                    <a:pt x="381877" y="1168275"/>
                  </a:lnTo>
                  <a:lnTo>
                    <a:pt x="382090" y="1168162"/>
                  </a:lnTo>
                  <a:lnTo>
                    <a:pt x="382322" y="1168066"/>
                  </a:lnTo>
                  <a:lnTo>
                    <a:pt x="382887" y="1167846"/>
                  </a:lnTo>
                  <a:lnTo>
                    <a:pt x="383478" y="1167579"/>
                  </a:lnTo>
                  <a:lnTo>
                    <a:pt x="383879" y="1167386"/>
                  </a:lnTo>
                  <a:lnTo>
                    <a:pt x="384402" y="1167175"/>
                  </a:lnTo>
                  <a:lnTo>
                    <a:pt x="384803" y="1166997"/>
                  </a:lnTo>
                  <a:lnTo>
                    <a:pt x="385199" y="1166821"/>
                  </a:lnTo>
                  <a:lnTo>
                    <a:pt x="385604" y="1166653"/>
                  </a:lnTo>
                  <a:lnTo>
                    <a:pt x="385944" y="1166526"/>
                  </a:lnTo>
                  <a:lnTo>
                    <a:pt x="386289" y="1166362"/>
                  </a:lnTo>
                  <a:lnTo>
                    <a:pt x="386591" y="1166233"/>
                  </a:lnTo>
                  <a:lnTo>
                    <a:pt x="387093" y="1165996"/>
                  </a:lnTo>
                  <a:lnTo>
                    <a:pt x="387510" y="1165837"/>
                  </a:lnTo>
                  <a:lnTo>
                    <a:pt x="387843" y="1165677"/>
                  </a:lnTo>
                  <a:lnTo>
                    <a:pt x="388040" y="1165577"/>
                  </a:lnTo>
                  <a:lnTo>
                    <a:pt x="388357" y="1165635"/>
                  </a:lnTo>
                  <a:lnTo>
                    <a:pt x="388685" y="1165745"/>
                  </a:lnTo>
                  <a:lnTo>
                    <a:pt x="388969" y="1165895"/>
                  </a:lnTo>
                  <a:lnTo>
                    <a:pt x="389257" y="1166121"/>
                  </a:lnTo>
                  <a:lnTo>
                    <a:pt x="389684" y="1166587"/>
                  </a:lnTo>
                  <a:lnTo>
                    <a:pt x="389927" y="1166878"/>
                  </a:lnTo>
                  <a:lnTo>
                    <a:pt x="390153" y="1167171"/>
                  </a:lnTo>
                  <a:lnTo>
                    <a:pt x="390380" y="1167333"/>
                  </a:lnTo>
                  <a:lnTo>
                    <a:pt x="390701" y="1167562"/>
                  </a:lnTo>
                  <a:lnTo>
                    <a:pt x="391006" y="1167750"/>
                  </a:lnTo>
                  <a:lnTo>
                    <a:pt x="391454" y="1167741"/>
                  </a:lnTo>
                  <a:lnTo>
                    <a:pt x="392356" y="1167734"/>
                  </a:lnTo>
                  <a:lnTo>
                    <a:pt x="393282" y="1167710"/>
                  </a:lnTo>
                  <a:lnTo>
                    <a:pt x="394002" y="1167673"/>
                  </a:lnTo>
                  <a:lnTo>
                    <a:pt x="394183" y="1167658"/>
                  </a:lnTo>
                  <a:lnTo>
                    <a:pt x="394778" y="1167654"/>
                  </a:lnTo>
                  <a:lnTo>
                    <a:pt x="395005" y="1167668"/>
                  </a:lnTo>
                  <a:lnTo>
                    <a:pt x="395341" y="1167658"/>
                  </a:lnTo>
                  <a:lnTo>
                    <a:pt x="395842" y="1167672"/>
                  </a:lnTo>
                  <a:lnTo>
                    <a:pt x="396410" y="1167689"/>
                  </a:lnTo>
                  <a:lnTo>
                    <a:pt x="396968" y="1167710"/>
                  </a:lnTo>
                  <a:lnTo>
                    <a:pt x="397509" y="1167731"/>
                  </a:lnTo>
                  <a:lnTo>
                    <a:pt x="397758" y="1167855"/>
                  </a:lnTo>
                  <a:lnTo>
                    <a:pt x="397898" y="1168209"/>
                  </a:lnTo>
                  <a:lnTo>
                    <a:pt x="398093" y="1168734"/>
                  </a:lnTo>
                  <a:lnTo>
                    <a:pt x="398264" y="1169187"/>
                  </a:lnTo>
                  <a:lnTo>
                    <a:pt x="398468" y="1169721"/>
                  </a:lnTo>
                  <a:lnTo>
                    <a:pt x="398670" y="1169864"/>
                  </a:lnTo>
                  <a:lnTo>
                    <a:pt x="398939" y="1169813"/>
                  </a:lnTo>
                  <a:lnTo>
                    <a:pt x="399143" y="1169806"/>
                  </a:lnTo>
                  <a:lnTo>
                    <a:pt x="399486" y="1169796"/>
                  </a:lnTo>
                  <a:lnTo>
                    <a:pt x="400512" y="1169799"/>
                  </a:lnTo>
                  <a:lnTo>
                    <a:pt x="400623" y="1169930"/>
                  </a:lnTo>
                  <a:lnTo>
                    <a:pt x="401138" y="1170537"/>
                  </a:lnTo>
                  <a:lnTo>
                    <a:pt x="401335" y="1170755"/>
                  </a:lnTo>
                  <a:lnTo>
                    <a:pt x="401771" y="1171227"/>
                  </a:lnTo>
                  <a:lnTo>
                    <a:pt x="402069" y="1171562"/>
                  </a:lnTo>
                  <a:lnTo>
                    <a:pt x="402526" y="1172075"/>
                  </a:lnTo>
                  <a:lnTo>
                    <a:pt x="404744" y="1170416"/>
                  </a:lnTo>
                  <a:lnTo>
                    <a:pt x="405765" y="1171102"/>
                  </a:lnTo>
                  <a:lnTo>
                    <a:pt x="406823" y="1165114"/>
                  </a:lnTo>
                  <a:lnTo>
                    <a:pt x="407808" y="1159563"/>
                  </a:lnTo>
                  <a:lnTo>
                    <a:pt x="409223" y="1151580"/>
                  </a:lnTo>
                  <a:lnTo>
                    <a:pt x="410276" y="1146072"/>
                  </a:lnTo>
                  <a:lnTo>
                    <a:pt x="411908" y="1137534"/>
                  </a:lnTo>
                  <a:lnTo>
                    <a:pt x="412400" y="1136974"/>
                  </a:lnTo>
                  <a:lnTo>
                    <a:pt x="415537" y="1133404"/>
                  </a:lnTo>
                  <a:lnTo>
                    <a:pt x="422498" y="1125485"/>
                  </a:lnTo>
                  <a:lnTo>
                    <a:pt x="426059" y="1121429"/>
                  </a:lnTo>
                  <a:lnTo>
                    <a:pt x="425810" y="1110740"/>
                  </a:lnTo>
                  <a:lnTo>
                    <a:pt x="425665" y="1104649"/>
                  </a:lnTo>
                  <a:lnTo>
                    <a:pt x="425665" y="1104513"/>
                  </a:lnTo>
                  <a:lnTo>
                    <a:pt x="425667" y="1092710"/>
                  </a:lnTo>
                  <a:lnTo>
                    <a:pt x="425667" y="1091669"/>
                  </a:lnTo>
                  <a:lnTo>
                    <a:pt x="425667" y="1089017"/>
                  </a:lnTo>
                  <a:lnTo>
                    <a:pt x="425667" y="1086287"/>
                  </a:lnTo>
                  <a:lnTo>
                    <a:pt x="425657" y="1082410"/>
                  </a:lnTo>
                  <a:lnTo>
                    <a:pt x="425638" y="1074641"/>
                  </a:lnTo>
                  <a:lnTo>
                    <a:pt x="425634" y="1073099"/>
                  </a:lnTo>
                  <a:lnTo>
                    <a:pt x="425618" y="1066141"/>
                  </a:lnTo>
                  <a:lnTo>
                    <a:pt x="426122" y="1061560"/>
                  </a:lnTo>
                  <a:lnTo>
                    <a:pt x="426481" y="1058306"/>
                  </a:lnTo>
                  <a:lnTo>
                    <a:pt x="427422" y="1049700"/>
                  </a:lnTo>
                  <a:lnTo>
                    <a:pt x="428253" y="1042210"/>
                  </a:lnTo>
                  <a:lnTo>
                    <a:pt x="428275" y="1042001"/>
                  </a:lnTo>
                  <a:lnTo>
                    <a:pt x="429239" y="1032488"/>
                  </a:lnTo>
                  <a:lnTo>
                    <a:pt x="430588" y="1019285"/>
                  </a:lnTo>
                  <a:lnTo>
                    <a:pt x="432274" y="1013954"/>
                  </a:lnTo>
                  <a:lnTo>
                    <a:pt x="432552" y="1013073"/>
                  </a:lnTo>
                  <a:lnTo>
                    <a:pt x="434699" y="1006286"/>
                  </a:lnTo>
                  <a:lnTo>
                    <a:pt x="437076" y="998775"/>
                  </a:lnTo>
                  <a:lnTo>
                    <a:pt x="439804" y="990326"/>
                  </a:lnTo>
                  <a:lnTo>
                    <a:pt x="437993" y="980350"/>
                  </a:lnTo>
                  <a:lnTo>
                    <a:pt x="437404" y="977130"/>
                  </a:lnTo>
                  <a:lnTo>
                    <a:pt x="436539" y="972342"/>
                  </a:lnTo>
                  <a:lnTo>
                    <a:pt x="435556" y="966902"/>
                  </a:lnTo>
                  <a:lnTo>
                    <a:pt x="435038" y="959987"/>
                  </a:lnTo>
                  <a:lnTo>
                    <a:pt x="434507" y="952869"/>
                  </a:lnTo>
                  <a:lnTo>
                    <a:pt x="434452" y="952125"/>
                  </a:lnTo>
                  <a:lnTo>
                    <a:pt x="433877" y="947856"/>
                  </a:lnTo>
                  <a:lnTo>
                    <a:pt x="432888" y="940436"/>
                  </a:lnTo>
                  <a:lnTo>
                    <a:pt x="432208" y="935315"/>
                  </a:lnTo>
                  <a:lnTo>
                    <a:pt x="431673" y="930175"/>
                  </a:lnTo>
                  <a:lnTo>
                    <a:pt x="431257" y="926709"/>
                  </a:lnTo>
                  <a:lnTo>
                    <a:pt x="429998" y="916109"/>
                  </a:lnTo>
                  <a:lnTo>
                    <a:pt x="428747" y="906425"/>
                  </a:lnTo>
                  <a:lnTo>
                    <a:pt x="438749" y="905541"/>
                  </a:lnTo>
                  <a:lnTo>
                    <a:pt x="446491" y="904858"/>
                  </a:lnTo>
                  <a:lnTo>
                    <a:pt x="452825" y="904276"/>
                  </a:lnTo>
                  <a:lnTo>
                    <a:pt x="459253" y="903670"/>
                  </a:lnTo>
                  <a:lnTo>
                    <a:pt x="465531" y="903102"/>
                  </a:lnTo>
                  <a:lnTo>
                    <a:pt x="470697" y="902500"/>
                  </a:lnTo>
                  <a:lnTo>
                    <a:pt x="471221" y="902439"/>
                  </a:lnTo>
                  <a:lnTo>
                    <a:pt x="483723" y="901140"/>
                  </a:lnTo>
                  <a:lnTo>
                    <a:pt x="493347" y="894180"/>
                  </a:lnTo>
                  <a:lnTo>
                    <a:pt x="500579" y="888980"/>
                  </a:lnTo>
                  <a:lnTo>
                    <a:pt x="503831" y="886544"/>
                  </a:lnTo>
                  <a:lnTo>
                    <a:pt x="504138" y="886315"/>
                  </a:lnTo>
                  <a:lnTo>
                    <a:pt x="512166" y="880370"/>
                  </a:lnTo>
                  <a:lnTo>
                    <a:pt x="516385" y="877426"/>
                  </a:lnTo>
                  <a:lnTo>
                    <a:pt x="524690" y="871632"/>
                  </a:lnTo>
                  <a:lnTo>
                    <a:pt x="527372" y="869760"/>
                  </a:lnTo>
                  <a:lnTo>
                    <a:pt x="530956" y="867258"/>
                  </a:lnTo>
                  <a:lnTo>
                    <a:pt x="529810" y="861654"/>
                  </a:lnTo>
                  <a:lnTo>
                    <a:pt x="527596" y="850848"/>
                  </a:lnTo>
                  <a:lnTo>
                    <a:pt x="526306" y="844661"/>
                  </a:lnTo>
                  <a:lnTo>
                    <a:pt x="525041" y="838618"/>
                  </a:lnTo>
                  <a:lnTo>
                    <a:pt x="522692" y="828742"/>
                  </a:lnTo>
                  <a:lnTo>
                    <a:pt x="520266" y="818541"/>
                  </a:lnTo>
                  <a:lnTo>
                    <a:pt x="519325" y="814588"/>
                  </a:lnTo>
                  <a:lnTo>
                    <a:pt x="525009" y="806832"/>
                  </a:lnTo>
                  <a:lnTo>
                    <a:pt x="526957" y="804171"/>
                  </a:lnTo>
                  <a:lnTo>
                    <a:pt x="533800" y="796979"/>
                  </a:lnTo>
                  <a:lnTo>
                    <a:pt x="535459" y="795248"/>
                  </a:lnTo>
                  <a:lnTo>
                    <a:pt x="537773" y="792793"/>
                  </a:lnTo>
                  <a:lnTo>
                    <a:pt x="544523" y="785630"/>
                  </a:lnTo>
                  <a:lnTo>
                    <a:pt x="547573" y="779602"/>
                  </a:lnTo>
                  <a:lnTo>
                    <a:pt x="547684" y="779382"/>
                  </a:lnTo>
                  <a:lnTo>
                    <a:pt x="552209" y="770445"/>
                  </a:lnTo>
                  <a:lnTo>
                    <a:pt x="554178" y="766528"/>
                  </a:lnTo>
                  <a:lnTo>
                    <a:pt x="556131" y="762731"/>
                  </a:lnTo>
                  <a:lnTo>
                    <a:pt x="558467" y="758162"/>
                  </a:lnTo>
                  <a:lnTo>
                    <a:pt x="559413" y="756310"/>
                  </a:lnTo>
                  <a:lnTo>
                    <a:pt x="563400" y="748524"/>
                  </a:lnTo>
                  <a:lnTo>
                    <a:pt x="568816" y="738225"/>
                  </a:lnTo>
                  <a:lnTo>
                    <a:pt x="573373" y="729555"/>
                  </a:lnTo>
                  <a:lnTo>
                    <a:pt x="575218" y="725870"/>
                  </a:lnTo>
                  <a:lnTo>
                    <a:pt x="578354" y="719615"/>
                  </a:lnTo>
                  <a:lnTo>
                    <a:pt x="580120" y="716094"/>
                  </a:lnTo>
                  <a:lnTo>
                    <a:pt x="582047" y="712251"/>
                  </a:lnTo>
                  <a:lnTo>
                    <a:pt x="586512" y="701927"/>
                  </a:lnTo>
                  <a:lnTo>
                    <a:pt x="590697" y="696945"/>
                  </a:lnTo>
                  <a:lnTo>
                    <a:pt x="595606" y="691099"/>
                  </a:lnTo>
                  <a:lnTo>
                    <a:pt x="597507" y="688814"/>
                  </a:lnTo>
                  <a:lnTo>
                    <a:pt x="602086" y="683312"/>
                  </a:lnTo>
                  <a:lnTo>
                    <a:pt x="610508" y="676087"/>
                  </a:lnTo>
                  <a:lnTo>
                    <a:pt x="613382" y="673623"/>
                  </a:lnTo>
                  <a:lnTo>
                    <a:pt x="618859" y="668821"/>
                  </a:lnTo>
                  <a:lnTo>
                    <a:pt x="619042" y="668660"/>
                  </a:lnTo>
                  <a:lnTo>
                    <a:pt x="621535" y="666473"/>
                  </a:lnTo>
                  <a:lnTo>
                    <a:pt x="621589" y="660307"/>
                  </a:lnTo>
                  <a:lnTo>
                    <a:pt x="621630" y="656373"/>
                  </a:lnTo>
                  <a:lnTo>
                    <a:pt x="621760" y="649688"/>
                  </a:lnTo>
                  <a:lnTo>
                    <a:pt x="621948" y="637073"/>
                  </a:lnTo>
                  <a:lnTo>
                    <a:pt x="622129" y="631161"/>
                  </a:lnTo>
                  <a:lnTo>
                    <a:pt x="622261" y="624755"/>
                  </a:lnTo>
                  <a:lnTo>
                    <a:pt x="618168" y="617057"/>
                  </a:lnTo>
                  <a:lnTo>
                    <a:pt x="614430" y="610006"/>
                  </a:lnTo>
                  <a:lnTo>
                    <a:pt x="610518" y="602986"/>
                  </a:lnTo>
                  <a:lnTo>
                    <a:pt x="607571" y="597679"/>
                  </a:lnTo>
                  <a:lnTo>
                    <a:pt x="602003" y="587680"/>
                  </a:lnTo>
                  <a:lnTo>
                    <a:pt x="598721" y="581782"/>
                  </a:lnTo>
                  <a:lnTo>
                    <a:pt x="595802" y="576619"/>
                  </a:lnTo>
                  <a:lnTo>
                    <a:pt x="589355" y="565209"/>
                  </a:lnTo>
                  <a:lnTo>
                    <a:pt x="591552" y="557669"/>
                  </a:lnTo>
                  <a:lnTo>
                    <a:pt x="593282" y="551753"/>
                  </a:lnTo>
                  <a:lnTo>
                    <a:pt x="595789" y="543165"/>
                  </a:lnTo>
                  <a:lnTo>
                    <a:pt x="604528" y="541398"/>
                  </a:lnTo>
                  <a:lnTo>
                    <a:pt x="608503" y="540605"/>
                  </a:lnTo>
                  <a:lnTo>
                    <a:pt x="617832" y="539191"/>
                  </a:lnTo>
                  <a:lnTo>
                    <a:pt x="620662" y="538763"/>
                  </a:lnTo>
                  <a:lnTo>
                    <a:pt x="624117" y="532137"/>
                  </a:lnTo>
                  <a:lnTo>
                    <a:pt x="629008" y="522767"/>
                  </a:lnTo>
                  <a:lnTo>
                    <a:pt x="631147" y="517606"/>
                  </a:lnTo>
                  <a:lnTo>
                    <a:pt x="634784" y="508837"/>
                  </a:lnTo>
                  <a:lnTo>
                    <a:pt x="636976" y="500201"/>
                  </a:lnTo>
                  <a:lnTo>
                    <a:pt x="638802" y="492034"/>
                  </a:lnTo>
                  <a:lnTo>
                    <a:pt x="640272" y="485420"/>
                  </a:lnTo>
                  <a:lnTo>
                    <a:pt x="642076" y="477319"/>
                  </a:lnTo>
                  <a:lnTo>
                    <a:pt x="643406" y="471822"/>
                  </a:lnTo>
                  <a:lnTo>
                    <a:pt x="645727" y="462209"/>
                  </a:lnTo>
                  <a:lnTo>
                    <a:pt x="646913" y="456812"/>
                  </a:lnTo>
                  <a:lnTo>
                    <a:pt x="647892" y="452349"/>
                  </a:lnTo>
                  <a:lnTo>
                    <a:pt x="648458" y="449763"/>
                  </a:lnTo>
                  <a:lnTo>
                    <a:pt x="649742" y="443898"/>
                  </a:lnTo>
                  <a:lnTo>
                    <a:pt x="650911" y="438587"/>
                  </a:lnTo>
                  <a:lnTo>
                    <a:pt x="655507" y="434350"/>
                  </a:lnTo>
                  <a:lnTo>
                    <a:pt x="660039" y="430214"/>
                  </a:lnTo>
                  <a:lnTo>
                    <a:pt x="667154" y="423512"/>
                  </a:lnTo>
                  <a:lnTo>
                    <a:pt x="669250" y="421538"/>
                  </a:lnTo>
                  <a:lnTo>
                    <a:pt x="671532" y="419612"/>
                  </a:lnTo>
                  <a:lnTo>
                    <a:pt x="677346" y="414707"/>
                  </a:lnTo>
                  <a:lnTo>
                    <a:pt x="680460" y="412078"/>
                  </a:lnTo>
                  <a:lnTo>
                    <a:pt x="686513" y="407089"/>
                  </a:lnTo>
                  <a:lnTo>
                    <a:pt x="693155" y="401613"/>
                  </a:lnTo>
                  <a:lnTo>
                    <a:pt x="695723" y="396285"/>
                  </a:lnTo>
                  <a:lnTo>
                    <a:pt x="699717" y="388006"/>
                  </a:lnTo>
                  <a:lnTo>
                    <a:pt x="702368" y="383399"/>
                  </a:lnTo>
                  <a:lnTo>
                    <a:pt x="709412" y="386955"/>
                  </a:lnTo>
                  <a:lnTo>
                    <a:pt x="709660" y="387083"/>
                  </a:lnTo>
                  <a:lnTo>
                    <a:pt x="714529" y="389515"/>
                  </a:lnTo>
                  <a:lnTo>
                    <a:pt x="714817" y="389659"/>
                  </a:lnTo>
                  <a:lnTo>
                    <a:pt x="718210" y="391361"/>
                  </a:lnTo>
                  <a:lnTo>
                    <a:pt x="723672" y="394081"/>
                  </a:lnTo>
                  <a:lnTo>
                    <a:pt x="728721" y="396711"/>
                  </a:lnTo>
                  <a:lnTo>
                    <a:pt x="734057" y="399493"/>
                  </a:lnTo>
                  <a:lnTo>
                    <a:pt x="740617" y="402911"/>
                  </a:lnTo>
                  <a:lnTo>
                    <a:pt x="745421" y="406339"/>
                  </a:lnTo>
                  <a:lnTo>
                    <a:pt x="753273" y="411944"/>
                  </a:lnTo>
                  <a:lnTo>
                    <a:pt x="759228" y="416184"/>
                  </a:lnTo>
                  <a:lnTo>
                    <a:pt x="764439" y="419897"/>
                  </a:lnTo>
                  <a:lnTo>
                    <a:pt x="766212" y="414914"/>
                  </a:lnTo>
                  <a:lnTo>
                    <a:pt x="769113" y="406766"/>
                  </a:lnTo>
                  <a:lnTo>
                    <a:pt x="770845" y="401901"/>
                  </a:lnTo>
                  <a:lnTo>
                    <a:pt x="772568" y="397064"/>
                  </a:lnTo>
                  <a:lnTo>
                    <a:pt x="774370" y="392006"/>
                  </a:lnTo>
                  <a:lnTo>
                    <a:pt x="774906" y="390494"/>
                  </a:lnTo>
                  <a:lnTo>
                    <a:pt x="776086" y="387165"/>
                  </a:lnTo>
                  <a:lnTo>
                    <a:pt x="777604" y="382919"/>
                  </a:lnTo>
                  <a:lnTo>
                    <a:pt x="778467" y="380579"/>
                  </a:lnTo>
                  <a:lnTo>
                    <a:pt x="781344" y="372803"/>
                  </a:lnTo>
                  <a:lnTo>
                    <a:pt x="783846" y="365326"/>
                  </a:lnTo>
                  <a:lnTo>
                    <a:pt x="785009" y="361870"/>
                  </a:lnTo>
                  <a:lnTo>
                    <a:pt x="786046" y="358787"/>
                  </a:lnTo>
                  <a:lnTo>
                    <a:pt x="784943" y="351137"/>
                  </a:lnTo>
                  <a:lnTo>
                    <a:pt x="784168" y="345733"/>
                  </a:lnTo>
                  <a:lnTo>
                    <a:pt x="783720" y="342930"/>
                  </a:lnTo>
                  <a:lnTo>
                    <a:pt x="783380" y="340641"/>
                  </a:lnTo>
                  <a:lnTo>
                    <a:pt x="783231" y="339614"/>
                  </a:lnTo>
                  <a:lnTo>
                    <a:pt x="782403" y="333930"/>
                  </a:lnTo>
                  <a:lnTo>
                    <a:pt x="781822" y="330082"/>
                  </a:lnTo>
                  <a:lnTo>
                    <a:pt x="780609" y="321959"/>
                  </a:lnTo>
                  <a:lnTo>
                    <a:pt x="779489" y="313202"/>
                  </a:lnTo>
                  <a:lnTo>
                    <a:pt x="778443" y="304917"/>
                  </a:lnTo>
                  <a:lnTo>
                    <a:pt x="778494" y="301745"/>
                  </a:lnTo>
                  <a:lnTo>
                    <a:pt x="778578" y="298453"/>
                  </a:lnTo>
                  <a:lnTo>
                    <a:pt x="778724" y="292206"/>
                  </a:lnTo>
                  <a:lnTo>
                    <a:pt x="778787" y="289379"/>
                  </a:lnTo>
                  <a:lnTo>
                    <a:pt x="778936" y="282964"/>
                  </a:lnTo>
                  <a:lnTo>
                    <a:pt x="778987" y="279094"/>
                  </a:lnTo>
                  <a:lnTo>
                    <a:pt x="779037" y="275410"/>
                  </a:lnTo>
                  <a:lnTo>
                    <a:pt x="779100" y="270728"/>
                  </a:lnTo>
                  <a:lnTo>
                    <a:pt x="778618" y="269974"/>
                  </a:lnTo>
                  <a:lnTo>
                    <a:pt x="778118" y="269209"/>
                  </a:lnTo>
                  <a:lnTo>
                    <a:pt x="777811" y="268694"/>
                  </a:lnTo>
                  <a:lnTo>
                    <a:pt x="777514" y="268171"/>
                  </a:lnTo>
                  <a:lnTo>
                    <a:pt x="777263" y="267716"/>
                  </a:lnTo>
                  <a:lnTo>
                    <a:pt x="776789" y="266855"/>
                  </a:lnTo>
                  <a:lnTo>
                    <a:pt x="776398" y="266145"/>
                  </a:lnTo>
                  <a:lnTo>
                    <a:pt x="776044" y="265578"/>
                  </a:lnTo>
                  <a:lnTo>
                    <a:pt x="775704" y="264966"/>
                  </a:lnTo>
                  <a:lnTo>
                    <a:pt x="775230" y="264244"/>
                  </a:lnTo>
                  <a:lnTo>
                    <a:pt x="774818" y="263569"/>
                  </a:lnTo>
                  <a:lnTo>
                    <a:pt x="774468" y="262982"/>
                  </a:lnTo>
                  <a:lnTo>
                    <a:pt x="774135" y="262347"/>
                  </a:lnTo>
                  <a:lnTo>
                    <a:pt x="773777" y="261714"/>
                  </a:lnTo>
                  <a:lnTo>
                    <a:pt x="773268" y="260854"/>
                  </a:lnTo>
                  <a:lnTo>
                    <a:pt x="772895" y="260160"/>
                  </a:lnTo>
                  <a:lnTo>
                    <a:pt x="772480" y="259461"/>
                  </a:lnTo>
                  <a:lnTo>
                    <a:pt x="772039" y="258770"/>
                  </a:lnTo>
                  <a:lnTo>
                    <a:pt x="771657" y="258212"/>
                  </a:lnTo>
                  <a:lnTo>
                    <a:pt x="771263" y="257527"/>
                  </a:lnTo>
                  <a:lnTo>
                    <a:pt x="770865" y="256817"/>
                  </a:lnTo>
                  <a:lnTo>
                    <a:pt x="770637" y="256395"/>
                  </a:lnTo>
                  <a:lnTo>
                    <a:pt x="770309" y="255830"/>
                  </a:lnTo>
                  <a:lnTo>
                    <a:pt x="770026" y="255283"/>
                  </a:lnTo>
                  <a:lnTo>
                    <a:pt x="769704" y="254770"/>
                  </a:lnTo>
                  <a:lnTo>
                    <a:pt x="769268" y="254041"/>
                  </a:lnTo>
                  <a:lnTo>
                    <a:pt x="768361" y="252433"/>
                  </a:lnTo>
                  <a:lnTo>
                    <a:pt x="767566" y="252758"/>
                  </a:lnTo>
                  <a:lnTo>
                    <a:pt x="767015" y="252803"/>
                  </a:lnTo>
                  <a:lnTo>
                    <a:pt x="766554" y="252829"/>
                  </a:lnTo>
                  <a:lnTo>
                    <a:pt x="766019" y="252862"/>
                  </a:lnTo>
                  <a:lnTo>
                    <a:pt x="765777" y="252871"/>
                  </a:lnTo>
                  <a:lnTo>
                    <a:pt x="765609" y="252878"/>
                  </a:lnTo>
                  <a:lnTo>
                    <a:pt x="765339" y="252904"/>
                  </a:lnTo>
                  <a:lnTo>
                    <a:pt x="765069" y="252899"/>
                  </a:lnTo>
                  <a:lnTo>
                    <a:pt x="764530" y="252922"/>
                  </a:lnTo>
                  <a:lnTo>
                    <a:pt x="763989" y="252965"/>
                  </a:lnTo>
                  <a:lnTo>
                    <a:pt x="763351" y="253014"/>
                  </a:lnTo>
                  <a:lnTo>
                    <a:pt x="762896" y="253023"/>
                  </a:lnTo>
                  <a:lnTo>
                    <a:pt x="762681" y="253049"/>
                  </a:lnTo>
                  <a:lnTo>
                    <a:pt x="762552" y="253026"/>
                  </a:lnTo>
                  <a:lnTo>
                    <a:pt x="762275" y="253016"/>
                  </a:lnTo>
                  <a:lnTo>
                    <a:pt x="761989" y="253080"/>
                  </a:lnTo>
                  <a:lnTo>
                    <a:pt x="761855" y="253131"/>
                  </a:lnTo>
                  <a:lnTo>
                    <a:pt x="761344" y="253211"/>
                  </a:lnTo>
                  <a:lnTo>
                    <a:pt x="761098" y="253258"/>
                  </a:lnTo>
                  <a:lnTo>
                    <a:pt x="760753" y="253333"/>
                  </a:lnTo>
                  <a:lnTo>
                    <a:pt x="760418" y="253396"/>
                  </a:lnTo>
                  <a:lnTo>
                    <a:pt x="759830" y="253509"/>
                  </a:lnTo>
                  <a:lnTo>
                    <a:pt x="759694" y="253530"/>
                  </a:lnTo>
                  <a:lnTo>
                    <a:pt x="759197" y="253616"/>
                  </a:lnTo>
                  <a:lnTo>
                    <a:pt x="758615" y="253717"/>
                  </a:lnTo>
                  <a:lnTo>
                    <a:pt x="758069" y="253809"/>
                  </a:lnTo>
                  <a:lnTo>
                    <a:pt x="757933" y="253830"/>
                  </a:lnTo>
                  <a:lnTo>
                    <a:pt x="757525" y="253898"/>
                  </a:lnTo>
                  <a:lnTo>
                    <a:pt x="756904" y="254008"/>
                  </a:lnTo>
                  <a:lnTo>
                    <a:pt x="756468" y="254067"/>
                  </a:lnTo>
                  <a:lnTo>
                    <a:pt x="756027" y="254149"/>
                  </a:lnTo>
                  <a:lnTo>
                    <a:pt x="755563" y="254233"/>
                  </a:lnTo>
                  <a:lnTo>
                    <a:pt x="755387" y="254254"/>
                  </a:lnTo>
                  <a:lnTo>
                    <a:pt x="755066" y="254313"/>
                  </a:lnTo>
                  <a:lnTo>
                    <a:pt x="754482" y="254418"/>
                  </a:lnTo>
                  <a:lnTo>
                    <a:pt x="754320" y="254439"/>
                  </a:lnTo>
                  <a:lnTo>
                    <a:pt x="753781" y="254531"/>
                  </a:lnTo>
                  <a:lnTo>
                    <a:pt x="753242" y="254625"/>
                  </a:lnTo>
                  <a:lnTo>
                    <a:pt x="752806" y="254697"/>
                  </a:lnTo>
                  <a:lnTo>
                    <a:pt x="752178" y="254805"/>
                  </a:lnTo>
                  <a:lnTo>
                    <a:pt x="751463" y="254925"/>
                  </a:lnTo>
                  <a:lnTo>
                    <a:pt x="751099" y="254971"/>
                  </a:lnTo>
                  <a:lnTo>
                    <a:pt x="750661" y="255054"/>
                  </a:lnTo>
                  <a:lnTo>
                    <a:pt x="749821" y="255185"/>
                  </a:lnTo>
                  <a:lnTo>
                    <a:pt x="748970" y="255365"/>
                  </a:lnTo>
                  <a:lnTo>
                    <a:pt x="748286" y="255487"/>
                  </a:lnTo>
                  <a:lnTo>
                    <a:pt x="747911" y="255548"/>
                  </a:lnTo>
                  <a:lnTo>
                    <a:pt x="747350" y="255640"/>
                  </a:lnTo>
                  <a:lnTo>
                    <a:pt x="746865" y="255717"/>
                  </a:lnTo>
                  <a:lnTo>
                    <a:pt x="746328" y="255808"/>
                  </a:lnTo>
                  <a:lnTo>
                    <a:pt x="745787" y="255905"/>
                  </a:lnTo>
                  <a:lnTo>
                    <a:pt x="745308" y="255991"/>
                  </a:lnTo>
                  <a:lnTo>
                    <a:pt x="744736" y="256092"/>
                  </a:lnTo>
                  <a:lnTo>
                    <a:pt x="744047" y="256209"/>
                  </a:lnTo>
                  <a:lnTo>
                    <a:pt x="743660" y="256275"/>
                  </a:lnTo>
                  <a:lnTo>
                    <a:pt x="743201" y="256357"/>
                  </a:lnTo>
                  <a:lnTo>
                    <a:pt x="742610" y="256451"/>
                  </a:lnTo>
                  <a:lnTo>
                    <a:pt x="742465" y="256474"/>
                  </a:lnTo>
                  <a:lnTo>
                    <a:pt x="742254" y="256505"/>
                  </a:lnTo>
                  <a:lnTo>
                    <a:pt x="742024" y="256540"/>
                  </a:lnTo>
                  <a:lnTo>
                    <a:pt x="737321" y="256766"/>
                  </a:lnTo>
                  <a:lnTo>
                    <a:pt x="732990" y="256974"/>
                  </a:lnTo>
                  <a:lnTo>
                    <a:pt x="732442" y="257004"/>
                  </a:lnTo>
                  <a:lnTo>
                    <a:pt x="731080" y="257073"/>
                  </a:lnTo>
                  <a:lnTo>
                    <a:pt x="730597" y="257097"/>
                  </a:lnTo>
                  <a:lnTo>
                    <a:pt x="730090" y="257123"/>
                  </a:lnTo>
                  <a:lnTo>
                    <a:pt x="729941" y="257131"/>
                  </a:lnTo>
                  <a:lnTo>
                    <a:pt x="729510" y="257152"/>
                  </a:lnTo>
                  <a:lnTo>
                    <a:pt x="729273" y="257164"/>
                  </a:lnTo>
                  <a:lnTo>
                    <a:pt x="729132" y="257171"/>
                  </a:lnTo>
                  <a:lnTo>
                    <a:pt x="728949" y="257180"/>
                  </a:lnTo>
                  <a:lnTo>
                    <a:pt x="728768" y="257189"/>
                  </a:lnTo>
                  <a:lnTo>
                    <a:pt x="728343" y="257209"/>
                  </a:lnTo>
                  <a:lnTo>
                    <a:pt x="728172" y="257218"/>
                  </a:lnTo>
                  <a:lnTo>
                    <a:pt x="727761" y="257238"/>
                  </a:lnTo>
                  <a:lnTo>
                    <a:pt x="727626" y="257244"/>
                  </a:lnTo>
                  <a:lnTo>
                    <a:pt x="727451" y="257253"/>
                  </a:lnTo>
                  <a:lnTo>
                    <a:pt x="727058" y="257274"/>
                  </a:lnTo>
                  <a:lnTo>
                    <a:pt x="725873" y="257337"/>
                  </a:lnTo>
                  <a:lnTo>
                    <a:pt x="723746" y="257446"/>
                  </a:lnTo>
                  <a:lnTo>
                    <a:pt x="723129" y="257477"/>
                  </a:lnTo>
                  <a:lnTo>
                    <a:pt x="715134" y="261468"/>
                  </a:lnTo>
                  <a:lnTo>
                    <a:pt x="714396" y="261835"/>
                  </a:lnTo>
                  <a:lnTo>
                    <a:pt x="712226" y="262917"/>
                  </a:lnTo>
                  <a:lnTo>
                    <a:pt x="710819" y="263618"/>
                  </a:lnTo>
                  <a:lnTo>
                    <a:pt x="709014" y="264518"/>
                  </a:lnTo>
                  <a:lnTo>
                    <a:pt x="706225" y="265912"/>
                  </a:lnTo>
                  <a:lnTo>
                    <a:pt x="706034" y="266008"/>
                  </a:lnTo>
                  <a:lnTo>
                    <a:pt x="705877" y="266086"/>
                  </a:lnTo>
                  <a:lnTo>
                    <a:pt x="705641" y="266204"/>
                  </a:lnTo>
                  <a:lnTo>
                    <a:pt x="705367" y="266341"/>
                  </a:lnTo>
                  <a:lnTo>
                    <a:pt x="705077" y="266486"/>
                  </a:lnTo>
                  <a:lnTo>
                    <a:pt x="704836" y="266607"/>
                  </a:lnTo>
                  <a:lnTo>
                    <a:pt x="704497" y="266775"/>
                  </a:lnTo>
                  <a:lnTo>
                    <a:pt x="704091" y="266978"/>
                  </a:lnTo>
                  <a:lnTo>
                    <a:pt x="703666" y="267190"/>
                  </a:lnTo>
                  <a:lnTo>
                    <a:pt x="703031" y="267359"/>
                  </a:lnTo>
                  <a:lnTo>
                    <a:pt x="702851" y="267385"/>
                  </a:lnTo>
                  <a:lnTo>
                    <a:pt x="702656" y="267413"/>
                  </a:lnTo>
                  <a:lnTo>
                    <a:pt x="702473" y="267438"/>
                  </a:lnTo>
                  <a:lnTo>
                    <a:pt x="701837" y="267529"/>
                  </a:lnTo>
                  <a:lnTo>
                    <a:pt x="701452" y="267583"/>
                  </a:lnTo>
                  <a:lnTo>
                    <a:pt x="701051" y="267640"/>
                  </a:lnTo>
                  <a:lnTo>
                    <a:pt x="700566" y="267709"/>
                  </a:lnTo>
                  <a:lnTo>
                    <a:pt x="700119" y="267772"/>
                  </a:lnTo>
                  <a:lnTo>
                    <a:pt x="699831" y="267813"/>
                  </a:lnTo>
                  <a:lnTo>
                    <a:pt x="699657" y="267837"/>
                  </a:lnTo>
                  <a:lnTo>
                    <a:pt x="699409" y="267873"/>
                  </a:lnTo>
                  <a:lnTo>
                    <a:pt x="699081" y="267920"/>
                  </a:lnTo>
                  <a:lnTo>
                    <a:pt x="698803" y="267958"/>
                  </a:lnTo>
                  <a:lnTo>
                    <a:pt x="698083" y="268060"/>
                  </a:lnTo>
                  <a:lnTo>
                    <a:pt x="697666" y="268119"/>
                  </a:lnTo>
                  <a:lnTo>
                    <a:pt x="697363" y="268162"/>
                  </a:lnTo>
                  <a:lnTo>
                    <a:pt x="693786" y="268643"/>
                  </a:lnTo>
                  <a:lnTo>
                    <a:pt x="693504" y="268675"/>
                  </a:lnTo>
                  <a:lnTo>
                    <a:pt x="693328" y="268694"/>
                  </a:lnTo>
                  <a:lnTo>
                    <a:pt x="692768" y="268757"/>
                  </a:lnTo>
                  <a:lnTo>
                    <a:pt x="692511" y="268785"/>
                  </a:lnTo>
                  <a:lnTo>
                    <a:pt x="691775" y="268868"/>
                  </a:lnTo>
                  <a:lnTo>
                    <a:pt x="690765" y="269108"/>
                  </a:lnTo>
                  <a:lnTo>
                    <a:pt x="689905" y="269101"/>
                  </a:lnTo>
                  <a:lnTo>
                    <a:pt x="689550" y="268989"/>
                  </a:lnTo>
                  <a:lnTo>
                    <a:pt x="689420" y="268947"/>
                  </a:lnTo>
                  <a:lnTo>
                    <a:pt x="688995" y="268813"/>
                  </a:lnTo>
                  <a:lnTo>
                    <a:pt x="687853" y="268719"/>
                  </a:lnTo>
                  <a:lnTo>
                    <a:pt x="686801" y="268628"/>
                  </a:lnTo>
                  <a:lnTo>
                    <a:pt x="685558" y="268473"/>
                  </a:lnTo>
                  <a:lnTo>
                    <a:pt x="684407" y="268318"/>
                  </a:lnTo>
                  <a:lnTo>
                    <a:pt x="683891" y="268267"/>
                  </a:lnTo>
                  <a:lnTo>
                    <a:pt x="682740" y="268173"/>
                  </a:lnTo>
                  <a:lnTo>
                    <a:pt x="681219" y="268086"/>
                  </a:lnTo>
                  <a:lnTo>
                    <a:pt x="678944" y="267866"/>
                  </a:lnTo>
                  <a:lnTo>
                    <a:pt x="677775" y="267772"/>
                  </a:lnTo>
                  <a:lnTo>
                    <a:pt x="676891" y="267713"/>
                  </a:lnTo>
                  <a:lnTo>
                    <a:pt x="675946" y="267636"/>
                  </a:lnTo>
                  <a:lnTo>
                    <a:pt x="674875" y="267554"/>
                  </a:lnTo>
                  <a:lnTo>
                    <a:pt x="673712" y="267434"/>
                  </a:lnTo>
                  <a:lnTo>
                    <a:pt x="672457" y="267331"/>
                  </a:lnTo>
                  <a:lnTo>
                    <a:pt x="671379" y="267244"/>
                  </a:lnTo>
                  <a:lnTo>
                    <a:pt x="668751" y="267047"/>
                  </a:lnTo>
                  <a:lnTo>
                    <a:pt x="665616" y="266862"/>
                  </a:lnTo>
                  <a:lnTo>
                    <a:pt x="664990" y="266740"/>
                  </a:lnTo>
                  <a:lnTo>
                    <a:pt x="664171" y="266681"/>
                  </a:lnTo>
                  <a:lnTo>
                    <a:pt x="663380" y="266623"/>
                  </a:lnTo>
                  <a:lnTo>
                    <a:pt x="661509" y="266454"/>
                  </a:lnTo>
                  <a:lnTo>
                    <a:pt x="659806" y="266279"/>
                  </a:lnTo>
                  <a:lnTo>
                    <a:pt x="658364" y="266143"/>
                  </a:lnTo>
                  <a:lnTo>
                    <a:pt x="656345" y="268710"/>
                  </a:lnTo>
                  <a:lnTo>
                    <a:pt x="656095" y="269028"/>
                  </a:lnTo>
                  <a:lnTo>
                    <a:pt x="654321" y="271284"/>
                  </a:lnTo>
                  <a:lnTo>
                    <a:pt x="654115" y="271546"/>
                  </a:lnTo>
                  <a:lnTo>
                    <a:pt x="653888" y="271840"/>
                  </a:lnTo>
                  <a:lnTo>
                    <a:pt x="653010" y="272977"/>
                  </a:lnTo>
                  <a:lnTo>
                    <a:pt x="652459" y="273652"/>
                  </a:lnTo>
                  <a:lnTo>
                    <a:pt x="651480" y="274249"/>
                  </a:lnTo>
                  <a:lnTo>
                    <a:pt x="645799" y="281044"/>
                  </a:lnTo>
                  <a:lnTo>
                    <a:pt x="645365" y="281530"/>
                  </a:lnTo>
                  <a:lnTo>
                    <a:pt x="645061" y="281869"/>
                  </a:lnTo>
                  <a:lnTo>
                    <a:pt x="644769" y="282185"/>
                  </a:lnTo>
                  <a:lnTo>
                    <a:pt x="644460" y="282519"/>
                  </a:lnTo>
                  <a:lnTo>
                    <a:pt x="644236" y="282765"/>
                  </a:lnTo>
                  <a:lnTo>
                    <a:pt x="643765" y="282985"/>
                  </a:lnTo>
                  <a:lnTo>
                    <a:pt x="643502" y="283107"/>
                  </a:lnTo>
                  <a:lnTo>
                    <a:pt x="643345" y="283180"/>
                  </a:lnTo>
                  <a:lnTo>
                    <a:pt x="643161" y="283266"/>
                  </a:lnTo>
                  <a:lnTo>
                    <a:pt x="642950" y="283366"/>
                  </a:lnTo>
                  <a:lnTo>
                    <a:pt x="642753" y="283457"/>
                  </a:lnTo>
                  <a:lnTo>
                    <a:pt x="642488" y="283580"/>
                  </a:lnTo>
                  <a:lnTo>
                    <a:pt x="642247" y="283692"/>
                  </a:lnTo>
                  <a:lnTo>
                    <a:pt x="641840" y="283885"/>
                  </a:lnTo>
                  <a:lnTo>
                    <a:pt x="641040" y="284248"/>
                  </a:lnTo>
                  <a:lnTo>
                    <a:pt x="640535" y="284481"/>
                  </a:lnTo>
                  <a:lnTo>
                    <a:pt x="640180" y="284645"/>
                  </a:lnTo>
                  <a:lnTo>
                    <a:pt x="639895" y="284783"/>
                  </a:lnTo>
                  <a:lnTo>
                    <a:pt x="639417" y="284927"/>
                  </a:lnTo>
                  <a:lnTo>
                    <a:pt x="639079" y="285030"/>
                  </a:lnTo>
                  <a:lnTo>
                    <a:pt x="638273" y="285304"/>
                  </a:lnTo>
                  <a:lnTo>
                    <a:pt x="637885" y="285438"/>
                  </a:lnTo>
                  <a:lnTo>
                    <a:pt x="636941" y="285779"/>
                  </a:lnTo>
                  <a:lnTo>
                    <a:pt x="636670" y="285875"/>
                  </a:lnTo>
                  <a:lnTo>
                    <a:pt x="636364" y="285981"/>
                  </a:lnTo>
                  <a:lnTo>
                    <a:pt x="636121" y="286072"/>
                  </a:lnTo>
                  <a:lnTo>
                    <a:pt x="635813" y="286076"/>
                  </a:lnTo>
                  <a:lnTo>
                    <a:pt x="635575" y="286094"/>
                  </a:lnTo>
                  <a:lnTo>
                    <a:pt x="634770" y="285961"/>
                  </a:lnTo>
                  <a:lnTo>
                    <a:pt x="634473" y="285913"/>
                  </a:lnTo>
                  <a:lnTo>
                    <a:pt x="634264" y="285878"/>
                  </a:lnTo>
                  <a:lnTo>
                    <a:pt x="634091" y="285850"/>
                  </a:lnTo>
                  <a:lnTo>
                    <a:pt x="632786" y="285656"/>
                  </a:lnTo>
                  <a:lnTo>
                    <a:pt x="631188" y="285331"/>
                  </a:lnTo>
                  <a:lnTo>
                    <a:pt x="630930" y="285206"/>
                  </a:lnTo>
                  <a:lnTo>
                    <a:pt x="630762" y="285293"/>
                  </a:lnTo>
                  <a:lnTo>
                    <a:pt x="630389" y="285468"/>
                  </a:lnTo>
                  <a:lnTo>
                    <a:pt x="630257" y="285531"/>
                  </a:lnTo>
                  <a:lnTo>
                    <a:pt x="630189" y="285665"/>
                  </a:lnTo>
                  <a:lnTo>
                    <a:pt x="629953" y="286120"/>
                  </a:lnTo>
                  <a:lnTo>
                    <a:pt x="629896" y="286255"/>
                  </a:lnTo>
                  <a:lnTo>
                    <a:pt x="629840" y="286391"/>
                  </a:lnTo>
                  <a:lnTo>
                    <a:pt x="629788" y="286522"/>
                  </a:lnTo>
                  <a:lnTo>
                    <a:pt x="629695" y="286754"/>
                  </a:lnTo>
                  <a:lnTo>
                    <a:pt x="629633" y="286909"/>
                  </a:lnTo>
                  <a:lnTo>
                    <a:pt x="629573" y="287060"/>
                  </a:lnTo>
                  <a:lnTo>
                    <a:pt x="629355" y="287589"/>
                  </a:lnTo>
                  <a:lnTo>
                    <a:pt x="629219" y="287920"/>
                  </a:lnTo>
                  <a:lnTo>
                    <a:pt x="629078" y="288299"/>
                  </a:lnTo>
                  <a:lnTo>
                    <a:pt x="628985" y="288515"/>
                  </a:lnTo>
                  <a:lnTo>
                    <a:pt x="628970" y="288862"/>
                  </a:lnTo>
                  <a:lnTo>
                    <a:pt x="628941" y="289449"/>
                  </a:lnTo>
                  <a:lnTo>
                    <a:pt x="628933" y="289655"/>
                  </a:lnTo>
                  <a:lnTo>
                    <a:pt x="628927" y="289797"/>
                  </a:lnTo>
                  <a:lnTo>
                    <a:pt x="628922" y="289981"/>
                  </a:lnTo>
                  <a:lnTo>
                    <a:pt x="628931" y="290363"/>
                  </a:lnTo>
                  <a:lnTo>
                    <a:pt x="628940" y="290749"/>
                  </a:lnTo>
                  <a:lnTo>
                    <a:pt x="628949" y="291076"/>
                  </a:lnTo>
                  <a:lnTo>
                    <a:pt x="628958" y="291520"/>
                  </a:lnTo>
                  <a:lnTo>
                    <a:pt x="628968" y="292093"/>
                  </a:lnTo>
                  <a:lnTo>
                    <a:pt x="628973" y="292299"/>
                  </a:lnTo>
                  <a:lnTo>
                    <a:pt x="629214" y="292796"/>
                  </a:lnTo>
                  <a:lnTo>
                    <a:pt x="629436" y="293251"/>
                  </a:lnTo>
                  <a:lnTo>
                    <a:pt x="629531" y="293455"/>
                  </a:lnTo>
                  <a:lnTo>
                    <a:pt x="629572" y="293638"/>
                  </a:lnTo>
                  <a:lnTo>
                    <a:pt x="629627" y="293887"/>
                  </a:lnTo>
                  <a:lnTo>
                    <a:pt x="629669" y="294055"/>
                  </a:lnTo>
                  <a:lnTo>
                    <a:pt x="629763" y="294251"/>
                  </a:lnTo>
                  <a:lnTo>
                    <a:pt x="629819" y="294379"/>
                  </a:lnTo>
                  <a:lnTo>
                    <a:pt x="629791" y="294599"/>
                  </a:lnTo>
                  <a:lnTo>
                    <a:pt x="629760" y="294813"/>
                  </a:lnTo>
                  <a:lnTo>
                    <a:pt x="629596" y="295042"/>
                  </a:lnTo>
                  <a:lnTo>
                    <a:pt x="629502" y="295175"/>
                  </a:lnTo>
                  <a:lnTo>
                    <a:pt x="629409" y="295390"/>
                  </a:lnTo>
                  <a:lnTo>
                    <a:pt x="629326" y="295581"/>
                  </a:lnTo>
                  <a:lnTo>
                    <a:pt x="629231" y="296026"/>
                  </a:lnTo>
                  <a:lnTo>
                    <a:pt x="629172" y="296297"/>
                  </a:lnTo>
                  <a:lnTo>
                    <a:pt x="629150" y="296569"/>
                  </a:lnTo>
                  <a:lnTo>
                    <a:pt x="629384" y="296762"/>
                  </a:lnTo>
                  <a:lnTo>
                    <a:pt x="629567" y="296929"/>
                  </a:lnTo>
                  <a:lnTo>
                    <a:pt x="629845" y="297179"/>
                  </a:lnTo>
                  <a:lnTo>
                    <a:pt x="630000" y="297317"/>
                  </a:lnTo>
                  <a:lnTo>
                    <a:pt x="630155" y="297461"/>
                  </a:lnTo>
                  <a:lnTo>
                    <a:pt x="630489" y="297765"/>
                  </a:lnTo>
                  <a:lnTo>
                    <a:pt x="630478" y="298049"/>
                  </a:lnTo>
                  <a:lnTo>
                    <a:pt x="630231" y="298458"/>
                  </a:lnTo>
                  <a:lnTo>
                    <a:pt x="630139" y="298687"/>
                  </a:lnTo>
                  <a:lnTo>
                    <a:pt x="630056" y="298929"/>
                  </a:lnTo>
                  <a:lnTo>
                    <a:pt x="629897" y="299322"/>
                  </a:lnTo>
                  <a:lnTo>
                    <a:pt x="629625" y="299786"/>
                  </a:lnTo>
                  <a:lnTo>
                    <a:pt x="630696" y="303136"/>
                  </a:lnTo>
                  <a:lnTo>
                    <a:pt x="624085" y="305011"/>
                  </a:lnTo>
                  <a:lnTo>
                    <a:pt x="618488" y="308922"/>
                  </a:lnTo>
                  <a:lnTo>
                    <a:pt x="615832" y="310779"/>
                  </a:lnTo>
                  <a:lnTo>
                    <a:pt x="603946" y="313358"/>
                  </a:lnTo>
                  <a:lnTo>
                    <a:pt x="597371" y="317155"/>
                  </a:lnTo>
                  <a:lnTo>
                    <a:pt x="595240" y="318386"/>
                  </a:lnTo>
                  <a:lnTo>
                    <a:pt x="592013" y="320250"/>
                  </a:lnTo>
                  <a:lnTo>
                    <a:pt x="579236" y="319242"/>
                  </a:lnTo>
                  <a:lnTo>
                    <a:pt x="580056" y="307309"/>
                  </a:lnTo>
                  <a:lnTo>
                    <a:pt x="580878" y="305364"/>
                  </a:lnTo>
                  <a:lnTo>
                    <a:pt x="589267" y="285499"/>
                  </a:lnTo>
                  <a:lnTo>
                    <a:pt x="590768" y="281945"/>
                  </a:lnTo>
                  <a:lnTo>
                    <a:pt x="591145" y="281051"/>
                  </a:lnTo>
                  <a:lnTo>
                    <a:pt x="587793" y="280254"/>
                  </a:lnTo>
                  <a:lnTo>
                    <a:pt x="587640" y="276705"/>
                  </a:lnTo>
                  <a:lnTo>
                    <a:pt x="586432" y="276742"/>
                  </a:lnTo>
                  <a:lnTo>
                    <a:pt x="585840" y="276758"/>
                  </a:lnTo>
                  <a:lnTo>
                    <a:pt x="585173" y="277016"/>
                  </a:lnTo>
                  <a:lnTo>
                    <a:pt x="584862" y="277135"/>
                  </a:lnTo>
                  <a:lnTo>
                    <a:pt x="584117" y="277238"/>
                  </a:lnTo>
                  <a:lnTo>
                    <a:pt x="583894" y="277281"/>
                  </a:lnTo>
                  <a:lnTo>
                    <a:pt x="583463" y="277367"/>
                  </a:lnTo>
                  <a:lnTo>
                    <a:pt x="583083" y="277506"/>
                  </a:lnTo>
                  <a:lnTo>
                    <a:pt x="582787" y="277681"/>
                  </a:lnTo>
                  <a:lnTo>
                    <a:pt x="582492" y="277918"/>
                  </a:lnTo>
                  <a:lnTo>
                    <a:pt x="582382" y="278064"/>
                  </a:lnTo>
                  <a:lnTo>
                    <a:pt x="582157" y="278350"/>
                  </a:lnTo>
                  <a:lnTo>
                    <a:pt x="581972" y="278535"/>
                  </a:lnTo>
                  <a:lnTo>
                    <a:pt x="581826" y="278603"/>
                  </a:lnTo>
                  <a:lnTo>
                    <a:pt x="581334" y="278673"/>
                  </a:lnTo>
                  <a:lnTo>
                    <a:pt x="581015" y="278821"/>
                  </a:lnTo>
                  <a:lnTo>
                    <a:pt x="580687" y="279112"/>
                  </a:lnTo>
                  <a:lnTo>
                    <a:pt x="580556" y="279041"/>
                  </a:lnTo>
                  <a:lnTo>
                    <a:pt x="580007" y="278673"/>
                  </a:lnTo>
                  <a:lnTo>
                    <a:pt x="579243" y="278136"/>
                  </a:lnTo>
                  <a:lnTo>
                    <a:pt x="578938" y="277975"/>
                  </a:lnTo>
                  <a:lnTo>
                    <a:pt x="578546" y="277677"/>
                  </a:lnTo>
                  <a:lnTo>
                    <a:pt x="577984" y="277320"/>
                  </a:lnTo>
                  <a:lnTo>
                    <a:pt x="577585" y="277058"/>
                  </a:lnTo>
                  <a:lnTo>
                    <a:pt x="577184" y="276774"/>
                  </a:lnTo>
                  <a:lnTo>
                    <a:pt x="576779" y="276514"/>
                  </a:lnTo>
                  <a:lnTo>
                    <a:pt x="576418" y="276254"/>
                  </a:lnTo>
                  <a:lnTo>
                    <a:pt x="576284" y="276111"/>
                  </a:lnTo>
                  <a:lnTo>
                    <a:pt x="576195" y="275942"/>
                  </a:lnTo>
                  <a:lnTo>
                    <a:pt x="576162" y="275780"/>
                  </a:lnTo>
                  <a:lnTo>
                    <a:pt x="576331" y="275307"/>
                  </a:lnTo>
                  <a:lnTo>
                    <a:pt x="576336" y="275135"/>
                  </a:lnTo>
                  <a:lnTo>
                    <a:pt x="576239" y="274784"/>
                  </a:lnTo>
                  <a:lnTo>
                    <a:pt x="576045" y="274507"/>
                  </a:lnTo>
                  <a:lnTo>
                    <a:pt x="575825" y="274254"/>
                  </a:lnTo>
                  <a:lnTo>
                    <a:pt x="575447" y="273797"/>
                  </a:lnTo>
                  <a:lnTo>
                    <a:pt x="575349" y="273649"/>
                  </a:lnTo>
                  <a:lnTo>
                    <a:pt x="575337" y="273330"/>
                  </a:lnTo>
                  <a:lnTo>
                    <a:pt x="575290" y="272864"/>
                  </a:lnTo>
                  <a:lnTo>
                    <a:pt x="575281" y="272535"/>
                  </a:lnTo>
                  <a:lnTo>
                    <a:pt x="575327" y="272385"/>
                  </a:lnTo>
                  <a:lnTo>
                    <a:pt x="575822" y="272053"/>
                  </a:lnTo>
                  <a:lnTo>
                    <a:pt x="576296" y="271713"/>
                  </a:lnTo>
                  <a:lnTo>
                    <a:pt x="576500" y="271499"/>
                  </a:lnTo>
                  <a:lnTo>
                    <a:pt x="576891" y="271155"/>
                  </a:lnTo>
                  <a:lnTo>
                    <a:pt x="577369" y="270601"/>
                  </a:lnTo>
                  <a:lnTo>
                    <a:pt x="577602" y="270346"/>
                  </a:lnTo>
                  <a:lnTo>
                    <a:pt x="577988" y="269856"/>
                  </a:lnTo>
                  <a:lnTo>
                    <a:pt x="578333" y="269446"/>
                  </a:lnTo>
                  <a:lnTo>
                    <a:pt x="578270" y="269129"/>
                  </a:lnTo>
                  <a:lnTo>
                    <a:pt x="578089" y="268808"/>
                  </a:lnTo>
                  <a:lnTo>
                    <a:pt x="578150" y="268201"/>
                  </a:lnTo>
                  <a:lnTo>
                    <a:pt x="578181" y="267727"/>
                  </a:lnTo>
                  <a:lnTo>
                    <a:pt x="578124" y="267443"/>
                  </a:lnTo>
                  <a:lnTo>
                    <a:pt x="578061" y="267286"/>
                  </a:lnTo>
                  <a:lnTo>
                    <a:pt x="577683" y="266823"/>
                  </a:lnTo>
                  <a:lnTo>
                    <a:pt x="577517" y="266555"/>
                  </a:lnTo>
                  <a:lnTo>
                    <a:pt x="577365" y="266260"/>
                  </a:lnTo>
                  <a:lnTo>
                    <a:pt x="576767" y="266208"/>
                  </a:lnTo>
                  <a:lnTo>
                    <a:pt x="576471" y="265983"/>
                  </a:lnTo>
                  <a:lnTo>
                    <a:pt x="576063" y="265723"/>
                  </a:lnTo>
                  <a:lnTo>
                    <a:pt x="575698" y="265348"/>
                  </a:lnTo>
                  <a:lnTo>
                    <a:pt x="575299" y="264989"/>
                  </a:lnTo>
                  <a:lnTo>
                    <a:pt x="575184" y="264574"/>
                  </a:lnTo>
                  <a:lnTo>
                    <a:pt x="575592" y="264305"/>
                  </a:lnTo>
                  <a:lnTo>
                    <a:pt x="575782" y="264180"/>
                  </a:lnTo>
                  <a:lnTo>
                    <a:pt x="575972" y="264105"/>
                  </a:lnTo>
                  <a:lnTo>
                    <a:pt x="576211" y="264061"/>
                  </a:lnTo>
                  <a:lnTo>
                    <a:pt x="576183" y="263887"/>
                  </a:lnTo>
                  <a:lnTo>
                    <a:pt x="576141" y="263711"/>
                  </a:lnTo>
                  <a:lnTo>
                    <a:pt x="576047" y="263250"/>
                  </a:lnTo>
                  <a:lnTo>
                    <a:pt x="575963" y="262699"/>
                  </a:lnTo>
                  <a:lnTo>
                    <a:pt x="575831" y="262310"/>
                  </a:lnTo>
                  <a:lnTo>
                    <a:pt x="575576" y="261848"/>
                  </a:lnTo>
                  <a:lnTo>
                    <a:pt x="575341" y="261707"/>
                  </a:lnTo>
                  <a:lnTo>
                    <a:pt x="574959" y="261461"/>
                  </a:lnTo>
                  <a:lnTo>
                    <a:pt x="574725" y="261257"/>
                  </a:lnTo>
                  <a:lnTo>
                    <a:pt x="574216" y="260947"/>
                  </a:lnTo>
                  <a:lnTo>
                    <a:pt x="573787" y="260469"/>
                  </a:lnTo>
                  <a:lnTo>
                    <a:pt x="573524" y="260132"/>
                  </a:lnTo>
                  <a:lnTo>
                    <a:pt x="573339" y="259588"/>
                  </a:lnTo>
                  <a:lnTo>
                    <a:pt x="573086" y="259030"/>
                  </a:lnTo>
                  <a:lnTo>
                    <a:pt x="572744" y="258589"/>
                  </a:lnTo>
                  <a:lnTo>
                    <a:pt x="572427" y="258188"/>
                  </a:lnTo>
                  <a:lnTo>
                    <a:pt x="572104" y="257778"/>
                  </a:lnTo>
                  <a:lnTo>
                    <a:pt x="571759" y="257379"/>
                  </a:lnTo>
                  <a:lnTo>
                    <a:pt x="571677" y="257588"/>
                  </a:lnTo>
                  <a:lnTo>
                    <a:pt x="571447" y="258173"/>
                  </a:lnTo>
                  <a:lnTo>
                    <a:pt x="571137" y="258445"/>
                  </a:lnTo>
                  <a:lnTo>
                    <a:pt x="570243" y="258550"/>
                  </a:lnTo>
                  <a:lnTo>
                    <a:pt x="570121" y="258768"/>
                  </a:lnTo>
                  <a:lnTo>
                    <a:pt x="569945" y="259190"/>
                  </a:lnTo>
                  <a:lnTo>
                    <a:pt x="570076" y="260175"/>
                  </a:lnTo>
                  <a:lnTo>
                    <a:pt x="569605" y="260637"/>
                  </a:lnTo>
                  <a:lnTo>
                    <a:pt x="569038" y="260790"/>
                  </a:lnTo>
                  <a:lnTo>
                    <a:pt x="568868" y="261428"/>
                  </a:lnTo>
                  <a:lnTo>
                    <a:pt x="568922" y="261684"/>
                  </a:lnTo>
                  <a:lnTo>
                    <a:pt x="568906" y="261944"/>
                  </a:lnTo>
                  <a:lnTo>
                    <a:pt x="568763" y="262234"/>
                  </a:lnTo>
                  <a:lnTo>
                    <a:pt x="568643" y="262415"/>
                  </a:lnTo>
                  <a:lnTo>
                    <a:pt x="568650" y="262596"/>
                  </a:lnTo>
                  <a:lnTo>
                    <a:pt x="568538" y="263325"/>
                  </a:lnTo>
                  <a:lnTo>
                    <a:pt x="568585" y="263639"/>
                  </a:lnTo>
                  <a:lnTo>
                    <a:pt x="568660" y="263958"/>
                  </a:lnTo>
                  <a:lnTo>
                    <a:pt x="568690" y="264326"/>
                  </a:lnTo>
                  <a:lnTo>
                    <a:pt x="568592" y="264567"/>
                  </a:lnTo>
                  <a:lnTo>
                    <a:pt x="568669" y="264853"/>
                  </a:lnTo>
                  <a:lnTo>
                    <a:pt x="568704" y="265116"/>
                  </a:lnTo>
                  <a:lnTo>
                    <a:pt x="568690" y="265439"/>
                  </a:lnTo>
                  <a:lnTo>
                    <a:pt x="568512" y="265690"/>
                  </a:lnTo>
                  <a:lnTo>
                    <a:pt x="568355" y="265885"/>
                  </a:lnTo>
                  <a:lnTo>
                    <a:pt x="568128" y="266201"/>
                  </a:lnTo>
                  <a:lnTo>
                    <a:pt x="567954" y="266393"/>
                  </a:lnTo>
                  <a:lnTo>
                    <a:pt x="567813" y="266663"/>
                  </a:lnTo>
                  <a:lnTo>
                    <a:pt x="567649" y="266963"/>
                  </a:lnTo>
                  <a:lnTo>
                    <a:pt x="567628" y="267104"/>
                  </a:lnTo>
                  <a:lnTo>
                    <a:pt x="567513" y="267390"/>
                  </a:lnTo>
                  <a:lnTo>
                    <a:pt x="567384" y="267603"/>
                  </a:lnTo>
                  <a:lnTo>
                    <a:pt x="567223" y="267817"/>
                  </a:lnTo>
                  <a:lnTo>
                    <a:pt x="567087" y="268077"/>
                  </a:lnTo>
                  <a:lnTo>
                    <a:pt x="566944" y="268328"/>
                  </a:lnTo>
                  <a:lnTo>
                    <a:pt x="566906" y="268559"/>
                  </a:lnTo>
                  <a:lnTo>
                    <a:pt x="566862" y="268907"/>
                  </a:lnTo>
                  <a:lnTo>
                    <a:pt x="566770" y="269420"/>
                  </a:lnTo>
                  <a:lnTo>
                    <a:pt x="566639" y="269706"/>
                  </a:lnTo>
                  <a:lnTo>
                    <a:pt x="566618" y="269995"/>
                  </a:lnTo>
                  <a:lnTo>
                    <a:pt x="566641" y="270379"/>
                  </a:lnTo>
                  <a:lnTo>
                    <a:pt x="566449" y="270953"/>
                  </a:lnTo>
                  <a:lnTo>
                    <a:pt x="566229" y="271045"/>
                  </a:lnTo>
                  <a:lnTo>
                    <a:pt x="565966" y="271160"/>
                  </a:lnTo>
                  <a:lnTo>
                    <a:pt x="565734" y="271279"/>
                  </a:lnTo>
                  <a:lnTo>
                    <a:pt x="565420" y="271509"/>
                  </a:lnTo>
                  <a:lnTo>
                    <a:pt x="565225" y="271657"/>
                  </a:lnTo>
                  <a:lnTo>
                    <a:pt x="565017" y="271833"/>
                  </a:lnTo>
                  <a:lnTo>
                    <a:pt x="564958" y="271992"/>
                  </a:lnTo>
                  <a:lnTo>
                    <a:pt x="564916" y="272126"/>
                  </a:lnTo>
                  <a:lnTo>
                    <a:pt x="564960" y="272362"/>
                  </a:lnTo>
                  <a:lnTo>
                    <a:pt x="565066" y="272644"/>
                  </a:lnTo>
                  <a:lnTo>
                    <a:pt x="565225" y="273054"/>
                  </a:lnTo>
                  <a:lnTo>
                    <a:pt x="565342" y="273364"/>
                  </a:lnTo>
                  <a:lnTo>
                    <a:pt x="565324" y="273537"/>
                  </a:lnTo>
                  <a:lnTo>
                    <a:pt x="565366" y="273722"/>
                  </a:lnTo>
                  <a:lnTo>
                    <a:pt x="565603" y="274090"/>
                  </a:lnTo>
                  <a:lnTo>
                    <a:pt x="565760" y="274545"/>
                  </a:lnTo>
                  <a:lnTo>
                    <a:pt x="565624" y="274719"/>
                  </a:lnTo>
                  <a:lnTo>
                    <a:pt x="565624" y="275131"/>
                  </a:lnTo>
                  <a:lnTo>
                    <a:pt x="565619" y="275459"/>
                  </a:lnTo>
                  <a:lnTo>
                    <a:pt x="565591" y="275984"/>
                  </a:lnTo>
                  <a:lnTo>
                    <a:pt x="565483" y="276275"/>
                  </a:lnTo>
                  <a:lnTo>
                    <a:pt x="565310" y="276836"/>
                  </a:lnTo>
                  <a:lnTo>
                    <a:pt x="565299" y="277179"/>
                  </a:lnTo>
                  <a:lnTo>
                    <a:pt x="565280" y="277774"/>
                  </a:lnTo>
                  <a:lnTo>
                    <a:pt x="565272" y="278099"/>
                  </a:lnTo>
                  <a:lnTo>
                    <a:pt x="565261" y="278358"/>
                  </a:lnTo>
                  <a:lnTo>
                    <a:pt x="565065" y="278402"/>
                  </a:lnTo>
                  <a:lnTo>
                    <a:pt x="564195" y="278597"/>
                  </a:lnTo>
                  <a:lnTo>
                    <a:pt x="563470" y="278760"/>
                  </a:lnTo>
                  <a:lnTo>
                    <a:pt x="562765" y="278681"/>
                  </a:lnTo>
                  <a:lnTo>
                    <a:pt x="562280" y="278632"/>
                  </a:lnTo>
                  <a:lnTo>
                    <a:pt x="561769" y="278577"/>
                  </a:lnTo>
                  <a:lnTo>
                    <a:pt x="560696" y="278465"/>
                  </a:lnTo>
                  <a:lnTo>
                    <a:pt x="559857" y="278376"/>
                  </a:lnTo>
                  <a:lnTo>
                    <a:pt x="559281" y="278434"/>
                  </a:lnTo>
                  <a:lnTo>
                    <a:pt x="558584" y="280029"/>
                  </a:lnTo>
                  <a:lnTo>
                    <a:pt x="558421" y="280403"/>
                  </a:lnTo>
                  <a:lnTo>
                    <a:pt x="557523" y="281851"/>
                  </a:lnTo>
                  <a:lnTo>
                    <a:pt x="557381" y="282087"/>
                  </a:lnTo>
                  <a:lnTo>
                    <a:pt x="557273" y="282314"/>
                  </a:lnTo>
                  <a:lnTo>
                    <a:pt x="557170" y="282581"/>
                  </a:lnTo>
                  <a:lnTo>
                    <a:pt x="557118" y="282809"/>
                  </a:lnTo>
                  <a:lnTo>
                    <a:pt x="557055" y="282975"/>
                  </a:lnTo>
                  <a:lnTo>
                    <a:pt x="556877" y="283156"/>
                  </a:lnTo>
                  <a:lnTo>
                    <a:pt x="556671" y="283278"/>
                  </a:lnTo>
                  <a:lnTo>
                    <a:pt x="556378" y="283432"/>
                  </a:lnTo>
                  <a:lnTo>
                    <a:pt x="556070" y="283643"/>
                  </a:lnTo>
                  <a:lnTo>
                    <a:pt x="555641" y="283950"/>
                  </a:lnTo>
                  <a:lnTo>
                    <a:pt x="555505" y="284098"/>
                  </a:lnTo>
                  <a:lnTo>
                    <a:pt x="555156" y="284305"/>
                  </a:lnTo>
                  <a:lnTo>
                    <a:pt x="554893" y="284619"/>
                  </a:lnTo>
                  <a:lnTo>
                    <a:pt x="554889" y="284757"/>
                  </a:lnTo>
                  <a:lnTo>
                    <a:pt x="554893" y="285027"/>
                  </a:lnTo>
                  <a:lnTo>
                    <a:pt x="554922" y="285315"/>
                  </a:lnTo>
                  <a:lnTo>
                    <a:pt x="554936" y="285563"/>
                  </a:lnTo>
                  <a:lnTo>
                    <a:pt x="554875" y="285763"/>
                  </a:lnTo>
                  <a:lnTo>
                    <a:pt x="554786" y="285922"/>
                  </a:lnTo>
                  <a:lnTo>
                    <a:pt x="554614" y="286046"/>
                  </a:lnTo>
                  <a:lnTo>
                    <a:pt x="554378" y="286042"/>
                  </a:lnTo>
                  <a:lnTo>
                    <a:pt x="553932" y="286014"/>
                  </a:lnTo>
                  <a:lnTo>
                    <a:pt x="547826" y="291984"/>
                  </a:lnTo>
                  <a:lnTo>
                    <a:pt x="547504" y="292253"/>
                  </a:lnTo>
                  <a:lnTo>
                    <a:pt x="547326" y="292522"/>
                  </a:lnTo>
                  <a:lnTo>
                    <a:pt x="547194" y="292744"/>
                  </a:lnTo>
                  <a:lnTo>
                    <a:pt x="547054" y="292986"/>
                  </a:lnTo>
                  <a:lnTo>
                    <a:pt x="546883" y="293242"/>
                  </a:lnTo>
                  <a:lnTo>
                    <a:pt x="546672" y="293741"/>
                  </a:lnTo>
                  <a:lnTo>
                    <a:pt x="546580" y="293933"/>
                  </a:lnTo>
                  <a:lnTo>
                    <a:pt x="546383" y="294090"/>
                  </a:lnTo>
                  <a:lnTo>
                    <a:pt x="546198" y="294233"/>
                  </a:lnTo>
                  <a:lnTo>
                    <a:pt x="545971" y="294507"/>
                  </a:lnTo>
                  <a:lnTo>
                    <a:pt x="545874" y="294679"/>
                  </a:lnTo>
                  <a:lnTo>
                    <a:pt x="545851" y="294862"/>
                  </a:lnTo>
                  <a:lnTo>
                    <a:pt x="546001" y="295401"/>
                  </a:lnTo>
                  <a:lnTo>
                    <a:pt x="546168" y="296013"/>
                  </a:lnTo>
                  <a:lnTo>
                    <a:pt x="546247" y="296376"/>
                  </a:lnTo>
                  <a:lnTo>
                    <a:pt x="546371" y="296704"/>
                  </a:lnTo>
                  <a:lnTo>
                    <a:pt x="546179" y="297152"/>
                  </a:lnTo>
                  <a:lnTo>
                    <a:pt x="545872" y="297476"/>
                  </a:lnTo>
                  <a:lnTo>
                    <a:pt x="545649" y="297764"/>
                  </a:lnTo>
                  <a:lnTo>
                    <a:pt x="545490" y="297935"/>
                  </a:lnTo>
                  <a:lnTo>
                    <a:pt x="545256" y="298083"/>
                  </a:lnTo>
                  <a:lnTo>
                    <a:pt x="545108" y="298167"/>
                  </a:lnTo>
                  <a:lnTo>
                    <a:pt x="544793" y="298431"/>
                  </a:lnTo>
                  <a:lnTo>
                    <a:pt x="544735" y="298608"/>
                  </a:lnTo>
                  <a:lnTo>
                    <a:pt x="544599" y="298643"/>
                  </a:lnTo>
                  <a:lnTo>
                    <a:pt x="544426" y="298727"/>
                  </a:lnTo>
                  <a:lnTo>
                    <a:pt x="544243" y="298793"/>
                  </a:lnTo>
                  <a:lnTo>
                    <a:pt x="543961" y="298908"/>
                  </a:lnTo>
                  <a:lnTo>
                    <a:pt x="543701" y="299006"/>
                  </a:lnTo>
                  <a:lnTo>
                    <a:pt x="543476" y="299119"/>
                  </a:lnTo>
                  <a:lnTo>
                    <a:pt x="543328" y="299164"/>
                  </a:lnTo>
                  <a:lnTo>
                    <a:pt x="543192" y="299328"/>
                  </a:lnTo>
                  <a:lnTo>
                    <a:pt x="543042" y="299564"/>
                  </a:lnTo>
                  <a:lnTo>
                    <a:pt x="542768" y="299986"/>
                  </a:lnTo>
                  <a:lnTo>
                    <a:pt x="542656" y="300195"/>
                  </a:lnTo>
                  <a:lnTo>
                    <a:pt x="542564" y="300399"/>
                  </a:lnTo>
                  <a:lnTo>
                    <a:pt x="542459" y="300584"/>
                  </a:lnTo>
                  <a:lnTo>
                    <a:pt x="542409" y="300741"/>
                  </a:lnTo>
                  <a:lnTo>
                    <a:pt x="542348" y="300997"/>
                  </a:lnTo>
                  <a:lnTo>
                    <a:pt x="542323" y="301304"/>
                  </a:lnTo>
                  <a:lnTo>
                    <a:pt x="542372" y="301454"/>
                  </a:lnTo>
                  <a:lnTo>
                    <a:pt x="542374" y="301679"/>
                  </a:lnTo>
                  <a:lnTo>
                    <a:pt x="542285" y="302193"/>
                  </a:lnTo>
                  <a:lnTo>
                    <a:pt x="542121" y="302221"/>
                  </a:lnTo>
                  <a:lnTo>
                    <a:pt x="541514" y="301646"/>
                  </a:lnTo>
                  <a:lnTo>
                    <a:pt x="541326" y="301501"/>
                  </a:lnTo>
                  <a:lnTo>
                    <a:pt x="541104" y="301344"/>
                  </a:lnTo>
                  <a:lnTo>
                    <a:pt x="540703" y="301121"/>
                  </a:lnTo>
                  <a:lnTo>
                    <a:pt x="540522" y="300997"/>
                  </a:lnTo>
                  <a:lnTo>
                    <a:pt x="540384" y="300833"/>
                  </a:lnTo>
                  <a:lnTo>
                    <a:pt x="540168" y="300636"/>
                  </a:lnTo>
                  <a:lnTo>
                    <a:pt x="540006" y="300495"/>
                  </a:lnTo>
                  <a:lnTo>
                    <a:pt x="539788" y="300310"/>
                  </a:lnTo>
                  <a:lnTo>
                    <a:pt x="539620" y="300127"/>
                  </a:lnTo>
                  <a:lnTo>
                    <a:pt x="539474" y="299993"/>
                  </a:lnTo>
                  <a:lnTo>
                    <a:pt x="539343" y="299848"/>
                  </a:lnTo>
                  <a:lnTo>
                    <a:pt x="539298" y="299553"/>
                  </a:lnTo>
                  <a:lnTo>
                    <a:pt x="539123" y="299147"/>
                  </a:lnTo>
                  <a:lnTo>
                    <a:pt x="539151" y="298896"/>
                  </a:lnTo>
                  <a:lnTo>
                    <a:pt x="539202" y="298744"/>
                  </a:lnTo>
                  <a:lnTo>
                    <a:pt x="539064" y="298390"/>
                  </a:lnTo>
                  <a:lnTo>
                    <a:pt x="539498" y="297734"/>
                  </a:lnTo>
                  <a:lnTo>
                    <a:pt x="539568" y="297605"/>
                  </a:lnTo>
                  <a:lnTo>
                    <a:pt x="539587" y="297453"/>
                  </a:lnTo>
                  <a:lnTo>
                    <a:pt x="539830" y="297047"/>
                  </a:lnTo>
                  <a:lnTo>
                    <a:pt x="540046" y="296930"/>
                  </a:lnTo>
                  <a:lnTo>
                    <a:pt x="540245" y="296813"/>
                  </a:lnTo>
                  <a:lnTo>
                    <a:pt x="540520" y="296672"/>
                  </a:lnTo>
                  <a:lnTo>
                    <a:pt x="540792" y="296463"/>
                  </a:lnTo>
                  <a:lnTo>
                    <a:pt x="540778" y="296235"/>
                  </a:lnTo>
                  <a:lnTo>
                    <a:pt x="540735" y="295978"/>
                  </a:lnTo>
                  <a:lnTo>
                    <a:pt x="540660" y="295777"/>
                  </a:lnTo>
                  <a:lnTo>
                    <a:pt x="540602" y="295584"/>
                  </a:lnTo>
                  <a:lnTo>
                    <a:pt x="540747" y="295171"/>
                  </a:lnTo>
                  <a:lnTo>
                    <a:pt x="541090" y="294840"/>
                  </a:lnTo>
                  <a:lnTo>
                    <a:pt x="541258" y="294735"/>
                  </a:lnTo>
                  <a:lnTo>
                    <a:pt x="541446" y="294641"/>
                  </a:lnTo>
                  <a:lnTo>
                    <a:pt x="541636" y="294557"/>
                  </a:lnTo>
                  <a:lnTo>
                    <a:pt x="541826" y="294547"/>
                  </a:lnTo>
                  <a:lnTo>
                    <a:pt x="542072" y="294498"/>
                  </a:lnTo>
                  <a:lnTo>
                    <a:pt x="542487" y="294498"/>
                  </a:lnTo>
                  <a:lnTo>
                    <a:pt x="542721" y="294357"/>
                  </a:lnTo>
                  <a:lnTo>
                    <a:pt x="542860" y="294175"/>
                  </a:lnTo>
                  <a:lnTo>
                    <a:pt x="542993" y="293994"/>
                  </a:lnTo>
                  <a:lnTo>
                    <a:pt x="543073" y="293851"/>
                  </a:lnTo>
                  <a:lnTo>
                    <a:pt x="543127" y="293700"/>
                  </a:lnTo>
                  <a:lnTo>
                    <a:pt x="543235" y="293436"/>
                  </a:lnTo>
                  <a:lnTo>
                    <a:pt x="543385" y="293218"/>
                  </a:lnTo>
                  <a:lnTo>
                    <a:pt x="543638" y="293105"/>
                  </a:lnTo>
                  <a:lnTo>
                    <a:pt x="543767" y="293063"/>
                  </a:lnTo>
                  <a:lnTo>
                    <a:pt x="543940" y="292829"/>
                  </a:lnTo>
                  <a:lnTo>
                    <a:pt x="544264" y="292386"/>
                  </a:lnTo>
                  <a:lnTo>
                    <a:pt x="544675" y="291081"/>
                  </a:lnTo>
                  <a:lnTo>
                    <a:pt x="544585" y="290906"/>
                  </a:lnTo>
                  <a:lnTo>
                    <a:pt x="544466" y="290676"/>
                  </a:lnTo>
                  <a:lnTo>
                    <a:pt x="543774" y="286480"/>
                  </a:lnTo>
                  <a:lnTo>
                    <a:pt x="543722" y="286185"/>
                  </a:lnTo>
                  <a:lnTo>
                    <a:pt x="543692" y="285960"/>
                  </a:lnTo>
                  <a:lnTo>
                    <a:pt x="543629" y="285774"/>
                  </a:lnTo>
                  <a:lnTo>
                    <a:pt x="543631" y="285456"/>
                  </a:lnTo>
                  <a:lnTo>
                    <a:pt x="543667" y="285149"/>
                  </a:lnTo>
                  <a:lnTo>
                    <a:pt x="543727" y="284919"/>
                  </a:lnTo>
                  <a:lnTo>
                    <a:pt x="543928" y="284554"/>
                  </a:lnTo>
                  <a:lnTo>
                    <a:pt x="543699" y="284373"/>
                  </a:lnTo>
                  <a:lnTo>
                    <a:pt x="543422" y="284178"/>
                  </a:lnTo>
                  <a:lnTo>
                    <a:pt x="543132" y="284009"/>
                  </a:lnTo>
                  <a:lnTo>
                    <a:pt x="542953" y="283864"/>
                  </a:lnTo>
                  <a:lnTo>
                    <a:pt x="542897" y="283728"/>
                  </a:lnTo>
                  <a:lnTo>
                    <a:pt x="542775" y="283580"/>
                  </a:lnTo>
                  <a:lnTo>
                    <a:pt x="542747" y="283423"/>
                  </a:lnTo>
                  <a:lnTo>
                    <a:pt x="542707" y="283135"/>
                  </a:lnTo>
                  <a:lnTo>
                    <a:pt x="542625" y="282699"/>
                  </a:lnTo>
                  <a:lnTo>
                    <a:pt x="542564" y="282438"/>
                  </a:lnTo>
                  <a:lnTo>
                    <a:pt x="542477" y="282131"/>
                  </a:lnTo>
                  <a:lnTo>
                    <a:pt x="542459" y="281909"/>
                  </a:lnTo>
                  <a:lnTo>
                    <a:pt x="542480" y="281547"/>
                  </a:lnTo>
                  <a:lnTo>
                    <a:pt x="542515" y="281130"/>
                  </a:lnTo>
                  <a:lnTo>
                    <a:pt x="542414" y="280767"/>
                  </a:lnTo>
                  <a:lnTo>
                    <a:pt x="542229" y="280647"/>
                  </a:lnTo>
                  <a:lnTo>
                    <a:pt x="540435" y="280153"/>
                  </a:lnTo>
                  <a:lnTo>
                    <a:pt x="540278" y="279986"/>
                  </a:lnTo>
                  <a:lnTo>
                    <a:pt x="540128" y="279761"/>
                  </a:lnTo>
                  <a:lnTo>
                    <a:pt x="540032" y="279522"/>
                  </a:lnTo>
                  <a:lnTo>
                    <a:pt x="540037" y="279255"/>
                  </a:lnTo>
                  <a:lnTo>
                    <a:pt x="540119" y="278990"/>
                  </a:lnTo>
                  <a:lnTo>
                    <a:pt x="540124" y="278725"/>
                  </a:lnTo>
                  <a:lnTo>
                    <a:pt x="540166" y="278441"/>
                  </a:lnTo>
                  <a:lnTo>
                    <a:pt x="540253" y="278132"/>
                  </a:lnTo>
                  <a:lnTo>
                    <a:pt x="540234" y="277935"/>
                  </a:lnTo>
                  <a:lnTo>
                    <a:pt x="540006" y="277806"/>
                  </a:lnTo>
                  <a:lnTo>
                    <a:pt x="539877" y="277684"/>
                  </a:lnTo>
                  <a:lnTo>
                    <a:pt x="539873" y="277433"/>
                  </a:lnTo>
                  <a:lnTo>
                    <a:pt x="539838" y="277208"/>
                  </a:lnTo>
                  <a:lnTo>
                    <a:pt x="539760" y="276997"/>
                  </a:lnTo>
                  <a:lnTo>
                    <a:pt x="539648" y="276812"/>
                  </a:lnTo>
                  <a:lnTo>
                    <a:pt x="539369" y="276575"/>
                  </a:lnTo>
                  <a:lnTo>
                    <a:pt x="539153" y="276460"/>
                  </a:lnTo>
                  <a:lnTo>
                    <a:pt x="538929" y="276298"/>
                  </a:lnTo>
                  <a:lnTo>
                    <a:pt x="539240" y="275340"/>
                  </a:lnTo>
                  <a:lnTo>
                    <a:pt x="539064" y="275232"/>
                  </a:lnTo>
                  <a:lnTo>
                    <a:pt x="538623" y="274991"/>
                  </a:lnTo>
                  <a:lnTo>
                    <a:pt x="538515" y="274587"/>
                  </a:lnTo>
                  <a:lnTo>
                    <a:pt x="538504" y="274374"/>
                  </a:lnTo>
                  <a:lnTo>
                    <a:pt x="538471" y="274198"/>
                  </a:lnTo>
                  <a:lnTo>
                    <a:pt x="538515" y="273830"/>
                  </a:lnTo>
                  <a:lnTo>
                    <a:pt x="538548" y="273664"/>
                  </a:lnTo>
                  <a:lnTo>
                    <a:pt x="538464" y="273448"/>
                  </a:lnTo>
                  <a:lnTo>
                    <a:pt x="538375" y="273190"/>
                  </a:lnTo>
                  <a:lnTo>
                    <a:pt x="537988" y="272498"/>
                  </a:lnTo>
                  <a:lnTo>
                    <a:pt x="538004" y="272369"/>
                  </a:lnTo>
                  <a:lnTo>
                    <a:pt x="538056" y="272083"/>
                  </a:lnTo>
                  <a:lnTo>
                    <a:pt x="538103" y="271296"/>
                  </a:lnTo>
                  <a:lnTo>
                    <a:pt x="538070" y="270944"/>
                  </a:lnTo>
                  <a:lnTo>
                    <a:pt x="537969" y="270773"/>
                  </a:lnTo>
                  <a:lnTo>
                    <a:pt x="537758" y="270499"/>
                  </a:lnTo>
                  <a:lnTo>
                    <a:pt x="536640" y="269671"/>
                  </a:lnTo>
                  <a:lnTo>
                    <a:pt x="536593" y="269514"/>
                  </a:lnTo>
                  <a:lnTo>
                    <a:pt x="537249" y="269010"/>
                  </a:lnTo>
                  <a:lnTo>
                    <a:pt x="537390" y="268942"/>
                  </a:lnTo>
                  <a:lnTo>
                    <a:pt x="537622" y="268785"/>
                  </a:lnTo>
                  <a:lnTo>
                    <a:pt x="537824" y="268548"/>
                  </a:lnTo>
                  <a:lnTo>
                    <a:pt x="538142" y="268238"/>
                  </a:lnTo>
                  <a:lnTo>
                    <a:pt x="538217" y="268105"/>
                  </a:lnTo>
                  <a:lnTo>
                    <a:pt x="538506" y="267756"/>
                  </a:lnTo>
                  <a:lnTo>
                    <a:pt x="538686" y="267641"/>
                  </a:lnTo>
                  <a:lnTo>
                    <a:pt x="538996" y="267683"/>
                  </a:lnTo>
                  <a:lnTo>
                    <a:pt x="539415" y="267718"/>
                  </a:lnTo>
                  <a:lnTo>
                    <a:pt x="539922" y="267756"/>
                  </a:lnTo>
                  <a:lnTo>
                    <a:pt x="540264" y="267800"/>
                  </a:lnTo>
                  <a:lnTo>
                    <a:pt x="540428" y="267805"/>
                  </a:lnTo>
                  <a:lnTo>
                    <a:pt x="541962" y="266203"/>
                  </a:lnTo>
                  <a:lnTo>
                    <a:pt x="543719" y="264516"/>
                  </a:lnTo>
                  <a:lnTo>
                    <a:pt x="543713" y="264145"/>
                  </a:lnTo>
                  <a:lnTo>
                    <a:pt x="543953" y="263334"/>
                  </a:lnTo>
                  <a:lnTo>
                    <a:pt x="544195" y="262890"/>
                  </a:lnTo>
                  <a:lnTo>
                    <a:pt x="544358" y="262172"/>
                  </a:lnTo>
                  <a:lnTo>
                    <a:pt x="543968" y="261153"/>
                  </a:lnTo>
                  <a:lnTo>
                    <a:pt x="543881" y="260925"/>
                  </a:lnTo>
                  <a:lnTo>
                    <a:pt x="543282" y="260307"/>
                  </a:lnTo>
                  <a:lnTo>
                    <a:pt x="543143" y="260315"/>
                  </a:lnTo>
                  <a:lnTo>
                    <a:pt x="542918" y="259904"/>
                  </a:lnTo>
                  <a:lnTo>
                    <a:pt x="543265" y="259271"/>
                  </a:lnTo>
                  <a:lnTo>
                    <a:pt x="543400" y="259025"/>
                  </a:lnTo>
                  <a:lnTo>
                    <a:pt x="543272" y="258302"/>
                  </a:lnTo>
                  <a:lnTo>
                    <a:pt x="543164" y="257688"/>
                  </a:lnTo>
                  <a:lnTo>
                    <a:pt x="543016" y="257407"/>
                  </a:lnTo>
                  <a:lnTo>
                    <a:pt x="542927" y="257238"/>
                  </a:lnTo>
                  <a:lnTo>
                    <a:pt x="542630" y="256673"/>
                  </a:lnTo>
                  <a:lnTo>
                    <a:pt x="542310" y="256066"/>
                  </a:lnTo>
                  <a:lnTo>
                    <a:pt x="541943" y="255370"/>
                  </a:lnTo>
                  <a:lnTo>
                    <a:pt x="541785" y="254523"/>
                  </a:lnTo>
                  <a:lnTo>
                    <a:pt x="541583" y="253460"/>
                  </a:lnTo>
                  <a:lnTo>
                    <a:pt x="543176" y="252880"/>
                  </a:lnTo>
                  <a:lnTo>
                    <a:pt x="543352" y="252753"/>
                  </a:lnTo>
                  <a:lnTo>
                    <a:pt x="543626" y="252524"/>
                  </a:lnTo>
                  <a:lnTo>
                    <a:pt x="543907" y="252301"/>
                  </a:lnTo>
                  <a:lnTo>
                    <a:pt x="544147" y="252036"/>
                  </a:lnTo>
                  <a:lnTo>
                    <a:pt x="544393" y="251846"/>
                  </a:lnTo>
                  <a:lnTo>
                    <a:pt x="544554" y="251703"/>
                  </a:lnTo>
                  <a:lnTo>
                    <a:pt x="544517" y="251457"/>
                  </a:lnTo>
                  <a:lnTo>
                    <a:pt x="544503" y="251194"/>
                  </a:lnTo>
                  <a:lnTo>
                    <a:pt x="544545" y="251018"/>
                  </a:lnTo>
                  <a:lnTo>
                    <a:pt x="544641" y="250775"/>
                  </a:lnTo>
                  <a:lnTo>
                    <a:pt x="544707" y="250585"/>
                  </a:lnTo>
                  <a:lnTo>
                    <a:pt x="544810" y="250390"/>
                  </a:lnTo>
                  <a:lnTo>
                    <a:pt x="545028" y="250233"/>
                  </a:lnTo>
                  <a:lnTo>
                    <a:pt x="545267" y="249994"/>
                  </a:lnTo>
                  <a:lnTo>
                    <a:pt x="545572" y="249837"/>
                  </a:lnTo>
                  <a:lnTo>
                    <a:pt x="545839" y="249527"/>
                  </a:lnTo>
                  <a:lnTo>
                    <a:pt x="546125" y="249291"/>
                  </a:lnTo>
                  <a:lnTo>
                    <a:pt x="546411" y="249049"/>
                  </a:lnTo>
                  <a:lnTo>
                    <a:pt x="546550" y="248885"/>
                  </a:lnTo>
                  <a:lnTo>
                    <a:pt x="546728" y="248700"/>
                  </a:lnTo>
                  <a:lnTo>
                    <a:pt x="546962" y="248648"/>
                  </a:lnTo>
                  <a:lnTo>
                    <a:pt x="547234" y="248816"/>
                  </a:lnTo>
                  <a:lnTo>
                    <a:pt x="547473" y="249009"/>
                  </a:lnTo>
                  <a:lnTo>
                    <a:pt x="547834" y="249312"/>
                  </a:lnTo>
                  <a:lnTo>
                    <a:pt x="548062" y="249579"/>
                  </a:lnTo>
                  <a:lnTo>
                    <a:pt x="548263" y="249577"/>
                  </a:lnTo>
                  <a:lnTo>
                    <a:pt x="548657" y="249434"/>
                  </a:lnTo>
                  <a:lnTo>
                    <a:pt x="548803" y="249499"/>
                  </a:lnTo>
                  <a:lnTo>
                    <a:pt x="549063" y="249607"/>
                  </a:lnTo>
                  <a:lnTo>
                    <a:pt x="549203" y="249792"/>
                  </a:lnTo>
                  <a:lnTo>
                    <a:pt x="549297" y="250041"/>
                  </a:lnTo>
                  <a:lnTo>
                    <a:pt x="549421" y="250259"/>
                  </a:lnTo>
                  <a:lnTo>
                    <a:pt x="549618" y="250385"/>
                  </a:lnTo>
                  <a:lnTo>
                    <a:pt x="549895" y="250517"/>
                  </a:lnTo>
                  <a:lnTo>
                    <a:pt x="550106" y="250622"/>
                  </a:lnTo>
                  <a:lnTo>
                    <a:pt x="550570" y="250592"/>
                  </a:lnTo>
                  <a:lnTo>
                    <a:pt x="550802" y="250536"/>
                  </a:lnTo>
                  <a:lnTo>
                    <a:pt x="550992" y="250489"/>
                  </a:lnTo>
                  <a:lnTo>
                    <a:pt x="552835" y="248573"/>
                  </a:lnTo>
                  <a:lnTo>
                    <a:pt x="552983" y="248381"/>
                  </a:lnTo>
                  <a:lnTo>
                    <a:pt x="553100" y="248247"/>
                  </a:lnTo>
                  <a:lnTo>
                    <a:pt x="553351" y="248060"/>
                  </a:lnTo>
                  <a:lnTo>
                    <a:pt x="553573" y="247989"/>
                  </a:lnTo>
                  <a:lnTo>
                    <a:pt x="553756" y="247896"/>
                  </a:lnTo>
                  <a:lnTo>
                    <a:pt x="553988" y="247722"/>
                  </a:lnTo>
                  <a:lnTo>
                    <a:pt x="554009" y="247560"/>
                  </a:lnTo>
                  <a:lnTo>
                    <a:pt x="554047" y="247382"/>
                  </a:lnTo>
                  <a:lnTo>
                    <a:pt x="554143" y="247084"/>
                  </a:lnTo>
                  <a:lnTo>
                    <a:pt x="554410" y="246698"/>
                  </a:lnTo>
                  <a:lnTo>
                    <a:pt x="554150" y="246257"/>
                  </a:lnTo>
                  <a:lnTo>
                    <a:pt x="554302" y="245837"/>
                  </a:lnTo>
                  <a:lnTo>
                    <a:pt x="554393" y="245584"/>
                  </a:lnTo>
                  <a:lnTo>
                    <a:pt x="554562" y="245118"/>
                  </a:lnTo>
                  <a:lnTo>
                    <a:pt x="555028" y="243845"/>
                  </a:lnTo>
                  <a:lnTo>
                    <a:pt x="555256" y="243326"/>
                  </a:lnTo>
                  <a:lnTo>
                    <a:pt x="554070" y="238841"/>
                  </a:lnTo>
                  <a:lnTo>
                    <a:pt x="553917" y="238698"/>
                  </a:lnTo>
                  <a:lnTo>
                    <a:pt x="553880" y="238551"/>
                  </a:lnTo>
                  <a:lnTo>
                    <a:pt x="553906" y="238328"/>
                  </a:lnTo>
                  <a:lnTo>
                    <a:pt x="554477" y="236839"/>
                  </a:lnTo>
                  <a:lnTo>
                    <a:pt x="554433" y="232689"/>
                  </a:lnTo>
                  <a:lnTo>
                    <a:pt x="554598" y="232698"/>
                  </a:lnTo>
                  <a:lnTo>
                    <a:pt x="554778" y="232838"/>
                  </a:lnTo>
                  <a:lnTo>
                    <a:pt x="555147" y="232779"/>
                  </a:lnTo>
                  <a:lnTo>
                    <a:pt x="555348" y="232902"/>
                  </a:lnTo>
                  <a:lnTo>
                    <a:pt x="555495" y="232886"/>
                  </a:lnTo>
                  <a:lnTo>
                    <a:pt x="555717" y="232790"/>
                  </a:lnTo>
                  <a:lnTo>
                    <a:pt x="556248" y="232211"/>
                  </a:lnTo>
                  <a:lnTo>
                    <a:pt x="557180" y="232318"/>
                  </a:lnTo>
                  <a:lnTo>
                    <a:pt x="557601" y="232386"/>
                  </a:lnTo>
                  <a:lnTo>
                    <a:pt x="559073" y="232533"/>
                  </a:lnTo>
                  <a:lnTo>
                    <a:pt x="559493" y="232089"/>
                  </a:lnTo>
                  <a:lnTo>
                    <a:pt x="560152" y="232733"/>
                  </a:lnTo>
                  <a:lnTo>
                    <a:pt x="560445" y="232709"/>
                  </a:lnTo>
                  <a:lnTo>
                    <a:pt x="560854" y="232555"/>
                  </a:lnTo>
                  <a:lnTo>
                    <a:pt x="561101" y="232662"/>
                  </a:lnTo>
                  <a:lnTo>
                    <a:pt x="561228" y="232498"/>
                  </a:lnTo>
                  <a:lnTo>
                    <a:pt x="562496" y="232498"/>
                  </a:lnTo>
                  <a:lnTo>
                    <a:pt x="562508" y="232756"/>
                  </a:lnTo>
                  <a:lnTo>
                    <a:pt x="563563" y="232615"/>
                  </a:lnTo>
                  <a:lnTo>
                    <a:pt x="563880" y="232428"/>
                  </a:lnTo>
                  <a:lnTo>
                    <a:pt x="564208" y="232053"/>
                  </a:lnTo>
                  <a:lnTo>
                    <a:pt x="564636" y="230508"/>
                  </a:lnTo>
                  <a:lnTo>
                    <a:pt x="564747" y="230107"/>
                  </a:lnTo>
                  <a:lnTo>
                    <a:pt x="564618" y="230036"/>
                  </a:lnTo>
                  <a:lnTo>
                    <a:pt x="564348" y="229403"/>
                  </a:lnTo>
                  <a:lnTo>
                    <a:pt x="564325" y="228442"/>
                  </a:lnTo>
                  <a:lnTo>
                    <a:pt x="564536" y="228184"/>
                  </a:lnTo>
                  <a:lnTo>
                    <a:pt x="564466" y="228044"/>
                  </a:lnTo>
                  <a:lnTo>
                    <a:pt x="564454" y="227762"/>
                  </a:lnTo>
                  <a:lnTo>
                    <a:pt x="564888" y="227493"/>
                  </a:lnTo>
                  <a:lnTo>
                    <a:pt x="565110" y="227446"/>
                  </a:lnTo>
                  <a:lnTo>
                    <a:pt x="565427" y="227141"/>
                  </a:lnTo>
                  <a:lnTo>
                    <a:pt x="566552" y="226672"/>
                  </a:lnTo>
                  <a:lnTo>
                    <a:pt x="566810" y="226578"/>
                  </a:lnTo>
                  <a:lnTo>
                    <a:pt x="567115" y="226672"/>
                  </a:lnTo>
                  <a:lnTo>
                    <a:pt x="567455" y="226895"/>
                  </a:lnTo>
                  <a:lnTo>
                    <a:pt x="568031" y="227018"/>
                  </a:lnTo>
                  <a:lnTo>
                    <a:pt x="568223" y="226981"/>
                  </a:lnTo>
                  <a:lnTo>
                    <a:pt x="568559" y="226915"/>
                  </a:lnTo>
                  <a:lnTo>
                    <a:pt x="568870" y="226854"/>
                  </a:lnTo>
                  <a:lnTo>
                    <a:pt x="569091" y="226572"/>
                  </a:lnTo>
                  <a:lnTo>
                    <a:pt x="569236" y="226386"/>
                  </a:lnTo>
                  <a:lnTo>
                    <a:pt x="570871" y="224296"/>
                  </a:lnTo>
                  <a:lnTo>
                    <a:pt x="570911" y="224502"/>
                  </a:lnTo>
                  <a:lnTo>
                    <a:pt x="571054" y="224877"/>
                  </a:lnTo>
                  <a:lnTo>
                    <a:pt x="571393" y="225064"/>
                  </a:lnTo>
                  <a:lnTo>
                    <a:pt x="571636" y="224824"/>
                  </a:lnTo>
                  <a:lnTo>
                    <a:pt x="571765" y="224665"/>
                  </a:lnTo>
                  <a:lnTo>
                    <a:pt x="572124" y="223925"/>
                  </a:lnTo>
                  <a:lnTo>
                    <a:pt x="572073" y="223784"/>
                  </a:lnTo>
                  <a:lnTo>
                    <a:pt x="572120" y="223646"/>
                  </a:lnTo>
                  <a:lnTo>
                    <a:pt x="572042" y="223369"/>
                  </a:lnTo>
                  <a:lnTo>
                    <a:pt x="572114" y="222828"/>
                  </a:lnTo>
                  <a:lnTo>
                    <a:pt x="572340" y="222537"/>
                  </a:lnTo>
                  <a:lnTo>
                    <a:pt x="572368" y="222398"/>
                  </a:lnTo>
                  <a:lnTo>
                    <a:pt x="572158" y="221741"/>
                  </a:lnTo>
                  <a:lnTo>
                    <a:pt x="572547" y="221647"/>
                  </a:lnTo>
                  <a:lnTo>
                    <a:pt x="573378" y="221080"/>
                  </a:lnTo>
                  <a:lnTo>
                    <a:pt x="574060" y="220909"/>
                  </a:lnTo>
                  <a:lnTo>
                    <a:pt x="574676" y="220602"/>
                  </a:lnTo>
                  <a:lnTo>
                    <a:pt x="574821" y="220503"/>
                  </a:lnTo>
                  <a:lnTo>
                    <a:pt x="575290" y="220278"/>
                  </a:lnTo>
                  <a:lnTo>
                    <a:pt x="578094" y="219795"/>
                  </a:lnTo>
                  <a:lnTo>
                    <a:pt x="579072" y="219627"/>
                  </a:lnTo>
                  <a:lnTo>
                    <a:pt x="576774" y="205068"/>
                  </a:lnTo>
                  <a:lnTo>
                    <a:pt x="575604" y="205170"/>
                  </a:lnTo>
                  <a:lnTo>
                    <a:pt x="568709" y="205771"/>
                  </a:lnTo>
                  <a:lnTo>
                    <a:pt x="567912" y="202184"/>
                  </a:lnTo>
                  <a:lnTo>
                    <a:pt x="569366" y="195362"/>
                  </a:lnTo>
                  <a:lnTo>
                    <a:pt x="574359" y="187016"/>
                  </a:lnTo>
                  <a:lnTo>
                    <a:pt x="576586" y="180076"/>
                  </a:lnTo>
                  <a:lnTo>
                    <a:pt x="584558" y="174051"/>
                  </a:lnTo>
                  <a:lnTo>
                    <a:pt x="580980" y="162100"/>
                  </a:lnTo>
                  <a:lnTo>
                    <a:pt x="578575" y="154065"/>
                  </a:lnTo>
                  <a:lnTo>
                    <a:pt x="579883" y="151752"/>
                  </a:lnTo>
                  <a:lnTo>
                    <a:pt x="581851" y="148271"/>
                  </a:lnTo>
                  <a:lnTo>
                    <a:pt x="584730" y="143180"/>
                  </a:lnTo>
                  <a:lnTo>
                    <a:pt x="585043" y="142627"/>
                  </a:lnTo>
                  <a:lnTo>
                    <a:pt x="590655" y="132702"/>
                  </a:lnTo>
                  <a:lnTo>
                    <a:pt x="591867" y="130560"/>
                  </a:lnTo>
                  <a:lnTo>
                    <a:pt x="600215" y="115797"/>
                  </a:lnTo>
                  <a:lnTo>
                    <a:pt x="602089" y="112483"/>
                  </a:lnTo>
                  <a:lnTo>
                    <a:pt x="606406" y="96243"/>
                  </a:lnTo>
                  <a:lnTo>
                    <a:pt x="612346" y="73898"/>
                  </a:lnTo>
                  <a:lnTo>
                    <a:pt x="613936" y="67917"/>
                  </a:lnTo>
                  <a:lnTo>
                    <a:pt x="614749" y="64858"/>
                  </a:lnTo>
                  <a:lnTo>
                    <a:pt x="617147" y="55840"/>
                  </a:lnTo>
                  <a:lnTo>
                    <a:pt x="619547" y="46811"/>
                  </a:lnTo>
                  <a:lnTo>
                    <a:pt x="607857" y="25085"/>
                  </a:lnTo>
                  <a:lnTo>
                    <a:pt x="594360" y="0"/>
                  </a:lnTo>
                  <a:lnTo>
                    <a:pt x="565006" y="14895"/>
                  </a:lnTo>
                  <a:lnTo>
                    <a:pt x="555167" y="19888"/>
                  </a:lnTo>
                  <a:lnTo>
                    <a:pt x="554368" y="20293"/>
                  </a:lnTo>
                  <a:lnTo>
                    <a:pt x="552475" y="21253"/>
                  </a:lnTo>
                  <a:lnTo>
                    <a:pt x="552272" y="21356"/>
                  </a:lnTo>
                  <a:lnTo>
                    <a:pt x="551855" y="21570"/>
                  </a:lnTo>
                  <a:lnTo>
                    <a:pt x="549800" y="22696"/>
                  </a:lnTo>
                  <a:lnTo>
                    <a:pt x="549196" y="23063"/>
                  </a:lnTo>
                  <a:lnTo>
                    <a:pt x="547797" y="23913"/>
                  </a:lnTo>
                  <a:lnTo>
                    <a:pt x="545851" y="25219"/>
                  </a:lnTo>
                  <a:lnTo>
                    <a:pt x="543966" y="26611"/>
                  </a:lnTo>
                  <a:lnTo>
                    <a:pt x="542150" y="28016"/>
                  </a:lnTo>
                  <a:lnTo>
                    <a:pt x="538040" y="31196"/>
                  </a:lnTo>
                  <a:lnTo>
                    <a:pt x="523165" y="42705"/>
                  </a:lnTo>
                  <a:lnTo>
                    <a:pt x="506472" y="55622"/>
                  </a:lnTo>
                  <a:lnTo>
                    <a:pt x="502338" y="58820"/>
                  </a:lnTo>
                  <a:lnTo>
                    <a:pt x="494293" y="65045"/>
                  </a:lnTo>
                  <a:lnTo>
                    <a:pt x="481990" y="74564"/>
                  </a:lnTo>
                  <a:lnTo>
                    <a:pt x="462885" y="89346"/>
                  </a:lnTo>
                  <a:lnTo>
                    <a:pt x="461955" y="90083"/>
                  </a:lnTo>
                  <a:lnTo>
                    <a:pt x="460168" y="91599"/>
                  </a:lnTo>
                  <a:lnTo>
                    <a:pt x="458452" y="93195"/>
                  </a:lnTo>
                  <a:lnTo>
                    <a:pt x="456809" y="94865"/>
                  </a:lnTo>
                  <a:lnTo>
                    <a:pt x="455242" y="96608"/>
                  </a:lnTo>
                  <a:lnTo>
                    <a:pt x="444469" y="109154"/>
                  </a:lnTo>
                  <a:lnTo>
                    <a:pt x="441713" y="112364"/>
                  </a:lnTo>
                  <a:lnTo>
                    <a:pt x="432476" y="123121"/>
                  </a:lnTo>
                  <a:lnTo>
                    <a:pt x="425812" y="130881"/>
                  </a:lnTo>
                  <a:lnTo>
                    <a:pt x="421465" y="135944"/>
                  </a:lnTo>
                  <a:lnTo>
                    <a:pt x="418671" y="139197"/>
                  </a:lnTo>
                  <a:lnTo>
                    <a:pt x="403903" y="156396"/>
                  </a:lnTo>
                  <a:lnTo>
                    <a:pt x="400946" y="159839"/>
                  </a:lnTo>
                  <a:lnTo>
                    <a:pt x="391068" y="171342"/>
                  </a:lnTo>
                  <a:lnTo>
                    <a:pt x="380910" y="183171"/>
                  </a:lnTo>
                  <a:lnTo>
                    <a:pt x="379581" y="184720"/>
                  </a:lnTo>
                  <a:lnTo>
                    <a:pt x="375454" y="189526"/>
                  </a:lnTo>
                  <a:lnTo>
                    <a:pt x="374458" y="190721"/>
                  </a:lnTo>
                  <a:lnTo>
                    <a:pt x="373026" y="192576"/>
                  </a:lnTo>
                  <a:lnTo>
                    <a:pt x="371680" y="194494"/>
                  </a:lnTo>
                  <a:lnTo>
                    <a:pt x="370421" y="196470"/>
                  </a:lnTo>
                  <a:lnTo>
                    <a:pt x="369252" y="198501"/>
                  </a:lnTo>
                  <a:lnTo>
                    <a:pt x="368176" y="200583"/>
                  </a:lnTo>
                  <a:lnTo>
                    <a:pt x="367194" y="202711"/>
                  </a:lnTo>
                  <a:lnTo>
                    <a:pt x="365624" y="206328"/>
                  </a:lnTo>
                  <a:lnTo>
                    <a:pt x="363394" y="211464"/>
                  </a:lnTo>
                  <a:lnTo>
                    <a:pt x="360347" y="218479"/>
                  </a:lnTo>
                  <a:lnTo>
                    <a:pt x="358710" y="222249"/>
                  </a:lnTo>
                  <a:lnTo>
                    <a:pt x="356683" y="225493"/>
                  </a:lnTo>
                  <a:lnTo>
                    <a:pt x="336014" y="258578"/>
                  </a:lnTo>
                  <a:lnTo>
                    <a:pt x="330842" y="266858"/>
                  </a:lnTo>
                  <a:lnTo>
                    <a:pt x="325670" y="275136"/>
                  </a:lnTo>
                  <a:lnTo>
                    <a:pt x="321360" y="282035"/>
                  </a:lnTo>
                  <a:lnTo>
                    <a:pt x="316510" y="289800"/>
                  </a:lnTo>
                  <a:lnTo>
                    <a:pt x="313232" y="295047"/>
                  </a:lnTo>
                  <a:lnTo>
                    <a:pt x="310332" y="297045"/>
                  </a:lnTo>
                  <a:lnTo>
                    <a:pt x="308590" y="298245"/>
                  </a:lnTo>
                  <a:lnTo>
                    <a:pt x="299646" y="304409"/>
                  </a:lnTo>
                  <a:lnTo>
                    <a:pt x="294936" y="307655"/>
                  </a:lnTo>
                  <a:lnTo>
                    <a:pt x="288867" y="311837"/>
                  </a:lnTo>
                  <a:lnTo>
                    <a:pt x="287646" y="312678"/>
                  </a:lnTo>
                  <a:lnTo>
                    <a:pt x="270734" y="324332"/>
                  </a:lnTo>
                  <a:lnTo>
                    <a:pt x="269578" y="325151"/>
                  </a:lnTo>
                  <a:lnTo>
                    <a:pt x="267717" y="326575"/>
                  </a:lnTo>
                  <a:lnTo>
                    <a:pt x="265922" y="328082"/>
                  </a:lnTo>
                  <a:lnTo>
                    <a:pt x="264196" y="329667"/>
                  </a:lnTo>
                  <a:lnTo>
                    <a:pt x="262543" y="331329"/>
                  </a:lnTo>
                  <a:lnTo>
                    <a:pt x="260967" y="333063"/>
                  </a:lnTo>
                  <a:lnTo>
                    <a:pt x="256130" y="338631"/>
                  </a:lnTo>
                  <a:lnTo>
                    <a:pt x="255090" y="339829"/>
                  </a:lnTo>
                  <a:lnTo>
                    <a:pt x="251747" y="343677"/>
                  </a:lnTo>
                  <a:lnTo>
                    <a:pt x="250932" y="344639"/>
                  </a:lnTo>
                  <a:lnTo>
                    <a:pt x="249479" y="346478"/>
                  </a:lnTo>
                  <a:lnTo>
                    <a:pt x="248110" y="348381"/>
                  </a:lnTo>
                  <a:lnTo>
                    <a:pt x="246829" y="350343"/>
                  </a:lnTo>
                  <a:lnTo>
                    <a:pt x="246225" y="351366"/>
                  </a:lnTo>
                  <a:lnTo>
                    <a:pt x="245637" y="352361"/>
                  </a:lnTo>
                  <a:lnTo>
                    <a:pt x="238860" y="364446"/>
                  </a:lnTo>
                  <a:lnTo>
                    <a:pt x="233687" y="373669"/>
                  </a:lnTo>
                  <a:lnTo>
                    <a:pt x="228339" y="383214"/>
                  </a:lnTo>
                  <a:lnTo>
                    <a:pt x="225696" y="387927"/>
                  </a:lnTo>
                  <a:lnTo>
                    <a:pt x="225201" y="388810"/>
                  </a:lnTo>
                  <a:lnTo>
                    <a:pt x="219063" y="399758"/>
                  </a:lnTo>
                  <a:lnTo>
                    <a:pt x="216330" y="404633"/>
                  </a:lnTo>
                  <a:lnTo>
                    <a:pt x="215485" y="406201"/>
                  </a:lnTo>
                  <a:lnTo>
                    <a:pt x="214457" y="408307"/>
                  </a:lnTo>
                  <a:lnTo>
                    <a:pt x="213524" y="410457"/>
                  </a:lnTo>
                  <a:lnTo>
                    <a:pt x="212689" y="412647"/>
                  </a:lnTo>
                  <a:lnTo>
                    <a:pt x="200776" y="446129"/>
                  </a:lnTo>
                  <a:lnTo>
                    <a:pt x="196448" y="458303"/>
                  </a:lnTo>
                  <a:lnTo>
                    <a:pt x="182040" y="468342"/>
                  </a:lnTo>
                  <a:lnTo>
                    <a:pt x="162641" y="481858"/>
                  </a:lnTo>
                  <a:lnTo>
                    <a:pt x="153099" y="488506"/>
                  </a:lnTo>
                  <a:lnTo>
                    <a:pt x="152080" y="489217"/>
                  </a:lnTo>
                  <a:lnTo>
                    <a:pt x="151314" y="489761"/>
                  </a:lnTo>
                  <a:lnTo>
                    <a:pt x="149447" y="491178"/>
                  </a:lnTo>
                  <a:lnTo>
                    <a:pt x="145147" y="494595"/>
                  </a:lnTo>
                  <a:lnTo>
                    <a:pt x="144267" y="495311"/>
                  </a:lnTo>
                  <a:lnTo>
                    <a:pt x="132311" y="505247"/>
                  </a:lnTo>
                  <a:lnTo>
                    <a:pt x="131810" y="505668"/>
                  </a:lnTo>
                  <a:lnTo>
                    <a:pt x="130061" y="507229"/>
                  </a:lnTo>
                  <a:lnTo>
                    <a:pt x="128384" y="508866"/>
                  </a:lnTo>
                  <a:lnTo>
                    <a:pt x="126782" y="510578"/>
                  </a:lnTo>
                  <a:lnTo>
                    <a:pt x="125259" y="512359"/>
                  </a:lnTo>
                  <a:lnTo>
                    <a:pt x="123817" y="514208"/>
                  </a:lnTo>
                  <a:lnTo>
                    <a:pt x="122461" y="516119"/>
                  </a:lnTo>
                  <a:lnTo>
                    <a:pt x="121191" y="518089"/>
                  </a:lnTo>
                  <a:lnTo>
                    <a:pt x="120011" y="520115"/>
                  </a:lnTo>
                  <a:lnTo>
                    <a:pt x="118924" y="522191"/>
                  </a:lnTo>
                  <a:lnTo>
                    <a:pt x="117931" y="524315"/>
                  </a:lnTo>
                  <a:lnTo>
                    <a:pt x="117035" y="526481"/>
                  </a:lnTo>
                  <a:lnTo>
                    <a:pt x="116237" y="528685"/>
                  </a:lnTo>
                  <a:lnTo>
                    <a:pt x="111569" y="542547"/>
                  </a:lnTo>
                  <a:lnTo>
                    <a:pt x="111220" y="543620"/>
                  </a:lnTo>
                  <a:lnTo>
                    <a:pt x="110553" y="545942"/>
                  </a:lnTo>
                  <a:lnTo>
                    <a:pt x="110143" y="547606"/>
                  </a:lnTo>
                  <a:lnTo>
                    <a:pt x="109671" y="549902"/>
                  </a:lnTo>
                  <a:lnTo>
                    <a:pt x="109302" y="552216"/>
                  </a:lnTo>
                  <a:lnTo>
                    <a:pt x="109039" y="554546"/>
                  </a:lnTo>
                  <a:lnTo>
                    <a:pt x="108880" y="556884"/>
                  </a:lnTo>
                  <a:lnTo>
                    <a:pt x="108826" y="559228"/>
                  </a:lnTo>
                  <a:lnTo>
                    <a:pt x="108879" y="561571"/>
                  </a:lnTo>
                  <a:lnTo>
                    <a:pt x="109036" y="563910"/>
                  </a:lnTo>
                  <a:lnTo>
                    <a:pt x="109299" y="566239"/>
                  </a:lnTo>
                  <a:lnTo>
                    <a:pt x="109666" y="568554"/>
                  </a:lnTo>
                  <a:lnTo>
                    <a:pt x="110136" y="570850"/>
                  </a:lnTo>
                  <a:lnTo>
                    <a:pt x="111893" y="578533"/>
                  </a:lnTo>
                  <a:lnTo>
                    <a:pt x="112355" y="580398"/>
                  </a:lnTo>
                  <a:lnTo>
                    <a:pt x="113013" y="582648"/>
                  </a:lnTo>
                  <a:lnTo>
                    <a:pt x="139645" y="666743"/>
                  </a:lnTo>
                  <a:lnTo>
                    <a:pt x="156527" y="720033"/>
                  </a:lnTo>
                  <a:lnTo>
                    <a:pt x="134155" y="742833"/>
                  </a:lnTo>
                  <a:lnTo>
                    <a:pt x="133507" y="743505"/>
                  </a:lnTo>
                  <a:lnTo>
                    <a:pt x="131934" y="745243"/>
                  </a:lnTo>
                  <a:lnTo>
                    <a:pt x="130441" y="747050"/>
                  </a:lnTo>
                  <a:lnTo>
                    <a:pt x="129031" y="748922"/>
                  </a:lnTo>
                  <a:lnTo>
                    <a:pt x="127706" y="750856"/>
                  </a:lnTo>
                  <a:lnTo>
                    <a:pt x="126470" y="752848"/>
                  </a:lnTo>
                  <a:lnTo>
                    <a:pt x="125325" y="754893"/>
                  </a:lnTo>
                  <a:lnTo>
                    <a:pt x="124445" y="756644"/>
                  </a:lnTo>
                  <a:lnTo>
                    <a:pt x="124273" y="756987"/>
                  </a:lnTo>
                  <a:lnTo>
                    <a:pt x="119125" y="767839"/>
                  </a:lnTo>
                  <a:lnTo>
                    <a:pt x="92443" y="824088"/>
                  </a:lnTo>
                  <a:lnTo>
                    <a:pt x="67719" y="876206"/>
                  </a:lnTo>
                  <a:lnTo>
                    <a:pt x="67489" y="876697"/>
                  </a:lnTo>
                  <a:lnTo>
                    <a:pt x="66555" y="878846"/>
                  </a:lnTo>
                  <a:lnTo>
                    <a:pt x="65718" y="881036"/>
                  </a:lnTo>
                  <a:lnTo>
                    <a:pt x="64981" y="883262"/>
                  </a:lnTo>
                  <a:lnTo>
                    <a:pt x="49176" y="934837"/>
                  </a:lnTo>
                  <a:lnTo>
                    <a:pt x="42248" y="957444"/>
                  </a:lnTo>
                  <a:lnTo>
                    <a:pt x="27958" y="1004076"/>
                  </a:lnTo>
                  <a:lnTo>
                    <a:pt x="12340" y="1036924"/>
                  </a:lnTo>
                  <a:lnTo>
                    <a:pt x="8137" y="1045764"/>
                  </a:lnTo>
                  <a:lnTo>
                    <a:pt x="3934" y="1054605"/>
                  </a:lnTo>
                  <a:lnTo>
                    <a:pt x="0" y="1062856"/>
                  </a:lnTo>
                  <a:lnTo>
                    <a:pt x="46811" y="1085828"/>
                  </a:lnTo>
                  <a:lnTo>
                    <a:pt x="47019" y="1085976"/>
                  </a:lnTo>
                  <a:lnTo>
                    <a:pt x="86565" y="1114074"/>
                  </a:lnTo>
                  <a:lnTo>
                    <a:pt x="95061" y="1129959"/>
                  </a:lnTo>
                  <a:lnTo>
                    <a:pt x="113303" y="1141031"/>
                  </a:lnTo>
                  <a:lnTo>
                    <a:pt x="128672" y="1150359"/>
                  </a:lnTo>
                  <a:lnTo>
                    <a:pt x="132353" y="1152593"/>
                  </a:lnTo>
                  <a:lnTo>
                    <a:pt x="141089" y="1152366"/>
                  </a:lnTo>
                  <a:lnTo>
                    <a:pt x="143497" y="1158520"/>
                  </a:lnTo>
                  <a:lnTo>
                    <a:pt x="143221" y="1159837"/>
                  </a:lnTo>
                  <a:lnTo>
                    <a:pt x="143088" y="1160470"/>
                  </a:lnTo>
                  <a:lnTo>
                    <a:pt x="142908" y="1161304"/>
                  </a:lnTo>
                  <a:lnTo>
                    <a:pt x="143249" y="1161847"/>
                  </a:lnTo>
                  <a:lnTo>
                    <a:pt x="143557" y="1162339"/>
                  </a:lnTo>
                  <a:lnTo>
                    <a:pt x="143851" y="1162793"/>
                  </a:lnTo>
                  <a:lnTo>
                    <a:pt x="144310" y="1163508"/>
                  </a:lnTo>
                  <a:lnTo>
                    <a:pt x="144715" y="1163681"/>
                  </a:lnTo>
                  <a:lnTo>
                    <a:pt x="144963" y="1163785"/>
                  </a:lnTo>
                  <a:lnTo>
                    <a:pt x="145452" y="1163992"/>
                  </a:lnTo>
                  <a:lnTo>
                    <a:pt x="145209" y="1164255"/>
                  </a:lnTo>
                  <a:lnTo>
                    <a:pt x="144723" y="1164783"/>
                  </a:lnTo>
                  <a:lnTo>
                    <a:pt x="144252" y="1165295"/>
                  </a:lnTo>
                  <a:lnTo>
                    <a:pt x="143823" y="1165759"/>
                  </a:lnTo>
                  <a:lnTo>
                    <a:pt x="143672" y="1165889"/>
                  </a:lnTo>
                  <a:lnTo>
                    <a:pt x="143534" y="1166006"/>
                  </a:lnTo>
                  <a:lnTo>
                    <a:pt x="142795" y="1166640"/>
                  </a:lnTo>
                  <a:lnTo>
                    <a:pt x="142437" y="1166952"/>
                  </a:lnTo>
                  <a:lnTo>
                    <a:pt x="142220" y="1167143"/>
                  </a:lnTo>
                  <a:lnTo>
                    <a:pt x="142049" y="1167278"/>
                  </a:lnTo>
                  <a:lnTo>
                    <a:pt x="141505" y="1167746"/>
                  </a:lnTo>
                  <a:lnTo>
                    <a:pt x="141212" y="1167997"/>
                  </a:lnTo>
                  <a:lnTo>
                    <a:pt x="140915" y="1168251"/>
                  </a:lnTo>
                  <a:lnTo>
                    <a:pt x="141350" y="1168922"/>
                  </a:lnTo>
                  <a:lnTo>
                    <a:pt x="141444" y="1169070"/>
                  </a:lnTo>
                  <a:lnTo>
                    <a:pt x="141090" y="1169300"/>
                  </a:lnTo>
                  <a:lnTo>
                    <a:pt x="141226" y="1169584"/>
                  </a:lnTo>
                  <a:lnTo>
                    <a:pt x="141216" y="1170029"/>
                  </a:lnTo>
                  <a:lnTo>
                    <a:pt x="141147" y="1170242"/>
                  </a:lnTo>
                  <a:lnTo>
                    <a:pt x="140933" y="1170971"/>
                  </a:lnTo>
                  <a:lnTo>
                    <a:pt x="140521" y="1172421"/>
                  </a:lnTo>
                  <a:lnTo>
                    <a:pt x="140242" y="1173404"/>
                  </a:lnTo>
                  <a:lnTo>
                    <a:pt x="138225" y="1174243"/>
                  </a:lnTo>
                  <a:lnTo>
                    <a:pt x="137610" y="1175499"/>
                  </a:lnTo>
                  <a:lnTo>
                    <a:pt x="136036" y="1176113"/>
                  </a:lnTo>
                  <a:lnTo>
                    <a:pt x="135827" y="1176727"/>
                  </a:lnTo>
                  <a:lnTo>
                    <a:pt x="137339" y="1176793"/>
                  </a:lnTo>
                  <a:lnTo>
                    <a:pt x="137512" y="1176800"/>
                  </a:lnTo>
                  <a:lnTo>
                    <a:pt x="137799" y="1176812"/>
                  </a:lnTo>
                  <a:lnTo>
                    <a:pt x="138107" y="1176828"/>
                  </a:lnTo>
                  <a:lnTo>
                    <a:pt x="138504" y="1176864"/>
                  </a:lnTo>
                  <a:lnTo>
                    <a:pt x="138761" y="1176888"/>
                  </a:lnTo>
                  <a:lnTo>
                    <a:pt x="138994" y="1176909"/>
                  </a:lnTo>
                  <a:lnTo>
                    <a:pt x="139572" y="1176848"/>
                  </a:lnTo>
                  <a:lnTo>
                    <a:pt x="140199" y="1176637"/>
                  </a:lnTo>
                  <a:lnTo>
                    <a:pt x="140877" y="1176582"/>
                  </a:lnTo>
                  <a:lnTo>
                    <a:pt x="142830" y="1176804"/>
                  </a:lnTo>
                  <a:lnTo>
                    <a:pt x="143947" y="1175372"/>
                  </a:lnTo>
                  <a:lnTo>
                    <a:pt x="144067" y="1175084"/>
                  </a:lnTo>
                  <a:lnTo>
                    <a:pt x="144111" y="1174824"/>
                  </a:lnTo>
                  <a:lnTo>
                    <a:pt x="144246" y="1174598"/>
                  </a:lnTo>
                  <a:lnTo>
                    <a:pt x="144892" y="1174184"/>
                  </a:lnTo>
                  <a:lnTo>
                    <a:pt x="145062" y="1174380"/>
                  </a:lnTo>
                  <a:lnTo>
                    <a:pt x="145389" y="1174740"/>
                  </a:lnTo>
                  <a:lnTo>
                    <a:pt x="145537" y="1174895"/>
                  </a:lnTo>
                  <a:lnTo>
                    <a:pt x="145668" y="1174986"/>
                  </a:lnTo>
                  <a:lnTo>
                    <a:pt x="145932" y="1175125"/>
                  </a:lnTo>
                  <a:lnTo>
                    <a:pt x="146332" y="1175381"/>
                  </a:lnTo>
                  <a:lnTo>
                    <a:pt x="146827" y="1175773"/>
                  </a:lnTo>
                  <a:lnTo>
                    <a:pt x="147097" y="1176059"/>
                  </a:lnTo>
                  <a:lnTo>
                    <a:pt x="147246" y="1176111"/>
                  </a:lnTo>
                  <a:lnTo>
                    <a:pt x="147528" y="1176184"/>
                  </a:lnTo>
                  <a:lnTo>
                    <a:pt x="147474" y="1176857"/>
                  </a:lnTo>
                  <a:lnTo>
                    <a:pt x="152347" y="1177013"/>
                  </a:lnTo>
                  <a:lnTo>
                    <a:pt x="153090" y="1177276"/>
                  </a:lnTo>
                  <a:lnTo>
                    <a:pt x="153669" y="1177269"/>
                  </a:lnTo>
                  <a:lnTo>
                    <a:pt x="154592" y="1177496"/>
                  </a:lnTo>
                  <a:lnTo>
                    <a:pt x="154570" y="1177831"/>
                  </a:lnTo>
                  <a:lnTo>
                    <a:pt x="154099" y="1179923"/>
                  </a:lnTo>
                  <a:lnTo>
                    <a:pt x="154075" y="1180301"/>
                  </a:lnTo>
                  <a:lnTo>
                    <a:pt x="153128" y="1182436"/>
                  </a:lnTo>
                  <a:lnTo>
                    <a:pt x="152977" y="1183395"/>
                  </a:lnTo>
                  <a:lnTo>
                    <a:pt x="153200" y="1184654"/>
                  </a:lnTo>
                  <a:lnTo>
                    <a:pt x="153236" y="1185831"/>
                  </a:lnTo>
                  <a:lnTo>
                    <a:pt x="152728" y="1187018"/>
                  </a:lnTo>
                  <a:lnTo>
                    <a:pt x="153278" y="1187126"/>
                  </a:lnTo>
                  <a:lnTo>
                    <a:pt x="153493" y="1188618"/>
                  </a:lnTo>
                  <a:lnTo>
                    <a:pt x="153572" y="1189037"/>
                  </a:lnTo>
                  <a:lnTo>
                    <a:pt x="153637" y="1189299"/>
                  </a:lnTo>
                  <a:lnTo>
                    <a:pt x="153863" y="1190381"/>
                  </a:lnTo>
                  <a:lnTo>
                    <a:pt x="157138" y="1194515"/>
                  </a:lnTo>
                  <a:lnTo>
                    <a:pt x="157773" y="1195152"/>
                  </a:lnTo>
                  <a:lnTo>
                    <a:pt x="158736" y="1194864"/>
                  </a:lnTo>
                  <a:lnTo>
                    <a:pt x="159538" y="1194624"/>
                  </a:lnTo>
                  <a:lnTo>
                    <a:pt x="159721" y="1194570"/>
                  </a:lnTo>
                  <a:lnTo>
                    <a:pt x="161037" y="1194176"/>
                  </a:lnTo>
                  <a:lnTo>
                    <a:pt x="161911" y="1194852"/>
                  </a:lnTo>
                  <a:lnTo>
                    <a:pt x="162301" y="1195154"/>
                  </a:lnTo>
                  <a:lnTo>
                    <a:pt x="162916" y="1195629"/>
                  </a:lnTo>
                  <a:lnTo>
                    <a:pt x="162116" y="1193015"/>
                  </a:lnTo>
                  <a:lnTo>
                    <a:pt x="161787" y="1191942"/>
                  </a:lnTo>
                  <a:lnTo>
                    <a:pt x="162088" y="1192038"/>
                  </a:lnTo>
                  <a:lnTo>
                    <a:pt x="162708" y="1190624"/>
                  </a:lnTo>
                  <a:lnTo>
                    <a:pt x="163474" y="1189699"/>
                  </a:lnTo>
                  <a:lnTo>
                    <a:pt x="165015" y="1190450"/>
                  </a:lnTo>
                  <a:lnTo>
                    <a:pt x="165163" y="1190523"/>
                  </a:lnTo>
                  <a:lnTo>
                    <a:pt x="165261" y="1190701"/>
                  </a:lnTo>
                  <a:lnTo>
                    <a:pt x="165437" y="1191013"/>
                  </a:lnTo>
                  <a:lnTo>
                    <a:pt x="165451" y="1191263"/>
                  </a:lnTo>
                  <a:lnTo>
                    <a:pt x="165468" y="1191571"/>
                  </a:lnTo>
                  <a:lnTo>
                    <a:pt x="165817" y="1192527"/>
                  </a:lnTo>
                  <a:lnTo>
                    <a:pt x="165911" y="1192797"/>
                  </a:lnTo>
                  <a:lnTo>
                    <a:pt x="166211" y="1193638"/>
                  </a:lnTo>
                  <a:lnTo>
                    <a:pt x="166358" y="1193888"/>
                  </a:lnTo>
                  <a:lnTo>
                    <a:pt x="169055" y="1195609"/>
                  </a:lnTo>
                  <a:lnTo>
                    <a:pt x="169535" y="1195914"/>
                  </a:lnTo>
                  <a:lnTo>
                    <a:pt x="168557" y="1197253"/>
                  </a:lnTo>
                  <a:lnTo>
                    <a:pt x="168119" y="1198252"/>
                  </a:lnTo>
                  <a:lnTo>
                    <a:pt x="168147" y="1200241"/>
                  </a:lnTo>
                  <a:lnTo>
                    <a:pt x="168411" y="1200605"/>
                  </a:lnTo>
                  <a:lnTo>
                    <a:pt x="168580" y="1200919"/>
                  </a:lnTo>
                  <a:lnTo>
                    <a:pt x="168824" y="1201368"/>
                  </a:lnTo>
                  <a:lnTo>
                    <a:pt x="169057" y="1201599"/>
                  </a:lnTo>
                  <a:lnTo>
                    <a:pt x="169556" y="1202016"/>
                  </a:lnTo>
                  <a:lnTo>
                    <a:pt x="169747" y="1202148"/>
                  </a:lnTo>
                  <a:lnTo>
                    <a:pt x="169970" y="1202330"/>
                  </a:lnTo>
                  <a:lnTo>
                    <a:pt x="170201" y="1202565"/>
                  </a:lnTo>
                  <a:lnTo>
                    <a:pt x="170462" y="1202814"/>
                  </a:lnTo>
                  <a:lnTo>
                    <a:pt x="170752" y="1202924"/>
                  </a:lnTo>
                  <a:lnTo>
                    <a:pt x="171324" y="1202647"/>
                  </a:lnTo>
                  <a:lnTo>
                    <a:pt x="171507" y="1202795"/>
                  </a:lnTo>
                  <a:lnTo>
                    <a:pt x="171789" y="1203030"/>
                  </a:lnTo>
                  <a:lnTo>
                    <a:pt x="172056" y="1203201"/>
                  </a:lnTo>
                  <a:lnTo>
                    <a:pt x="172337" y="1203381"/>
                  </a:lnTo>
                  <a:lnTo>
                    <a:pt x="172810" y="1203618"/>
                  </a:lnTo>
                  <a:lnTo>
                    <a:pt x="173760" y="1204060"/>
                  </a:lnTo>
                  <a:lnTo>
                    <a:pt x="174304" y="1204245"/>
                  </a:lnTo>
                  <a:lnTo>
                    <a:pt x="174531" y="1204077"/>
                  </a:lnTo>
                  <a:lnTo>
                    <a:pt x="175420" y="1203418"/>
                  </a:lnTo>
                  <a:lnTo>
                    <a:pt x="176715" y="1205320"/>
                  </a:lnTo>
                  <a:lnTo>
                    <a:pt x="177028" y="1205541"/>
                  </a:lnTo>
                  <a:lnTo>
                    <a:pt x="178124" y="1206314"/>
                  </a:lnTo>
                  <a:lnTo>
                    <a:pt x="178506" y="1206584"/>
                  </a:lnTo>
                  <a:lnTo>
                    <a:pt x="178838" y="1206392"/>
                  </a:lnTo>
                  <a:lnTo>
                    <a:pt x="179237" y="1206108"/>
                  </a:lnTo>
                  <a:lnTo>
                    <a:pt x="179565" y="1205909"/>
                  </a:lnTo>
                  <a:lnTo>
                    <a:pt x="179970" y="1205656"/>
                  </a:lnTo>
                  <a:lnTo>
                    <a:pt x="180281" y="1205471"/>
                  </a:lnTo>
                  <a:lnTo>
                    <a:pt x="180510" y="1205335"/>
                  </a:lnTo>
                  <a:lnTo>
                    <a:pt x="181232" y="1204915"/>
                  </a:lnTo>
                  <a:lnTo>
                    <a:pt x="181940" y="1204512"/>
                  </a:lnTo>
                  <a:lnTo>
                    <a:pt x="182531" y="1204097"/>
                  </a:lnTo>
                  <a:lnTo>
                    <a:pt x="183269" y="1203675"/>
                  </a:lnTo>
                  <a:lnTo>
                    <a:pt x="184151" y="1203143"/>
                  </a:lnTo>
                  <a:lnTo>
                    <a:pt x="184791" y="1202730"/>
                  </a:lnTo>
                  <a:lnTo>
                    <a:pt x="185538" y="1202296"/>
                  </a:lnTo>
                  <a:lnTo>
                    <a:pt x="186193" y="1201912"/>
                  </a:lnTo>
                  <a:lnTo>
                    <a:pt x="186767" y="1201544"/>
                  </a:lnTo>
                  <a:lnTo>
                    <a:pt x="187344" y="1201227"/>
                  </a:lnTo>
                  <a:lnTo>
                    <a:pt x="188267" y="1200681"/>
                  </a:lnTo>
                  <a:lnTo>
                    <a:pt x="188854" y="1200358"/>
                  </a:lnTo>
                  <a:lnTo>
                    <a:pt x="189205" y="1200069"/>
                  </a:lnTo>
                  <a:lnTo>
                    <a:pt x="189864" y="1199678"/>
                  </a:lnTo>
                  <a:lnTo>
                    <a:pt x="190617" y="1199235"/>
                  </a:lnTo>
                  <a:lnTo>
                    <a:pt x="190847" y="1199120"/>
                  </a:lnTo>
                  <a:lnTo>
                    <a:pt x="191046" y="1199021"/>
                  </a:lnTo>
                  <a:lnTo>
                    <a:pt x="191275" y="1198902"/>
                  </a:lnTo>
                  <a:lnTo>
                    <a:pt x="192007" y="1198754"/>
                  </a:lnTo>
                  <a:lnTo>
                    <a:pt x="193069" y="1198613"/>
                  </a:lnTo>
                  <a:lnTo>
                    <a:pt x="193392" y="1198592"/>
                  </a:lnTo>
                  <a:lnTo>
                    <a:pt x="194454" y="1198808"/>
                  </a:lnTo>
                  <a:lnTo>
                    <a:pt x="195076" y="1198967"/>
                  </a:lnTo>
                  <a:lnTo>
                    <a:pt x="195677" y="1199169"/>
                  </a:lnTo>
                  <a:lnTo>
                    <a:pt x="196020" y="1199284"/>
                  </a:lnTo>
                  <a:lnTo>
                    <a:pt x="196989" y="1199605"/>
                  </a:lnTo>
                  <a:lnTo>
                    <a:pt x="198158" y="1200022"/>
                  </a:lnTo>
                  <a:lnTo>
                    <a:pt x="198662" y="1200475"/>
                  </a:lnTo>
                  <a:lnTo>
                    <a:pt x="199293" y="1201117"/>
                  </a:lnTo>
                  <a:lnTo>
                    <a:pt x="199619" y="1201476"/>
                  </a:lnTo>
                  <a:lnTo>
                    <a:pt x="200121" y="1201258"/>
                  </a:lnTo>
                  <a:lnTo>
                    <a:pt x="200428" y="1201112"/>
                  </a:lnTo>
                  <a:lnTo>
                    <a:pt x="200770" y="1201103"/>
                  </a:lnTo>
                  <a:lnTo>
                    <a:pt x="200958" y="1201126"/>
                  </a:lnTo>
                  <a:lnTo>
                    <a:pt x="201136" y="1201216"/>
                  </a:lnTo>
                  <a:lnTo>
                    <a:pt x="201666" y="1201502"/>
                  </a:lnTo>
                  <a:lnTo>
                    <a:pt x="202031" y="1201762"/>
                  </a:lnTo>
                  <a:lnTo>
                    <a:pt x="202484" y="1202060"/>
                  </a:lnTo>
                  <a:lnTo>
                    <a:pt x="203138" y="1202493"/>
                  </a:lnTo>
                  <a:lnTo>
                    <a:pt x="203921" y="1203009"/>
                  </a:lnTo>
                  <a:lnTo>
                    <a:pt x="204240" y="1203119"/>
                  </a:lnTo>
                  <a:lnTo>
                    <a:pt x="205738" y="1202885"/>
                  </a:lnTo>
                  <a:lnTo>
                    <a:pt x="206669" y="1202268"/>
                  </a:lnTo>
                  <a:lnTo>
                    <a:pt x="208741" y="1200880"/>
                  </a:lnTo>
                  <a:lnTo>
                    <a:pt x="209677" y="1200231"/>
                  </a:lnTo>
                  <a:lnTo>
                    <a:pt x="210286" y="1199898"/>
                  </a:lnTo>
                  <a:lnTo>
                    <a:pt x="211224" y="1200278"/>
                  </a:lnTo>
                  <a:lnTo>
                    <a:pt x="211946" y="1200571"/>
                  </a:lnTo>
                  <a:lnTo>
                    <a:pt x="212423" y="1200833"/>
                  </a:lnTo>
                  <a:lnTo>
                    <a:pt x="212516" y="1201776"/>
                  </a:lnTo>
                  <a:lnTo>
                    <a:pt x="212572" y="1202958"/>
                  </a:lnTo>
                  <a:lnTo>
                    <a:pt x="212623" y="1203658"/>
                  </a:lnTo>
                  <a:lnTo>
                    <a:pt x="212687" y="1204519"/>
                  </a:lnTo>
                  <a:lnTo>
                    <a:pt x="212788" y="1205553"/>
                  </a:lnTo>
                  <a:lnTo>
                    <a:pt x="212809" y="1206505"/>
                  </a:lnTo>
                  <a:lnTo>
                    <a:pt x="212872" y="1207264"/>
                  </a:lnTo>
                  <a:lnTo>
                    <a:pt x="213364" y="1207979"/>
                  </a:lnTo>
                  <a:lnTo>
                    <a:pt x="214072" y="1208987"/>
                  </a:lnTo>
                  <a:lnTo>
                    <a:pt x="214792" y="1209956"/>
                  </a:lnTo>
                  <a:lnTo>
                    <a:pt x="215514" y="1211039"/>
                  </a:lnTo>
                  <a:lnTo>
                    <a:pt x="216217" y="1212002"/>
                  </a:lnTo>
                  <a:lnTo>
                    <a:pt x="216883" y="1212956"/>
                  </a:lnTo>
                  <a:lnTo>
                    <a:pt x="217240" y="1213451"/>
                  </a:lnTo>
                  <a:lnTo>
                    <a:pt x="218159" y="1212917"/>
                  </a:lnTo>
                  <a:lnTo>
                    <a:pt x="219396" y="1212246"/>
                  </a:lnTo>
                  <a:lnTo>
                    <a:pt x="220172" y="1211876"/>
                  </a:lnTo>
                  <a:lnTo>
                    <a:pt x="221792" y="1211491"/>
                  </a:lnTo>
                  <a:lnTo>
                    <a:pt x="222847" y="1211243"/>
                  </a:lnTo>
                  <a:lnTo>
                    <a:pt x="223926" y="1210994"/>
                  </a:lnTo>
                  <a:lnTo>
                    <a:pt x="225037" y="1210727"/>
                  </a:lnTo>
                  <a:lnTo>
                    <a:pt x="226198" y="1210467"/>
                  </a:lnTo>
                  <a:lnTo>
                    <a:pt x="226935" y="1210380"/>
                  </a:lnTo>
                  <a:lnTo>
                    <a:pt x="228330" y="1211556"/>
                  </a:lnTo>
                  <a:lnTo>
                    <a:pt x="230473" y="1213071"/>
                  </a:lnTo>
                  <a:lnTo>
                    <a:pt x="231605" y="1213380"/>
                  </a:lnTo>
                  <a:lnTo>
                    <a:pt x="232718" y="1213681"/>
                  </a:lnTo>
                  <a:lnTo>
                    <a:pt x="235380" y="1210460"/>
                  </a:lnTo>
                  <a:lnTo>
                    <a:pt x="233741" y="1204629"/>
                  </a:lnTo>
                  <a:lnTo>
                    <a:pt x="241606" y="1205078"/>
                  </a:lnTo>
                  <a:lnTo>
                    <a:pt x="248362" y="1205463"/>
                  </a:lnTo>
                  <a:lnTo>
                    <a:pt x="251467" y="1202853"/>
                  </a:lnTo>
                  <a:lnTo>
                    <a:pt x="253125" y="1198881"/>
                  </a:lnTo>
                  <a:lnTo>
                    <a:pt x="252920" y="1198402"/>
                  </a:lnTo>
                  <a:lnTo>
                    <a:pt x="252808" y="1198223"/>
                  </a:lnTo>
                  <a:lnTo>
                    <a:pt x="252650" y="1198112"/>
                  </a:lnTo>
                  <a:lnTo>
                    <a:pt x="251739" y="1197272"/>
                  </a:lnTo>
                  <a:lnTo>
                    <a:pt x="251560" y="1196939"/>
                  </a:lnTo>
                  <a:lnTo>
                    <a:pt x="251288" y="1196166"/>
                  </a:lnTo>
                  <a:lnTo>
                    <a:pt x="250328" y="1195164"/>
                  </a:lnTo>
                  <a:lnTo>
                    <a:pt x="249174" y="1194279"/>
                  </a:lnTo>
                  <a:lnTo>
                    <a:pt x="248939" y="1191152"/>
                  </a:lnTo>
                  <a:lnTo>
                    <a:pt x="251449" y="1188699"/>
                  </a:lnTo>
                  <a:lnTo>
                    <a:pt x="255561" y="1190370"/>
                  </a:lnTo>
                  <a:lnTo>
                    <a:pt x="258987" y="1181179"/>
                  </a:lnTo>
                  <a:lnTo>
                    <a:pt x="260284" y="1180786"/>
                  </a:lnTo>
                  <a:lnTo>
                    <a:pt x="261677" y="1180213"/>
                  </a:lnTo>
                  <a:lnTo>
                    <a:pt x="261891" y="1180147"/>
                  </a:lnTo>
                  <a:lnTo>
                    <a:pt x="262925" y="1180111"/>
                  </a:lnTo>
                  <a:lnTo>
                    <a:pt x="263486" y="1180086"/>
                  </a:lnTo>
                  <a:lnTo>
                    <a:pt x="264559" y="1179842"/>
                  </a:lnTo>
                  <a:lnTo>
                    <a:pt x="265343" y="1179982"/>
                  </a:lnTo>
                  <a:lnTo>
                    <a:pt x="269174" y="1170641"/>
                  </a:lnTo>
                  <a:lnTo>
                    <a:pt x="276610" y="1169317"/>
                  </a:lnTo>
                  <a:close/>
                </a:path>
              </a:pathLst>
            </a:custGeom>
            <a:solidFill>
              <a:srgbClr val="CADDE5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g54"/>
            <p:cNvSpPr/>
            <p:nvPr/>
          </p:nvSpPr>
          <p:spPr>
            <a:xfrm>
              <a:off x="5272189" y="3902424"/>
              <a:ext cx="774422" cy="834769"/>
            </a:xfrm>
            <a:custGeom>
              <a:avLst/>
              <a:pathLst>
                <a:path w="774422" h="834769">
                  <a:moveTo>
                    <a:pt x="211289" y="229464"/>
                  </a:moveTo>
                  <a:lnTo>
                    <a:pt x="163448" y="274820"/>
                  </a:lnTo>
                  <a:lnTo>
                    <a:pt x="124685" y="301921"/>
                  </a:lnTo>
                  <a:lnTo>
                    <a:pt x="118383" y="306326"/>
                  </a:lnTo>
                  <a:lnTo>
                    <a:pt x="92047" y="324739"/>
                  </a:lnTo>
                  <a:lnTo>
                    <a:pt x="90009" y="326164"/>
                  </a:lnTo>
                  <a:lnTo>
                    <a:pt x="76825" y="335381"/>
                  </a:lnTo>
                  <a:lnTo>
                    <a:pt x="67791" y="341697"/>
                  </a:lnTo>
                  <a:lnTo>
                    <a:pt x="67120" y="342174"/>
                  </a:lnTo>
                  <a:lnTo>
                    <a:pt x="65250" y="343592"/>
                  </a:lnTo>
                  <a:lnTo>
                    <a:pt x="63445" y="345092"/>
                  </a:lnTo>
                  <a:lnTo>
                    <a:pt x="62249" y="346133"/>
                  </a:lnTo>
                  <a:lnTo>
                    <a:pt x="61655" y="346658"/>
                  </a:lnTo>
                  <a:lnTo>
                    <a:pt x="60598" y="347650"/>
                  </a:lnTo>
                  <a:lnTo>
                    <a:pt x="59944" y="348263"/>
                  </a:lnTo>
                  <a:lnTo>
                    <a:pt x="58307" y="349945"/>
                  </a:lnTo>
                  <a:lnTo>
                    <a:pt x="56625" y="351752"/>
                  </a:lnTo>
                  <a:lnTo>
                    <a:pt x="31508" y="378746"/>
                  </a:lnTo>
                  <a:lnTo>
                    <a:pt x="15273" y="396195"/>
                  </a:lnTo>
                  <a:lnTo>
                    <a:pt x="0" y="412613"/>
                  </a:lnTo>
                  <a:lnTo>
                    <a:pt x="4208" y="416542"/>
                  </a:lnTo>
                  <a:lnTo>
                    <a:pt x="9896" y="421854"/>
                  </a:lnTo>
                  <a:lnTo>
                    <a:pt x="25521" y="436444"/>
                  </a:lnTo>
                  <a:lnTo>
                    <a:pt x="38182" y="448267"/>
                  </a:lnTo>
                  <a:lnTo>
                    <a:pt x="48205" y="462770"/>
                  </a:lnTo>
                  <a:lnTo>
                    <a:pt x="49320" y="467847"/>
                  </a:lnTo>
                  <a:lnTo>
                    <a:pt x="50424" y="472873"/>
                  </a:lnTo>
                  <a:lnTo>
                    <a:pt x="52869" y="484009"/>
                  </a:lnTo>
                  <a:lnTo>
                    <a:pt x="52989" y="484555"/>
                  </a:lnTo>
                  <a:lnTo>
                    <a:pt x="54196" y="490053"/>
                  </a:lnTo>
                  <a:lnTo>
                    <a:pt x="56186" y="499114"/>
                  </a:lnTo>
                  <a:lnTo>
                    <a:pt x="56382" y="500008"/>
                  </a:lnTo>
                  <a:lnTo>
                    <a:pt x="56623" y="501105"/>
                  </a:lnTo>
                  <a:lnTo>
                    <a:pt x="56802" y="501923"/>
                  </a:lnTo>
                  <a:lnTo>
                    <a:pt x="58526" y="509771"/>
                  </a:lnTo>
                  <a:lnTo>
                    <a:pt x="58621" y="510205"/>
                  </a:lnTo>
                  <a:lnTo>
                    <a:pt x="60200" y="512914"/>
                  </a:lnTo>
                  <a:lnTo>
                    <a:pt x="61044" y="514364"/>
                  </a:lnTo>
                  <a:lnTo>
                    <a:pt x="64725" y="520681"/>
                  </a:lnTo>
                  <a:lnTo>
                    <a:pt x="65386" y="521815"/>
                  </a:lnTo>
                  <a:lnTo>
                    <a:pt x="68854" y="527768"/>
                  </a:lnTo>
                  <a:lnTo>
                    <a:pt x="71448" y="526286"/>
                  </a:lnTo>
                  <a:lnTo>
                    <a:pt x="80266" y="521248"/>
                  </a:lnTo>
                  <a:lnTo>
                    <a:pt x="88562" y="518668"/>
                  </a:lnTo>
                  <a:lnTo>
                    <a:pt x="89454" y="518390"/>
                  </a:lnTo>
                  <a:lnTo>
                    <a:pt x="92064" y="517579"/>
                  </a:lnTo>
                  <a:lnTo>
                    <a:pt x="96809" y="516103"/>
                  </a:lnTo>
                  <a:lnTo>
                    <a:pt x="96988" y="516047"/>
                  </a:lnTo>
                  <a:lnTo>
                    <a:pt x="97643" y="515844"/>
                  </a:lnTo>
                  <a:lnTo>
                    <a:pt x="101009" y="514797"/>
                  </a:lnTo>
                  <a:lnTo>
                    <a:pt x="101598" y="514614"/>
                  </a:lnTo>
                  <a:lnTo>
                    <a:pt x="117815" y="509570"/>
                  </a:lnTo>
                  <a:lnTo>
                    <a:pt x="119356" y="518281"/>
                  </a:lnTo>
                  <a:lnTo>
                    <a:pt x="119640" y="518465"/>
                  </a:lnTo>
                  <a:lnTo>
                    <a:pt x="119931" y="518652"/>
                  </a:lnTo>
                  <a:lnTo>
                    <a:pt x="120096" y="518758"/>
                  </a:lnTo>
                  <a:lnTo>
                    <a:pt x="120456" y="519158"/>
                  </a:lnTo>
                  <a:lnTo>
                    <a:pt x="120683" y="519410"/>
                  </a:lnTo>
                  <a:lnTo>
                    <a:pt x="120818" y="519562"/>
                  </a:lnTo>
                  <a:lnTo>
                    <a:pt x="121827" y="520683"/>
                  </a:lnTo>
                  <a:lnTo>
                    <a:pt x="122181" y="520932"/>
                  </a:lnTo>
                  <a:lnTo>
                    <a:pt x="123715" y="522015"/>
                  </a:lnTo>
                  <a:lnTo>
                    <a:pt x="123680" y="522274"/>
                  </a:lnTo>
                  <a:lnTo>
                    <a:pt x="122889" y="525436"/>
                  </a:lnTo>
                  <a:lnTo>
                    <a:pt x="122388" y="527264"/>
                  </a:lnTo>
                  <a:lnTo>
                    <a:pt x="122502" y="527880"/>
                  </a:lnTo>
                  <a:lnTo>
                    <a:pt x="122575" y="528268"/>
                  </a:lnTo>
                  <a:lnTo>
                    <a:pt x="122546" y="528630"/>
                  </a:lnTo>
                  <a:lnTo>
                    <a:pt x="122438" y="529987"/>
                  </a:lnTo>
                  <a:lnTo>
                    <a:pt x="123290" y="530123"/>
                  </a:lnTo>
                  <a:lnTo>
                    <a:pt x="124475" y="530314"/>
                  </a:lnTo>
                  <a:lnTo>
                    <a:pt x="125056" y="530407"/>
                  </a:lnTo>
                  <a:lnTo>
                    <a:pt x="125394" y="530262"/>
                  </a:lnTo>
                  <a:lnTo>
                    <a:pt x="125608" y="530180"/>
                  </a:lnTo>
                  <a:lnTo>
                    <a:pt x="125857" y="530356"/>
                  </a:lnTo>
                  <a:lnTo>
                    <a:pt x="126187" y="530590"/>
                  </a:lnTo>
                  <a:lnTo>
                    <a:pt x="126393" y="530736"/>
                  </a:lnTo>
                  <a:lnTo>
                    <a:pt x="126840" y="531052"/>
                  </a:lnTo>
                  <a:lnTo>
                    <a:pt x="127152" y="531273"/>
                  </a:lnTo>
                  <a:lnTo>
                    <a:pt x="127747" y="531694"/>
                  </a:lnTo>
                  <a:lnTo>
                    <a:pt x="128121" y="531960"/>
                  </a:lnTo>
                  <a:lnTo>
                    <a:pt x="129082" y="531771"/>
                  </a:lnTo>
                  <a:lnTo>
                    <a:pt x="130479" y="530960"/>
                  </a:lnTo>
                  <a:lnTo>
                    <a:pt x="131130" y="533085"/>
                  </a:lnTo>
                  <a:lnTo>
                    <a:pt x="131612" y="533813"/>
                  </a:lnTo>
                  <a:lnTo>
                    <a:pt x="131769" y="534049"/>
                  </a:lnTo>
                  <a:lnTo>
                    <a:pt x="131897" y="534242"/>
                  </a:lnTo>
                  <a:lnTo>
                    <a:pt x="132337" y="534902"/>
                  </a:lnTo>
                  <a:lnTo>
                    <a:pt x="132881" y="535720"/>
                  </a:lnTo>
                  <a:lnTo>
                    <a:pt x="134594" y="535293"/>
                  </a:lnTo>
                  <a:lnTo>
                    <a:pt x="135170" y="535154"/>
                  </a:lnTo>
                  <a:lnTo>
                    <a:pt x="135103" y="535301"/>
                  </a:lnTo>
                  <a:lnTo>
                    <a:pt x="134681" y="536152"/>
                  </a:lnTo>
                  <a:lnTo>
                    <a:pt x="134570" y="536376"/>
                  </a:lnTo>
                  <a:lnTo>
                    <a:pt x="134469" y="536569"/>
                  </a:lnTo>
                  <a:lnTo>
                    <a:pt x="134381" y="536747"/>
                  </a:lnTo>
                  <a:lnTo>
                    <a:pt x="134222" y="537078"/>
                  </a:lnTo>
                  <a:lnTo>
                    <a:pt x="133862" y="537227"/>
                  </a:lnTo>
                  <a:lnTo>
                    <a:pt x="133277" y="537466"/>
                  </a:lnTo>
                  <a:lnTo>
                    <a:pt x="133111" y="537536"/>
                  </a:lnTo>
                  <a:lnTo>
                    <a:pt x="132945" y="537604"/>
                  </a:lnTo>
                  <a:lnTo>
                    <a:pt x="132717" y="537698"/>
                  </a:lnTo>
                  <a:lnTo>
                    <a:pt x="132205" y="537907"/>
                  </a:lnTo>
                  <a:lnTo>
                    <a:pt x="131817" y="538066"/>
                  </a:lnTo>
                  <a:lnTo>
                    <a:pt x="131516" y="538198"/>
                  </a:lnTo>
                  <a:lnTo>
                    <a:pt x="131414" y="539156"/>
                  </a:lnTo>
                  <a:lnTo>
                    <a:pt x="131310" y="540112"/>
                  </a:lnTo>
                  <a:lnTo>
                    <a:pt x="129719" y="541626"/>
                  </a:lnTo>
                  <a:lnTo>
                    <a:pt x="129456" y="542151"/>
                  </a:lnTo>
                  <a:lnTo>
                    <a:pt x="128982" y="543097"/>
                  </a:lnTo>
                  <a:lnTo>
                    <a:pt x="128698" y="543665"/>
                  </a:lnTo>
                  <a:lnTo>
                    <a:pt x="128818" y="545192"/>
                  </a:lnTo>
                  <a:lnTo>
                    <a:pt x="128550" y="547274"/>
                  </a:lnTo>
                  <a:lnTo>
                    <a:pt x="128484" y="547755"/>
                  </a:lnTo>
                  <a:lnTo>
                    <a:pt x="128417" y="548274"/>
                  </a:lnTo>
                  <a:lnTo>
                    <a:pt x="128413" y="548462"/>
                  </a:lnTo>
                  <a:lnTo>
                    <a:pt x="128408" y="548685"/>
                  </a:lnTo>
                  <a:lnTo>
                    <a:pt x="128397" y="549216"/>
                  </a:lnTo>
                  <a:lnTo>
                    <a:pt x="128391" y="549454"/>
                  </a:lnTo>
                  <a:lnTo>
                    <a:pt x="128376" y="550151"/>
                  </a:lnTo>
                  <a:lnTo>
                    <a:pt x="128367" y="550604"/>
                  </a:lnTo>
                  <a:lnTo>
                    <a:pt x="127480" y="551089"/>
                  </a:lnTo>
                  <a:lnTo>
                    <a:pt x="126287" y="551742"/>
                  </a:lnTo>
                  <a:lnTo>
                    <a:pt x="125795" y="552377"/>
                  </a:lnTo>
                  <a:lnTo>
                    <a:pt x="124718" y="553771"/>
                  </a:lnTo>
                  <a:lnTo>
                    <a:pt x="124106" y="554562"/>
                  </a:lnTo>
                  <a:lnTo>
                    <a:pt x="123704" y="555082"/>
                  </a:lnTo>
                  <a:lnTo>
                    <a:pt x="123557" y="555272"/>
                  </a:lnTo>
                  <a:lnTo>
                    <a:pt x="122982" y="556015"/>
                  </a:lnTo>
                  <a:lnTo>
                    <a:pt x="122218" y="557002"/>
                  </a:lnTo>
                  <a:lnTo>
                    <a:pt x="121914" y="557393"/>
                  </a:lnTo>
                  <a:lnTo>
                    <a:pt x="121751" y="557608"/>
                  </a:lnTo>
                  <a:lnTo>
                    <a:pt x="121888" y="557922"/>
                  </a:lnTo>
                  <a:lnTo>
                    <a:pt x="122255" y="559158"/>
                  </a:lnTo>
                  <a:lnTo>
                    <a:pt x="122413" y="560937"/>
                  </a:lnTo>
                  <a:lnTo>
                    <a:pt x="122733" y="563545"/>
                  </a:lnTo>
                  <a:lnTo>
                    <a:pt x="123000" y="563811"/>
                  </a:lnTo>
                  <a:lnTo>
                    <a:pt x="124779" y="565594"/>
                  </a:lnTo>
                  <a:lnTo>
                    <a:pt x="125472" y="566286"/>
                  </a:lnTo>
                  <a:lnTo>
                    <a:pt x="126386" y="567199"/>
                  </a:lnTo>
                  <a:lnTo>
                    <a:pt x="126292" y="567900"/>
                  </a:lnTo>
                  <a:lnTo>
                    <a:pt x="126274" y="568032"/>
                  </a:lnTo>
                  <a:lnTo>
                    <a:pt x="125974" y="570215"/>
                  </a:lnTo>
                  <a:lnTo>
                    <a:pt x="124149" y="570772"/>
                  </a:lnTo>
                  <a:lnTo>
                    <a:pt x="123039" y="571113"/>
                  </a:lnTo>
                  <a:lnTo>
                    <a:pt x="122977" y="571323"/>
                  </a:lnTo>
                  <a:lnTo>
                    <a:pt x="122367" y="573442"/>
                  </a:lnTo>
                  <a:lnTo>
                    <a:pt x="122258" y="573820"/>
                  </a:lnTo>
                  <a:lnTo>
                    <a:pt x="122218" y="573958"/>
                  </a:lnTo>
                  <a:lnTo>
                    <a:pt x="122067" y="574494"/>
                  </a:lnTo>
                  <a:lnTo>
                    <a:pt x="122115" y="575323"/>
                  </a:lnTo>
                  <a:lnTo>
                    <a:pt x="120341" y="576220"/>
                  </a:lnTo>
                  <a:lnTo>
                    <a:pt x="113559" y="576861"/>
                  </a:lnTo>
                  <a:lnTo>
                    <a:pt x="102882" y="576476"/>
                  </a:lnTo>
                  <a:lnTo>
                    <a:pt x="94801" y="578334"/>
                  </a:lnTo>
                  <a:lnTo>
                    <a:pt x="94405" y="578425"/>
                  </a:lnTo>
                  <a:lnTo>
                    <a:pt x="91258" y="579148"/>
                  </a:lnTo>
                  <a:lnTo>
                    <a:pt x="90533" y="579314"/>
                  </a:lnTo>
                  <a:lnTo>
                    <a:pt x="90259" y="579397"/>
                  </a:lnTo>
                  <a:lnTo>
                    <a:pt x="86262" y="581141"/>
                  </a:lnTo>
                  <a:lnTo>
                    <a:pt x="85793" y="581345"/>
                  </a:lnTo>
                  <a:lnTo>
                    <a:pt x="79634" y="584033"/>
                  </a:lnTo>
                  <a:lnTo>
                    <a:pt x="78784" y="583975"/>
                  </a:lnTo>
                  <a:lnTo>
                    <a:pt x="78134" y="583931"/>
                  </a:lnTo>
                  <a:lnTo>
                    <a:pt x="68375" y="583272"/>
                  </a:lnTo>
                  <a:lnTo>
                    <a:pt x="66902" y="583173"/>
                  </a:lnTo>
                  <a:lnTo>
                    <a:pt x="66588" y="583152"/>
                  </a:lnTo>
                  <a:lnTo>
                    <a:pt x="66185" y="583125"/>
                  </a:lnTo>
                  <a:lnTo>
                    <a:pt x="62248" y="580061"/>
                  </a:lnTo>
                  <a:lnTo>
                    <a:pt x="60310" y="580068"/>
                  </a:lnTo>
                  <a:lnTo>
                    <a:pt x="58745" y="580073"/>
                  </a:lnTo>
                  <a:lnTo>
                    <a:pt x="53949" y="580090"/>
                  </a:lnTo>
                  <a:lnTo>
                    <a:pt x="50084" y="580535"/>
                  </a:lnTo>
                  <a:lnTo>
                    <a:pt x="49678" y="580582"/>
                  </a:lnTo>
                  <a:lnTo>
                    <a:pt x="46402" y="580959"/>
                  </a:lnTo>
                  <a:lnTo>
                    <a:pt x="45796" y="581029"/>
                  </a:lnTo>
                  <a:lnTo>
                    <a:pt x="43327" y="581313"/>
                  </a:lnTo>
                  <a:lnTo>
                    <a:pt x="43172" y="581331"/>
                  </a:lnTo>
                  <a:lnTo>
                    <a:pt x="40289" y="581662"/>
                  </a:lnTo>
                  <a:lnTo>
                    <a:pt x="39543" y="582032"/>
                  </a:lnTo>
                  <a:lnTo>
                    <a:pt x="38077" y="582759"/>
                  </a:lnTo>
                  <a:lnTo>
                    <a:pt x="34329" y="584617"/>
                  </a:lnTo>
                  <a:lnTo>
                    <a:pt x="35487" y="586945"/>
                  </a:lnTo>
                  <a:lnTo>
                    <a:pt x="36383" y="588744"/>
                  </a:lnTo>
                  <a:lnTo>
                    <a:pt x="39032" y="594066"/>
                  </a:lnTo>
                  <a:lnTo>
                    <a:pt x="40706" y="601930"/>
                  </a:lnTo>
                  <a:lnTo>
                    <a:pt x="40828" y="602507"/>
                  </a:lnTo>
                  <a:lnTo>
                    <a:pt x="43190" y="613603"/>
                  </a:lnTo>
                  <a:lnTo>
                    <a:pt x="46349" y="615909"/>
                  </a:lnTo>
                  <a:lnTo>
                    <a:pt x="47711" y="616902"/>
                  </a:lnTo>
                  <a:lnTo>
                    <a:pt x="50900" y="613727"/>
                  </a:lnTo>
                  <a:lnTo>
                    <a:pt x="51643" y="613679"/>
                  </a:lnTo>
                  <a:lnTo>
                    <a:pt x="52913" y="612659"/>
                  </a:lnTo>
                  <a:lnTo>
                    <a:pt x="53466" y="612084"/>
                  </a:lnTo>
                  <a:lnTo>
                    <a:pt x="53933" y="611598"/>
                  </a:lnTo>
                  <a:lnTo>
                    <a:pt x="54698" y="610804"/>
                  </a:lnTo>
                  <a:lnTo>
                    <a:pt x="57003" y="609957"/>
                  </a:lnTo>
                  <a:lnTo>
                    <a:pt x="58643" y="609354"/>
                  </a:lnTo>
                  <a:lnTo>
                    <a:pt x="58834" y="609772"/>
                  </a:lnTo>
                  <a:lnTo>
                    <a:pt x="59532" y="611974"/>
                  </a:lnTo>
                  <a:lnTo>
                    <a:pt x="60441" y="610626"/>
                  </a:lnTo>
                  <a:lnTo>
                    <a:pt x="61826" y="610237"/>
                  </a:lnTo>
                  <a:lnTo>
                    <a:pt x="62652" y="609528"/>
                  </a:lnTo>
                  <a:lnTo>
                    <a:pt x="63473" y="609007"/>
                  </a:lnTo>
                  <a:lnTo>
                    <a:pt x="63606" y="608924"/>
                  </a:lnTo>
                  <a:lnTo>
                    <a:pt x="64972" y="608068"/>
                  </a:lnTo>
                  <a:lnTo>
                    <a:pt x="66004" y="607912"/>
                  </a:lnTo>
                  <a:lnTo>
                    <a:pt x="67721" y="607210"/>
                  </a:lnTo>
                  <a:lnTo>
                    <a:pt x="67860" y="607382"/>
                  </a:lnTo>
                  <a:lnTo>
                    <a:pt x="68175" y="607982"/>
                  </a:lnTo>
                  <a:lnTo>
                    <a:pt x="70091" y="610119"/>
                  </a:lnTo>
                  <a:lnTo>
                    <a:pt x="70740" y="609496"/>
                  </a:lnTo>
                  <a:lnTo>
                    <a:pt x="71615" y="609005"/>
                  </a:lnTo>
                  <a:lnTo>
                    <a:pt x="71772" y="607525"/>
                  </a:lnTo>
                  <a:lnTo>
                    <a:pt x="71815" y="607156"/>
                  </a:lnTo>
                  <a:lnTo>
                    <a:pt x="71902" y="606419"/>
                  </a:lnTo>
                  <a:lnTo>
                    <a:pt x="71959" y="605907"/>
                  </a:lnTo>
                  <a:lnTo>
                    <a:pt x="72015" y="605372"/>
                  </a:lnTo>
                  <a:lnTo>
                    <a:pt x="73276" y="604396"/>
                  </a:lnTo>
                  <a:lnTo>
                    <a:pt x="73765" y="604017"/>
                  </a:lnTo>
                  <a:lnTo>
                    <a:pt x="74183" y="603628"/>
                  </a:lnTo>
                  <a:lnTo>
                    <a:pt x="74269" y="603397"/>
                  </a:lnTo>
                  <a:lnTo>
                    <a:pt x="74800" y="603216"/>
                  </a:lnTo>
                  <a:lnTo>
                    <a:pt x="76053" y="602778"/>
                  </a:lnTo>
                  <a:lnTo>
                    <a:pt x="77447" y="602295"/>
                  </a:lnTo>
                  <a:lnTo>
                    <a:pt x="77616" y="602236"/>
                  </a:lnTo>
                  <a:lnTo>
                    <a:pt x="78341" y="604415"/>
                  </a:lnTo>
                  <a:lnTo>
                    <a:pt x="78593" y="605173"/>
                  </a:lnTo>
                  <a:lnTo>
                    <a:pt x="78656" y="605355"/>
                  </a:lnTo>
                  <a:lnTo>
                    <a:pt x="78764" y="605892"/>
                  </a:lnTo>
                  <a:lnTo>
                    <a:pt x="78813" y="606131"/>
                  </a:lnTo>
                  <a:lnTo>
                    <a:pt x="79016" y="607149"/>
                  </a:lnTo>
                  <a:lnTo>
                    <a:pt x="79230" y="610461"/>
                  </a:lnTo>
                  <a:lnTo>
                    <a:pt x="80142" y="609858"/>
                  </a:lnTo>
                  <a:lnTo>
                    <a:pt x="81244" y="609129"/>
                  </a:lnTo>
                  <a:lnTo>
                    <a:pt x="82297" y="608433"/>
                  </a:lnTo>
                  <a:lnTo>
                    <a:pt x="83270" y="608726"/>
                  </a:lnTo>
                  <a:lnTo>
                    <a:pt x="84732" y="609165"/>
                  </a:lnTo>
                  <a:lnTo>
                    <a:pt x="85654" y="607795"/>
                  </a:lnTo>
                  <a:lnTo>
                    <a:pt x="86532" y="607625"/>
                  </a:lnTo>
                  <a:lnTo>
                    <a:pt x="87538" y="607431"/>
                  </a:lnTo>
                  <a:lnTo>
                    <a:pt x="88296" y="607284"/>
                  </a:lnTo>
                  <a:lnTo>
                    <a:pt x="88811" y="607319"/>
                  </a:lnTo>
                  <a:lnTo>
                    <a:pt x="90348" y="607425"/>
                  </a:lnTo>
                  <a:lnTo>
                    <a:pt x="91203" y="607133"/>
                  </a:lnTo>
                  <a:lnTo>
                    <a:pt x="92404" y="606723"/>
                  </a:lnTo>
                  <a:lnTo>
                    <a:pt x="92941" y="606540"/>
                  </a:lnTo>
                  <a:lnTo>
                    <a:pt x="93088" y="606490"/>
                  </a:lnTo>
                  <a:lnTo>
                    <a:pt x="94003" y="606177"/>
                  </a:lnTo>
                  <a:lnTo>
                    <a:pt x="95213" y="606899"/>
                  </a:lnTo>
                  <a:lnTo>
                    <a:pt x="96203" y="606638"/>
                  </a:lnTo>
                  <a:lnTo>
                    <a:pt x="97041" y="606060"/>
                  </a:lnTo>
                  <a:lnTo>
                    <a:pt x="97401" y="608293"/>
                  </a:lnTo>
                  <a:lnTo>
                    <a:pt x="98264" y="607889"/>
                  </a:lnTo>
                  <a:lnTo>
                    <a:pt x="99031" y="607528"/>
                  </a:lnTo>
                  <a:lnTo>
                    <a:pt x="99197" y="607450"/>
                  </a:lnTo>
                  <a:lnTo>
                    <a:pt x="100021" y="607063"/>
                  </a:lnTo>
                  <a:lnTo>
                    <a:pt x="100932" y="606652"/>
                  </a:lnTo>
                  <a:lnTo>
                    <a:pt x="101905" y="606314"/>
                  </a:lnTo>
                  <a:lnTo>
                    <a:pt x="102441" y="605739"/>
                  </a:lnTo>
                  <a:lnTo>
                    <a:pt x="102890" y="605295"/>
                  </a:lnTo>
                  <a:lnTo>
                    <a:pt x="103718" y="604468"/>
                  </a:lnTo>
                  <a:lnTo>
                    <a:pt x="104185" y="604060"/>
                  </a:lnTo>
                  <a:lnTo>
                    <a:pt x="104480" y="604013"/>
                  </a:lnTo>
                  <a:lnTo>
                    <a:pt x="106054" y="603562"/>
                  </a:lnTo>
                  <a:lnTo>
                    <a:pt x="107882" y="601357"/>
                  </a:lnTo>
                  <a:lnTo>
                    <a:pt x="108366" y="601268"/>
                  </a:lnTo>
                  <a:lnTo>
                    <a:pt x="109525" y="600437"/>
                  </a:lnTo>
                  <a:lnTo>
                    <a:pt x="110163" y="600112"/>
                  </a:lnTo>
                  <a:lnTo>
                    <a:pt x="111581" y="599389"/>
                  </a:lnTo>
                  <a:lnTo>
                    <a:pt x="113211" y="598557"/>
                  </a:lnTo>
                  <a:lnTo>
                    <a:pt x="112782" y="597417"/>
                  </a:lnTo>
                  <a:lnTo>
                    <a:pt x="113080" y="596713"/>
                  </a:lnTo>
                  <a:lnTo>
                    <a:pt x="113444" y="596536"/>
                  </a:lnTo>
                  <a:lnTo>
                    <a:pt x="114134" y="596199"/>
                  </a:lnTo>
                  <a:lnTo>
                    <a:pt x="114462" y="595805"/>
                  </a:lnTo>
                  <a:lnTo>
                    <a:pt x="115415" y="594659"/>
                  </a:lnTo>
                  <a:lnTo>
                    <a:pt x="115864" y="594565"/>
                  </a:lnTo>
                  <a:lnTo>
                    <a:pt x="117225" y="593826"/>
                  </a:lnTo>
                  <a:lnTo>
                    <a:pt x="117687" y="593874"/>
                  </a:lnTo>
                  <a:lnTo>
                    <a:pt x="118062" y="593944"/>
                  </a:lnTo>
                  <a:lnTo>
                    <a:pt x="118350" y="593986"/>
                  </a:lnTo>
                  <a:lnTo>
                    <a:pt x="118632" y="594174"/>
                  </a:lnTo>
                  <a:lnTo>
                    <a:pt x="118835" y="594169"/>
                  </a:lnTo>
                  <a:lnTo>
                    <a:pt x="119039" y="594167"/>
                  </a:lnTo>
                  <a:lnTo>
                    <a:pt x="119234" y="594197"/>
                  </a:lnTo>
                  <a:lnTo>
                    <a:pt x="119562" y="594246"/>
                  </a:lnTo>
                  <a:lnTo>
                    <a:pt x="120324" y="594262"/>
                  </a:lnTo>
                  <a:lnTo>
                    <a:pt x="120900" y="594931"/>
                  </a:lnTo>
                  <a:lnTo>
                    <a:pt x="121130" y="595199"/>
                  </a:lnTo>
                  <a:lnTo>
                    <a:pt x="121277" y="595370"/>
                  </a:lnTo>
                  <a:lnTo>
                    <a:pt x="121625" y="595417"/>
                  </a:lnTo>
                  <a:lnTo>
                    <a:pt x="121866" y="595483"/>
                  </a:lnTo>
                  <a:lnTo>
                    <a:pt x="122349" y="596053"/>
                  </a:lnTo>
                  <a:lnTo>
                    <a:pt x="122847" y="596681"/>
                  </a:lnTo>
                  <a:lnTo>
                    <a:pt x="122961" y="597032"/>
                  </a:lnTo>
                  <a:lnTo>
                    <a:pt x="123162" y="597629"/>
                  </a:lnTo>
                  <a:lnTo>
                    <a:pt x="124930" y="596913"/>
                  </a:lnTo>
                  <a:lnTo>
                    <a:pt x="126433" y="596301"/>
                  </a:lnTo>
                  <a:lnTo>
                    <a:pt x="127148" y="596109"/>
                  </a:lnTo>
                  <a:lnTo>
                    <a:pt x="127905" y="596036"/>
                  </a:lnTo>
                  <a:lnTo>
                    <a:pt x="128074" y="596167"/>
                  </a:lnTo>
                  <a:lnTo>
                    <a:pt x="128611" y="596586"/>
                  </a:lnTo>
                  <a:lnTo>
                    <a:pt x="129256" y="597268"/>
                  </a:lnTo>
                  <a:lnTo>
                    <a:pt x="129861" y="596978"/>
                  </a:lnTo>
                  <a:lnTo>
                    <a:pt x="130920" y="596471"/>
                  </a:lnTo>
                  <a:lnTo>
                    <a:pt x="132244" y="595838"/>
                  </a:lnTo>
                  <a:lnTo>
                    <a:pt x="132982" y="595484"/>
                  </a:lnTo>
                  <a:lnTo>
                    <a:pt x="133147" y="595405"/>
                  </a:lnTo>
                  <a:lnTo>
                    <a:pt x="133331" y="595317"/>
                  </a:lnTo>
                  <a:lnTo>
                    <a:pt x="134067" y="594965"/>
                  </a:lnTo>
                  <a:lnTo>
                    <a:pt x="135192" y="594426"/>
                  </a:lnTo>
                  <a:lnTo>
                    <a:pt x="136589" y="593758"/>
                  </a:lnTo>
                  <a:lnTo>
                    <a:pt x="136663" y="593935"/>
                  </a:lnTo>
                  <a:lnTo>
                    <a:pt x="136948" y="594622"/>
                  </a:lnTo>
                  <a:lnTo>
                    <a:pt x="137183" y="595190"/>
                  </a:lnTo>
                  <a:lnTo>
                    <a:pt x="137489" y="595927"/>
                  </a:lnTo>
                  <a:lnTo>
                    <a:pt x="137612" y="596227"/>
                  </a:lnTo>
                  <a:lnTo>
                    <a:pt x="137707" y="596771"/>
                  </a:lnTo>
                  <a:lnTo>
                    <a:pt x="137768" y="598331"/>
                  </a:lnTo>
                  <a:lnTo>
                    <a:pt x="137863" y="598654"/>
                  </a:lnTo>
                  <a:lnTo>
                    <a:pt x="138028" y="599218"/>
                  </a:lnTo>
                  <a:lnTo>
                    <a:pt x="138235" y="599927"/>
                  </a:lnTo>
                  <a:lnTo>
                    <a:pt x="138415" y="600542"/>
                  </a:lnTo>
                  <a:lnTo>
                    <a:pt x="138495" y="600813"/>
                  </a:lnTo>
                  <a:lnTo>
                    <a:pt x="138819" y="601921"/>
                  </a:lnTo>
                  <a:lnTo>
                    <a:pt x="138558" y="602208"/>
                  </a:lnTo>
                  <a:lnTo>
                    <a:pt x="137880" y="602536"/>
                  </a:lnTo>
                  <a:lnTo>
                    <a:pt x="137391" y="602691"/>
                  </a:lnTo>
                  <a:lnTo>
                    <a:pt x="135888" y="603699"/>
                  </a:lnTo>
                  <a:lnTo>
                    <a:pt x="135102" y="603997"/>
                  </a:lnTo>
                  <a:lnTo>
                    <a:pt x="134297" y="604272"/>
                  </a:lnTo>
                  <a:lnTo>
                    <a:pt x="134411" y="604722"/>
                  </a:lnTo>
                  <a:lnTo>
                    <a:pt x="134502" y="605077"/>
                  </a:lnTo>
                  <a:lnTo>
                    <a:pt x="134575" y="605365"/>
                  </a:lnTo>
                  <a:lnTo>
                    <a:pt x="134708" y="605885"/>
                  </a:lnTo>
                  <a:lnTo>
                    <a:pt x="134858" y="606474"/>
                  </a:lnTo>
                  <a:lnTo>
                    <a:pt x="135319" y="608285"/>
                  </a:lnTo>
                  <a:lnTo>
                    <a:pt x="135401" y="608606"/>
                  </a:lnTo>
                  <a:lnTo>
                    <a:pt x="135423" y="609771"/>
                  </a:lnTo>
                  <a:lnTo>
                    <a:pt x="136362" y="609709"/>
                  </a:lnTo>
                  <a:lnTo>
                    <a:pt x="136714" y="609733"/>
                  </a:lnTo>
                  <a:lnTo>
                    <a:pt x="137346" y="609775"/>
                  </a:lnTo>
                  <a:lnTo>
                    <a:pt x="138331" y="609919"/>
                  </a:lnTo>
                  <a:lnTo>
                    <a:pt x="138565" y="609954"/>
                  </a:lnTo>
                  <a:lnTo>
                    <a:pt x="139178" y="609871"/>
                  </a:lnTo>
                  <a:lnTo>
                    <a:pt x="139510" y="609883"/>
                  </a:lnTo>
                  <a:lnTo>
                    <a:pt x="140250" y="609876"/>
                  </a:lnTo>
                  <a:lnTo>
                    <a:pt x="141469" y="609403"/>
                  </a:lnTo>
                  <a:lnTo>
                    <a:pt x="142500" y="608664"/>
                  </a:lnTo>
                  <a:lnTo>
                    <a:pt x="142805" y="607905"/>
                  </a:lnTo>
                  <a:lnTo>
                    <a:pt x="142887" y="607555"/>
                  </a:lnTo>
                  <a:lnTo>
                    <a:pt x="143573" y="606993"/>
                  </a:lnTo>
                  <a:lnTo>
                    <a:pt x="144514" y="606526"/>
                  </a:lnTo>
                  <a:lnTo>
                    <a:pt x="145319" y="606256"/>
                  </a:lnTo>
                  <a:lnTo>
                    <a:pt x="147001" y="606154"/>
                  </a:lnTo>
                  <a:lnTo>
                    <a:pt x="148727" y="606404"/>
                  </a:lnTo>
                  <a:lnTo>
                    <a:pt x="148949" y="606344"/>
                  </a:lnTo>
                  <a:lnTo>
                    <a:pt x="149008" y="607284"/>
                  </a:lnTo>
                  <a:lnTo>
                    <a:pt x="149088" y="608397"/>
                  </a:lnTo>
                  <a:lnTo>
                    <a:pt x="149198" y="610033"/>
                  </a:lnTo>
                  <a:lnTo>
                    <a:pt x="149207" y="610178"/>
                  </a:lnTo>
                  <a:lnTo>
                    <a:pt x="149263" y="611071"/>
                  </a:lnTo>
                  <a:lnTo>
                    <a:pt x="149287" y="611453"/>
                  </a:lnTo>
                  <a:lnTo>
                    <a:pt x="149333" y="612189"/>
                  </a:lnTo>
                  <a:lnTo>
                    <a:pt x="149528" y="613462"/>
                  </a:lnTo>
                  <a:lnTo>
                    <a:pt x="149553" y="613649"/>
                  </a:lnTo>
                  <a:lnTo>
                    <a:pt x="149603" y="614167"/>
                  </a:lnTo>
                  <a:lnTo>
                    <a:pt x="149767" y="615073"/>
                  </a:lnTo>
                  <a:lnTo>
                    <a:pt x="149849" y="616001"/>
                  </a:lnTo>
                  <a:lnTo>
                    <a:pt x="149908" y="616666"/>
                  </a:lnTo>
                  <a:lnTo>
                    <a:pt x="150016" y="617246"/>
                  </a:lnTo>
                  <a:lnTo>
                    <a:pt x="150107" y="617682"/>
                  </a:lnTo>
                  <a:lnTo>
                    <a:pt x="150122" y="617814"/>
                  </a:lnTo>
                  <a:lnTo>
                    <a:pt x="150147" y="618019"/>
                  </a:lnTo>
                  <a:lnTo>
                    <a:pt x="150244" y="618469"/>
                  </a:lnTo>
                  <a:lnTo>
                    <a:pt x="150255" y="618671"/>
                  </a:lnTo>
                  <a:lnTo>
                    <a:pt x="150958" y="618812"/>
                  </a:lnTo>
                  <a:lnTo>
                    <a:pt x="151026" y="618992"/>
                  </a:lnTo>
                  <a:lnTo>
                    <a:pt x="151226" y="619420"/>
                  </a:lnTo>
                  <a:lnTo>
                    <a:pt x="151256" y="619774"/>
                  </a:lnTo>
                  <a:lnTo>
                    <a:pt x="150997" y="619835"/>
                  </a:lnTo>
                  <a:lnTo>
                    <a:pt x="150784" y="619893"/>
                  </a:lnTo>
                  <a:lnTo>
                    <a:pt x="150297" y="620443"/>
                  </a:lnTo>
                  <a:lnTo>
                    <a:pt x="150198" y="620583"/>
                  </a:lnTo>
                  <a:lnTo>
                    <a:pt x="150014" y="620983"/>
                  </a:lnTo>
                  <a:lnTo>
                    <a:pt x="149911" y="621393"/>
                  </a:lnTo>
                  <a:lnTo>
                    <a:pt x="149897" y="621597"/>
                  </a:lnTo>
                  <a:lnTo>
                    <a:pt x="149939" y="621780"/>
                  </a:lnTo>
                  <a:lnTo>
                    <a:pt x="149986" y="621936"/>
                  </a:lnTo>
                  <a:lnTo>
                    <a:pt x="149994" y="622240"/>
                  </a:lnTo>
                  <a:lnTo>
                    <a:pt x="150838" y="622988"/>
                  </a:lnTo>
                  <a:lnTo>
                    <a:pt x="151191" y="623338"/>
                  </a:lnTo>
                  <a:lnTo>
                    <a:pt x="151547" y="623697"/>
                  </a:lnTo>
                  <a:lnTo>
                    <a:pt x="151742" y="623801"/>
                  </a:lnTo>
                  <a:lnTo>
                    <a:pt x="151941" y="624018"/>
                  </a:lnTo>
                  <a:lnTo>
                    <a:pt x="152046" y="624178"/>
                  </a:lnTo>
                  <a:lnTo>
                    <a:pt x="152124" y="624346"/>
                  </a:lnTo>
                  <a:lnTo>
                    <a:pt x="152280" y="624634"/>
                  </a:lnTo>
                  <a:lnTo>
                    <a:pt x="152430" y="624885"/>
                  </a:lnTo>
                  <a:lnTo>
                    <a:pt x="152483" y="625014"/>
                  </a:lnTo>
                  <a:lnTo>
                    <a:pt x="152722" y="625568"/>
                  </a:lnTo>
                  <a:lnTo>
                    <a:pt x="152910" y="626080"/>
                  </a:lnTo>
                  <a:lnTo>
                    <a:pt x="153367" y="625999"/>
                  </a:lnTo>
                  <a:lnTo>
                    <a:pt x="153821" y="626015"/>
                  </a:lnTo>
                  <a:lnTo>
                    <a:pt x="154111" y="625969"/>
                  </a:lnTo>
                  <a:lnTo>
                    <a:pt x="154269" y="625944"/>
                  </a:lnTo>
                  <a:lnTo>
                    <a:pt x="154493" y="625909"/>
                  </a:lnTo>
                  <a:lnTo>
                    <a:pt x="154880" y="625893"/>
                  </a:lnTo>
                  <a:lnTo>
                    <a:pt x="155078" y="625972"/>
                  </a:lnTo>
                  <a:lnTo>
                    <a:pt x="155260" y="626044"/>
                  </a:lnTo>
                  <a:lnTo>
                    <a:pt x="155494" y="626137"/>
                  </a:lnTo>
                  <a:lnTo>
                    <a:pt x="155762" y="626243"/>
                  </a:lnTo>
                  <a:lnTo>
                    <a:pt x="155704" y="626396"/>
                  </a:lnTo>
                  <a:lnTo>
                    <a:pt x="154209" y="629099"/>
                  </a:lnTo>
                  <a:lnTo>
                    <a:pt x="154965" y="631812"/>
                  </a:lnTo>
                  <a:lnTo>
                    <a:pt x="155614" y="632158"/>
                  </a:lnTo>
                  <a:lnTo>
                    <a:pt x="156472" y="632612"/>
                  </a:lnTo>
                  <a:lnTo>
                    <a:pt x="157726" y="632719"/>
                  </a:lnTo>
                  <a:lnTo>
                    <a:pt x="157651" y="632960"/>
                  </a:lnTo>
                  <a:lnTo>
                    <a:pt x="157288" y="634125"/>
                  </a:lnTo>
                  <a:lnTo>
                    <a:pt x="157156" y="634556"/>
                  </a:lnTo>
                  <a:lnTo>
                    <a:pt x="154995" y="633425"/>
                  </a:lnTo>
                  <a:lnTo>
                    <a:pt x="153371" y="633463"/>
                  </a:lnTo>
                  <a:lnTo>
                    <a:pt x="153241" y="633524"/>
                  </a:lnTo>
                  <a:lnTo>
                    <a:pt x="149308" y="640413"/>
                  </a:lnTo>
                  <a:lnTo>
                    <a:pt x="151005" y="641140"/>
                  </a:lnTo>
                  <a:lnTo>
                    <a:pt x="151174" y="641268"/>
                  </a:lnTo>
                  <a:lnTo>
                    <a:pt x="151356" y="641409"/>
                  </a:lnTo>
                  <a:lnTo>
                    <a:pt x="151203" y="641606"/>
                  </a:lnTo>
                  <a:lnTo>
                    <a:pt x="151076" y="641772"/>
                  </a:lnTo>
                  <a:lnTo>
                    <a:pt x="150892" y="642010"/>
                  </a:lnTo>
                  <a:lnTo>
                    <a:pt x="150640" y="641823"/>
                  </a:lnTo>
                  <a:lnTo>
                    <a:pt x="150355" y="641604"/>
                  </a:lnTo>
                  <a:lnTo>
                    <a:pt x="150214" y="641492"/>
                  </a:lnTo>
                  <a:lnTo>
                    <a:pt x="149984" y="647417"/>
                  </a:lnTo>
                  <a:lnTo>
                    <a:pt x="150081" y="647556"/>
                  </a:lnTo>
                  <a:lnTo>
                    <a:pt x="150345" y="647600"/>
                  </a:lnTo>
                  <a:lnTo>
                    <a:pt x="153747" y="650288"/>
                  </a:lnTo>
                  <a:lnTo>
                    <a:pt x="153883" y="650529"/>
                  </a:lnTo>
                  <a:lnTo>
                    <a:pt x="154224" y="651134"/>
                  </a:lnTo>
                  <a:lnTo>
                    <a:pt x="154725" y="651874"/>
                  </a:lnTo>
                  <a:lnTo>
                    <a:pt x="154831" y="652031"/>
                  </a:lnTo>
                  <a:lnTo>
                    <a:pt x="155280" y="652279"/>
                  </a:lnTo>
                  <a:lnTo>
                    <a:pt x="155539" y="652432"/>
                  </a:lnTo>
                  <a:lnTo>
                    <a:pt x="155927" y="652474"/>
                  </a:lnTo>
                  <a:lnTo>
                    <a:pt x="157496" y="651606"/>
                  </a:lnTo>
                  <a:lnTo>
                    <a:pt x="159166" y="650678"/>
                  </a:lnTo>
                  <a:lnTo>
                    <a:pt x="160673" y="650776"/>
                  </a:lnTo>
                  <a:lnTo>
                    <a:pt x="161919" y="650856"/>
                  </a:lnTo>
                  <a:lnTo>
                    <a:pt x="162130" y="650871"/>
                  </a:lnTo>
                  <a:lnTo>
                    <a:pt x="163201" y="650940"/>
                  </a:lnTo>
                  <a:lnTo>
                    <a:pt x="166118" y="651131"/>
                  </a:lnTo>
                  <a:lnTo>
                    <a:pt x="166453" y="651151"/>
                  </a:lnTo>
                  <a:lnTo>
                    <a:pt x="166711" y="651166"/>
                  </a:lnTo>
                  <a:lnTo>
                    <a:pt x="167045" y="651604"/>
                  </a:lnTo>
                  <a:lnTo>
                    <a:pt x="167853" y="652666"/>
                  </a:lnTo>
                  <a:lnTo>
                    <a:pt x="168413" y="653401"/>
                  </a:lnTo>
                  <a:lnTo>
                    <a:pt x="168890" y="654029"/>
                  </a:lnTo>
                  <a:lnTo>
                    <a:pt x="169772" y="655191"/>
                  </a:lnTo>
                  <a:lnTo>
                    <a:pt x="169943" y="655416"/>
                  </a:lnTo>
                  <a:lnTo>
                    <a:pt x="170287" y="655867"/>
                  </a:lnTo>
                  <a:lnTo>
                    <a:pt x="171117" y="656958"/>
                  </a:lnTo>
                  <a:lnTo>
                    <a:pt x="171405" y="659967"/>
                  </a:lnTo>
                  <a:lnTo>
                    <a:pt x="171317" y="660604"/>
                  </a:lnTo>
                  <a:lnTo>
                    <a:pt x="169823" y="660957"/>
                  </a:lnTo>
                  <a:lnTo>
                    <a:pt x="169625" y="661272"/>
                  </a:lnTo>
                  <a:lnTo>
                    <a:pt x="168423" y="663168"/>
                  </a:lnTo>
                  <a:lnTo>
                    <a:pt x="167889" y="664010"/>
                  </a:lnTo>
                  <a:lnTo>
                    <a:pt x="169543" y="665469"/>
                  </a:lnTo>
                  <a:lnTo>
                    <a:pt x="172896" y="668438"/>
                  </a:lnTo>
                  <a:lnTo>
                    <a:pt x="171878" y="670992"/>
                  </a:lnTo>
                  <a:lnTo>
                    <a:pt x="171849" y="671277"/>
                  </a:lnTo>
                  <a:lnTo>
                    <a:pt x="171599" y="674238"/>
                  </a:lnTo>
                  <a:lnTo>
                    <a:pt x="171520" y="675074"/>
                  </a:lnTo>
                  <a:lnTo>
                    <a:pt x="171322" y="677228"/>
                  </a:lnTo>
                  <a:lnTo>
                    <a:pt x="171121" y="679492"/>
                  </a:lnTo>
                  <a:lnTo>
                    <a:pt x="171085" y="679746"/>
                  </a:lnTo>
                  <a:lnTo>
                    <a:pt x="171012" y="680290"/>
                  </a:lnTo>
                  <a:lnTo>
                    <a:pt x="170830" y="681658"/>
                  </a:lnTo>
                  <a:lnTo>
                    <a:pt x="170775" y="682078"/>
                  </a:lnTo>
                  <a:lnTo>
                    <a:pt x="171117" y="683683"/>
                  </a:lnTo>
                  <a:lnTo>
                    <a:pt x="171388" y="684951"/>
                  </a:lnTo>
                  <a:lnTo>
                    <a:pt x="172788" y="685503"/>
                  </a:lnTo>
                  <a:lnTo>
                    <a:pt x="174440" y="686149"/>
                  </a:lnTo>
                  <a:lnTo>
                    <a:pt x="175344" y="686508"/>
                  </a:lnTo>
                  <a:lnTo>
                    <a:pt x="165806" y="689176"/>
                  </a:lnTo>
                  <a:lnTo>
                    <a:pt x="162283" y="690161"/>
                  </a:lnTo>
                  <a:lnTo>
                    <a:pt x="161953" y="690253"/>
                  </a:lnTo>
                  <a:lnTo>
                    <a:pt x="157227" y="691571"/>
                  </a:lnTo>
                  <a:lnTo>
                    <a:pt x="148341" y="694003"/>
                  </a:lnTo>
                  <a:lnTo>
                    <a:pt x="148048" y="694049"/>
                  </a:lnTo>
                  <a:lnTo>
                    <a:pt x="147915" y="694045"/>
                  </a:lnTo>
                  <a:lnTo>
                    <a:pt x="146839" y="693927"/>
                  </a:lnTo>
                  <a:lnTo>
                    <a:pt x="146674" y="693927"/>
                  </a:lnTo>
                  <a:lnTo>
                    <a:pt x="146386" y="693960"/>
                  </a:lnTo>
                  <a:lnTo>
                    <a:pt x="145964" y="694000"/>
                  </a:lnTo>
                  <a:lnTo>
                    <a:pt x="145730" y="694106"/>
                  </a:lnTo>
                  <a:lnTo>
                    <a:pt x="145476" y="694099"/>
                  </a:lnTo>
                  <a:lnTo>
                    <a:pt x="145108" y="693885"/>
                  </a:lnTo>
                  <a:lnTo>
                    <a:pt x="144888" y="693850"/>
                  </a:lnTo>
                  <a:lnTo>
                    <a:pt x="144567" y="693883"/>
                  </a:lnTo>
                  <a:lnTo>
                    <a:pt x="144389" y="693916"/>
                  </a:lnTo>
                  <a:lnTo>
                    <a:pt x="144145" y="693965"/>
                  </a:lnTo>
                  <a:lnTo>
                    <a:pt x="143849" y="694019"/>
                  </a:lnTo>
                  <a:lnTo>
                    <a:pt x="143474" y="694087"/>
                  </a:lnTo>
                  <a:lnTo>
                    <a:pt x="143141" y="694124"/>
                  </a:lnTo>
                  <a:lnTo>
                    <a:pt x="142839" y="694035"/>
                  </a:lnTo>
                  <a:lnTo>
                    <a:pt x="142572" y="693923"/>
                  </a:lnTo>
                  <a:lnTo>
                    <a:pt x="142222" y="693768"/>
                  </a:lnTo>
                  <a:lnTo>
                    <a:pt x="142049" y="693665"/>
                  </a:lnTo>
                  <a:lnTo>
                    <a:pt x="142187" y="693262"/>
                  </a:lnTo>
                  <a:lnTo>
                    <a:pt x="142042" y="692959"/>
                  </a:lnTo>
                  <a:lnTo>
                    <a:pt x="141850" y="692875"/>
                  </a:lnTo>
                  <a:lnTo>
                    <a:pt x="141564" y="692732"/>
                  </a:lnTo>
                  <a:lnTo>
                    <a:pt x="141095" y="692471"/>
                  </a:lnTo>
                  <a:lnTo>
                    <a:pt x="140757" y="692476"/>
                  </a:lnTo>
                  <a:lnTo>
                    <a:pt x="140155" y="692469"/>
                  </a:lnTo>
                  <a:lnTo>
                    <a:pt x="138963" y="693984"/>
                  </a:lnTo>
                  <a:lnTo>
                    <a:pt x="138281" y="694849"/>
                  </a:lnTo>
                  <a:lnTo>
                    <a:pt x="137573" y="695646"/>
                  </a:lnTo>
                  <a:lnTo>
                    <a:pt x="136766" y="695682"/>
                  </a:lnTo>
                  <a:lnTo>
                    <a:pt x="128951" y="696026"/>
                  </a:lnTo>
                  <a:lnTo>
                    <a:pt x="120275" y="703104"/>
                  </a:lnTo>
                  <a:lnTo>
                    <a:pt x="120336" y="703238"/>
                  </a:lnTo>
                  <a:lnTo>
                    <a:pt x="126382" y="716708"/>
                  </a:lnTo>
                  <a:lnTo>
                    <a:pt x="130132" y="716589"/>
                  </a:lnTo>
                  <a:lnTo>
                    <a:pt x="130254" y="716770"/>
                  </a:lnTo>
                  <a:lnTo>
                    <a:pt x="132392" y="719963"/>
                  </a:lnTo>
                  <a:lnTo>
                    <a:pt x="133044" y="720931"/>
                  </a:lnTo>
                  <a:lnTo>
                    <a:pt x="133661" y="721851"/>
                  </a:lnTo>
                  <a:lnTo>
                    <a:pt x="134094" y="722497"/>
                  </a:lnTo>
                  <a:lnTo>
                    <a:pt x="135083" y="723972"/>
                  </a:lnTo>
                  <a:lnTo>
                    <a:pt x="135995" y="725461"/>
                  </a:lnTo>
                  <a:lnTo>
                    <a:pt x="136248" y="725667"/>
                  </a:lnTo>
                  <a:lnTo>
                    <a:pt x="136384" y="726007"/>
                  </a:lnTo>
                  <a:lnTo>
                    <a:pt x="137046" y="726933"/>
                  </a:lnTo>
                  <a:lnTo>
                    <a:pt x="137397" y="727425"/>
                  </a:lnTo>
                  <a:lnTo>
                    <a:pt x="139470" y="730944"/>
                  </a:lnTo>
                  <a:lnTo>
                    <a:pt x="140276" y="732314"/>
                  </a:lnTo>
                  <a:lnTo>
                    <a:pt x="140652" y="733024"/>
                  </a:lnTo>
                  <a:lnTo>
                    <a:pt x="141531" y="736588"/>
                  </a:lnTo>
                  <a:lnTo>
                    <a:pt x="141655" y="737089"/>
                  </a:lnTo>
                  <a:lnTo>
                    <a:pt x="141763" y="737525"/>
                  </a:lnTo>
                  <a:lnTo>
                    <a:pt x="141796" y="737659"/>
                  </a:lnTo>
                  <a:lnTo>
                    <a:pt x="142030" y="738315"/>
                  </a:lnTo>
                  <a:lnTo>
                    <a:pt x="142274" y="738468"/>
                  </a:lnTo>
                  <a:lnTo>
                    <a:pt x="142462" y="738566"/>
                  </a:lnTo>
                  <a:lnTo>
                    <a:pt x="142703" y="738698"/>
                  </a:lnTo>
                  <a:lnTo>
                    <a:pt x="143001" y="738911"/>
                  </a:lnTo>
                  <a:lnTo>
                    <a:pt x="143146" y="739089"/>
                  </a:lnTo>
                  <a:lnTo>
                    <a:pt x="143411" y="739197"/>
                  </a:lnTo>
                  <a:lnTo>
                    <a:pt x="143383" y="739396"/>
                  </a:lnTo>
                  <a:lnTo>
                    <a:pt x="143514" y="739485"/>
                  </a:lnTo>
                  <a:lnTo>
                    <a:pt x="143642" y="739482"/>
                  </a:lnTo>
                  <a:lnTo>
                    <a:pt x="144106" y="739890"/>
                  </a:lnTo>
                  <a:lnTo>
                    <a:pt x="144162" y="740131"/>
                  </a:lnTo>
                  <a:lnTo>
                    <a:pt x="144563" y="740446"/>
                  </a:lnTo>
                  <a:lnTo>
                    <a:pt x="144335" y="740849"/>
                  </a:lnTo>
                  <a:lnTo>
                    <a:pt x="144550" y="741050"/>
                  </a:lnTo>
                  <a:lnTo>
                    <a:pt x="144778" y="741390"/>
                  </a:lnTo>
                  <a:lnTo>
                    <a:pt x="144843" y="741589"/>
                  </a:lnTo>
                  <a:lnTo>
                    <a:pt x="144752" y="741848"/>
                  </a:lnTo>
                  <a:lnTo>
                    <a:pt x="144998" y="741880"/>
                  </a:lnTo>
                  <a:lnTo>
                    <a:pt x="145704" y="741671"/>
                  </a:lnTo>
                  <a:lnTo>
                    <a:pt x="145928" y="741542"/>
                  </a:lnTo>
                  <a:lnTo>
                    <a:pt x="146393" y="741493"/>
                  </a:lnTo>
                  <a:lnTo>
                    <a:pt x="146767" y="741421"/>
                  </a:lnTo>
                  <a:lnTo>
                    <a:pt x="147152" y="741521"/>
                  </a:lnTo>
                  <a:lnTo>
                    <a:pt x="147325" y="741744"/>
                  </a:lnTo>
                  <a:lnTo>
                    <a:pt x="147671" y="741676"/>
                  </a:lnTo>
                  <a:lnTo>
                    <a:pt x="148296" y="741563"/>
                  </a:lnTo>
                  <a:lnTo>
                    <a:pt x="148595" y="741509"/>
                  </a:lnTo>
                  <a:lnTo>
                    <a:pt x="149015" y="741384"/>
                  </a:lnTo>
                  <a:lnTo>
                    <a:pt x="149270" y="741284"/>
                  </a:lnTo>
                  <a:lnTo>
                    <a:pt x="149444" y="741262"/>
                  </a:lnTo>
                  <a:lnTo>
                    <a:pt x="150649" y="742591"/>
                  </a:lnTo>
                  <a:lnTo>
                    <a:pt x="150791" y="742565"/>
                  </a:lnTo>
                  <a:lnTo>
                    <a:pt x="151095" y="742506"/>
                  </a:lnTo>
                  <a:lnTo>
                    <a:pt x="151429" y="742439"/>
                  </a:lnTo>
                  <a:lnTo>
                    <a:pt x="151810" y="742363"/>
                  </a:lnTo>
                  <a:lnTo>
                    <a:pt x="152189" y="742285"/>
                  </a:lnTo>
                  <a:lnTo>
                    <a:pt x="152513" y="742221"/>
                  </a:lnTo>
                  <a:lnTo>
                    <a:pt x="152800" y="742167"/>
                  </a:lnTo>
                  <a:lnTo>
                    <a:pt x="153055" y="742113"/>
                  </a:lnTo>
                  <a:lnTo>
                    <a:pt x="153129" y="742908"/>
                  </a:lnTo>
                  <a:lnTo>
                    <a:pt x="153233" y="743266"/>
                  </a:lnTo>
                  <a:lnTo>
                    <a:pt x="153632" y="743421"/>
                  </a:lnTo>
                  <a:lnTo>
                    <a:pt x="154280" y="744777"/>
                  </a:lnTo>
                  <a:lnTo>
                    <a:pt x="154435" y="745255"/>
                  </a:lnTo>
                  <a:lnTo>
                    <a:pt x="154522" y="745640"/>
                  </a:lnTo>
                  <a:lnTo>
                    <a:pt x="154590" y="745883"/>
                  </a:lnTo>
                  <a:lnTo>
                    <a:pt x="154801" y="746472"/>
                  </a:lnTo>
                  <a:lnTo>
                    <a:pt x="154918" y="746666"/>
                  </a:lnTo>
                  <a:lnTo>
                    <a:pt x="155352" y="747217"/>
                  </a:lnTo>
                  <a:lnTo>
                    <a:pt x="155345" y="747421"/>
                  </a:lnTo>
                  <a:lnTo>
                    <a:pt x="155314" y="747621"/>
                  </a:lnTo>
                  <a:lnTo>
                    <a:pt x="155281" y="747827"/>
                  </a:lnTo>
                  <a:lnTo>
                    <a:pt x="155202" y="748061"/>
                  </a:lnTo>
                  <a:lnTo>
                    <a:pt x="155012" y="748263"/>
                  </a:lnTo>
                  <a:lnTo>
                    <a:pt x="154805" y="748573"/>
                  </a:lnTo>
                  <a:lnTo>
                    <a:pt x="154747" y="748744"/>
                  </a:lnTo>
                  <a:lnTo>
                    <a:pt x="154590" y="748994"/>
                  </a:lnTo>
                  <a:lnTo>
                    <a:pt x="154529" y="749276"/>
                  </a:lnTo>
                  <a:lnTo>
                    <a:pt x="154470" y="749552"/>
                  </a:lnTo>
                  <a:lnTo>
                    <a:pt x="154433" y="749827"/>
                  </a:lnTo>
                  <a:lnTo>
                    <a:pt x="154351" y="750122"/>
                  </a:lnTo>
                  <a:lnTo>
                    <a:pt x="154322" y="750286"/>
                  </a:lnTo>
                  <a:lnTo>
                    <a:pt x="154264" y="750493"/>
                  </a:lnTo>
                  <a:lnTo>
                    <a:pt x="154292" y="750687"/>
                  </a:lnTo>
                  <a:lnTo>
                    <a:pt x="154318" y="750856"/>
                  </a:lnTo>
                  <a:lnTo>
                    <a:pt x="154304" y="750992"/>
                  </a:lnTo>
                  <a:lnTo>
                    <a:pt x="154325" y="751323"/>
                  </a:lnTo>
                  <a:lnTo>
                    <a:pt x="154189" y="752298"/>
                  </a:lnTo>
                  <a:lnTo>
                    <a:pt x="153406" y="751262"/>
                  </a:lnTo>
                  <a:lnTo>
                    <a:pt x="152615" y="753115"/>
                  </a:lnTo>
                  <a:lnTo>
                    <a:pt x="152496" y="753414"/>
                  </a:lnTo>
                  <a:lnTo>
                    <a:pt x="152376" y="753655"/>
                  </a:lnTo>
                  <a:lnTo>
                    <a:pt x="152058" y="754209"/>
                  </a:lnTo>
                  <a:lnTo>
                    <a:pt x="151950" y="754532"/>
                  </a:lnTo>
                  <a:lnTo>
                    <a:pt x="151891" y="754844"/>
                  </a:lnTo>
                  <a:lnTo>
                    <a:pt x="151882" y="755046"/>
                  </a:lnTo>
                  <a:lnTo>
                    <a:pt x="151790" y="755233"/>
                  </a:lnTo>
                  <a:lnTo>
                    <a:pt x="151889" y="755414"/>
                  </a:lnTo>
                  <a:lnTo>
                    <a:pt x="151987" y="755552"/>
                  </a:lnTo>
                  <a:lnTo>
                    <a:pt x="152039" y="755871"/>
                  </a:lnTo>
                  <a:lnTo>
                    <a:pt x="152053" y="756162"/>
                  </a:lnTo>
                  <a:lnTo>
                    <a:pt x="151926" y="756295"/>
                  </a:lnTo>
                  <a:lnTo>
                    <a:pt x="151797" y="756344"/>
                  </a:lnTo>
                  <a:lnTo>
                    <a:pt x="151659" y="756398"/>
                  </a:lnTo>
                  <a:lnTo>
                    <a:pt x="151134" y="756213"/>
                  </a:lnTo>
                  <a:lnTo>
                    <a:pt x="150883" y="756087"/>
                  </a:lnTo>
                  <a:lnTo>
                    <a:pt x="150557" y="755711"/>
                  </a:lnTo>
                  <a:lnTo>
                    <a:pt x="150055" y="755800"/>
                  </a:lnTo>
                  <a:lnTo>
                    <a:pt x="150027" y="756375"/>
                  </a:lnTo>
                  <a:lnTo>
                    <a:pt x="150203" y="756788"/>
                  </a:lnTo>
                  <a:lnTo>
                    <a:pt x="150292" y="757113"/>
                  </a:lnTo>
                  <a:lnTo>
                    <a:pt x="150374" y="757367"/>
                  </a:lnTo>
                  <a:lnTo>
                    <a:pt x="150341" y="757573"/>
                  </a:lnTo>
                  <a:lnTo>
                    <a:pt x="150489" y="757939"/>
                  </a:lnTo>
                  <a:lnTo>
                    <a:pt x="150515" y="758234"/>
                  </a:lnTo>
                  <a:lnTo>
                    <a:pt x="150521" y="758596"/>
                  </a:lnTo>
                  <a:lnTo>
                    <a:pt x="150524" y="758745"/>
                  </a:lnTo>
                  <a:lnTo>
                    <a:pt x="150484" y="758973"/>
                  </a:lnTo>
                  <a:lnTo>
                    <a:pt x="150501" y="759212"/>
                  </a:lnTo>
                  <a:lnTo>
                    <a:pt x="150496" y="759430"/>
                  </a:lnTo>
                  <a:lnTo>
                    <a:pt x="150457" y="759763"/>
                  </a:lnTo>
                  <a:lnTo>
                    <a:pt x="150113" y="761329"/>
                  </a:lnTo>
                  <a:lnTo>
                    <a:pt x="149753" y="761519"/>
                  </a:lnTo>
                  <a:lnTo>
                    <a:pt x="148946" y="763710"/>
                  </a:lnTo>
                  <a:lnTo>
                    <a:pt x="147896" y="766549"/>
                  </a:lnTo>
                  <a:lnTo>
                    <a:pt x="147002" y="769016"/>
                  </a:lnTo>
                  <a:lnTo>
                    <a:pt x="145911" y="772062"/>
                  </a:lnTo>
                  <a:lnTo>
                    <a:pt x="146763" y="773749"/>
                  </a:lnTo>
                  <a:lnTo>
                    <a:pt x="147002" y="774225"/>
                  </a:lnTo>
                  <a:lnTo>
                    <a:pt x="147394" y="775004"/>
                  </a:lnTo>
                  <a:lnTo>
                    <a:pt x="147075" y="775733"/>
                  </a:lnTo>
                  <a:lnTo>
                    <a:pt x="146751" y="776471"/>
                  </a:lnTo>
                  <a:lnTo>
                    <a:pt x="146533" y="776968"/>
                  </a:lnTo>
                  <a:lnTo>
                    <a:pt x="146069" y="778021"/>
                  </a:lnTo>
                  <a:lnTo>
                    <a:pt x="145818" y="778595"/>
                  </a:lnTo>
                  <a:lnTo>
                    <a:pt x="145485" y="779353"/>
                  </a:lnTo>
                  <a:lnTo>
                    <a:pt x="145255" y="779880"/>
                  </a:lnTo>
                  <a:lnTo>
                    <a:pt x="145082" y="780274"/>
                  </a:lnTo>
                  <a:lnTo>
                    <a:pt x="140756" y="785537"/>
                  </a:lnTo>
                  <a:lnTo>
                    <a:pt x="139411" y="787176"/>
                  </a:lnTo>
                  <a:lnTo>
                    <a:pt x="137113" y="789007"/>
                  </a:lnTo>
                  <a:lnTo>
                    <a:pt x="134935" y="790733"/>
                  </a:lnTo>
                  <a:lnTo>
                    <a:pt x="134487" y="791028"/>
                  </a:lnTo>
                  <a:lnTo>
                    <a:pt x="133869" y="791253"/>
                  </a:lnTo>
                  <a:lnTo>
                    <a:pt x="132755" y="791659"/>
                  </a:lnTo>
                  <a:lnTo>
                    <a:pt x="132317" y="791860"/>
                  </a:lnTo>
                  <a:lnTo>
                    <a:pt x="132075" y="791949"/>
                  </a:lnTo>
                  <a:lnTo>
                    <a:pt x="131784" y="792055"/>
                  </a:lnTo>
                  <a:lnTo>
                    <a:pt x="130267" y="792615"/>
                  </a:lnTo>
                  <a:lnTo>
                    <a:pt x="129620" y="792836"/>
                  </a:lnTo>
                  <a:lnTo>
                    <a:pt x="129111" y="793006"/>
                  </a:lnTo>
                  <a:lnTo>
                    <a:pt x="129402" y="793212"/>
                  </a:lnTo>
                  <a:lnTo>
                    <a:pt x="129892" y="793559"/>
                  </a:lnTo>
                  <a:lnTo>
                    <a:pt x="130612" y="794070"/>
                  </a:lnTo>
                  <a:lnTo>
                    <a:pt x="131184" y="794473"/>
                  </a:lnTo>
                  <a:lnTo>
                    <a:pt x="131908" y="794989"/>
                  </a:lnTo>
                  <a:lnTo>
                    <a:pt x="132621" y="795496"/>
                  </a:lnTo>
                  <a:lnTo>
                    <a:pt x="133158" y="795875"/>
                  </a:lnTo>
                  <a:lnTo>
                    <a:pt x="134255" y="796403"/>
                  </a:lnTo>
                  <a:lnTo>
                    <a:pt x="134857" y="796689"/>
                  </a:lnTo>
                  <a:lnTo>
                    <a:pt x="135875" y="797179"/>
                  </a:lnTo>
                  <a:lnTo>
                    <a:pt x="136911" y="797676"/>
                  </a:lnTo>
                  <a:lnTo>
                    <a:pt x="137861" y="798128"/>
                  </a:lnTo>
                  <a:lnTo>
                    <a:pt x="138916" y="798635"/>
                  </a:lnTo>
                  <a:lnTo>
                    <a:pt x="139628" y="798977"/>
                  </a:lnTo>
                  <a:lnTo>
                    <a:pt x="140515" y="799404"/>
                  </a:lnTo>
                  <a:lnTo>
                    <a:pt x="140899" y="799589"/>
                  </a:lnTo>
                  <a:lnTo>
                    <a:pt x="141511" y="799882"/>
                  </a:lnTo>
                  <a:lnTo>
                    <a:pt x="142522" y="800365"/>
                  </a:lnTo>
                  <a:lnTo>
                    <a:pt x="143513" y="800841"/>
                  </a:lnTo>
                  <a:lnTo>
                    <a:pt x="144617" y="801371"/>
                  </a:lnTo>
                  <a:lnTo>
                    <a:pt x="146160" y="802109"/>
                  </a:lnTo>
                  <a:lnTo>
                    <a:pt x="146643" y="802341"/>
                  </a:lnTo>
                  <a:lnTo>
                    <a:pt x="147198" y="802611"/>
                  </a:lnTo>
                  <a:lnTo>
                    <a:pt x="147951" y="802836"/>
                  </a:lnTo>
                  <a:lnTo>
                    <a:pt x="148936" y="803309"/>
                  </a:lnTo>
                  <a:lnTo>
                    <a:pt x="149871" y="803759"/>
                  </a:lnTo>
                  <a:lnTo>
                    <a:pt x="151440" y="804512"/>
                  </a:lnTo>
                  <a:lnTo>
                    <a:pt x="152005" y="804784"/>
                  </a:lnTo>
                  <a:lnTo>
                    <a:pt x="152891" y="805211"/>
                  </a:lnTo>
                  <a:lnTo>
                    <a:pt x="153913" y="805703"/>
                  </a:lnTo>
                  <a:lnTo>
                    <a:pt x="154419" y="805947"/>
                  </a:lnTo>
                  <a:lnTo>
                    <a:pt x="155413" y="806427"/>
                  </a:lnTo>
                  <a:lnTo>
                    <a:pt x="156543" y="806971"/>
                  </a:lnTo>
                  <a:lnTo>
                    <a:pt x="157418" y="807391"/>
                  </a:lnTo>
                  <a:lnTo>
                    <a:pt x="158337" y="807834"/>
                  </a:lnTo>
                  <a:lnTo>
                    <a:pt x="159181" y="808242"/>
                  </a:lnTo>
                  <a:lnTo>
                    <a:pt x="159694" y="808486"/>
                  </a:lnTo>
                  <a:lnTo>
                    <a:pt x="160367" y="808812"/>
                  </a:lnTo>
                  <a:lnTo>
                    <a:pt x="161471" y="809344"/>
                  </a:lnTo>
                  <a:lnTo>
                    <a:pt x="162557" y="809867"/>
                  </a:lnTo>
                  <a:lnTo>
                    <a:pt x="163539" y="810336"/>
                  </a:lnTo>
                  <a:lnTo>
                    <a:pt x="163959" y="810544"/>
                  </a:lnTo>
                  <a:lnTo>
                    <a:pt x="164454" y="810816"/>
                  </a:lnTo>
                  <a:lnTo>
                    <a:pt x="165101" y="811173"/>
                  </a:lnTo>
                  <a:lnTo>
                    <a:pt x="165975" y="811656"/>
                  </a:lnTo>
                  <a:lnTo>
                    <a:pt x="166535" y="811960"/>
                  </a:lnTo>
                  <a:lnTo>
                    <a:pt x="167061" y="812251"/>
                  </a:lnTo>
                  <a:lnTo>
                    <a:pt x="167595" y="812549"/>
                  </a:lnTo>
                  <a:lnTo>
                    <a:pt x="168125" y="812837"/>
                  </a:lnTo>
                  <a:lnTo>
                    <a:pt x="168500" y="813044"/>
                  </a:lnTo>
                  <a:lnTo>
                    <a:pt x="168953" y="813294"/>
                  </a:lnTo>
                  <a:lnTo>
                    <a:pt x="169241" y="813454"/>
                  </a:lnTo>
                  <a:lnTo>
                    <a:pt x="169457" y="813571"/>
                  </a:lnTo>
                  <a:lnTo>
                    <a:pt x="169764" y="813742"/>
                  </a:lnTo>
                  <a:lnTo>
                    <a:pt x="169977" y="813862"/>
                  </a:lnTo>
                  <a:lnTo>
                    <a:pt x="170200" y="813984"/>
                  </a:lnTo>
                  <a:lnTo>
                    <a:pt x="170530" y="814164"/>
                  </a:lnTo>
                  <a:lnTo>
                    <a:pt x="170966" y="814406"/>
                  </a:lnTo>
                  <a:lnTo>
                    <a:pt x="171184" y="814525"/>
                  </a:lnTo>
                  <a:lnTo>
                    <a:pt x="171468" y="814682"/>
                  </a:lnTo>
                  <a:lnTo>
                    <a:pt x="171993" y="814971"/>
                  </a:lnTo>
                  <a:lnTo>
                    <a:pt x="172436" y="815215"/>
                  </a:lnTo>
                  <a:lnTo>
                    <a:pt x="172912" y="815477"/>
                  </a:lnTo>
                  <a:lnTo>
                    <a:pt x="173449" y="815773"/>
                  </a:lnTo>
                  <a:lnTo>
                    <a:pt x="173927" y="816038"/>
                  </a:lnTo>
                  <a:lnTo>
                    <a:pt x="174385" y="816289"/>
                  </a:lnTo>
                  <a:lnTo>
                    <a:pt x="174947" y="816598"/>
                  </a:lnTo>
                  <a:lnTo>
                    <a:pt x="175444" y="816872"/>
                  </a:lnTo>
                  <a:lnTo>
                    <a:pt x="175693" y="817008"/>
                  </a:lnTo>
                  <a:lnTo>
                    <a:pt x="176337" y="817365"/>
                  </a:lnTo>
                  <a:lnTo>
                    <a:pt x="176708" y="817569"/>
                  </a:lnTo>
                  <a:lnTo>
                    <a:pt x="176968" y="817712"/>
                  </a:lnTo>
                  <a:lnTo>
                    <a:pt x="177341" y="817920"/>
                  </a:lnTo>
                  <a:lnTo>
                    <a:pt x="177840" y="818192"/>
                  </a:lnTo>
                  <a:lnTo>
                    <a:pt x="178340" y="818467"/>
                  </a:lnTo>
                  <a:lnTo>
                    <a:pt x="178665" y="818675"/>
                  </a:lnTo>
                  <a:lnTo>
                    <a:pt x="178841" y="818893"/>
                  </a:lnTo>
                  <a:lnTo>
                    <a:pt x="179216" y="819351"/>
                  </a:lnTo>
                  <a:lnTo>
                    <a:pt x="179524" y="819723"/>
                  </a:lnTo>
                  <a:lnTo>
                    <a:pt x="179908" y="820190"/>
                  </a:lnTo>
                  <a:lnTo>
                    <a:pt x="180194" y="820539"/>
                  </a:lnTo>
                  <a:lnTo>
                    <a:pt x="180473" y="820877"/>
                  </a:lnTo>
                  <a:lnTo>
                    <a:pt x="180724" y="821181"/>
                  </a:lnTo>
                  <a:lnTo>
                    <a:pt x="181256" y="821831"/>
                  </a:lnTo>
                  <a:lnTo>
                    <a:pt x="181603" y="822255"/>
                  </a:lnTo>
                  <a:lnTo>
                    <a:pt x="181807" y="822501"/>
                  </a:lnTo>
                  <a:lnTo>
                    <a:pt x="182182" y="822757"/>
                  </a:lnTo>
                  <a:lnTo>
                    <a:pt x="182651" y="823071"/>
                  </a:lnTo>
                  <a:lnTo>
                    <a:pt x="183094" y="823371"/>
                  </a:lnTo>
                  <a:lnTo>
                    <a:pt x="185033" y="824681"/>
                  </a:lnTo>
                  <a:lnTo>
                    <a:pt x="185523" y="825012"/>
                  </a:lnTo>
                  <a:lnTo>
                    <a:pt x="185997" y="825187"/>
                  </a:lnTo>
                  <a:lnTo>
                    <a:pt x="187558" y="826255"/>
                  </a:lnTo>
                  <a:lnTo>
                    <a:pt x="187983" y="826552"/>
                  </a:lnTo>
                  <a:lnTo>
                    <a:pt x="189358" y="827485"/>
                  </a:lnTo>
                  <a:lnTo>
                    <a:pt x="191861" y="829198"/>
                  </a:lnTo>
                  <a:lnTo>
                    <a:pt x="192191" y="829059"/>
                  </a:lnTo>
                  <a:lnTo>
                    <a:pt x="192770" y="828814"/>
                  </a:lnTo>
                  <a:lnTo>
                    <a:pt x="195079" y="827863"/>
                  </a:lnTo>
                  <a:lnTo>
                    <a:pt x="195914" y="827607"/>
                  </a:lnTo>
                  <a:lnTo>
                    <a:pt x="198385" y="826573"/>
                  </a:lnTo>
                  <a:lnTo>
                    <a:pt x="200652" y="825622"/>
                  </a:lnTo>
                  <a:lnTo>
                    <a:pt x="202713" y="824756"/>
                  </a:lnTo>
                  <a:lnTo>
                    <a:pt x="202877" y="824689"/>
                  </a:lnTo>
                  <a:lnTo>
                    <a:pt x="203287" y="824508"/>
                  </a:lnTo>
                  <a:lnTo>
                    <a:pt x="203943" y="824269"/>
                  </a:lnTo>
                  <a:lnTo>
                    <a:pt x="206546" y="823315"/>
                  </a:lnTo>
                  <a:lnTo>
                    <a:pt x="207652" y="823242"/>
                  </a:lnTo>
                  <a:lnTo>
                    <a:pt x="209202" y="823139"/>
                  </a:lnTo>
                  <a:lnTo>
                    <a:pt x="210859" y="823029"/>
                  </a:lnTo>
                  <a:lnTo>
                    <a:pt x="212465" y="822921"/>
                  </a:lnTo>
                  <a:lnTo>
                    <a:pt x="213005" y="822883"/>
                  </a:lnTo>
                  <a:lnTo>
                    <a:pt x="214205" y="822806"/>
                  </a:lnTo>
                  <a:lnTo>
                    <a:pt x="215126" y="822745"/>
                  </a:lnTo>
                  <a:lnTo>
                    <a:pt x="216397" y="822797"/>
                  </a:lnTo>
                  <a:lnTo>
                    <a:pt x="216845" y="822518"/>
                  </a:lnTo>
                  <a:lnTo>
                    <a:pt x="217040" y="822202"/>
                  </a:lnTo>
                  <a:lnTo>
                    <a:pt x="217544" y="821906"/>
                  </a:lnTo>
                  <a:lnTo>
                    <a:pt x="217694" y="821768"/>
                  </a:lnTo>
                  <a:lnTo>
                    <a:pt x="218099" y="821398"/>
                  </a:lnTo>
                  <a:lnTo>
                    <a:pt x="219044" y="820647"/>
                  </a:lnTo>
                  <a:lnTo>
                    <a:pt x="219295" y="820591"/>
                  </a:lnTo>
                  <a:lnTo>
                    <a:pt x="219438" y="820504"/>
                  </a:lnTo>
                  <a:lnTo>
                    <a:pt x="219745" y="820317"/>
                  </a:lnTo>
                  <a:lnTo>
                    <a:pt x="220013" y="820164"/>
                  </a:lnTo>
                  <a:lnTo>
                    <a:pt x="220146" y="820113"/>
                  </a:lnTo>
                  <a:lnTo>
                    <a:pt x="220139" y="819958"/>
                  </a:lnTo>
                  <a:lnTo>
                    <a:pt x="220219" y="819548"/>
                  </a:lnTo>
                  <a:lnTo>
                    <a:pt x="220296" y="819271"/>
                  </a:lnTo>
                  <a:lnTo>
                    <a:pt x="220376" y="819020"/>
                  </a:lnTo>
                  <a:lnTo>
                    <a:pt x="220367" y="818765"/>
                  </a:lnTo>
                  <a:lnTo>
                    <a:pt x="220519" y="818535"/>
                  </a:lnTo>
                  <a:lnTo>
                    <a:pt x="220758" y="818451"/>
                  </a:lnTo>
                  <a:lnTo>
                    <a:pt x="221000" y="818355"/>
                  </a:lnTo>
                  <a:lnTo>
                    <a:pt x="221222" y="818078"/>
                  </a:lnTo>
                  <a:lnTo>
                    <a:pt x="221208" y="817536"/>
                  </a:lnTo>
                  <a:lnTo>
                    <a:pt x="221075" y="817332"/>
                  </a:lnTo>
                  <a:lnTo>
                    <a:pt x="221365" y="816704"/>
                  </a:lnTo>
                  <a:lnTo>
                    <a:pt x="221961" y="816057"/>
                  </a:lnTo>
                  <a:lnTo>
                    <a:pt x="221930" y="815848"/>
                  </a:lnTo>
                  <a:lnTo>
                    <a:pt x="221815" y="815597"/>
                  </a:lnTo>
                  <a:lnTo>
                    <a:pt x="221522" y="814746"/>
                  </a:lnTo>
                  <a:lnTo>
                    <a:pt x="221487" y="814535"/>
                  </a:lnTo>
                  <a:lnTo>
                    <a:pt x="221429" y="814106"/>
                  </a:lnTo>
                  <a:lnTo>
                    <a:pt x="221438" y="813827"/>
                  </a:lnTo>
                  <a:lnTo>
                    <a:pt x="221433" y="813581"/>
                  </a:lnTo>
                  <a:lnTo>
                    <a:pt x="221438" y="813382"/>
                  </a:lnTo>
                  <a:lnTo>
                    <a:pt x="221384" y="813089"/>
                  </a:lnTo>
                  <a:lnTo>
                    <a:pt x="221438" y="812883"/>
                  </a:lnTo>
                  <a:lnTo>
                    <a:pt x="221520" y="812489"/>
                  </a:lnTo>
                  <a:lnTo>
                    <a:pt x="221682" y="812196"/>
                  </a:lnTo>
                  <a:lnTo>
                    <a:pt x="221881" y="812132"/>
                  </a:lnTo>
                  <a:lnTo>
                    <a:pt x="222015" y="812090"/>
                  </a:lnTo>
                  <a:lnTo>
                    <a:pt x="222388" y="812104"/>
                  </a:lnTo>
                  <a:lnTo>
                    <a:pt x="222627" y="812205"/>
                  </a:lnTo>
                  <a:lnTo>
                    <a:pt x="222941" y="812252"/>
                  </a:lnTo>
                  <a:lnTo>
                    <a:pt x="223239" y="812332"/>
                  </a:lnTo>
                  <a:lnTo>
                    <a:pt x="223393" y="812339"/>
                  </a:lnTo>
                  <a:lnTo>
                    <a:pt x="223600" y="812350"/>
                  </a:lnTo>
                  <a:lnTo>
                    <a:pt x="223937" y="812301"/>
                  </a:lnTo>
                  <a:lnTo>
                    <a:pt x="224136" y="812097"/>
                  </a:lnTo>
                  <a:lnTo>
                    <a:pt x="224111" y="811889"/>
                  </a:lnTo>
                  <a:lnTo>
                    <a:pt x="223970" y="811837"/>
                  </a:lnTo>
                  <a:lnTo>
                    <a:pt x="223775" y="811757"/>
                  </a:lnTo>
                  <a:lnTo>
                    <a:pt x="223506" y="811696"/>
                  </a:lnTo>
                  <a:lnTo>
                    <a:pt x="223323" y="811621"/>
                  </a:lnTo>
                  <a:lnTo>
                    <a:pt x="223021" y="811474"/>
                  </a:lnTo>
                  <a:lnTo>
                    <a:pt x="222882" y="811380"/>
                  </a:lnTo>
                  <a:lnTo>
                    <a:pt x="223006" y="810869"/>
                  </a:lnTo>
                  <a:lnTo>
                    <a:pt x="222950" y="810540"/>
                  </a:lnTo>
                  <a:lnTo>
                    <a:pt x="222870" y="810301"/>
                  </a:lnTo>
                  <a:lnTo>
                    <a:pt x="222582" y="809692"/>
                  </a:lnTo>
                  <a:lnTo>
                    <a:pt x="222409" y="809619"/>
                  </a:lnTo>
                  <a:lnTo>
                    <a:pt x="221937" y="809636"/>
                  </a:lnTo>
                  <a:lnTo>
                    <a:pt x="221447" y="809488"/>
                  </a:lnTo>
                  <a:lnTo>
                    <a:pt x="221246" y="809382"/>
                  </a:lnTo>
                  <a:lnTo>
                    <a:pt x="220918" y="808885"/>
                  </a:lnTo>
                  <a:lnTo>
                    <a:pt x="220662" y="808763"/>
                  </a:lnTo>
                  <a:lnTo>
                    <a:pt x="220378" y="808588"/>
                  </a:lnTo>
                  <a:lnTo>
                    <a:pt x="220456" y="808332"/>
                  </a:lnTo>
                  <a:lnTo>
                    <a:pt x="220674" y="807945"/>
                  </a:lnTo>
                  <a:lnTo>
                    <a:pt x="220784" y="807744"/>
                  </a:lnTo>
                  <a:lnTo>
                    <a:pt x="220918" y="807462"/>
                  </a:lnTo>
                  <a:lnTo>
                    <a:pt x="221072" y="807228"/>
                  </a:lnTo>
                  <a:lnTo>
                    <a:pt x="221204" y="806953"/>
                  </a:lnTo>
                  <a:lnTo>
                    <a:pt x="221377" y="806663"/>
                  </a:lnTo>
                  <a:lnTo>
                    <a:pt x="221511" y="806398"/>
                  </a:lnTo>
                  <a:lnTo>
                    <a:pt x="221586" y="806259"/>
                  </a:lnTo>
                  <a:lnTo>
                    <a:pt x="221952" y="805615"/>
                  </a:lnTo>
                  <a:lnTo>
                    <a:pt x="222521" y="804553"/>
                  </a:lnTo>
                  <a:lnTo>
                    <a:pt x="222913" y="803840"/>
                  </a:lnTo>
                  <a:lnTo>
                    <a:pt x="229927" y="809045"/>
                  </a:lnTo>
                  <a:lnTo>
                    <a:pt x="230373" y="808787"/>
                  </a:lnTo>
                  <a:lnTo>
                    <a:pt x="230839" y="808517"/>
                  </a:lnTo>
                  <a:lnTo>
                    <a:pt x="234260" y="806541"/>
                  </a:lnTo>
                  <a:lnTo>
                    <a:pt x="237118" y="799899"/>
                  </a:lnTo>
                  <a:lnTo>
                    <a:pt x="237146" y="799123"/>
                  </a:lnTo>
                  <a:lnTo>
                    <a:pt x="237179" y="798061"/>
                  </a:lnTo>
                  <a:lnTo>
                    <a:pt x="237223" y="796662"/>
                  </a:lnTo>
                  <a:lnTo>
                    <a:pt x="237244" y="795923"/>
                  </a:lnTo>
                  <a:lnTo>
                    <a:pt x="237249" y="795768"/>
                  </a:lnTo>
                  <a:lnTo>
                    <a:pt x="237809" y="795564"/>
                  </a:lnTo>
                  <a:lnTo>
                    <a:pt x="238517" y="795306"/>
                  </a:lnTo>
                  <a:lnTo>
                    <a:pt x="238841" y="795192"/>
                  </a:lnTo>
                  <a:lnTo>
                    <a:pt x="239202" y="795060"/>
                  </a:lnTo>
                  <a:lnTo>
                    <a:pt x="239774" y="794852"/>
                  </a:lnTo>
                  <a:lnTo>
                    <a:pt x="239983" y="794777"/>
                  </a:lnTo>
                  <a:lnTo>
                    <a:pt x="245372" y="792819"/>
                  </a:lnTo>
                  <a:lnTo>
                    <a:pt x="247780" y="791945"/>
                  </a:lnTo>
                  <a:lnTo>
                    <a:pt x="248633" y="791635"/>
                  </a:lnTo>
                  <a:lnTo>
                    <a:pt x="249552" y="791302"/>
                  </a:lnTo>
                  <a:lnTo>
                    <a:pt x="250174" y="791077"/>
                  </a:lnTo>
                  <a:lnTo>
                    <a:pt x="250720" y="790880"/>
                  </a:lnTo>
                  <a:lnTo>
                    <a:pt x="251702" y="790522"/>
                  </a:lnTo>
                  <a:lnTo>
                    <a:pt x="252450" y="790252"/>
                  </a:lnTo>
                  <a:lnTo>
                    <a:pt x="253608" y="789830"/>
                  </a:lnTo>
                  <a:lnTo>
                    <a:pt x="254506" y="789504"/>
                  </a:lnTo>
                  <a:lnTo>
                    <a:pt x="255484" y="789150"/>
                  </a:lnTo>
                  <a:lnTo>
                    <a:pt x="254045" y="783967"/>
                  </a:lnTo>
                  <a:lnTo>
                    <a:pt x="251611" y="775196"/>
                  </a:lnTo>
                  <a:lnTo>
                    <a:pt x="250769" y="772197"/>
                  </a:lnTo>
                  <a:lnTo>
                    <a:pt x="250123" y="769898"/>
                  </a:lnTo>
                  <a:lnTo>
                    <a:pt x="249861" y="768957"/>
                  </a:lnTo>
                  <a:lnTo>
                    <a:pt x="249336" y="766212"/>
                  </a:lnTo>
                  <a:lnTo>
                    <a:pt x="248249" y="761057"/>
                  </a:lnTo>
                  <a:lnTo>
                    <a:pt x="248257" y="760679"/>
                  </a:lnTo>
                  <a:lnTo>
                    <a:pt x="248074" y="759739"/>
                  </a:lnTo>
                  <a:lnTo>
                    <a:pt x="247064" y="754310"/>
                  </a:lnTo>
                  <a:lnTo>
                    <a:pt x="251145" y="752081"/>
                  </a:lnTo>
                  <a:lnTo>
                    <a:pt x="250681" y="751024"/>
                  </a:lnTo>
                  <a:lnTo>
                    <a:pt x="250523" y="750947"/>
                  </a:lnTo>
                  <a:lnTo>
                    <a:pt x="250486" y="750716"/>
                  </a:lnTo>
                  <a:lnTo>
                    <a:pt x="250401" y="750256"/>
                  </a:lnTo>
                  <a:lnTo>
                    <a:pt x="250299" y="749707"/>
                  </a:lnTo>
                  <a:lnTo>
                    <a:pt x="250192" y="749572"/>
                  </a:lnTo>
                  <a:lnTo>
                    <a:pt x="250101" y="749060"/>
                  </a:lnTo>
                  <a:lnTo>
                    <a:pt x="250059" y="748668"/>
                  </a:lnTo>
                  <a:lnTo>
                    <a:pt x="250093" y="747363"/>
                  </a:lnTo>
                  <a:lnTo>
                    <a:pt x="250790" y="746935"/>
                  </a:lnTo>
                  <a:lnTo>
                    <a:pt x="251655" y="746405"/>
                  </a:lnTo>
                  <a:lnTo>
                    <a:pt x="252228" y="745519"/>
                  </a:lnTo>
                  <a:lnTo>
                    <a:pt x="252754" y="744705"/>
                  </a:lnTo>
                  <a:lnTo>
                    <a:pt x="253684" y="744068"/>
                  </a:lnTo>
                  <a:lnTo>
                    <a:pt x="253988" y="743859"/>
                  </a:lnTo>
                  <a:lnTo>
                    <a:pt x="254363" y="743807"/>
                  </a:lnTo>
                  <a:lnTo>
                    <a:pt x="255114" y="743693"/>
                  </a:lnTo>
                  <a:lnTo>
                    <a:pt x="255422" y="743650"/>
                  </a:lnTo>
                  <a:lnTo>
                    <a:pt x="255696" y="743625"/>
                  </a:lnTo>
                  <a:lnTo>
                    <a:pt x="256125" y="743520"/>
                  </a:lnTo>
                  <a:lnTo>
                    <a:pt x="256427" y="742496"/>
                  </a:lnTo>
                  <a:lnTo>
                    <a:pt x="256518" y="742211"/>
                  </a:lnTo>
                  <a:lnTo>
                    <a:pt x="256799" y="741352"/>
                  </a:lnTo>
                  <a:lnTo>
                    <a:pt x="257005" y="740721"/>
                  </a:lnTo>
                  <a:lnTo>
                    <a:pt x="257429" y="739425"/>
                  </a:lnTo>
                  <a:lnTo>
                    <a:pt x="257821" y="738228"/>
                  </a:lnTo>
                  <a:lnTo>
                    <a:pt x="258046" y="737539"/>
                  </a:lnTo>
                  <a:lnTo>
                    <a:pt x="259094" y="736155"/>
                  </a:lnTo>
                  <a:lnTo>
                    <a:pt x="260146" y="734764"/>
                  </a:lnTo>
                  <a:lnTo>
                    <a:pt x="261329" y="730397"/>
                  </a:lnTo>
                  <a:lnTo>
                    <a:pt x="262805" y="727700"/>
                  </a:lnTo>
                  <a:lnTo>
                    <a:pt x="263791" y="727126"/>
                  </a:lnTo>
                  <a:lnTo>
                    <a:pt x="264868" y="726034"/>
                  </a:lnTo>
                  <a:lnTo>
                    <a:pt x="264849" y="725788"/>
                  </a:lnTo>
                  <a:lnTo>
                    <a:pt x="265096" y="725323"/>
                  </a:lnTo>
                  <a:lnTo>
                    <a:pt x="266414" y="724735"/>
                  </a:lnTo>
                  <a:lnTo>
                    <a:pt x="266407" y="724485"/>
                  </a:lnTo>
                  <a:lnTo>
                    <a:pt x="266374" y="724273"/>
                  </a:lnTo>
                  <a:lnTo>
                    <a:pt x="266363" y="724045"/>
                  </a:lnTo>
                  <a:lnTo>
                    <a:pt x="266346" y="723609"/>
                  </a:lnTo>
                  <a:lnTo>
                    <a:pt x="266400" y="722619"/>
                  </a:lnTo>
                  <a:lnTo>
                    <a:pt x="266389" y="722461"/>
                  </a:lnTo>
                  <a:lnTo>
                    <a:pt x="266263" y="721885"/>
                  </a:lnTo>
                  <a:lnTo>
                    <a:pt x="266585" y="721946"/>
                  </a:lnTo>
                  <a:lnTo>
                    <a:pt x="266660" y="722410"/>
                  </a:lnTo>
                  <a:lnTo>
                    <a:pt x="266784" y="722613"/>
                  </a:lnTo>
                  <a:lnTo>
                    <a:pt x="266818" y="722863"/>
                  </a:lnTo>
                  <a:lnTo>
                    <a:pt x="267504" y="722775"/>
                  </a:lnTo>
                  <a:lnTo>
                    <a:pt x="267694" y="722750"/>
                  </a:lnTo>
                  <a:lnTo>
                    <a:pt x="267959" y="722664"/>
                  </a:lnTo>
                  <a:lnTo>
                    <a:pt x="268286" y="722513"/>
                  </a:lnTo>
                  <a:lnTo>
                    <a:pt x="268441" y="722436"/>
                  </a:lnTo>
                  <a:lnTo>
                    <a:pt x="268202" y="720998"/>
                  </a:lnTo>
                  <a:lnTo>
                    <a:pt x="268424" y="720861"/>
                  </a:lnTo>
                  <a:lnTo>
                    <a:pt x="268951" y="720533"/>
                  </a:lnTo>
                  <a:lnTo>
                    <a:pt x="269156" y="720413"/>
                  </a:lnTo>
                  <a:lnTo>
                    <a:pt x="269513" y="720167"/>
                  </a:lnTo>
                  <a:lnTo>
                    <a:pt x="269951" y="719835"/>
                  </a:lnTo>
                  <a:lnTo>
                    <a:pt x="271768" y="720750"/>
                  </a:lnTo>
                  <a:lnTo>
                    <a:pt x="271903" y="721009"/>
                  </a:lnTo>
                  <a:lnTo>
                    <a:pt x="272011" y="721316"/>
                  </a:lnTo>
                  <a:lnTo>
                    <a:pt x="273541" y="721365"/>
                  </a:lnTo>
                  <a:lnTo>
                    <a:pt x="273748" y="721191"/>
                  </a:lnTo>
                  <a:lnTo>
                    <a:pt x="275139" y="721063"/>
                  </a:lnTo>
                  <a:lnTo>
                    <a:pt x="275290" y="721049"/>
                  </a:lnTo>
                  <a:lnTo>
                    <a:pt x="277504" y="720784"/>
                  </a:lnTo>
                  <a:lnTo>
                    <a:pt x="277688" y="720758"/>
                  </a:lnTo>
                  <a:lnTo>
                    <a:pt x="282145" y="721067"/>
                  </a:lnTo>
                  <a:lnTo>
                    <a:pt x="288033" y="721459"/>
                  </a:lnTo>
                  <a:lnTo>
                    <a:pt x="292708" y="722937"/>
                  </a:lnTo>
                  <a:lnTo>
                    <a:pt x="295823" y="723939"/>
                  </a:lnTo>
                  <a:lnTo>
                    <a:pt x="296072" y="724019"/>
                  </a:lnTo>
                  <a:lnTo>
                    <a:pt x="302019" y="725942"/>
                  </a:lnTo>
                  <a:lnTo>
                    <a:pt x="307215" y="727688"/>
                  </a:lnTo>
                  <a:lnTo>
                    <a:pt x="319539" y="731932"/>
                  </a:lnTo>
                  <a:lnTo>
                    <a:pt x="319846" y="731967"/>
                  </a:lnTo>
                  <a:lnTo>
                    <a:pt x="320088" y="731984"/>
                  </a:lnTo>
                  <a:lnTo>
                    <a:pt x="326561" y="729065"/>
                  </a:lnTo>
                  <a:lnTo>
                    <a:pt x="329358" y="729653"/>
                  </a:lnTo>
                  <a:lnTo>
                    <a:pt x="333838" y="732321"/>
                  </a:lnTo>
                  <a:lnTo>
                    <a:pt x="334072" y="734363"/>
                  </a:lnTo>
                  <a:lnTo>
                    <a:pt x="334321" y="736501"/>
                  </a:lnTo>
                  <a:lnTo>
                    <a:pt x="336912" y="737907"/>
                  </a:lnTo>
                  <a:lnTo>
                    <a:pt x="343131" y="730281"/>
                  </a:lnTo>
                  <a:lnTo>
                    <a:pt x="343727" y="729550"/>
                  </a:lnTo>
                  <a:lnTo>
                    <a:pt x="345856" y="728443"/>
                  </a:lnTo>
                  <a:lnTo>
                    <a:pt x="347832" y="727402"/>
                  </a:lnTo>
                  <a:lnTo>
                    <a:pt x="351023" y="726418"/>
                  </a:lnTo>
                  <a:lnTo>
                    <a:pt x="352382" y="726372"/>
                  </a:lnTo>
                  <a:lnTo>
                    <a:pt x="359020" y="726152"/>
                  </a:lnTo>
                  <a:lnTo>
                    <a:pt x="359901" y="726122"/>
                  </a:lnTo>
                  <a:lnTo>
                    <a:pt x="360640" y="726615"/>
                  </a:lnTo>
                  <a:lnTo>
                    <a:pt x="360891" y="726769"/>
                  </a:lnTo>
                  <a:lnTo>
                    <a:pt x="361916" y="727402"/>
                  </a:lnTo>
                  <a:lnTo>
                    <a:pt x="366655" y="730326"/>
                  </a:lnTo>
                  <a:lnTo>
                    <a:pt x="366880" y="730464"/>
                  </a:lnTo>
                  <a:lnTo>
                    <a:pt x="373675" y="734656"/>
                  </a:lnTo>
                  <a:lnTo>
                    <a:pt x="376445" y="735217"/>
                  </a:lnTo>
                  <a:lnTo>
                    <a:pt x="383139" y="736631"/>
                  </a:lnTo>
                  <a:lnTo>
                    <a:pt x="383355" y="736914"/>
                  </a:lnTo>
                  <a:lnTo>
                    <a:pt x="383390" y="737221"/>
                  </a:lnTo>
                  <a:lnTo>
                    <a:pt x="383456" y="737798"/>
                  </a:lnTo>
                  <a:lnTo>
                    <a:pt x="383477" y="737964"/>
                  </a:lnTo>
                  <a:lnTo>
                    <a:pt x="383784" y="738335"/>
                  </a:lnTo>
                  <a:lnTo>
                    <a:pt x="384361" y="739036"/>
                  </a:lnTo>
                  <a:lnTo>
                    <a:pt x="384342" y="739251"/>
                  </a:lnTo>
                  <a:lnTo>
                    <a:pt x="384091" y="739418"/>
                  </a:lnTo>
                  <a:lnTo>
                    <a:pt x="383960" y="739572"/>
                  </a:lnTo>
                  <a:lnTo>
                    <a:pt x="383920" y="739718"/>
                  </a:lnTo>
                  <a:lnTo>
                    <a:pt x="384142" y="739926"/>
                  </a:lnTo>
                  <a:lnTo>
                    <a:pt x="384759" y="739610"/>
                  </a:lnTo>
                  <a:lnTo>
                    <a:pt x="384998" y="739643"/>
                  </a:lnTo>
                  <a:lnTo>
                    <a:pt x="385165" y="739692"/>
                  </a:lnTo>
                  <a:lnTo>
                    <a:pt x="385430" y="739601"/>
                  </a:lnTo>
                  <a:lnTo>
                    <a:pt x="385662" y="739806"/>
                  </a:lnTo>
                  <a:lnTo>
                    <a:pt x="386167" y="740041"/>
                  </a:lnTo>
                  <a:lnTo>
                    <a:pt x="387403" y="740570"/>
                  </a:lnTo>
                  <a:lnTo>
                    <a:pt x="387475" y="743874"/>
                  </a:lnTo>
                  <a:lnTo>
                    <a:pt x="387496" y="744798"/>
                  </a:lnTo>
                  <a:lnTo>
                    <a:pt x="387507" y="745303"/>
                  </a:lnTo>
                  <a:lnTo>
                    <a:pt x="387525" y="746131"/>
                  </a:lnTo>
                  <a:lnTo>
                    <a:pt x="387537" y="746686"/>
                  </a:lnTo>
                  <a:lnTo>
                    <a:pt x="387427" y="748173"/>
                  </a:lnTo>
                  <a:lnTo>
                    <a:pt x="387365" y="748480"/>
                  </a:lnTo>
                  <a:lnTo>
                    <a:pt x="387355" y="748788"/>
                  </a:lnTo>
                  <a:lnTo>
                    <a:pt x="387433" y="749061"/>
                  </a:lnTo>
                  <a:lnTo>
                    <a:pt x="387697" y="749567"/>
                  </a:lnTo>
                  <a:lnTo>
                    <a:pt x="388409" y="750337"/>
                  </a:lnTo>
                  <a:lnTo>
                    <a:pt x="389201" y="751210"/>
                  </a:lnTo>
                  <a:lnTo>
                    <a:pt x="389713" y="751681"/>
                  </a:lnTo>
                  <a:lnTo>
                    <a:pt x="390146" y="752482"/>
                  </a:lnTo>
                  <a:lnTo>
                    <a:pt x="390455" y="753489"/>
                  </a:lnTo>
                  <a:lnTo>
                    <a:pt x="390506" y="759387"/>
                  </a:lnTo>
                  <a:lnTo>
                    <a:pt x="390475" y="760041"/>
                  </a:lnTo>
                  <a:lnTo>
                    <a:pt x="390471" y="760223"/>
                  </a:lnTo>
                  <a:lnTo>
                    <a:pt x="390625" y="760774"/>
                  </a:lnTo>
                  <a:lnTo>
                    <a:pt x="390956" y="760695"/>
                  </a:lnTo>
                  <a:lnTo>
                    <a:pt x="391116" y="760650"/>
                  </a:lnTo>
                  <a:lnTo>
                    <a:pt x="391526" y="760591"/>
                  </a:lnTo>
                  <a:lnTo>
                    <a:pt x="396156" y="762228"/>
                  </a:lnTo>
                  <a:lnTo>
                    <a:pt x="396154" y="762696"/>
                  </a:lnTo>
                  <a:lnTo>
                    <a:pt x="396180" y="763443"/>
                  </a:lnTo>
                  <a:lnTo>
                    <a:pt x="396200" y="764020"/>
                  </a:lnTo>
                  <a:lnTo>
                    <a:pt x="396557" y="764743"/>
                  </a:lnTo>
                  <a:lnTo>
                    <a:pt x="396934" y="770705"/>
                  </a:lnTo>
                  <a:lnTo>
                    <a:pt x="396903" y="770981"/>
                  </a:lnTo>
                  <a:lnTo>
                    <a:pt x="397523" y="771410"/>
                  </a:lnTo>
                  <a:lnTo>
                    <a:pt x="400123" y="772318"/>
                  </a:lnTo>
                  <a:lnTo>
                    <a:pt x="400164" y="772116"/>
                  </a:lnTo>
                  <a:lnTo>
                    <a:pt x="400272" y="771938"/>
                  </a:lnTo>
                  <a:lnTo>
                    <a:pt x="400482" y="771788"/>
                  </a:lnTo>
                  <a:lnTo>
                    <a:pt x="400622" y="771744"/>
                  </a:lnTo>
                  <a:lnTo>
                    <a:pt x="400851" y="771868"/>
                  </a:lnTo>
                  <a:lnTo>
                    <a:pt x="401006" y="772049"/>
                  </a:lnTo>
                  <a:lnTo>
                    <a:pt x="401219" y="772310"/>
                  </a:lnTo>
                  <a:lnTo>
                    <a:pt x="402021" y="773934"/>
                  </a:lnTo>
                  <a:lnTo>
                    <a:pt x="409324" y="780376"/>
                  </a:lnTo>
                  <a:lnTo>
                    <a:pt x="410373" y="782124"/>
                  </a:lnTo>
                  <a:lnTo>
                    <a:pt x="420690" y="792499"/>
                  </a:lnTo>
                  <a:lnTo>
                    <a:pt x="420984" y="793106"/>
                  </a:lnTo>
                  <a:lnTo>
                    <a:pt x="423820" y="797331"/>
                  </a:lnTo>
                  <a:lnTo>
                    <a:pt x="424145" y="797920"/>
                  </a:lnTo>
                  <a:lnTo>
                    <a:pt x="424514" y="798749"/>
                  </a:lnTo>
                  <a:lnTo>
                    <a:pt x="424816" y="799515"/>
                  </a:lnTo>
                  <a:lnTo>
                    <a:pt x="425142" y="800327"/>
                  </a:lnTo>
                  <a:lnTo>
                    <a:pt x="425543" y="801332"/>
                  </a:lnTo>
                  <a:lnTo>
                    <a:pt x="425742" y="801836"/>
                  </a:lnTo>
                  <a:lnTo>
                    <a:pt x="425869" y="802155"/>
                  </a:lnTo>
                  <a:lnTo>
                    <a:pt x="426056" y="802627"/>
                  </a:lnTo>
                  <a:lnTo>
                    <a:pt x="426441" y="803585"/>
                  </a:lnTo>
                  <a:lnTo>
                    <a:pt x="426799" y="804465"/>
                  </a:lnTo>
                  <a:lnTo>
                    <a:pt x="426902" y="804819"/>
                  </a:lnTo>
                  <a:lnTo>
                    <a:pt x="427299" y="806188"/>
                  </a:lnTo>
                  <a:lnTo>
                    <a:pt x="427601" y="807352"/>
                  </a:lnTo>
                  <a:lnTo>
                    <a:pt x="427734" y="807871"/>
                  </a:lnTo>
                  <a:lnTo>
                    <a:pt x="427823" y="808221"/>
                  </a:lnTo>
                  <a:lnTo>
                    <a:pt x="427966" y="808782"/>
                  </a:lnTo>
                  <a:lnTo>
                    <a:pt x="428063" y="809161"/>
                  </a:lnTo>
                  <a:lnTo>
                    <a:pt x="428225" y="809799"/>
                  </a:lnTo>
                  <a:lnTo>
                    <a:pt x="428353" y="810301"/>
                  </a:lnTo>
                  <a:lnTo>
                    <a:pt x="428537" y="810780"/>
                  </a:lnTo>
                  <a:lnTo>
                    <a:pt x="428680" y="811155"/>
                  </a:lnTo>
                  <a:lnTo>
                    <a:pt x="428818" y="811515"/>
                  </a:lnTo>
                  <a:lnTo>
                    <a:pt x="428979" y="811762"/>
                  </a:lnTo>
                  <a:lnTo>
                    <a:pt x="429092" y="811936"/>
                  </a:lnTo>
                  <a:lnTo>
                    <a:pt x="429316" y="812291"/>
                  </a:lnTo>
                  <a:lnTo>
                    <a:pt x="429545" y="812652"/>
                  </a:lnTo>
                  <a:lnTo>
                    <a:pt x="429759" y="813213"/>
                  </a:lnTo>
                  <a:lnTo>
                    <a:pt x="429949" y="813711"/>
                  </a:lnTo>
                  <a:lnTo>
                    <a:pt x="430161" y="813985"/>
                  </a:lnTo>
                  <a:lnTo>
                    <a:pt x="430466" y="814450"/>
                  </a:lnTo>
                  <a:lnTo>
                    <a:pt x="431139" y="815251"/>
                  </a:lnTo>
                  <a:lnTo>
                    <a:pt x="431587" y="815336"/>
                  </a:lnTo>
                  <a:lnTo>
                    <a:pt x="432238" y="815460"/>
                  </a:lnTo>
                  <a:lnTo>
                    <a:pt x="432503" y="815333"/>
                  </a:lnTo>
                  <a:lnTo>
                    <a:pt x="432713" y="815252"/>
                  </a:lnTo>
                  <a:lnTo>
                    <a:pt x="432900" y="815259"/>
                  </a:lnTo>
                  <a:lnTo>
                    <a:pt x="433116" y="815256"/>
                  </a:lnTo>
                  <a:lnTo>
                    <a:pt x="435360" y="815139"/>
                  </a:lnTo>
                  <a:lnTo>
                    <a:pt x="438170" y="814327"/>
                  </a:lnTo>
                  <a:lnTo>
                    <a:pt x="438315" y="814303"/>
                  </a:lnTo>
                  <a:lnTo>
                    <a:pt x="438541" y="814264"/>
                  </a:lnTo>
                  <a:lnTo>
                    <a:pt x="438921" y="814202"/>
                  </a:lnTo>
                  <a:lnTo>
                    <a:pt x="440210" y="813983"/>
                  </a:lnTo>
                  <a:lnTo>
                    <a:pt x="441902" y="813696"/>
                  </a:lnTo>
                  <a:lnTo>
                    <a:pt x="443321" y="813456"/>
                  </a:lnTo>
                  <a:lnTo>
                    <a:pt x="444484" y="813354"/>
                  </a:lnTo>
                  <a:lnTo>
                    <a:pt x="445161" y="813296"/>
                  </a:lnTo>
                  <a:lnTo>
                    <a:pt x="445212" y="813538"/>
                  </a:lnTo>
                  <a:lnTo>
                    <a:pt x="445412" y="814415"/>
                  </a:lnTo>
                  <a:lnTo>
                    <a:pt x="445691" y="814919"/>
                  </a:lnTo>
                  <a:lnTo>
                    <a:pt x="445766" y="815054"/>
                  </a:lnTo>
                  <a:lnTo>
                    <a:pt x="446028" y="815523"/>
                  </a:lnTo>
                  <a:lnTo>
                    <a:pt x="446298" y="816042"/>
                  </a:lnTo>
                  <a:lnTo>
                    <a:pt x="446549" y="816522"/>
                  </a:lnTo>
                  <a:lnTo>
                    <a:pt x="446729" y="816832"/>
                  </a:lnTo>
                  <a:lnTo>
                    <a:pt x="446908" y="817141"/>
                  </a:lnTo>
                  <a:lnTo>
                    <a:pt x="447060" y="817507"/>
                  </a:lnTo>
                  <a:lnTo>
                    <a:pt x="447020" y="817971"/>
                  </a:lnTo>
                  <a:lnTo>
                    <a:pt x="446933" y="819019"/>
                  </a:lnTo>
                  <a:lnTo>
                    <a:pt x="446847" y="820020"/>
                  </a:lnTo>
                  <a:lnTo>
                    <a:pt x="446797" y="820585"/>
                  </a:lnTo>
                  <a:lnTo>
                    <a:pt x="446767" y="821349"/>
                  </a:lnTo>
                  <a:lnTo>
                    <a:pt x="447252" y="821795"/>
                  </a:lnTo>
                  <a:lnTo>
                    <a:pt x="447618" y="821882"/>
                  </a:lnTo>
                  <a:lnTo>
                    <a:pt x="448452" y="821957"/>
                  </a:lnTo>
                  <a:lnTo>
                    <a:pt x="448584" y="822011"/>
                  </a:lnTo>
                  <a:lnTo>
                    <a:pt x="448963" y="822006"/>
                  </a:lnTo>
                  <a:lnTo>
                    <a:pt x="451656" y="822298"/>
                  </a:lnTo>
                  <a:lnTo>
                    <a:pt x="451507" y="821952"/>
                  </a:lnTo>
                  <a:lnTo>
                    <a:pt x="451507" y="821687"/>
                  </a:lnTo>
                  <a:lnTo>
                    <a:pt x="451601" y="821577"/>
                  </a:lnTo>
                  <a:lnTo>
                    <a:pt x="451789" y="821603"/>
                  </a:lnTo>
                  <a:lnTo>
                    <a:pt x="451932" y="821504"/>
                  </a:lnTo>
                  <a:lnTo>
                    <a:pt x="451843" y="821223"/>
                  </a:lnTo>
                  <a:lnTo>
                    <a:pt x="451927" y="821040"/>
                  </a:lnTo>
                  <a:lnTo>
                    <a:pt x="451885" y="820428"/>
                  </a:lnTo>
                  <a:lnTo>
                    <a:pt x="451948" y="820210"/>
                  </a:lnTo>
                  <a:lnTo>
                    <a:pt x="451810" y="819870"/>
                  </a:lnTo>
                  <a:lnTo>
                    <a:pt x="451521" y="819282"/>
                  </a:lnTo>
                  <a:lnTo>
                    <a:pt x="452166" y="819089"/>
                  </a:lnTo>
                  <a:lnTo>
                    <a:pt x="452532" y="819380"/>
                  </a:lnTo>
                  <a:lnTo>
                    <a:pt x="452724" y="819380"/>
                  </a:lnTo>
                  <a:lnTo>
                    <a:pt x="453022" y="819354"/>
                  </a:lnTo>
                  <a:lnTo>
                    <a:pt x="453184" y="819364"/>
                  </a:lnTo>
                  <a:lnTo>
                    <a:pt x="453735" y="819216"/>
                  </a:lnTo>
                  <a:lnTo>
                    <a:pt x="454110" y="818949"/>
                  </a:lnTo>
                  <a:lnTo>
                    <a:pt x="454220" y="818663"/>
                  </a:lnTo>
                  <a:lnTo>
                    <a:pt x="454468" y="818459"/>
                  </a:lnTo>
                  <a:lnTo>
                    <a:pt x="454628" y="818152"/>
                  </a:lnTo>
                  <a:lnTo>
                    <a:pt x="454764" y="817875"/>
                  </a:lnTo>
                  <a:lnTo>
                    <a:pt x="454979" y="817516"/>
                  </a:lnTo>
                  <a:lnTo>
                    <a:pt x="455270" y="817090"/>
                  </a:lnTo>
                  <a:lnTo>
                    <a:pt x="455268" y="816850"/>
                  </a:lnTo>
                  <a:lnTo>
                    <a:pt x="455284" y="816593"/>
                  </a:lnTo>
                  <a:lnTo>
                    <a:pt x="455221" y="816396"/>
                  </a:lnTo>
                  <a:lnTo>
                    <a:pt x="455345" y="815976"/>
                  </a:lnTo>
                  <a:lnTo>
                    <a:pt x="455528" y="815648"/>
                  </a:lnTo>
                  <a:lnTo>
                    <a:pt x="455732" y="815275"/>
                  </a:lnTo>
                  <a:lnTo>
                    <a:pt x="455915" y="814862"/>
                  </a:lnTo>
                  <a:lnTo>
                    <a:pt x="456020" y="814635"/>
                  </a:lnTo>
                  <a:lnTo>
                    <a:pt x="456349" y="814173"/>
                  </a:lnTo>
                  <a:lnTo>
                    <a:pt x="456710" y="813838"/>
                  </a:lnTo>
                  <a:lnTo>
                    <a:pt x="456902" y="813739"/>
                  </a:lnTo>
                  <a:lnTo>
                    <a:pt x="457045" y="813709"/>
                  </a:lnTo>
                  <a:lnTo>
                    <a:pt x="457392" y="813676"/>
                  </a:lnTo>
                  <a:lnTo>
                    <a:pt x="457762" y="813711"/>
                  </a:lnTo>
                  <a:lnTo>
                    <a:pt x="458034" y="813824"/>
                  </a:lnTo>
                  <a:lnTo>
                    <a:pt x="458182" y="813887"/>
                  </a:lnTo>
                  <a:lnTo>
                    <a:pt x="458578" y="814138"/>
                  </a:lnTo>
                  <a:lnTo>
                    <a:pt x="458749" y="814304"/>
                  </a:lnTo>
                  <a:lnTo>
                    <a:pt x="459176" y="814641"/>
                  </a:lnTo>
                  <a:lnTo>
                    <a:pt x="459312" y="814670"/>
                  </a:lnTo>
                  <a:lnTo>
                    <a:pt x="459741" y="814776"/>
                  </a:lnTo>
                  <a:lnTo>
                    <a:pt x="460449" y="814961"/>
                  </a:lnTo>
                  <a:lnTo>
                    <a:pt x="460852" y="815078"/>
                  </a:lnTo>
                  <a:lnTo>
                    <a:pt x="461103" y="815144"/>
                  </a:lnTo>
                  <a:lnTo>
                    <a:pt x="461757" y="815320"/>
                  </a:lnTo>
                  <a:lnTo>
                    <a:pt x="462578" y="815540"/>
                  </a:lnTo>
                  <a:lnTo>
                    <a:pt x="463509" y="815789"/>
                  </a:lnTo>
                  <a:lnTo>
                    <a:pt x="464151" y="815960"/>
                  </a:lnTo>
                  <a:lnTo>
                    <a:pt x="464735" y="816117"/>
                  </a:lnTo>
                  <a:lnTo>
                    <a:pt x="465075" y="816208"/>
                  </a:lnTo>
                  <a:lnTo>
                    <a:pt x="465775" y="816386"/>
                  </a:lnTo>
                  <a:lnTo>
                    <a:pt x="466304" y="816522"/>
                  </a:lnTo>
                  <a:lnTo>
                    <a:pt x="467491" y="816827"/>
                  </a:lnTo>
                  <a:lnTo>
                    <a:pt x="468368" y="817054"/>
                  </a:lnTo>
                  <a:lnTo>
                    <a:pt x="469174" y="817261"/>
                  </a:lnTo>
                  <a:lnTo>
                    <a:pt x="470056" y="817486"/>
                  </a:lnTo>
                  <a:lnTo>
                    <a:pt x="471148" y="817767"/>
                  </a:lnTo>
                  <a:lnTo>
                    <a:pt x="471390" y="817828"/>
                  </a:lnTo>
                  <a:lnTo>
                    <a:pt x="471654" y="817896"/>
                  </a:lnTo>
                  <a:lnTo>
                    <a:pt x="472402" y="818088"/>
                  </a:lnTo>
                  <a:lnTo>
                    <a:pt x="472719" y="818182"/>
                  </a:lnTo>
                  <a:lnTo>
                    <a:pt x="474266" y="818590"/>
                  </a:lnTo>
                  <a:lnTo>
                    <a:pt x="475335" y="818869"/>
                  </a:lnTo>
                  <a:lnTo>
                    <a:pt x="475601" y="818950"/>
                  </a:lnTo>
                  <a:lnTo>
                    <a:pt x="475764" y="819000"/>
                  </a:lnTo>
                  <a:lnTo>
                    <a:pt x="475914" y="819019"/>
                  </a:lnTo>
                  <a:lnTo>
                    <a:pt x="476381" y="819134"/>
                  </a:lnTo>
                  <a:lnTo>
                    <a:pt x="476955" y="819279"/>
                  </a:lnTo>
                  <a:lnTo>
                    <a:pt x="477244" y="819357"/>
                  </a:lnTo>
                  <a:lnTo>
                    <a:pt x="477863" y="819500"/>
                  </a:lnTo>
                  <a:lnTo>
                    <a:pt x="478423" y="819648"/>
                  </a:lnTo>
                  <a:lnTo>
                    <a:pt x="479253" y="819866"/>
                  </a:lnTo>
                  <a:lnTo>
                    <a:pt x="479555" y="819941"/>
                  </a:lnTo>
                  <a:lnTo>
                    <a:pt x="479712" y="819978"/>
                  </a:lnTo>
                  <a:lnTo>
                    <a:pt x="480186" y="820098"/>
                  </a:lnTo>
                  <a:lnTo>
                    <a:pt x="480917" y="820309"/>
                  </a:lnTo>
                  <a:lnTo>
                    <a:pt x="481726" y="820529"/>
                  </a:lnTo>
                  <a:lnTo>
                    <a:pt x="482120" y="820642"/>
                  </a:lnTo>
                  <a:lnTo>
                    <a:pt x="482898" y="821012"/>
                  </a:lnTo>
                  <a:lnTo>
                    <a:pt x="483229" y="821132"/>
                  </a:lnTo>
                  <a:lnTo>
                    <a:pt x="483224" y="821286"/>
                  </a:lnTo>
                  <a:lnTo>
                    <a:pt x="483574" y="822013"/>
                  </a:lnTo>
                  <a:lnTo>
                    <a:pt x="483752" y="822423"/>
                  </a:lnTo>
                  <a:lnTo>
                    <a:pt x="484050" y="822557"/>
                  </a:lnTo>
                  <a:lnTo>
                    <a:pt x="484284" y="822569"/>
                  </a:lnTo>
                  <a:lnTo>
                    <a:pt x="484493" y="822550"/>
                  </a:lnTo>
                  <a:lnTo>
                    <a:pt x="484805" y="822529"/>
                  </a:lnTo>
                  <a:lnTo>
                    <a:pt x="484994" y="822536"/>
                  </a:lnTo>
                  <a:lnTo>
                    <a:pt x="485241" y="822564"/>
                  </a:lnTo>
                  <a:lnTo>
                    <a:pt x="485585" y="822634"/>
                  </a:lnTo>
                  <a:lnTo>
                    <a:pt x="485808" y="822684"/>
                  </a:lnTo>
                  <a:lnTo>
                    <a:pt x="486073" y="822761"/>
                  </a:lnTo>
                  <a:lnTo>
                    <a:pt x="486378" y="822677"/>
                  </a:lnTo>
                  <a:lnTo>
                    <a:pt x="486586" y="822752"/>
                  </a:lnTo>
                  <a:lnTo>
                    <a:pt x="487076" y="823082"/>
                  </a:lnTo>
                  <a:lnTo>
                    <a:pt x="487388" y="823237"/>
                  </a:lnTo>
                  <a:lnTo>
                    <a:pt x="487674" y="823349"/>
                  </a:lnTo>
                  <a:lnTo>
                    <a:pt x="488178" y="823586"/>
                  </a:lnTo>
                  <a:lnTo>
                    <a:pt x="488523" y="823727"/>
                  </a:lnTo>
                  <a:lnTo>
                    <a:pt x="488793" y="823870"/>
                  </a:lnTo>
                  <a:lnTo>
                    <a:pt x="489182" y="823992"/>
                  </a:lnTo>
                  <a:lnTo>
                    <a:pt x="489660" y="823992"/>
                  </a:lnTo>
                  <a:lnTo>
                    <a:pt x="489976" y="824149"/>
                  </a:lnTo>
                  <a:lnTo>
                    <a:pt x="490375" y="824308"/>
                  </a:lnTo>
                  <a:lnTo>
                    <a:pt x="490642" y="824215"/>
                  </a:lnTo>
                  <a:lnTo>
                    <a:pt x="490760" y="824374"/>
                  </a:lnTo>
                  <a:lnTo>
                    <a:pt x="490830" y="824562"/>
                  </a:lnTo>
                  <a:lnTo>
                    <a:pt x="490865" y="824988"/>
                  </a:lnTo>
                  <a:lnTo>
                    <a:pt x="491036" y="824967"/>
                  </a:lnTo>
                  <a:lnTo>
                    <a:pt x="491261" y="824927"/>
                  </a:lnTo>
                  <a:lnTo>
                    <a:pt x="491439" y="824869"/>
                  </a:lnTo>
                  <a:lnTo>
                    <a:pt x="491707" y="824855"/>
                  </a:lnTo>
                  <a:lnTo>
                    <a:pt x="492047" y="825176"/>
                  </a:lnTo>
                  <a:lnTo>
                    <a:pt x="492605" y="825973"/>
                  </a:lnTo>
                  <a:lnTo>
                    <a:pt x="492633" y="826109"/>
                  </a:lnTo>
                  <a:lnTo>
                    <a:pt x="492710" y="826271"/>
                  </a:lnTo>
                  <a:lnTo>
                    <a:pt x="492842" y="826540"/>
                  </a:lnTo>
                  <a:lnTo>
                    <a:pt x="492914" y="826693"/>
                  </a:lnTo>
                  <a:lnTo>
                    <a:pt x="493090" y="827007"/>
                  </a:lnTo>
                  <a:lnTo>
                    <a:pt x="493221" y="827337"/>
                  </a:lnTo>
                  <a:lnTo>
                    <a:pt x="493418" y="827710"/>
                  </a:lnTo>
                  <a:lnTo>
                    <a:pt x="493507" y="827898"/>
                  </a:lnTo>
                  <a:lnTo>
                    <a:pt x="493763" y="828289"/>
                  </a:lnTo>
                  <a:lnTo>
                    <a:pt x="494089" y="828730"/>
                  </a:lnTo>
                  <a:lnTo>
                    <a:pt x="494478" y="829262"/>
                  </a:lnTo>
                  <a:lnTo>
                    <a:pt x="494748" y="829520"/>
                  </a:lnTo>
                  <a:lnTo>
                    <a:pt x="495174" y="829928"/>
                  </a:lnTo>
                  <a:lnTo>
                    <a:pt x="495512" y="830322"/>
                  </a:lnTo>
                  <a:lnTo>
                    <a:pt x="495669" y="830498"/>
                  </a:lnTo>
                  <a:lnTo>
                    <a:pt x="495812" y="830631"/>
                  </a:lnTo>
                  <a:lnTo>
                    <a:pt x="496093" y="830896"/>
                  </a:lnTo>
                  <a:lnTo>
                    <a:pt x="496333" y="831145"/>
                  </a:lnTo>
                  <a:lnTo>
                    <a:pt x="496436" y="831323"/>
                  </a:lnTo>
                  <a:lnTo>
                    <a:pt x="496581" y="831569"/>
                  </a:lnTo>
                  <a:lnTo>
                    <a:pt x="496733" y="831789"/>
                  </a:lnTo>
                  <a:lnTo>
                    <a:pt x="496928" y="832031"/>
                  </a:lnTo>
                  <a:lnTo>
                    <a:pt x="497139" y="832350"/>
                  </a:lnTo>
                  <a:lnTo>
                    <a:pt x="497514" y="832741"/>
                  </a:lnTo>
                  <a:lnTo>
                    <a:pt x="497887" y="833020"/>
                  </a:lnTo>
                  <a:lnTo>
                    <a:pt x="498332" y="833304"/>
                  </a:lnTo>
                  <a:lnTo>
                    <a:pt x="498492" y="833409"/>
                  </a:lnTo>
                  <a:lnTo>
                    <a:pt x="498649" y="833440"/>
                  </a:lnTo>
                  <a:lnTo>
                    <a:pt x="499008" y="833700"/>
                  </a:lnTo>
                  <a:lnTo>
                    <a:pt x="499174" y="833806"/>
                  </a:lnTo>
                  <a:lnTo>
                    <a:pt x="499784" y="834291"/>
                  </a:lnTo>
                  <a:lnTo>
                    <a:pt x="499838" y="834448"/>
                  </a:lnTo>
                  <a:lnTo>
                    <a:pt x="500079" y="834708"/>
                  </a:lnTo>
                  <a:lnTo>
                    <a:pt x="500213" y="834732"/>
                  </a:lnTo>
                  <a:lnTo>
                    <a:pt x="500391" y="834727"/>
                  </a:lnTo>
                  <a:lnTo>
                    <a:pt x="500848" y="834769"/>
                  </a:lnTo>
                  <a:lnTo>
                    <a:pt x="501136" y="834547"/>
                  </a:lnTo>
                  <a:lnTo>
                    <a:pt x="501345" y="834350"/>
                  </a:lnTo>
                  <a:lnTo>
                    <a:pt x="501521" y="834331"/>
                  </a:lnTo>
                  <a:lnTo>
                    <a:pt x="501664" y="834310"/>
                  </a:lnTo>
                  <a:lnTo>
                    <a:pt x="502231" y="834436"/>
                  </a:lnTo>
                  <a:lnTo>
                    <a:pt x="502461" y="834361"/>
                  </a:lnTo>
                  <a:lnTo>
                    <a:pt x="502620" y="834052"/>
                  </a:lnTo>
                  <a:lnTo>
                    <a:pt x="502984" y="833740"/>
                  </a:lnTo>
                  <a:lnTo>
                    <a:pt x="503131" y="833735"/>
                  </a:lnTo>
                  <a:lnTo>
                    <a:pt x="503272" y="833663"/>
                  </a:lnTo>
                  <a:lnTo>
                    <a:pt x="503596" y="833897"/>
                  </a:lnTo>
                  <a:lnTo>
                    <a:pt x="503685" y="834047"/>
                  </a:lnTo>
                  <a:lnTo>
                    <a:pt x="503924" y="834197"/>
                  </a:lnTo>
                  <a:lnTo>
                    <a:pt x="504487" y="833953"/>
                  </a:lnTo>
                  <a:lnTo>
                    <a:pt x="504604" y="833470"/>
                  </a:lnTo>
                  <a:lnTo>
                    <a:pt x="504606" y="833313"/>
                  </a:lnTo>
                  <a:lnTo>
                    <a:pt x="504803" y="833065"/>
                  </a:lnTo>
                  <a:lnTo>
                    <a:pt x="505080" y="833053"/>
                  </a:lnTo>
                  <a:lnTo>
                    <a:pt x="505230" y="833034"/>
                  </a:lnTo>
                  <a:lnTo>
                    <a:pt x="505490" y="832969"/>
                  </a:lnTo>
                  <a:lnTo>
                    <a:pt x="505830" y="832844"/>
                  </a:lnTo>
                  <a:lnTo>
                    <a:pt x="506121" y="832683"/>
                  </a:lnTo>
                  <a:lnTo>
                    <a:pt x="506477" y="832352"/>
                  </a:lnTo>
                  <a:lnTo>
                    <a:pt x="506632" y="832134"/>
                  </a:lnTo>
                  <a:lnTo>
                    <a:pt x="506887" y="831710"/>
                  </a:lnTo>
                  <a:lnTo>
                    <a:pt x="507281" y="831070"/>
                  </a:lnTo>
                  <a:lnTo>
                    <a:pt x="507424" y="830800"/>
                  </a:lnTo>
                  <a:lnTo>
                    <a:pt x="507588" y="830533"/>
                  </a:lnTo>
                  <a:lnTo>
                    <a:pt x="507839" y="830409"/>
                  </a:lnTo>
                  <a:lnTo>
                    <a:pt x="508027" y="830319"/>
                  </a:lnTo>
                  <a:lnTo>
                    <a:pt x="508165" y="830251"/>
                  </a:lnTo>
                  <a:lnTo>
                    <a:pt x="508390" y="830191"/>
                  </a:lnTo>
                  <a:lnTo>
                    <a:pt x="508819" y="830024"/>
                  </a:lnTo>
                  <a:lnTo>
                    <a:pt x="509093" y="829897"/>
                  </a:lnTo>
                  <a:lnTo>
                    <a:pt x="509499" y="829722"/>
                  </a:lnTo>
                  <a:lnTo>
                    <a:pt x="509874" y="829618"/>
                  </a:lnTo>
                  <a:lnTo>
                    <a:pt x="510118" y="829726"/>
                  </a:lnTo>
                  <a:lnTo>
                    <a:pt x="510423" y="829762"/>
                  </a:lnTo>
                  <a:lnTo>
                    <a:pt x="510751" y="829787"/>
                  </a:lnTo>
                  <a:lnTo>
                    <a:pt x="511027" y="829935"/>
                  </a:lnTo>
                  <a:lnTo>
                    <a:pt x="511156" y="830005"/>
                  </a:lnTo>
                  <a:lnTo>
                    <a:pt x="511337" y="830101"/>
                  </a:lnTo>
                  <a:lnTo>
                    <a:pt x="511438" y="830275"/>
                  </a:lnTo>
                  <a:lnTo>
                    <a:pt x="511513" y="830411"/>
                  </a:lnTo>
                  <a:lnTo>
                    <a:pt x="511843" y="830598"/>
                  </a:lnTo>
                  <a:lnTo>
                    <a:pt x="512132" y="830673"/>
                  </a:lnTo>
                  <a:lnTo>
                    <a:pt x="512380" y="830669"/>
                  </a:lnTo>
                  <a:lnTo>
                    <a:pt x="512596" y="830577"/>
                  </a:lnTo>
                  <a:lnTo>
                    <a:pt x="512938" y="830460"/>
                  </a:lnTo>
                  <a:lnTo>
                    <a:pt x="513128" y="830409"/>
                  </a:lnTo>
                  <a:lnTo>
                    <a:pt x="513367" y="830303"/>
                  </a:lnTo>
                  <a:lnTo>
                    <a:pt x="513498" y="830230"/>
                  </a:lnTo>
                  <a:lnTo>
                    <a:pt x="513667" y="830108"/>
                  </a:lnTo>
                  <a:lnTo>
                    <a:pt x="513756" y="829937"/>
                  </a:lnTo>
                  <a:lnTo>
                    <a:pt x="513925" y="829914"/>
                  </a:lnTo>
                  <a:lnTo>
                    <a:pt x="514134" y="829930"/>
                  </a:lnTo>
                  <a:lnTo>
                    <a:pt x="514357" y="829907"/>
                  </a:lnTo>
                  <a:lnTo>
                    <a:pt x="514652" y="829881"/>
                  </a:lnTo>
                  <a:lnTo>
                    <a:pt x="514889" y="829860"/>
                  </a:lnTo>
                  <a:lnTo>
                    <a:pt x="515227" y="829865"/>
                  </a:lnTo>
                  <a:lnTo>
                    <a:pt x="514194" y="826209"/>
                  </a:lnTo>
                  <a:lnTo>
                    <a:pt x="512355" y="819701"/>
                  </a:lnTo>
                  <a:lnTo>
                    <a:pt x="509983" y="811313"/>
                  </a:lnTo>
                  <a:lnTo>
                    <a:pt x="507528" y="802567"/>
                  </a:lnTo>
                  <a:lnTo>
                    <a:pt x="505831" y="796348"/>
                  </a:lnTo>
                  <a:lnTo>
                    <a:pt x="503315" y="787564"/>
                  </a:lnTo>
                  <a:lnTo>
                    <a:pt x="499581" y="774253"/>
                  </a:lnTo>
                  <a:lnTo>
                    <a:pt x="495784" y="760307"/>
                  </a:lnTo>
                  <a:lnTo>
                    <a:pt x="494475" y="755494"/>
                  </a:lnTo>
                  <a:lnTo>
                    <a:pt x="495778" y="751440"/>
                  </a:lnTo>
                  <a:lnTo>
                    <a:pt x="496954" y="747788"/>
                  </a:lnTo>
                  <a:lnTo>
                    <a:pt x="498004" y="744505"/>
                  </a:lnTo>
                  <a:lnTo>
                    <a:pt x="499412" y="740117"/>
                  </a:lnTo>
                  <a:lnTo>
                    <a:pt x="499546" y="739693"/>
                  </a:lnTo>
                  <a:lnTo>
                    <a:pt x="500214" y="737596"/>
                  </a:lnTo>
                  <a:lnTo>
                    <a:pt x="502268" y="731175"/>
                  </a:lnTo>
                  <a:lnTo>
                    <a:pt x="505700" y="720432"/>
                  </a:lnTo>
                  <a:lnTo>
                    <a:pt x="504011" y="708087"/>
                  </a:lnTo>
                  <a:lnTo>
                    <a:pt x="502762" y="698951"/>
                  </a:lnTo>
                  <a:lnTo>
                    <a:pt x="502288" y="695463"/>
                  </a:lnTo>
                  <a:lnTo>
                    <a:pt x="501689" y="691054"/>
                  </a:lnTo>
                  <a:lnTo>
                    <a:pt x="500151" y="679741"/>
                  </a:lnTo>
                  <a:lnTo>
                    <a:pt x="503025" y="675861"/>
                  </a:lnTo>
                  <a:lnTo>
                    <a:pt x="507778" y="669446"/>
                  </a:lnTo>
                  <a:lnTo>
                    <a:pt x="509712" y="666822"/>
                  </a:lnTo>
                  <a:lnTo>
                    <a:pt x="512293" y="663320"/>
                  </a:lnTo>
                  <a:lnTo>
                    <a:pt x="513300" y="661931"/>
                  </a:lnTo>
                  <a:lnTo>
                    <a:pt x="518346" y="654974"/>
                  </a:lnTo>
                  <a:lnTo>
                    <a:pt x="516360" y="649395"/>
                  </a:lnTo>
                  <a:lnTo>
                    <a:pt x="513235" y="640622"/>
                  </a:lnTo>
                  <a:lnTo>
                    <a:pt x="510214" y="632132"/>
                  </a:lnTo>
                  <a:lnTo>
                    <a:pt x="507831" y="625574"/>
                  </a:lnTo>
                  <a:lnTo>
                    <a:pt x="505948" y="620386"/>
                  </a:lnTo>
                  <a:lnTo>
                    <a:pt x="502997" y="612260"/>
                  </a:lnTo>
                  <a:lnTo>
                    <a:pt x="500869" y="606302"/>
                  </a:lnTo>
                  <a:lnTo>
                    <a:pt x="500313" y="604744"/>
                  </a:lnTo>
                  <a:lnTo>
                    <a:pt x="497906" y="598015"/>
                  </a:lnTo>
                  <a:lnTo>
                    <a:pt x="495208" y="590572"/>
                  </a:lnTo>
                  <a:lnTo>
                    <a:pt x="492743" y="583486"/>
                  </a:lnTo>
                  <a:lnTo>
                    <a:pt x="498257" y="574745"/>
                  </a:lnTo>
                  <a:lnTo>
                    <a:pt x="500036" y="571919"/>
                  </a:lnTo>
                  <a:lnTo>
                    <a:pt x="500277" y="571536"/>
                  </a:lnTo>
                  <a:lnTo>
                    <a:pt x="503631" y="566278"/>
                  </a:lnTo>
                  <a:lnTo>
                    <a:pt x="506643" y="561543"/>
                  </a:lnTo>
                  <a:lnTo>
                    <a:pt x="508484" y="557939"/>
                  </a:lnTo>
                  <a:lnTo>
                    <a:pt x="513851" y="547449"/>
                  </a:lnTo>
                  <a:lnTo>
                    <a:pt x="517910" y="539863"/>
                  </a:lnTo>
                  <a:lnTo>
                    <a:pt x="520048" y="535867"/>
                  </a:lnTo>
                  <a:lnTo>
                    <a:pt x="520586" y="534861"/>
                  </a:lnTo>
                  <a:lnTo>
                    <a:pt x="523137" y="530104"/>
                  </a:lnTo>
                  <a:lnTo>
                    <a:pt x="521112" y="519989"/>
                  </a:lnTo>
                  <a:lnTo>
                    <a:pt x="520215" y="515505"/>
                  </a:lnTo>
                  <a:lnTo>
                    <a:pt x="517933" y="503860"/>
                  </a:lnTo>
                  <a:lnTo>
                    <a:pt x="517113" y="499668"/>
                  </a:lnTo>
                  <a:lnTo>
                    <a:pt x="520004" y="496830"/>
                  </a:lnTo>
                  <a:lnTo>
                    <a:pt x="522911" y="493979"/>
                  </a:lnTo>
                  <a:lnTo>
                    <a:pt x="526539" y="490423"/>
                  </a:lnTo>
                  <a:lnTo>
                    <a:pt x="530459" y="485820"/>
                  </a:lnTo>
                  <a:lnTo>
                    <a:pt x="535376" y="480052"/>
                  </a:lnTo>
                  <a:lnTo>
                    <a:pt x="536954" y="475776"/>
                  </a:lnTo>
                  <a:lnTo>
                    <a:pt x="539453" y="468955"/>
                  </a:lnTo>
                  <a:lnTo>
                    <a:pt x="541490" y="466045"/>
                  </a:lnTo>
                  <a:lnTo>
                    <a:pt x="545615" y="460153"/>
                  </a:lnTo>
                  <a:lnTo>
                    <a:pt x="548318" y="456299"/>
                  </a:lnTo>
                  <a:lnTo>
                    <a:pt x="550655" y="452952"/>
                  </a:lnTo>
                  <a:lnTo>
                    <a:pt x="553010" y="449586"/>
                  </a:lnTo>
                  <a:lnTo>
                    <a:pt x="557847" y="442586"/>
                  </a:lnTo>
                  <a:lnTo>
                    <a:pt x="560102" y="439061"/>
                  </a:lnTo>
                  <a:lnTo>
                    <a:pt x="564962" y="431478"/>
                  </a:lnTo>
                  <a:lnTo>
                    <a:pt x="569850" y="423670"/>
                  </a:lnTo>
                  <a:lnTo>
                    <a:pt x="573766" y="417408"/>
                  </a:lnTo>
                  <a:lnTo>
                    <a:pt x="578874" y="409214"/>
                  </a:lnTo>
                  <a:lnTo>
                    <a:pt x="582777" y="402882"/>
                  </a:lnTo>
                  <a:lnTo>
                    <a:pt x="591676" y="396371"/>
                  </a:lnTo>
                  <a:lnTo>
                    <a:pt x="600525" y="389896"/>
                  </a:lnTo>
                  <a:lnTo>
                    <a:pt x="611384" y="381977"/>
                  </a:lnTo>
                  <a:lnTo>
                    <a:pt x="619644" y="379780"/>
                  </a:lnTo>
                  <a:lnTo>
                    <a:pt x="621648" y="379249"/>
                  </a:lnTo>
                  <a:lnTo>
                    <a:pt x="629642" y="377131"/>
                  </a:lnTo>
                  <a:lnTo>
                    <a:pt x="636586" y="375247"/>
                  </a:lnTo>
                  <a:lnTo>
                    <a:pt x="644191" y="373192"/>
                  </a:lnTo>
                  <a:lnTo>
                    <a:pt x="654117" y="375556"/>
                  </a:lnTo>
                  <a:lnTo>
                    <a:pt x="663206" y="377805"/>
                  </a:lnTo>
                  <a:lnTo>
                    <a:pt x="671280" y="379644"/>
                  </a:lnTo>
                  <a:lnTo>
                    <a:pt x="681323" y="381939"/>
                  </a:lnTo>
                  <a:lnTo>
                    <a:pt x="688384" y="383847"/>
                  </a:lnTo>
                  <a:lnTo>
                    <a:pt x="691333" y="384644"/>
                  </a:lnTo>
                  <a:lnTo>
                    <a:pt x="695390" y="385734"/>
                  </a:lnTo>
                  <a:lnTo>
                    <a:pt x="701550" y="387402"/>
                  </a:lnTo>
                  <a:lnTo>
                    <a:pt x="711665" y="391139"/>
                  </a:lnTo>
                  <a:lnTo>
                    <a:pt x="716005" y="392744"/>
                  </a:lnTo>
                  <a:lnTo>
                    <a:pt x="721250" y="394682"/>
                  </a:lnTo>
                  <a:lnTo>
                    <a:pt x="724368" y="395816"/>
                  </a:lnTo>
                  <a:lnTo>
                    <a:pt x="730248" y="397937"/>
                  </a:lnTo>
                  <a:lnTo>
                    <a:pt x="732936" y="392379"/>
                  </a:lnTo>
                  <a:lnTo>
                    <a:pt x="735545" y="386972"/>
                  </a:lnTo>
                  <a:lnTo>
                    <a:pt x="737241" y="383301"/>
                  </a:lnTo>
                  <a:lnTo>
                    <a:pt x="740417" y="376404"/>
                  </a:lnTo>
                  <a:lnTo>
                    <a:pt x="742448" y="371998"/>
                  </a:lnTo>
                  <a:lnTo>
                    <a:pt x="745318" y="365625"/>
                  </a:lnTo>
                  <a:lnTo>
                    <a:pt x="747297" y="361220"/>
                  </a:lnTo>
                  <a:lnTo>
                    <a:pt x="748259" y="359086"/>
                  </a:lnTo>
                  <a:lnTo>
                    <a:pt x="748819" y="357842"/>
                  </a:lnTo>
                  <a:lnTo>
                    <a:pt x="752626" y="349384"/>
                  </a:lnTo>
                  <a:lnTo>
                    <a:pt x="752261" y="341617"/>
                  </a:lnTo>
                  <a:lnTo>
                    <a:pt x="751847" y="332818"/>
                  </a:lnTo>
                  <a:lnTo>
                    <a:pt x="751528" y="326055"/>
                  </a:lnTo>
                  <a:lnTo>
                    <a:pt x="751027" y="318054"/>
                  </a:lnTo>
                  <a:lnTo>
                    <a:pt x="750087" y="303007"/>
                  </a:lnTo>
                  <a:lnTo>
                    <a:pt x="749686" y="296269"/>
                  </a:lnTo>
                  <a:lnTo>
                    <a:pt x="749108" y="286630"/>
                  </a:lnTo>
                  <a:lnTo>
                    <a:pt x="748677" y="279454"/>
                  </a:lnTo>
                  <a:lnTo>
                    <a:pt x="745507" y="275289"/>
                  </a:lnTo>
                  <a:lnTo>
                    <a:pt x="742134" y="274046"/>
                  </a:lnTo>
                  <a:lnTo>
                    <a:pt x="729888" y="269606"/>
                  </a:lnTo>
                  <a:lnTo>
                    <a:pt x="723769" y="267395"/>
                  </a:lnTo>
                  <a:lnTo>
                    <a:pt x="718173" y="263248"/>
                  </a:lnTo>
                  <a:lnTo>
                    <a:pt x="712201" y="258816"/>
                  </a:lnTo>
                  <a:lnTo>
                    <a:pt x="708195" y="255845"/>
                  </a:lnTo>
                  <a:lnTo>
                    <a:pt x="702615" y="251619"/>
                  </a:lnTo>
                  <a:lnTo>
                    <a:pt x="697505" y="247756"/>
                  </a:lnTo>
                  <a:lnTo>
                    <a:pt x="700927" y="239045"/>
                  </a:lnTo>
                  <a:lnTo>
                    <a:pt x="703572" y="232303"/>
                  </a:lnTo>
                  <a:lnTo>
                    <a:pt x="709599" y="221511"/>
                  </a:lnTo>
                  <a:lnTo>
                    <a:pt x="713920" y="213788"/>
                  </a:lnTo>
                  <a:lnTo>
                    <a:pt x="716542" y="208998"/>
                  </a:lnTo>
                  <a:lnTo>
                    <a:pt x="720926" y="201005"/>
                  </a:lnTo>
                  <a:lnTo>
                    <a:pt x="723013" y="197198"/>
                  </a:lnTo>
                  <a:lnTo>
                    <a:pt x="727971" y="188255"/>
                  </a:lnTo>
                  <a:lnTo>
                    <a:pt x="729671" y="185185"/>
                  </a:lnTo>
                  <a:lnTo>
                    <a:pt x="734980" y="175462"/>
                  </a:lnTo>
                  <a:lnTo>
                    <a:pt x="739288" y="167654"/>
                  </a:lnTo>
                  <a:lnTo>
                    <a:pt x="742849" y="161248"/>
                  </a:lnTo>
                  <a:lnTo>
                    <a:pt x="744181" y="158851"/>
                  </a:lnTo>
                  <a:lnTo>
                    <a:pt x="746366" y="154921"/>
                  </a:lnTo>
                  <a:lnTo>
                    <a:pt x="748229" y="151711"/>
                  </a:lnTo>
                  <a:lnTo>
                    <a:pt x="752335" y="144652"/>
                  </a:lnTo>
                  <a:lnTo>
                    <a:pt x="757646" y="135849"/>
                  </a:lnTo>
                  <a:lnTo>
                    <a:pt x="763302" y="126471"/>
                  </a:lnTo>
                  <a:lnTo>
                    <a:pt x="765411" y="123010"/>
                  </a:lnTo>
                  <a:lnTo>
                    <a:pt x="770771" y="114223"/>
                  </a:lnTo>
                  <a:lnTo>
                    <a:pt x="774422" y="108246"/>
                  </a:lnTo>
                  <a:lnTo>
                    <a:pt x="773401" y="107560"/>
                  </a:lnTo>
                  <a:lnTo>
                    <a:pt x="771183" y="109219"/>
                  </a:lnTo>
                  <a:lnTo>
                    <a:pt x="770726" y="108706"/>
                  </a:lnTo>
                  <a:lnTo>
                    <a:pt x="770348" y="108293"/>
                  </a:lnTo>
                  <a:lnTo>
                    <a:pt x="769992" y="107899"/>
                  </a:lnTo>
                  <a:lnTo>
                    <a:pt x="769795" y="107681"/>
                  </a:lnTo>
                  <a:lnTo>
                    <a:pt x="769279" y="107074"/>
                  </a:lnTo>
                  <a:lnTo>
                    <a:pt x="769129" y="106896"/>
                  </a:lnTo>
                  <a:lnTo>
                    <a:pt x="768142" y="106940"/>
                  </a:lnTo>
                  <a:lnTo>
                    <a:pt x="767800" y="106950"/>
                  </a:lnTo>
                  <a:lnTo>
                    <a:pt x="767596" y="106957"/>
                  </a:lnTo>
                  <a:lnTo>
                    <a:pt x="767254" y="106957"/>
                  </a:lnTo>
                  <a:lnTo>
                    <a:pt x="767125" y="106865"/>
                  </a:lnTo>
                  <a:lnTo>
                    <a:pt x="766921" y="106331"/>
                  </a:lnTo>
                  <a:lnTo>
                    <a:pt x="766705" y="105771"/>
                  </a:lnTo>
                  <a:lnTo>
                    <a:pt x="766527" y="105281"/>
                  </a:lnTo>
                  <a:lnTo>
                    <a:pt x="766368" y="104884"/>
                  </a:lnTo>
                  <a:lnTo>
                    <a:pt x="766166" y="104875"/>
                  </a:lnTo>
                  <a:lnTo>
                    <a:pt x="765624" y="104854"/>
                  </a:lnTo>
                  <a:lnTo>
                    <a:pt x="765005" y="104854"/>
                  </a:lnTo>
                  <a:lnTo>
                    <a:pt x="764499" y="104816"/>
                  </a:lnTo>
                  <a:lnTo>
                    <a:pt x="763997" y="104802"/>
                  </a:lnTo>
                  <a:lnTo>
                    <a:pt x="763662" y="104812"/>
                  </a:lnTo>
                  <a:lnTo>
                    <a:pt x="763435" y="104798"/>
                  </a:lnTo>
                  <a:lnTo>
                    <a:pt x="762839" y="104802"/>
                  </a:lnTo>
                  <a:lnTo>
                    <a:pt x="762609" y="104816"/>
                  </a:lnTo>
                  <a:lnTo>
                    <a:pt x="761939" y="104854"/>
                  </a:lnTo>
                  <a:lnTo>
                    <a:pt x="761013" y="104877"/>
                  </a:lnTo>
                  <a:lnTo>
                    <a:pt x="760110" y="104885"/>
                  </a:lnTo>
                  <a:lnTo>
                    <a:pt x="759663" y="104894"/>
                  </a:lnTo>
                  <a:lnTo>
                    <a:pt x="759358" y="104706"/>
                  </a:lnTo>
                  <a:lnTo>
                    <a:pt x="759037" y="104477"/>
                  </a:lnTo>
                  <a:lnTo>
                    <a:pt x="758809" y="104315"/>
                  </a:lnTo>
                  <a:lnTo>
                    <a:pt x="758584" y="104022"/>
                  </a:lnTo>
                  <a:lnTo>
                    <a:pt x="758340" y="103731"/>
                  </a:lnTo>
                  <a:lnTo>
                    <a:pt x="757914" y="103264"/>
                  </a:lnTo>
                  <a:lnTo>
                    <a:pt x="757625" y="103039"/>
                  </a:lnTo>
                  <a:lnTo>
                    <a:pt x="757342" y="102889"/>
                  </a:lnTo>
                  <a:lnTo>
                    <a:pt x="757013" y="102779"/>
                  </a:lnTo>
                  <a:lnTo>
                    <a:pt x="756697" y="102720"/>
                  </a:lnTo>
                  <a:lnTo>
                    <a:pt x="756500" y="102821"/>
                  </a:lnTo>
                  <a:lnTo>
                    <a:pt x="756167" y="102981"/>
                  </a:lnTo>
                  <a:lnTo>
                    <a:pt x="755750" y="103140"/>
                  </a:lnTo>
                  <a:lnTo>
                    <a:pt x="755248" y="103377"/>
                  </a:lnTo>
                  <a:lnTo>
                    <a:pt x="754946" y="103506"/>
                  </a:lnTo>
                  <a:lnTo>
                    <a:pt x="754601" y="103670"/>
                  </a:lnTo>
                  <a:lnTo>
                    <a:pt x="754261" y="103797"/>
                  </a:lnTo>
                  <a:lnTo>
                    <a:pt x="753855" y="103965"/>
                  </a:lnTo>
                  <a:lnTo>
                    <a:pt x="753459" y="104141"/>
                  </a:lnTo>
                  <a:lnTo>
                    <a:pt x="753058" y="104319"/>
                  </a:lnTo>
                  <a:lnTo>
                    <a:pt x="752535" y="104530"/>
                  </a:lnTo>
                  <a:lnTo>
                    <a:pt x="752135" y="104722"/>
                  </a:lnTo>
                  <a:lnTo>
                    <a:pt x="751544" y="104990"/>
                  </a:lnTo>
                  <a:lnTo>
                    <a:pt x="750979" y="105210"/>
                  </a:lnTo>
                  <a:lnTo>
                    <a:pt x="750747" y="105306"/>
                  </a:lnTo>
                  <a:lnTo>
                    <a:pt x="750533" y="105419"/>
                  </a:lnTo>
                  <a:lnTo>
                    <a:pt x="750097" y="105543"/>
                  </a:lnTo>
                  <a:lnTo>
                    <a:pt x="749673" y="105693"/>
                  </a:lnTo>
                  <a:lnTo>
                    <a:pt x="749385" y="105787"/>
                  </a:lnTo>
                  <a:lnTo>
                    <a:pt x="748902" y="105944"/>
                  </a:lnTo>
                  <a:lnTo>
                    <a:pt x="748398" y="106115"/>
                  </a:lnTo>
                  <a:lnTo>
                    <a:pt x="747978" y="106260"/>
                  </a:lnTo>
                  <a:lnTo>
                    <a:pt x="747469" y="106462"/>
                  </a:lnTo>
                  <a:lnTo>
                    <a:pt x="746951" y="106612"/>
                  </a:lnTo>
                  <a:lnTo>
                    <a:pt x="746562" y="106746"/>
                  </a:lnTo>
                  <a:lnTo>
                    <a:pt x="746072" y="106914"/>
                  </a:lnTo>
                  <a:lnTo>
                    <a:pt x="745584" y="107083"/>
                  </a:lnTo>
                  <a:lnTo>
                    <a:pt x="745043" y="106863"/>
                  </a:lnTo>
                  <a:lnTo>
                    <a:pt x="744389" y="106635"/>
                  </a:lnTo>
                  <a:lnTo>
                    <a:pt x="743716" y="106382"/>
                  </a:lnTo>
                  <a:lnTo>
                    <a:pt x="742935" y="106113"/>
                  </a:lnTo>
                  <a:lnTo>
                    <a:pt x="742269" y="105857"/>
                  </a:lnTo>
                  <a:lnTo>
                    <a:pt x="741542" y="105634"/>
                  </a:lnTo>
                  <a:lnTo>
                    <a:pt x="740961" y="105407"/>
                  </a:lnTo>
                  <a:lnTo>
                    <a:pt x="740377" y="105189"/>
                  </a:lnTo>
                  <a:lnTo>
                    <a:pt x="739932" y="105025"/>
                  </a:lnTo>
                  <a:lnTo>
                    <a:pt x="739053" y="105111"/>
                  </a:lnTo>
                  <a:lnTo>
                    <a:pt x="738356" y="105182"/>
                  </a:lnTo>
                  <a:lnTo>
                    <a:pt x="737496" y="105273"/>
                  </a:lnTo>
                  <a:lnTo>
                    <a:pt x="736814" y="105332"/>
                  </a:lnTo>
                  <a:lnTo>
                    <a:pt x="736078" y="105379"/>
                  </a:lnTo>
                  <a:lnTo>
                    <a:pt x="735274" y="105442"/>
                  </a:lnTo>
                  <a:lnTo>
                    <a:pt x="734015" y="105559"/>
                  </a:lnTo>
                  <a:lnTo>
                    <a:pt x="733175" y="105590"/>
                  </a:lnTo>
                  <a:lnTo>
                    <a:pt x="732950" y="105611"/>
                  </a:lnTo>
                  <a:lnTo>
                    <a:pt x="732465" y="106155"/>
                  </a:lnTo>
                  <a:lnTo>
                    <a:pt x="731940" y="106722"/>
                  </a:lnTo>
                  <a:lnTo>
                    <a:pt x="731415" y="107271"/>
                  </a:lnTo>
                  <a:lnTo>
                    <a:pt x="731018" y="107707"/>
                  </a:lnTo>
                  <a:lnTo>
                    <a:pt x="730022" y="107685"/>
                  </a:lnTo>
                  <a:lnTo>
                    <a:pt x="729178" y="107688"/>
                  </a:lnTo>
                  <a:lnTo>
                    <a:pt x="728388" y="107688"/>
                  </a:lnTo>
                  <a:lnTo>
                    <a:pt x="727790" y="107664"/>
                  </a:lnTo>
                  <a:lnTo>
                    <a:pt x="726067" y="107664"/>
                  </a:lnTo>
                  <a:lnTo>
                    <a:pt x="725303" y="107667"/>
                  </a:lnTo>
                  <a:lnTo>
                    <a:pt x="724508" y="107662"/>
                  </a:lnTo>
                  <a:lnTo>
                    <a:pt x="723769" y="107657"/>
                  </a:lnTo>
                  <a:lnTo>
                    <a:pt x="723277" y="107657"/>
                  </a:lnTo>
                  <a:lnTo>
                    <a:pt x="722661" y="107641"/>
                  </a:lnTo>
                  <a:lnTo>
                    <a:pt x="721842" y="107627"/>
                  </a:lnTo>
                  <a:lnTo>
                    <a:pt x="720522" y="107627"/>
                  </a:lnTo>
                  <a:lnTo>
                    <a:pt x="720283" y="107629"/>
                  </a:lnTo>
                  <a:lnTo>
                    <a:pt x="719854" y="107829"/>
                  </a:lnTo>
                  <a:lnTo>
                    <a:pt x="719285" y="107988"/>
                  </a:lnTo>
                  <a:lnTo>
                    <a:pt x="718752" y="108159"/>
                  </a:lnTo>
                  <a:lnTo>
                    <a:pt x="718103" y="108340"/>
                  </a:lnTo>
                  <a:lnTo>
                    <a:pt x="717601" y="108501"/>
                  </a:lnTo>
                  <a:lnTo>
                    <a:pt x="717057" y="108680"/>
                  </a:lnTo>
                  <a:lnTo>
                    <a:pt x="716492" y="108860"/>
                  </a:lnTo>
                  <a:lnTo>
                    <a:pt x="715791" y="109069"/>
                  </a:lnTo>
                  <a:lnTo>
                    <a:pt x="715114" y="109289"/>
                  </a:lnTo>
                  <a:lnTo>
                    <a:pt x="714640" y="109430"/>
                  </a:lnTo>
                  <a:lnTo>
                    <a:pt x="714350" y="109514"/>
                  </a:lnTo>
                  <a:lnTo>
                    <a:pt x="713839" y="109465"/>
                  </a:lnTo>
                  <a:lnTo>
                    <a:pt x="713351" y="109416"/>
                  </a:lnTo>
                  <a:lnTo>
                    <a:pt x="712699" y="109345"/>
                  </a:lnTo>
                  <a:lnTo>
                    <a:pt x="712087" y="109322"/>
                  </a:lnTo>
                  <a:lnTo>
                    <a:pt x="711370" y="109249"/>
                  </a:lnTo>
                  <a:lnTo>
                    <a:pt x="710720" y="109200"/>
                  </a:lnTo>
                  <a:lnTo>
                    <a:pt x="709966" y="109134"/>
                  </a:lnTo>
                  <a:lnTo>
                    <a:pt x="709222" y="109069"/>
                  </a:lnTo>
                  <a:lnTo>
                    <a:pt x="708664" y="109003"/>
                  </a:lnTo>
                  <a:lnTo>
                    <a:pt x="707966" y="108973"/>
                  </a:lnTo>
                  <a:lnTo>
                    <a:pt x="707471" y="108895"/>
                  </a:lnTo>
                  <a:lnTo>
                    <a:pt x="706564" y="108846"/>
                  </a:lnTo>
                  <a:lnTo>
                    <a:pt x="706353" y="108912"/>
                  </a:lnTo>
                  <a:lnTo>
                    <a:pt x="705005" y="109160"/>
                  </a:lnTo>
                  <a:lnTo>
                    <a:pt x="703983" y="109336"/>
                  </a:lnTo>
                  <a:lnTo>
                    <a:pt x="702445" y="109629"/>
                  </a:lnTo>
                  <a:lnTo>
                    <a:pt x="701331" y="109826"/>
                  </a:lnTo>
                  <a:lnTo>
                    <a:pt x="701188" y="109854"/>
                  </a:lnTo>
                  <a:lnTo>
                    <a:pt x="700206" y="110046"/>
                  </a:lnTo>
                  <a:lnTo>
                    <a:pt x="698780" y="110321"/>
                  </a:lnTo>
                  <a:lnTo>
                    <a:pt x="697631" y="110556"/>
                  </a:lnTo>
                  <a:lnTo>
                    <a:pt x="696902" y="110328"/>
                  </a:lnTo>
                  <a:lnTo>
                    <a:pt x="695772" y="109978"/>
                  </a:lnTo>
                  <a:lnTo>
                    <a:pt x="694985" y="109681"/>
                  </a:lnTo>
                  <a:lnTo>
                    <a:pt x="694136" y="109413"/>
                  </a:lnTo>
                  <a:lnTo>
                    <a:pt x="692898" y="109029"/>
                  </a:lnTo>
                  <a:lnTo>
                    <a:pt x="691913" y="108719"/>
                  </a:lnTo>
                  <a:lnTo>
                    <a:pt x="690676" y="108330"/>
                  </a:lnTo>
                  <a:lnTo>
                    <a:pt x="689140" y="107882"/>
                  </a:lnTo>
                  <a:lnTo>
                    <a:pt x="688132" y="107631"/>
                  </a:lnTo>
                  <a:lnTo>
                    <a:pt x="686786" y="107329"/>
                  </a:lnTo>
                  <a:lnTo>
                    <a:pt x="686538" y="107427"/>
                  </a:lnTo>
                  <a:lnTo>
                    <a:pt x="685783" y="107683"/>
                  </a:lnTo>
                  <a:lnTo>
                    <a:pt x="684397" y="108119"/>
                  </a:lnTo>
                  <a:lnTo>
                    <a:pt x="683638" y="108370"/>
                  </a:lnTo>
                  <a:lnTo>
                    <a:pt x="682184" y="108839"/>
                  </a:lnTo>
                  <a:lnTo>
                    <a:pt x="681153" y="109169"/>
                  </a:lnTo>
                  <a:lnTo>
                    <a:pt x="680301" y="109456"/>
                  </a:lnTo>
                  <a:lnTo>
                    <a:pt x="673625" y="111624"/>
                  </a:lnTo>
                  <a:lnTo>
                    <a:pt x="668010" y="111099"/>
                  </a:lnTo>
                  <a:lnTo>
                    <a:pt x="667253" y="111028"/>
                  </a:lnTo>
                  <a:lnTo>
                    <a:pt x="666757" y="110982"/>
                  </a:lnTo>
                  <a:lnTo>
                    <a:pt x="666298" y="110939"/>
                  </a:lnTo>
                  <a:lnTo>
                    <a:pt x="665992" y="110910"/>
                  </a:lnTo>
                  <a:lnTo>
                    <a:pt x="661836" y="110522"/>
                  </a:lnTo>
                  <a:lnTo>
                    <a:pt x="657616" y="109378"/>
                  </a:lnTo>
                  <a:lnTo>
                    <a:pt x="657410" y="109323"/>
                  </a:lnTo>
                  <a:lnTo>
                    <a:pt x="656119" y="108973"/>
                  </a:lnTo>
                  <a:lnTo>
                    <a:pt x="654666" y="108580"/>
                  </a:lnTo>
                  <a:lnTo>
                    <a:pt x="654274" y="108473"/>
                  </a:lnTo>
                  <a:lnTo>
                    <a:pt x="652331" y="108057"/>
                  </a:lnTo>
                  <a:lnTo>
                    <a:pt x="645266" y="106461"/>
                  </a:lnTo>
                  <a:lnTo>
                    <a:pt x="637831" y="107784"/>
                  </a:lnTo>
                  <a:lnTo>
                    <a:pt x="634000" y="117126"/>
                  </a:lnTo>
                  <a:lnTo>
                    <a:pt x="633215" y="116986"/>
                  </a:lnTo>
                  <a:lnTo>
                    <a:pt x="632143" y="117230"/>
                  </a:lnTo>
                  <a:lnTo>
                    <a:pt x="631582" y="117254"/>
                  </a:lnTo>
                  <a:lnTo>
                    <a:pt x="630547" y="117291"/>
                  </a:lnTo>
                  <a:lnTo>
                    <a:pt x="630334" y="117357"/>
                  </a:lnTo>
                  <a:lnTo>
                    <a:pt x="628940" y="117930"/>
                  </a:lnTo>
                  <a:lnTo>
                    <a:pt x="627643" y="118323"/>
                  </a:lnTo>
                  <a:lnTo>
                    <a:pt x="624218" y="127514"/>
                  </a:lnTo>
                  <a:lnTo>
                    <a:pt x="620106" y="125843"/>
                  </a:lnTo>
                  <a:lnTo>
                    <a:pt x="617595" y="128296"/>
                  </a:lnTo>
                  <a:lnTo>
                    <a:pt x="617831" y="131423"/>
                  </a:lnTo>
                  <a:lnTo>
                    <a:pt x="618985" y="132308"/>
                  </a:lnTo>
                  <a:lnTo>
                    <a:pt x="619945" y="133310"/>
                  </a:lnTo>
                  <a:lnTo>
                    <a:pt x="620217" y="134083"/>
                  </a:lnTo>
                  <a:lnTo>
                    <a:pt x="620495" y="134519"/>
                  </a:lnTo>
                  <a:lnTo>
                    <a:pt x="621307" y="135256"/>
                  </a:lnTo>
                  <a:lnTo>
                    <a:pt x="621465" y="135367"/>
                  </a:lnTo>
                  <a:lnTo>
                    <a:pt x="621577" y="135546"/>
                  </a:lnTo>
                  <a:lnTo>
                    <a:pt x="621782" y="136025"/>
                  </a:lnTo>
                  <a:lnTo>
                    <a:pt x="620123" y="139997"/>
                  </a:lnTo>
                  <a:lnTo>
                    <a:pt x="617018" y="142607"/>
                  </a:lnTo>
                  <a:lnTo>
                    <a:pt x="610263" y="142222"/>
                  </a:lnTo>
                  <a:lnTo>
                    <a:pt x="602398" y="141773"/>
                  </a:lnTo>
                  <a:lnTo>
                    <a:pt x="604037" y="147604"/>
                  </a:lnTo>
                  <a:lnTo>
                    <a:pt x="601375" y="150824"/>
                  </a:lnTo>
                  <a:lnTo>
                    <a:pt x="600262" y="150524"/>
                  </a:lnTo>
                  <a:lnTo>
                    <a:pt x="599129" y="150215"/>
                  </a:lnTo>
                  <a:lnTo>
                    <a:pt x="596986" y="148700"/>
                  </a:lnTo>
                  <a:lnTo>
                    <a:pt x="595592" y="147524"/>
                  </a:lnTo>
                  <a:lnTo>
                    <a:pt x="594854" y="147611"/>
                  </a:lnTo>
                  <a:lnTo>
                    <a:pt x="593694" y="147871"/>
                  </a:lnTo>
                  <a:lnTo>
                    <a:pt x="592583" y="148138"/>
                  </a:lnTo>
                  <a:lnTo>
                    <a:pt x="591504" y="148387"/>
                  </a:lnTo>
                  <a:lnTo>
                    <a:pt x="590449" y="148635"/>
                  </a:lnTo>
                  <a:lnTo>
                    <a:pt x="588829" y="149020"/>
                  </a:lnTo>
                  <a:lnTo>
                    <a:pt x="588053" y="149390"/>
                  </a:lnTo>
                  <a:lnTo>
                    <a:pt x="586815" y="150061"/>
                  </a:lnTo>
                  <a:lnTo>
                    <a:pt x="585896" y="150595"/>
                  </a:lnTo>
                  <a:lnTo>
                    <a:pt x="585540" y="150100"/>
                  </a:lnTo>
                  <a:lnTo>
                    <a:pt x="584874" y="149146"/>
                  </a:lnTo>
                  <a:lnTo>
                    <a:pt x="584171" y="148183"/>
                  </a:lnTo>
                  <a:lnTo>
                    <a:pt x="583449" y="147100"/>
                  </a:lnTo>
                  <a:lnTo>
                    <a:pt x="582729" y="146131"/>
                  </a:lnTo>
                  <a:lnTo>
                    <a:pt x="582021" y="145123"/>
                  </a:lnTo>
                  <a:lnTo>
                    <a:pt x="581529" y="144408"/>
                  </a:lnTo>
                  <a:lnTo>
                    <a:pt x="581465" y="143649"/>
                  </a:lnTo>
                  <a:lnTo>
                    <a:pt x="581444" y="142697"/>
                  </a:lnTo>
                  <a:lnTo>
                    <a:pt x="581343" y="141663"/>
                  </a:lnTo>
                  <a:lnTo>
                    <a:pt x="581280" y="140802"/>
                  </a:lnTo>
                  <a:lnTo>
                    <a:pt x="581229" y="140101"/>
                  </a:lnTo>
                  <a:lnTo>
                    <a:pt x="581172" y="138920"/>
                  </a:lnTo>
                  <a:lnTo>
                    <a:pt x="581080" y="137977"/>
                  </a:lnTo>
                  <a:lnTo>
                    <a:pt x="580603" y="137715"/>
                  </a:lnTo>
                  <a:lnTo>
                    <a:pt x="579881" y="137422"/>
                  </a:lnTo>
                  <a:lnTo>
                    <a:pt x="578943" y="137042"/>
                  </a:lnTo>
                  <a:lnTo>
                    <a:pt x="578333" y="137375"/>
                  </a:lnTo>
                  <a:lnTo>
                    <a:pt x="577398" y="138024"/>
                  </a:lnTo>
                  <a:lnTo>
                    <a:pt x="575325" y="139412"/>
                  </a:lnTo>
                  <a:lnTo>
                    <a:pt x="574395" y="140029"/>
                  </a:lnTo>
                  <a:lnTo>
                    <a:pt x="572897" y="140263"/>
                  </a:lnTo>
                  <a:lnTo>
                    <a:pt x="572578" y="140153"/>
                  </a:lnTo>
                  <a:lnTo>
                    <a:pt x="571795" y="139637"/>
                  </a:lnTo>
                  <a:lnTo>
                    <a:pt x="571141" y="139203"/>
                  </a:lnTo>
                  <a:lnTo>
                    <a:pt x="570688" y="138906"/>
                  </a:lnTo>
                  <a:lnTo>
                    <a:pt x="570322" y="138646"/>
                  </a:lnTo>
                  <a:lnTo>
                    <a:pt x="569793" y="138359"/>
                  </a:lnTo>
                  <a:lnTo>
                    <a:pt x="569614" y="138270"/>
                  </a:lnTo>
                  <a:lnTo>
                    <a:pt x="569427" y="138247"/>
                  </a:lnTo>
                  <a:lnTo>
                    <a:pt x="569085" y="138256"/>
                  </a:lnTo>
                  <a:lnTo>
                    <a:pt x="568777" y="138402"/>
                  </a:lnTo>
                  <a:lnTo>
                    <a:pt x="568276" y="138620"/>
                  </a:lnTo>
                  <a:lnTo>
                    <a:pt x="567950" y="138261"/>
                  </a:lnTo>
                  <a:lnTo>
                    <a:pt x="567319" y="137619"/>
                  </a:lnTo>
                  <a:lnTo>
                    <a:pt x="566815" y="137166"/>
                  </a:lnTo>
                  <a:lnTo>
                    <a:pt x="565645" y="136749"/>
                  </a:lnTo>
                  <a:lnTo>
                    <a:pt x="564677" y="136428"/>
                  </a:lnTo>
                  <a:lnTo>
                    <a:pt x="564333" y="136313"/>
                  </a:lnTo>
                  <a:lnTo>
                    <a:pt x="563732" y="136111"/>
                  </a:lnTo>
                  <a:lnTo>
                    <a:pt x="563111" y="135952"/>
                  </a:lnTo>
                  <a:lnTo>
                    <a:pt x="562049" y="135736"/>
                  </a:lnTo>
                  <a:lnTo>
                    <a:pt x="561725" y="135757"/>
                  </a:lnTo>
                  <a:lnTo>
                    <a:pt x="560663" y="135898"/>
                  </a:lnTo>
                  <a:lnTo>
                    <a:pt x="559932" y="136046"/>
                  </a:lnTo>
                  <a:lnTo>
                    <a:pt x="559702" y="136165"/>
                  </a:lnTo>
                  <a:lnTo>
                    <a:pt x="559503" y="136264"/>
                  </a:lnTo>
                  <a:lnTo>
                    <a:pt x="559273" y="136379"/>
                  </a:lnTo>
                  <a:lnTo>
                    <a:pt x="558521" y="136822"/>
                  </a:lnTo>
                  <a:lnTo>
                    <a:pt x="557862" y="137213"/>
                  </a:lnTo>
                  <a:lnTo>
                    <a:pt x="557510" y="137501"/>
                  </a:lnTo>
                  <a:lnTo>
                    <a:pt x="556924" y="137825"/>
                  </a:lnTo>
                  <a:lnTo>
                    <a:pt x="556000" y="138371"/>
                  </a:lnTo>
                  <a:lnTo>
                    <a:pt x="555424" y="138688"/>
                  </a:lnTo>
                  <a:lnTo>
                    <a:pt x="554849" y="139056"/>
                  </a:lnTo>
                  <a:lnTo>
                    <a:pt x="554195" y="139440"/>
                  </a:lnTo>
                  <a:lnTo>
                    <a:pt x="553447" y="139874"/>
                  </a:lnTo>
                  <a:lnTo>
                    <a:pt x="552807" y="140287"/>
                  </a:lnTo>
                  <a:lnTo>
                    <a:pt x="551926" y="140819"/>
                  </a:lnTo>
                  <a:lnTo>
                    <a:pt x="551187" y="141241"/>
                  </a:lnTo>
                  <a:lnTo>
                    <a:pt x="550596" y="141656"/>
                  </a:lnTo>
                  <a:lnTo>
                    <a:pt x="549888" y="142059"/>
                  </a:lnTo>
                  <a:lnTo>
                    <a:pt x="549166" y="142479"/>
                  </a:lnTo>
                  <a:lnTo>
                    <a:pt x="548938" y="142615"/>
                  </a:lnTo>
                  <a:lnTo>
                    <a:pt x="548627" y="142800"/>
                  </a:lnTo>
                  <a:lnTo>
                    <a:pt x="548222" y="143053"/>
                  </a:lnTo>
                  <a:lnTo>
                    <a:pt x="547893" y="143252"/>
                  </a:lnTo>
                  <a:lnTo>
                    <a:pt x="547495" y="143536"/>
                  </a:lnTo>
                  <a:lnTo>
                    <a:pt x="547162" y="143727"/>
                  </a:lnTo>
                  <a:lnTo>
                    <a:pt x="546781" y="143458"/>
                  </a:lnTo>
                  <a:lnTo>
                    <a:pt x="545685" y="142685"/>
                  </a:lnTo>
                  <a:lnTo>
                    <a:pt x="545372" y="142464"/>
                  </a:lnTo>
                  <a:lnTo>
                    <a:pt x="544076" y="140562"/>
                  </a:lnTo>
                  <a:lnTo>
                    <a:pt x="543187" y="141221"/>
                  </a:lnTo>
                  <a:lnTo>
                    <a:pt x="542961" y="141389"/>
                  </a:lnTo>
                  <a:lnTo>
                    <a:pt x="542417" y="141204"/>
                  </a:lnTo>
                  <a:lnTo>
                    <a:pt x="541467" y="140762"/>
                  </a:lnTo>
                  <a:lnTo>
                    <a:pt x="540994" y="140525"/>
                  </a:lnTo>
                  <a:lnTo>
                    <a:pt x="540712" y="140345"/>
                  </a:lnTo>
                  <a:lnTo>
                    <a:pt x="540364" y="140136"/>
                  </a:lnTo>
                  <a:lnTo>
                    <a:pt x="540164" y="139938"/>
                  </a:lnTo>
                  <a:lnTo>
                    <a:pt x="539980" y="139791"/>
                  </a:lnTo>
                  <a:lnTo>
                    <a:pt x="539404" y="140071"/>
                  </a:lnTo>
                  <a:lnTo>
                    <a:pt x="539118" y="139957"/>
                  </a:lnTo>
                  <a:lnTo>
                    <a:pt x="538858" y="139709"/>
                  </a:lnTo>
                  <a:lnTo>
                    <a:pt x="538569" y="139427"/>
                  </a:lnTo>
                  <a:lnTo>
                    <a:pt x="538404" y="139292"/>
                  </a:lnTo>
                  <a:lnTo>
                    <a:pt x="538134" y="139061"/>
                  </a:lnTo>
                  <a:lnTo>
                    <a:pt x="537628" y="138683"/>
                  </a:lnTo>
                  <a:lnTo>
                    <a:pt x="537480" y="138512"/>
                  </a:lnTo>
                  <a:lnTo>
                    <a:pt x="537237" y="138063"/>
                  </a:lnTo>
                  <a:lnTo>
                    <a:pt x="536963" y="137638"/>
                  </a:lnTo>
                  <a:lnTo>
                    <a:pt x="536804" y="137385"/>
                  </a:lnTo>
                  <a:lnTo>
                    <a:pt x="536776" y="135396"/>
                  </a:lnTo>
                  <a:lnTo>
                    <a:pt x="537214" y="134397"/>
                  </a:lnTo>
                  <a:lnTo>
                    <a:pt x="538192" y="133058"/>
                  </a:lnTo>
                  <a:lnTo>
                    <a:pt x="537647" y="132712"/>
                  </a:lnTo>
                  <a:lnTo>
                    <a:pt x="534941" y="130984"/>
                  </a:lnTo>
                  <a:lnTo>
                    <a:pt x="534868" y="130782"/>
                  </a:lnTo>
                  <a:lnTo>
                    <a:pt x="534546" y="129882"/>
                  </a:lnTo>
                  <a:lnTo>
                    <a:pt x="534441" y="129577"/>
                  </a:lnTo>
                  <a:lnTo>
                    <a:pt x="534124" y="128715"/>
                  </a:lnTo>
                  <a:lnTo>
                    <a:pt x="534103" y="128337"/>
                  </a:lnTo>
                  <a:lnTo>
                    <a:pt x="534094" y="128140"/>
                  </a:lnTo>
                  <a:lnTo>
                    <a:pt x="533918" y="127845"/>
                  </a:lnTo>
                  <a:lnTo>
                    <a:pt x="533820" y="127667"/>
                  </a:lnTo>
                  <a:lnTo>
                    <a:pt x="533604" y="127561"/>
                  </a:lnTo>
                  <a:lnTo>
                    <a:pt x="531459" y="127614"/>
                  </a:lnTo>
                  <a:lnTo>
                    <a:pt x="530889" y="129228"/>
                  </a:lnTo>
                  <a:lnTo>
                    <a:pt x="530745" y="129182"/>
                  </a:lnTo>
                  <a:lnTo>
                    <a:pt x="530444" y="129086"/>
                  </a:lnTo>
                  <a:lnTo>
                    <a:pt x="530773" y="130159"/>
                  </a:lnTo>
                  <a:lnTo>
                    <a:pt x="531573" y="132773"/>
                  </a:lnTo>
                  <a:lnTo>
                    <a:pt x="530958" y="132297"/>
                  </a:lnTo>
                  <a:lnTo>
                    <a:pt x="530568" y="131996"/>
                  </a:lnTo>
                  <a:lnTo>
                    <a:pt x="529693" y="131320"/>
                  </a:lnTo>
                  <a:lnTo>
                    <a:pt x="528377" y="131714"/>
                  </a:lnTo>
                  <a:lnTo>
                    <a:pt x="528195" y="131768"/>
                  </a:lnTo>
                  <a:lnTo>
                    <a:pt x="527393" y="132008"/>
                  </a:lnTo>
                  <a:lnTo>
                    <a:pt x="526430" y="132296"/>
                  </a:lnTo>
                  <a:lnTo>
                    <a:pt x="522652" y="128037"/>
                  </a:lnTo>
                  <a:lnTo>
                    <a:pt x="522520" y="127525"/>
                  </a:lnTo>
                  <a:lnTo>
                    <a:pt x="522294" y="126443"/>
                  </a:lnTo>
                  <a:lnTo>
                    <a:pt x="522229" y="126181"/>
                  </a:lnTo>
                  <a:lnTo>
                    <a:pt x="522146" y="125752"/>
                  </a:lnTo>
                  <a:lnTo>
                    <a:pt x="521934" y="124269"/>
                  </a:lnTo>
                  <a:lnTo>
                    <a:pt x="521385" y="124162"/>
                  </a:lnTo>
                  <a:lnTo>
                    <a:pt x="521893" y="122975"/>
                  </a:lnTo>
                  <a:lnTo>
                    <a:pt x="521857" y="121798"/>
                  </a:lnTo>
                  <a:lnTo>
                    <a:pt x="521633" y="120539"/>
                  </a:lnTo>
                  <a:lnTo>
                    <a:pt x="521785" y="119580"/>
                  </a:lnTo>
                  <a:lnTo>
                    <a:pt x="522732" y="117444"/>
                  </a:lnTo>
                  <a:lnTo>
                    <a:pt x="522863" y="115704"/>
                  </a:lnTo>
                  <a:lnTo>
                    <a:pt x="523227" y="114975"/>
                  </a:lnTo>
                  <a:lnTo>
                    <a:pt x="523248" y="114640"/>
                  </a:lnTo>
                  <a:lnTo>
                    <a:pt x="522326" y="114413"/>
                  </a:lnTo>
                  <a:lnTo>
                    <a:pt x="521747" y="114420"/>
                  </a:lnTo>
                  <a:lnTo>
                    <a:pt x="521004" y="114157"/>
                  </a:lnTo>
                  <a:lnTo>
                    <a:pt x="516131" y="114001"/>
                  </a:lnTo>
                  <a:lnTo>
                    <a:pt x="516185" y="113327"/>
                  </a:lnTo>
                  <a:lnTo>
                    <a:pt x="515882" y="113248"/>
                  </a:lnTo>
                  <a:lnTo>
                    <a:pt x="515649" y="113121"/>
                  </a:lnTo>
                  <a:lnTo>
                    <a:pt x="515484" y="112917"/>
                  </a:lnTo>
                  <a:lnTo>
                    <a:pt x="514989" y="112525"/>
                  </a:lnTo>
                  <a:lnTo>
                    <a:pt x="514589" y="112269"/>
                  </a:lnTo>
                  <a:lnTo>
                    <a:pt x="514324" y="112130"/>
                  </a:lnTo>
                  <a:lnTo>
                    <a:pt x="514194" y="112039"/>
                  </a:lnTo>
                  <a:lnTo>
                    <a:pt x="513928" y="111755"/>
                  </a:lnTo>
                  <a:lnTo>
                    <a:pt x="513699" y="111502"/>
                  </a:lnTo>
                  <a:lnTo>
                    <a:pt x="513548" y="111328"/>
                  </a:lnTo>
                  <a:lnTo>
                    <a:pt x="512902" y="111742"/>
                  </a:lnTo>
                  <a:lnTo>
                    <a:pt x="512767" y="111968"/>
                  </a:lnTo>
                  <a:lnTo>
                    <a:pt x="512682" y="112328"/>
                  </a:lnTo>
                  <a:lnTo>
                    <a:pt x="512603" y="112516"/>
                  </a:lnTo>
                  <a:lnTo>
                    <a:pt x="511486" y="113948"/>
                  </a:lnTo>
                  <a:lnTo>
                    <a:pt x="509438" y="113734"/>
                  </a:lnTo>
                  <a:lnTo>
                    <a:pt x="508855" y="113781"/>
                  </a:lnTo>
                  <a:lnTo>
                    <a:pt x="508228" y="113991"/>
                  </a:lnTo>
                  <a:lnTo>
                    <a:pt x="507651" y="114053"/>
                  </a:lnTo>
                  <a:lnTo>
                    <a:pt x="507417" y="114031"/>
                  </a:lnTo>
                  <a:lnTo>
                    <a:pt x="507161" y="114008"/>
                  </a:lnTo>
                  <a:lnTo>
                    <a:pt x="506629" y="113964"/>
                  </a:lnTo>
                  <a:lnTo>
                    <a:pt x="506455" y="113956"/>
                  </a:lnTo>
                  <a:lnTo>
                    <a:pt x="506169" y="113944"/>
                  </a:lnTo>
                  <a:lnTo>
                    <a:pt x="505995" y="113937"/>
                  </a:lnTo>
                  <a:lnTo>
                    <a:pt x="504484" y="113871"/>
                  </a:lnTo>
                  <a:lnTo>
                    <a:pt x="504693" y="113257"/>
                  </a:lnTo>
                  <a:lnTo>
                    <a:pt x="506267" y="112643"/>
                  </a:lnTo>
                  <a:lnTo>
                    <a:pt x="506882" y="111387"/>
                  </a:lnTo>
                  <a:lnTo>
                    <a:pt x="508898" y="110548"/>
                  </a:lnTo>
                  <a:lnTo>
                    <a:pt x="509177" y="109565"/>
                  </a:lnTo>
                  <a:lnTo>
                    <a:pt x="509590" y="108115"/>
                  </a:lnTo>
                  <a:lnTo>
                    <a:pt x="509803" y="107386"/>
                  </a:lnTo>
                  <a:lnTo>
                    <a:pt x="509873" y="107173"/>
                  </a:lnTo>
                  <a:lnTo>
                    <a:pt x="509852" y="106680"/>
                  </a:lnTo>
                  <a:lnTo>
                    <a:pt x="509747" y="106444"/>
                  </a:lnTo>
                  <a:lnTo>
                    <a:pt x="510101" y="106213"/>
                  </a:lnTo>
                  <a:lnTo>
                    <a:pt x="509998" y="106053"/>
                  </a:lnTo>
                  <a:lnTo>
                    <a:pt x="509572" y="105395"/>
                  </a:lnTo>
                  <a:lnTo>
                    <a:pt x="509868" y="105140"/>
                  </a:lnTo>
                  <a:lnTo>
                    <a:pt x="510162" y="104890"/>
                  </a:lnTo>
                  <a:lnTo>
                    <a:pt x="510705" y="104422"/>
                  </a:lnTo>
                  <a:lnTo>
                    <a:pt x="510876" y="104287"/>
                  </a:lnTo>
                  <a:lnTo>
                    <a:pt x="511094" y="104096"/>
                  </a:lnTo>
                  <a:lnTo>
                    <a:pt x="511472" y="103766"/>
                  </a:lnTo>
                  <a:lnTo>
                    <a:pt x="512191" y="103150"/>
                  </a:lnTo>
                  <a:lnTo>
                    <a:pt x="512328" y="103033"/>
                  </a:lnTo>
                  <a:lnTo>
                    <a:pt x="512480" y="102903"/>
                  </a:lnTo>
                  <a:lnTo>
                    <a:pt x="512909" y="102439"/>
                  </a:lnTo>
                  <a:lnTo>
                    <a:pt x="513380" y="101927"/>
                  </a:lnTo>
                  <a:lnTo>
                    <a:pt x="513970" y="101286"/>
                  </a:lnTo>
                  <a:lnTo>
                    <a:pt x="514108" y="101136"/>
                  </a:lnTo>
                  <a:lnTo>
                    <a:pt x="513620" y="100928"/>
                  </a:lnTo>
                  <a:lnTo>
                    <a:pt x="513371" y="100825"/>
                  </a:lnTo>
                  <a:lnTo>
                    <a:pt x="512959" y="100649"/>
                  </a:lnTo>
                  <a:lnTo>
                    <a:pt x="512507" y="99937"/>
                  </a:lnTo>
                  <a:lnTo>
                    <a:pt x="512213" y="99483"/>
                  </a:lnTo>
                  <a:lnTo>
                    <a:pt x="511906" y="98991"/>
                  </a:lnTo>
                  <a:lnTo>
                    <a:pt x="511565" y="98448"/>
                  </a:lnTo>
                  <a:lnTo>
                    <a:pt x="511745" y="97614"/>
                  </a:lnTo>
                  <a:lnTo>
                    <a:pt x="511878" y="96981"/>
                  </a:lnTo>
                  <a:lnTo>
                    <a:pt x="512157" y="92644"/>
                  </a:lnTo>
                  <a:lnTo>
                    <a:pt x="509746" y="89510"/>
                  </a:lnTo>
                  <a:lnTo>
                    <a:pt x="501009" y="89737"/>
                  </a:lnTo>
                  <a:lnTo>
                    <a:pt x="497328" y="87503"/>
                  </a:lnTo>
                  <a:lnTo>
                    <a:pt x="481960" y="78175"/>
                  </a:lnTo>
                  <a:lnTo>
                    <a:pt x="463718" y="67103"/>
                  </a:lnTo>
                  <a:lnTo>
                    <a:pt x="455222" y="51217"/>
                  </a:lnTo>
                  <a:lnTo>
                    <a:pt x="415676" y="23120"/>
                  </a:lnTo>
                  <a:lnTo>
                    <a:pt x="415468" y="22972"/>
                  </a:lnTo>
                  <a:lnTo>
                    <a:pt x="368656" y="0"/>
                  </a:lnTo>
                  <a:lnTo>
                    <a:pt x="355340" y="25609"/>
                  </a:lnTo>
                  <a:lnTo>
                    <a:pt x="353195" y="29733"/>
                  </a:lnTo>
                  <a:lnTo>
                    <a:pt x="352652" y="30777"/>
                  </a:lnTo>
                  <a:lnTo>
                    <a:pt x="341728" y="51786"/>
                  </a:lnTo>
                  <a:lnTo>
                    <a:pt x="313723" y="105644"/>
                  </a:lnTo>
                  <a:lnTo>
                    <a:pt x="311446" y="110023"/>
                  </a:lnTo>
                  <a:lnTo>
                    <a:pt x="305986" y="120523"/>
                  </a:lnTo>
                  <a:lnTo>
                    <a:pt x="305050" y="122418"/>
                  </a:lnTo>
                  <a:lnTo>
                    <a:pt x="304102" y="124562"/>
                  </a:lnTo>
                  <a:lnTo>
                    <a:pt x="295385" y="145542"/>
                  </a:lnTo>
                  <a:lnTo>
                    <a:pt x="294693" y="147295"/>
                  </a:lnTo>
                  <a:lnTo>
                    <a:pt x="293922" y="149510"/>
                  </a:lnTo>
                  <a:lnTo>
                    <a:pt x="293251" y="151757"/>
                  </a:lnTo>
                  <a:lnTo>
                    <a:pt x="269881" y="173914"/>
                  </a:lnTo>
                  <a:lnTo>
                    <a:pt x="263554" y="179912"/>
                  </a:lnTo>
                  <a:lnTo>
                    <a:pt x="257234" y="185904"/>
                  </a:lnTo>
                  <a:close/>
                </a:path>
              </a:pathLst>
            </a:custGeom>
            <a:solidFill>
              <a:srgbClr val="668493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g55"/>
            <p:cNvSpPr/>
            <p:nvPr/>
          </p:nvSpPr>
          <p:spPr>
            <a:xfrm>
              <a:off x="5183105" y="4622150"/>
              <a:ext cx="670776" cy="757553"/>
            </a:xfrm>
            <a:custGeom>
              <a:avLst/>
              <a:pathLst>
                <a:path w="670776" h="757553">
                  <a:moveTo>
                    <a:pt x="474935" y="621352"/>
                  </a:moveTo>
                  <a:lnTo>
                    <a:pt x="475329" y="621996"/>
                  </a:lnTo>
                  <a:lnTo>
                    <a:pt x="475491" y="622311"/>
                  </a:lnTo>
                  <a:lnTo>
                    <a:pt x="475682" y="622700"/>
                  </a:lnTo>
                  <a:lnTo>
                    <a:pt x="475750" y="622850"/>
                  </a:lnTo>
                  <a:lnTo>
                    <a:pt x="476026" y="623631"/>
                  </a:lnTo>
                  <a:lnTo>
                    <a:pt x="476133" y="624773"/>
                  </a:lnTo>
                  <a:lnTo>
                    <a:pt x="476309" y="624856"/>
                  </a:lnTo>
                  <a:lnTo>
                    <a:pt x="477641" y="625618"/>
                  </a:lnTo>
                  <a:lnTo>
                    <a:pt x="478177" y="626229"/>
                  </a:lnTo>
                  <a:lnTo>
                    <a:pt x="478657" y="626798"/>
                  </a:lnTo>
                  <a:lnTo>
                    <a:pt x="479073" y="626895"/>
                  </a:lnTo>
                  <a:lnTo>
                    <a:pt x="479698" y="627003"/>
                  </a:lnTo>
                  <a:lnTo>
                    <a:pt x="479895" y="627036"/>
                  </a:lnTo>
                  <a:lnTo>
                    <a:pt x="480177" y="627079"/>
                  </a:lnTo>
                  <a:lnTo>
                    <a:pt x="480693" y="627059"/>
                  </a:lnTo>
                  <a:lnTo>
                    <a:pt x="480988" y="627050"/>
                  </a:lnTo>
                  <a:lnTo>
                    <a:pt x="481495" y="627181"/>
                  </a:lnTo>
                  <a:lnTo>
                    <a:pt x="481571" y="627332"/>
                  </a:lnTo>
                  <a:lnTo>
                    <a:pt x="481738" y="627631"/>
                  </a:lnTo>
                  <a:lnTo>
                    <a:pt x="482129" y="628329"/>
                  </a:lnTo>
                  <a:lnTo>
                    <a:pt x="482512" y="629074"/>
                  </a:lnTo>
                  <a:lnTo>
                    <a:pt x="482602" y="629245"/>
                  </a:lnTo>
                  <a:lnTo>
                    <a:pt x="483161" y="630299"/>
                  </a:lnTo>
                  <a:lnTo>
                    <a:pt x="483715" y="631267"/>
                  </a:lnTo>
                  <a:lnTo>
                    <a:pt x="484050" y="631659"/>
                  </a:lnTo>
                  <a:lnTo>
                    <a:pt x="484411" y="632090"/>
                  </a:lnTo>
                  <a:lnTo>
                    <a:pt x="484529" y="632233"/>
                  </a:lnTo>
                  <a:lnTo>
                    <a:pt x="484698" y="632429"/>
                  </a:lnTo>
                  <a:lnTo>
                    <a:pt x="485030" y="632946"/>
                  </a:lnTo>
                  <a:lnTo>
                    <a:pt x="485171" y="633199"/>
                  </a:lnTo>
                  <a:lnTo>
                    <a:pt x="485286" y="633523"/>
                  </a:lnTo>
                  <a:lnTo>
                    <a:pt x="485400" y="633761"/>
                  </a:lnTo>
                  <a:lnTo>
                    <a:pt x="485605" y="634093"/>
                  </a:lnTo>
                  <a:lnTo>
                    <a:pt x="485741" y="634377"/>
                  </a:lnTo>
                  <a:lnTo>
                    <a:pt x="485833" y="634603"/>
                  </a:lnTo>
                  <a:lnTo>
                    <a:pt x="485952" y="634802"/>
                  </a:lnTo>
                  <a:lnTo>
                    <a:pt x="486078" y="635100"/>
                  </a:lnTo>
                  <a:lnTo>
                    <a:pt x="486166" y="635285"/>
                  </a:lnTo>
                  <a:lnTo>
                    <a:pt x="486257" y="635546"/>
                  </a:lnTo>
                  <a:lnTo>
                    <a:pt x="486314" y="635939"/>
                  </a:lnTo>
                  <a:lnTo>
                    <a:pt x="486868" y="636907"/>
                  </a:lnTo>
                  <a:lnTo>
                    <a:pt x="487015" y="637030"/>
                  </a:lnTo>
                  <a:lnTo>
                    <a:pt x="487238" y="637222"/>
                  </a:lnTo>
                  <a:lnTo>
                    <a:pt x="487922" y="637804"/>
                  </a:lnTo>
                  <a:lnTo>
                    <a:pt x="488177" y="638032"/>
                  </a:lnTo>
                  <a:lnTo>
                    <a:pt x="488494" y="638286"/>
                  </a:lnTo>
                  <a:lnTo>
                    <a:pt x="488889" y="638629"/>
                  </a:lnTo>
                  <a:lnTo>
                    <a:pt x="489259" y="638936"/>
                  </a:lnTo>
                  <a:lnTo>
                    <a:pt x="489712" y="639322"/>
                  </a:lnTo>
                  <a:lnTo>
                    <a:pt x="490203" y="639738"/>
                  </a:lnTo>
                  <a:lnTo>
                    <a:pt x="490736" y="640180"/>
                  </a:lnTo>
                  <a:lnTo>
                    <a:pt x="491066" y="640457"/>
                  </a:lnTo>
                  <a:lnTo>
                    <a:pt x="491496" y="640877"/>
                  </a:lnTo>
                  <a:lnTo>
                    <a:pt x="491599" y="641034"/>
                  </a:lnTo>
                  <a:lnTo>
                    <a:pt x="491925" y="641338"/>
                  </a:lnTo>
                  <a:lnTo>
                    <a:pt x="492341" y="641454"/>
                  </a:lnTo>
                  <a:lnTo>
                    <a:pt x="492612" y="641575"/>
                  </a:lnTo>
                  <a:lnTo>
                    <a:pt x="492911" y="641686"/>
                  </a:lnTo>
                  <a:lnTo>
                    <a:pt x="493323" y="641951"/>
                  </a:lnTo>
                  <a:lnTo>
                    <a:pt x="493481" y="642053"/>
                  </a:lnTo>
                  <a:lnTo>
                    <a:pt x="493657" y="642142"/>
                  </a:lnTo>
                  <a:lnTo>
                    <a:pt x="494172" y="642413"/>
                  </a:lnTo>
                  <a:lnTo>
                    <a:pt x="494766" y="642921"/>
                  </a:lnTo>
                  <a:lnTo>
                    <a:pt x="495079" y="643212"/>
                  </a:lnTo>
                  <a:lnTo>
                    <a:pt x="495318" y="643438"/>
                  </a:lnTo>
                  <a:lnTo>
                    <a:pt x="495697" y="643702"/>
                  </a:lnTo>
                  <a:lnTo>
                    <a:pt x="495876" y="643864"/>
                  </a:lnTo>
                  <a:lnTo>
                    <a:pt x="496153" y="644206"/>
                  </a:lnTo>
                  <a:lnTo>
                    <a:pt x="496208" y="644370"/>
                  </a:lnTo>
                  <a:lnTo>
                    <a:pt x="496420" y="644489"/>
                  </a:lnTo>
                  <a:lnTo>
                    <a:pt x="496567" y="644534"/>
                  </a:lnTo>
                  <a:lnTo>
                    <a:pt x="496709" y="644607"/>
                  </a:lnTo>
                  <a:lnTo>
                    <a:pt x="496841" y="644701"/>
                  </a:lnTo>
                  <a:lnTo>
                    <a:pt x="496904" y="645055"/>
                  </a:lnTo>
                  <a:lnTo>
                    <a:pt x="496628" y="645644"/>
                  </a:lnTo>
                  <a:lnTo>
                    <a:pt x="496591" y="647608"/>
                  </a:lnTo>
                  <a:lnTo>
                    <a:pt x="496590" y="647860"/>
                  </a:lnTo>
                  <a:lnTo>
                    <a:pt x="496206" y="648986"/>
                  </a:lnTo>
                  <a:lnTo>
                    <a:pt x="495942" y="649659"/>
                  </a:lnTo>
                  <a:lnTo>
                    <a:pt x="493993" y="659066"/>
                  </a:lnTo>
                  <a:lnTo>
                    <a:pt x="494056" y="659966"/>
                  </a:lnTo>
                  <a:lnTo>
                    <a:pt x="494011" y="660286"/>
                  </a:lnTo>
                  <a:lnTo>
                    <a:pt x="493802" y="660344"/>
                  </a:lnTo>
                  <a:lnTo>
                    <a:pt x="493864" y="660829"/>
                  </a:lnTo>
                  <a:lnTo>
                    <a:pt x="494191" y="672610"/>
                  </a:lnTo>
                  <a:lnTo>
                    <a:pt x="497077" y="676282"/>
                  </a:lnTo>
                  <a:lnTo>
                    <a:pt x="499882" y="680657"/>
                  </a:lnTo>
                  <a:lnTo>
                    <a:pt x="502833" y="683316"/>
                  </a:lnTo>
                  <a:lnTo>
                    <a:pt x="502990" y="683533"/>
                  </a:lnTo>
                  <a:lnTo>
                    <a:pt x="504397" y="684726"/>
                  </a:lnTo>
                  <a:lnTo>
                    <a:pt x="506444" y="685843"/>
                  </a:lnTo>
                  <a:lnTo>
                    <a:pt x="506840" y="686026"/>
                  </a:lnTo>
                  <a:lnTo>
                    <a:pt x="512534" y="690290"/>
                  </a:lnTo>
                  <a:lnTo>
                    <a:pt x="513017" y="690269"/>
                  </a:lnTo>
                  <a:lnTo>
                    <a:pt x="513165" y="690256"/>
                  </a:lnTo>
                  <a:lnTo>
                    <a:pt x="513445" y="690248"/>
                  </a:lnTo>
                  <a:lnTo>
                    <a:pt x="514068" y="690264"/>
                  </a:lnTo>
                  <a:lnTo>
                    <a:pt x="514322" y="690303"/>
                  </a:lnTo>
                  <a:lnTo>
                    <a:pt x="514486" y="690369"/>
                  </a:lnTo>
                  <a:lnTo>
                    <a:pt x="516510" y="691756"/>
                  </a:lnTo>
                  <a:lnTo>
                    <a:pt x="517673" y="693618"/>
                  </a:lnTo>
                  <a:lnTo>
                    <a:pt x="517822" y="694339"/>
                  </a:lnTo>
                  <a:lnTo>
                    <a:pt x="517894" y="695081"/>
                  </a:lnTo>
                  <a:lnTo>
                    <a:pt x="518342" y="695726"/>
                  </a:lnTo>
                  <a:lnTo>
                    <a:pt x="518356" y="695912"/>
                  </a:lnTo>
                  <a:lnTo>
                    <a:pt x="518983" y="697170"/>
                  </a:lnTo>
                  <a:lnTo>
                    <a:pt x="518452" y="698521"/>
                  </a:lnTo>
                  <a:lnTo>
                    <a:pt x="518451" y="698776"/>
                  </a:lnTo>
                  <a:lnTo>
                    <a:pt x="518605" y="700196"/>
                  </a:lnTo>
                  <a:lnTo>
                    <a:pt x="518524" y="701518"/>
                  </a:lnTo>
                  <a:lnTo>
                    <a:pt x="518284" y="702158"/>
                  </a:lnTo>
                  <a:lnTo>
                    <a:pt x="519161" y="703104"/>
                  </a:lnTo>
                  <a:lnTo>
                    <a:pt x="519470" y="702935"/>
                  </a:lnTo>
                  <a:lnTo>
                    <a:pt x="519877" y="702698"/>
                  </a:lnTo>
                  <a:lnTo>
                    <a:pt x="520383" y="702432"/>
                  </a:lnTo>
                  <a:lnTo>
                    <a:pt x="521104" y="702000"/>
                  </a:lnTo>
                  <a:lnTo>
                    <a:pt x="521288" y="701746"/>
                  </a:lnTo>
                  <a:lnTo>
                    <a:pt x="521421" y="701588"/>
                  </a:lnTo>
                  <a:lnTo>
                    <a:pt x="521623" y="701310"/>
                  </a:lnTo>
                  <a:lnTo>
                    <a:pt x="521934" y="700968"/>
                  </a:lnTo>
                  <a:lnTo>
                    <a:pt x="522244" y="700647"/>
                  </a:lnTo>
                  <a:lnTo>
                    <a:pt x="522438" y="700669"/>
                  </a:lnTo>
                  <a:lnTo>
                    <a:pt x="522294" y="701137"/>
                  </a:lnTo>
                  <a:lnTo>
                    <a:pt x="522430" y="701372"/>
                  </a:lnTo>
                  <a:lnTo>
                    <a:pt x="522615" y="701726"/>
                  </a:lnTo>
                  <a:lnTo>
                    <a:pt x="522681" y="701862"/>
                  </a:lnTo>
                  <a:lnTo>
                    <a:pt x="522782" y="702091"/>
                  </a:lnTo>
                  <a:lnTo>
                    <a:pt x="522888" y="702677"/>
                  </a:lnTo>
                  <a:lnTo>
                    <a:pt x="522899" y="702836"/>
                  </a:lnTo>
                  <a:lnTo>
                    <a:pt x="522878" y="703221"/>
                  </a:lnTo>
                  <a:lnTo>
                    <a:pt x="522867" y="703364"/>
                  </a:lnTo>
                  <a:lnTo>
                    <a:pt x="522857" y="703529"/>
                  </a:lnTo>
                  <a:lnTo>
                    <a:pt x="522885" y="703702"/>
                  </a:lnTo>
                  <a:lnTo>
                    <a:pt x="522830" y="704698"/>
                  </a:lnTo>
                  <a:lnTo>
                    <a:pt x="522770" y="704985"/>
                  </a:lnTo>
                  <a:lnTo>
                    <a:pt x="522736" y="706641"/>
                  </a:lnTo>
                  <a:lnTo>
                    <a:pt x="522649" y="707494"/>
                  </a:lnTo>
                  <a:lnTo>
                    <a:pt x="522622" y="708157"/>
                  </a:lnTo>
                  <a:lnTo>
                    <a:pt x="522173" y="709774"/>
                  </a:lnTo>
                  <a:lnTo>
                    <a:pt x="524433" y="711760"/>
                  </a:lnTo>
                  <a:lnTo>
                    <a:pt x="524360" y="714006"/>
                  </a:lnTo>
                  <a:lnTo>
                    <a:pt x="524311" y="714194"/>
                  </a:lnTo>
                  <a:lnTo>
                    <a:pt x="524213" y="714612"/>
                  </a:lnTo>
                  <a:lnTo>
                    <a:pt x="524131" y="715029"/>
                  </a:lnTo>
                  <a:lnTo>
                    <a:pt x="524058" y="715475"/>
                  </a:lnTo>
                  <a:lnTo>
                    <a:pt x="523905" y="716370"/>
                  </a:lnTo>
                  <a:lnTo>
                    <a:pt x="523838" y="716567"/>
                  </a:lnTo>
                  <a:lnTo>
                    <a:pt x="523712" y="716833"/>
                  </a:lnTo>
                  <a:lnTo>
                    <a:pt x="523325" y="717336"/>
                  </a:lnTo>
                  <a:lnTo>
                    <a:pt x="523061" y="717434"/>
                  </a:lnTo>
                  <a:lnTo>
                    <a:pt x="522407" y="717411"/>
                  </a:lnTo>
                  <a:lnTo>
                    <a:pt x="521598" y="717589"/>
                  </a:lnTo>
                  <a:lnTo>
                    <a:pt x="521437" y="717844"/>
                  </a:lnTo>
                  <a:lnTo>
                    <a:pt x="521330" y="718035"/>
                  </a:lnTo>
                  <a:lnTo>
                    <a:pt x="521252" y="718182"/>
                  </a:lnTo>
                  <a:lnTo>
                    <a:pt x="520381" y="719555"/>
                  </a:lnTo>
                  <a:lnTo>
                    <a:pt x="520193" y="720002"/>
                  </a:lnTo>
                  <a:lnTo>
                    <a:pt x="520191" y="720168"/>
                  </a:lnTo>
                  <a:lnTo>
                    <a:pt x="519046" y="723176"/>
                  </a:lnTo>
                  <a:lnTo>
                    <a:pt x="518591" y="724069"/>
                  </a:lnTo>
                  <a:lnTo>
                    <a:pt x="518315" y="724863"/>
                  </a:lnTo>
                  <a:lnTo>
                    <a:pt x="518146" y="725954"/>
                  </a:lnTo>
                  <a:lnTo>
                    <a:pt x="518100" y="726259"/>
                  </a:lnTo>
                  <a:lnTo>
                    <a:pt x="517998" y="726582"/>
                  </a:lnTo>
                  <a:lnTo>
                    <a:pt x="517897" y="726931"/>
                  </a:lnTo>
                  <a:lnTo>
                    <a:pt x="517884" y="727133"/>
                  </a:lnTo>
                  <a:lnTo>
                    <a:pt x="517920" y="727360"/>
                  </a:lnTo>
                  <a:lnTo>
                    <a:pt x="518278" y="727858"/>
                  </a:lnTo>
                  <a:lnTo>
                    <a:pt x="518413" y="728054"/>
                  </a:lnTo>
                  <a:lnTo>
                    <a:pt x="519808" y="729684"/>
                  </a:lnTo>
                  <a:lnTo>
                    <a:pt x="519859" y="729837"/>
                  </a:lnTo>
                  <a:lnTo>
                    <a:pt x="519793" y="730189"/>
                  </a:lnTo>
                  <a:lnTo>
                    <a:pt x="519797" y="730357"/>
                  </a:lnTo>
                  <a:lnTo>
                    <a:pt x="519780" y="730525"/>
                  </a:lnTo>
                  <a:lnTo>
                    <a:pt x="520510" y="731399"/>
                  </a:lnTo>
                  <a:lnTo>
                    <a:pt x="520538" y="731532"/>
                  </a:lnTo>
                  <a:lnTo>
                    <a:pt x="520620" y="731746"/>
                  </a:lnTo>
                  <a:lnTo>
                    <a:pt x="520732" y="731992"/>
                  </a:lnTo>
                  <a:lnTo>
                    <a:pt x="520924" y="732396"/>
                  </a:lnTo>
                  <a:lnTo>
                    <a:pt x="521038" y="732772"/>
                  </a:lnTo>
                  <a:lnTo>
                    <a:pt x="520826" y="733173"/>
                  </a:lnTo>
                  <a:lnTo>
                    <a:pt x="520708" y="733376"/>
                  </a:lnTo>
                  <a:lnTo>
                    <a:pt x="520991" y="733825"/>
                  </a:lnTo>
                  <a:lnTo>
                    <a:pt x="521150" y="734219"/>
                  </a:lnTo>
                  <a:lnTo>
                    <a:pt x="520783" y="734520"/>
                  </a:lnTo>
                  <a:lnTo>
                    <a:pt x="520488" y="735024"/>
                  </a:lnTo>
                  <a:lnTo>
                    <a:pt x="520403" y="735179"/>
                  </a:lnTo>
                  <a:lnTo>
                    <a:pt x="522309" y="751764"/>
                  </a:lnTo>
                  <a:lnTo>
                    <a:pt x="522331" y="752076"/>
                  </a:lnTo>
                  <a:lnTo>
                    <a:pt x="522303" y="752312"/>
                  </a:lnTo>
                  <a:lnTo>
                    <a:pt x="522375" y="752639"/>
                  </a:lnTo>
                  <a:lnTo>
                    <a:pt x="522288" y="753095"/>
                  </a:lnTo>
                  <a:lnTo>
                    <a:pt x="522263" y="753294"/>
                  </a:lnTo>
                  <a:lnTo>
                    <a:pt x="522236" y="753483"/>
                  </a:lnTo>
                  <a:lnTo>
                    <a:pt x="522009" y="753964"/>
                  </a:lnTo>
                  <a:lnTo>
                    <a:pt x="521973" y="754594"/>
                  </a:lnTo>
                  <a:lnTo>
                    <a:pt x="522297" y="755424"/>
                  </a:lnTo>
                  <a:lnTo>
                    <a:pt x="522335" y="756063"/>
                  </a:lnTo>
                  <a:lnTo>
                    <a:pt x="521855" y="756299"/>
                  </a:lnTo>
                  <a:lnTo>
                    <a:pt x="522303" y="757553"/>
                  </a:lnTo>
                  <a:lnTo>
                    <a:pt x="522753" y="757340"/>
                  </a:lnTo>
                  <a:lnTo>
                    <a:pt x="523073" y="757243"/>
                  </a:lnTo>
                  <a:lnTo>
                    <a:pt x="523716" y="756874"/>
                  </a:lnTo>
                  <a:lnTo>
                    <a:pt x="524748" y="756430"/>
                  </a:lnTo>
                  <a:lnTo>
                    <a:pt x="528155" y="754266"/>
                  </a:lnTo>
                  <a:lnTo>
                    <a:pt x="528451" y="751434"/>
                  </a:lnTo>
                  <a:lnTo>
                    <a:pt x="528396" y="751296"/>
                  </a:lnTo>
                  <a:lnTo>
                    <a:pt x="528359" y="751152"/>
                  </a:lnTo>
                  <a:lnTo>
                    <a:pt x="528341" y="751005"/>
                  </a:lnTo>
                  <a:lnTo>
                    <a:pt x="528341" y="750857"/>
                  </a:lnTo>
                  <a:lnTo>
                    <a:pt x="528360" y="750710"/>
                  </a:lnTo>
                  <a:lnTo>
                    <a:pt x="528397" y="750567"/>
                  </a:lnTo>
                  <a:lnTo>
                    <a:pt x="532076" y="749880"/>
                  </a:lnTo>
                  <a:lnTo>
                    <a:pt x="532221" y="749910"/>
                  </a:lnTo>
                  <a:lnTo>
                    <a:pt x="532369" y="749922"/>
                  </a:lnTo>
                  <a:lnTo>
                    <a:pt x="532517" y="749916"/>
                  </a:lnTo>
                  <a:lnTo>
                    <a:pt x="532663" y="749890"/>
                  </a:lnTo>
                  <a:lnTo>
                    <a:pt x="532805" y="749847"/>
                  </a:lnTo>
                  <a:lnTo>
                    <a:pt x="533013" y="749743"/>
                  </a:lnTo>
                  <a:lnTo>
                    <a:pt x="533205" y="749658"/>
                  </a:lnTo>
                  <a:lnTo>
                    <a:pt x="533388" y="749556"/>
                  </a:lnTo>
                  <a:lnTo>
                    <a:pt x="533853" y="748723"/>
                  </a:lnTo>
                  <a:lnTo>
                    <a:pt x="533785" y="748175"/>
                  </a:lnTo>
                  <a:lnTo>
                    <a:pt x="533751" y="748047"/>
                  </a:lnTo>
                  <a:lnTo>
                    <a:pt x="533736" y="747915"/>
                  </a:lnTo>
                  <a:lnTo>
                    <a:pt x="533739" y="747783"/>
                  </a:lnTo>
                  <a:lnTo>
                    <a:pt x="533799" y="747533"/>
                  </a:lnTo>
                  <a:lnTo>
                    <a:pt x="533917" y="747336"/>
                  </a:lnTo>
                  <a:lnTo>
                    <a:pt x="534051" y="747150"/>
                  </a:lnTo>
                  <a:lnTo>
                    <a:pt x="534200" y="746975"/>
                  </a:lnTo>
                  <a:lnTo>
                    <a:pt x="534363" y="746813"/>
                  </a:lnTo>
                  <a:lnTo>
                    <a:pt x="534538" y="746664"/>
                  </a:lnTo>
                  <a:lnTo>
                    <a:pt x="534725" y="746531"/>
                  </a:lnTo>
                  <a:lnTo>
                    <a:pt x="534922" y="746413"/>
                  </a:lnTo>
                  <a:lnTo>
                    <a:pt x="536583" y="745374"/>
                  </a:lnTo>
                  <a:lnTo>
                    <a:pt x="542642" y="743349"/>
                  </a:lnTo>
                  <a:lnTo>
                    <a:pt x="547348" y="745646"/>
                  </a:lnTo>
                  <a:lnTo>
                    <a:pt x="547666" y="745800"/>
                  </a:lnTo>
                  <a:lnTo>
                    <a:pt x="548417" y="746165"/>
                  </a:lnTo>
                  <a:lnTo>
                    <a:pt x="548544" y="746227"/>
                  </a:lnTo>
                  <a:lnTo>
                    <a:pt x="549494" y="746554"/>
                  </a:lnTo>
                  <a:lnTo>
                    <a:pt x="550120" y="746770"/>
                  </a:lnTo>
                  <a:lnTo>
                    <a:pt x="551138" y="747119"/>
                  </a:lnTo>
                  <a:lnTo>
                    <a:pt x="557267" y="746156"/>
                  </a:lnTo>
                  <a:lnTo>
                    <a:pt x="560756" y="745450"/>
                  </a:lnTo>
                  <a:lnTo>
                    <a:pt x="561742" y="745988"/>
                  </a:lnTo>
                  <a:lnTo>
                    <a:pt x="564499" y="747493"/>
                  </a:lnTo>
                  <a:lnTo>
                    <a:pt x="567026" y="746800"/>
                  </a:lnTo>
                  <a:lnTo>
                    <a:pt x="569314" y="743879"/>
                  </a:lnTo>
                  <a:lnTo>
                    <a:pt x="571689" y="741059"/>
                  </a:lnTo>
                  <a:lnTo>
                    <a:pt x="574880" y="737256"/>
                  </a:lnTo>
                  <a:lnTo>
                    <a:pt x="575305" y="736990"/>
                  </a:lnTo>
                  <a:lnTo>
                    <a:pt x="576429" y="736286"/>
                  </a:lnTo>
                  <a:lnTo>
                    <a:pt x="581509" y="733080"/>
                  </a:lnTo>
                  <a:lnTo>
                    <a:pt x="586840" y="729715"/>
                  </a:lnTo>
                  <a:lnTo>
                    <a:pt x="589283" y="728173"/>
                  </a:lnTo>
                  <a:lnTo>
                    <a:pt x="589700" y="727910"/>
                  </a:lnTo>
                  <a:lnTo>
                    <a:pt x="592162" y="723818"/>
                  </a:lnTo>
                  <a:lnTo>
                    <a:pt x="593659" y="721330"/>
                  </a:lnTo>
                  <a:lnTo>
                    <a:pt x="594776" y="719462"/>
                  </a:lnTo>
                  <a:lnTo>
                    <a:pt x="597347" y="715165"/>
                  </a:lnTo>
                  <a:lnTo>
                    <a:pt x="597921" y="714769"/>
                  </a:lnTo>
                  <a:lnTo>
                    <a:pt x="601271" y="712458"/>
                  </a:lnTo>
                  <a:lnTo>
                    <a:pt x="604495" y="709281"/>
                  </a:lnTo>
                  <a:lnTo>
                    <a:pt x="606080" y="706234"/>
                  </a:lnTo>
                  <a:lnTo>
                    <a:pt x="609004" y="700609"/>
                  </a:lnTo>
                  <a:lnTo>
                    <a:pt x="609179" y="700201"/>
                  </a:lnTo>
                  <a:lnTo>
                    <a:pt x="611424" y="694986"/>
                  </a:lnTo>
                  <a:lnTo>
                    <a:pt x="611729" y="694275"/>
                  </a:lnTo>
                  <a:lnTo>
                    <a:pt x="611885" y="693909"/>
                  </a:lnTo>
                  <a:lnTo>
                    <a:pt x="612149" y="692881"/>
                  </a:lnTo>
                  <a:lnTo>
                    <a:pt x="612606" y="691079"/>
                  </a:lnTo>
                  <a:lnTo>
                    <a:pt x="614343" y="684268"/>
                  </a:lnTo>
                  <a:lnTo>
                    <a:pt x="615369" y="680303"/>
                  </a:lnTo>
                  <a:lnTo>
                    <a:pt x="616306" y="676716"/>
                  </a:lnTo>
                  <a:lnTo>
                    <a:pt x="616343" y="676572"/>
                  </a:lnTo>
                  <a:lnTo>
                    <a:pt x="618179" y="669500"/>
                  </a:lnTo>
                  <a:lnTo>
                    <a:pt x="616397" y="662010"/>
                  </a:lnTo>
                  <a:lnTo>
                    <a:pt x="616280" y="661522"/>
                  </a:lnTo>
                  <a:lnTo>
                    <a:pt x="615774" y="657885"/>
                  </a:lnTo>
                  <a:lnTo>
                    <a:pt x="615239" y="654040"/>
                  </a:lnTo>
                  <a:lnTo>
                    <a:pt x="615103" y="653082"/>
                  </a:lnTo>
                  <a:lnTo>
                    <a:pt x="614335" y="647546"/>
                  </a:lnTo>
                  <a:lnTo>
                    <a:pt x="614175" y="646395"/>
                  </a:lnTo>
                  <a:lnTo>
                    <a:pt x="614019" y="641589"/>
                  </a:lnTo>
                  <a:lnTo>
                    <a:pt x="613988" y="639700"/>
                  </a:lnTo>
                  <a:lnTo>
                    <a:pt x="613867" y="635291"/>
                  </a:lnTo>
                  <a:lnTo>
                    <a:pt x="616630" y="632653"/>
                  </a:lnTo>
                  <a:lnTo>
                    <a:pt x="618822" y="630564"/>
                  </a:lnTo>
                  <a:lnTo>
                    <a:pt x="620114" y="629333"/>
                  </a:lnTo>
                  <a:lnTo>
                    <a:pt x="620441" y="628758"/>
                  </a:lnTo>
                  <a:lnTo>
                    <a:pt x="620760" y="628200"/>
                  </a:lnTo>
                  <a:lnTo>
                    <a:pt x="623451" y="623477"/>
                  </a:lnTo>
                  <a:lnTo>
                    <a:pt x="623524" y="623349"/>
                  </a:lnTo>
                  <a:lnTo>
                    <a:pt x="625734" y="619366"/>
                  </a:lnTo>
                  <a:lnTo>
                    <a:pt x="626028" y="618837"/>
                  </a:lnTo>
                  <a:lnTo>
                    <a:pt x="628529" y="614334"/>
                  </a:lnTo>
                  <a:lnTo>
                    <a:pt x="628558" y="613590"/>
                  </a:lnTo>
                  <a:lnTo>
                    <a:pt x="628748" y="608699"/>
                  </a:lnTo>
                  <a:lnTo>
                    <a:pt x="628915" y="604442"/>
                  </a:lnTo>
                  <a:lnTo>
                    <a:pt x="629157" y="598224"/>
                  </a:lnTo>
                  <a:lnTo>
                    <a:pt x="629253" y="595716"/>
                  </a:lnTo>
                  <a:lnTo>
                    <a:pt x="629419" y="591851"/>
                  </a:lnTo>
                  <a:lnTo>
                    <a:pt x="629650" y="586459"/>
                  </a:lnTo>
                  <a:lnTo>
                    <a:pt x="629594" y="586262"/>
                  </a:lnTo>
                  <a:lnTo>
                    <a:pt x="628669" y="582994"/>
                  </a:lnTo>
                  <a:lnTo>
                    <a:pt x="626796" y="576381"/>
                  </a:lnTo>
                  <a:lnTo>
                    <a:pt x="625248" y="573867"/>
                  </a:lnTo>
                  <a:lnTo>
                    <a:pt x="622841" y="569960"/>
                  </a:lnTo>
                  <a:lnTo>
                    <a:pt x="620893" y="566716"/>
                  </a:lnTo>
                  <a:lnTo>
                    <a:pt x="618789" y="563211"/>
                  </a:lnTo>
                  <a:lnTo>
                    <a:pt x="618678" y="556818"/>
                  </a:lnTo>
                  <a:lnTo>
                    <a:pt x="618596" y="552146"/>
                  </a:lnTo>
                  <a:lnTo>
                    <a:pt x="615083" y="545397"/>
                  </a:lnTo>
                  <a:lnTo>
                    <a:pt x="612624" y="540742"/>
                  </a:lnTo>
                  <a:lnTo>
                    <a:pt x="612451" y="540458"/>
                  </a:lnTo>
                  <a:lnTo>
                    <a:pt x="608792" y="534454"/>
                  </a:lnTo>
                  <a:lnTo>
                    <a:pt x="606554" y="530747"/>
                  </a:lnTo>
                  <a:lnTo>
                    <a:pt x="604721" y="527711"/>
                  </a:lnTo>
                  <a:lnTo>
                    <a:pt x="603270" y="521231"/>
                  </a:lnTo>
                  <a:lnTo>
                    <a:pt x="602471" y="517649"/>
                  </a:lnTo>
                  <a:lnTo>
                    <a:pt x="601378" y="512756"/>
                  </a:lnTo>
                  <a:lnTo>
                    <a:pt x="599737" y="505551"/>
                  </a:lnTo>
                  <a:lnTo>
                    <a:pt x="598823" y="500166"/>
                  </a:lnTo>
                  <a:lnTo>
                    <a:pt x="598570" y="498676"/>
                  </a:lnTo>
                  <a:lnTo>
                    <a:pt x="598197" y="496479"/>
                  </a:lnTo>
                  <a:lnTo>
                    <a:pt x="598335" y="489126"/>
                  </a:lnTo>
                  <a:lnTo>
                    <a:pt x="598365" y="487542"/>
                  </a:lnTo>
                  <a:lnTo>
                    <a:pt x="598383" y="486603"/>
                  </a:lnTo>
                  <a:lnTo>
                    <a:pt x="597698" y="484847"/>
                  </a:lnTo>
                  <a:lnTo>
                    <a:pt x="596477" y="481722"/>
                  </a:lnTo>
                  <a:lnTo>
                    <a:pt x="595157" y="478302"/>
                  </a:lnTo>
                  <a:lnTo>
                    <a:pt x="592831" y="472347"/>
                  </a:lnTo>
                  <a:lnTo>
                    <a:pt x="590926" y="467295"/>
                  </a:lnTo>
                  <a:lnTo>
                    <a:pt x="589345" y="463100"/>
                  </a:lnTo>
                  <a:lnTo>
                    <a:pt x="587302" y="457669"/>
                  </a:lnTo>
                  <a:lnTo>
                    <a:pt x="585907" y="453953"/>
                  </a:lnTo>
                  <a:lnTo>
                    <a:pt x="587967" y="452500"/>
                  </a:lnTo>
                  <a:lnTo>
                    <a:pt x="588322" y="452256"/>
                  </a:lnTo>
                  <a:lnTo>
                    <a:pt x="588940" y="452106"/>
                  </a:lnTo>
                  <a:lnTo>
                    <a:pt x="589918" y="451873"/>
                  </a:lnTo>
                  <a:lnTo>
                    <a:pt x="595029" y="450656"/>
                  </a:lnTo>
                  <a:lnTo>
                    <a:pt x="601109" y="448973"/>
                  </a:lnTo>
                  <a:lnTo>
                    <a:pt x="605869" y="447653"/>
                  </a:lnTo>
                  <a:lnTo>
                    <a:pt x="608012" y="447072"/>
                  </a:lnTo>
                  <a:lnTo>
                    <a:pt x="614618" y="445279"/>
                  </a:lnTo>
                  <a:lnTo>
                    <a:pt x="619686" y="445240"/>
                  </a:lnTo>
                  <a:lnTo>
                    <a:pt x="620943" y="445403"/>
                  </a:lnTo>
                  <a:lnTo>
                    <a:pt x="621824" y="445517"/>
                  </a:lnTo>
                  <a:lnTo>
                    <a:pt x="626384" y="446107"/>
                  </a:lnTo>
                  <a:lnTo>
                    <a:pt x="633617" y="446966"/>
                  </a:lnTo>
                  <a:lnTo>
                    <a:pt x="633878" y="447126"/>
                  </a:lnTo>
                  <a:lnTo>
                    <a:pt x="634103" y="447129"/>
                  </a:lnTo>
                  <a:lnTo>
                    <a:pt x="635169" y="447151"/>
                  </a:lnTo>
                  <a:lnTo>
                    <a:pt x="635446" y="447084"/>
                  </a:lnTo>
                  <a:lnTo>
                    <a:pt x="640454" y="445871"/>
                  </a:lnTo>
                  <a:lnTo>
                    <a:pt x="641213" y="445758"/>
                  </a:lnTo>
                  <a:lnTo>
                    <a:pt x="642599" y="445191"/>
                  </a:lnTo>
                  <a:lnTo>
                    <a:pt x="642968" y="444822"/>
                  </a:lnTo>
                  <a:lnTo>
                    <a:pt x="644283" y="444082"/>
                  </a:lnTo>
                  <a:lnTo>
                    <a:pt x="644448" y="443647"/>
                  </a:lnTo>
                  <a:lnTo>
                    <a:pt x="645183" y="439648"/>
                  </a:lnTo>
                  <a:lnTo>
                    <a:pt x="646367" y="433206"/>
                  </a:lnTo>
                  <a:lnTo>
                    <a:pt x="647253" y="428203"/>
                  </a:lnTo>
                  <a:lnTo>
                    <a:pt x="647352" y="427642"/>
                  </a:lnTo>
                  <a:lnTo>
                    <a:pt x="647791" y="425163"/>
                  </a:lnTo>
                  <a:lnTo>
                    <a:pt x="648291" y="422339"/>
                  </a:lnTo>
                  <a:lnTo>
                    <a:pt x="652698" y="416854"/>
                  </a:lnTo>
                  <a:lnTo>
                    <a:pt x="654193" y="414996"/>
                  </a:lnTo>
                  <a:lnTo>
                    <a:pt x="656474" y="412155"/>
                  </a:lnTo>
                  <a:lnTo>
                    <a:pt x="659279" y="408663"/>
                  </a:lnTo>
                  <a:lnTo>
                    <a:pt x="659711" y="407523"/>
                  </a:lnTo>
                  <a:lnTo>
                    <a:pt x="661383" y="403110"/>
                  </a:lnTo>
                  <a:lnTo>
                    <a:pt x="661580" y="402590"/>
                  </a:lnTo>
                  <a:lnTo>
                    <a:pt x="663906" y="396453"/>
                  </a:lnTo>
                  <a:lnTo>
                    <a:pt x="665287" y="392814"/>
                  </a:lnTo>
                  <a:lnTo>
                    <a:pt x="665737" y="390778"/>
                  </a:lnTo>
                  <a:lnTo>
                    <a:pt x="665787" y="390551"/>
                  </a:lnTo>
                  <a:lnTo>
                    <a:pt x="666915" y="385458"/>
                  </a:lnTo>
                  <a:lnTo>
                    <a:pt x="668136" y="379932"/>
                  </a:lnTo>
                  <a:lnTo>
                    <a:pt x="668640" y="377537"/>
                  </a:lnTo>
                  <a:lnTo>
                    <a:pt x="669244" y="374669"/>
                  </a:lnTo>
                  <a:lnTo>
                    <a:pt x="670776" y="367376"/>
                  </a:lnTo>
                  <a:lnTo>
                    <a:pt x="667514" y="362036"/>
                  </a:lnTo>
                  <a:lnTo>
                    <a:pt x="662957" y="354579"/>
                  </a:lnTo>
                  <a:lnTo>
                    <a:pt x="658804" y="348111"/>
                  </a:lnTo>
                  <a:lnTo>
                    <a:pt x="655650" y="343200"/>
                  </a:lnTo>
                  <a:lnTo>
                    <a:pt x="654362" y="341194"/>
                  </a:lnTo>
                  <a:lnTo>
                    <a:pt x="653191" y="339371"/>
                  </a:lnTo>
                  <a:lnTo>
                    <a:pt x="648247" y="331562"/>
                  </a:lnTo>
                  <a:lnTo>
                    <a:pt x="645119" y="326631"/>
                  </a:lnTo>
                  <a:lnTo>
                    <a:pt x="641167" y="320358"/>
                  </a:lnTo>
                  <a:lnTo>
                    <a:pt x="635053" y="310653"/>
                  </a:lnTo>
                  <a:lnTo>
                    <a:pt x="625411" y="310552"/>
                  </a:lnTo>
                  <a:lnTo>
                    <a:pt x="619763" y="310493"/>
                  </a:lnTo>
                  <a:lnTo>
                    <a:pt x="616360" y="311441"/>
                  </a:lnTo>
                  <a:lnTo>
                    <a:pt x="613262" y="306769"/>
                  </a:lnTo>
                  <a:lnTo>
                    <a:pt x="611495" y="304105"/>
                  </a:lnTo>
                  <a:lnTo>
                    <a:pt x="609735" y="301451"/>
                  </a:lnTo>
                  <a:lnTo>
                    <a:pt x="607154" y="297557"/>
                  </a:lnTo>
                  <a:lnTo>
                    <a:pt x="603998" y="294746"/>
                  </a:lnTo>
                  <a:lnTo>
                    <a:pt x="599283" y="290545"/>
                  </a:lnTo>
                  <a:lnTo>
                    <a:pt x="595877" y="285809"/>
                  </a:lnTo>
                  <a:lnTo>
                    <a:pt x="592895" y="281657"/>
                  </a:lnTo>
                  <a:lnTo>
                    <a:pt x="588246" y="275168"/>
                  </a:lnTo>
                  <a:lnTo>
                    <a:pt x="587105" y="273573"/>
                  </a:lnTo>
                  <a:lnTo>
                    <a:pt x="583113" y="267999"/>
                  </a:lnTo>
                  <a:lnTo>
                    <a:pt x="584171" y="262510"/>
                  </a:lnTo>
                  <a:lnTo>
                    <a:pt x="585255" y="256907"/>
                  </a:lnTo>
                  <a:lnTo>
                    <a:pt x="586894" y="248423"/>
                  </a:lnTo>
                  <a:lnTo>
                    <a:pt x="588018" y="242371"/>
                  </a:lnTo>
                  <a:lnTo>
                    <a:pt x="588587" y="239316"/>
                  </a:lnTo>
                  <a:lnTo>
                    <a:pt x="589471" y="234548"/>
                  </a:lnTo>
                  <a:lnTo>
                    <a:pt x="589517" y="234301"/>
                  </a:lnTo>
                  <a:lnTo>
                    <a:pt x="590303" y="230076"/>
                  </a:lnTo>
                  <a:lnTo>
                    <a:pt x="590353" y="229802"/>
                  </a:lnTo>
                  <a:lnTo>
                    <a:pt x="590700" y="227930"/>
                  </a:lnTo>
                  <a:lnTo>
                    <a:pt x="591422" y="223928"/>
                  </a:lnTo>
                  <a:lnTo>
                    <a:pt x="592154" y="219855"/>
                  </a:lnTo>
                  <a:lnTo>
                    <a:pt x="593123" y="214476"/>
                  </a:lnTo>
                  <a:lnTo>
                    <a:pt x="593324" y="213357"/>
                  </a:lnTo>
                  <a:lnTo>
                    <a:pt x="593893" y="210194"/>
                  </a:lnTo>
                  <a:lnTo>
                    <a:pt x="594671" y="205834"/>
                  </a:lnTo>
                  <a:lnTo>
                    <a:pt x="595365" y="201940"/>
                  </a:lnTo>
                  <a:lnTo>
                    <a:pt x="595807" y="199462"/>
                  </a:lnTo>
                  <a:lnTo>
                    <a:pt x="596517" y="195481"/>
                  </a:lnTo>
                  <a:lnTo>
                    <a:pt x="597170" y="191839"/>
                  </a:lnTo>
                  <a:lnTo>
                    <a:pt x="598362" y="185201"/>
                  </a:lnTo>
                  <a:lnTo>
                    <a:pt x="599264" y="180148"/>
                  </a:lnTo>
                  <a:lnTo>
                    <a:pt x="600390" y="173867"/>
                  </a:lnTo>
                  <a:lnTo>
                    <a:pt x="602510" y="163282"/>
                  </a:lnTo>
                  <a:lnTo>
                    <a:pt x="602956" y="161048"/>
                  </a:lnTo>
                  <a:lnTo>
                    <a:pt x="604493" y="152075"/>
                  </a:lnTo>
                  <a:lnTo>
                    <a:pt x="605630" y="145428"/>
                  </a:lnTo>
                  <a:lnTo>
                    <a:pt x="606862" y="138761"/>
                  </a:lnTo>
                  <a:lnTo>
                    <a:pt x="607504" y="135286"/>
                  </a:lnTo>
                  <a:lnTo>
                    <a:pt x="609046" y="126950"/>
                  </a:lnTo>
                  <a:lnTo>
                    <a:pt x="606824" y="119067"/>
                  </a:lnTo>
                  <a:lnTo>
                    <a:pt x="605156" y="113128"/>
                  </a:lnTo>
                  <a:lnTo>
                    <a:pt x="604312" y="110139"/>
                  </a:lnTo>
                  <a:lnTo>
                    <a:pt x="603973" y="110134"/>
                  </a:lnTo>
                  <a:lnTo>
                    <a:pt x="603736" y="110155"/>
                  </a:lnTo>
                  <a:lnTo>
                    <a:pt x="603441" y="110180"/>
                  </a:lnTo>
                  <a:lnTo>
                    <a:pt x="603218" y="110204"/>
                  </a:lnTo>
                  <a:lnTo>
                    <a:pt x="603010" y="110187"/>
                  </a:lnTo>
                  <a:lnTo>
                    <a:pt x="602841" y="110211"/>
                  </a:lnTo>
                  <a:lnTo>
                    <a:pt x="602752" y="110382"/>
                  </a:lnTo>
                  <a:lnTo>
                    <a:pt x="602583" y="110504"/>
                  </a:lnTo>
                  <a:lnTo>
                    <a:pt x="602452" y="110577"/>
                  </a:lnTo>
                  <a:lnTo>
                    <a:pt x="602213" y="110682"/>
                  </a:lnTo>
                  <a:lnTo>
                    <a:pt x="601812" y="110792"/>
                  </a:lnTo>
                  <a:lnTo>
                    <a:pt x="601680" y="110851"/>
                  </a:lnTo>
                  <a:lnTo>
                    <a:pt x="601465" y="110942"/>
                  </a:lnTo>
                  <a:lnTo>
                    <a:pt x="601216" y="110947"/>
                  </a:lnTo>
                  <a:lnTo>
                    <a:pt x="600928" y="110872"/>
                  </a:lnTo>
                  <a:lnTo>
                    <a:pt x="600597" y="110684"/>
                  </a:lnTo>
                  <a:lnTo>
                    <a:pt x="600522" y="110549"/>
                  </a:lnTo>
                  <a:lnTo>
                    <a:pt x="600421" y="110375"/>
                  </a:lnTo>
                  <a:lnTo>
                    <a:pt x="600241" y="110279"/>
                  </a:lnTo>
                  <a:lnTo>
                    <a:pt x="599999" y="110148"/>
                  </a:lnTo>
                  <a:lnTo>
                    <a:pt x="599835" y="110061"/>
                  </a:lnTo>
                  <a:lnTo>
                    <a:pt x="599507" y="110035"/>
                  </a:lnTo>
                  <a:lnTo>
                    <a:pt x="599101" y="109955"/>
                  </a:lnTo>
                  <a:lnTo>
                    <a:pt x="598762" y="109876"/>
                  </a:lnTo>
                  <a:lnTo>
                    <a:pt x="598361" y="110089"/>
                  </a:lnTo>
                  <a:lnTo>
                    <a:pt x="598178" y="110171"/>
                  </a:lnTo>
                  <a:lnTo>
                    <a:pt x="597903" y="110298"/>
                  </a:lnTo>
                  <a:lnTo>
                    <a:pt x="597474" y="110464"/>
                  </a:lnTo>
                  <a:lnTo>
                    <a:pt x="597249" y="110525"/>
                  </a:lnTo>
                  <a:lnTo>
                    <a:pt x="597111" y="110593"/>
                  </a:lnTo>
                  <a:lnTo>
                    <a:pt x="596924" y="110682"/>
                  </a:lnTo>
                  <a:lnTo>
                    <a:pt x="596673" y="110806"/>
                  </a:lnTo>
                  <a:lnTo>
                    <a:pt x="596509" y="111074"/>
                  </a:lnTo>
                  <a:lnTo>
                    <a:pt x="595988" y="111838"/>
                  </a:lnTo>
                  <a:lnTo>
                    <a:pt x="595829" y="112258"/>
                  </a:lnTo>
                  <a:lnTo>
                    <a:pt x="595716" y="112408"/>
                  </a:lnTo>
                  <a:lnTo>
                    <a:pt x="595472" y="112750"/>
                  </a:lnTo>
                  <a:lnTo>
                    <a:pt x="595205" y="112956"/>
                  </a:lnTo>
                  <a:lnTo>
                    <a:pt x="594797" y="113151"/>
                  </a:lnTo>
                  <a:lnTo>
                    <a:pt x="594460" y="113289"/>
                  </a:lnTo>
                  <a:lnTo>
                    <a:pt x="594314" y="113308"/>
                  </a:lnTo>
                  <a:lnTo>
                    <a:pt x="594164" y="113327"/>
                  </a:lnTo>
                  <a:lnTo>
                    <a:pt x="593780" y="113374"/>
                  </a:lnTo>
                  <a:lnTo>
                    <a:pt x="593691" y="113587"/>
                  </a:lnTo>
                  <a:lnTo>
                    <a:pt x="593646" y="114058"/>
                  </a:lnTo>
                  <a:lnTo>
                    <a:pt x="593208" y="114473"/>
                  </a:lnTo>
                  <a:lnTo>
                    <a:pt x="592896" y="114473"/>
                  </a:lnTo>
                  <a:lnTo>
                    <a:pt x="592769" y="114321"/>
                  </a:lnTo>
                  <a:lnTo>
                    <a:pt x="592629" y="114077"/>
                  </a:lnTo>
                  <a:lnTo>
                    <a:pt x="592357" y="113936"/>
                  </a:lnTo>
                  <a:lnTo>
                    <a:pt x="592216" y="114009"/>
                  </a:lnTo>
                  <a:lnTo>
                    <a:pt x="591808" y="114164"/>
                  </a:lnTo>
                  <a:lnTo>
                    <a:pt x="591611" y="114480"/>
                  </a:lnTo>
                  <a:lnTo>
                    <a:pt x="591454" y="114717"/>
                  </a:lnTo>
                  <a:lnTo>
                    <a:pt x="590915" y="114623"/>
                  </a:lnTo>
                  <a:lnTo>
                    <a:pt x="590748" y="114583"/>
                  </a:lnTo>
                  <a:lnTo>
                    <a:pt x="590605" y="114604"/>
                  </a:lnTo>
                  <a:lnTo>
                    <a:pt x="590324" y="114635"/>
                  </a:lnTo>
                  <a:lnTo>
                    <a:pt x="590078" y="115005"/>
                  </a:lnTo>
                  <a:lnTo>
                    <a:pt x="589700" y="115024"/>
                  </a:lnTo>
                  <a:lnTo>
                    <a:pt x="589475" y="115001"/>
                  </a:lnTo>
                  <a:lnTo>
                    <a:pt x="589297" y="115005"/>
                  </a:lnTo>
                  <a:lnTo>
                    <a:pt x="588969" y="114874"/>
                  </a:lnTo>
                  <a:lnTo>
                    <a:pt x="588922" y="114722"/>
                  </a:lnTo>
                  <a:lnTo>
                    <a:pt x="588418" y="114178"/>
                  </a:lnTo>
                  <a:lnTo>
                    <a:pt x="588259" y="114079"/>
                  </a:lnTo>
                  <a:lnTo>
                    <a:pt x="588092" y="113974"/>
                  </a:lnTo>
                  <a:lnTo>
                    <a:pt x="587733" y="113714"/>
                  </a:lnTo>
                  <a:lnTo>
                    <a:pt x="587576" y="113683"/>
                  </a:lnTo>
                  <a:lnTo>
                    <a:pt x="587351" y="113535"/>
                  </a:lnTo>
                  <a:lnTo>
                    <a:pt x="586971" y="113294"/>
                  </a:lnTo>
                  <a:lnTo>
                    <a:pt x="586599" y="113015"/>
                  </a:lnTo>
                  <a:lnTo>
                    <a:pt x="586224" y="112623"/>
                  </a:lnTo>
                  <a:lnTo>
                    <a:pt x="586013" y="112304"/>
                  </a:lnTo>
                  <a:lnTo>
                    <a:pt x="585818" y="112063"/>
                  </a:lnTo>
                  <a:lnTo>
                    <a:pt x="585666" y="111843"/>
                  </a:lnTo>
                  <a:lnTo>
                    <a:pt x="585520" y="111597"/>
                  </a:lnTo>
                  <a:lnTo>
                    <a:pt x="585372" y="111350"/>
                  </a:lnTo>
                  <a:lnTo>
                    <a:pt x="585178" y="111170"/>
                  </a:lnTo>
                  <a:lnTo>
                    <a:pt x="584897" y="110905"/>
                  </a:lnTo>
                  <a:lnTo>
                    <a:pt x="584754" y="110771"/>
                  </a:lnTo>
                  <a:lnTo>
                    <a:pt x="584596" y="110595"/>
                  </a:lnTo>
                  <a:lnTo>
                    <a:pt x="584259" y="110202"/>
                  </a:lnTo>
                  <a:lnTo>
                    <a:pt x="583832" y="109794"/>
                  </a:lnTo>
                  <a:lnTo>
                    <a:pt x="583534" y="109442"/>
                  </a:lnTo>
                  <a:lnTo>
                    <a:pt x="583173" y="109004"/>
                  </a:lnTo>
                  <a:lnTo>
                    <a:pt x="582812" y="108492"/>
                  </a:lnTo>
                  <a:lnTo>
                    <a:pt x="582592" y="108171"/>
                  </a:lnTo>
                  <a:lnTo>
                    <a:pt x="582503" y="107984"/>
                  </a:lnTo>
                  <a:lnTo>
                    <a:pt x="582254" y="107527"/>
                  </a:lnTo>
                  <a:lnTo>
                    <a:pt x="582175" y="107280"/>
                  </a:lnTo>
                  <a:lnTo>
                    <a:pt x="581999" y="106966"/>
                  </a:lnTo>
                  <a:lnTo>
                    <a:pt x="581926" y="106814"/>
                  </a:lnTo>
                  <a:lnTo>
                    <a:pt x="581795" y="106544"/>
                  </a:lnTo>
                  <a:lnTo>
                    <a:pt x="581717" y="106382"/>
                  </a:lnTo>
                  <a:lnTo>
                    <a:pt x="581269" y="105599"/>
                  </a:lnTo>
                  <a:lnTo>
                    <a:pt x="580925" y="105180"/>
                  </a:lnTo>
                  <a:lnTo>
                    <a:pt x="580672" y="105088"/>
                  </a:lnTo>
                  <a:lnTo>
                    <a:pt x="580524" y="105142"/>
                  </a:lnTo>
                  <a:lnTo>
                    <a:pt x="580264" y="105231"/>
                  </a:lnTo>
                  <a:lnTo>
                    <a:pt x="580121" y="105241"/>
                  </a:lnTo>
                  <a:lnTo>
                    <a:pt x="579802" y="104983"/>
                  </a:lnTo>
                  <a:lnTo>
                    <a:pt x="579914" y="104835"/>
                  </a:lnTo>
                  <a:lnTo>
                    <a:pt x="579844" y="104648"/>
                  </a:lnTo>
                  <a:lnTo>
                    <a:pt x="579727" y="104488"/>
                  </a:lnTo>
                  <a:lnTo>
                    <a:pt x="579460" y="104582"/>
                  </a:lnTo>
                  <a:lnTo>
                    <a:pt x="579061" y="104423"/>
                  </a:lnTo>
                  <a:lnTo>
                    <a:pt x="578744" y="104265"/>
                  </a:lnTo>
                  <a:lnTo>
                    <a:pt x="578266" y="104265"/>
                  </a:lnTo>
                  <a:lnTo>
                    <a:pt x="577807" y="104073"/>
                  </a:lnTo>
                  <a:lnTo>
                    <a:pt x="577425" y="103933"/>
                  </a:lnTo>
                  <a:lnTo>
                    <a:pt x="576935" y="103632"/>
                  </a:lnTo>
                  <a:lnTo>
                    <a:pt x="576606" y="103571"/>
                  </a:lnTo>
                  <a:lnTo>
                    <a:pt x="576358" y="103358"/>
                  </a:lnTo>
                  <a:lnTo>
                    <a:pt x="575823" y="103081"/>
                  </a:lnTo>
                  <a:lnTo>
                    <a:pt x="575671" y="103025"/>
                  </a:lnTo>
                  <a:lnTo>
                    <a:pt x="575298" y="103002"/>
                  </a:lnTo>
                  <a:lnTo>
                    <a:pt x="575157" y="103035"/>
                  </a:lnTo>
                  <a:lnTo>
                    <a:pt x="574810" y="102929"/>
                  </a:lnTo>
                  <a:lnTo>
                    <a:pt x="574578" y="102889"/>
                  </a:lnTo>
                  <a:lnTo>
                    <a:pt x="574217" y="102814"/>
                  </a:lnTo>
                  <a:lnTo>
                    <a:pt x="574079" y="102810"/>
                  </a:lnTo>
                  <a:lnTo>
                    <a:pt x="573889" y="102802"/>
                  </a:lnTo>
                  <a:lnTo>
                    <a:pt x="573577" y="102824"/>
                  </a:lnTo>
                  <a:lnTo>
                    <a:pt x="573369" y="102842"/>
                  </a:lnTo>
                  <a:lnTo>
                    <a:pt x="573134" y="102831"/>
                  </a:lnTo>
                  <a:lnTo>
                    <a:pt x="572754" y="102545"/>
                  </a:lnTo>
                  <a:lnTo>
                    <a:pt x="572360" y="101708"/>
                  </a:lnTo>
                  <a:lnTo>
                    <a:pt x="572309" y="101560"/>
                  </a:lnTo>
                  <a:lnTo>
                    <a:pt x="572152" y="101290"/>
                  </a:lnTo>
                  <a:lnTo>
                    <a:pt x="571563" y="100988"/>
                  </a:lnTo>
                  <a:lnTo>
                    <a:pt x="571205" y="100915"/>
                  </a:lnTo>
                  <a:lnTo>
                    <a:pt x="570731" y="100782"/>
                  </a:lnTo>
                  <a:lnTo>
                    <a:pt x="570002" y="100582"/>
                  </a:lnTo>
                  <a:lnTo>
                    <a:pt x="569270" y="100371"/>
                  </a:lnTo>
                  <a:lnTo>
                    <a:pt x="568797" y="100252"/>
                  </a:lnTo>
                  <a:lnTo>
                    <a:pt x="568640" y="100214"/>
                  </a:lnTo>
                  <a:lnTo>
                    <a:pt x="568232" y="100120"/>
                  </a:lnTo>
                  <a:lnTo>
                    <a:pt x="567507" y="99921"/>
                  </a:lnTo>
                  <a:lnTo>
                    <a:pt x="566947" y="99773"/>
                  </a:lnTo>
                  <a:lnTo>
                    <a:pt x="566328" y="99630"/>
                  </a:lnTo>
                  <a:lnTo>
                    <a:pt x="566040" y="99553"/>
                  </a:lnTo>
                  <a:lnTo>
                    <a:pt x="565465" y="99408"/>
                  </a:lnTo>
                  <a:lnTo>
                    <a:pt x="564999" y="99293"/>
                  </a:lnTo>
                  <a:lnTo>
                    <a:pt x="564849" y="99274"/>
                  </a:lnTo>
                  <a:lnTo>
                    <a:pt x="564685" y="99224"/>
                  </a:lnTo>
                  <a:lnTo>
                    <a:pt x="564420" y="99143"/>
                  </a:lnTo>
                  <a:lnTo>
                    <a:pt x="563351" y="98864"/>
                  </a:lnTo>
                  <a:lnTo>
                    <a:pt x="561803" y="98456"/>
                  </a:lnTo>
                  <a:lnTo>
                    <a:pt x="561487" y="98362"/>
                  </a:lnTo>
                  <a:lnTo>
                    <a:pt x="560739" y="98170"/>
                  </a:lnTo>
                  <a:lnTo>
                    <a:pt x="560474" y="98102"/>
                  </a:lnTo>
                  <a:lnTo>
                    <a:pt x="560233" y="98041"/>
                  </a:lnTo>
                  <a:lnTo>
                    <a:pt x="559140" y="97759"/>
                  </a:lnTo>
                  <a:lnTo>
                    <a:pt x="558259" y="97534"/>
                  </a:lnTo>
                  <a:lnTo>
                    <a:pt x="557362" y="97305"/>
                  </a:lnTo>
                  <a:lnTo>
                    <a:pt x="556575" y="97101"/>
                  </a:lnTo>
                  <a:lnTo>
                    <a:pt x="555389" y="96796"/>
                  </a:lnTo>
                  <a:lnTo>
                    <a:pt x="554859" y="96660"/>
                  </a:lnTo>
                  <a:lnTo>
                    <a:pt x="554159" y="96481"/>
                  </a:lnTo>
                  <a:lnTo>
                    <a:pt x="553819" y="96390"/>
                  </a:lnTo>
                  <a:lnTo>
                    <a:pt x="553235" y="96233"/>
                  </a:lnTo>
                  <a:lnTo>
                    <a:pt x="552593" y="96062"/>
                  </a:lnTo>
                  <a:lnTo>
                    <a:pt x="551662" y="95814"/>
                  </a:lnTo>
                  <a:lnTo>
                    <a:pt x="550842" y="95593"/>
                  </a:lnTo>
                  <a:lnTo>
                    <a:pt x="550188" y="95417"/>
                  </a:lnTo>
                  <a:lnTo>
                    <a:pt x="549820" y="95310"/>
                  </a:lnTo>
                  <a:lnTo>
                    <a:pt x="549534" y="95235"/>
                  </a:lnTo>
                  <a:lnTo>
                    <a:pt x="548826" y="95049"/>
                  </a:lnTo>
                  <a:lnTo>
                    <a:pt x="548396" y="94944"/>
                  </a:lnTo>
                  <a:lnTo>
                    <a:pt x="548042" y="94784"/>
                  </a:lnTo>
                  <a:lnTo>
                    <a:pt x="547834" y="94578"/>
                  </a:lnTo>
                  <a:lnTo>
                    <a:pt x="547557" y="94311"/>
                  </a:lnTo>
                  <a:lnTo>
                    <a:pt x="547266" y="94161"/>
                  </a:lnTo>
                  <a:lnTo>
                    <a:pt x="547119" y="94097"/>
                  </a:lnTo>
                  <a:lnTo>
                    <a:pt x="546758" y="93964"/>
                  </a:lnTo>
                  <a:lnTo>
                    <a:pt x="546317" y="93943"/>
                  </a:lnTo>
                  <a:lnTo>
                    <a:pt x="546129" y="93983"/>
                  </a:lnTo>
                  <a:lnTo>
                    <a:pt x="545986" y="94013"/>
                  </a:lnTo>
                  <a:lnTo>
                    <a:pt x="545560" y="94290"/>
                  </a:lnTo>
                  <a:lnTo>
                    <a:pt x="545346" y="94571"/>
                  </a:lnTo>
                  <a:lnTo>
                    <a:pt x="545105" y="94909"/>
                  </a:lnTo>
                  <a:lnTo>
                    <a:pt x="544953" y="95234"/>
                  </a:lnTo>
                  <a:lnTo>
                    <a:pt x="544704" y="95746"/>
                  </a:lnTo>
                  <a:lnTo>
                    <a:pt x="544549" y="96034"/>
                  </a:lnTo>
                  <a:lnTo>
                    <a:pt x="544369" y="96414"/>
                  </a:lnTo>
                  <a:lnTo>
                    <a:pt x="544316" y="96703"/>
                  </a:lnTo>
                  <a:lnTo>
                    <a:pt x="544352" y="96988"/>
                  </a:lnTo>
                  <a:lnTo>
                    <a:pt x="544353" y="97236"/>
                  </a:lnTo>
                  <a:lnTo>
                    <a:pt x="544179" y="97635"/>
                  </a:lnTo>
                  <a:lnTo>
                    <a:pt x="543968" y="97940"/>
                  </a:lnTo>
                  <a:lnTo>
                    <a:pt x="543797" y="98259"/>
                  </a:lnTo>
                  <a:lnTo>
                    <a:pt x="543637" y="98573"/>
                  </a:lnTo>
                  <a:lnTo>
                    <a:pt x="543443" y="98824"/>
                  </a:lnTo>
                  <a:lnTo>
                    <a:pt x="543264" y="99037"/>
                  </a:lnTo>
                  <a:lnTo>
                    <a:pt x="542995" y="99347"/>
                  </a:lnTo>
                  <a:lnTo>
                    <a:pt x="542404" y="99691"/>
                  </a:lnTo>
                  <a:lnTo>
                    <a:pt x="542268" y="99637"/>
                  </a:lnTo>
                  <a:lnTo>
                    <a:pt x="542001" y="99595"/>
                  </a:lnTo>
                  <a:lnTo>
                    <a:pt x="541750" y="99733"/>
                  </a:lnTo>
                  <a:lnTo>
                    <a:pt x="541396" y="99429"/>
                  </a:lnTo>
                  <a:lnTo>
                    <a:pt x="540817" y="99534"/>
                  </a:lnTo>
                  <a:lnTo>
                    <a:pt x="540737" y="100064"/>
                  </a:lnTo>
                  <a:lnTo>
                    <a:pt x="540983" y="100315"/>
                  </a:lnTo>
                  <a:lnTo>
                    <a:pt x="541011" y="100563"/>
                  </a:lnTo>
                  <a:lnTo>
                    <a:pt x="541101" y="101149"/>
                  </a:lnTo>
                  <a:lnTo>
                    <a:pt x="540920" y="101314"/>
                  </a:lnTo>
                  <a:lnTo>
                    <a:pt x="541025" y="101583"/>
                  </a:lnTo>
                  <a:lnTo>
                    <a:pt x="541007" y="101862"/>
                  </a:lnTo>
                  <a:lnTo>
                    <a:pt x="540873" y="101876"/>
                  </a:lnTo>
                  <a:lnTo>
                    <a:pt x="540606" y="101792"/>
                  </a:lnTo>
                  <a:lnTo>
                    <a:pt x="540543" y="102094"/>
                  </a:lnTo>
                  <a:lnTo>
                    <a:pt x="540592" y="102322"/>
                  </a:lnTo>
                  <a:lnTo>
                    <a:pt x="538179" y="102315"/>
                  </a:lnTo>
                  <a:lnTo>
                    <a:pt x="537835" y="102244"/>
                  </a:lnTo>
                  <a:lnTo>
                    <a:pt x="537668" y="102284"/>
                  </a:lnTo>
                  <a:lnTo>
                    <a:pt x="536883" y="102143"/>
                  </a:lnTo>
                  <a:lnTo>
                    <a:pt x="536475" y="102038"/>
                  </a:lnTo>
                  <a:lnTo>
                    <a:pt x="535901" y="101853"/>
                  </a:lnTo>
                  <a:lnTo>
                    <a:pt x="535828" y="101532"/>
                  </a:lnTo>
                  <a:lnTo>
                    <a:pt x="535882" y="100859"/>
                  </a:lnTo>
                  <a:lnTo>
                    <a:pt x="535931" y="100294"/>
                  </a:lnTo>
                  <a:lnTo>
                    <a:pt x="536018" y="99293"/>
                  </a:lnTo>
                  <a:lnTo>
                    <a:pt x="536105" y="98245"/>
                  </a:lnTo>
                  <a:lnTo>
                    <a:pt x="536107" y="97637"/>
                  </a:lnTo>
                  <a:lnTo>
                    <a:pt x="535992" y="97415"/>
                  </a:lnTo>
                  <a:lnTo>
                    <a:pt x="535814" y="97105"/>
                  </a:lnTo>
                  <a:lnTo>
                    <a:pt x="535633" y="96796"/>
                  </a:lnTo>
                  <a:lnTo>
                    <a:pt x="535382" y="96315"/>
                  </a:lnTo>
                  <a:lnTo>
                    <a:pt x="535113" y="95797"/>
                  </a:lnTo>
                  <a:lnTo>
                    <a:pt x="534851" y="95327"/>
                  </a:lnTo>
                  <a:lnTo>
                    <a:pt x="534775" y="95192"/>
                  </a:lnTo>
                  <a:lnTo>
                    <a:pt x="534496" y="94688"/>
                  </a:lnTo>
                  <a:lnTo>
                    <a:pt x="534297" y="93811"/>
                  </a:lnTo>
                  <a:lnTo>
                    <a:pt x="534246" y="93569"/>
                  </a:lnTo>
                  <a:lnTo>
                    <a:pt x="533569" y="93628"/>
                  </a:lnTo>
                  <a:lnTo>
                    <a:pt x="532406" y="93729"/>
                  </a:lnTo>
                  <a:lnTo>
                    <a:pt x="530986" y="93970"/>
                  </a:lnTo>
                  <a:lnTo>
                    <a:pt x="529295" y="94257"/>
                  </a:lnTo>
                  <a:lnTo>
                    <a:pt x="528006" y="94475"/>
                  </a:lnTo>
                  <a:lnTo>
                    <a:pt x="527626" y="94538"/>
                  </a:lnTo>
                  <a:lnTo>
                    <a:pt x="527399" y="94576"/>
                  </a:lnTo>
                  <a:lnTo>
                    <a:pt x="527255" y="94601"/>
                  </a:lnTo>
                  <a:lnTo>
                    <a:pt x="524445" y="95412"/>
                  </a:lnTo>
                  <a:lnTo>
                    <a:pt x="522154" y="95539"/>
                  </a:lnTo>
                  <a:lnTo>
                    <a:pt x="521984" y="95533"/>
                  </a:lnTo>
                  <a:lnTo>
                    <a:pt x="521780" y="95525"/>
                  </a:lnTo>
                  <a:lnTo>
                    <a:pt x="521588" y="95607"/>
                  </a:lnTo>
                  <a:lnTo>
                    <a:pt x="521238" y="95795"/>
                  </a:lnTo>
                  <a:lnTo>
                    <a:pt x="520671" y="95609"/>
                  </a:lnTo>
                  <a:lnTo>
                    <a:pt x="520099" y="95497"/>
                  </a:lnTo>
                  <a:lnTo>
                    <a:pt x="519550" y="94723"/>
                  </a:lnTo>
                  <a:lnTo>
                    <a:pt x="519246" y="94259"/>
                  </a:lnTo>
                  <a:lnTo>
                    <a:pt x="519033" y="93984"/>
                  </a:lnTo>
                  <a:lnTo>
                    <a:pt x="518843" y="93486"/>
                  </a:lnTo>
                  <a:lnTo>
                    <a:pt x="518629" y="92926"/>
                  </a:lnTo>
                  <a:lnTo>
                    <a:pt x="518401" y="92564"/>
                  </a:lnTo>
                  <a:lnTo>
                    <a:pt x="518177" y="92210"/>
                  </a:lnTo>
                  <a:lnTo>
                    <a:pt x="518064" y="92036"/>
                  </a:lnTo>
                  <a:lnTo>
                    <a:pt x="517903" y="91789"/>
                  </a:lnTo>
                  <a:lnTo>
                    <a:pt x="517765" y="91428"/>
                  </a:lnTo>
                  <a:lnTo>
                    <a:pt x="517621" y="91054"/>
                  </a:lnTo>
                  <a:lnTo>
                    <a:pt x="517438" y="90574"/>
                  </a:lnTo>
                  <a:lnTo>
                    <a:pt x="517310" y="90072"/>
                  </a:lnTo>
                  <a:lnTo>
                    <a:pt x="517147" y="89435"/>
                  </a:lnTo>
                  <a:lnTo>
                    <a:pt x="517051" y="89056"/>
                  </a:lnTo>
                  <a:lnTo>
                    <a:pt x="516907" y="88494"/>
                  </a:lnTo>
                  <a:lnTo>
                    <a:pt x="516818" y="88145"/>
                  </a:lnTo>
                  <a:lnTo>
                    <a:pt x="516686" y="87626"/>
                  </a:lnTo>
                  <a:lnTo>
                    <a:pt x="516383" y="86461"/>
                  </a:lnTo>
                  <a:lnTo>
                    <a:pt x="515987" y="85092"/>
                  </a:lnTo>
                  <a:lnTo>
                    <a:pt x="515856" y="84635"/>
                  </a:lnTo>
                  <a:lnTo>
                    <a:pt x="515525" y="83859"/>
                  </a:lnTo>
                  <a:lnTo>
                    <a:pt x="515141" y="82900"/>
                  </a:lnTo>
                  <a:lnTo>
                    <a:pt x="514953" y="82429"/>
                  </a:lnTo>
                  <a:lnTo>
                    <a:pt x="514827" y="82110"/>
                  </a:lnTo>
                  <a:lnTo>
                    <a:pt x="514627" y="81606"/>
                  </a:lnTo>
                  <a:lnTo>
                    <a:pt x="514226" y="80600"/>
                  </a:lnTo>
                  <a:lnTo>
                    <a:pt x="513901" y="79789"/>
                  </a:lnTo>
                  <a:lnTo>
                    <a:pt x="513598" y="79022"/>
                  </a:lnTo>
                  <a:lnTo>
                    <a:pt x="513173" y="77928"/>
                  </a:lnTo>
                  <a:lnTo>
                    <a:pt x="510205" y="73339"/>
                  </a:lnTo>
                  <a:lnTo>
                    <a:pt x="509786" y="72925"/>
                  </a:lnTo>
                  <a:lnTo>
                    <a:pt x="499598" y="62480"/>
                  </a:lnTo>
                  <a:lnTo>
                    <a:pt x="498515" y="60828"/>
                  </a:lnTo>
                  <a:lnTo>
                    <a:pt x="491060" y="54336"/>
                  </a:lnTo>
                  <a:lnTo>
                    <a:pt x="490857" y="53802"/>
                  </a:lnTo>
                  <a:lnTo>
                    <a:pt x="490273" y="52524"/>
                  </a:lnTo>
                  <a:lnTo>
                    <a:pt x="490091" y="52322"/>
                  </a:lnTo>
                  <a:lnTo>
                    <a:pt x="489935" y="52142"/>
                  </a:lnTo>
                  <a:lnTo>
                    <a:pt x="489706" y="52018"/>
                  </a:lnTo>
                  <a:lnTo>
                    <a:pt x="489566" y="52062"/>
                  </a:lnTo>
                  <a:lnTo>
                    <a:pt x="489357" y="52212"/>
                  </a:lnTo>
                  <a:lnTo>
                    <a:pt x="489248" y="52389"/>
                  </a:lnTo>
                  <a:lnTo>
                    <a:pt x="486738" y="51684"/>
                  </a:lnTo>
                  <a:lnTo>
                    <a:pt x="485962" y="51487"/>
                  </a:lnTo>
                  <a:lnTo>
                    <a:pt x="485988" y="51254"/>
                  </a:lnTo>
                  <a:lnTo>
                    <a:pt x="485898" y="46098"/>
                  </a:lnTo>
                  <a:lnTo>
                    <a:pt x="485642" y="45017"/>
                  </a:lnTo>
                  <a:lnTo>
                    <a:pt x="485285" y="44294"/>
                  </a:lnTo>
                  <a:lnTo>
                    <a:pt x="485265" y="43717"/>
                  </a:lnTo>
                  <a:lnTo>
                    <a:pt x="485236" y="42868"/>
                  </a:lnTo>
                  <a:lnTo>
                    <a:pt x="480741" y="40932"/>
                  </a:lnTo>
                  <a:lnTo>
                    <a:pt x="480452" y="40860"/>
                  </a:lnTo>
                  <a:lnTo>
                    <a:pt x="480201" y="40924"/>
                  </a:lnTo>
                  <a:lnTo>
                    <a:pt x="480041" y="40968"/>
                  </a:lnTo>
                  <a:lnTo>
                    <a:pt x="479551" y="40919"/>
                  </a:lnTo>
                  <a:lnTo>
                    <a:pt x="479555" y="40496"/>
                  </a:lnTo>
                  <a:lnTo>
                    <a:pt x="479559" y="40315"/>
                  </a:lnTo>
                  <a:lnTo>
                    <a:pt x="479910" y="34956"/>
                  </a:lnTo>
                  <a:lnTo>
                    <a:pt x="479539" y="33762"/>
                  </a:lnTo>
                  <a:lnTo>
                    <a:pt x="479231" y="32756"/>
                  </a:lnTo>
                  <a:lnTo>
                    <a:pt x="478789" y="31946"/>
                  </a:lnTo>
                  <a:lnTo>
                    <a:pt x="478286" y="31484"/>
                  </a:lnTo>
                  <a:lnTo>
                    <a:pt x="477493" y="30610"/>
                  </a:lnTo>
                  <a:lnTo>
                    <a:pt x="476682" y="29727"/>
                  </a:lnTo>
                  <a:lnTo>
                    <a:pt x="476517" y="29334"/>
                  </a:lnTo>
                  <a:lnTo>
                    <a:pt x="476439" y="29061"/>
                  </a:lnTo>
                  <a:lnTo>
                    <a:pt x="476449" y="28753"/>
                  </a:lnTo>
                  <a:lnTo>
                    <a:pt x="476648" y="28153"/>
                  </a:lnTo>
                  <a:lnTo>
                    <a:pt x="476621" y="26959"/>
                  </a:lnTo>
                  <a:lnTo>
                    <a:pt x="476609" y="26404"/>
                  </a:lnTo>
                  <a:lnTo>
                    <a:pt x="476591" y="25576"/>
                  </a:lnTo>
                  <a:lnTo>
                    <a:pt x="476580" y="25072"/>
                  </a:lnTo>
                  <a:lnTo>
                    <a:pt x="476560" y="24148"/>
                  </a:lnTo>
                  <a:lnTo>
                    <a:pt x="476487" y="20844"/>
                  </a:lnTo>
                  <a:lnTo>
                    <a:pt x="475251" y="20314"/>
                  </a:lnTo>
                  <a:lnTo>
                    <a:pt x="474747" y="20079"/>
                  </a:lnTo>
                  <a:lnTo>
                    <a:pt x="474409" y="19909"/>
                  </a:lnTo>
                  <a:lnTo>
                    <a:pt x="474249" y="19966"/>
                  </a:lnTo>
                  <a:lnTo>
                    <a:pt x="473994" y="19886"/>
                  </a:lnTo>
                  <a:lnTo>
                    <a:pt x="473417" y="20303"/>
                  </a:lnTo>
                  <a:lnTo>
                    <a:pt x="473178" y="20130"/>
                  </a:lnTo>
                  <a:lnTo>
                    <a:pt x="473004" y="19991"/>
                  </a:lnTo>
                  <a:lnTo>
                    <a:pt x="473044" y="19846"/>
                  </a:lnTo>
                  <a:lnTo>
                    <a:pt x="473279" y="19532"/>
                  </a:lnTo>
                  <a:lnTo>
                    <a:pt x="473426" y="19525"/>
                  </a:lnTo>
                  <a:lnTo>
                    <a:pt x="473412" y="19267"/>
                  </a:lnTo>
                  <a:lnTo>
                    <a:pt x="472868" y="18608"/>
                  </a:lnTo>
                  <a:lnTo>
                    <a:pt x="472561" y="18238"/>
                  </a:lnTo>
                  <a:lnTo>
                    <a:pt x="472540" y="18071"/>
                  </a:lnTo>
                  <a:lnTo>
                    <a:pt x="472471" y="17468"/>
                  </a:lnTo>
                  <a:lnTo>
                    <a:pt x="472418" y="17103"/>
                  </a:lnTo>
                  <a:lnTo>
                    <a:pt x="472120" y="16818"/>
                  </a:lnTo>
                  <a:lnTo>
                    <a:pt x="465529" y="15491"/>
                  </a:lnTo>
                  <a:lnTo>
                    <a:pt x="462759" y="14930"/>
                  </a:lnTo>
                  <a:lnTo>
                    <a:pt x="455964" y="10738"/>
                  </a:lnTo>
                  <a:lnTo>
                    <a:pt x="455740" y="10600"/>
                  </a:lnTo>
                  <a:lnTo>
                    <a:pt x="451000" y="7675"/>
                  </a:lnTo>
                  <a:lnTo>
                    <a:pt x="449975" y="7043"/>
                  </a:lnTo>
                  <a:lnTo>
                    <a:pt x="449384" y="6382"/>
                  </a:lnTo>
                  <a:lnTo>
                    <a:pt x="448986" y="6396"/>
                  </a:lnTo>
                  <a:lnTo>
                    <a:pt x="448104" y="6425"/>
                  </a:lnTo>
                  <a:lnTo>
                    <a:pt x="441389" y="6648"/>
                  </a:lnTo>
                  <a:lnTo>
                    <a:pt x="440107" y="6691"/>
                  </a:lnTo>
                  <a:lnTo>
                    <a:pt x="436916" y="7676"/>
                  </a:lnTo>
                  <a:lnTo>
                    <a:pt x="434940" y="8717"/>
                  </a:lnTo>
                  <a:lnTo>
                    <a:pt x="432811" y="9823"/>
                  </a:lnTo>
                  <a:lnTo>
                    <a:pt x="432215" y="10554"/>
                  </a:lnTo>
                  <a:lnTo>
                    <a:pt x="425996" y="18180"/>
                  </a:lnTo>
                  <a:lnTo>
                    <a:pt x="423405" y="16775"/>
                  </a:lnTo>
                  <a:lnTo>
                    <a:pt x="423157" y="14637"/>
                  </a:lnTo>
                  <a:lnTo>
                    <a:pt x="422923" y="12595"/>
                  </a:lnTo>
                  <a:lnTo>
                    <a:pt x="418319" y="9901"/>
                  </a:lnTo>
                  <a:lnTo>
                    <a:pt x="415645" y="9338"/>
                  </a:lnTo>
                  <a:lnTo>
                    <a:pt x="409172" y="12257"/>
                  </a:lnTo>
                  <a:lnTo>
                    <a:pt x="408807" y="12231"/>
                  </a:lnTo>
                  <a:lnTo>
                    <a:pt x="408624" y="12206"/>
                  </a:lnTo>
                  <a:lnTo>
                    <a:pt x="396299" y="7962"/>
                  </a:lnTo>
                  <a:lnTo>
                    <a:pt x="391104" y="6215"/>
                  </a:lnTo>
                  <a:lnTo>
                    <a:pt x="385080" y="4268"/>
                  </a:lnTo>
                  <a:lnTo>
                    <a:pt x="384907" y="4213"/>
                  </a:lnTo>
                  <a:lnTo>
                    <a:pt x="381792" y="3210"/>
                  </a:lnTo>
                  <a:lnTo>
                    <a:pt x="377117" y="1733"/>
                  </a:lnTo>
                  <a:lnTo>
                    <a:pt x="371229" y="1341"/>
                  </a:lnTo>
                  <a:lnTo>
                    <a:pt x="366772" y="1032"/>
                  </a:lnTo>
                  <a:lnTo>
                    <a:pt x="366588" y="1058"/>
                  </a:lnTo>
                  <a:lnTo>
                    <a:pt x="364374" y="1322"/>
                  </a:lnTo>
                  <a:lnTo>
                    <a:pt x="364222" y="1336"/>
                  </a:lnTo>
                  <a:lnTo>
                    <a:pt x="362833" y="1465"/>
                  </a:lnTo>
                  <a:lnTo>
                    <a:pt x="361127" y="1736"/>
                  </a:lnTo>
                  <a:lnTo>
                    <a:pt x="361023" y="1420"/>
                  </a:lnTo>
                  <a:lnTo>
                    <a:pt x="360920" y="1163"/>
                  </a:lnTo>
                  <a:lnTo>
                    <a:pt x="359337" y="0"/>
                  </a:lnTo>
                  <a:lnTo>
                    <a:pt x="358894" y="307"/>
                  </a:lnTo>
                  <a:lnTo>
                    <a:pt x="358597" y="441"/>
                  </a:lnTo>
                  <a:lnTo>
                    <a:pt x="358241" y="687"/>
                  </a:lnTo>
                  <a:lnTo>
                    <a:pt x="358035" y="806"/>
                  </a:lnTo>
                  <a:lnTo>
                    <a:pt x="357509" y="1134"/>
                  </a:lnTo>
                  <a:lnTo>
                    <a:pt x="357236" y="1298"/>
                  </a:lnTo>
                  <a:lnTo>
                    <a:pt x="357526" y="2710"/>
                  </a:lnTo>
                  <a:lnTo>
                    <a:pt x="357357" y="2792"/>
                  </a:lnTo>
                  <a:lnTo>
                    <a:pt x="357044" y="2938"/>
                  </a:lnTo>
                  <a:lnTo>
                    <a:pt x="356779" y="3024"/>
                  </a:lnTo>
                  <a:lnTo>
                    <a:pt x="356589" y="3048"/>
                  </a:lnTo>
                  <a:lnTo>
                    <a:pt x="355903" y="3136"/>
                  </a:lnTo>
                  <a:lnTo>
                    <a:pt x="355869" y="2887"/>
                  </a:lnTo>
                  <a:lnTo>
                    <a:pt x="355748" y="2636"/>
                  </a:lnTo>
                  <a:lnTo>
                    <a:pt x="355683" y="2197"/>
                  </a:lnTo>
                  <a:lnTo>
                    <a:pt x="355500" y="2477"/>
                  </a:lnTo>
                  <a:lnTo>
                    <a:pt x="355474" y="2735"/>
                  </a:lnTo>
                  <a:lnTo>
                    <a:pt x="355410" y="3548"/>
                  </a:lnTo>
                  <a:lnTo>
                    <a:pt x="355430" y="3882"/>
                  </a:lnTo>
                  <a:lnTo>
                    <a:pt x="355447" y="4318"/>
                  </a:lnTo>
                  <a:lnTo>
                    <a:pt x="355458" y="4546"/>
                  </a:lnTo>
                  <a:lnTo>
                    <a:pt x="355491" y="4759"/>
                  </a:lnTo>
                  <a:lnTo>
                    <a:pt x="354206" y="5743"/>
                  </a:lnTo>
                  <a:lnTo>
                    <a:pt x="353963" y="5889"/>
                  </a:lnTo>
                  <a:lnTo>
                    <a:pt x="353941" y="6179"/>
                  </a:lnTo>
                  <a:lnTo>
                    <a:pt x="353662" y="6941"/>
                  </a:lnTo>
                  <a:lnTo>
                    <a:pt x="352876" y="7400"/>
                  </a:lnTo>
                  <a:lnTo>
                    <a:pt x="351889" y="7974"/>
                  </a:lnTo>
                  <a:lnTo>
                    <a:pt x="350414" y="10671"/>
                  </a:lnTo>
                  <a:lnTo>
                    <a:pt x="349230" y="15038"/>
                  </a:lnTo>
                  <a:lnTo>
                    <a:pt x="348178" y="16429"/>
                  </a:lnTo>
                  <a:lnTo>
                    <a:pt x="347124" y="17832"/>
                  </a:lnTo>
                  <a:lnTo>
                    <a:pt x="346905" y="18501"/>
                  </a:lnTo>
                  <a:lnTo>
                    <a:pt x="346514" y="19699"/>
                  </a:lnTo>
                  <a:lnTo>
                    <a:pt x="346090" y="20994"/>
                  </a:lnTo>
                  <a:lnTo>
                    <a:pt x="345883" y="21626"/>
                  </a:lnTo>
                  <a:lnTo>
                    <a:pt x="345603" y="22484"/>
                  </a:lnTo>
                  <a:lnTo>
                    <a:pt x="345215" y="23528"/>
                  </a:lnTo>
                  <a:lnTo>
                    <a:pt x="345209" y="23833"/>
                  </a:lnTo>
                  <a:lnTo>
                    <a:pt x="344781" y="23898"/>
                  </a:lnTo>
                  <a:lnTo>
                    <a:pt x="344507" y="23923"/>
                  </a:lnTo>
                  <a:lnTo>
                    <a:pt x="344199" y="23966"/>
                  </a:lnTo>
                  <a:lnTo>
                    <a:pt x="343448" y="24080"/>
                  </a:lnTo>
                  <a:lnTo>
                    <a:pt x="342995" y="24186"/>
                  </a:lnTo>
                  <a:lnTo>
                    <a:pt x="342768" y="24341"/>
                  </a:lnTo>
                  <a:lnTo>
                    <a:pt x="341839" y="24979"/>
                  </a:lnTo>
                  <a:lnTo>
                    <a:pt x="341264" y="25868"/>
                  </a:lnTo>
                  <a:lnTo>
                    <a:pt x="340739" y="26678"/>
                  </a:lnTo>
                  <a:lnTo>
                    <a:pt x="339874" y="27209"/>
                  </a:lnTo>
                  <a:lnTo>
                    <a:pt x="339177" y="27637"/>
                  </a:lnTo>
                  <a:lnTo>
                    <a:pt x="339213" y="29081"/>
                  </a:lnTo>
                  <a:lnTo>
                    <a:pt x="339247" y="29678"/>
                  </a:lnTo>
                  <a:lnTo>
                    <a:pt x="339276" y="29845"/>
                  </a:lnTo>
                  <a:lnTo>
                    <a:pt x="339480" y="30258"/>
                  </a:lnTo>
                  <a:lnTo>
                    <a:pt x="339608" y="30861"/>
                  </a:lnTo>
                  <a:lnTo>
                    <a:pt x="339598" y="31091"/>
                  </a:lnTo>
                  <a:lnTo>
                    <a:pt x="339608" y="31220"/>
                  </a:lnTo>
                  <a:lnTo>
                    <a:pt x="340123" y="32210"/>
                  </a:lnTo>
                  <a:lnTo>
                    <a:pt x="340173" y="32452"/>
                  </a:lnTo>
                  <a:lnTo>
                    <a:pt x="336105" y="34607"/>
                  </a:lnTo>
                  <a:lnTo>
                    <a:pt x="337159" y="40013"/>
                  </a:lnTo>
                  <a:lnTo>
                    <a:pt x="337356" y="41023"/>
                  </a:lnTo>
                  <a:lnTo>
                    <a:pt x="337334" y="41330"/>
                  </a:lnTo>
                  <a:lnTo>
                    <a:pt x="338421" y="46485"/>
                  </a:lnTo>
                  <a:lnTo>
                    <a:pt x="338946" y="49230"/>
                  </a:lnTo>
                  <a:lnTo>
                    <a:pt x="339208" y="50172"/>
                  </a:lnTo>
                  <a:lnTo>
                    <a:pt x="339853" y="52470"/>
                  </a:lnTo>
                  <a:lnTo>
                    <a:pt x="340695" y="55470"/>
                  </a:lnTo>
                  <a:lnTo>
                    <a:pt x="343142" y="64283"/>
                  </a:lnTo>
                  <a:lnTo>
                    <a:pt x="344569" y="69424"/>
                  </a:lnTo>
                  <a:lnTo>
                    <a:pt x="343591" y="69778"/>
                  </a:lnTo>
                  <a:lnTo>
                    <a:pt x="342693" y="70104"/>
                  </a:lnTo>
                  <a:lnTo>
                    <a:pt x="341535" y="70526"/>
                  </a:lnTo>
                  <a:lnTo>
                    <a:pt x="340787" y="70795"/>
                  </a:lnTo>
                  <a:lnTo>
                    <a:pt x="339805" y="71154"/>
                  </a:lnTo>
                  <a:lnTo>
                    <a:pt x="339258" y="71351"/>
                  </a:lnTo>
                  <a:lnTo>
                    <a:pt x="338637" y="71576"/>
                  </a:lnTo>
                  <a:lnTo>
                    <a:pt x="337718" y="71909"/>
                  </a:lnTo>
                  <a:lnTo>
                    <a:pt x="336865" y="72218"/>
                  </a:lnTo>
                  <a:lnTo>
                    <a:pt x="334457" y="73093"/>
                  </a:lnTo>
                  <a:lnTo>
                    <a:pt x="329067" y="75050"/>
                  </a:lnTo>
                  <a:lnTo>
                    <a:pt x="328858" y="75125"/>
                  </a:lnTo>
                  <a:lnTo>
                    <a:pt x="328286" y="75334"/>
                  </a:lnTo>
                  <a:lnTo>
                    <a:pt x="327925" y="75465"/>
                  </a:lnTo>
                  <a:lnTo>
                    <a:pt x="327602" y="75580"/>
                  </a:lnTo>
                  <a:lnTo>
                    <a:pt x="326894" y="75838"/>
                  </a:lnTo>
                  <a:lnTo>
                    <a:pt x="326333" y="76042"/>
                  </a:lnTo>
                  <a:lnTo>
                    <a:pt x="326329" y="76197"/>
                  </a:lnTo>
                  <a:lnTo>
                    <a:pt x="326308" y="76935"/>
                  </a:lnTo>
                  <a:lnTo>
                    <a:pt x="326263" y="78335"/>
                  </a:lnTo>
                  <a:lnTo>
                    <a:pt x="326230" y="79397"/>
                  </a:lnTo>
                  <a:lnTo>
                    <a:pt x="326150" y="80290"/>
                  </a:lnTo>
                  <a:lnTo>
                    <a:pt x="323344" y="86815"/>
                  </a:lnTo>
                  <a:lnTo>
                    <a:pt x="319924" y="88791"/>
                  </a:lnTo>
                  <a:lnTo>
                    <a:pt x="319457" y="89061"/>
                  </a:lnTo>
                  <a:lnTo>
                    <a:pt x="319012" y="89318"/>
                  </a:lnTo>
                  <a:lnTo>
                    <a:pt x="311997" y="84114"/>
                  </a:lnTo>
                  <a:lnTo>
                    <a:pt x="311606" y="84826"/>
                  </a:lnTo>
                  <a:lnTo>
                    <a:pt x="311036" y="85888"/>
                  </a:lnTo>
                  <a:lnTo>
                    <a:pt x="310670" y="86533"/>
                  </a:lnTo>
                  <a:lnTo>
                    <a:pt x="310595" y="86671"/>
                  </a:lnTo>
                  <a:lnTo>
                    <a:pt x="310462" y="86936"/>
                  </a:lnTo>
                  <a:lnTo>
                    <a:pt x="310288" y="87227"/>
                  </a:lnTo>
                  <a:lnTo>
                    <a:pt x="310157" y="87501"/>
                  </a:lnTo>
                  <a:lnTo>
                    <a:pt x="310002" y="87736"/>
                  </a:lnTo>
                  <a:lnTo>
                    <a:pt x="309868" y="88017"/>
                  </a:lnTo>
                  <a:lnTo>
                    <a:pt x="309758" y="88219"/>
                  </a:lnTo>
                  <a:lnTo>
                    <a:pt x="309540" y="88606"/>
                  </a:lnTo>
                  <a:lnTo>
                    <a:pt x="309547" y="89002"/>
                  </a:lnTo>
                  <a:lnTo>
                    <a:pt x="309833" y="89077"/>
                  </a:lnTo>
                  <a:lnTo>
                    <a:pt x="310265" y="89478"/>
                  </a:lnTo>
                  <a:lnTo>
                    <a:pt x="310330" y="89656"/>
                  </a:lnTo>
                  <a:lnTo>
                    <a:pt x="310858" y="89930"/>
                  </a:lnTo>
                  <a:lnTo>
                    <a:pt x="311362" y="89855"/>
                  </a:lnTo>
                  <a:lnTo>
                    <a:pt x="311493" y="89893"/>
                  </a:lnTo>
                  <a:lnTo>
                    <a:pt x="311978" y="90415"/>
                  </a:lnTo>
                  <a:lnTo>
                    <a:pt x="311990" y="90685"/>
                  </a:lnTo>
                  <a:lnTo>
                    <a:pt x="312236" y="91067"/>
                  </a:lnTo>
                  <a:lnTo>
                    <a:pt x="311934" y="91485"/>
                  </a:lnTo>
                  <a:lnTo>
                    <a:pt x="311967" y="91653"/>
                  </a:lnTo>
                  <a:lnTo>
                    <a:pt x="312271" y="91836"/>
                  </a:lnTo>
                  <a:lnTo>
                    <a:pt x="312407" y="91895"/>
                  </a:lnTo>
                  <a:lnTo>
                    <a:pt x="312590" y="91970"/>
                  </a:lnTo>
                  <a:lnTo>
                    <a:pt x="312860" y="92031"/>
                  </a:lnTo>
                  <a:lnTo>
                    <a:pt x="313055" y="92111"/>
                  </a:lnTo>
                  <a:lnTo>
                    <a:pt x="313205" y="92230"/>
                  </a:lnTo>
                  <a:lnTo>
                    <a:pt x="313190" y="92439"/>
                  </a:lnTo>
                  <a:lnTo>
                    <a:pt x="313022" y="92575"/>
                  </a:lnTo>
                  <a:lnTo>
                    <a:pt x="312684" y="92624"/>
                  </a:lnTo>
                  <a:lnTo>
                    <a:pt x="312478" y="92612"/>
                  </a:lnTo>
                  <a:lnTo>
                    <a:pt x="312218" y="92577"/>
                  </a:lnTo>
                  <a:lnTo>
                    <a:pt x="312025" y="92526"/>
                  </a:lnTo>
                  <a:lnTo>
                    <a:pt x="311601" y="92429"/>
                  </a:lnTo>
                  <a:lnTo>
                    <a:pt x="311242" y="92361"/>
                  </a:lnTo>
                  <a:lnTo>
                    <a:pt x="311099" y="92364"/>
                  </a:lnTo>
                  <a:lnTo>
                    <a:pt x="310966" y="92406"/>
                  </a:lnTo>
                  <a:lnTo>
                    <a:pt x="310766" y="92469"/>
                  </a:lnTo>
                  <a:lnTo>
                    <a:pt x="310579" y="92931"/>
                  </a:lnTo>
                  <a:lnTo>
                    <a:pt x="310523" y="93156"/>
                  </a:lnTo>
                  <a:lnTo>
                    <a:pt x="310469" y="93362"/>
                  </a:lnTo>
                  <a:lnTo>
                    <a:pt x="310523" y="93656"/>
                  </a:lnTo>
                  <a:lnTo>
                    <a:pt x="310518" y="93970"/>
                  </a:lnTo>
                  <a:lnTo>
                    <a:pt x="310522" y="94101"/>
                  </a:lnTo>
                  <a:lnTo>
                    <a:pt x="310612" y="94638"/>
                  </a:lnTo>
                  <a:lnTo>
                    <a:pt x="310572" y="94809"/>
                  </a:lnTo>
                  <a:lnTo>
                    <a:pt x="310855" y="95740"/>
                  </a:lnTo>
                  <a:lnTo>
                    <a:pt x="310937" y="95951"/>
                  </a:lnTo>
                  <a:lnTo>
                    <a:pt x="311015" y="96122"/>
                  </a:lnTo>
                  <a:lnTo>
                    <a:pt x="310609" y="96884"/>
                  </a:lnTo>
                  <a:lnTo>
                    <a:pt x="310201" y="97273"/>
                  </a:lnTo>
                  <a:lnTo>
                    <a:pt x="310333" y="97665"/>
                  </a:lnTo>
                  <a:lnTo>
                    <a:pt x="310344" y="98150"/>
                  </a:lnTo>
                  <a:lnTo>
                    <a:pt x="310243" y="98459"/>
                  </a:lnTo>
                  <a:lnTo>
                    <a:pt x="309979" y="98670"/>
                  </a:lnTo>
                  <a:lnTo>
                    <a:pt x="309843" y="98724"/>
                  </a:lnTo>
                  <a:lnTo>
                    <a:pt x="309603" y="98809"/>
                  </a:lnTo>
                  <a:lnTo>
                    <a:pt x="309451" y="99038"/>
                  </a:lnTo>
                  <a:lnTo>
                    <a:pt x="309437" y="99364"/>
                  </a:lnTo>
                  <a:lnTo>
                    <a:pt x="309374" y="99632"/>
                  </a:lnTo>
                  <a:lnTo>
                    <a:pt x="309219" y="100075"/>
                  </a:lnTo>
                  <a:lnTo>
                    <a:pt x="309224" y="100232"/>
                  </a:lnTo>
                  <a:lnTo>
                    <a:pt x="309230" y="100387"/>
                  </a:lnTo>
                  <a:lnTo>
                    <a:pt x="309024" y="100466"/>
                  </a:lnTo>
                  <a:lnTo>
                    <a:pt x="308715" y="100663"/>
                  </a:lnTo>
                  <a:lnTo>
                    <a:pt x="308523" y="100778"/>
                  </a:lnTo>
                  <a:lnTo>
                    <a:pt x="308279" y="100886"/>
                  </a:lnTo>
                  <a:lnTo>
                    <a:pt x="307364" y="101505"/>
                  </a:lnTo>
                  <a:lnTo>
                    <a:pt x="306982" y="101840"/>
                  </a:lnTo>
                  <a:lnTo>
                    <a:pt x="306778" y="102042"/>
                  </a:lnTo>
                  <a:lnTo>
                    <a:pt x="306307" y="102309"/>
                  </a:lnTo>
                  <a:lnTo>
                    <a:pt x="306124" y="102475"/>
                  </a:lnTo>
                  <a:lnTo>
                    <a:pt x="305618" y="102944"/>
                  </a:lnTo>
                  <a:lnTo>
                    <a:pt x="304766" y="102981"/>
                  </a:lnTo>
                  <a:lnTo>
                    <a:pt x="304211" y="103019"/>
                  </a:lnTo>
                  <a:lnTo>
                    <a:pt x="303289" y="103080"/>
                  </a:lnTo>
                  <a:lnTo>
                    <a:pt x="302089" y="103157"/>
                  </a:lnTo>
                  <a:lnTo>
                    <a:pt x="301550" y="103195"/>
                  </a:lnTo>
                  <a:lnTo>
                    <a:pt x="299944" y="103302"/>
                  </a:lnTo>
                  <a:lnTo>
                    <a:pt x="298286" y="103413"/>
                  </a:lnTo>
                  <a:lnTo>
                    <a:pt x="296737" y="103516"/>
                  </a:lnTo>
                  <a:lnTo>
                    <a:pt x="295630" y="103588"/>
                  </a:lnTo>
                  <a:lnTo>
                    <a:pt x="293028" y="104543"/>
                  </a:lnTo>
                  <a:lnTo>
                    <a:pt x="292372" y="104782"/>
                  </a:lnTo>
                  <a:lnTo>
                    <a:pt x="291961" y="104962"/>
                  </a:lnTo>
                  <a:lnTo>
                    <a:pt x="291797" y="105030"/>
                  </a:lnTo>
                  <a:lnTo>
                    <a:pt x="289736" y="105895"/>
                  </a:lnTo>
                  <a:lnTo>
                    <a:pt x="287469" y="106847"/>
                  </a:lnTo>
                  <a:lnTo>
                    <a:pt x="284998" y="107881"/>
                  </a:lnTo>
                  <a:lnTo>
                    <a:pt x="284163" y="108137"/>
                  </a:lnTo>
                  <a:lnTo>
                    <a:pt x="281855" y="109087"/>
                  </a:lnTo>
                  <a:lnTo>
                    <a:pt x="281275" y="109332"/>
                  </a:lnTo>
                  <a:lnTo>
                    <a:pt x="280946" y="109472"/>
                  </a:lnTo>
                  <a:lnTo>
                    <a:pt x="278443" y="107758"/>
                  </a:lnTo>
                  <a:lnTo>
                    <a:pt x="276994" y="106774"/>
                  </a:lnTo>
                  <a:lnTo>
                    <a:pt x="276642" y="106528"/>
                  </a:lnTo>
                  <a:lnTo>
                    <a:pt x="275082" y="105461"/>
                  </a:lnTo>
                  <a:lnTo>
                    <a:pt x="274607" y="105286"/>
                  </a:lnTo>
                  <a:lnTo>
                    <a:pt x="274117" y="104955"/>
                  </a:lnTo>
                  <a:lnTo>
                    <a:pt x="272178" y="103645"/>
                  </a:lnTo>
                  <a:lnTo>
                    <a:pt x="271735" y="103345"/>
                  </a:lnTo>
                  <a:lnTo>
                    <a:pt x="271266" y="103030"/>
                  </a:lnTo>
                  <a:lnTo>
                    <a:pt x="270891" y="102775"/>
                  </a:lnTo>
                  <a:lnTo>
                    <a:pt x="270687" y="102529"/>
                  </a:lnTo>
                  <a:lnTo>
                    <a:pt x="270340" y="102104"/>
                  </a:lnTo>
                  <a:lnTo>
                    <a:pt x="269808" y="101455"/>
                  </a:lnTo>
                  <a:lnTo>
                    <a:pt x="269557" y="101150"/>
                  </a:lnTo>
                  <a:lnTo>
                    <a:pt x="269279" y="100813"/>
                  </a:lnTo>
                  <a:lnTo>
                    <a:pt x="268889" y="100339"/>
                  </a:lnTo>
                  <a:lnTo>
                    <a:pt x="268608" y="99997"/>
                  </a:lnTo>
                  <a:lnTo>
                    <a:pt x="268301" y="99624"/>
                  </a:lnTo>
                  <a:lnTo>
                    <a:pt x="267926" y="99167"/>
                  </a:lnTo>
                  <a:lnTo>
                    <a:pt x="267750" y="98949"/>
                  </a:lnTo>
                  <a:lnTo>
                    <a:pt x="267424" y="98740"/>
                  </a:lnTo>
                  <a:lnTo>
                    <a:pt x="266925" y="98466"/>
                  </a:lnTo>
                  <a:lnTo>
                    <a:pt x="266425" y="98194"/>
                  </a:lnTo>
                  <a:lnTo>
                    <a:pt x="266053" y="97985"/>
                  </a:lnTo>
                  <a:lnTo>
                    <a:pt x="265792" y="97842"/>
                  </a:lnTo>
                  <a:lnTo>
                    <a:pt x="265422" y="97638"/>
                  </a:lnTo>
                  <a:lnTo>
                    <a:pt x="264777" y="97282"/>
                  </a:lnTo>
                  <a:lnTo>
                    <a:pt x="264529" y="97146"/>
                  </a:lnTo>
                  <a:lnTo>
                    <a:pt x="264032" y="96872"/>
                  </a:lnTo>
                  <a:lnTo>
                    <a:pt x="263469" y="96562"/>
                  </a:lnTo>
                  <a:lnTo>
                    <a:pt x="263012" y="96311"/>
                  </a:lnTo>
                  <a:lnTo>
                    <a:pt x="262534" y="96046"/>
                  </a:lnTo>
                  <a:lnTo>
                    <a:pt x="261997" y="95751"/>
                  </a:lnTo>
                  <a:lnTo>
                    <a:pt x="261521" y="95488"/>
                  </a:lnTo>
                  <a:lnTo>
                    <a:pt x="261078" y="95244"/>
                  </a:lnTo>
                  <a:lnTo>
                    <a:pt x="260553" y="94956"/>
                  </a:lnTo>
                  <a:lnTo>
                    <a:pt x="260269" y="94799"/>
                  </a:lnTo>
                  <a:lnTo>
                    <a:pt x="260051" y="94679"/>
                  </a:lnTo>
                  <a:lnTo>
                    <a:pt x="259498" y="94372"/>
                  </a:lnTo>
                  <a:lnTo>
                    <a:pt x="259284" y="94257"/>
                  </a:lnTo>
                  <a:lnTo>
                    <a:pt x="259062" y="94135"/>
                  </a:lnTo>
                  <a:lnTo>
                    <a:pt x="258848" y="94016"/>
                  </a:lnTo>
                  <a:lnTo>
                    <a:pt x="258541" y="93845"/>
                  </a:lnTo>
                  <a:lnTo>
                    <a:pt x="258325" y="93727"/>
                  </a:lnTo>
                  <a:lnTo>
                    <a:pt x="258037" y="93568"/>
                  </a:lnTo>
                  <a:lnTo>
                    <a:pt x="257585" y="93317"/>
                  </a:lnTo>
                  <a:lnTo>
                    <a:pt x="257209" y="93111"/>
                  </a:lnTo>
                  <a:lnTo>
                    <a:pt x="256680" y="92822"/>
                  </a:lnTo>
                  <a:lnTo>
                    <a:pt x="256145" y="92525"/>
                  </a:lnTo>
                  <a:lnTo>
                    <a:pt x="255620" y="92234"/>
                  </a:lnTo>
                  <a:lnTo>
                    <a:pt x="255060" y="91929"/>
                  </a:lnTo>
                  <a:lnTo>
                    <a:pt x="254185" y="91446"/>
                  </a:lnTo>
                  <a:lnTo>
                    <a:pt x="253538" y="91090"/>
                  </a:lnTo>
                  <a:lnTo>
                    <a:pt x="253043" y="90818"/>
                  </a:lnTo>
                  <a:lnTo>
                    <a:pt x="252624" y="90609"/>
                  </a:lnTo>
                  <a:lnTo>
                    <a:pt x="251641" y="90140"/>
                  </a:lnTo>
                  <a:lnTo>
                    <a:pt x="250556" y="89618"/>
                  </a:lnTo>
                  <a:lnTo>
                    <a:pt x="249452" y="89085"/>
                  </a:lnTo>
                  <a:lnTo>
                    <a:pt x="248779" y="88759"/>
                  </a:lnTo>
                  <a:lnTo>
                    <a:pt x="248265" y="88516"/>
                  </a:lnTo>
                  <a:lnTo>
                    <a:pt x="247421" y="88108"/>
                  </a:lnTo>
                  <a:lnTo>
                    <a:pt x="246502" y="87665"/>
                  </a:lnTo>
                  <a:lnTo>
                    <a:pt x="245628" y="87245"/>
                  </a:lnTo>
                  <a:lnTo>
                    <a:pt x="244498" y="86701"/>
                  </a:lnTo>
                  <a:lnTo>
                    <a:pt x="243504" y="86220"/>
                  </a:lnTo>
                  <a:lnTo>
                    <a:pt x="242998" y="85977"/>
                  </a:lnTo>
                  <a:lnTo>
                    <a:pt x="241975" y="85484"/>
                  </a:lnTo>
                  <a:lnTo>
                    <a:pt x="241089" y="85058"/>
                  </a:lnTo>
                  <a:lnTo>
                    <a:pt x="240524" y="84786"/>
                  </a:lnTo>
                  <a:lnTo>
                    <a:pt x="238956" y="84033"/>
                  </a:lnTo>
                  <a:lnTo>
                    <a:pt x="238020" y="83583"/>
                  </a:lnTo>
                  <a:lnTo>
                    <a:pt x="237035" y="83109"/>
                  </a:lnTo>
                  <a:lnTo>
                    <a:pt x="236283" y="82884"/>
                  </a:lnTo>
                  <a:lnTo>
                    <a:pt x="235727" y="82614"/>
                  </a:lnTo>
                  <a:lnTo>
                    <a:pt x="235245" y="82383"/>
                  </a:lnTo>
                  <a:lnTo>
                    <a:pt x="233702" y="81644"/>
                  </a:lnTo>
                  <a:lnTo>
                    <a:pt x="232598" y="81115"/>
                  </a:lnTo>
                  <a:lnTo>
                    <a:pt x="231606" y="80639"/>
                  </a:lnTo>
                  <a:lnTo>
                    <a:pt x="230596" y="80156"/>
                  </a:lnTo>
                  <a:lnTo>
                    <a:pt x="229984" y="79863"/>
                  </a:lnTo>
                  <a:lnTo>
                    <a:pt x="229599" y="79677"/>
                  </a:lnTo>
                  <a:lnTo>
                    <a:pt x="228713" y="79251"/>
                  </a:lnTo>
                  <a:lnTo>
                    <a:pt x="228000" y="78908"/>
                  </a:lnTo>
                  <a:lnTo>
                    <a:pt x="226945" y="78402"/>
                  </a:lnTo>
                  <a:lnTo>
                    <a:pt x="225996" y="77949"/>
                  </a:lnTo>
                  <a:lnTo>
                    <a:pt x="224959" y="77452"/>
                  </a:lnTo>
                  <a:lnTo>
                    <a:pt x="223942" y="76962"/>
                  </a:lnTo>
                  <a:lnTo>
                    <a:pt x="223339" y="76676"/>
                  </a:lnTo>
                  <a:lnTo>
                    <a:pt x="222242" y="76149"/>
                  </a:lnTo>
                  <a:lnTo>
                    <a:pt x="221705" y="75769"/>
                  </a:lnTo>
                  <a:lnTo>
                    <a:pt x="220993" y="75263"/>
                  </a:lnTo>
                  <a:lnTo>
                    <a:pt x="220268" y="74747"/>
                  </a:lnTo>
                  <a:lnTo>
                    <a:pt x="219696" y="74344"/>
                  </a:lnTo>
                  <a:lnTo>
                    <a:pt x="218976" y="73833"/>
                  </a:lnTo>
                  <a:lnTo>
                    <a:pt x="218486" y="73486"/>
                  </a:lnTo>
                  <a:lnTo>
                    <a:pt x="218196" y="73279"/>
                  </a:lnTo>
                  <a:lnTo>
                    <a:pt x="217619" y="73598"/>
                  </a:lnTo>
                  <a:lnTo>
                    <a:pt x="216580" y="74173"/>
                  </a:lnTo>
                  <a:lnTo>
                    <a:pt x="214913" y="75094"/>
                  </a:lnTo>
                  <a:lnTo>
                    <a:pt x="213115" y="76121"/>
                  </a:lnTo>
                  <a:lnTo>
                    <a:pt x="212836" y="76325"/>
                  </a:lnTo>
                  <a:lnTo>
                    <a:pt x="212695" y="76330"/>
                  </a:lnTo>
                  <a:lnTo>
                    <a:pt x="212299" y="76400"/>
                  </a:lnTo>
                  <a:lnTo>
                    <a:pt x="212074" y="76426"/>
                  </a:lnTo>
                  <a:lnTo>
                    <a:pt x="211814" y="76456"/>
                  </a:lnTo>
                  <a:lnTo>
                    <a:pt x="211514" y="76489"/>
                  </a:lnTo>
                  <a:lnTo>
                    <a:pt x="211209" y="76527"/>
                  </a:lnTo>
                  <a:lnTo>
                    <a:pt x="210827" y="76573"/>
                  </a:lnTo>
                  <a:lnTo>
                    <a:pt x="209371" y="76810"/>
                  </a:lnTo>
                  <a:lnTo>
                    <a:pt x="206745" y="77129"/>
                  </a:lnTo>
                  <a:lnTo>
                    <a:pt x="201970" y="76867"/>
                  </a:lnTo>
                  <a:lnTo>
                    <a:pt x="200434" y="76651"/>
                  </a:lnTo>
                  <a:lnTo>
                    <a:pt x="197417" y="70578"/>
                  </a:lnTo>
                  <a:lnTo>
                    <a:pt x="196545" y="70438"/>
                  </a:lnTo>
                  <a:lnTo>
                    <a:pt x="194889" y="70171"/>
                  </a:lnTo>
                  <a:lnTo>
                    <a:pt x="190838" y="69516"/>
                  </a:lnTo>
                  <a:lnTo>
                    <a:pt x="185765" y="68700"/>
                  </a:lnTo>
                  <a:lnTo>
                    <a:pt x="183481" y="68602"/>
                  </a:lnTo>
                  <a:lnTo>
                    <a:pt x="181308" y="68508"/>
                  </a:lnTo>
                  <a:lnTo>
                    <a:pt x="180005" y="68454"/>
                  </a:lnTo>
                  <a:lnTo>
                    <a:pt x="179010" y="68412"/>
                  </a:lnTo>
                  <a:lnTo>
                    <a:pt x="178357" y="68385"/>
                  </a:lnTo>
                  <a:lnTo>
                    <a:pt x="176687" y="68330"/>
                  </a:lnTo>
                  <a:lnTo>
                    <a:pt x="174277" y="68241"/>
                  </a:lnTo>
                  <a:lnTo>
                    <a:pt x="168723" y="68032"/>
                  </a:lnTo>
                  <a:lnTo>
                    <a:pt x="166625" y="67953"/>
                  </a:lnTo>
                  <a:lnTo>
                    <a:pt x="165499" y="67941"/>
                  </a:lnTo>
                  <a:lnTo>
                    <a:pt x="165176" y="67955"/>
                  </a:lnTo>
                  <a:lnTo>
                    <a:pt x="163893" y="67999"/>
                  </a:lnTo>
                  <a:lnTo>
                    <a:pt x="162796" y="68039"/>
                  </a:lnTo>
                  <a:lnTo>
                    <a:pt x="157111" y="68243"/>
                  </a:lnTo>
                  <a:lnTo>
                    <a:pt x="145572" y="68656"/>
                  </a:lnTo>
                  <a:lnTo>
                    <a:pt x="136932" y="67662"/>
                  </a:lnTo>
                  <a:lnTo>
                    <a:pt x="136644" y="67632"/>
                  </a:lnTo>
                  <a:lnTo>
                    <a:pt x="136438" y="67669"/>
                  </a:lnTo>
                  <a:lnTo>
                    <a:pt x="136278" y="67702"/>
                  </a:lnTo>
                  <a:lnTo>
                    <a:pt x="126446" y="69568"/>
                  </a:lnTo>
                  <a:lnTo>
                    <a:pt x="122420" y="70335"/>
                  </a:lnTo>
                  <a:lnTo>
                    <a:pt x="117438" y="72536"/>
                  </a:lnTo>
                  <a:lnTo>
                    <a:pt x="115108" y="73134"/>
                  </a:lnTo>
                  <a:lnTo>
                    <a:pt x="114852" y="73218"/>
                  </a:lnTo>
                  <a:lnTo>
                    <a:pt x="113802" y="73572"/>
                  </a:lnTo>
                  <a:lnTo>
                    <a:pt x="113589" y="73680"/>
                  </a:lnTo>
                  <a:lnTo>
                    <a:pt x="113106" y="74299"/>
                  </a:lnTo>
                  <a:lnTo>
                    <a:pt x="112440" y="75148"/>
                  </a:lnTo>
                  <a:lnTo>
                    <a:pt x="111976" y="75743"/>
                  </a:lnTo>
                  <a:lnTo>
                    <a:pt x="111636" y="76172"/>
                  </a:lnTo>
                  <a:lnTo>
                    <a:pt x="111007" y="76972"/>
                  </a:lnTo>
                  <a:lnTo>
                    <a:pt x="110674" y="77396"/>
                  </a:lnTo>
                  <a:lnTo>
                    <a:pt x="110560" y="77544"/>
                  </a:lnTo>
                  <a:lnTo>
                    <a:pt x="109981" y="78282"/>
                  </a:lnTo>
                  <a:lnTo>
                    <a:pt x="109380" y="79054"/>
                  </a:lnTo>
                  <a:lnTo>
                    <a:pt x="109198" y="79204"/>
                  </a:lnTo>
                  <a:lnTo>
                    <a:pt x="108461" y="80131"/>
                  </a:lnTo>
                  <a:lnTo>
                    <a:pt x="106957" y="81017"/>
                  </a:lnTo>
                  <a:lnTo>
                    <a:pt x="105173" y="81992"/>
                  </a:lnTo>
                  <a:lnTo>
                    <a:pt x="104947" y="82198"/>
                  </a:lnTo>
                  <a:lnTo>
                    <a:pt x="104692" y="82429"/>
                  </a:lnTo>
                  <a:lnTo>
                    <a:pt x="104088" y="83007"/>
                  </a:lnTo>
                  <a:lnTo>
                    <a:pt x="103782" y="83271"/>
                  </a:lnTo>
                  <a:lnTo>
                    <a:pt x="103371" y="83650"/>
                  </a:lnTo>
                  <a:lnTo>
                    <a:pt x="103327" y="83795"/>
                  </a:lnTo>
                  <a:lnTo>
                    <a:pt x="103236" y="84435"/>
                  </a:lnTo>
                  <a:lnTo>
                    <a:pt x="103138" y="84582"/>
                  </a:lnTo>
                  <a:lnTo>
                    <a:pt x="103098" y="84710"/>
                  </a:lnTo>
                  <a:lnTo>
                    <a:pt x="102855" y="84868"/>
                  </a:lnTo>
                  <a:lnTo>
                    <a:pt x="102672" y="85125"/>
                  </a:lnTo>
                  <a:lnTo>
                    <a:pt x="102535" y="85281"/>
                  </a:lnTo>
                  <a:lnTo>
                    <a:pt x="102379" y="85438"/>
                  </a:lnTo>
                  <a:lnTo>
                    <a:pt x="102295" y="85625"/>
                  </a:lnTo>
                  <a:lnTo>
                    <a:pt x="102159" y="85700"/>
                  </a:lnTo>
                  <a:lnTo>
                    <a:pt x="101630" y="85961"/>
                  </a:lnTo>
                  <a:lnTo>
                    <a:pt x="101053" y="86957"/>
                  </a:lnTo>
                  <a:lnTo>
                    <a:pt x="100268" y="87884"/>
                  </a:lnTo>
                  <a:lnTo>
                    <a:pt x="100007" y="88573"/>
                  </a:lnTo>
                  <a:lnTo>
                    <a:pt x="98995" y="89932"/>
                  </a:lnTo>
                  <a:lnTo>
                    <a:pt x="98480" y="90575"/>
                  </a:lnTo>
                  <a:lnTo>
                    <a:pt x="96003" y="93068"/>
                  </a:lnTo>
                  <a:lnTo>
                    <a:pt x="95670" y="93508"/>
                  </a:lnTo>
                  <a:lnTo>
                    <a:pt x="95129" y="94209"/>
                  </a:lnTo>
                  <a:lnTo>
                    <a:pt x="94742" y="94705"/>
                  </a:lnTo>
                  <a:lnTo>
                    <a:pt x="94630" y="94848"/>
                  </a:lnTo>
                  <a:lnTo>
                    <a:pt x="94405" y="95141"/>
                  </a:lnTo>
                  <a:lnTo>
                    <a:pt x="94262" y="95327"/>
                  </a:lnTo>
                  <a:lnTo>
                    <a:pt x="94120" y="95512"/>
                  </a:lnTo>
                  <a:lnTo>
                    <a:pt x="93835" y="95887"/>
                  </a:lnTo>
                  <a:lnTo>
                    <a:pt x="93263" y="96632"/>
                  </a:lnTo>
                  <a:lnTo>
                    <a:pt x="92973" y="97009"/>
                  </a:lnTo>
                  <a:lnTo>
                    <a:pt x="92756" y="97292"/>
                  </a:lnTo>
                  <a:lnTo>
                    <a:pt x="92255" y="97946"/>
                  </a:lnTo>
                  <a:lnTo>
                    <a:pt x="91897" y="98409"/>
                  </a:lnTo>
                  <a:lnTo>
                    <a:pt x="91685" y="98690"/>
                  </a:lnTo>
                  <a:lnTo>
                    <a:pt x="91585" y="98820"/>
                  </a:lnTo>
                  <a:lnTo>
                    <a:pt x="91325" y="99158"/>
                  </a:lnTo>
                  <a:lnTo>
                    <a:pt x="91040" y="99530"/>
                  </a:lnTo>
                  <a:lnTo>
                    <a:pt x="90900" y="99716"/>
                  </a:lnTo>
                  <a:lnTo>
                    <a:pt x="90713" y="99960"/>
                  </a:lnTo>
                  <a:lnTo>
                    <a:pt x="85691" y="106536"/>
                  </a:lnTo>
                  <a:lnTo>
                    <a:pt x="82337" y="110922"/>
                  </a:lnTo>
                  <a:lnTo>
                    <a:pt x="74593" y="111271"/>
                  </a:lnTo>
                  <a:lnTo>
                    <a:pt x="72380" y="111205"/>
                  </a:lnTo>
                  <a:lnTo>
                    <a:pt x="71885" y="111190"/>
                  </a:lnTo>
                  <a:lnTo>
                    <a:pt x="71454" y="111177"/>
                  </a:lnTo>
                  <a:lnTo>
                    <a:pt x="70983" y="111163"/>
                  </a:lnTo>
                  <a:lnTo>
                    <a:pt x="70460" y="111147"/>
                  </a:lnTo>
                  <a:lnTo>
                    <a:pt x="67602" y="111062"/>
                  </a:lnTo>
                  <a:lnTo>
                    <a:pt x="63696" y="105651"/>
                  </a:lnTo>
                  <a:lnTo>
                    <a:pt x="59200" y="105879"/>
                  </a:lnTo>
                  <a:lnTo>
                    <a:pt x="58203" y="105928"/>
                  </a:lnTo>
                  <a:lnTo>
                    <a:pt x="55392" y="105820"/>
                  </a:lnTo>
                  <a:lnTo>
                    <a:pt x="52281" y="105703"/>
                  </a:lnTo>
                  <a:lnTo>
                    <a:pt x="49974" y="107876"/>
                  </a:lnTo>
                  <a:lnTo>
                    <a:pt x="48830" y="108948"/>
                  </a:lnTo>
                  <a:lnTo>
                    <a:pt x="41347" y="115981"/>
                  </a:lnTo>
                  <a:lnTo>
                    <a:pt x="31547" y="119861"/>
                  </a:lnTo>
                  <a:lnTo>
                    <a:pt x="34719" y="125261"/>
                  </a:lnTo>
                  <a:lnTo>
                    <a:pt x="34865" y="126372"/>
                  </a:lnTo>
                  <a:lnTo>
                    <a:pt x="36839" y="130163"/>
                  </a:lnTo>
                  <a:lnTo>
                    <a:pt x="31676" y="132357"/>
                  </a:lnTo>
                  <a:lnTo>
                    <a:pt x="31156" y="133274"/>
                  </a:lnTo>
                  <a:lnTo>
                    <a:pt x="30391" y="134624"/>
                  </a:lnTo>
                  <a:lnTo>
                    <a:pt x="26894" y="133126"/>
                  </a:lnTo>
                  <a:lnTo>
                    <a:pt x="22882" y="125303"/>
                  </a:lnTo>
                  <a:lnTo>
                    <a:pt x="19187" y="126951"/>
                  </a:lnTo>
                  <a:lnTo>
                    <a:pt x="14855" y="126831"/>
                  </a:lnTo>
                  <a:lnTo>
                    <a:pt x="10594" y="125275"/>
                  </a:lnTo>
                  <a:lnTo>
                    <a:pt x="9671" y="126233"/>
                  </a:lnTo>
                  <a:lnTo>
                    <a:pt x="10569" y="127019"/>
                  </a:lnTo>
                  <a:lnTo>
                    <a:pt x="10642" y="127368"/>
                  </a:lnTo>
                  <a:lnTo>
                    <a:pt x="10759" y="127931"/>
                  </a:lnTo>
                  <a:lnTo>
                    <a:pt x="10825" y="128292"/>
                  </a:lnTo>
                  <a:lnTo>
                    <a:pt x="10663" y="128299"/>
                  </a:lnTo>
                  <a:lnTo>
                    <a:pt x="10203" y="128311"/>
                  </a:lnTo>
                  <a:lnTo>
                    <a:pt x="9988" y="128613"/>
                  </a:lnTo>
                  <a:lnTo>
                    <a:pt x="9781" y="128904"/>
                  </a:lnTo>
                  <a:lnTo>
                    <a:pt x="9561" y="129215"/>
                  </a:lnTo>
                  <a:lnTo>
                    <a:pt x="9514" y="129466"/>
                  </a:lnTo>
                  <a:lnTo>
                    <a:pt x="9460" y="129687"/>
                  </a:lnTo>
                  <a:lnTo>
                    <a:pt x="9420" y="129956"/>
                  </a:lnTo>
                  <a:lnTo>
                    <a:pt x="9303" y="130181"/>
                  </a:lnTo>
                  <a:lnTo>
                    <a:pt x="9179" y="130430"/>
                  </a:lnTo>
                  <a:lnTo>
                    <a:pt x="8586" y="131185"/>
                  </a:lnTo>
                  <a:lnTo>
                    <a:pt x="8424" y="131243"/>
                  </a:lnTo>
                  <a:lnTo>
                    <a:pt x="8227" y="131215"/>
                  </a:lnTo>
                  <a:lnTo>
                    <a:pt x="8098" y="131302"/>
                  </a:lnTo>
                  <a:lnTo>
                    <a:pt x="7993" y="131476"/>
                  </a:lnTo>
                  <a:lnTo>
                    <a:pt x="7955" y="131635"/>
                  </a:lnTo>
                  <a:lnTo>
                    <a:pt x="7967" y="131811"/>
                  </a:lnTo>
                  <a:lnTo>
                    <a:pt x="7934" y="132200"/>
                  </a:lnTo>
                  <a:lnTo>
                    <a:pt x="7899" y="132397"/>
                  </a:lnTo>
                  <a:lnTo>
                    <a:pt x="7829" y="132528"/>
                  </a:lnTo>
                  <a:lnTo>
                    <a:pt x="7739" y="132666"/>
                  </a:lnTo>
                  <a:lnTo>
                    <a:pt x="7739" y="132877"/>
                  </a:lnTo>
                  <a:lnTo>
                    <a:pt x="7988" y="133077"/>
                  </a:lnTo>
                  <a:lnTo>
                    <a:pt x="8159" y="133210"/>
                  </a:lnTo>
                  <a:lnTo>
                    <a:pt x="7948" y="133529"/>
                  </a:lnTo>
                  <a:lnTo>
                    <a:pt x="7707" y="133773"/>
                  </a:lnTo>
                  <a:lnTo>
                    <a:pt x="7573" y="133750"/>
                  </a:lnTo>
                  <a:lnTo>
                    <a:pt x="7439" y="133893"/>
                  </a:lnTo>
                  <a:lnTo>
                    <a:pt x="7184" y="134240"/>
                  </a:lnTo>
                  <a:lnTo>
                    <a:pt x="6300" y="134875"/>
                  </a:lnTo>
                  <a:lnTo>
                    <a:pt x="6009" y="135018"/>
                  </a:lnTo>
                  <a:lnTo>
                    <a:pt x="5826" y="135276"/>
                  </a:lnTo>
                  <a:lnTo>
                    <a:pt x="5557" y="135412"/>
                  </a:lnTo>
                  <a:lnTo>
                    <a:pt x="52" y="138959"/>
                  </a:lnTo>
                  <a:lnTo>
                    <a:pt x="1105" y="140708"/>
                  </a:lnTo>
                  <a:lnTo>
                    <a:pt x="908" y="142075"/>
                  </a:lnTo>
                  <a:lnTo>
                    <a:pt x="772" y="142952"/>
                  </a:lnTo>
                  <a:lnTo>
                    <a:pt x="640" y="143746"/>
                  </a:lnTo>
                  <a:lnTo>
                    <a:pt x="0" y="146264"/>
                  </a:lnTo>
                  <a:lnTo>
                    <a:pt x="2100" y="147766"/>
                  </a:lnTo>
                  <a:lnTo>
                    <a:pt x="3735" y="147951"/>
                  </a:lnTo>
                  <a:lnTo>
                    <a:pt x="4406" y="149216"/>
                  </a:lnTo>
                  <a:lnTo>
                    <a:pt x="4653" y="149804"/>
                  </a:lnTo>
                  <a:lnTo>
                    <a:pt x="4944" y="150843"/>
                  </a:lnTo>
                  <a:lnTo>
                    <a:pt x="5190" y="154576"/>
                  </a:lnTo>
                  <a:lnTo>
                    <a:pt x="5182" y="154723"/>
                  </a:lnTo>
                  <a:lnTo>
                    <a:pt x="4877" y="156055"/>
                  </a:lnTo>
                  <a:lnTo>
                    <a:pt x="4471" y="157839"/>
                  </a:lnTo>
                  <a:lnTo>
                    <a:pt x="4407" y="158123"/>
                  </a:lnTo>
                  <a:lnTo>
                    <a:pt x="3482" y="162183"/>
                  </a:lnTo>
                  <a:lnTo>
                    <a:pt x="2561" y="166227"/>
                  </a:lnTo>
                  <a:lnTo>
                    <a:pt x="4041" y="175187"/>
                  </a:lnTo>
                  <a:lnTo>
                    <a:pt x="4406" y="177394"/>
                  </a:lnTo>
                  <a:lnTo>
                    <a:pt x="4308" y="178083"/>
                  </a:lnTo>
                  <a:lnTo>
                    <a:pt x="3156" y="186207"/>
                  </a:lnTo>
                  <a:lnTo>
                    <a:pt x="3353" y="186936"/>
                  </a:lnTo>
                  <a:lnTo>
                    <a:pt x="3491" y="187454"/>
                  </a:lnTo>
                  <a:lnTo>
                    <a:pt x="3639" y="188000"/>
                  </a:lnTo>
                  <a:lnTo>
                    <a:pt x="3773" y="188495"/>
                  </a:lnTo>
                  <a:lnTo>
                    <a:pt x="3920" y="189044"/>
                  </a:lnTo>
                  <a:lnTo>
                    <a:pt x="4070" y="189604"/>
                  </a:lnTo>
                  <a:lnTo>
                    <a:pt x="4155" y="189859"/>
                  </a:lnTo>
                  <a:lnTo>
                    <a:pt x="4417" y="190605"/>
                  </a:lnTo>
                  <a:lnTo>
                    <a:pt x="4619" y="191184"/>
                  </a:lnTo>
                  <a:lnTo>
                    <a:pt x="4802" y="191712"/>
                  </a:lnTo>
                  <a:lnTo>
                    <a:pt x="4931" y="192080"/>
                  </a:lnTo>
                  <a:lnTo>
                    <a:pt x="5172" y="192766"/>
                  </a:lnTo>
                  <a:lnTo>
                    <a:pt x="5350" y="193275"/>
                  </a:lnTo>
                  <a:lnTo>
                    <a:pt x="5533" y="193796"/>
                  </a:lnTo>
                  <a:lnTo>
                    <a:pt x="5747" y="194410"/>
                  </a:lnTo>
                  <a:lnTo>
                    <a:pt x="5929" y="194924"/>
                  </a:lnTo>
                  <a:lnTo>
                    <a:pt x="6140" y="195531"/>
                  </a:lnTo>
                  <a:lnTo>
                    <a:pt x="6438" y="196389"/>
                  </a:lnTo>
                  <a:lnTo>
                    <a:pt x="6607" y="196869"/>
                  </a:lnTo>
                  <a:lnTo>
                    <a:pt x="6799" y="197413"/>
                  </a:lnTo>
                  <a:lnTo>
                    <a:pt x="6970" y="197903"/>
                  </a:lnTo>
                  <a:lnTo>
                    <a:pt x="7144" y="198398"/>
                  </a:lnTo>
                  <a:lnTo>
                    <a:pt x="7329" y="198928"/>
                  </a:lnTo>
                  <a:lnTo>
                    <a:pt x="7535" y="199519"/>
                  </a:lnTo>
                  <a:lnTo>
                    <a:pt x="7711" y="200020"/>
                  </a:lnTo>
                  <a:lnTo>
                    <a:pt x="7908" y="200581"/>
                  </a:lnTo>
                  <a:lnTo>
                    <a:pt x="8079" y="201068"/>
                  </a:lnTo>
                  <a:lnTo>
                    <a:pt x="8255" y="201570"/>
                  </a:lnTo>
                  <a:lnTo>
                    <a:pt x="8426" y="202067"/>
                  </a:lnTo>
                  <a:lnTo>
                    <a:pt x="8646" y="202693"/>
                  </a:lnTo>
                  <a:lnTo>
                    <a:pt x="9012" y="203736"/>
                  </a:lnTo>
                  <a:lnTo>
                    <a:pt x="9331" y="204646"/>
                  </a:lnTo>
                  <a:lnTo>
                    <a:pt x="9540" y="205242"/>
                  </a:lnTo>
                  <a:lnTo>
                    <a:pt x="9741" y="205823"/>
                  </a:lnTo>
                  <a:lnTo>
                    <a:pt x="9905" y="206292"/>
                  </a:lnTo>
                  <a:lnTo>
                    <a:pt x="10098" y="206840"/>
                  </a:lnTo>
                  <a:lnTo>
                    <a:pt x="10470" y="207900"/>
                  </a:lnTo>
                  <a:lnTo>
                    <a:pt x="10581" y="208158"/>
                  </a:lnTo>
                  <a:lnTo>
                    <a:pt x="10679" y="208437"/>
                  </a:lnTo>
                  <a:lnTo>
                    <a:pt x="10848" y="208918"/>
                  </a:lnTo>
                  <a:lnTo>
                    <a:pt x="10930" y="209124"/>
                  </a:lnTo>
                  <a:lnTo>
                    <a:pt x="11089" y="209452"/>
                  </a:lnTo>
                  <a:lnTo>
                    <a:pt x="11525" y="210343"/>
                  </a:lnTo>
                  <a:lnTo>
                    <a:pt x="11821" y="210955"/>
                  </a:lnTo>
                  <a:lnTo>
                    <a:pt x="12252" y="211841"/>
                  </a:lnTo>
                  <a:lnTo>
                    <a:pt x="12543" y="212434"/>
                  </a:lnTo>
                  <a:lnTo>
                    <a:pt x="12784" y="212931"/>
                  </a:lnTo>
                  <a:lnTo>
                    <a:pt x="12728" y="213445"/>
                  </a:lnTo>
                  <a:lnTo>
                    <a:pt x="12707" y="213613"/>
                  </a:lnTo>
                  <a:lnTo>
                    <a:pt x="12602" y="214549"/>
                  </a:lnTo>
                  <a:lnTo>
                    <a:pt x="12538" y="215107"/>
                  </a:lnTo>
                  <a:lnTo>
                    <a:pt x="12470" y="215707"/>
                  </a:lnTo>
                  <a:lnTo>
                    <a:pt x="12414" y="216122"/>
                  </a:lnTo>
                  <a:lnTo>
                    <a:pt x="12318" y="216809"/>
                  </a:lnTo>
                  <a:lnTo>
                    <a:pt x="12229" y="217482"/>
                  </a:lnTo>
                  <a:lnTo>
                    <a:pt x="12084" y="218527"/>
                  </a:lnTo>
                  <a:lnTo>
                    <a:pt x="12011" y="219062"/>
                  </a:lnTo>
                  <a:lnTo>
                    <a:pt x="11901" y="219871"/>
                  </a:lnTo>
                  <a:lnTo>
                    <a:pt x="11821" y="220452"/>
                  </a:lnTo>
                  <a:lnTo>
                    <a:pt x="11781" y="220738"/>
                  </a:lnTo>
                  <a:lnTo>
                    <a:pt x="11678" y="221486"/>
                  </a:lnTo>
                  <a:lnTo>
                    <a:pt x="12077" y="221423"/>
                  </a:lnTo>
                  <a:lnTo>
                    <a:pt x="12773" y="221313"/>
                  </a:lnTo>
                  <a:lnTo>
                    <a:pt x="13760" y="221155"/>
                  </a:lnTo>
                  <a:lnTo>
                    <a:pt x="14763" y="220998"/>
                  </a:lnTo>
                  <a:lnTo>
                    <a:pt x="15492" y="220886"/>
                  </a:lnTo>
                  <a:lnTo>
                    <a:pt x="16458" y="220731"/>
                  </a:lnTo>
                  <a:lnTo>
                    <a:pt x="16993" y="220647"/>
                  </a:lnTo>
                  <a:lnTo>
                    <a:pt x="18057" y="220478"/>
                  </a:lnTo>
                  <a:lnTo>
                    <a:pt x="18587" y="220396"/>
                  </a:lnTo>
                  <a:lnTo>
                    <a:pt x="19089" y="220316"/>
                  </a:lnTo>
                  <a:lnTo>
                    <a:pt x="19724" y="220241"/>
                  </a:lnTo>
                  <a:lnTo>
                    <a:pt x="21203" y="220070"/>
                  </a:lnTo>
                  <a:lnTo>
                    <a:pt x="22272" y="219946"/>
                  </a:lnTo>
                  <a:lnTo>
                    <a:pt x="22708" y="219894"/>
                  </a:lnTo>
                  <a:lnTo>
                    <a:pt x="23358" y="219821"/>
                  </a:lnTo>
                  <a:lnTo>
                    <a:pt x="23843" y="219765"/>
                  </a:lnTo>
                  <a:lnTo>
                    <a:pt x="24382" y="219702"/>
                  </a:lnTo>
                  <a:lnTo>
                    <a:pt x="25050" y="219624"/>
                  </a:lnTo>
                  <a:lnTo>
                    <a:pt x="25920" y="219524"/>
                  </a:lnTo>
                  <a:lnTo>
                    <a:pt x="26307" y="219479"/>
                  </a:lnTo>
                  <a:lnTo>
                    <a:pt x="26579" y="219472"/>
                  </a:lnTo>
                  <a:lnTo>
                    <a:pt x="27100" y="219526"/>
                  </a:lnTo>
                  <a:lnTo>
                    <a:pt x="28213" y="219580"/>
                  </a:lnTo>
                  <a:lnTo>
                    <a:pt x="28984" y="219622"/>
                  </a:lnTo>
                  <a:lnTo>
                    <a:pt x="30098" y="219692"/>
                  </a:lnTo>
                  <a:lnTo>
                    <a:pt x="32161" y="219843"/>
                  </a:lnTo>
                  <a:lnTo>
                    <a:pt x="33186" y="219901"/>
                  </a:lnTo>
                  <a:lnTo>
                    <a:pt x="34965" y="219493"/>
                  </a:lnTo>
                  <a:lnTo>
                    <a:pt x="36032" y="219198"/>
                  </a:lnTo>
                  <a:lnTo>
                    <a:pt x="36273" y="219130"/>
                  </a:lnTo>
                  <a:lnTo>
                    <a:pt x="37441" y="218806"/>
                  </a:lnTo>
                  <a:lnTo>
                    <a:pt x="38018" y="218680"/>
                  </a:lnTo>
                  <a:lnTo>
                    <a:pt x="38306" y="218616"/>
                  </a:lnTo>
                  <a:lnTo>
                    <a:pt x="39849" y="218234"/>
                  </a:lnTo>
                  <a:lnTo>
                    <a:pt x="41914" y="217702"/>
                  </a:lnTo>
                  <a:lnTo>
                    <a:pt x="46648" y="219594"/>
                  </a:lnTo>
                  <a:lnTo>
                    <a:pt x="50978" y="221322"/>
                  </a:lnTo>
                  <a:lnTo>
                    <a:pt x="52701" y="222067"/>
                  </a:lnTo>
                  <a:lnTo>
                    <a:pt x="53010" y="222337"/>
                  </a:lnTo>
                  <a:lnTo>
                    <a:pt x="54755" y="223828"/>
                  </a:lnTo>
                  <a:lnTo>
                    <a:pt x="57683" y="226327"/>
                  </a:lnTo>
                  <a:lnTo>
                    <a:pt x="59917" y="228238"/>
                  </a:lnTo>
                  <a:lnTo>
                    <a:pt x="60159" y="228444"/>
                  </a:lnTo>
                  <a:lnTo>
                    <a:pt x="59406" y="233379"/>
                  </a:lnTo>
                  <a:lnTo>
                    <a:pt x="58478" y="239456"/>
                  </a:lnTo>
                  <a:lnTo>
                    <a:pt x="56382" y="248567"/>
                  </a:lnTo>
                  <a:lnTo>
                    <a:pt x="59830" y="259806"/>
                  </a:lnTo>
                  <a:lnTo>
                    <a:pt x="60016" y="261299"/>
                  </a:lnTo>
                  <a:lnTo>
                    <a:pt x="60154" y="262427"/>
                  </a:lnTo>
                  <a:lnTo>
                    <a:pt x="60412" y="264523"/>
                  </a:lnTo>
                  <a:lnTo>
                    <a:pt x="60484" y="265123"/>
                  </a:lnTo>
                  <a:lnTo>
                    <a:pt x="60473" y="265655"/>
                  </a:lnTo>
                  <a:lnTo>
                    <a:pt x="60442" y="266781"/>
                  </a:lnTo>
                  <a:lnTo>
                    <a:pt x="60414" y="267887"/>
                  </a:lnTo>
                  <a:lnTo>
                    <a:pt x="60386" y="268951"/>
                  </a:lnTo>
                  <a:lnTo>
                    <a:pt x="60360" y="270028"/>
                  </a:lnTo>
                  <a:lnTo>
                    <a:pt x="60330" y="271151"/>
                  </a:lnTo>
                  <a:lnTo>
                    <a:pt x="60311" y="271882"/>
                  </a:lnTo>
                  <a:lnTo>
                    <a:pt x="61129" y="272407"/>
                  </a:lnTo>
                  <a:lnTo>
                    <a:pt x="61999" y="272968"/>
                  </a:lnTo>
                  <a:lnTo>
                    <a:pt x="62876" y="273530"/>
                  </a:lnTo>
                  <a:lnTo>
                    <a:pt x="63884" y="274177"/>
                  </a:lnTo>
                  <a:lnTo>
                    <a:pt x="65244" y="275054"/>
                  </a:lnTo>
                  <a:lnTo>
                    <a:pt x="66226" y="275685"/>
                  </a:lnTo>
                  <a:lnTo>
                    <a:pt x="68013" y="276834"/>
                  </a:lnTo>
                  <a:lnTo>
                    <a:pt x="68388" y="277075"/>
                  </a:lnTo>
                  <a:lnTo>
                    <a:pt x="69518" y="277621"/>
                  </a:lnTo>
                  <a:lnTo>
                    <a:pt x="70066" y="277886"/>
                  </a:lnTo>
                  <a:lnTo>
                    <a:pt x="70533" y="278111"/>
                  </a:lnTo>
                  <a:lnTo>
                    <a:pt x="70976" y="278327"/>
                  </a:lnTo>
                  <a:lnTo>
                    <a:pt x="71442" y="278552"/>
                  </a:lnTo>
                  <a:lnTo>
                    <a:pt x="71996" y="278819"/>
                  </a:lnTo>
                  <a:lnTo>
                    <a:pt x="72938" y="279274"/>
                  </a:lnTo>
                  <a:lnTo>
                    <a:pt x="74436" y="279999"/>
                  </a:lnTo>
                  <a:lnTo>
                    <a:pt x="74978" y="280261"/>
                  </a:lnTo>
                  <a:lnTo>
                    <a:pt x="75939" y="280723"/>
                  </a:lnTo>
                  <a:lnTo>
                    <a:pt x="77046" y="281257"/>
                  </a:lnTo>
                  <a:lnTo>
                    <a:pt x="77557" y="281506"/>
                  </a:lnTo>
                  <a:lnTo>
                    <a:pt x="78084" y="281762"/>
                  </a:lnTo>
                  <a:lnTo>
                    <a:pt x="78581" y="282003"/>
                  </a:lnTo>
                  <a:lnTo>
                    <a:pt x="79106" y="282259"/>
                  </a:lnTo>
                  <a:lnTo>
                    <a:pt x="80077" y="282732"/>
                  </a:lnTo>
                  <a:lnTo>
                    <a:pt x="80541" y="282957"/>
                  </a:lnTo>
                  <a:lnTo>
                    <a:pt x="80961" y="282735"/>
                  </a:lnTo>
                  <a:lnTo>
                    <a:pt x="81962" y="282205"/>
                  </a:lnTo>
                  <a:lnTo>
                    <a:pt x="82963" y="281672"/>
                  </a:lnTo>
                  <a:lnTo>
                    <a:pt x="83929" y="281161"/>
                  </a:lnTo>
                  <a:lnTo>
                    <a:pt x="85434" y="280364"/>
                  </a:lnTo>
                  <a:lnTo>
                    <a:pt x="86850" y="279614"/>
                  </a:lnTo>
                  <a:lnTo>
                    <a:pt x="89279" y="278327"/>
                  </a:lnTo>
                  <a:lnTo>
                    <a:pt x="90315" y="277781"/>
                  </a:lnTo>
                  <a:lnTo>
                    <a:pt x="90871" y="277485"/>
                  </a:lnTo>
                  <a:lnTo>
                    <a:pt x="91028" y="277574"/>
                  </a:lnTo>
                  <a:lnTo>
                    <a:pt x="91982" y="278132"/>
                  </a:lnTo>
                  <a:lnTo>
                    <a:pt x="92974" y="278711"/>
                  </a:lnTo>
                  <a:lnTo>
                    <a:pt x="94148" y="279366"/>
                  </a:lnTo>
                  <a:lnTo>
                    <a:pt x="95975" y="280381"/>
                  </a:lnTo>
                  <a:lnTo>
                    <a:pt x="96941" y="280920"/>
                  </a:lnTo>
                  <a:lnTo>
                    <a:pt x="97688" y="281332"/>
                  </a:lnTo>
                  <a:lnTo>
                    <a:pt x="98321" y="281686"/>
                  </a:lnTo>
                  <a:lnTo>
                    <a:pt x="98786" y="281944"/>
                  </a:lnTo>
                  <a:lnTo>
                    <a:pt x="98917" y="282711"/>
                  </a:lnTo>
                  <a:lnTo>
                    <a:pt x="99008" y="283234"/>
                  </a:lnTo>
                  <a:lnTo>
                    <a:pt x="99287" y="284851"/>
                  </a:lnTo>
                  <a:lnTo>
                    <a:pt x="99641" y="286584"/>
                  </a:lnTo>
                  <a:lnTo>
                    <a:pt x="100251" y="290652"/>
                  </a:lnTo>
                  <a:lnTo>
                    <a:pt x="100324" y="291153"/>
                  </a:lnTo>
                  <a:lnTo>
                    <a:pt x="100396" y="291634"/>
                  </a:lnTo>
                  <a:lnTo>
                    <a:pt x="100521" y="292473"/>
                  </a:lnTo>
                  <a:lnTo>
                    <a:pt x="100633" y="293219"/>
                  </a:lnTo>
                  <a:lnTo>
                    <a:pt x="100724" y="293828"/>
                  </a:lnTo>
                  <a:lnTo>
                    <a:pt x="100957" y="294225"/>
                  </a:lnTo>
                  <a:lnTo>
                    <a:pt x="101329" y="294860"/>
                  </a:lnTo>
                  <a:lnTo>
                    <a:pt x="101744" y="295575"/>
                  </a:lnTo>
                  <a:lnTo>
                    <a:pt x="102197" y="296344"/>
                  </a:lnTo>
                  <a:lnTo>
                    <a:pt x="102450" y="296780"/>
                  </a:lnTo>
                  <a:lnTo>
                    <a:pt x="102574" y="297253"/>
                  </a:lnTo>
                  <a:lnTo>
                    <a:pt x="102715" y="297793"/>
                  </a:lnTo>
                  <a:lnTo>
                    <a:pt x="102863" y="298355"/>
                  </a:lnTo>
                  <a:lnTo>
                    <a:pt x="103128" y="299370"/>
                  </a:lnTo>
                  <a:lnTo>
                    <a:pt x="103432" y="300538"/>
                  </a:lnTo>
                  <a:lnTo>
                    <a:pt x="103700" y="301555"/>
                  </a:lnTo>
                  <a:lnTo>
                    <a:pt x="103993" y="302669"/>
                  </a:lnTo>
                  <a:lnTo>
                    <a:pt x="104002" y="303129"/>
                  </a:lnTo>
                  <a:lnTo>
                    <a:pt x="103214" y="303834"/>
                  </a:lnTo>
                  <a:lnTo>
                    <a:pt x="101407" y="305452"/>
                  </a:lnTo>
                  <a:lnTo>
                    <a:pt x="97569" y="308828"/>
                  </a:lnTo>
                  <a:lnTo>
                    <a:pt x="92059" y="308652"/>
                  </a:lnTo>
                  <a:lnTo>
                    <a:pt x="90597" y="308406"/>
                  </a:lnTo>
                  <a:lnTo>
                    <a:pt x="90247" y="308347"/>
                  </a:lnTo>
                  <a:lnTo>
                    <a:pt x="90043" y="308315"/>
                  </a:lnTo>
                  <a:lnTo>
                    <a:pt x="87486" y="305797"/>
                  </a:lnTo>
                  <a:lnTo>
                    <a:pt x="84609" y="307222"/>
                  </a:lnTo>
                  <a:lnTo>
                    <a:pt x="81936" y="308384"/>
                  </a:lnTo>
                  <a:lnTo>
                    <a:pt x="81878" y="309672"/>
                  </a:lnTo>
                  <a:lnTo>
                    <a:pt x="81871" y="310244"/>
                  </a:lnTo>
                  <a:lnTo>
                    <a:pt x="81857" y="311337"/>
                  </a:lnTo>
                  <a:lnTo>
                    <a:pt x="81840" y="312427"/>
                  </a:lnTo>
                  <a:lnTo>
                    <a:pt x="81828" y="313512"/>
                  </a:lnTo>
                  <a:lnTo>
                    <a:pt x="81821" y="314045"/>
                  </a:lnTo>
                  <a:lnTo>
                    <a:pt x="81812" y="314605"/>
                  </a:lnTo>
                  <a:lnTo>
                    <a:pt x="81805" y="315160"/>
                  </a:lnTo>
                  <a:lnTo>
                    <a:pt x="81936" y="315962"/>
                  </a:lnTo>
                  <a:lnTo>
                    <a:pt x="81627" y="316441"/>
                  </a:lnTo>
                  <a:lnTo>
                    <a:pt x="81631" y="316581"/>
                  </a:lnTo>
                  <a:lnTo>
                    <a:pt x="81737" y="316818"/>
                  </a:lnTo>
                  <a:lnTo>
                    <a:pt x="81941" y="317210"/>
                  </a:lnTo>
                  <a:lnTo>
                    <a:pt x="81983" y="317564"/>
                  </a:lnTo>
                  <a:lnTo>
                    <a:pt x="82023" y="317850"/>
                  </a:lnTo>
                  <a:lnTo>
                    <a:pt x="82002" y="318490"/>
                  </a:lnTo>
                  <a:lnTo>
                    <a:pt x="82211" y="318994"/>
                  </a:lnTo>
                  <a:lnTo>
                    <a:pt x="82180" y="319132"/>
                  </a:lnTo>
                  <a:lnTo>
                    <a:pt x="82213" y="319486"/>
                  </a:lnTo>
                  <a:lnTo>
                    <a:pt x="82091" y="320084"/>
                  </a:lnTo>
                  <a:lnTo>
                    <a:pt x="81889" y="320696"/>
                  </a:lnTo>
                  <a:lnTo>
                    <a:pt x="81676" y="320733"/>
                  </a:lnTo>
                  <a:lnTo>
                    <a:pt x="81416" y="320764"/>
                  </a:lnTo>
                  <a:lnTo>
                    <a:pt x="81322" y="320909"/>
                  </a:lnTo>
                  <a:lnTo>
                    <a:pt x="81294" y="321064"/>
                  </a:lnTo>
                  <a:lnTo>
                    <a:pt x="81254" y="321270"/>
                  </a:lnTo>
                  <a:lnTo>
                    <a:pt x="81266" y="321870"/>
                  </a:lnTo>
                  <a:lnTo>
                    <a:pt x="81322" y="322229"/>
                  </a:lnTo>
                  <a:lnTo>
                    <a:pt x="81352" y="322503"/>
                  </a:lnTo>
                  <a:lnTo>
                    <a:pt x="81390" y="322871"/>
                  </a:lnTo>
                  <a:lnTo>
                    <a:pt x="81517" y="323350"/>
                  </a:lnTo>
                  <a:lnTo>
                    <a:pt x="81596" y="323577"/>
                  </a:lnTo>
                  <a:lnTo>
                    <a:pt x="81695" y="323858"/>
                  </a:lnTo>
                  <a:lnTo>
                    <a:pt x="82724" y="324965"/>
                  </a:lnTo>
                  <a:lnTo>
                    <a:pt x="82766" y="325195"/>
                  </a:lnTo>
                  <a:lnTo>
                    <a:pt x="82890" y="325488"/>
                  </a:lnTo>
                  <a:lnTo>
                    <a:pt x="83589" y="326198"/>
                  </a:lnTo>
                  <a:lnTo>
                    <a:pt x="83580" y="326440"/>
                  </a:lnTo>
                  <a:lnTo>
                    <a:pt x="83985" y="326981"/>
                  </a:lnTo>
                  <a:lnTo>
                    <a:pt x="84496" y="327288"/>
                  </a:lnTo>
                  <a:lnTo>
                    <a:pt x="84625" y="327406"/>
                  </a:lnTo>
                  <a:lnTo>
                    <a:pt x="84799" y="327506"/>
                  </a:lnTo>
                  <a:lnTo>
                    <a:pt x="85047" y="327652"/>
                  </a:lnTo>
                  <a:lnTo>
                    <a:pt x="85321" y="327755"/>
                  </a:lnTo>
                  <a:lnTo>
                    <a:pt x="85544" y="328036"/>
                  </a:lnTo>
                  <a:lnTo>
                    <a:pt x="85767" y="328090"/>
                  </a:lnTo>
                  <a:lnTo>
                    <a:pt x="85936" y="328179"/>
                  </a:lnTo>
                  <a:lnTo>
                    <a:pt x="86100" y="328252"/>
                  </a:lnTo>
                  <a:lnTo>
                    <a:pt x="86456" y="328271"/>
                  </a:lnTo>
                  <a:lnTo>
                    <a:pt x="86748" y="328013"/>
                  </a:lnTo>
                  <a:lnTo>
                    <a:pt x="86983" y="327699"/>
                  </a:lnTo>
                  <a:lnTo>
                    <a:pt x="87257" y="327621"/>
                  </a:lnTo>
                  <a:lnTo>
                    <a:pt x="87538" y="327683"/>
                  </a:lnTo>
                  <a:lnTo>
                    <a:pt x="88216" y="328303"/>
                  </a:lnTo>
                  <a:lnTo>
                    <a:pt x="90309" y="332076"/>
                  </a:lnTo>
                  <a:lnTo>
                    <a:pt x="90895" y="332345"/>
                  </a:lnTo>
                  <a:lnTo>
                    <a:pt x="91704" y="332308"/>
                  </a:lnTo>
                  <a:lnTo>
                    <a:pt x="91952" y="332369"/>
                  </a:lnTo>
                  <a:lnTo>
                    <a:pt x="92127" y="332491"/>
                  </a:lnTo>
                  <a:lnTo>
                    <a:pt x="92117" y="332745"/>
                  </a:lnTo>
                  <a:lnTo>
                    <a:pt x="92062" y="333492"/>
                  </a:lnTo>
                  <a:lnTo>
                    <a:pt x="91944" y="333829"/>
                  </a:lnTo>
                  <a:lnTo>
                    <a:pt x="91715" y="334086"/>
                  </a:lnTo>
                  <a:lnTo>
                    <a:pt x="87306" y="338461"/>
                  </a:lnTo>
                  <a:lnTo>
                    <a:pt x="87705" y="340037"/>
                  </a:lnTo>
                  <a:lnTo>
                    <a:pt x="75678" y="346972"/>
                  </a:lnTo>
                  <a:lnTo>
                    <a:pt x="76631" y="347939"/>
                  </a:lnTo>
                  <a:lnTo>
                    <a:pt x="75775" y="349218"/>
                  </a:lnTo>
                  <a:lnTo>
                    <a:pt x="75047" y="349691"/>
                  </a:lnTo>
                  <a:lnTo>
                    <a:pt x="73914" y="350225"/>
                  </a:lnTo>
                  <a:lnTo>
                    <a:pt x="72331" y="351196"/>
                  </a:lnTo>
                  <a:lnTo>
                    <a:pt x="70829" y="351907"/>
                  </a:lnTo>
                  <a:lnTo>
                    <a:pt x="70034" y="352275"/>
                  </a:lnTo>
                  <a:lnTo>
                    <a:pt x="67114" y="353492"/>
                  </a:lnTo>
                  <a:lnTo>
                    <a:pt x="66606" y="353767"/>
                  </a:lnTo>
                  <a:lnTo>
                    <a:pt x="66350" y="354163"/>
                  </a:lnTo>
                  <a:lnTo>
                    <a:pt x="65797" y="355021"/>
                  </a:lnTo>
                  <a:lnTo>
                    <a:pt x="65351" y="355710"/>
                  </a:lnTo>
                  <a:lnTo>
                    <a:pt x="64707" y="356709"/>
                  </a:lnTo>
                  <a:lnTo>
                    <a:pt x="64182" y="357522"/>
                  </a:lnTo>
                  <a:lnTo>
                    <a:pt x="63272" y="357293"/>
                  </a:lnTo>
                  <a:lnTo>
                    <a:pt x="62784" y="357171"/>
                  </a:lnTo>
                  <a:lnTo>
                    <a:pt x="62172" y="357018"/>
                  </a:lnTo>
                  <a:lnTo>
                    <a:pt x="61692" y="356899"/>
                  </a:lnTo>
                  <a:lnTo>
                    <a:pt x="60595" y="356624"/>
                  </a:lnTo>
                  <a:lnTo>
                    <a:pt x="60076" y="356554"/>
                  </a:lnTo>
                  <a:lnTo>
                    <a:pt x="59474" y="356470"/>
                  </a:lnTo>
                  <a:lnTo>
                    <a:pt x="58670" y="356357"/>
                  </a:lnTo>
                  <a:lnTo>
                    <a:pt x="58611" y="356716"/>
                  </a:lnTo>
                  <a:lnTo>
                    <a:pt x="58576" y="357147"/>
                  </a:lnTo>
                  <a:lnTo>
                    <a:pt x="58586" y="357356"/>
                  </a:lnTo>
                  <a:lnTo>
                    <a:pt x="58595" y="357520"/>
                  </a:lnTo>
                  <a:lnTo>
                    <a:pt x="58658" y="357694"/>
                  </a:lnTo>
                  <a:lnTo>
                    <a:pt x="58832" y="357952"/>
                  </a:lnTo>
                  <a:lnTo>
                    <a:pt x="58958" y="358141"/>
                  </a:lnTo>
                  <a:lnTo>
                    <a:pt x="59085" y="358296"/>
                  </a:lnTo>
                  <a:lnTo>
                    <a:pt x="59294" y="358512"/>
                  </a:lnTo>
                  <a:lnTo>
                    <a:pt x="59741" y="358901"/>
                  </a:lnTo>
                  <a:lnTo>
                    <a:pt x="60231" y="359206"/>
                  </a:lnTo>
                  <a:lnTo>
                    <a:pt x="60651" y="359471"/>
                  </a:lnTo>
                  <a:lnTo>
                    <a:pt x="61413" y="359944"/>
                  </a:lnTo>
                  <a:lnTo>
                    <a:pt x="61554" y="360015"/>
                  </a:lnTo>
                  <a:lnTo>
                    <a:pt x="61753" y="360113"/>
                  </a:lnTo>
                  <a:lnTo>
                    <a:pt x="61919" y="360158"/>
                  </a:lnTo>
                  <a:lnTo>
                    <a:pt x="62123" y="360214"/>
                  </a:lnTo>
                  <a:lnTo>
                    <a:pt x="62301" y="360237"/>
                  </a:lnTo>
                  <a:lnTo>
                    <a:pt x="62625" y="360282"/>
                  </a:lnTo>
                  <a:lnTo>
                    <a:pt x="62995" y="360331"/>
                  </a:lnTo>
                  <a:lnTo>
                    <a:pt x="63157" y="360364"/>
                  </a:lnTo>
                  <a:lnTo>
                    <a:pt x="63673" y="360608"/>
                  </a:lnTo>
                  <a:lnTo>
                    <a:pt x="64090" y="360807"/>
                  </a:lnTo>
                  <a:lnTo>
                    <a:pt x="64050" y="360971"/>
                  </a:lnTo>
                  <a:lnTo>
                    <a:pt x="63919" y="361517"/>
                  </a:lnTo>
                  <a:lnTo>
                    <a:pt x="63795" y="362040"/>
                  </a:lnTo>
                  <a:lnTo>
                    <a:pt x="63671" y="362556"/>
                  </a:lnTo>
                  <a:lnTo>
                    <a:pt x="63617" y="362783"/>
                  </a:lnTo>
                  <a:lnTo>
                    <a:pt x="63579" y="363091"/>
                  </a:lnTo>
                  <a:lnTo>
                    <a:pt x="63635" y="363623"/>
                  </a:lnTo>
                  <a:lnTo>
                    <a:pt x="63692" y="364103"/>
                  </a:lnTo>
                  <a:lnTo>
                    <a:pt x="63753" y="364662"/>
                  </a:lnTo>
                  <a:lnTo>
                    <a:pt x="63818" y="365273"/>
                  </a:lnTo>
                  <a:lnTo>
                    <a:pt x="63886" y="365885"/>
                  </a:lnTo>
                  <a:lnTo>
                    <a:pt x="64265" y="367912"/>
                  </a:lnTo>
                  <a:lnTo>
                    <a:pt x="61850" y="370975"/>
                  </a:lnTo>
                  <a:lnTo>
                    <a:pt x="61787" y="371417"/>
                  </a:lnTo>
                  <a:lnTo>
                    <a:pt x="61975" y="371999"/>
                  </a:lnTo>
                  <a:lnTo>
                    <a:pt x="62116" y="372433"/>
                  </a:lnTo>
                  <a:lnTo>
                    <a:pt x="65792" y="371820"/>
                  </a:lnTo>
                  <a:lnTo>
                    <a:pt x="65964" y="373664"/>
                  </a:lnTo>
                  <a:lnTo>
                    <a:pt x="66024" y="374295"/>
                  </a:lnTo>
                  <a:lnTo>
                    <a:pt x="66075" y="374925"/>
                  </a:lnTo>
                  <a:lnTo>
                    <a:pt x="66215" y="376316"/>
                  </a:lnTo>
                  <a:lnTo>
                    <a:pt x="68029" y="380773"/>
                  </a:lnTo>
                  <a:lnTo>
                    <a:pt x="69330" y="383974"/>
                  </a:lnTo>
                  <a:lnTo>
                    <a:pt x="70629" y="387168"/>
                  </a:lnTo>
                  <a:lnTo>
                    <a:pt x="71628" y="389109"/>
                  </a:lnTo>
                  <a:lnTo>
                    <a:pt x="71173" y="390647"/>
                  </a:lnTo>
                  <a:lnTo>
                    <a:pt x="72437" y="390802"/>
                  </a:lnTo>
                  <a:lnTo>
                    <a:pt x="75552" y="392938"/>
                  </a:lnTo>
                  <a:lnTo>
                    <a:pt x="77423" y="394176"/>
                  </a:lnTo>
                  <a:lnTo>
                    <a:pt x="78509" y="394893"/>
                  </a:lnTo>
                  <a:lnTo>
                    <a:pt x="79120" y="395620"/>
                  </a:lnTo>
                  <a:lnTo>
                    <a:pt x="80672" y="396325"/>
                  </a:lnTo>
                  <a:lnTo>
                    <a:pt x="80926" y="396529"/>
                  </a:lnTo>
                  <a:lnTo>
                    <a:pt x="81160" y="396705"/>
                  </a:lnTo>
                  <a:lnTo>
                    <a:pt x="81620" y="397052"/>
                  </a:lnTo>
                  <a:lnTo>
                    <a:pt x="81805" y="397263"/>
                  </a:lnTo>
                  <a:lnTo>
                    <a:pt x="81915" y="397434"/>
                  </a:lnTo>
                  <a:lnTo>
                    <a:pt x="81981" y="397697"/>
                  </a:lnTo>
                  <a:lnTo>
                    <a:pt x="81976" y="397950"/>
                  </a:lnTo>
                  <a:lnTo>
                    <a:pt x="81988" y="398356"/>
                  </a:lnTo>
                  <a:lnTo>
                    <a:pt x="82569" y="399012"/>
                  </a:lnTo>
                  <a:lnTo>
                    <a:pt x="82925" y="399451"/>
                  </a:lnTo>
                  <a:lnTo>
                    <a:pt x="83165" y="399708"/>
                  </a:lnTo>
                  <a:lnTo>
                    <a:pt x="83369" y="399929"/>
                  </a:lnTo>
                  <a:lnTo>
                    <a:pt x="83540" y="400076"/>
                  </a:lnTo>
                  <a:lnTo>
                    <a:pt x="83711" y="400203"/>
                  </a:lnTo>
                  <a:lnTo>
                    <a:pt x="84098" y="400482"/>
                  </a:lnTo>
                  <a:lnTo>
                    <a:pt x="84480" y="400707"/>
                  </a:lnTo>
                  <a:lnTo>
                    <a:pt x="84785" y="401113"/>
                  </a:lnTo>
                  <a:lnTo>
                    <a:pt x="84937" y="401335"/>
                  </a:lnTo>
                  <a:lnTo>
                    <a:pt x="85042" y="401493"/>
                  </a:lnTo>
                  <a:lnTo>
                    <a:pt x="87546" y="399776"/>
                  </a:lnTo>
                  <a:lnTo>
                    <a:pt x="92765" y="397615"/>
                  </a:lnTo>
                  <a:lnTo>
                    <a:pt x="97775" y="407157"/>
                  </a:lnTo>
                  <a:lnTo>
                    <a:pt x="98167" y="407902"/>
                  </a:lnTo>
                  <a:lnTo>
                    <a:pt x="98713" y="409391"/>
                  </a:lnTo>
                  <a:lnTo>
                    <a:pt x="98811" y="409658"/>
                  </a:lnTo>
                  <a:lnTo>
                    <a:pt x="105662" y="415405"/>
                  </a:lnTo>
                  <a:lnTo>
                    <a:pt x="105807" y="415454"/>
                  </a:lnTo>
                  <a:lnTo>
                    <a:pt x="106086" y="415550"/>
                  </a:lnTo>
                  <a:lnTo>
                    <a:pt x="106464" y="415700"/>
                  </a:lnTo>
                  <a:lnTo>
                    <a:pt x="106721" y="415913"/>
                  </a:lnTo>
                  <a:lnTo>
                    <a:pt x="107118" y="416500"/>
                  </a:lnTo>
                  <a:lnTo>
                    <a:pt x="107364" y="417029"/>
                  </a:lnTo>
                  <a:lnTo>
                    <a:pt x="107526" y="417383"/>
                  </a:lnTo>
                  <a:lnTo>
                    <a:pt x="107798" y="417801"/>
                  </a:lnTo>
                  <a:lnTo>
                    <a:pt x="107948" y="417916"/>
                  </a:lnTo>
                  <a:lnTo>
                    <a:pt x="108189" y="418059"/>
                  </a:lnTo>
                  <a:lnTo>
                    <a:pt x="108344" y="418117"/>
                  </a:lnTo>
                  <a:lnTo>
                    <a:pt x="108667" y="418239"/>
                  </a:lnTo>
                  <a:lnTo>
                    <a:pt x="108885" y="418321"/>
                  </a:lnTo>
                  <a:lnTo>
                    <a:pt x="109464" y="418401"/>
                  </a:lnTo>
                  <a:lnTo>
                    <a:pt x="109746" y="418415"/>
                  </a:lnTo>
                  <a:lnTo>
                    <a:pt x="109915" y="418471"/>
                  </a:lnTo>
                  <a:lnTo>
                    <a:pt x="110299" y="418600"/>
                  </a:lnTo>
                  <a:lnTo>
                    <a:pt x="110613" y="418638"/>
                  </a:lnTo>
                  <a:lnTo>
                    <a:pt x="110862" y="418675"/>
                  </a:lnTo>
                  <a:lnTo>
                    <a:pt x="111478" y="418377"/>
                  </a:lnTo>
                  <a:lnTo>
                    <a:pt x="111933" y="418157"/>
                  </a:lnTo>
                  <a:lnTo>
                    <a:pt x="112126" y="418063"/>
                  </a:lnTo>
                  <a:lnTo>
                    <a:pt x="112414" y="418040"/>
                  </a:lnTo>
                  <a:lnTo>
                    <a:pt x="112550" y="418033"/>
                  </a:lnTo>
                  <a:lnTo>
                    <a:pt x="113912" y="418706"/>
                  </a:lnTo>
                  <a:lnTo>
                    <a:pt x="114719" y="419107"/>
                  </a:lnTo>
                  <a:lnTo>
                    <a:pt x="115325" y="419162"/>
                  </a:lnTo>
                  <a:lnTo>
                    <a:pt x="116100" y="419246"/>
                  </a:lnTo>
                  <a:lnTo>
                    <a:pt x="116097" y="419390"/>
                  </a:lnTo>
                  <a:lnTo>
                    <a:pt x="116083" y="419660"/>
                  </a:lnTo>
                  <a:lnTo>
                    <a:pt x="116153" y="419972"/>
                  </a:lnTo>
                  <a:lnTo>
                    <a:pt x="116121" y="420133"/>
                  </a:lnTo>
                  <a:lnTo>
                    <a:pt x="116137" y="420492"/>
                  </a:lnTo>
                  <a:lnTo>
                    <a:pt x="116212" y="420659"/>
                  </a:lnTo>
                  <a:lnTo>
                    <a:pt x="116341" y="420778"/>
                  </a:lnTo>
                  <a:lnTo>
                    <a:pt x="116765" y="420776"/>
                  </a:lnTo>
                  <a:lnTo>
                    <a:pt x="117497" y="420769"/>
                  </a:lnTo>
                  <a:lnTo>
                    <a:pt x="117832" y="421041"/>
                  </a:lnTo>
                  <a:lnTo>
                    <a:pt x="118010" y="421137"/>
                  </a:lnTo>
                  <a:lnTo>
                    <a:pt x="118174" y="421226"/>
                  </a:lnTo>
                  <a:lnTo>
                    <a:pt x="118376" y="421296"/>
                  </a:lnTo>
                  <a:lnTo>
                    <a:pt x="118521" y="421350"/>
                  </a:lnTo>
                  <a:lnTo>
                    <a:pt x="118704" y="421414"/>
                  </a:lnTo>
                  <a:lnTo>
                    <a:pt x="119044" y="421535"/>
                  </a:lnTo>
                  <a:lnTo>
                    <a:pt x="119215" y="421596"/>
                  </a:lnTo>
                  <a:lnTo>
                    <a:pt x="119365" y="421650"/>
                  </a:lnTo>
                  <a:lnTo>
                    <a:pt x="119513" y="421704"/>
                  </a:lnTo>
                  <a:lnTo>
                    <a:pt x="119701" y="421772"/>
                  </a:lnTo>
                  <a:lnTo>
                    <a:pt x="119872" y="421831"/>
                  </a:lnTo>
                  <a:lnTo>
                    <a:pt x="120005" y="421880"/>
                  </a:lnTo>
                  <a:lnTo>
                    <a:pt x="120140" y="421926"/>
                  </a:lnTo>
                  <a:lnTo>
                    <a:pt x="120542" y="422401"/>
                  </a:lnTo>
                  <a:lnTo>
                    <a:pt x="120760" y="422623"/>
                  </a:lnTo>
                  <a:lnTo>
                    <a:pt x="121157" y="423045"/>
                  </a:lnTo>
                  <a:lnTo>
                    <a:pt x="121349" y="423277"/>
                  </a:lnTo>
                  <a:lnTo>
                    <a:pt x="121543" y="423416"/>
                  </a:lnTo>
                  <a:lnTo>
                    <a:pt x="121696" y="423526"/>
                  </a:lnTo>
                  <a:lnTo>
                    <a:pt x="121874" y="423652"/>
                  </a:lnTo>
                  <a:lnTo>
                    <a:pt x="122008" y="423746"/>
                  </a:lnTo>
                  <a:lnTo>
                    <a:pt x="122094" y="423903"/>
                  </a:lnTo>
                  <a:lnTo>
                    <a:pt x="122169" y="424035"/>
                  </a:lnTo>
                  <a:lnTo>
                    <a:pt x="122282" y="424236"/>
                  </a:lnTo>
                  <a:lnTo>
                    <a:pt x="122397" y="424445"/>
                  </a:lnTo>
                  <a:lnTo>
                    <a:pt x="122502" y="424632"/>
                  </a:lnTo>
                  <a:lnTo>
                    <a:pt x="122573" y="424846"/>
                  </a:lnTo>
                  <a:lnTo>
                    <a:pt x="122655" y="425099"/>
                  </a:lnTo>
                  <a:lnTo>
                    <a:pt x="122718" y="425298"/>
                  </a:lnTo>
                  <a:lnTo>
                    <a:pt x="122767" y="425446"/>
                  </a:lnTo>
                  <a:lnTo>
                    <a:pt x="122849" y="425699"/>
                  </a:lnTo>
                  <a:lnTo>
                    <a:pt x="122920" y="425917"/>
                  </a:lnTo>
                  <a:lnTo>
                    <a:pt x="123002" y="426173"/>
                  </a:lnTo>
                  <a:lnTo>
                    <a:pt x="124453" y="426540"/>
                  </a:lnTo>
                  <a:lnTo>
                    <a:pt x="124965" y="427138"/>
                  </a:lnTo>
                  <a:lnTo>
                    <a:pt x="125821" y="428019"/>
                  </a:lnTo>
                  <a:lnTo>
                    <a:pt x="126537" y="428766"/>
                  </a:lnTo>
                  <a:lnTo>
                    <a:pt x="127009" y="429253"/>
                  </a:lnTo>
                  <a:lnTo>
                    <a:pt x="127612" y="429878"/>
                  </a:lnTo>
                  <a:lnTo>
                    <a:pt x="127614" y="430134"/>
                  </a:lnTo>
                  <a:lnTo>
                    <a:pt x="127614" y="430374"/>
                  </a:lnTo>
                  <a:lnTo>
                    <a:pt x="127623" y="430671"/>
                  </a:lnTo>
                  <a:lnTo>
                    <a:pt x="127788" y="430885"/>
                  </a:lnTo>
                  <a:lnTo>
                    <a:pt x="128258" y="431508"/>
                  </a:lnTo>
                  <a:lnTo>
                    <a:pt x="128647" y="432011"/>
                  </a:lnTo>
                  <a:lnTo>
                    <a:pt x="129079" y="432411"/>
                  </a:lnTo>
                  <a:lnTo>
                    <a:pt x="129673" y="432952"/>
                  </a:lnTo>
                  <a:lnTo>
                    <a:pt x="129725" y="433365"/>
                  </a:lnTo>
                  <a:lnTo>
                    <a:pt x="129821" y="433941"/>
                  </a:lnTo>
                  <a:lnTo>
                    <a:pt x="129673" y="434253"/>
                  </a:lnTo>
                  <a:lnTo>
                    <a:pt x="130122" y="435302"/>
                  </a:lnTo>
                  <a:lnTo>
                    <a:pt x="128534" y="437975"/>
                  </a:lnTo>
                  <a:lnTo>
                    <a:pt x="129676" y="438989"/>
                  </a:lnTo>
                  <a:lnTo>
                    <a:pt x="130579" y="439786"/>
                  </a:lnTo>
                  <a:lnTo>
                    <a:pt x="131100" y="440252"/>
                  </a:lnTo>
                  <a:lnTo>
                    <a:pt x="131696" y="440782"/>
                  </a:lnTo>
                  <a:lnTo>
                    <a:pt x="131855" y="440918"/>
                  </a:lnTo>
                  <a:lnTo>
                    <a:pt x="132347" y="441348"/>
                  </a:lnTo>
                  <a:lnTo>
                    <a:pt x="132754" y="441709"/>
                  </a:lnTo>
                  <a:lnTo>
                    <a:pt x="132616" y="441930"/>
                  </a:lnTo>
                  <a:lnTo>
                    <a:pt x="132271" y="442506"/>
                  </a:lnTo>
                  <a:lnTo>
                    <a:pt x="134471" y="444004"/>
                  </a:lnTo>
                  <a:lnTo>
                    <a:pt x="137001" y="445727"/>
                  </a:lnTo>
                  <a:lnTo>
                    <a:pt x="139367" y="446707"/>
                  </a:lnTo>
                  <a:lnTo>
                    <a:pt x="141812" y="447720"/>
                  </a:lnTo>
                  <a:lnTo>
                    <a:pt x="142190" y="447946"/>
                  </a:lnTo>
                  <a:lnTo>
                    <a:pt x="142479" y="448119"/>
                  </a:lnTo>
                  <a:lnTo>
                    <a:pt x="142886" y="448364"/>
                  </a:lnTo>
                  <a:lnTo>
                    <a:pt x="143331" y="448630"/>
                  </a:lnTo>
                  <a:lnTo>
                    <a:pt x="143715" y="448861"/>
                  </a:lnTo>
                  <a:lnTo>
                    <a:pt x="144323" y="449226"/>
                  </a:lnTo>
                  <a:lnTo>
                    <a:pt x="144861" y="449548"/>
                  </a:lnTo>
                  <a:lnTo>
                    <a:pt x="145396" y="449869"/>
                  </a:lnTo>
                  <a:lnTo>
                    <a:pt x="145634" y="450012"/>
                  </a:lnTo>
                  <a:lnTo>
                    <a:pt x="146411" y="450478"/>
                  </a:lnTo>
                  <a:lnTo>
                    <a:pt x="147595" y="451188"/>
                  </a:lnTo>
                  <a:lnTo>
                    <a:pt x="147866" y="451351"/>
                  </a:lnTo>
                  <a:lnTo>
                    <a:pt x="148166" y="451530"/>
                  </a:lnTo>
                  <a:lnTo>
                    <a:pt x="148712" y="451858"/>
                  </a:lnTo>
                  <a:lnTo>
                    <a:pt x="149207" y="452155"/>
                  </a:lnTo>
                  <a:lnTo>
                    <a:pt x="149672" y="452433"/>
                  </a:lnTo>
                  <a:lnTo>
                    <a:pt x="149877" y="452556"/>
                  </a:lnTo>
                  <a:lnTo>
                    <a:pt x="150133" y="452710"/>
                  </a:lnTo>
                  <a:lnTo>
                    <a:pt x="150641" y="453015"/>
                  </a:lnTo>
                  <a:lnTo>
                    <a:pt x="151058" y="453265"/>
                  </a:lnTo>
                  <a:lnTo>
                    <a:pt x="151719" y="453661"/>
                  </a:lnTo>
                  <a:lnTo>
                    <a:pt x="152305" y="453772"/>
                  </a:lnTo>
                  <a:lnTo>
                    <a:pt x="153557" y="454001"/>
                  </a:lnTo>
                  <a:lnTo>
                    <a:pt x="154343" y="454125"/>
                  </a:lnTo>
                  <a:lnTo>
                    <a:pt x="155290" y="454377"/>
                  </a:lnTo>
                  <a:lnTo>
                    <a:pt x="155731" y="454492"/>
                  </a:lnTo>
                  <a:lnTo>
                    <a:pt x="156335" y="454643"/>
                  </a:lnTo>
                  <a:lnTo>
                    <a:pt x="156740" y="454751"/>
                  </a:lnTo>
                  <a:lnTo>
                    <a:pt x="157260" y="454897"/>
                  </a:lnTo>
                  <a:lnTo>
                    <a:pt x="157665" y="455000"/>
                  </a:lnTo>
                  <a:lnTo>
                    <a:pt x="157908" y="455061"/>
                  </a:lnTo>
                  <a:lnTo>
                    <a:pt x="158159" y="455124"/>
                  </a:lnTo>
                  <a:lnTo>
                    <a:pt x="158545" y="455220"/>
                  </a:lnTo>
                  <a:lnTo>
                    <a:pt x="158749" y="455272"/>
                  </a:lnTo>
                  <a:lnTo>
                    <a:pt x="159030" y="455305"/>
                  </a:lnTo>
                  <a:lnTo>
                    <a:pt x="159897" y="455415"/>
                  </a:lnTo>
                  <a:lnTo>
                    <a:pt x="160781" y="455542"/>
                  </a:lnTo>
                  <a:lnTo>
                    <a:pt x="161272" y="455602"/>
                  </a:lnTo>
                  <a:lnTo>
                    <a:pt x="161911" y="456436"/>
                  </a:lnTo>
                  <a:lnTo>
                    <a:pt x="161844" y="456589"/>
                  </a:lnTo>
                  <a:lnTo>
                    <a:pt x="161699" y="456930"/>
                  </a:lnTo>
                  <a:lnTo>
                    <a:pt x="161691" y="457073"/>
                  </a:lnTo>
                  <a:lnTo>
                    <a:pt x="161606" y="457564"/>
                  </a:lnTo>
                  <a:lnTo>
                    <a:pt x="161651" y="457736"/>
                  </a:lnTo>
                  <a:lnTo>
                    <a:pt x="161782" y="458208"/>
                  </a:lnTo>
                  <a:lnTo>
                    <a:pt x="161806" y="458574"/>
                  </a:lnTo>
                  <a:lnTo>
                    <a:pt x="161878" y="459326"/>
                  </a:lnTo>
                  <a:lnTo>
                    <a:pt x="162222" y="460078"/>
                  </a:lnTo>
                  <a:lnTo>
                    <a:pt x="162199" y="460351"/>
                  </a:lnTo>
                  <a:lnTo>
                    <a:pt x="162429" y="460359"/>
                  </a:lnTo>
                  <a:lnTo>
                    <a:pt x="163160" y="460887"/>
                  </a:lnTo>
                  <a:lnTo>
                    <a:pt x="163475" y="461554"/>
                  </a:lnTo>
                  <a:lnTo>
                    <a:pt x="163471" y="461735"/>
                  </a:lnTo>
                  <a:lnTo>
                    <a:pt x="163481" y="462041"/>
                  </a:lnTo>
                  <a:lnTo>
                    <a:pt x="163746" y="462527"/>
                  </a:lnTo>
                  <a:lnTo>
                    <a:pt x="164206" y="463132"/>
                  </a:lnTo>
                  <a:lnTo>
                    <a:pt x="164113" y="464130"/>
                  </a:lnTo>
                  <a:lnTo>
                    <a:pt x="164069" y="464593"/>
                  </a:lnTo>
                  <a:lnTo>
                    <a:pt x="166041" y="465293"/>
                  </a:lnTo>
                  <a:lnTo>
                    <a:pt x="166453" y="465558"/>
                  </a:lnTo>
                  <a:lnTo>
                    <a:pt x="167005" y="465997"/>
                  </a:lnTo>
                  <a:lnTo>
                    <a:pt x="168060" y="466802"/>
                  </a:lnTo>
                  <a:lnTo>
                    <a:pt x="169563" y="467970"/>
                  </a:lnTo>
                  <a:lnTo>
                    <a:pt x="172861" y="470646"/>
                  </a:lnTo>
                  <a:lnTo>
                    <a:pt x="173735" y="470783"/>
                  </a:lnTo>
                  <a:lnTo>
                    <a:pt x="174012" y="471152"/>
                  </a:lnTo>
                  <a:lnTo>
                    <a:pt x="175039" y="471737"/>
                  </a:lnTo>
                  <a:lnTo>
                    <a:pt x="175593" y="471709"/>
                  </a:lnTo>
                  <a:lnTo>
                    <a:pt x="175844" y="471818"/>
                  </a:lnTo>
                  <a:lnTo>
                    <a:pt x="175840" y="472218"/>
                  </a:lnTo>
                  <a:lnTo>
                    <a:pt x="176132" y="472426"/>
                  </a:lnTo>
                  <a:lnTo>
                    <a:pt x="176981" y="473202"/>
                  </a:lnTo>
                  <a:lnTo>
                    <a:pt x="177149" y="473248"/>
                  </a:lnTo>
                  <a:lnTo>
                    <a:pt x="177454" y="473403"/>
                  </a:lnTo>
                  <a:lnTo>
                    <a:pt x="177785" y="473672"/>
                  </a:lnTo>
                  <a:lnTo>
                    <a:pt x="178034" y="473912"/>
                  </a:lnTo>
                  <a:lnTo>
                    <a:pt x="178469" y="473957"/>
                  </a:lnTo>
                  <a:lnTo>
                    <a:pt x="178786" y="474065"/>
                  </a:lnTo>
                  <a:lnTo>
                    <a:pt x="178833" y="474449"/>
                  </a:lnTo>
                  <a:lnTo>
                    <a:pt x="179266" y="474798"/>
                  </a:lnTo>
                  <a:lnTo>
                    <a:pt x="179745" y="475179"/>
                  </a:lnTo>
                  <a:lnTo>
                    <a:pt x="180016" y="475389"/>
                  </a:lnTo>
                  <a:lnTo>
                    <a:pt x="180380" y="475669"/>
                  </a:lnTo>
                  <a:lnTo>
                    <a:pt x="181236" y="476309"/>
                  </a:lnTo>
                  <a:lnTo>
                    <a:pt x="181485" y="476496"/>
                  </a:lnTo>
                  <a:lnTo>
                    <a:pt x="181783" y="476717"/>
                  </a:lnTo>
                  <a:lnTo>
                    <a:pt x="182208" y="477036"/>
                  </a:lnTo>
                  <a:lnTo>
                    <a:pt x="182339" y="477134"/>
                  </a:lnTo>
                  <a:lnTo>
                    <a:pt x="184529" y="478787"/>
                  </a:lnTo>
                  <a:lnTo>
                    <a:pt x="184745" y="478849"/>
                  </a:lnTo>
                  <a:lnTo>
                    <a:pt x="185008" y="478927"/>
                  </a:lnTo>
                  <a:lnTo>
                    <a:pt x="185270" y="479005"/>
                  </a:lnTo>
                  <a:lnTo>
                    <a:pt x="185435" y="479054"/>
                  </a:lnTo>
                  <a:lnTo>
                    <a:pt x="185571" y="479094"/>
                  </a:lnTo>
                  <a:lnTo>
                    <a:pt x="185760" y="479149"/>
                  </a:lnTo>
                  <a:lnTo>
                    <a:pt x="185963" y="479209"/>
                  </a:lnTo>
                  <a:lnTo>
                    <a:pt x="186243" y="479292"/>
                  </a:lnTo>
                  <a:lnTo>
                    <a:pt x="186506" y="479370"/>
                  </a:lnTo>
                  <a:lnTo>
                    <a:pt x="186774" y="479449"/>
                  </a:lnTo>
                  <a:lnTo>
                    <a:pt x="187099" y="479544"/>
                  </a:lnTo>
                  <a:lnTo>
                    <a:pt x="187716" y="479726"/>
                  </a:lnTo>
                  <a:lnTo>
                    <a:pt x="188010" y="479813"/>
                  </a:lnTo>
                  <a:lnTo>
                    <a:pt x="188256" y="479886"/>
                  </a:lnTo>
                  <a:lnTo>
                    <a:pt x="188437" y="479940"/>
                  </a:lnTo>
                  <a:lnTo>
                    <a:pt x="191692" y="481960"/>
                  </a:lnTo>
                  <a:lnTo>
                    <a:pt x="193505" y="483873"/>
                  </a:lnTo>
                  <a:lnTo>
                    <a:pt x="193877" y="484296"/>
                  </a:lnTo>
                  <a:lnTo>
                    <a:pt x="195690" y="485756"/>
                  </a:lnTo>
                  <a:lnTo>
                    <a:pt x="195759" y="485603"/>
                  </a:lnTo>
                  <a:lnTo>
                    <a:pt x="196021" y="485780"/>
                  </a:lnTo>
                  <a:lnTo>
                    <a:pt x="196162" y="486136"/>
                  </a:lnTo>
                  <a:lnTo>
                    <a:pt x="196294" y="486241"/>
                  </a:lnTo>
                  <a:lnTo>
                    <a:pt x="197279" y="486904"/>
                  </a:lnTo>
                  <a:lnTo>
                    <a:pt x="197293" y="487191"/>
                  </a:lnTo>
                  <a:lnTo>
                    <a:pt x="197294" y="487418"/>
                  </a:lnTo>
                  <a:lnTo>
                    <a:pt x="197285" y="487741"/>
                  </a:lnTo>
                  <a:lnTo>
                    <a:pt x="197277" y="488009"/>
                  </a:lnTo>
                  <a:lnTo>
                    <a:pt x="197412" y="488251"/>
                  </a:lnTo>
                  <a:lnTo>
                    <a:pt x="197529" y="488459"/>
                  </a:lnTo>
                  <a:lnTo>
                    <a:pt x="198075" y="489442"/>
                  </a:lnTo>
                  <a:lnTo>
                    <a:pt x="199680" y="492188"/>
                  </a:lnTo>
                  <a:lnTo>
                    <a:pt x="202905" y="493316"/>
                  </a:lnTo>
                  <a:lnTo>
                    <a:pt x="204899" y="493462"/>
                  </a:lnTo>
                  <a:lnTo>
                    <a:pt x="209041" y="495296"/>
                  </a:lnTo>
                  <a:lnTo>
                    <a:pt x="209315" y="496244"/>
                  </a:lnTo>
                  <a:lnTo>
                    <a:pt x="209901" y="498282"/>
                  </a:lnTo>
                  <a:lnTo>
                    <a:pt x="210128" y="499070"/>
                  </a:lnTo>
                  <a:lnTo>
                    <a:pt x="210361" y="499810"/>
                  </a:lnTo>
                  <a:lnTo>
                    <a:pt x="210881" y="500509"/>
                  </a:lnTo>
                  <a:lnTo>
                    <a:pt x="212602" y="502841"/>
                  </a:lnTo>
                  <a:lnTo>
                    <a:pt x="212948" y="503277"/>
                  </a:lnTo>
                  <a:lnTo>
                    <a:pt x="213520" y="504071"/>
                  </a:lnTo>
                  <a:lnTo>
                    <a:pt x="213486" y="504308"/>
                  </a:lnTo>
                  <a:lnTo>
                    <a:pt x="213257" y="505905"/>
                  </a:lnTo>
                  <a:lnTo>
                    <a:pt x="213023" y="507413"/>
                  </a:lnTo>
                  <a:lnTo>
                    <a:pt x="212977" y="507697"/>
                  </a:lnTo>
                  <a:lnTo>
                    <a:pt x="212950" y="507863"/>
                  </a:lnTo>
                  <a:lnTo>
                    <a:pt x="212877" y="508295"/>
                  </a:lnTo>
                  <a:lnTo>
                    <a:pt x="212804" y="508675"/>
                  </a:lnTo>
                  <a:lnTo>
                    <a:pt x="212618" y="509652"/>
                  </a:lnTo>
                  <a:lnTo>
                    <a:pt x="211953" y="510613"/>
                  </a:lnTo>
                  <a:lnTo>
                    <a:pt x="211656" y="511017"/>
                  </a:lnTo>
                  <a:lnTo>
                    <a:pt x="211434" y="511353"/>
                  </a:lnTo>
                  <a:lnTo>
                    <a:pt x="211163" y="511760"/>
                  </a:lnTo>
                  <a:lnTo>
                    <a:pt x="211025" y="511976"/>
                  </a:lnTo>
                  <a:lnTo>
                    <a:pt x="210980" y="512762"/>
                  </a:lnTo>
                  <a:lnTo>
                    <a:pt x="210971" y="512945"/>
                  </a:lnTo>
                  <a:lnTo>
                    <a:pt x="210955" y="513106"/>
                  </a:lnTo>
                  <a:lnTo>
                    <a:pt x="210951" y="513346"/>
                  </a:lnTo>
                  <a:lnTo>
                    <a:pt x="210922" y="513562"/>
                  </a:lnTo>
                  <a:lnTo>
                    <a:pt x="210915" y="513860"/>
                  </a:lnTo>
                  <a:lnTo>
                    <a:pt x="210910" y="514058"/>
                  </a:lnTo>
                  <a:lnTo>
                    <a:pt x="210901" y="514381"/>
                  </a:lnTo>
                  <a:lnTo>
                    <a:pt x="210888" y="514773"/>
                  </a:lnTo>
                  <a:lnTo>
                    <a:pt x="210878" y="515010"/>
                  </a:lnTo>
                  <a:lnTo>
                    <a:pt x="210871" y="515381"/>
                  </a:lnTo>
                  <a:lnTo>
                    <a:pt x="210855" y="515588"/>
                  </a:lnTo>
                  <a:lnTo>
                    <a:pt x="210847" y="515728"/>
                  </a:lnTo>
                  <a:lnTo>
                    <a:pt x="210829" y="516145"/>
                  </a:lnTo>
                  <a:lnTo>
                    <a:pt x="212169" y="518684"/>
                  </a:lnTo>
                  <a:lnTo>
                    <a:pt x="212677" y="519113"/>
                  </a:lnTo>
                  <a:lnTo>
                    <a:pt x="213065" y="519410"/>
                  </a:lnTo>
                  <a:lnTo>
                    <a:pt x="213231" y="519537"/>
                  </a:lnTo>
                  <a:lnTo>
                    <a:pt x="213764" y="519937"/>
                  </a:lnTo>
                  <a:lnTo>
                    <a:pt x="214122" y="520200"/>
                  </a:lnTo>
                  <a:lnTo>
                    <a:pt x="214400" y="520409"/>
                  </a:lnTo>
                  <a:lnTo>
                    <a:pt x="214730" y="520651"/>
                  </a:lnTo>
                  <a:lnTo>
                    <a:pt x="214782" y="520976"/>
                  </a:lnTo>
                  <a:lnTo>
                    <a:pt x="214823" y="521211"/>
                  </a:lnTo>
                  <a:lnTo>
                    <a:pt x="214876" y="521567"/>
                  </a:lnTo>
                  <a:lnTo>
                    <a:pt x="214931" y="521856"/>
                  </a:lnTo>
                  <a:lnTo>
                    <a:pt x="214973" y="522121"/>
                  </a:lnTo>
                  <a:lnTo>
                    <a:pt x="215002" y="522323"/>
                  </a:lnTo>
                  <a:lnTo>
                    <a:pt x="215038" y="522556"/>
                  </a:lnTo>
                  <a:lnTo>
                    <a:pt x="215067" y="522735"/>
                  </a:lnTo>
                  <a:lnTo>
                    <a:pt x="215107" y="523007"/>
                  </a:lnTo>
                  <a:lnTo>
                    <a:pt x="215146" y="523217"/>
                  </a:lnTo>
                  <a:lnTo>
                    <a:pt x="215214" y="523738"/>
                  </a:lnTo>
                  <a:lnTo>
                    <a:pt x="215289" y="523917"/>
                  </a:lnTo>
                  <a:lnTo>
                    <a:pt x="215419" y="524228"/>
                  </a:lnTo>
                  <a:lnTo>
                    <a:pt x="215573" y="524596"/>
                  </a:lnTo>
                  <a:lnTo>
                    <a:pt x="215691" y="524909"/>
                  </a:lnTo>
                  <a:lnTo>
                    <a:pt x="215761" y="525095"/>
                  </a:lnTo>
                  <a:lnTo>
                    <a:pt x="215908" y="525479"/>
                  </a:lnTo>
                  <a:lnTo>
                    <a:pt x="215788" y="526430"/>
                  </a:lnTo>
                  <a:lnTo>
                    <a:pt x="215639" y="526800"/>
                  </a:lnTo>
                  <a:lnTo>
                    <a:pt x="215568" y="526975"/>
                  </a:lnTo>
                  <a:lnTo>
                    <a:pt x="215683" y="529794"/>
                  </a:lnTo>
                  <a:lnTo>
                    <a:pt x="215691" y="530050"/>
                  </a:lnTo>
                  <a:lnTo>
                    <a:pt x="216631" y="531751"/>
                  </a:lnTo>
                  <a:lnTo>
                    <a:pt x="216747" y="532150"/>
                  </a:lnTo>
                  <a:lnTo>
                    <a:pt x="216822" y="532386"/>
                  </a:lnTo>
                  <a:lnTo>
                    <a:pt x="217052" y="532869"/>
                  </a:lnTo>
                  <a:lnTo>
                    <a:pt x="217315" y="533282"/>
                  </a:lnTo>
                  <a:lnTo>
                    <a:pt x="217668" y="533650"/>
                  </a:lnTo>
                  <a:lnTo>
                    <a:pt x="217922" y="533870"/>
                  </a:lnTo>
                  <a:lnTo>
                    <a:pt x="218253" y="534135"/>
                  </a:lnTo>
                  <a:lnTo>
                    <a:pt x="218718" y="534479"/>
                  </a:lnTo>
                  <a:lnTo>
                    <a:pt x="219115" y="534703"/>
                  </a:lnTo>
                  <a:lnTo>
                    <a:pt x="219579" y="534906"/>
                  </a:lnTo>
                  <a:lnTo>
                    <a:pt x="220020" y="535003"/>
                  </a:lnTo>
                  <a:lnTo>
                    <a:pt x="220385" y="535094"/>
                  </a:lnTo>
                  <a:lnTo>
                    <a:pt x="220954" y="535196"/>
                  </a:lnTo>
                  <a:lnTo>
                    <a:pt x="221347" y="535248"/>
                  </a:lnTo>
                  <a:lnTo>
                    <a:pt x="221734" y="535305"/>
                  </a:lnTo>
                  <a:lnTo>
                    <a:pt x="221931" y="535342"/>
                  </a:lnTo>
                  <a:lnTo>
                    <a:pt x="222118" y="535398"/>
                  </a:lnTo>
                  <a:lnTo>
                    <a:pt x="222310" y="535497"/>
                  </a:lnTo>
                  <a:lnTo>
                    <a:pt x="222449" y="535647"/>
                  </a:lnTo>
                  <a:lnTo>
                    <a:pt x="222538" y="535834"/>
                  </a:lnTo>
                  <a:lnTo>
                    <a:pt x="222564" y="536045"/>
                  </a:lnTo>
                  <a:lnTo>
                    <a:pt x="222681" y="536556"/>
                  </a:lnTo>
                  <a:lnTo>
                    <a:pt x="222658" y="537199"/>
                  </a:lnTo>
                  <a:lnTo>
                    <a:pt x="222630" y="537355"/>
                  </a:lnTo>
                  <a:lnTo>
                    <a:pt x="222677" y="537534"/>
                  </a:lnTo>
                  <a:lnTo>
                    <a:pt x="222745" y="537695"/>
                  </a:lnTo>
                  <a:lnTo>
                    <a:pt x="223074" y="538126"/>
                  </a:lnTo>
                  <a:lnTo>
                    <a:pt x="223360" y="538394"/>
                  </a:lnTo>
                  <a:lnTo>
                    <a:pt x="223584" y="538639"/>
                  </a:lnTo>
                  <a:lnTo>
                    <a:pt x="223702" y="538912"/>
                  </a:lnTo>
                  <a:lnTo>
                    <a:pt x="223774" y="539271"/>
                  </a:lnTo>
                  <a:lnTo>
                    <a:pt x="220063" y="547121"/>
                  </a:lnTo>
                  <a:lnTo>
                    <a:pt x="220094" y="547484"/>
                  </a:lnTo>
                  <a:lnTo>
                    <a:pt x="220075" y="547660"/>
                  </a:lnTo>
                  <a:lnTo>
                    <a:pt x="220055" y="547838"/>
                  </a:lnTo>
                  <a:lnTo>
                    <a:pt x="220035" y="548036"/>
                  </a:lnTo>
                  <a:lnTo>
                    <a:pt x="220013" y="548223"/>
                  </a:lnTo>
                  <a:lnTo>
                    <a:pt x="219964" y="548877"/>
                  </a:lnTo>
                  <a:lnTo>
                    <a:pt x="220033" y="549052"/>
                  </a:lnTo>
                  <a:lnTo>
                    <a:pt x="220865" y="552561"/>
                  </a:lnTo>
                  <a:lnTo>
                    <a:pt x="221664" y="552981"/>
                  </a:lnTo>
                  <a:lnTo>
                    <a:pt x="222784" y="553456"/>
                  </a:lnTo>
                  <a:lnTo>
                    <a:pt x="224067" y="553670"/>
                  </a:lnTo>
                  <a:lnTo>
                    <a:pt x="224371" y="553887"/>
                  </a:lnTo>
                  <a:lnTo>
                    <a:pt x="224830" y="554268"/>
                  </a:lnTo>
                  <a:lnTo>
                    <a:pt x="225353" y="554750"/>
                  </a:lnTo>
                  <a:lnTo>
                    <a:pt x="225652" y="555108"/>
                  </a:lnTo>
                  <a:lnTo>
                    <a:pt x="225779" y="555260"/>
                  </a:lnTo>
                  <a:lnTo>
                    <a:pt x="226373" y="555967"/>
                  </a:lnTo>
                  <a:lnTo>
                    <a:pt x="227670" y="557512"/>
                  </a:lnTo>
                  <a:lnTo>
                    <a:pt x="227870" y="557727"/>
                  </a:lnTo>
                  <a:lnTo>
                    <a:pt x="229989" y="558559"/>
                  </a:lnTo>
                  <a:lnTo>
                    <a:pt x="230207" y="558551"/>
                  </a:lnTo>
                  <a:lnTo>
                    <a:pt x="230718" y="558612"/>
                  </a:lnTo>
                  <a:lnTo>
                    <a:pt x="231252" y="558577"/>
                  </a:lnTo>
                  <a:lnTo>
                    <a:pt x="233579" y="557598"/>
                  </a:lnTo>
                  <a:lnTo>
                    <a:pt x="234334" y="557602"/>
                  </a:lnTo>
                  <a:lnTo>
                    <a:pt x="235244" y="557605"/>
                  </a:lnTo>
                  <a:lnTo>
                    <a:pt x="236439" y="557615"/>
                  </a:lnTo>
                  <a:lnTo>
                    <a:pt x="236942" y="557616"/>
                  </a:lnTo>
                  <a:lnTo>
                    <a:pt x="237245" y="557614"/>
                  </a:lnTo>
                  <a:lnTo>
                    <a:pt x="237953" y="557609"/>
                  </a:lnTo>
                  <a:lnTo>
                    <a:pt x="239836" y="557632"/>
                  </a:lnTo>
                  <a:lnTo>
                    <a:pt x="240785" y="557664"/>
                  </a:lnTo>
                  <a:lnTo>
                    <a:pt x="241283" y="557613"/>
                  </a:lnTo>
                  <a:lnTo>
                    <a:pt x="242021" y="557481"/>
                  </a:lnTo>
                  <a:lnTo>
                    <a:pt x="243211" y="557144"/>
                  </a:lnTo>
                  <a:lnTo>
                    <a:pt x="243855" y="556960"/>
                  </a:lnTo>
                  <a:lnTo>
                    <a:pt x="244074" y="556897"/>
                  </a:lnTo>
                  <a:lnTo>
                    <a:pt x="244330" y="556855"/>
                  </a:lnTo>
                  <a:lnTo>
                    <a:pt x="244520" y="556920"/>
                  </a:lnTo>
                  <a:lnTo>
                    <a:pt x="244725" y="558023"/>
                  </a:lnTo>
                  <a:lnTo>
                    <a:pt x="244758" y="558161"/>
                  </a:lnTo>
                  <a:lnTo>
                    <a:pt x="244779" y="562971"/>
                  </a:lnTo>
                  <a:lnTo>
                    <a:pt x="244722" y="563154"/>
                  </a:lnTo>
                  <a:lnTo>
                    <a:pt x="244718" y="563309"/>
                  </a:lnTo>
                  <a:lnTo>
                    <a:pt x="244955" y="563637"/>
                  </a:lnTo>
                  <a:lnTo>
                    <a:pt x="245095" y="563672"/>
                  </a:lnTo>
                  <a:lnTo>
                    <a:pt x="245259" y="563663"/>
                  </a:lnTo>
                  <a:lnTo>
                    <a:pt x="245402" y="563742"/>
                  </a:lnTo>
                  <a:lnTo>
                    <a:pt x="245447" y="564043"/>
                  </a:lnTo>
                  <a:lnTo>
                    <a:pt x="245419" y="564333"/>
                  </a:lnTo>
                  <a:lnTo>
                    <a:pt x="245484" y="564739"/>
                  </a:lnTo>
                  <a:lnTo>
                    <a:pt x="245489" y="564898"/>
                  </a:lnTo>
                  <a:lnTo>
                    <a:pt x="245473" y="565130"/>
                  </a:lnTo>
                  <a:lnTo>
                    <a:pt x="245278" y="565348"/>
                  </a:lnTo>
                  <a:lnTo>
                    <a:pt x="245041" y="565552"/>
                  </a:lnTo>
                  <a:lnTo>
                    <a:pt x="244863" y="565709"/>
                  </a:lnTo>
                  <a:lnTo>
                    <a:pt x="244762" y="565841"/>
                  </a:lnTo>
                  <a:lnTo>
                    <a:pt x="244645" y="565970"/>
                  </a:lnTo>
                  <a:lnTo>
                    <a:pt x="244357" y="566242"/>
                  </a:lnTo>
                  <a:lnTo>
                    <a:pt x="244204" y="566750"/>
                  </a:lnTo>
                  <a:lnTo>
                    <a:pt x="244523" y="566919"/>
                  </a:lnTo>
                  <a:lnTo>
                    <a:pt x="244912" y="567132"/>
                  </a:lnTo>
                  <a:lnTo>
                    <a:pt x="245095" y="567231"/>
                  </a:lnTo>
                  <a:lnTo>
                    <a:pt x="247176" y="568351"/>
                  </a:lnTo>
                  <a:lnTo>
                    <a:pt x="247339" y="568539"/>
                  </a:lnTo>
                  <a:lnTo>
                    <a:pt x="247625" y="568973"/>
                  </a:lnTo>
                  <a:lnTo>
                    <a:pt x="248755" y="569721"/>
                  </a:lnTo>
                  <a:lnTo>
                    <a:pt x="251481" y="571528"/>
                  </a:lnTo>
                  <a:lnTo>
                    <a:pt x="252100" y="571939"/>
                  </a:lnTo>
                  <a:lnTo>
                    <a:pt x="252290" y="572065"/>
                  </a:lnTo>
                  <a:lnTo>
                    <a:pt x="252532" y="572215"/>
                  </a:lnTo>
                  <a:lnTo>
                    <a:pt x="253352" y="572675"/>
                  </a:lnTo>
                  <a:lnTo>
                    <a:pt x="254215" y="573160"/>
                  </a:lnTo>
                  <a:lnTo>
                    <a:pt x="257331" y="574904"/>
                  </a:lnTo>
                  <a:lnTo>
                    <a:pt x="257258" y="575139"/>
                  </a:lnTo>
                  <a:lnTo>
                    <a:pt x="257254" y="575333"/>
                  </a:lnTo>
                  <a:lnTo>
                    <a:pt x="257315" y="575572"/>
                  </a:lnTo>
                  <a:lnTo>
                    <a:pt x="257380" y="575706"/>
                  </a:lnTo>
                  <a:lnTo>
                    <a:pt x="257610" y="575713"/>
                  </a:lnTo>
                  <a:lnTo>
                    <a:pt x="257880" y="575610"/>
                  </a:lnTo>
                  <a:lnTo>
                    <a:pt x="258044" y="575324"/>
                  </a:lnTo>
                  <a:lnTo>
                    <a:pt x="265977" y="579960"/>
                  </a:lnTo>
                  <a:lnTo>
                    <a:pt x="267320" y="580695"/>
                  </a:lnTo>
                  <a:lnTo>
                    <a:pt x="267632" y="580863"/>
                  </a:lnTo>
                  <a:lnTo>
                    <a:pt x="268092" y="580834"/>
                  </a:lnTo>
                  <a:lnTo>
                    <a:pt x="269076" y="580771"/>
                  </a:lnTo>
                  <a:lnTo>
                    <a:pt x="269416" y="580751"/>
                  </a:lnTo>
                  <a:lnTo>
                    <a:pt x="270829" y="580563"/>
                  </a:lnTo>
                  <a:lnTo>
                    <a:pt x="271069" y="580574"/>
                  </a:lnTo>
                  <a:lnTo>
                    <a:pt x="271320" y="580585"/>
                  </a:lnTo>
                  <a:lnTo>
                    <a:pt x="271424" y="580353"/>
                  </a:lnTo>
                  <a:lnTo>
                    <a:pt x="271572" y="579714"/>
                  </a:lnTo>
                  <a:lnTo>
                    <a:pt x="271544" y="579339"/>
                  </a:lnTo>
                  <a:lnTo>
                    <a:pt x="271264" y="570709"/>
                  </a:lnTo>
                  <a:lnTo>
                    <a:pt x="271444" y="570162"/>
                  </a:lnTo>
                  <a:lnTo>
                    <a:pt x="270930" y="557095"/>
                  </a:lnTo>
                  <a:lnTo>
                    <a:pt x="270827" y="556425"/>
                  </a:lnTo>
                  <a:lnTo>
                    <a:pt x="271790" y="553118"/>
                  </a:lnTo>
                  <a:lnTo>
                    <a:pt x="271880" y="552956"/>
                  </a:lnTo>
                  <a:lnTo>
                    <a:pt x="271953" y="552824"/>
                  </a:lnTo>
                  <a:lnTo>
                    <a:pt x="272141" y="552494"/>
                  </a:lnTo>
                  <a:lnTo>
                    <a:pt x="272238" y="552327"/>
                  </a:lnTo>
                  <a:lnTo>
                    <a:pt x="272413" y="552018"/>
                  </a:lnTo>
                  <a:lnTo>
                    <a:pt x="272536" y="551793"/>
                  </a:lnTo>
                  <a:lnTo>
                    <a:pt x="272602" y="551666"/>
                  </a:lnTo>
                  <a:lnTo>
                    <a:pt x="272778" y="551357"/>
                  </a:lnTo>
                  <a:lnTo>
                    <a:pt x="273018" y="550940"/>
                  </a:lnTo>
                  <a:lnTo>
                    <a:pt x="273108" y="550792"/>
                  </a:lnTo>
                  <a:lnTo>
                    <a:pt x="273259" y="550452"/>
                  </a:lnTo>
                  <a:lnTo>
                    <a:pt x="273572" y="549772"/>
                  </a:lnTo>
                  <a:lnTo>
                    <a:pt x="273759" y="549413"/>
                  </a:lnTo>
                  <a:lnTo>
                    <a:pt x="273895" y="549152"/>
                  </a:lnTo>
                  <a:lnTo>
                    <a:pt x="274248" y="548482"/>
                  </a:lnTo>
                  <a:lnTo>
                    <a:pt x="274380" y="548343"/>
                  </a:lnTo>
                  <a:lnTo>
                    <a:pt x="275131" y="547510"/>
                  </a:lnTo>
                  <a:lnTo>
                    <a:pt x="276884" y="551566"/>
                  </a:lnTo>
                  <a:lnTo>
                    <a:pt x="277134" y="551244"/>
                  </a:lnTo>
                  <a:lnTo>
                    <a:pt x="277252" y="551100"/>
                  </a:lnTo>
                  <a:lnTo>
                    <a:pt x="281152" y="547492"/>
                  </a:lnTo>
                  <a:lnTo>
                    <a:pt x="281920" y="547132"/>
                  </a:lnTo>
                  <a:lnTo>
                    <a:pt x="282843" y="546686"/>
                  </a:lnTo>
                  <a:lnTo>
                    <a:pt x="283464" y="546327"/>
                  </a:lnTo>
                  <a:lnTo>
                    <a:pt x="285030" y="536618"/>
                  </a:lnTo>
                  <a:lnTo>
                    <a:pt x="284922" y="536428"/>
                  </a:lnTo>
                  <a:lnTo>
                    <a:pt x="284839" y="536276"/>
                  </a:lnTo>
                  <a:lnTo>
                    <a:pt x="284697" y="536014"/>
                  </a:lnTo>
                  <a:lnTo>
                    <a:pt x="284607" y="535816"/>
                  </a:lnTo>
                  <a:lnTo>
                    <a:pt x="284550" y="535672"/>
                  </a:lnTo>
                  <a:lnTo>
                    <a:pt x="284518" y="535487"/>
                  </a:lnTo>
                  <a:lnTo>
                    <a:pt x="284502" y="535286"/>
                  </a:lnTo>
                  <a:lnTo>
                    <a:pt x="284527" y="534941"/>
                  </a:lnTo>
                  <a:lnTo>
                    <a:pt x="284846" y="534795"/>
                  </a:lnTo>
                  <a:lnTo>
                    <a:pt x="285241" y="535030"/>
                  </a:lnTo>
                  <a:lnTo>
                    <a:pt x="286145" y="535171"/>
                  </a:lnTo>
                  <a:lnTo>
                    <a:pt x="286548" y="535299"/>
                  </a:lnTo>
                  <a:lnTo>
                    <a:pt x="286694" y="535368"/>
                  </a:lnTo>
                  <a:lnTo>
                    <a:pt x="286872" y="535264"/>
                  </a:lnTo>
                  <a:lnTo>
                    <a:pt x="287167" y="535055"/>
                  </a:lnTo>
                  <a:lnTo>
                    <a:pt x="287692" y="535046"/>
                  </a:lnTo>
                  <a:lnTo>
                    <a:pt x="287901" y="535025"/>
                  </a:lnTo>
                  <a:lnTo>
                    <a:pt x="288266" y="534995"/>
                  </a:lnTo>
                  <a:lnTo>
                    <a:pt x="288715" y="534979"/>
                  </a:lnTo>
                  <a:lnTo>
                    <a:pt x="289134" y="534904"/>
                  </a:lnTo>
                  <a:lnTo>
                    <a:pt x="289352" y="534912"/>
                  </a:lnTo>
                  <a:lnTo>
                    <a:pt x="289529" y="534923"/>
                  </a:lnTo>
                  <a:lnTo>
                    <a:pt x="289706" y="534919"/>
                  </a:lnTo>
                  <a:lnTo>
                    <a:pt x="289834" y="534915"/>
                  </a:lnTo>
                  <a:lnTo>
                    <a:pt x="290191" y="534860"/>
                  </a:lnTo>
                  <a:lnTo>
                    <a:pt x="290567" y="534802"/>
                  </a:lnTo>
                  <a:lnTo>
                    <a:pt x="290895" y="534777"/>
                  </a:lnTo>
                  <a:lnTo>
                    <a:pt x="291074" y="534774"/>
                  </a:lnTo>
                  <a:lnTo>
                    <a:pt x="291214" y="534772"/>
                  </a:lnTo>
                  <a:lnTo>
                    <a:pt x="291366" y="534779"/>
                  </a:lnTo>
                  <a:lnTo>
                    <a:pt x="291798" y="534706"/>
                  </a:lnTo>
                  <a:lnTo>
                    <a:pt x="291941" y="534667"/>
                  </a:lnTo>
                  <a:lnTo>
                    <a:pt x="292249" y="534631"/>
                  </a:lnTo>
                  <a:lnTo>
                    <a:pt x="292637" y="534678"/>
                  </a:lnTo>
                  <a:lnTo>
                    <a:pt x="293190" y="534763"/>
                  </a:lnTo>
                  <a:lnTo>
                    <a:pt x="293477" y="534809"/>
                  </a:lnTo>
                  <a:lnTo>
                    <a:pt x="293611" y="534847"/>
                  </a:lnTo>
                  <a:lnTo>
                    <a:pt x="293827" y="534922"/>
                  </a:lnTo>
                  <a:lnTo>
                    <a:pt x="294074" y="534986"/>
                  </a:lnTo>
                  <a:lnTo>
                    <a:pt x="294413" y="535056"/>
                  </a:lnTo>
                  <a:lnTo>
                    <a:pt x="294602" y="535114"/>
                  </a:lnTo>
                  <a:lnTo>
                    <a:pt x="295128" y="535277"/>
                  </a:lnTo>
                  <a:lnTo>
                    <a:pt x="295410" y="535362"/>
                  </a:lnTo>
                  <a:lnTo>
                    <a:pt x="295540" y="535398"/>
                  </a:lnTo>
                  <a:lnTo>
                    <a:pt x="295781" y="535411"/>
                  </a:lnTo>
                  <a:lnTo>
                    <a:pt x="296041" y="535444"/>
                  </a:lnTo>
                  <a:lnTo>
                    <a:pt x="296215" y="535470"/>
                  </a:lnTo>
                  <a:lnTo>
                    <a:pt x="296693" y="535605"/>
                  </a:lnTo>
                  <a:lnTo>
                    <a:pt x="296857" y="535677"/>
                  </a:lnTo>
                  <a:lnTo>
                    <a:pt x="296996" y="535779"/>
                  </a:lnTo>
                  <a:lnTo>
                    <a:pt x="297449" y="535988"/>
                  </a:lnTo>
                  <a:lnTo>
                    <a:pt x="297611" y="536019"/>
                  </a:lnTo>
                  <a:lnTo>
                    <a:pt x="297924" y="536078"/>
                  </a:lnTo>
                  <a:lnTo>
                    <a:pt x="298255" y="536177"/>
                  </a:lnTo>
                  <a:lnTo>
                    <a:pt x="298640" y="536283"/>
                  </a:lnTo>
                  <a:lnTo>
                    <a:pt x="298909" y="536321"/>
                  </a:lnTo>
                  <a:lnTo>
                    <a:pt x="299320" y="536387"/>
                  </a:lnTo>
                  <a:lnTo>
                    <a:pt x="299854" y="536476"/>
                  </a:lnTo>
                  <a:lnTo>
                    <a:pt x="300050" y="536528"/>
                  </a:lnTo>
                  <a:lnTo>
                    <a:pt x="300185" y="536564"/>
                  </a:lnTo>
                  <a:lnTo>
                    <a:pt x="300566" y="536706"/>
                  </a:lnTo>
                  <a:lnTo>
                    <a:pt x="300750" y="536752"/>
                  </a:lnTo>
                  <a:lnTo>
                    <a:pt x="300912" y="536771"/>
                  </a:lnTo>
                  <a:lnTo>
                    <a:pt x="301610" y="537477"/>
                  </a:lnTo>
                  <a:lnTo>
                    <a:pt x="301957" y="538201"/>
                  </a:lnTo>
                  <a:lnTo>
                    <a:pt x="302149" y="538602"/>
                  </a:lnTo>
                  <a:lnTo>
                    <a:pt x="302218" y="538747"/>
                  </a:lnTo>
                  <a:lnTo>
                    <a:pt x="302380" y="539085"/>
                  </a:lnTo>
                  <a:lnTo>
                    <a:pt x="302490" y="539314"/>
                  </a:lnTo>
                  <a:lnTo>
                    <a:pt x="302553" y="539447"/>
                  </a:lnTo>
                  <a:lnTo>
                    <a:pt x="302623" y="539593"/>
                  </a:lnTo>
                  <a:lnTo>
                    <a:pt x="302909" y="540189"/>
                  </a:lnTo>
                  <a:lnTo>
                    <a:pt x="303193" y="540772"/>
                  </a:lnTo>
                  <a:lnTo>
                    <a:pt x="303574" y="541497"/>
                  </a:lnTo>
                  <a:lnTo>
                    <a:pt x="304026" y="542357"/>
                  </a:lnTo>
                  <a:lnTo>
                    <a:pt x="304623" y="543561"/>
                  </a:lnTo>
                  <a:lnTo>
                    <a:pt x="304868" y="544715"/>
                  </a:lnTo>
                  <a:lnTo>
                    <a:pt x="304902" y="544897"/>
                  </a:lnTo>
                  <a:lnTo>
                    <a:pt x="305287" y="546062"/>
                  </a:lnTo>
                  <a:lnTo>
                    <a:pt x="305378" y="546535"/>
                  </a:lnTo>
                  <a:lnTo>
                    <a:pt x="305407" y="546667"/>
                  </a:lnTo>
                  <a:lnTo>
                    <a:pt x="305504" y="547119"/>
                  </a:lnTo>
                  <a:lnTo>
                    <a:pt x="305535" y="547266"/>
                  </a:lnTo>
                  <a:lnTo>
                    <a:pt x="305605" y="547573"/>
                  </a:lnTo>
                  <a:lnTo>
                    <a:pt x="305649" y="547876"/>
                  </a:lnTo>
                  <a:lnTo>
                    <a:pt x="305683" y="548016"/>
                  </a:lnTo>
                  <a:lnTo>
                    <a:pt x="305716" y="548171"/>
                  </a:lnTo>
                  <a:lnTo>
                    <a:pt x="305745" y="548748"/>
                  </a:lnTo>
                  <a:lnTo>
                    <a:pt x="305816" y="549051"/>
                  </a:lnTo>
                  <a:lnTo>
                    <a:pt x="305868" y="549206"/>
                  </a:lnTo>
                  <a:lnTo>
                    <a:pt x="305964" y="549499"/>
                  </a:lnTo>
                  <a:lnTo>
                    <a:pt x="306275" y="549969"/>
                  </a:lnTo>
                  <a:lnTo>
                    <a:pt x="306310" y="550745"/>
                  </a:lnTo>
                  <a:lnTo>
                    <a:pt x="306336" y="551117"/>
                  </a:lnTo>
                  <a:lnTo>
                    <a:pt x="306379" y="551289"/>
                  </a:lnTo>
                  <a:lnTo>
                    <a:pt x="306434" y="551442"/>
                  </a:lnTo>
                  <a:lnTo>
                    <a:pt x="306473" y="551758"/>
                  </a:lnTo>
                  <a:lnTo>
                    <a:pt x="306528" y="551965"/>
                  </a:lnTo>
                  <a:lnTo>
                    <a:pt x="306602" y="552226"/>
                  </a:lnTo>
                  <a:lnTo>
                    <a:pt x="306691" y="552580"/>
                  </a:lnTo>
                  <a:lnTo>
                    <a:pt x="306780" y="552890"/>
                  </a:lnTo>
                  <a:lnTo>
                    <a:pt x="306829" y="553047"/>
                  </a:lnTo>
                  <a:lnTo>
                    <a:pt x="306874" y="553184"/>
                  </a:lnTo>
                  <a:lnTo>
                    <a:pt x="306947" y="553432"/>
                  </a:lnTo>
                  <a:lnTo>
                    <a:pt x="306994" y="553590"/>
                  </a:lnTo>
                  <a:lnTo>
                    <a:pt x="307063" y="553804"/>
                  </a:lnTo>
                  <a:lnTo>
                    <a:pt x="307107" y="553955"/>
                  </a:lnTo>
                  <a:lnTo>
                    <a:pt x="307150" y="554108"/>
                  </a:lnTo>
                  <a:lnTo>
                    <a:pt x="307215" y="554384"/>
                  </a:lnTo>
                  <a:lnTo>
                    <a:pt x="307280" y="554625"/>
                  </a:lnTo>
                  <a:lnTo>
                    <a:pt x="307292" y="554934"/>
                  </a:lnTo>
                  <a:lnTo>
                    <a:pt x="307338" y="555105"/>
                  </a:lnTo>
                  <a:lnTo>
                    <a:pt x="307273" y="555314"/>
                  </a:lnTo>
                  <a:lnTo>
                    <a:pt x="307303" y="555515"/>
                  </a:lnTo>
                  <a:lnTo>
                    <a:pt x="307337" y="555780"/>
                  </a:lnTo>
                  <a:lnTo>
                    <a:pt x="307378" y="556069"/>
                  </a:lnTo>
                  <a:lnTo>
                    <a:pt x="307416" y="556313"/>
                  </a:lnTo>
                  <a:lnTo>
                    <a:pt x="307588" y="556393"/>
                  </a:lnTo>
                  <a:lnTo>
                    <a:pt x="307749" y="556471"/>
                  </a:lnTo>
                  <a:lnTo>
                    <a:pt x="308061" y="556624"/>
                  </a:lnTo>
                  <a:lnTo>
                    <a:pt x="308340" y="556746"/>
                  </a:lnTo>
                  <a:lnTo>
                    <a:pt x="308664" y="556882"/>
                  </a:lnTo>
                  <a:lnTo>
                    <a:pt x="310723" y="562518"/>
                  </a:lnTo>
                  <a:lnTo>
                    <a:pt x="310896" y="562872"/>
                  </a:lnTo>
                  <a:lnTo>
                    <a:pt x="311439" y="563342"/>
                  </a:lnTo>
                  <a:lnTo>
                    <a:pt x="311912" y="563740"/>
                  </a:lnTo>
                  <a:lnTo>
                    <a:pt x="312152" y="563943"/>
                  </a:lnTo>
                  <a:lnTo>
                    <a:pt x="312540" y="564276"/>
                  </a:lnTo>
                  <a:lnTo>
                    <a:pt x="312748" y="564455"/>
                  </a:lnTo>
                  <a:lnTo>
                    <a:pt x="314494" y="566017"/>
                  </a:lnTo>
                  <a:lnTo>
                    <a:pt x="314694" y="566648"/>
                  </a:lnTo>
                  <a:lnTo>
                    <a:pt x="314719" y="566863"/>
                  </a:lnTo>
                  <a:lnTo>
                    <a:pt x="314694" y="567003"/>
                  </a:lnTo>
                  <a:lnTo>
                    <a:pt x="314677" y="567245"/>
                  </a:lnTo>
                  <a:lnTo>
                    <a:pt x="314608" y="567432"/>
                  </a:lnTo>
                  <a:lnTo>
                    <a:pt x="314671" y="567771"/>
                  </a:lnTo>
                  <a:lnTo>
                    <a:pt x="314701" y="568016"/>
                  </a:lnTo>
                  <a:lnTo>
                    <a:pt x="314713" y="568212"/>
                  </a:lnTo>
                  <a:lnTo>
                    <a:pt x="314728" y="568399"/>
                  </a:lnTo>
                  <a:lnTo>
                    <a:pt x="314780" y="568747"/>
                  </a:lnTo>
                  <a:lnTo>
                    <a:pt x="314783" y="569006"/>
                  </a:lnTo>
                  <a:lnTo>
                    <a:pt x="314909" y="570056"/>
                  </a:lnTo>
                  <a:lnTo>
                    <a:pt x="314931" y="570666"/>
                  </a:lnTo>
                  <a:lnTo>
                    <a:pt x="314963" y="571053"/>
                  </a:lnTo>
                  <a:lnTo>
                    <a:pt x="315065" y="572146"/>
                  </a:lnTo>
                  <a:lnTo>
                    <a:pt x="315251" y="572715"/>
                  </a:lnTo>
                  <a:lnTo>
                    <a:pt x="315471" y="572889"/>
                  </a:lnTo>
                  <a:lnTo>
                    <a:pt x="315635" y="573222"/>
                  </a:lnTo>
                  <a:lnTo>
                    <a:pt x="315727" y="573461"/>
                  </a:lnTo>
                  <a:lnTo>
                    <a:pt x="315607" y="573810"/>
                  </a:lnTo>
                  <a:lnTo>
                    <a:pt x="315670" y="574120"/>
                  </a:lnTo>
                  <a:lnTo>
                    <a:pt x="315713" y="574480"/>
                  </a:lnTo>
                  <a:lnTo>
                    <a:pt x="315734" y="574672"/>
                  </a:lnTo>
                  <a:lnTo>
                    <a:pt x="315773" y="574824"/>
                  </a:lnTo>
                  <a:lnTo>
                    <a:pt x="315857" y="575155"/>
                  </a:lnTo>
                  <a:lnTo>
                    <a:pt x="315988" y="575758"/>
                  </a:lnTo>
                  <a:lnTo>
                    <a:pt x="316220" y="576742"/>
                  </a:lnTo>
                  <a:lnTo>
                    <a:pt x="316235" y="576951"/>
                  </a:lnTo>
                  <a:lnTo>
                    <a:pt x="316300" y="577751"/>
                  </a:lnTo>
                  <a:lnTo>
                    <a:pt x="316401" y="578241"/>
                  </a:lnTo>
                  <a:lnTo>
                    <a:pt x="316384" y="578424"/>
                  </a:lnTo>
                  <a:lnTo>
                    <a:pt x="316163" y="579041"/>
                  </a:lnTo>
                  <a:lnTo>
                    <a:pt x="316095" y="579197"/>
                  </a:lnTo>
                  <a:lnTo>
                    <a:pt x="315919" y="579801"/>
                  </a:lnTo>
                  <a:lnTo>
                    <a:pt x="315878" y="580124"/>
                  </a:lnTo>
                  <a:lnTo>
                    <a:pt x="315846" y="580529"/>
                  </a:lnTo>
                  <a:lnTo>
                    <a:pt x="315808" y="581022"/>
                  </a:lnTo>
                  <a:lnTo>
                    <a:pt x="315821" y="581209"/>
                  </a:lnTo>
                  <a:lnTo>
                    <a:pt x="315920" y="581687"/>
                  </a:lnTo>
                  <a:lnTo>
                    <a:pt x="315950" y="581836"/>
                  </a:lnTo>
                  <a:lnTo>
                    <a:pt x="315915" y="582758"/>
                  </a:lnTo>
                  <a:lnTo>
                    <a:pt x="315865" y="583074"/>
                  </a:lnTo>
                  <a:lnTo>
                    <a:pt x="316019" y="583732"/>
                  </a:lnTo>
                  <a:lnTo>
                    <a:pt x="316100" y="584253"/>
                  </a:lnTo>
                  <a:lnTo>
                    <a:pt x="316182" y="584933"/>
                  </a:lnTo>
                  <a:lnTo>
                    <a:pt x="316187" y="585074"/>
                  </a:lnTo>
                  <a:lnTo>
                    <a:pt x="316192" y="585294"/>
                  </a:lnTo>
                  <a:lnTo>
                    <a:pt x="316271" y="587712"/>
                  </a:lnTo>
                  <a:lnTo>
                    <a:pt x="316262" y="587923"/>
                  </a:lnTo>
                  <a:lnTo>
                    <a:pt x="316284" y="588096"/>
                  </a:lnTo>
                  <a:lnTo>
                    <a:pt x="316319" y="588330"/>
                  </a:lnTo>
                  <a:lnTo>
                    <a:pt x="316328" y="588480"/>
                  </a:lnTo>
                  <a:lnTo>
                    <a:pt x="316363" y="588900"/>
                  </a:lnTo>
                  <a:lnTo>
                    <a:pt x="316329" y="589326"/>
                  </a:lnTo>
                  <a:lnTo>
                    <a:pt x="316337" y="590005"/>
                  </a:lnTo>
                  <a:lnTo>
                    <a:pt x="316360" y="590195"/>
                  </a:lnTo>
                  <a:lnTo>
                    <a:pt x="316378" y="590348"/>
                  </a:lnTo>
                  <a:lnTo>
                    <a:pt x="316442" y="590716"/>
                  </a:lnTo>
                  <a:lnTo>
                    <a:pt x="316469" y="591230"/>
                  </a:lnTo>
                  <a:lnTo>
                    <a:pt x="316475" y="591475"/>
                  </a:lnTo>
                  <a:lnTo>
                    <a:pt x="316521" y="592025"/>
                  </a:lnTo>
                  <a:lnTo>
                    <a:pt x="316603" y="592356"/>
                  </a:lnTo>
                  <a:lnTo>
                    <a:pt x="316648" y="592524"/>
                  </a:lnTo>
                  <a:lnTo>
                    <a:pt x="316683" y="592953"/>
                  </a:lnTo>
                  <a:lnTo>
                    <a:pt x="316732" y="593176"/>
                  </a:lnTo>
                  <a:lnTo>
                    <a:pt x="316826" y="593567"/>
                  </a:lnTo>
                  <a:lnTo>
                    <a:pt x="316786" y="593853"/>
                  </a:lnTo>
                  <a:lnTo>
                    <a:pt x="316812" y="594007"/>
                  </a:lnTo>
                  <a:lnTo>
                    <a:pt x="316869" y="594248"/>
                  </a:lnTo>
                  <a:lnTo>
                    <a:pt x="316914" y="594495"/>
                  </a:lnTo>
                  <a:lnTo>
                    <a:pt x="316866" y="594710"/>
                  </a:lnTo>
                  <a:lnTo>
                    <a:pt x="316878" y="594907"/>
                  </a:lnTo>
                  <a:lnTo>
                    <a:pt x="316862" y="595276"/>
                  </a:lnTo>
                  <a:lnTo>
                    <a:pt x="316836" y="595777"/>
                  </a:lnTo>
                  <a:lnTo>
                    <a:pt x="316828" y="596029"/>
                  </a:lnTo>
                  <a:lnTo>
                    <a:pt x="316827" y="596366"/>
                  </a:lnTo>
                  <a:lnTo>
                    <a:pt x="316919" y="596944"/>
                  </a:lnTo>
                  <a:lnTo>
                    <a:pt x="316994" y="597286"/>
                  </a:lnTo>
                  <a:lnTo>
                    <a:pt x="317086" y="597683"/>
                  </a:lnTo>
                  <a:lnTo>
                    <a:pt x="317166" y="598165"/>
                  </a:lnTo>
                  <a:lnTo>
                    <a:pt x="317198" y="598356"/>
                  </a:lnTo>
                  <a:lnTo>
                    <a:pt x="317236" y="598493"/>
                  </a:lnTo>
                  <a:lnTo>
                    <a:pt x="317239" y="598773"/>
                  </a:lnTo>
                  <a:lnTo>
                    <a:pt x="318019" y="598873"/>
                  </a:lnTo>
                  <a:lnTo>
                    <a:pt x="318242" y="598907"/>
                  </a:lnTo>
                  <a:lnTo>
                    <a:pt x="318477" y="599002"/>
                  </a:lnTo>
                  <a:lnTo>
                    <a:pt x="318093" y="600934"/>
                  </a:lnTo>
                  <a:lnTo>
                    <a:pt x="318543" y="600963"/>
                  </a:lnTo>
                  <a:lnTo>
                    <a:pt x="318815" y="600971"/>
                  </a:lnTo>
                  <a:lnTo>
                    <a:pt x="319370" y="600986"/>
                  </a:lnTo>
                  <a:lnTo>
                    <a:pt x="319953" y="601009"/>
                  </a:lnTo>
                  <a:lnTo>
                    <a:pt x="320265" y="601014"/>
                  </a:lnTo>
                  <a:lnTo>
                    <a:pt x="320441" y="601025"/>
                  </a:lnTo>
                  <a:lnTo>
                    <a:pt x="320753" y="601031"/>
                  </a:lnTo>
                  <a:lnTo>
                    <a:pt x="321081" y="601046"/>
                  </a:lnTo>
                  <a:lnTo>
                    <a:pt x="321548" y="601063"/>
                  </a:lnTo>
                  <a:lnTo>
                    <a:pt x="321699" y="601065"/>
                  </a:lnTo>
                  <a:lnTo>
                    <a:pt x="321886" y="601067"/>
                  </a:lnTo>
                  <a:lnTo>
                    <a:pt x="322483" y="601076"/>
                  </a:lnTo>
                  <a:lnTo>
                    <a:pt x="323998" y="601077"/>
                  </a:lnTo>
                  <a:lnTo>
                    <a:pt x="324162" y="601081"/>
                  </a:lnTo>
                  <a:lnTo>
                    <a:pt x="324375" y="601090"/>
                  </a:lnTo>
                  <a:lnTo>
                    <a:pt x="325069" y="601118"/>
                  </a:lnTo>
                  <a:lnTo>
                    <a:pt x="325445" y="601125"/>
                  </a:lnTo>
                  <a:lnTo>
                    <a:pt x="325751" y="601147"/>
                  </a:lnTo>
                  <a:lnTo>
                    <a:pt x="326305" y="601511"/>
                  </a:lnTo>
                  <a:lnTo>
                    <a:pt x="326577" y="601726"/>
                  </a:lnTo>
                  <a:lnTo>
                    <a:pt x="327124" y="602177"/>
                  </a:lnTo>
                  <a:lnTo>
                    <a:pt x="327251" y="602280"/>
                  </a:lnTo>
                  <a:lnTo>
                    <a:pt x="327507" y="602509"/>
                  </a:lnTo>
                  <a:lnTo>
                    <a:pt x="327824" y="602792"/>
                  </a:lnTo>
                  <a:lnTo>
                    <a:pt x="328153" y="603038"/>
                  </a:lnTo>
                  <a:lnTo>
                    <a:pt x="328471" y="603334"/>
                  </a:lnTo>
                  <a:lnTo>
                    <a:pt x="328751" y="603567"/>
                  </a:lnTo>
                  <a:lnTo>
                    <a:pt x="329223" y="603955"/>
                  </a:lnTo>
                  <a:lnTo>
                    <a:pt x="329746" y="604378"/>
                  </a:lnTo>
                  <a:lnTo>
                    <a:pt x="330079" y="604658"/>
                  </a:lnTo>
                  <a:lnTo>
                    <a:pt x="330404" y="604931"/>
                  </a:lnTo>
                  <a:lnTo>
                    <a:pt x="331000" y="605430"/>
                  </a:lnTo>
                  <a:lnTo>
                    <a:pt x="331189" y="605595"/>
                  </a:lnTo>
                  <a:lnTo>
                    <a:pt x="331456" y="605821"/>
                  </a:lnTo>
                  <a:lnTo>
                    <a:pt x="332089" y="606349"/>
                  </a:lnTo>
                  <a:lnTo>
                    <a:pt x="332233" y="606485"/>
                  </a:lnTo>
                  <a:lnTo>
                    <a:pt x="332580" y="606769"/>
                  </a:lnTo>
                  <a:lnTo>
                    <a:pt x="332904" y="607038"/>
                  </a:lnTo>
                  <a:lnTo>
                    <a:pt x="333180" y="607268"/>
                  </a:lnTo>
                  <a:lnTo>
                    <a:pt x="333714" y="607732"/>
                  </a:lnTo>
                  <a:lnTo>
                    <a:pt x="334816" y="608477"/>
                  </a:lnTo>
                  <a:lnTo>
                    <a:pt x="334987" y="608545"/>
                  </a:lnTo>
                  <a:lnTo>
                    <a:pt x="335172" y="608842"/>
                  </a:lnTo>
                  <a:lnTo>
                    <a:pt x="335297" y="609022"/>
                  </a:lnTo>
                  <a:lnTo>
                    <a:pt x="335536" y="608681"/>
                  </a:lnTo>
                  <a:lnTo>
                    <a:pt x="336475" y="608248"/>
                  </a:lnTo>
                  <a:lnTo>
                    <a:pt x="336979" y="607868"/>
                  </a:lnTo>
                  <a:lnTo>
                    <a:pt x="337454" y="607455"/>
                  </a:lnTo>
                  <a:lnTo>
                    <a:pt x="341826" y="607106"/>
                  </a:lnTo>
                  <a:lnTo>
                    <a:pt x="341106" y="612142"/>
                  </a:lnTo>
                  <a:lnTo>
                    <a:pt x="340893" y="612810"/>
                  </a:lnTo>
                  <a:lnTo>
                    <a:pt x="339651" y="616701"/>
                  </a:lnTo>
                  <a:lnTo>
                    <a:pt x="337962" y="619254"/>
                  </a:lnTo>
                  <a:lnTo>
                    <a:pt x="337963" y="621046"/>
                  </a:lnTo>
                  <a:lnTo>
                    <a:pt x="340129" y="622229"/>
                  </a:lnTo>
                  <a:lnTo>
                    <a:pt x="340489" y="622370"/>
                  </a:lnTo>
                  <a:lnTo>
                    <a:pt x="341167" y="622292"/>
                  </a:lnTo>
                  <a:lnTo>
                    <a:pt x="341727" y="622455"/>
                  </a:lnTo>
                  <a:lnTo>
                    <a:pt x="341857" y="622504"/>
                  </a:lnTo>
                  <a:lnTo>
                    <a:pt x="341991" y="622518"/>
                  </a:lnTo>
                  <a:lnTo>
                    <a:pt x="342379" y="622517"/>
                  </a:lnTo>
                  <a:lnTo>
                    <a:pt x="342542" y="622507"/>
                  </a:lnTo>
                  <a:lnTo>
                    <a:pt x="342732" y="622461"/>
                  </a:lnTo>
                  <a:lnTo>
                    <a:pt x="343496" y="622372"/>
                  </a:lnTo>
                  <a:lnTo>
                    <a:pt x="343758" y="622309"/>
                  </a:lnTo>
                  <a:lnTo>
                    <a:pt x="344166" y="622231"/>
                  </a:lnTo>
                  <a:lnTo>
                    <a:pt x="344180" y="622624"/>
                  </a:lnTo>
                  <a:lnTo>
                    <a:pt x="344203" y="622884"/>
                  </a:lnTo>
                  <a:lnTo>
                    <a:pt x="344216" y="623253"/>
                  </a:lnTo>
                  <a:lnTo>
                    <a:pt x="344030" y="623388"/>
                  </a:lnTo>
                  <a:lnTo>
                    <a:pt x="344306" y="623464"/>
                  </a:lnTo>
                  <a:lnTo>
                    <a:pt x="344844" y="623661"/>
                  </a:lnTo>
                  <a:lnTo>
                    <a:pt x="345004" y="623728"/>
                  </a:lnTo>
                  <a:lnTo>
                    <a:pt x="345178" y="623698"/>
                  </a:lnTo>
                  <a:lnTo>
                    <a:pt x="346685" y="623111"/>
                  </a:lnTo>
                  <a:lnTo>
                    <a:pt x="346870" y="623103"/>
                  </a:lnTo>
                  <a:lnTo>
                    <a:pt x="347083" y="623038"/>
                  </a:lnTo>
                  <a:lnTo>
                    <a:pt x="347381" y="622982"/>
                  </a:lnTo>
                  <a:lnTo>
                    <a:pt x="347583" y="622950"/>
                  </a:lnTo>
                  <a:lnTo>
                    <a:pt x="348131" y="622981"/>
                  </a:lnTo>
                  <a:lnTo>
                    <a:pt x="348301" y="622999"/>
                  </a:lnTo>
                  <a:lnTo>
                    <a:pt x="349156" y="622950"/>
                  </a:lnTo>
                  <a:lnTo>
                    <a:pt x="349840" y="622689"/>
                  </a:lnTo>
                  <a:lnTo>
                    <a:pt x="350421" y="622289"/>
                  </a:lnTo>
                  <a:lnTo>
                    <a:pt x="350636" y="621869"/>
                  </a:lnTo>
                  <a:lnTo>
                    <a:pt x="351037" y="621698"/>
                  </a:lnTo>
                  <a:lnTo>
                    <a:pt x="351303" y="621681"/>
                  </a:lnTo>
                  <a:lnTo>
                    <a:pt x="351466" y="621623"/>
                  </a:lnTo>
                  <a:lnTo>
                    <a:pt x="351640" y="621629"/>
                  </a:lnTo>
                  <a:lnTo>
                    <a:pt x="351769" y="621645"/>
                  </a:lnTo>
                  <a:lnTo>
                    <a:pt x="352007" y="621661"/>
                  </a:lnTo>
                  <a:lnTo>
                    <a:pt x="352590" y="621648"/>
                  </a:lnTo>
                  <a:lnTo>
                    <a:pt x="353076" y="621695"/>
                  </a:lnTo>
                  <a:lnTo>
                    <a:pt x="353314" y="621636"/>
                  </a:lnTo>
                  <a:lnTo>
                    <a:pt x="353596" y="621386"/>
                  </a:lnTo>
                  <a:lnTo>
                    <a:pt x="353727" y="621384"/>
                  </a:lnTo>
                  <a:lnTo>
                    <a:pt x="353985" y="621299"/>
                  </a:lnTo>
                  <a:lnTo>
                    <a:pt x="354211" y="621358"/>
                  </a:lnTo>
                  <a:lnTo>
                    <a:pt x="354476" y="621357"/>
                  </a:lnTo>
                  <a:lnTo>
                    <a:pt x="354747" y="621399"/>
                  </a:lnTo>
                  <a:lnTo>
                    <a:pt x="355214" y="621373"/>
                  </a:lnTo>
                  <a:lnTo>
                    <a:pt x="355343" y="621252"/>
                  </a:lnTo>
                  <a:lnTo>
                    <a:pt x="355536" y="621119"/>
                  </a:lnTo>
                  <a:lnTo>
                    <a:pt x="355702" y="621157"/>
                  </a:lnTo>
                  <a:lnTo>
                    <a:pt x="355895" y="621162"/>
                  </a:lnTo>
                  <a:lnTo>
                    <a:pt x="356184" y="621177"/>
                  </a:lnTo>
                  <a:lnTo>
                    <a:pt x="356391" y="621146"/>
                  </a:lnTo>
                  <a:lnTo>
                    <a:pt x="356739" y="621218"/>
                  </a:lnTo>
                  <a:lnTo>
                    <a:pt x="357734" y="621307"/>
                  </a:lnTo>
                  <a:lnTo>
                    <a:pt x="358859" y="622099"/>
                  </a:lnTo>
                  <a:lnTo>
                    <a:pt x="358842" y="621852"/>
                  </a:lnTo>
                  <a:lnTo>
                    <a:pt x="358833" y="621699"/>
                  </a:lnTo>
                  <a:lnTo>
                    <a:pt x="358729" y="621337"/>
                  </a:lnTo>
                  <a:lnTo>
                    <a:pt x="361073" y="621113"/>
                  </a:lnTo>
                  <a:lnTo>
                    <a:pt x="361367" y="620965"/>
                  </a:lnTo>
                  <a:lnTo>
                    <a:pt x="361653" y="621042"/>
                  </a:lnTo>
                  <a:lnTo>
                    <a:pt x="362347" y="621248"/>
                  </a:lnTo>
                  <a:lnTo>
                    <a:pt x="362833" y="621484"/>
                  </a:lnTo>
                  <a:lnTo>
                    <a:pt x="362860" y="621923"/>
                  </a:lnTo>
                  <a:lnTo>
                    <a:pt x="362801" y="622327"/>
                  </a:lnTo>
                  <a:lnTo>
                    <a:pt x="362913" y="622850"/>
                  </a:lnTo>
                  <a:lnTo>
                    <a:pt x="363782" y="622618"/>
                  </a:lnTo>
                  <a:lnTo>
                    <a:pt x="364444" y="622061"/>
                  </a:lnTo>
                  <a:lnTo>
                    <a:pt x="364622" y="622248"/>
                  </a:lnTo>
                  <a:lnTo>
                    <a:pt x="364938" y="622120"/>
                  </a:lnTo>
                  <a:lnTo>
                    <a:pt x="365192" y="622126"/>
                  </a:lnTo>
                  <a:lnTo>
                    <a:pt x="366644" y="623526"/>
                  </a:lnTo>
                  <a:lnTo>
                    <a:pt x="366953" y="623067"/>
                  </a:lnTo>
                  <a:lnTo>
                    <a:pt x="367115" y="623037"/>
                  </a:lnTo>
                  <a:lnTo>
                    <a:pt x="367381" y="622941"/>
                  </a:lnTo>
                  <a:lnTo>
                    <a:pt x="367645" y="622883"/>
                  </a:lnTo>
                  <a:lnTo>
                    <a:pt x="367905" y="622846"/>
                  </a:lnTo>
                  <a:lnTo>
                    <a:pt x="368155" y="622797"/>
                  </a:lnTo>
                  <a:lnTo>
                    <a:pt x="368376" y="623441"/>
                  </a:lnTo>
                  <a:lnTo>
                    <a:pt x="368364" y="623710"/>
                  </a:lnTo>
                  <a:lnTo>
                    <a:pt x="368520" y="624122"/>
                  </a:lnTo>
                  <a:lnTo>
                    <a:pt x="368518" y="624278"/>
                  </a:lnTo>
                  <a:lnTo>
                    <a:pt x="368578" y="624555"/>
                  </a:lnTo>
                  <a:lnTo>
                    <a:pt x="368616" y="624783"/>
                  </a:lnTo>
                  <a:lnTo>
                    <a:pt x="368627" y="624963"/>
                  </a:lnTo>
                  <a:lnTo>
                    <a:pt x="368593" y="625204"/>
                  </a:lnTo>
                  <a:lnTo>
                    <a:pt x="368701" y="625400"/>
                  </a:lnTo>
                  <a:lnTo>
                    <a:pt x="369293" y="625093"/>
                  </a:lnTo>
                  <a:lnTo>
                    <a:pt x="369819" y="624618"/>
                  </a:lnTo>
                  <a:lnTo>
                    <a:pt x="369874" y="624355"/>
                  </a:lnTo>
                  <a:lnTo>
                    <a:pt x="370040" y="623772"/>
                  </a:lnTo>
                  <a:lnTo>
                    <a:pt x="371053" y="623654"/>
                  </a:lnTo>
                  <a:lnTo>
                    <a:pt x="371331" y="623641"/>
                  </a:lnTo>
                  <a:lnTo>
                    <a:pt x="371594" y="623551"/>
                  </a:lnTo>
                  <a:lnTo>
                    <a:pt x="371944" y="623400"/>
                  </a:lnTo>
                  <a:lnTo>
                    <a:pt x="372076" y="622974"/>
                  </a:lnTo>
                  <a:lnTo>
                    <a:pt x="372291" y="622437"/>
                  </a:lnTo>
                  <a:lnTo>
                    <a:pt x="372557" y="622181"/>
                  </a:lnTo>
                  <a:lnTo>
                    <a:pt x="372831" y="622205"/>
                  </a:lnTo>
                  <a:lnTo>
                    <a:pt x="373239" y="622260"/>
                  </a:lnTo>
                  <a:lnTo>
                    <a:pt x="374263" y="622894"/>
                  </a:lnTo>
                  <a:lnTo>
                    <a:pt x="374488" y="622809"/>
                  </a:lnTo>
                  <a:lnTo>
                    <a:pt x="374737" y="622747"/>
                  </a:lnTo>
                  <a:lnTo>
                    <a:pt x="374997" y="622684"/>
                  </a:lnTo>
                  <a:lnTo>
                    <a:pt x="375308" y="622633"/>
                  </a:lnTo>
                  <a:lnTo>
                    <a:pt x="375993" y="622415"/>
                  </a:lnTo>
                  <a:lnTo>
                    <a:pt x="376127" y="622370"/>
                  </a:lnTo>
                  <a:lnTo>
                    <a:pt x="376472" y="622322"/>
                  </a:lnTo>
                  <a:lnTo>
                    <a:pt x="376808" y="622252"/>
                  </a:lnTo>
                  <a:lnTo>
                    <a:pt x="378694" y="622401"/>
                  </a:lnTo>
                  <a:lnTo>
                    <a:pt x="378832" y="622132"/>
                  </a:lnTo>
                  <a:lnTo>
                    <a:pt x="379266" y="622442"/>
                  </a:lnTo>
                  <a:lnTo>
                    <a:pt x="379464" y="622424"/>
                  </a:lnTo>
                  <a:lnTo>
                    <a:pt x="379533" y="622078"/>
                  </a:lnTo>
                  <a:lnTo>
                    <a:pt x="379655" y="621811"/>
                  </a:lnTo>
                  <a:lnTo>
                    <a:pt x="379983" y="621687"/>
                  </a:lnTo>
                  <a:lnTo>
                    <a:pt x="380114" y="621607"/>
                  </a:lnTo>
                  <a:lnTo>
                    <a:pt x="380248" y="621527"/>
                  </a:lnTo>
                  <a:lnTo>
                    <a:pt x="380398" y="621412"/>
                  </a:lnTo>
                  <a:lnTo>
                    <a:pt x="380560" y="621206"/>
                  </a:lnTo>
                  <a:lnTo>
                    <a:pt x="380735" y="621295"/>
                  </a:lnTo>
                  <a:lnTo>
                    <a:pt x="380899" y="621373"/>
                  </a:lnTo>
                  <a:lnTo>
                    <a:pt x="381157" y="621532"/>
                  </a:lnTo>
                  <a:lnTo>
                    <a:pt x="381874" y="621714"/>
                  </a:lnTo>
                  <a:lnTo>
                    <a:pt x="382086" y="621378"/>
                  </a:lnTo>
                  <a:lnTo>
                    <a:pt x="382181" y="621226"/>
                  </a:lnTo>
                  <a:lnTo>
                    <a:pt x="382220" y="620850"/>
                  </a:lnTo>
                  <a:lnTo>
                    <a:pt x="382209" y="620693"/>
                  </a:lnTo>
                  <a:lnTo>
                    <a:pt x="382230" y="620494"/>
                  </a:lnTo>
                  <a:lnTo>
                    <a:pt x="382315" y="620256"/>
                  </a:lnTo>
                  <a:lnTo>
                    <a:pt x="382492" y="620140"/>
                  </a:lnTo>
                  <a:lnTo>
                    <a:pt x="382617" y="619803"/>
                  </a:lnTo>
                  <a:lnTo>
                    <a:pt x="382830" y="619580"/>
                  </a:lnTo>
                  <a:lnTo>
                    <a:pt x="382984" y="619504"/>
                  </a:lnTo>
                  <a:lnTo>
                    <a:pt x="383204" y="619391"/>
                  </a:lnTo>
                  <a:lnTo>
                    <a:pt x="383408" y="619374"/>
                  </a:lnTo>
                  <a:lnTo>
                    <a:pt x="383582" y="619411"/>
                  </a:lnTo>
                  <a:lnTo>
                    <a:pt x="383930" y="619632"/>
                  </a:lnTo>
                  <a:lnTo>
                    <a:pt x="383994" y="619766"/>
                  </a:lnTo>
                  <a:lnTo>
                    <a:pt x="384230" y="620260"/>
                  </a:lnTo>
                  <a:lnTo>
                    <a:pt x="384379" y="620764"/>
                  </a:lnTo>
                  <a:lnTo>
                    <a:pt x="384151" y="620902"/>
                  </a:lnTo>
                  <a:lnTo>
                    <a:pt x="383825" y="621911"/>
                  </a:lnTo>
                  <a:lnTo>
                    <a:pt x="384633" y="622573"/>
                  </a:lnTo>
                  <a:lnTo>
                    <a:pt x="385849" y="623571"/>
                  </a:lnTo>
                  <a:lnTo>
                    <a:pt x="386530" y="624134"/>
                  </a:lnTo>
                  <a:lnTo>
                    <a:pt x="387979" y="625332"/>
                  </a:lnTo>
                  <a:lnTo>
                    <a:pt x="389186" y="626306"/>
                  </a:lnTo>
                  <a:lnTo>
                    <a:pt x="391718" y="626616"/>
                  </a:lnTo>
                  <a:lnTo>
                    <a:pt x="400458" y="627098"/>
                  </a:lnTo>
                  <a:lnTo>
                    <a:pt x="402301" y="627178"/>
                  </a:lnTo>
                  <a:lnTo>
                    <a:pt x="402986" y="626068"/>
                  </a:lnTo>
                  <a:lnTo>
                    <a:pt x="403209" y="625720"/>
                  </a:lnTo>
                  <a:lnTo>
                    <a:pt x="403394" y="625440"/>
                  </a:lnTo>
                  <a:lnTo>
                    <a:pt x="403534" y="625381"/>
                  </a:lnTo>
                  <a:lnTo>
                    <a:pt x="404068" y="625865"/>
                  </a:lnTo>
                  <a:lnTo>
                    <a:pt x="404399" y="626145"/>
                  </a:lnTo>
                  <a:lnTo>
                    <a:pt x="404792" y="625998"/>
                  </a:lnTo>
                  <a:lnTo>
                    <a:pt x="405932" y="624804"/>
                  </a:lnTo>
                  <a:lnTo>
                    <a:pt x="406081" y="624653"/>
                  </a:lnTo>
                  <a:lnTo>
                    <a:pt x="406822" y="623902"/>
                  </a:lnTo>
                  <a:lnTo>
                    <a:pt x="407010" y="623720"/>
                  </a:lnTo>
                  <a:lnTo>
                    <a:pt x="407689" y="623025"/>
                  </a:lnTo>
                  <a:lnTo>
                    <a:pt x="408097" y="622615"/>
                  </a:lnTo>
                  <a:lnTo>
                    <a:pt x="408928" y="621816"/>
                  </a:lnTo>
                  <a:lnTo>
                    <a:pt x="409441" y="621345"/>
                  </a:lnTo>
                  <a:lnTo>
                    <a:pt x="409588" y="621207"/>
                  </a:lnTo>
                  <a:lnTo>
                    <a:pt x="410216" y="620667"/>
                  </a:lnTo>
                  <a:lnTo>
                    <a:pt x="410421" y="620485"/>
                  </a:lnTo>
                  <a:lnTo>
                    <a:pt x="410694" y="620228"/>
                  </a:lnTo>
                  <a:lnTo>
                    <a:pt x="410819" y="617430"/>
                  </a:lnTo>
                  <a:lnTo>
                    <a:pt x="410310" y="615626"/>
                  </a:lnTo>
                  <a:lnTo>
                    <a:pt x="409467" y="612852"/>
                  </a:lnTo>
                  <a:lnTo>
                    <a:pt x="408550" y="606156"/>
                  </a:lnTo>
                  <a:lnTo>
                    <a:pt x="408602" y="606009"/>
                  </a:lnTo>
                  <a:lnTo>
                    <a:pt x="407807" y="605343"/>
                  </a:lnTo>
                  <a:lnTo>
                    <a:pt x="407257" y="604874"/>
                  </a:lnTo>
                  <a:lnTo>
                    <a:pt x="400135" y="598761"/>
                  </a:lnTo>
                  <a:lnTo>
                    <a:pt x="398332" y="597227"/>
                  </a:lnTo>
                  <a:lnTo>
                    <a:pt x="397340" y="597752"/>
                  </a:lnTo>
                  <a:lnTo>
                    <a:pt x="397061" y="597903"/>
                  </a:lnTo>
                  <a:lnTo>
                    <a:pt x="396918" y="597978"/>
                  </a:lnTo>
                  <a:lnTo>
                    <a:pt x="396423" y="597889"/>
                  </a:lnTo>
                  <a:lnTo>
                    <a:pt x="392794" y="597233"/>
                  </a:lnTo>
                  <a:lnTo>
                    <a:pt x="391602" y="597109"/>
                  </a:lnTo>
                  <a:lnTo>
                    <a:pt x="387541" y="595385"/>
                  </a:lnTo>
                  <a:lnTo>
                    <a:pt x="385659" y="594586"/>
                  </a:lnTo>
                  <a:lnTo>
                    <a:pt x="381347" y="595230"/>
                  </a:lnTo>
                  <a:lnTo>
                    <a:pt x="380135" y="594647"/>
                  </a:lnTo>
                  <a:lnTo>
                    <a:pt x="379426" y="594305"/>
                  </a:lnTo>
                  <a:lnTo>
                    <a:pt x="381918" y="590921"/>
                  </a:lnTo>
                  <a:lnTo>
                    <a:pt x="382701" y="590486"/>
                  </a:lnTo>
                  <a:lnTo>
                    <a:pt x="384693" y="589383"/>
                  </a:lnTo>
                  <a:lnTo>
                    <a:pt x="384081" y="586576"/>
                  </a:lnTo>
                  <a:lnTo>
                    <a:pt x="383523" y="582661"/>
                  </a:lnTo>
                  <a:lnTo>
                    <a:pt x="383380" y="581666"/>
                  </a:lnTo>
                  <a:lnTo>
                    <a:pt x="383081" y="579514"/>
                  </a:lnTo>
                  <a:lnTo>
                    <a:pt x="383053" y="579312"/>
                  </a:lnTo>
                  <a:lnTo>
                    <a:pt x="386442" y="571224"/>
                  </a:lnTo>
                  <a:lnTo>
                    <a:pt x="386599" y="571400"/>
                  </a:lnTo>
                  <a:lnTo>
                    <a:pt x="386811" y="571670"/>
                  </a:lnTo>
                  <a:lnTo>
                    <a:pt x="387007" y="571956"/>
                  </a:lnTo>
                  <a:lnTo>
                    <a:pt x="387467" y="572536"/>
                  </a:lnTo>
                  <a:lnTo>
                    <a:pt x="387625" y="572659"/>
                  </a:lnTo>
                  <a:lnTo>
                    <a:pt x="387750" y="572840"/>
                  </a:lnTo>
                  <a:lnTo>
                    <a:pt x="387907" y="573058"/>
                  </a:lnTo>
                  <a:lnTo>
                    <a:pt x="388217" y="573635"/>
                  </a:lnTo>
                  <a:lnTo>
                    <a:pt x="388304" y="573829"/>
                  </a:lnTo>
                  <a:lnTo>
                    <a:pt x="388543" y="574461"/>
                  </a:lnTo>
                  <a:lnTo>
                    <a:pt x="388607" y="574599"/>
                  </a:lnTo>
                  <a:lnTo>
                    <a:pt x="388719" y="574852"/>
                  </a:lnTo>
                  <a:lnTo>
                    <a:pt x="389069" y="575418"/>
                  </a:lnTo>
                  <a:lnTo>
                    <a:pt x="389353" y="575843"/>
                  </a:lnTo>
                  <a:lnTo>
                    <a:pt x="389649" y="576291"/>
                  </a:lnTo>
                  <a:lnTo>
                    <a:pt x="390209" y="577151"/>
                  </a:lnTo>
                  <a:lnTo>
                    <a:pt x="390614" y="577810"/>
                  </a:lnTo>
                  <a:lnTo>
                    <a:pt x="391117" y="578530"/>
                  </a:lnTo>
                  <a:lnTo>
                    <a:pt x="391519" y="579012"/>
                  </a:lnTo>
                  <a:lnTo>
                    <a:pt x="391821" y="579376"/>
                  </a:lnTo>
                  <a:lnTo>
                    <a:pt x="392210" y="579466"/>
                  </a:lnTo>
                  <a:lnTo>
                    <a:pt x="392470" y="579520"/>
                  </a:lnTo>
                  <a:lnTo>
                    <a:pt x="393336" y="579993"/>
                  </a:lnTo>
                  <a:lnTo>
                    <a:pt x="393519" y="580187"/>
                  </a:lnTo>
                  <a:lnTo>
                    <a:pt x="393682" y="580314"/>
                  </a:lnTo>
                  <a:lnTo>
                    <a:pt x="393869" y="580416"/>
                  </a:lnTo>
                  <a:lnTo>
                    <a:pt x="393992" y="580553"/>
                  </a:lnTo>
                  <a:lnTo>
                    <a:pt x="394317" y="580829"/>
                  </a:lnTo>
                  <a:lnTo>
                    <a:pt x="395215" y="580697"/>
                  </a:lnTo>
                  <a:lnTo>
                    <a:pt x="395444" y="580783"/>
                  </a:lnTo>
                  <a:lnTo>
                    <a:pt x="395586" y="580849"/>
                  </a:lnTo>
                  <a:lnTo>
                    <a:pt x="396240" y="581134"/>
                  </a:lnTo>
                  <a:lnTo>
                    <a:pt x="396440" y="581206"/>
                  </a:lnTo>
                  <a:lnTo>
                    <a:pt x="397073" y="581362"/>
                  </a:lnTo>
                  <a:lnTo>
                    <a:pt x="401071" y="584016"/>
                  </a:lnTo>
                  <a:lnTo>
                    <a:pt x="401221" y="584035"/>
                  </a:lnTo>
                  <a:lnTo>
                    <a:pt x="401365" y="584038"/>
                  </a:lnTo>
                  <a:lnTo>
                    <a:pt x="401560" y="584057"/>
                  </a:lnTo>
                  <a:lnTo>
                    <a:pt x="401805" y="584091"/>
                  </a:lnTo>
                  <a:lnTo>
                    <a:pt x="402282" y="584128"/>
                  </a:lnTo>
                  <a:lnTo>
                    <a:pt x="402542" y="584132"/>
                  </a:lnTo>
                  <a:lnTo>
                    <a:pt x="402727" y="584124"/>
                  </a:lnTo>
                  <a:lnTo>
                    <a:pt x="403461" y="584064"/>
                  </a:lnTo>
                  <a:lnTo>
                    <a:pt x="404056" y="583933"/>
                  </a:lnTo>
                  <a:lnTo>
                    <a:pt x="404269" y="583876"/>
                  </a:lnTo>
                  <a:lnTo>
                    <a:pt x="404417" y="583868"/>
                  </a:lnTo>
                  <a:lnTo>
                    <a:pt x="404620" y="583886"/>
                  </a:lnTo>
                  <a:lnTo>
                    <a:pt x="405062" y="583998"/>
                  </a:lnTo>
                  <a:lnTo>
                    <a:pt x="405888" y="584774"/>
                  </a:lnTo>
                  <a:lnTo>
                    <a:pt x="406175" y="584815"/>
                  </a:lnTo>
                  <a:lnTo>
                    <a:pt x="406582" y="584865"/>
                  </a:lnTo>
                  <a:lnTo>
                    <a:pt x="406831" y="584920"/>
                  </a:lnTo>
                  <a:lnTo>
                    <a:pt x="407333" y="584999"/>
                  </a:lnTo>
                  <a:lnTo>
                    <a:pt x="407813" y="585068"/>
                  </a:lnTo>
                  <a:lnTo>
                    <a:pt x="408168" y="585126"/>
                  </a:lnTo>
                  <a:lnTo>
                    <a:pt x="408320" y="585147"/>
                  </a:lnTo>
                  <a:lnTo>
                    <a:pt x="409102" y="585266"/>
                  </a:lnTo>
                  <a:lnTo>
                    <a:pt x="409959" y="585407"/>
                  </a:lnTo>
                  <a:lnTo>
                    <a:pt x="410547" y="585508"/>
                  </a:lnTo>
                  <a:lnTo>
                    <a:pt x="410833" y="585555"/>
                  </a:lnTo>
                  <a:lnTo>
                    <a:pt x="411074" y="585579"/>
                  </a:lnTo>
                  <a:lnTo>
                    <a:pt x="411221" y="585578"/>
                  </a:lnTo>
                  <a:lnTo>
                    <a:pt x="411472" y="585645"/>
                  </a:lnTo>
                  <a:lnTo>
                    <a:pt x="412556" y="586544"/>
                  </a:lnTo>
                  <a:lnTo>
                    <a:pt x="415843" y="582392"/>
                  </a:lnTo>
                  <a:lnTo>
                    <a:pt x="416172" y="582239"/>
                  </a:lnTo>
                  <a:lnTo>
                    <a:pt x="416330" y="582160"/>
                  </a:lnTo>
                  <a:lnTo>
                    <a:pt x="417130" y="581766"/>
                  </a:lnTo>
                  <a:lnTo>
                    <a:pt x="418085" y="581264"/>
                  </a:lnTo>
                  <a:lnTo>
                    <a:pt x="418325" y="581037"/>
                  </a:lnTo>
                  <a:lnTo>
                    <a:pt x="418480" y="581018"/>
                  </a:lnTo>
                  <a:lnTo>
                    <a:pt x="418763" y="580894"/>
                  </a:lnTo>
                  <a:lnTo>
                    <a:pt x="419350" y="580476"/>
                  </a:lnTo>
                  <a:lnTo>
                    <a:pt x="419978" y="579942"/>
                  </a:lnTo>
                  <a:lnTo>
                    <a:pt x="420104" y="579657"/>
                  </a:lnTo>
                  <a:lnTo>
                    <a:pt x="420464" y="579477"/>
                  </a:lnTo>
                  <a:lnTo>
                    <a:pt x="420592" y="579720"/>
                  </a:lnTo>
                  <a:lnTo>
                    <a:pt x="420637" y="579872"/>
                  </a:lnTo>
                  <a:lnTo>
                    <a:pt x="420772" y="580010"/>
                  </a:lnTo>
                  <a:lnTo>
                    <a:pt x="420956" y="580142"/>
                  </a:lnTo>
                  <a:lnTo>
                    <a:pt x="421115" y="580215"/>
                  </a:lnTo>
                  <a:lnTo>
                    <a:pt x="421226" y="579920"/>
                  </a:lnTo>
                  <a:lnTo>
                    <a:pt x="421564" y="579756"/>
                  </a:lnTo>
                  <a:lnTo>
                    <a:pt x="421735" y="579729"/>
                  </a:lnTo>
                  <a:lnTo>
                    <a:pt x="421924" y="579719"/>
                  </a:lnTo>
                  <a:lnTo>
                    <a:pt x="422622" y="579421"/>
                  </a:lnTo>
                  <a:lnTo>
                    <a:pt x="422962" y="579271"/>
                  </a:lnTo>
                  <a:lnTo>
                    <a:pt x="423146" y="579190"/>
                  </a:lnTo>
                  <a:lnTo>
                    <a:pt x="423685" y="578952"/>
                  </a:lnTo>
                  <a:lnTo>
                    <a:pt x="424099" y="578761"/>
                  </a:lnTo>
                  <a:lnTo>
                    <a:pt x="424348" y="578650"/>
                  </a:lnTo>
                  <a:lnTo>
                    <a:pt x="424655" y="578514"/>
                  </a:lnTo>
                  <a:lnTo>
                    <a:pt x="424825" y="578434"/>
                  </a:lnTo>
                  <a:lnTo>
                    <a:pt x="424961" y="578391"/>
                  </a:lnTo>
                  <a:lnTo>
                    <a:pt x="425267" y="578260"/>
                  </a:lnTo>
                  <a:lnTo>
                    <a:pt x="425596" y="578111"/>
                  </a:lnTo>
                  <a:lnTo>
                    <a:pt x="425927" y="577961"/>
                  </a:lnTo>
                  <a:lnTo>
                    <a:pt x="426294" y="577808"/>
                  </a:lnTo>
                  <a:lnTo>
                    <a:pt x="426479" y="577724"/>
                  </a:lnTo>
                  <a:lnTo>
                    <a:pt x="426700" y="577619"/>
                  </a:lnTo>
                  <a:lnTo>
                    <a:pt x="426906" y="577528"/>
                  </a:lnTo>
                  <a:lnTo>
                    <a:pt x="427048" y="577473"/>
                  </a:lnTo>
                  <a:lnTo>
                    <a:pt x="427415" y="577296"/>
                  </a:lnTo>
                  <a:lnTo>
                    <a:pt x="427669" y="577200"/>
                  </a:lnTo>
                  <a:lnTo>
                    <a:pt x="427826" y="577122"/>
                  </a:lnTo>
                  <a:lnTo>
                    <a:pt x="428539" y="576795"/>
                  </a:lnTo>
                  <a:lnTo>
                    <a:pt x="429138" y="576518"/>
                  </a:lnTo>
                  <a:lnTo>
                    <a:pt x="429341" y="576429"/>
                  </a:lnTo>
                  <a:lnTo>
                    <a:pt x="429685" y="576264"/>
                  </a:lnTo>
                  <a:lnTo>
                    <a:pt x="429933" y="576166"/>
                  </a:lnTo>
                  <a:lnTo>
                    <a:pt x="430258" y="576021"/>
                  </a:lnTo>
                  <a:lnTo>
                    <a:pt x="430745" y="575783"/>
                  </a:lnTo>
                  <a:lnTo>
                    <a:pt x="431070" y="575650"/>
                  </a:lnTo>
                  <a:lnTo>
                    <a:pt x="431540" y="575445"/>
                  </a:lnTo>
                  <a:lnTo>
                    <a:pt x="431676" y="575386"/>
                  </a:lnTo>
                  <a:lnTo>
                    <a:pt x="432068" y="575469"/>
                  </a:lnTo>
                  <a:lnTo>
                    <a:pt x="432465" y="575554"/>
                  </a:lnTo>
                  <a:lnTo>
                    <a:pt x="432813" y="575596"/>
                  </a:lnTo>
                  <a:lnTo>
                    <a:pt x="433804" y="575810"/>
                  </a:lnTo>
                  <a:lnTo>
                    <a:pt x="434920" y="576076"/>
                  </a:lnTo>
                  <a:lnTo>
                    <a:pt x="435024" y="575706"/>
                  </a:lnTo>
                  <a:lnTo>
                    <a:pt x="435539" y="575201"/>
                  </a:lnTo>
                  <a:lnTo>
                    <a:pt x="435901" y="574722"/>
                  </a:lnTo>
                  <a:lnTo>
                    <a:pt x="436020" y="574271"/>
                  </a:lnTo>
                  <a:lnTo>
                    <a:pt x="436063" y="573962"/>
                  </a:lnTo>
                  <a:lnTo>
                    <a:pt x="436130" y="573632"/>
                  </a:lnTo>
                  <a:lnTo>
                    <a:pt x="435627" y="573300"/>
                  </a:lnTo>
                  <a:lnTo>
                    <a:pt x="435654" y="573150"/>
                  </a:lnTo>
                  <a:lnTo>
                    <a:pt x="435675" y="572994"/>
                  </a:lnTo>
                  <a:lnTo>
                    <a:pt x="435720" y="572765"/>
                  </a:lnTo>
                  <a:lnTo>
                    <a:pt x="435799" y="572429"/>
                  </a:lnTo>
                  <a:lnTo>
                    <a:pt x="435853" y="572073"/>
                  </a:lnTo>
                  <a:lnTo>
                    <a:pt x="435794" y="571703"/>
                  </a:lnTo>
                  <a:lnTo>
                    <a:pt x="435788" y="571506"/>
                  </a:lnTo>
                  <a:lnTo>
                    <a:pt x="435864" y="570985"/>
                  </a:lnTo>
                  <a:lnTo>
                    <a:pt x="435965" y="570674"/>
                  </a:lnTo>
                  <a:lnTo>
                    <a:pt x="436054" y="570200"/>
                  </a:lnTo>
                  <a:lnTo>
                    <a:pt x="436117" y="569821"/>
                  </a:lnTo>
                  <a:lnTo>
                    <a:pt x="436163" y="569584"/>
                  </a:lnTo>
                  <a:lnTo>
                    <a:pt x="436201" y="569347"/>
                  </a:lnTo>
                  <a:lnTo>
                    <a:pt x="436279" y="568985"/>
                  </a:lnTo>
                  <a:lnTo>
                    <a:pt x="436314" y="568831"/>
                  </a:lnTo>
                  <a:lnTo>
                    <a:pt x="436359" y="568663"/>
                  </a:lnTo>
                  <a:lnTo>
                    <a:pt x="436980" y="566989"/>
                  </a:lnTo>
                  <a:lnTo>
                    <a:pt x="437057" y="566833"/>
                  </a:lnTo>
                  <a:lnTo>
                    <a:pt x="436944" y="566180"/>
                  </a:lnTo>
                  <a:lnTo>
                    <a:pt x="436931" y="565873"/>
                  </a:lnTo>
                  <a:lnTo>
                    <a:pt x="437670" y="565251"/>
                  </a:lnTo>
                  <a:lnTo>
                    <a:pt x="437801" y="565548"/>
                  </a:lnTo>
                  <a:lnTo>
                    <a:pt x="438036" y="565048"/>
                  </a:lnTo>
                  <a:lnTo>
                    <a:pt x="438111" y="564884"/>
                  </a:lnTo>
                  <a:lnTo>
                    <a:pt x="438230" y="564603"/>
                  </a:lnTo>
                  <a:lnTo>
                    <a:pt x="438240" y="564455"/>
                  </a:lnTo>
                  <a:lnTo>
                    <a:pt x="437819" y="563610"/>
                  </a:lnTo>
                  <a:lnTo>
                    <a:pt x="437769" y="563290"/>
                  </a:lnTo>
                  <a:lnTo>
                    <a:pt x="437810" y="562625"/>
                  </a:lnTo>
                  <a:lnTo>
                    <a:pt x="439334" y="558722"/>
                  </a:lnTo>
                  <a:lnTo>
                    <a:pt x="439511" y="558403"/>
                  </a:lnTo>
                  <a:lnTo>
                    <a:pt x="441342" y="555535"/>
                  </a:lnTo>
                  <a:lnTo>
                    <a:pt x="444163" y="553492"/>
                  </a:lnTo>
                  <a:lnTo>
                    <a:pt x="444319" y="553783"/>
                  </a:lnTo>
                  <a:lnTo>
                    <a:pt x="444482" y="554060"/>
                  </a:lnTo>
                  <a:lnTo>
                    <a:pt x="447849" y="558859"/>
                  </a:lnTo>
                  <a:lnTo>
                    <a:pt x="451323" y="564725"/>
                  </a:lnTo>
                  <a:lnTo>
                    <a:pt x="451563" y="570380"/>
                  </a:lnTo>
                  <a:lnTo>
                    <a:pt x="451221" y="572489"/>
                  </a:lnTo>
                  <a:lnTo>
                    <a:pt x="451096" y="573261"/>
                  </a:lnTo>
                  <a:lnTo>
                    <a:pt x="450659" y="575960"/>
                  </a:lnTo>
                  <a:lnTo>
                    <a:pt x="449781" y="580049"/>
                  </a:lnTo>
                  <a:lnTo>
                    <a:pt x="451674" y="580808"/>
                  </a:lnTo>
                  <a:lnTo>
                    <a:pt x="452764" y="581324"/>
                  </a:lnTo>
                  <a:lnTo>
                    <a:pt x="455884" y="584055"/>
                  </a:lnTo>
                  <a:lnTo>
                    <a:pt x="456131" y="584279"/>
                  </a:lnTo>
                  <a:lnTo>
                    <a:pt x="456937" y="584961"/>
                  </a:lnTo>
                  <a:lnTo>
                    <a:pt x="457468" y="585411"/>
                  </a:lnTo>
                  <a:lnTo>
                    <a:pt x="457881" y="585780"/>
                  </a:lnTo>
                  <a:lnTo>
                    <a:pt x="458295" y="586490"/>
                  </a:lnTo>
                  <a:lnTo>
                    <a:pt x="458394" y="586629"/>
                  </a:lnTo>
                  <a:lnTo>
                    <a:pt x="458503" y="586807"/>
                  </a:lnTo>
                  <a:lnTo>
                    <a:pt x="458629" y="587011"/>
                  </a:lnTo>
                  <a:lnTo>
                    <a:pt x="459111" y="587788"/>
                  </a:lnTo>
                  <a:lnTo>
                    <a:pt x="460162" y="589489"/>
                  </a:lnTo>
                  <a:lnTo>
                    <a:pt x="460525" y="590142"/>
                  </a:lnTo>
                  <a:lnTo>
                    <a:pt x="460835" y="590368"/>
                  </a:lnTo>
                  <a:lnTo>
                    <a:pt x="461163" y="590563"/>
                  </a:lnTo>
                  <a:lnTo>
                    <a:pt x="461984" y="591075"/>
                  </a:lnTo>
                  <a:lnTo>
                    <a:pt x="462402" y="591397"/>
                  </a:lnTo>
                  <a:lnTo>
                    <a:pt x="462675" y="591641"/>
                  </a:lnTo>
                  <a:lnTo>
                    <a:pt x="462819" y="591770"/>
                  </a:lnTo>
                  <a:lnTo>
                    <a:pt x="463084" y="591920"/>
                  </a:lnTo>
                  <a:lnTo>
                    <a:pt x="463231" y="592032"/>
                  </a:lnTo>
                  <a:lnTo>
                    <a:pt x="463464" y="592179"/>
                  </a:lnTo>
                  <a:lnTo>
                    <a:pt x="463608" y="592207"/>
                  </a:lnTo>
                  <a:lnTo>
                    <a:pt x="464272" y="592378"/>
                  </a:lnTo>
                  <a:lnTo>
                    <a:pt x="465021" y="592661"/>
                  </a:lnTo>
                  <a:lnTo>
                    <a:pt x="465811" y="592942"/>
                  </a:lnTo>
                  <a:lnTo>
                    <a:pt x="466178" y="593048"/>
                  </a:lnTo>
                  <a:lnTo>
                    <a:pt x="466477" y="593758"/>
                  </a:lnTo>
                  <a:lnTo>
                    <a:pt x="466556" y="593950"/>
                  </a:lnTo>
                  <a:lnTo>
                    <a:pt x="466666" y="594226"/>
                  </a:lnTo>
                  <a:lnTo>
                    <a:pt x="466743" y="594420"/>
                  </a:lnTo>
                  <a:lnTo>
                    <a:pt x="466977" y="594924"/>
                  </a:lnTo>
                  <a:lnTo>
                    <a:pt x="467063" y="595108"/>
                  </a:lnTo>
                  <a:lnTo>
                    <a:pt x="467214" y="595423"/>
                  </a:lnTo>
                  <a:lnTo>
                    <a:pt x="467336" y="595696"/>
                  </a:lnTo>
                  <a:lnTo>
                    <a:pt x="467435" y="596031"/>
                  </a:lnTo>
                  <a:lnTo>
                    <a:pt x="467500" y="596229"/>
                  </a:lnTo>
                  <a:lnTo>
                    <a:pt x="467567" y="596450"/>
                  </a:lnTo>
                  <a:lnTo>
                    <a:pt x="467617" y="596611"/>
                  </a:lnTo>
                  <a:lnTo>
                    <a:pt x="467911" y="597563"/>
                  </a:lnTo>
                  <a:lnTo>
                    <a:pt x="468572" y="599682"/>
                  </a:lnTo>
                  <a:lnTo>
                    <a:pt x="469092" y="601342"/>
                  </a:lnTo>
                  <a:lnTo>
                    <a:pt x="469143" y="601504"/>
                  </a:lnTo>
                  <a:lnTo>
                    <a:pt x="469283" y="601995"/>
                  </a:lnTo>
                  <a:lnTo>
                    <a:pt x="469343" y="602212"/>
                  </a:lnTo>
                  <a:lnTo>
                    <a:pt x="469494" y="602748"/>
                  </a:lnTo>
                  <a:lnTo>
                    <a:pt x="469554" y="602962"/>
                  </a:lnTo>
                  <a:lnTo>
                    <a:pt x="469775" y="603793"/>
                  </a:lnTo>
                  <a:lnTo>
                    <a:pt x="469817" y="603948"/>
                  </a:lnTo>
                  <a:lnTo>
                    <a:pt x="469849" y="604081"/>
                  </a:lnTo>
                  <a:lnTo>
                    <a:pt x="470034" y="604673"/>
                  </a:lnTo>
                  <a:lnTo>
                    <a:pt x="470100" y="604855"/>
                  </a:lnTo>
                  <a:lnTo>
                    <a:pt x="470356" y="605509"/>
                  </a:lnTo>
                  <a:lnTo>
                    <a:pt x="470571" y="606078"/>
                  </a:lnTo>
                  <a:lnTo>
                    <a:pt x="470692" y="606414"/>
                  </a:lnTo>
                  <a:lnTo>
                    <a:pt x="470965" y="607155"/>
                  </a:lnTo>
                  <a:lnTo>
                    <a:pt x="471053" y="607389"/>
                  </a:lnTo>
                  <a:lnTo>
                    <a:pt x="471128" y="607686"/>
                  </a:lnTo>
                  <a:lnTo>
                    <a:pt x="471178" y="607888"/>
                  </a:lnTo>
                  <a:lnTo>
                    <a:pt x="471221" y="608056"/>
                  </a:lnTo>
                  <a:lnTo>
                    <a:pt x="471254" y="608701"/>
                  </a:lnTo>
                  <a:lnTo>
                    <a:pt x="471265" y="608931"/>
                  </a:lnTo>
                  <a:lnTo>
                    <a:pt x="471277" y="609121"/>
                  </a:lnTo>
                  <a:lnTo>
                    <a:pt x="471326" y="609930"/>
                  </a:lnTo>
                  <a:lnTo>
                    <a:pt x="471404" y="610288"/>
                  </a:lnTo>
                  <a:lnTo>
                    <a:pt x="471613" y="611125"/>
                  </a:lnTo>
                  <a:lnTo>
                    <a:pt x="471693" y="611543"/>
                  </a:lnTo>
                  <a:lnTo>
                    <a:pt x="471800" y="611792"/>
                  </a:lnTo>
                  <a:lnTo>
                    <a:pt x="471854" y="611989"/>
                  </a:lnTo>
                  <a:lnTo>
                    <a:pt x="471955" y="612440"/>
                  </a:lnTo>
                  <a:lnTo>
                    <a:pt x="471998" y="612586"/>
                  </a:lnTo>
                  <a:lnTo>
                    <a:pt x="472101" y="612890"/>
                  </a:lnTo>
                  <a:lnTo>
                    <a:pt x="472157" y="613111"/>
                  </a:lnTo>
                  <a:lnTo>
                    <a:pt x="472222" y="613330"/>
                  </a:lnTo>
                  <a:lnTo>
                    <a:pt x="472327" y="613663"/>
                  </a:lnTo>
                  <a:lnTo>
                    <a:pt x="472455" y="613983"/>
                  </a:lnTo>
                  <a:lnTo>
                    <a:pt x="472553" y="614380"/>
                  </a:lnTo>
                  <a:lnTo>
                    <a:pt x="472699" y="614720"/>
                  </a:lnTo>
                  <a:lnTo>
                    <a:pt x="472748" y="614904"/>
                  </a:lnTo>
                  <a:lnTo>
                    <a:pt x="472901" y="615071"/>
                  </a:lnTo>
                  <a:lnTo>
                    <a:pt x="473144" y="615322"/>
                  </a:lnTo>
                  <a:lnTo>
                    <a:pt x="473429" y="615638"/>
                  </a:lnTo>
                  <a:lnTo>
                    <a:pt x="473556" y="615746"/>
                  </a:lnTo>
                  <a:lnTo>
                    <a:pt x="473676" y="615887"/>
                  </a:lnTo>
                  <a:lnTo>
                    <a:pt x="474346" y="616779"/>
                  </a:lnTo>
                  <a:lnTo>
                    <a:pt x="474464" y="616972"/>
                  </a:lnTo>
                  <a:lnTo>
                    <a:pt x="474587" y="617162"/>
                  </a:lnTo>
                  <a:lnTo>
                    <a:pt x="474864" y="620832"/>
                  </a:lnTo>
                  <a:close/>
                </a:path>
              </a:pathLst>
            </a:custGeom>
            <a:solidFill>
              <a:srgbClr val="9FB7C2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6"/>
            <p:cNvSpPr/>
            <p:nvPr/>
          </p:nvSpPr>
          <p:spPr>
            <a:xfrm>
              <a:off x="4742326" y="4628648"/>
              <a:ext cx="544892" cy="762613"/>
            </a:xfrm>
            <a:custGeom>
              <a:avLst/>
              <a:pathLst>
                <a:path w="544892" h="762613">
                  <a:moveTo>
                    <a:pt x="216341" y="101159"/>
                  </a:moveTo>
                  <a:lnTo>
                    <a:pt x="217738" y="97659"/>
                  </a:lnTo>
                  <a:lnTo>
                    <a:pt x="217789" y="96208"/>
                  </a:lnTo>
                  <a:lnTo>
                    <a:pt x="217850" y="94482"/>
                  </a:lnTo>
                  <a:lnTo>
                    <a:pt x="215512" y="91864"/>
                  </a:lnTo>
                  <a:lnTo>
                    <a:pt x="213328" y="89419"/>
                  </a:lnTo>
                  <a:lnTo>
                    <a:pt x="210351" y="86085"/>
                  </a:lnTo>
                  <a:lnTo>
                    <a:pt x="202720" y="77540"/>
                  </a:lnTo>
                  <a:lnTo>
                    <a:pt x="202792" y="76905"/>
                  </a:lnTo>
                  <a:lnTo>
                    <a:pt x="203092" y="74268"/>
                  </a:lnTo>
                  <a:lnTo>
                    <a:pt x="203331" y="72171"/>
                  </a:lnTo>
                  <a:lnTo>
                    <a:pt x="203685" y="69058"/>
                  </a:lnTo>
                  <a:lnTo>
                    <a:pt x="203775" y="68266"/>
                  </a:lnTo>
                  <a:lnTo>
                    <a:pt x="204094" y="65444"/>
                  </a:lnTo>
                  <a:lnTo>
                    <a:pt x="191549" y="40286"/>
                  </a:lnTo>
                  <a:lnTo>
                    <a:pt x="190863" y="38912"/>
                  </a:lnTo>
                  <a:lnTo>
                    <a:pt x="186344" y="34864"/>
                  </a:lnTo>
                  <a:lnTo>
                    <a:pt x="147426" y="0"/>
                  </a:lnTo>
                  <a:lnTo>
                    <a:pt x="146299" y="1255"/>
                  </a:lnTo>
                  <a:lnTo>
                    <a:pt x="129294" y="20225"/>
                  </a:lnTo>
                  <a:lnTo>
                    <a:pt x="129096" y="20447"/>
                  </a:lnTo>
                  <a:lnTo>
                    <a:pt x="127577" y="22242"/>
                  </a:lnTo>
                  <a:lnTo>
                    <a:pt x="126140" y="24103"/>
                  </a:lnTo>
                  <a:lnTo>
                    <a:pt x="124788" y="26027"/>
                  </a:lnTo>
                  <a:lnTo>
                    <a:pt x="110384" y="47544"/>
                  </a:lnTo>
                  <a:lnTo>
                    <a:pt x="105454" y="54907"/>
                  </a:lnTo>
                  <a:lnTo>
                    <a:pt x="99436" y="63896"/>
                  </a:lnTo>
                  <a:lnTo>
                    <a:pt x="98410" y="65492"/>
                  </a:lnTo>
                  <a:lnTo>
                    <a:pt x="87387" y="83332"/>
                  </a:lnTo>
                  <a:lnTo>
                    <a:pt x="84588" y="87861"/>
                  </a:lnTo>
                  <a:lnTo>
                    <a:pt x="60334" y="127294"/>
                  </a:lnTo>
                  <a:lnTo>
                    <a:pt x="50525" y="143243"/>
                  </a:lnTo>
                  <a:lnTo>
                    <a:pt x="42073" y="156981"/>
                  </a:lnTo>
                  <a:lnTo>
                    <a:pt x="41559" y="157835"/>
                  </a:lnTo>
                  <a:lnTo>
                    <a:pt x="40412" y="159889"/>
                  </a:lnTo>
                  <a:lnTo>
                    <a:pt x="39357" y="161992"/>
                  </a:lnTo>
                  <a:lnTo>
                    <a:pt x="38399" y="164141"/>
                  </a:lnTo>
                  <a:lnTo>
                    <a:pt x="37538" y="166330"/>
                  </a:lnTo>
                  <a:lnTo>
                    <a:pt x="36776" y="168556"/>
                  </a:lnTo>
                  <a:lnTo>
                    <a:pt x="36703" y="168806"/>
                  </a:lnTo>
                  <a:lnTo>
                    <a:pt x="36115" y="170814"/>
                  </a:lnTo>
                  <a:lnTo>
                    <a:pt x="35557" y="173100"/>
                  </a:lnTo>
                  <a:lnTo>
                    <a:pt x="29035" y="202729"/>
                  </a:lnTo>
                  <a:lnTo>
                    <a:pt x="28574" y="204820"/>
                  </a:lnTo>
                  <a:lnTo>
                    <a:pt x="25913" y="216911"/>
                  </a:lnTo>
                  <a:lnTo>
                    <a:pt x="18044" y="252652"/>
                  </a:lnTo>
                  <a:lnTo>
                    <a:pt x="11187" y="283802"/>
                  </a:lnTo>
                  <a:lnTo>
                    <a:pt x="7104" y="302348"/>
                  </a:lnTo>
                  <a:lnTo>
                    <a:pt x="2935" y="321288"/>
                  </a:lnTo>
                  <a:lnTo>
                    <a:pt x="2736" y="322233"/>
                  </a:lnTo>
                  <a:lnTo>
                    <a:pt x="2326" y="324550"/>
                  </a:lnTo>
                  <a:lnTo>
                    <a:pt x="767" y="334676"/>
                  </a:lnTo>
                  <a:lnTo>
                    <a:pt x="466" y="336972"/>
                  </a:lnTo>
                  <a:lnTo>
                    <a:pt x="303" y="338468"/>
                  </a:lnTo>
                  <a:lnTo>
                    <a:pt x="155" y="340044"/>
                  </a:lnTo>
                  <a:lnTo>
                    <a:pt x="25" y="342393"/>
                  </a:lnTo>
                  <a:lnTo>
                    <a:pt x="0" y="344746"/>
                  </a:lnTo>
                  <a:lnTo>
                    <a:pt x="80" y="347098"/>
                  </a:lnTo>
                  <a:lnTo>
                    <a:pt x="267" y="349444"/>
                  </a:lnTo>
                  <a:lnTo>
                    <a:pt x="4240" y="388090"/>
                  </a:lnTo>
                  <a:lnTo>
                    <a:pt x="6442" y="409510"/>
                  </a:lnTo>
                  <a:lnTo>
                    <a:pt x="7288" y="417740"/>
                  </a:lnTo>
                  <a:lnTo>
                    <a:pt x="7387" y="418701"/>
                  </a:lnTo>
                  <a:lnTo>
                    <a:pt x="8286" y="427446"/>
                  </a:lnTo>
                  <a:lnTo>
                    <a:pt x="10870" y="452583"/>
                  </a:lnTo>
                  <a:lnTo>
                    <a:pt x="11546" y="459159"/>
                  </a:lnTo>
                  <a:lnTo>
                    <a:pt x="11916" y="462753"/>
                  </a:lnTo>
                  <a:lnTo>
                    <a:pt x="13091" y="474179"/>
                  </a:lnTo>
                  <a:lnTo>
                    <a:pt x="13146" y="474716"/>
                  </a:lnTo>
                  <a:lnTo>
                    <a:pt x="14060" y="483608"/>
                  </a:lnTo>
                  <a:lnTo>
                    <a:pt x="14207" y="485035"/>
                  </a:lnTo>
                  <a:lnTo>
                    <a:pt x="14824" y="491035"/>
                  </a:lnTo>
                  <a:lnTo>
                    <a:pt x="15105" y="493777"/>
                  </a:lnTo>
                  <a:lnTo>
                    <a:pt x="15185" y="494548"/>
                  </a:lnTo>
                  <a:lnTo>
                    <a:pt x="15769" y="500237"/>
                  </a:lnTo>
                  <a:lnTo>
                    <a:pt x="15933" y="501831"/>
                  </a:lnTo>
                  <a:lnTo>
                    <a:pt x="16423" y="506597"/>
                  </a:lnTo>
                  <a:lnTo>
                    <a:pt x="17120" y="513375"/>
                  </a:lnTo>
                  <a:lnTo>
                    <a:pt x="18481" y="526607"/>
                  </a:lnTo>
                  <a:lnTo>
                    <a:pt x="18755" y="529275"/>
                  </a:lnTo>
                  <a:lnTo>
                    <a:pt x="19475" y="536276"/>
                  </a:lnTo>
                  <a:lnTo>
                    <a:pt x="19831" y="539862"/>
                  </a:lnTo>
                  <a:lnTo>
                    <a:pt x="19796" y="550790"/>
                  </a:lnTo>
                  <a:lnTo>
                    <a:pt x="19771" y="559095"/>
                  </a:lnTo>
                  <a:lnTo>
                    <a:pt x="19746" y="566918"/>
                  </a:lnTo>
                  <a:lnTo>
                    <a:pt x="19744" y="567572"/>
                  </a:lnTo>
                  <a:lnTo>
                    <a:pt x="19691" y="584373"/>
                  </a:lnTo>
                  <a:lnTo>
                    <a:pt x="19667" y="592359"/>
                  </a:lnTo>
                  <a:lnTo>
                    <a:pt x="19657" y="595455"/>
                  </a:lnTo>
                  <a:lnTo>
                    <a:pt x="19644" y="599562"/>
                  </a:lnTo>
                  <a:lnTo>
                    <a:pt x="19610" y="610448"/>
                  </a:lnTo>
                  <a:lnTo>
                    <a:pt x="19535" y="634929"/>
                  </a:lnTo>
                  <a:lnTo>
                    <a:pt x="19495" y="647586"/>
                  </a:lnTo>
                  <a:lnTo>
                    <a:pt x="19473" y="654358"/>
                  </a:lnTo>
                  <a:lnTo>
                    <a:pt x="19447" y="662897"/>
                  </a:lnTo>
                  <a:lnTo>
                    <a:pt x="19431" y="668001"/>
                  </a:lnTo>
                  <a:lnTo>
                    <a:pt x="19419" y="671710"/>
                  </a:lnTo>
                  <a:lnTo>
                    <a:pt x="19342" y="673210"/>
                  </a:lnTo>
                  <a:lnTo>
                    <a:pt x="19203" y="675910"/>
                  </a:lnTo>
                  <a:lnTo>
                    <a:pt x="18992" y="680007"/>
                  </a:lnTo>
                  <a:lnTo>
                    <a:pt x="18771" y="684293"/>
                  </a:lnTo>
                  <a:lnTo>
                    <a:pt x="18659" y="686464"/>
                  </a:lnTo>
                  <a:lnTo>
                    <a:pt x="18623" y="687156"/>
                  </a:lnTo>
                  <a:lnTo>
                    <a:pt x="18171" y="695941"/>
                  </a:lnTo>
                  <a:lnTo>
                    <a:pt x="17928" y="700648"/>
                  </a:lnTo>
                  <a:lnTo>
                    <a:pt x="16237" y="703975"/>
                  </a:lnTo>
                  <a:lnTo>
                    <a:pt x="5194" y="725704"/>
                  </a:lnTo>
                  <a:lnTo>
                    <a:pt x="4592" y="726889"/>
                  </a:lnTo>
                  <a:lnTo>
                    <a:pt x="51209" y="750582"/>
                  </a:lnTo>
                  <a:lnTo>
                    <a:pt x="74115" y="749909"/>
                  </a:lnTo>
                  <a:lnTo>
                    <a:pt x="76179" y="749849"/>
                  </a:lnTo>
                  <a:lnTo>
                    <a:pt x="79697" y="749745"/>
                  </a:lnTo>
                  <a:lnTo>
                    <a:pt x="82569" y="751692"/>
                  </a:lnTo>
                  <a:lnTo>
                    <a:pt x="85439" y="753637"/>
                  </a:lnTo>
                  <a:lnTo>
                    <a:pt x="86627" y="753638"/>
                  </a:lnTo>
                  <a:lnTo>
                    <a:pt x="87209" y="754277"/>
                  </a:lnTo>
                  <a:lnTo>
                    <a:pt x="87271" y="754637"/>
                  </a:lnTo>
                  <a:lnTo>
                    <a:pt x="87942" y="755312"/>
                  </a:lnTo>
                  <a:lnTo>
                    <a:pt x="88009" y="755613"/>
                  </a:lnTo>
                  <a:lnTo>
                    <a:pt x="88199" y="755907"/>
                  </a:lnTo>
                  <a:lnTo>
                    <a:pt x="88530" y="756239"/>
                  </a:lnTo>
                  <a:lnTo>
                    <a:pt x="88854" y="756315"/>
                  </a:lnTo>
                  <a:lnTo>
                    <a:pt x="89245" y="756693"/>
                  </a:lnTo>
                  <a:lnTo>
                    <a:pt x="89819" y="757005"/>
                  </a:lnTo>
                  <a:lnTo>
                    <a:pt x="90378" y="757707"/>
                  </a:lnTo>
                  <a:lnTo>
                    <a:pt x="90794" y="758227"/>
                  </a:lnTo>
                  <a:lnTo>
                    <a:pt x="91005" y="758325"/>
                  </a:lnTo>
                  <a:lnTo>
                    <a:pt x="91842" y="758710"/>
                  </a:lnTo>
                  <a:lnTo>
                    <a:pt x="92165" y="758860"/>
                  </a:lnTo>
                  <a:lnTo>
                    <a:pt x="93471" y="760737"/>
                  </a:lnTo>
                  <a:lnTo>
                    <a:pt x="94142" y="761509"/>
                  </a:lnTo>
                  <a:lnTo>
                    <a:pt x="94267" y="761683"/>
                  </a:lnTo>
                  <a:lnTo>
                    <a:pt x="94481" y="762062"/>
                  </a:lnTo>
                  <a:lnTo>
                    <a:pt x="94606" y="762374"/>
                  </a:lnTo>
                  <a:lnTo>
                    <a:pt x="94787" y="762541"/>
                  </a:lnTo>
                  <a:lnTo>
                    <a:pt x="94937" y="762613"/>
                  </a:lnTo>
                  <a:lnTo>
                    <a:pt x="95100" y="762591"/>
                  </a:lnTo>
                  <a:lnTo>
                    <a:pt x="95279" y="762363"/>
                  </a:lnTo>
                  <a:lnTo>
                    <a:pt x="95596" y="762214"/>
                  </a:lnTo>
                  <a:lnTo>
                    <a:pt x="96344" y="761929"/>
                  </a:lnTo>
                  <a:lnTo>
                    <a:pt x="96590" y="761828"/>
                  </a:lnTo>
                  <a:lnTo>
                    <a:pt x="96957" y="761674"/>
                  </a:lnTo>
                  <a:lnTo>
                    <a:pt x="97795" y="761339"/>
                  </a:lnTo>
                  <a:lnTo>
                    <a:pt x="97983" y="761295"/>
                  </a:lnTo>
                  <a:lnTo>
                    <a:pt x="98592" y="761165"/>
                  </a:lnTo>
                  <a:lnTo>
                    <a:pt x="98769" y="761127"/>
                  </a:lnTo>
                  <a:lnTo>
                    <a:pt x="99192" y="761041"/>
                  </a:lnTo>
                  <a:lnTo>
                    <a:pt x="99323" y="761015"/>
                  </a:lnTo>
                  <a:lnTo>
                    <a:pt x="99504" y="760978"/>
                  </a:lnTo>
                  <a:lnTo>
                    <a:pt x="99640" y="760949"/>
                  </a:lnTo>
                  <a:lnTo>
                    <a:pt x="99960" y="760851"/>
                  </a:lnTo>
                  <a:lnTo>
                    <a:pt x="100275" y="760806"/>
                  </a:lnTo>
                  <a:lnTo>
                    <a:pt x="100383" y="760584"/>
                  </a:lnTo>
                  <a:lnTo>
                    <a:pt x="100580" y="760288"/>
                  </a:lnTo>
                  <a:lnTo>
                    <a:pt x="100856" y="759921"/>
                  </a:lnTo>
                  <a:lnTo>
                    <a:pt x="100816" y="759676"/>
                  </a:lnTo>
                  <a:lnTo>
                    <a:pt x="100761" y="759293"/>
                  </a:lnTo>
                  <a:lnTo>
                    <a:pt x="100909" y="759222"/>
                  </a:lnTo>
                  <a:lnTo>
                    <a:pt x="101341" y="759023"/>
                  </a:lnTo>
                  <a:lnTo>
                    <a:pt x="101737" y="758853"/>
                  </a:lnTo>
                  <a:lnTo>
                    <a:pt x="102298" y="758507"/>
                  </a:lnTo>
                  <a:lnTo>
                    <a:pt x="102611" y="758510"/>
                  </a:lnTo>
                  <a:lnTo>
                    <a:pt x="102799" y="758513"/>
                  </a:lnTo>
                  <a:lnTo>
                    <a:pt x="103061" y="758529"/>
                  </a:lnTo>
                  <a:lnTo>
                    <a:pt x="103065" y="760885"/>
                  </a:lnTo>
                  <a:lnTo>
                    <a:pt x="103139" y="761323"/>
                  </a:lnTo>
                  <a:lnTo>
                    <a:pt x="104233" y="761330"/>
                  </a:lnTo>
                  <a:lnTo>
                    <a:pt x="104572" y="761393"/>
                  </a:lnTo>
                  <a:lnTo>
                    <a:pt x="105004" y="761430"/>
                  </a:lnTo>
                  <a:lnTo>
                    <a:pt x="105459" y="761715"/>
                  </a:lnTo>
                  <a:lnTo>
                    <a:pt x="106124" y="762178"/>
                  </a:lnTo>
                  <a:lnTo>
                    <a:pt x="106704" y="762011"/>
                  </a:lnTo>
                  <a:lnTo>
                    <a:pt x="106275" y="761323"/>
                  </a:lnTo>
                  <a:lnTo>
                    <a:pt x="106176" y="761165"/>
                  </a:lnTo>
                  <a:lnTo>
                    <a:pt x="105838" y="760622"/>
                  </a:lnTo>
                  <a:lnTo>
                    <a:pt x="105683" y="760375"/>
                  </a:lnTo>
                  <a:lnTo>
                    <a:pt x="105447" y="759964"/>
                  </a:lnTo>
                  <a:lnTo>
                    <a:pt x="106108" y="759890"/>
                  </a:lnTo>
                  <a:lnTo>
                    <a:pt x="106518" y="759847"/>
                  </a:lnTo>
                  <a:lnTo>
                    <a:pt x="106962" y="759799"/>
                  </a:lnTo>
                  <a:lnTo>
                    <a:pt x="107240" y="759770"/>
                  </a:lnTo>
                  <a:lnTo>
                    <a:pt x="107809" y="759710"/>
                  </a:lnTo>
                  <a:lnTo>
                    <a:pt x="107958" y="759694"/>
                  </a:lnTo>
                  <a:lnTo>
                    <a:pt x="108329" y="759655"/>
                  </a:lnTo>
                  <a:lnTo>
                    <a:pt x="108504" y="759637"/>
                  </a:lnTo>
                  <a:lnTo>
                    <a:pt x="109000" y="759585"/>
                  </a:lnTo>
                  <a:lnTo>
                    <a:pt x="109363" y="759547"/>
                  </a:lnTo>
                  <a:lnTo>
                    <a:pt x="109570" y="759233"/>
                  </a:lnTo>
                  <a:lnTo>
                    <a:pt x="109762" y="758899"/>
                  </a:lnTo>
                  <a:lnTo>
                    <a:pt x="110100" y="758407"/>
                  </a:lnTo>
                  <a:lnTo>
                    <a:pt x="110234" y="758443"/>
                  </a:lnTo>
                  <a:lnTo>
                    <a:pt x="110597" y="758542"/>
                  </a:lnTo>
                  <a:lnTo>
                    <a:pt x="110818" y="758602"/>
                  </a:lnTo>
                  <a:lnTo>
                    <a:pt x="110989" y="758648"/>
                  </a:lnTo>
                  <a:lnTo>
                    <a:pt x="111187" y="758702"/>
                  </a:lnTo>
                  <a:lnTo>
                    <a:pt x="111614" y="759217"/>
                  </a:lnTo>
                  <a:lnTo>
                    <a:pt x="111999" y="759263"/>
                  </a:lnTo>
                  <a:lnTo>
                    <a:pt x="112227" y="759290"/>
                  </a:lnTo>
                  <a:lnTo>
                    <a:pt x="112417" y="759313"/>
                  </a:lnTo>
                  <a:lnTo>
                    <a:pt x="112550" y="759329"/>
                  </a:lnTo>
                  <a:lnTo>
                    <a:pt x="112896" y="759370"/>
                  </a:lnTo>
                  <a:lnTo>
                    <a:pt x="113303" y="759418"/>
                  </a:lnTo>
                  <a:lnTo>
                    <a:pt x="113631" y="759456"/>
                  </a:lnTo>
                  <a:lnTo>
                    <a:pt x="114558" y="759489"/>
                  </a:lnTo>
                  <a:lnTo>
                    <a:pt x="114979" y="759500"/>
                  </a:lnTo>
                  <a:lnTo>
                    <a:pt x="115232" y="759441"/>
                  </a:lnTo>
                  <a:lnTo>
                    <a:pt x="115597" y="755041"/>
                  </a:lnTo>
                  <a:lnTo>
                    <a:pt x="116534" y="754411"/>
                  </a:lnTo>
                  <a:lnTo>
                    <a:pt x="117478" y="753776"/>
                  </a:lnTo>
                  <a:lnTo>
                    <a:pt x="120478" y="755274"/>
                  </a:lnTo>
                  <a:lnTo>
                    <a:pt x="122574" y="754170"/>
                  </a:lnTo>
                  <a:lnTo>
                    <a:pt x="124476" y="749422"/>
                  </a:lnTo>
                  <a:lnTo>
                    <a:pt x="126276" y="747701"/>
                  </a:lnTo>
                  <a:lnTo>
                    <a:pt x="129456" y="743783"/>
                  </a:lnTo>
                  <a:lnTo>
                    <a:pt x="129544" y="737721"/>
                  </a:lnTo>
                  <a:lnTo>
                    <a:pt x="129554" y="737036"/>
                  </a:lnTo>
                  <a:lnTo>
                    <a:pt x="129649" y="730483"/>
                  </a:lnTo>
                  <a:lnTo>
                    <a:pt x="132291" y="718823"/>
                  </a:lnTo>
                  <a:lnTo>
                    <a:pt x="133077" y="717400"/>
                  </a:lnTo>
                  <a:lnTo>
                    <a:pt x="136898" y="710482"/>
                  </a:lnTo>
                  <a:lnTo>
                    <a:pt x="136882" y="702618"/>
                  </a:lnTo>
                  <a:lnTo>
                    <a:pt x="140357" y="695568"/>
                  </a:lnTo>
                  <a:lnTo>
                    <a:pt x="142456" y="696113"/>
                  </a:lnTo>
                  <a:lnTo>
                    <a:pt x="145478" y="710389"/>
                  </a:lnTo>
                  <a:lnTo>
                    <a:pt x="148757" y="712788"/>
                  </a:lnTo>
                  <a:lnTo>
                    <a:pt x="151853" y="715054"/>
                  </a:lnTo>
                  <a:lnTo>
                    <a:pt x="162410" y="712945"/>
                  </a:lnTo>
                  <a:lnTo>
                    <a:pt x="162343" y="716459"/>
                  </a:lnTo>
                  <a:lnTo>
                    <a:pt x="162194" y="724296"/>
                  </a:lnTo>
                  <a:lnTo>
                    <a:pt x="163162" y="726885"/>
                  </a:lnTo>
                  <a:lnTo>
                    <a:pt x="163513" y="727030"/>
                  </a:lnTo>
                  <a:lnTo>
                    <a:pt x="164678" y="727511"/>
                  </a:lnTo>
                  <a:lnTo>
                    <a:pt x="168382" y="727369"/>
                  </a:lnTo>
                  <a:lnTo>
                    <a:pt x="167946" y="729452"/>
                  </a:lnTo>
                  <a:lnTo>
                    <a:pt x="168064" y="729831"/>
                  </a:lnTo>
                  <a:lnTo>
                    <a:pt x="168130" y="730042"/>
                  </a:lnTo>
                  <a:lnTo>
                    <a:pt x="168325" y="730681"/>
                  </a:lnTo>
                  <a:lnTo>
                    <a:pt x="168506" y="730957"/>
                  </a:lnTo>
                  <a:lnTo>
                    <a:pt x="169117" y="731885"/>
                  </a:lnTo>
                  <a:lnTo>
                    <a:pt x="169972" y="732473"/>
                  </a:lnTo>
                  <a:lnTo>
                    <a:pt x="170315" y="732709"/>
                  </a:lnTo>
                  <a:lnTo>
                    <a:pt x="171223" y="732817"/>
                  </a:lnTo>
                  <a:lnTo>
                    <a:pt x="171393" y="732839"/>
                  </a:lnTo>
                  <a:lnTo>
                    <a:pt x="171620" y="732867"/>
                  </a:lnTo>
                  <a:lnTo>
                    <a:pt x="171992" y="732915"/>
                  </a:lnTo>
                  <a:lnTo>
                    <a:pt x="172216" y="732940"/>
                  </a:lnTo>
                  <a:lnTo>
                    <a:pt x="172591" y="732983"/>
                  </a:lnTo>
                  <a:lnTo>
                    <a:pt x="172742" y="733055"/>
                  </a:lnTo>
                  <a:lnTo>
                    <a:pt x="173140" y="733245"/>
                  </a:lnTo>
                  <a:lnTo>
                    <a:pt x="173449" y="733374"/>
                  </a:lnTo>
                  <a:lnTo>
                    <a:pt x="173755" y="733508"/>
                  </a:lnTo>
                  <a:lnTo>
                    <a:pt x="174184" y="733745"/>
                  </a:lnTo>
                  <a:lnTo>
                    <a:pt x="174415" y="733926"/>
                  </a:lnTo>
                  <a:lnTo>
                    <a:pt x="174594" y="734065"/>
                  </a:lnTo>
                  <a:lnTo>
                    <a:pt x="174843" y="734111"/>
                  </a:lnTo>
                  <a:lnTo>
                    <a:pt x="175167" y="734169"/>
                  </a:lnTo>
                  <a:lnTo>
                    <a:pt x="175351" y="734207"/>
                  </a:lnTo>
                  <a:lnTo>
                    <a:pt x="175493" y="734240"/>
                  </a:lnTo>
                  <a:lnTo>
                    <a:pt x="176087" y="734385"/>
                  </a:lnTo>
                  <a:lnTo>
                    <a:pt x="176230" y="734421"/>
                  </a:lnTo>
                  <a:lnTo>
                    <a:pt x="176441" y="734475"/>
                  </a:lnTo>
                  <a:lnTo>
                    <a:pt x="177162" y="736964"/>
                  </a:lnTo>
                  <a:lnTo>
                    <a:pt x="177054" y="737209"/>
                  </a:lnTo>
                  <a:lnTo>
                    <a:pt x="176943" y="738048"/>
                  </a:lnTo>
                  <a:lnTo>
                    <a:pt x="176963" y="738278"/>
                  </a:lnTo>
                  <a:lnTo>
                    <a:pt x="177319" y="738928"/>
                  </a:lnTo>
                  <a:lnTo>
                    <a:pt x="177842" y="739380"/>
                  </a:lnTo>
                  <a:lnTo>
                    <a:pt x="178298" y="739105"/>
                  </a:lnTo>
                  <a:lnTo>
                    <a:pt x="178541" y="738772"/>
                  </a:lnTo>
                  <a:lnTo>
                    <a:pt x="178879" y="738851"/>
                  </a:lnTo>
                  <a:lnTo>
                    <a:pt x="180167" y="739153"/>
                  </a:lnTo>
                  <a:lnTo>
                    <a:pt x="181488" y="739923"/>
                  </a:lnTo>
                  <a:lnTo>
                    <a:pt x="181945" y="740189"/>
                  </a:lnTo>
                  <a:lnTo>
                    <a:pt x="182765" y="740671"/>
                  </a:lnTo>
                  <a:lnTo>
                    <a:pt x="182946" y="740777"/>
                  </a:lnTo>
                  <a:lnTo>
                    <a:pt x="183122" y="740879"/>
                  </a:lnTo>
                  <a:lnTo>
                    <a:pt x="183659" y="741254"/>
                  </a:lnTo>
                  <a:lnTo>
                    <a:pt x="184048" y="741525"/>
                  </a:lnTo>
                  <a:lnTo>
                    <a:pt x="184962" y="742162"/>
                  </a:lnTo>
                  <a:lnTo>
                    <a:pt x="185703" y="743161"/>
                  </a:lnTo>
                  <a:lnTo>
                    <a:pt x="185613" y="743802"/>
                  </a:lnTo>
                  <a:lnTo>
                    <a:pt x="185570" y="744102"/>
                  </a:lnTo>
                  <a:lnTo>
                    <a:pt x="185308" y="745895"/>
                  </a:lnTo>
                  <a:lnTo>
                    <a:pt x="185017" y="748009"/>
                  </a:lnTo>
                  <a:lnTo>
                    <a:pt x="185996" y="748068"/>
                  </a:lnTo>
                  <a:lnTo>
                    <a:pt x="188559" y="747395"/>
                  </a:lnTo>
                  <a:lnTo>
                    <a:pt x="189494" y="747149"/>
                  </a:lnTo>
                  <a:lnTo>
                    <a:pt x="189871" y="747050"/>
                  </a:lnTo>
                  <a:lnTo>
                    <a:pt x="190078" y="746650"/>
                  </a:lnTo>
                  <a:lnTo>
                    <a:pt x="190240" y="745947"/>
                  </a:lnTo>
                  <a:lnTo>
                    <a:pt x="191455" y="745224"/>
                  </a:lnTo>
                  <a:lnTo>
                    <a:pt x="195063" y="746183"/>
                  </a:lnTo>
                  <a:lnTo>
                    <a:pt x="195574" y="745625"/>
                  </a:lnTo>
                  <a:lnTo>
                    <a:pt x="195744" y="745295"/>
                  </a:lnTo>
                  <a:lnTo>
                    <a:pt x="195904" y="745199"/>
                  </a:lnTo>
                  <a:lnTo>
                    <a:pt x="196489" y="744907"/>
                  </a:lnTo>
                  <a:lnTo>
                    <a:pt x="196881" y="744711"/>
                  </a:lnTo>
                  <a:lnTo>
                    <a:pt x="197512" y="744616"/>
                  </a:lnTo>
                  <a:lnTo>
                    <a:pt x="199409" y="745229"/>
                  </a:lnTo>
                  <a:lnTo>
                    <a:pt x="200659" y="745714"/>
                  </a:lnTo>
                  <a:lnTo>
                    <a:pt x="200788" y="745765"/>
                  </a:lnTo>
                  <a:lnTo>
                    <a:pt x="201204" y="745919"/>
                  </a:lnTo>
                  <a:lnTo>
                    <a:pt x="201358" y="745977"/>
                  </a:lnTo>
                  <a:lnTo>
                    <a:pt x="201788" y="746389"/>
                  </a:lnTo>
                  <a:lnTo>
                    <a:pt x="202634" y="747194"/>
                  </a:lnTo>
                  <a:lnTo>
                    <a:pt x="203867" y="748223"/>
                  </a:lnTo>
                  <a:lnTo>
                    <a:pt x="204814" y="749015"/>
                  </a:lnTo>
                  <a:lnTo>
                    <a:pt x="205150" y="749137"/>
                  </a:lnTo>
                  <a:lnTo>
                    <a:pt x="205584" y="749238"/>
                  </a:lnTo>
                  <a:lnTo>
                    <a:pt x="205905" y="748943"/>
                  </a:lnTo>
                  <a:lnTo>
                    <a:pt x="206385" y="748747"/>
                  </a:lnTo>
                  <a:lnTo>
                    <a:pt x="208128" y="749641"/>
                  </a:lnTo>
                  <a:lnTo>
                    <a:pt x="210770" y="749802"/>
                  </a:lnTo>
                  <a:lnTo>
                    <a:pt x="211066" y="749820"/>
                  </a:lnTo>
                  <a:lnTo>
                    <a:pt x="211214" y="749830"/>
                  </a:lnTo>
                  <a:lnTo>
                    <a:pt x="213507" y="749738"/>
                  </a:lnTo>
                  <a:lnTo>
                    <a:pt x="213645" y="749469"/>
                  </a:lnTo>
                  <a:lnTo>
                    <a:pt x="213754" y="749257"/>
                  </a:lnTo>
                  <a:lnTo>
                    <a:pt x="214055" y="748674"/>
                  </a:lnTo>
                  <a:lnTo>
                    <a:pt x="214402" y="748012"/>
                  </a:lnTo>
                  <a:lnTo>
                    <a:pt x="214485" y="747439"/>
                  </a:lnTo>
                  <a:lnTo>
                    <a:pt x="214571" y="746915"/>
                  </a:lnTo>
                  <a:lnTo>
                    <a:pt x="214846" y="746219"/>
                  </a:lnTo>
                  <a:lnTo>
                    <a:pt x="214843" y="745379"/>
                  </a:lnTo>
                  <a:lnTo>
                    <a:pt x="214852" y="744838"/>
                  </a:lnTo>
                  <a:lnTo>
                    <a:pt x="214486" y="743929"/>
                  </a:lnTo>
                  <a:lnTo>
                    <a:pt x="214107" y="743295"/>
                  </a:lnTo>
                  <a:lnTo>
                    <a:pt x="213894" y="742777"/>
                  </a:lnTo>
                  <a:lnTo>
                    <a:pt x="213732" y="742432"/>
                  </a:lnTo>
                  <a:lnTo>
                    <a:pt x="214376" y="741975"/>
                  </a:lnTo>
                  <a:lnTo>
                    <a:pt x="214858" y="741634"/>
                  </a:lnTo>
                  <a:lnTo>
                    <a:pt x="215193" y="740859"/>
                  </a:lnTo>
                  <a:lnTo>
                    <a:pt x="214735" y="739936"/>
                  </a:lnTo>
                  <a:lnTo>
                    <a:pt x="215136" y="738324"/>
                  </a:lnTo>
                  <a:lnTo>
                    <a:pt x="215385" y="738012"/>
                  </a:lnTo>
                  <a:lnTo>
                    <a:pt x="215517" y="737846"/>
                  </a:lnTo>
                  <a:lnTo>
                    <a:pt x="215951" y="737301"/>
                  </a:lnTo>
                  <a:lnTo>
                    <a:pt x="215733" y="736505"/>
                  </a:lnTo>
                  <a:lnTo>
                    <a:pt x="216713" y="735206"/>
                  </a:lnTo>
                  <a:lnTo>
                    <a:pt x="217190" y="735671"/>
                  </a:lnTo>
                  <a:lnTo>
                    <a:pt x="217582" y="735926"/>
                  </a:lnTo>
                  <a:lnTo>
                    <a:pt x="218672" y="734569"/>
                  </a:lnTo>
                  <a:lnTo>
                    <a:pt x="218821" y="734287"/>
                  </a:lnTo>
                  <a:lnTo>
                    <a:pt x="218951" y="734012"/>
                  </a:lnTo>
                  <a:lnTo>
                    <a:pt x="219774" y="732429"/>
                  </a:lnTo>
                  <a:lnTo>
                    <a:pt x="219946" y="731178"/>
                  </a:lnTo>
                  <a:lnTo>
                    <a:pt x="220132" y="730733"/>
                  </a:lnTo>
                  <a:lnTo>
                    <a:pt x="220214" y="730538"/>
                  </a:lnTo>
                  <a:lnTo>
                    <a:pt x="220363" y="730178"/>
                  </a:lnTo>
                  <a:lnTo>
                    <a:pt x="220543" y="729375"/>
                  </a:lnTo>
                  <a:lnTo>
                    <a:pt x="220774" y="728636"/>
                  </a:lnTo>
                  <a:lnTo>
                    <a:pt x="220902" y="728060"/>
                  </a:lnTo>
                  <a:lnTo>
                    <a:pt x="221268" y="727283"/>
                  </a:lnTo>
                  <a:lnTo>
                    <a:pt x="221177" y="727062"/>
                  </a:lnTo>
                  <a:lnTo>
                    <a:pt x="221675" y="726634"/>
                  </a:lnTo>
                  <a:lnTo>
                    <a:pt x="221744" y="726397"/>
                  </a:lnTo>
                  <a:lnTo>
                    <a:pt x="223175" y="722941"/>
                  </a:lnTo>
                  <a:lnTo>
                    <a:pt x="223804" y="722705"/>
                  </a:lnTo>
                  <a:lnTo>
                    <a:pt x="225041" y="722247"/>
                  </a:lnTo>
                  <a:lnTo>
                    <a:pt x="227845" y="721323"/>
                  </a:lnTo>
                  <a:lnTo>
                    <a:pt x="228655" y="721056"/>
                  </a:lnTo>
                  <a:lnTo>
                    <a:pt x="228967" y="719103"/>
                  </a:lnTo>
                  <a:lnTo>
                    <a:pt x="229038" y="718663"/>
                  </a:lnTo>
                  <a:lnTo>
                    <a:pt x="229540" y="715608"/>
                  </a:lnTo>
                  <a:lnTo>
                    <a:pt x="229779" y="714136"/>
                  </a:lnTo>
                  <a:lnTo>
                    <a:pt x="229805" y="713602"/>
                  </a:lnTo>
                  <a:lnTo>
                    <a:pt x="230149" y="712643"/>
                  </a:lnTo>
                  <a:lnTo>
                    <a:pt x="230673" y="711601"/>
                  </a:lnTo>
                  <a:lnTo>
                    <a:pt x="231047" y="711145"/>
                  </a:lnTo>
                  <a:lnTo>
                    <a:pt x="231372" y="710751"/>
                  </a:lnTo>
                  <a:lnTo>
                    <a:pt x="231821" y="710204"/>
                  </a:lnTo>
                  <a:lnTo>
                    <a:pt x="233956" y="707561"/>
                  </a:lnTo>
                  <a:lnTo>
                    <a:pt x="235318" y="704981"/>
                  </a:lnTo>
                  <a:lnTo>
                    <a:pt x="237749" y="704338"/>
                  </a:lnTo>
                  <a:lnTo>
                    <a:pt x="239152" y="701751"/>
                  </a:lnTo>
                  <a:lnTo>
                    <a:pt x="239889" y="701245"/>
                  </a:lnTo>
                  <a:lnTo>
                    <a:pt x="241057" y="701773"/>
                  </a:lnTo>
                  <a:lnTo>
                    <a:pt x="242146" y="701723"/>
                  </a:lnTo>
                  <a:lnTo>
                    <a:pt x="246306" y="701530"/>
                  </a:lnTo>
                  <a:lnTo>
                    <a:pt x="246505" y="701521"/>
                  </a:lnTo>
                  <a:lnTo>
                    <a:pt x="247385" y="701480"/>
                  </a:lnTo>
                  <a:lnTo>
                    <a:pt x="247631" y="701469"/>
                  </a:lnTo>
                  <a:lnTo>
                    <a:pt x="252187" y="701258"/>
                  </a:lnTo>
                  <a:lnTo>
                    <a:pt x="253311" y="699605"/>
                  </a:lnTo>
                  <a:lnTo>
                    <a:pt x="253455" y="699393"/>
                  </a:lnTo>
                  <a:lnTo>
                    <a:pt x="254665" y="697613"/>
                  </a:lnTo>
                  <a:lnTo>
                    <a:pt x="254910" y="697253"/>
                  </a:lnTo>
                  <a:lnTo>
                    <a:pt x="257109" y="696257"/>
                  </a:lnTo>
                  <a:lnTo>
                    <a:pt x="257249" y="696194"/>
                  </a:lnTo>
                  <a:lnTo>
                    <a:pt x="257581" y="696043"/>
                  </a:lnTo>
                  <a:lnTo>
                    <a:pt x="257831" y="695930"/>
                  </a:lnTo>
                  <a:lnTo>
                    <a:pt x="258859" y="695464"/>
                  </a:lnTo>
                  <a:lnTo>
                    <a:pt x="259496" y="695176"/>
                  </a:lnTo>
                  <a:lnTo>
                    <a:pt x="260432" y="694752"/>
                  </a:lnTo>
                  <a:lnTo>
                    <a:pt x="260725" y="694619"/>
                  </a:lnTo>
                  <a:lnTo>
                    <a:pt x="261256" y="694378"/>
                  </a:lnTo>
                  <a:lnTo>
                    <a:pt x="265232" y="691507"/>
                  </a:lnTo>
                  <a:lnTo>
                    <a:pt x="266864" y="690523"/>
                  </a:lnTo>
                  <a:lnTo>
                    <a:pt x="268692" y="689420"/>
                  </a:lnTo>
                  <a:lnTo>
                    <a:pt x="269679" y="690052"/>
                  </a:lnTo>
                  <a:lnTo>
                    <a:pt x="270100" y="690321"/>
                  </a:lnTo>
                  <a:lnTo>
                    <a:pt x="271686" y="691335"/>
                  </a:lnTo>
                  <a:lnTo>
                    <a:pt x="272027" y="692015"/>
                  </a:lnTo>
                  <a:lnTo>
                    <a:pt x="272125" y="692211"/>
                  </a:lnTo>
                  <a:lnTo>
                    <a:pt x="272540" y="692841"/>
                  </a:lnTo>
                  <a:lnTo>
                    <a:pt x="275779" y="692972"/>
                  </a:lnTo>
                  <a:lnTo>
                    <a:pt x="276239" y="692991"/>
                  </a:lnTo>
                  <a:lnTo>
                    <a:pt x="276399" y="692992"/>
                  </a:lnTo>
                  <a:lnTo>
                    <a:pt x="276832" y="692969"/>
                  </a:lnTo>
                  <a:lnTo>
                    <a:pt x="277213" y="692780"/>
                  </a:lnTo>
                  <a:lnTo>
                    <a:pt x="277803" y="692879"/>
                  </a:lnTo>
                  <a:lnTo>
                    <a:pt x="278841" y="692619"/>
                  </a:lnTo>
                  <a:lnTo>
                    <a:pt x="279403" y="692488"/>
                  </a:lnTo>
                  <a:lnTo>
                    <a:pt x="280486" y="692249"/>
                  </a:lnTo>
                  <a:lnTo>
                    <a:pt x="281383" y="692050"/>
                  </a:lnTo>
                  <a:lnTo>
                    <a:pt x="282376" y="691873"/>
                  </a:lnTo>
                  <a:lnTo>
                    <a:pt x="283288" y="691624"/>
                  </a:lnTo>
                  <a:lnTo>
                    <a:pt x="283480" y="691356"/>
                  </a:lnTo>
                  <a:lnTo>
                    <a:pt x="283781" y="691249"/>
                  </a:lnTo>
                  <a:lnTo>
                    <a:pt x="284028" y="691133"/>
                  </a:lnTo>
                  <a:lnTo>
                    <a:pt x="284255" y="690952"/>
                  </a:lnTo>
                  <a:lnTo>
                    <a:pt x="284502" y="691337"/>
                  </a:lnTo>
                  <a:lnTo>
                    <a:pt x="285234" y="692184"/>
                  </a:lnTo>
                  <a:lnTo>
                    <a:pt x="285598" y="692542"/>
                  </a:lnTo>
                  <a:lnTo>
                    <a:pt x="287007" y="694298"/>
                  </a:lnTo>
                  <a:lnTo>
                    <a:pt x="287554" y="694904"/>
                  </a:lnTo>
                  <a:lnTo>
                    <a:pt x="287588" y="695054"/>
                  </a:lnTo>
                  <a:lnTo>
                    <a:pt x="287682" y="695881"/>
                  </a:lnTo>
                  <a:lnTo>
                    <a:pt x="287826" y="696142"/>
                  </a:lnTo>
                  <a:lnTo>
                    <a:pt x="287869" y="696289"/>
                  </a:lnTo>
                  <a:lnTo>
                    <a:pt x="288017" y="696603"/>
                  </a:lnTo>
                  <a:lnTo>
                    <a:pt x="288140" y="696801"/>
                  </a:lnTo>
                  <a:lnTo>
                    <a:pt x="288243" y="696976"/>
                  </a:lnTo>
                  <a:lnTo>
                    <a:pt x="288234" y="697299"/>
                  </a:lnTo>
                  <a:lnTo>
                    <a:pt x="288060" y="697642"/>
                  </a:lnTo>
                  <a:lnTo>
                    <a:pt x="287189" y="699072"/>
                  </a:lnTo>
                  <a:lnTo>
                    <a:pt x="286839" y="700632"/>
                  </a:lnTo>
                  <a:lnTo>
                    <a:pt x="286555" y="701832"/>
                  </a:lnTo>
                  <a:lnTo>
                    <a:pt x="286353" y="702686"/>
                  </a:lnTo>
                  <a:lnTo>
                    <a:pt x="285998" y="704254"/>
                  </a:lnTo>
                  <a:lnTo>
                    <a:pt x="285965" y="704397"/>
                  </a:lnTo>
                  <a:lnTo>
                    <a:pt x="285373" y="704820"/>
                  </a:lnTo>
                  <a:lnTo>
                    <a:pt x="285435" y="706386"/>
                  </a:lnTo>
                  <a:lnTo>
                    <a:pt x="284995" y="707656"/>
                  </a:lnTo>
                  <a:lnTo>
                    <a:pt x="285528" y="709748"/>
                  </a:lnTo>
                  <a:lnTo>
                    <a:pt x="285859" y="710198"/>
                  </a:lnTo>
                  <a:lnTo>
                    <a:pt x="286117" y="710508"/>
                  </a:lnTo>
                  <a:lnTo>
                    <a:pt x="286161" y="711015"/>
                  </a:lnTo>
                  <a:lnTo>
                    <a:pt x="285179" y="712511"/>
                  </a:lnTo>
                  <a:lnTo>
                    <a:pt x="284061" y="714213"/>
                  </a:lnTo>
                  <a:lnTo>
                    <a:pt x="283367" y="715795"/>
                  </a:lnTo>
                  <a:lnTo>
                    <a:pt x="283091" y="716010"/>
                  </a:lnTo>
                  <a:lnTo>
                    <a:pt x="282792" y="716242"/>
                  </a:lnTo>
                  <a:lnTo>
                    <a:pt x="282688" y="716771"/>
                  </a:lnTo>
                  <a:lnTo>
                    <a:pt x="282629" y="717073"/>
                  </a:lnTo>
                  <a:lnTo>
                    <a:pt x="282504" y="717711"/>
                  </a:lnTo>
                  <a:lnTo>
                    <a:pt x="282264" y="718163"/>
                  </a:lnTo>
                  <a:lnTo>
                    <a:pt x="281931" y="718787"/>
                  </a:lnTo>
                  <a:lnTo>
                    <a:pt x="281500" y="719597"/>
                  </a:lnTo>
                  <a:lnTo>
                    <a:pt x="281045" y="720294"/>
                  </a:lnTo>
                  <a:lnTo>
                    <a:pt x="280907" y="720504"/>
                  </a:lnTo>
                  <a:lnTo>
                    <a:pt x="280536" y="721343"/>
                  </a:lnTo>
                  <a:lnTo>
                    <a:pt x="280037" y="722470"/>
                  </a:lnTo>
                  <a:lnTo>
                    <a:pt x="279830" y="722940"/>
                  </a:lnTo>
                  <a:lnTo>
                    <a:pt x="279494" y="723699"/>
                  </a:lnTo>
                  <a:lnTo>
                    <a:pt x="279447" y="724015"/>
                  </a:lnTo>
                  <a:lnTo>
                    <a:pt x="279343" y="724711"/>
                  </a:lnTo>
                  <a:lnTo>
                    <a:pt x="279237" y="725454"/>
                  </a:lnTo>
                  <a:lnTo>
                    <a:pt x="279352" y="726241"/>
                  </a:lnTo>
                  <a:lnTo>
                    <a:pt x="279458" y="726937"/>
                  </a:lnTo>
                  <a:lnTo>
                    <a:pt x="279629" y="728058"/>
                  </a:lnTo>
                  <a:lnTo>
                    <a:pt x="281688" y="729156"/>
                  </a:lnTo>
                  <a:lnTo>
                    <a:pt x="282936" y="729822"/>
                  </a:lnTo>
                  <a:lnTo>
                    <a:pt x="283233" y="729980"/>
                  </a:lnTo>
                  <a:lnTo>
                    <a:pt x="283524" y="730136"/>
                  </a:lnTo>
                  <a:lnTo>
                    <a:pt x="285518" y="730855"/>
                  </a:lnTo>
                  <a:lnTo>
                    <a:pt x="285704" y="730888"/>
                  </a:lnTo>
                  <a:lnTo>
                    <a:pt x="286069" y="730954"/>
                  </a:lnTo>
                  <a:lnTo>
                    <a:pt x="286227" y="730982"/>
                  </a:lnTo>
                  <a:lnTo>
                    <a:pt x="286532" y="730919"/>
                  </a:lnTo>
                  <a:lnTo>
                    <a:pt x="287047" y="730774"/>
                  </a:lnTo>
                  <a:lnTo>
                    <a:pt x="287421" y="730669"/>
                  </a:lnTo>
                  <a:lnTo>
                    <a:pt x="287965" y="730516"/>
                  </a:lnTo>
                  <a:lnTo>
                    <a:pt x="288917" y="730249"/>
                  </a:lnTo>
                  <a:lnTo>
                    <a:pt x="289487" y="730086"/>
                  </a:lnTo>
                  <a:lnTo>
                    <a:pt x="290276" y="729869"/>
                  </a:lnTo>
                  <a:lnTo>
                    <a:pt x="291327" y="729787"/>
                  </a:lnTo>
                  <a:lnTo>
                    <a:pt x="291541" y="729877"/>
                  </a:lnTo>
                  <a:lnTo>
                    <a:pt x="291670" y="729931"/>
                  </a:lnTo>
                  <a:lnTo>
                    <a:pt x="291945" y="729994"/>
                  </a:lnTo>
                  <a:lnTo>
                    <a:pt x="292768" y="729913"/>
                  </a:lnTo>
                  <a:lnTo>
                    <a:pt x="293142" y="730224"/>
                  </a:lnTo>
                  <a:lnTo>
                    <a:pt x="293459" y="730283"/>
                  </a:lnTo>
                  <a:lnTo>
                    <a:pt x="294052" y="730200"/>
                  </a:lnTo>
                  <a:lnTo>
                    <a:pt x="294618" y="729714"/>
                  </a:lnTo>
                  <a:lnTo>
                    <a:pt x="294689" y="729224"/>
                  </a:lnTo>
                  <a:lnTo>
                    <a:pt x="294734" y="728936"/>
                  </a:lnTo>
                  <a:lnTo>
                    <a:pt x="294926" y="728604"/>
                  </a:lnTo>
                  <a:lnTo>
                    <a:pt x="295270" y="728278"/>
                  </a:lnTo>
                  <a:lnTo>
                    <a:pt x="295579" y="728169"/>
                  </a:lnTo>
                  <a:lnTo>
                    <a:pt x="296239" y="727935"/>
                  </a:lnTo>
                  <a:lnTo>
                    <a:pt x="296614" y="727610"/>
                  </a:lnTo>
                  <a:lnTo>
                    <a:pt x="297011" y="727399"/>
                  </a:lnTo>
                  <a:lnTo>
                    <a:pt x="297595" y="727090"/>
                  </a:lnTo>
                  <a:lnTo>
                    <a:pt x="298917" y="726539"/>
                  </a:lnTo>
                  <a:lnTo>
                    <a:pt x="299351" y="726286"/>
                  </a:lnTo>
                  <a:lnTo>
                    <a:pt x="299866" y="725987"/>
                  </a:lnTo>
                  <a:lnTo>
                    <a:pt x="301135" y="725250"/>
                  </a:lnTo>
                  <a:lnTo>
                    <a:pt x="302128" y="724820"/>
                  </a:lnTo>
                  <a:lnTo>
                    <a:pt x="305202" y="723488"/>
                  </a:lnTo>
                  <a:lnTo>
                    <a:pt x="305349" y="723424"/>
                  </a:lnTo>
                  <a:lnTo>
                    <a:pt x="305602" y="723315"/>
                  </a:lnTo>
                  <a:lnTo>
                    <a:pt x="306211" y="723051"/>
                  </a:lnTo>
                  <a:lnTo>
                    <a:pt x="307146" y="722645"/>
                  </a:lnTo>
                  <a:lnTo>
                    <a:pt x="307460" y="722509"/>
                  </a:lnTo>
                  <a:lnTo>
                    <a:pt x="308434" y="722087"/>
                  </a:lnTo>
                  <a:lnTo>
                    <a:pt x="308931" y="721872"/>
                  </a:lnTo>
                  <a:lnTo>
                    <a:pt x="309580" y="721591"/>
                  </a:lnTo>
                  <a:lnTo>
                    <a:pt x="309793" y="721499"/>
                  </a:lnTo>
                  <a:lnTo>
                    <a:pt x="310351" y="721257"/>
                  </a:lnTo>
                  <a:lnTo>
                    <a:pt x="310530" y="721180"/>
                  </a:lnTo>
                  <a:lnTo>
                    <a:pt x="311012" y="720971"/>
                  </a:lnTo>
                  <a:lnTo>
                    <a:pt x="311731" y="720659"/>
                  </a:lnTo>
                  <a:lnTo>
                    <a:pt x="314436" y="719487"/>
                  </a:lnTo>
                  <a:lnTo>
                    <a:pt x="315294" y="719115"/>
                  </a:lnTo>
                  <a:lnTo>
                    <a:pt x="315550" y="718993"/>
                  </a:lnTo>
                  <a:lnTo>
                    <a:pt x="315809" y="718868"/>
                  </a:lnTo>
                  <a:lnTo>
                    <a:pt x="316129" y="718714"/>
                  </a:lnTo>
                  <a:lnTo>
                    <a:pt x="316516" y="718528"/>
                  </a:lnTo>
                  <a:lnTo>
                    <a:pt x="316967" y="718312"/>
                  </a:lnTo>
                  <a:lnTo>
                    <a:pt x="318019" y="717806"/>
                  </a:lnTo>
                  <a:lnTo>
                    <a:pt x="318699" y="717480"/>
                  </a:lnTo>
                  <a:lnTo>
                    <a:pt x="319574" y="717059"/>
                  </a:lnTo>
                  <a:lnTo>
                    <a:pt x="320712" y="716513"/>
                  </a:lnTo>
                  <a:lnTo>
                    <a:pt x="321922" y="715931"/>
                  </a:lnTo>
                  <a:lnTo>
                    <a:pt x="322237" y="715779"/>
                  </a:lnTo>
                  <a:lnTo>
                    <a:pt x="323853" y="714998"/>
                  </a:lnTo>
                  <a:lnTo>
                    <a:pt x="324387" y="714968"/>
                  </a:lnTo>
                  <a:lnTo>
                    <a:pt x="324544" y="714959"/>
                  </a:lnTo>
                  <a:lnTo>
                    <a:pt x="325020" y="714932"/>
                  </a:lnTo>
                  <a:lnTo>
                    <a:pt x="327527" y="714791"/>
                  </a:lnTo>
                  <a:lnTo>
                    <a:pt x="327909" y="714770"/>
                  </a:lnTo>
                  <a:lnTo>
                    <a:pt x="328317" y="714747"/>
                  </a:lnTo>
                  <a:lnTo>
                    <a:pt x="329782" y="714664"/>
                  </a:lnTo>
                  <a:lnTo>
                    <a:pt x="330611" y="714617"/>
                  </a:lnTo>
                  <a:lnTo>
                    <a:pt x="331896" y="714545"/>
                  </a:lnTo>
                  <a:lnTo>
                    <a:pt x="332054" y="714536"/>
                  </a:lnTo>
                  <a:lnTo>
                    <a:pt x="336150" y="714306"/>
                  </a:lnTo>
                  <a:lnTo>
                    <a:pt x="339798" y="714080"/>
                  </a:lnTo>
                  <a:lnTo>
                    <a:pt x="340209" y="713700"/>
                  </a:lnTo>
                  <a:lnTo>
                    <a:pt x="340764" y="713189"/>
                  </a:lnTo>
                  <a:lnTo>
                    <a:pt x="341599" y="712418"/>
                  </a:lnTo>
                  <a:lnTo>
                    <a:pt x="342384" y="711731"/>
                  </a:lnTo>
                  <a:lnTo>
                    <a:pt x="343184" y="710990"/>
                  </a:lnTo>
                  <a:lnTo>
                    <a:pt x="344220" y="710029"/>
                  </a:lnTo>
                  <a:lnTo>
                    <a:pt x="345179" y="709140"/>
                  </a:lnTo>
                  <a:lnTo>
                    <a:pt x="346210" y="708198"/>
                  </a:lnTo>
                  <a:lnTo>
                    <a:pt x="346867" y="707600"/>
                  </a:lnTo>
                  <a:lnTo>
                    <a:pt x="347130" y="707335"/>
                  </a:lnTo>
                  <a:lnTo>
                    <a:pt x="347048" y="705281"/>
                  </a:lnTo>
                  <a:lnTo>
                    <a:pt x="347037" y="704986"/>
                  </a:lnTo>
                  <a:lnTo>
                    <a:pt x="347028" y="704778"/>
                  </a:lnTo>
                  <a:lnTo>
                    <a:pt x="347105" y="704420"/>
                  </a:lnTo>
                  <a:lnTo>
                    <a:pt x="347595" y="703985"/>
                  </a:lnTo>
                  <a:lnTo>
                    <a:pt x="348165" y="703438"/>
                  </a:lnTo>
                  <a:lnTo>
                    <a:pt x="349304" y="703197"/>
                  </a:lnTo>
                  <a:lnTo>
                    <a:pt x="349412" y="702973"/>
                  </a:lnTo>
                  <a:lnTo>
                    <a:pt x="349797" y="702207"/>
                  </a:lnTo>
                  <a:lnTo>
                    <a:pt x="349807" y="701198"/>
                  </a:lnTo>
                  <a:lnTo>
                    <a:pt x="349710" y="700980"/>
                  </a:lnTo>
                  <a:lnTo>
                    <a:pt x="349289" y="700422"/>
                  </a:lnTo>
                  <a:lnTo>
                    <a:pt x="349081" y="699756"/>
                  </a:lnTo>
                  <a:lnTo>
                    <a:pt x="349196" y="699586"/>
                  </a:lnTo>
                  <a:lnTo>
                    <a:pt x="349538" y="699154"/>
                  </a:lnTo>
                  <a:lnTo>
                    <a:pt x="349397" y="698680"/>
                  </a:lnTo>
                  <a:lnTo>
                    <a:pt x="348931" y="698534"/>
                  </a:lnTo>
                  <a:lnTo>
                    <a:pt x="348325" y="698311"/>
                  </a:lnTo>
                  <a:lnTo>
                    <a:pt x="348345" y="697614"/>
                  </a:lnTo>
                  <a:lnTo>
                    <a:pt x="348179" y="697207"/>
                  </a:lnTo>
                  <a:lnTo>
                    <a:pt x="348137" y="697061"/>
                  </a:lnTo>
                  <a:lnTo>
                    <a:pt x="347938" y="696553"/>
                  </a:lnTo>
                  <a:lnTo>
                    <a:pt x="348095" y="696067"/>
                  </a:lnTo>
                  <a:lnTo>
                    <a:pt x="348179" y="695924"/>
                  </a:lnTo>
                  <a:lnTo>
                    <a:pt x="348360" y="695657"/>
                  </a:lnTo>
                  <a:lnTo>
                    <a:pt x="348482" y="695516"/>
                  </a:lnTo>
                  <a:lnTo>
                    <a:pt x="349199" y="694980"/>
                  </a:lnTo>
                  <a:lnTo>
                    <a:pt x="349302" y="694813"/>
                  </a:lnTo>
                  <a:lnTo>
                    <a:pt x="349459" y="694640"/>
                  </a:lnTo>
                  <a:lnTo>
                    <a:pt x="349666" y="694482"/>
                  </a:lnTo>
                  <a:lnTo>
                    <a:pt x="349839" y="694283"/>
                  </a:lnTo>
                  <a:lnTo>
                    <a:pt x="349954" y="694079"/>
                  </a:lnTo>
                  <a:lnTo>
                    <a:pt x="350113" y="693793"/>
                  </a:lnTo>
                  <a:lnTo>
                    <a:pt x="350273" y="693505"/>
                  </a:lnTo>
                  <a:lnTo>
                    <a:pt x="350500" y="693125"/>
                  </a:lnTo>
                  <a:lnTo>
                    <a:pt x="350519" y="692996"/>
                  </a:lnTo>
                  <a:lnTo>
                    <a:pt x="350549" y="692675"/>
                  </a:lnTo>
                  <a:lnTo>
                    <a:pt x="350580" y="692541"/>
                  </a:lnTo>
                  <a:lnTo>
                    <a:pt x="350378" y="692185"/>
                  </a:lnTo>
                  <a:lnTo>
                    <a:pt x="350285" y="692021"/>
                  </a:lnTo>
                  <a:lnTo>
                    <a:pt x="350203" y="691812"/>
                  </a:lnTo>
                  <a:lnTo>
                    <a:pt x="350024" y="691484"/>
                  </a:lnTo>
                  <a:lnTo>
                    <a:pt x="349788" y="691062"/>
                  </a:lnTo>
                  <a:lnTo>
                    <a:pt x="349741" y="690900"/>
                  </a:lnTo>
                  <a:lnTo>
                    <a:pt x="349682" y="690692"/>
                  </a:lnTo>
                  <a:lnTo>
                    <a:pt x="349630" y="690509"/>
                  </a:lnTo>
                  <a:lnTo>
                    <a:pt x="349591" y="690328"/>
                  </a:lnTo>
                  <a:lnTo>
                    <a:pt x="349546" y="690077"/>
                  </a:lnTo>
                  <a:lnTo>
                    <a:pt x="349485" y="689826"/>
                  </a:lnTo>
                  <a:lnTo>
                    <a:pt x="349419" y="689557"/>
                  </a:lnTo>
                  <a:lnTo>
                    <a:pt x="349452" y="689374"/>
                  </a:lnTo>
                  <a:lnTo>
                    <a:pt x="349619" y="689041"/>
                  </a:lnTo>
                  <a:lnTo>
                    <a:pt x="349807" y="688777"/>
                  </a:lnTo>
                  <a:lnTo>
                    <a:pt x="349960" y="688561"/>
                  </a:lnTo>
                  <a:lnTo>
                    <a:pt x="350288" y="688048"/>
                  </a:lnTo>
                  <a:lnTo>
                    <a:pt x="350546" y="687647"/>
                  </a:lnTo>
                  <a:lnTo>
                    <a:pt x="350858" y="687154"/>
                  </a:lnTo>
                  <a:lnTo>
                    <a:pt x="351099" y="686749"/>
                  </a:lnTo>
                  <a:lnTo>
                    <a:pt x="351441" y="686233"/>
                  </a:lnTo>
                  <a:lnTo>
                    <a:pt x="351990" y="685366"/>
                  </a:lnTo>
                  <a:lnTo>
                    <a:pt x="352543" y="684458"/>
                  </a:lnTo>
                  <a:lnTo>
                    <a:pt x="352668" y="684273"/>
                  </a:lnTo>
                  <a:lnTo>
                    <a:pt x="352930" y="683882"/>
                  </a:lnTo>
                  <a:lnTo>
                    <a:pt x="353504" y="683073"/>
                  </a:lnTo>
                  <a:lnTo>
                    <a:pt x="353596" y="682941"/>
                  </a:lnTo>
                  <a:lnTo>
                    <a:pt x="353823" y="682618"/>
                  </a:lnTo>
                  <a:lnTo>
                    <a:pt x="354140" y="682170"/>
                  </a:lnTo>
                  <a:lnTo>
                    <a:pt x="354438" y="681734"/>
                  </a:lnTo>
                  <a:lnTo>
                    <a:pt x="354745" y="681307"/>
                  </a:lnTo>
                  <a:lnTo>
                    <a:pt x="355078" y="680838"/>
                  </a:lnTo>
                  <a:lnTo>
                    <a:pt x="355427" y="680353"/>
                  </a:lnTo>
                  <a:lnTo>
                    <a:pt x="355680" y="679966"/>
                  </a:lnTo>
                  <a:lnTo>
                    <a:pt x="356344" y="679092"/>
                  </a:lnTo>
                  <a:lnTo>
                    <a:pt x="357291" y="677732"/>
                  </a:lnTo>
                  <a:lnTo>
                    <a:pt x="357919" y="676881"/>
                  </a:lnTo>
                  <a:lnTo>
                    <a:pt x="358552" y="676006"/>
                  </a:lnTo>
                  <a:lnTo>
                    <a:pt x="358915" y="675500"/>
                  </a:lnTo>
                  <a:lnTo>
                    <a:pt x="359201" y="675125"/>
                  </a:lnTo>
                  <a:lnTo>
                    <a:pt x="359529" y="674667"/>
                  </a:lnTo>
                  <a:lnTo>
                    <a:pt x="359839" y="674249"/>
                  </a:lnTo>
                  <a:lnTo>
                    <a:pt x="360319" y="673579"/>
                  </a:lnTo>
                  <a:lnTo>
                    <a:pt x="360474" y="673365"/>
                  </a:lnTo>
                  <a:lnTo>
                    <a:pt x="361107" y="672479"/>
                  </a:lnTo>
                  <a:lnTo>
                    <a:pt x="361391" y="672083"/>
                  </a:lnTo>
                  <a:lnTo>
                    <a:pt x="361714" y="671633"/>
                  </a:lnTo>
                  <a:lnTo>
                    <a:pt x="362047" y="671178"/>
                  </a:lnTo>
                  <a:lnTo>
                    <a:pt x="362687" y="670233"/>
                  </a:lnTo>
                  <a:lnTo>
                    <a:pt x="363205" y="669466"/>
                  </a:lnTo>
                  <a:lnTo>
                    <a:pt x="363772" y="669028"/>
                  </a:lnTo>
                  <a:lnTo>
                    <a:pt x="364208" y="668695"/>
                  </a:lnTo>
                  <a:lnTo>
                    <a:pt x="364851" y="668200"/>
                  </a:lnTo>
                  <a:lnTo>
                    <a:pt x="365081" y="668020"/>
                  </a:lnTo>
                  <a:lnTo>
                    <a:pt x="365507" y="667675"/>
                  </a:lnTo>
                  <a:lnTo>
                    <a:pt x="366328" y="667012"/>
                  </a:lnTo>
                  <a:lnTo>
                    <a:pt x="367132" y="666311"/>
                  </a:lnTo>
                  <a:lnTo>
                    <a:pt x="367385" y="665847"/>
                  </a:lnTo>
                  <a:lnTo>
                    <a:pt x="367448" y="665687"/>
                  </a:lnTo>
                  <a:lnTo>
                    <a:pt x="367577" y="665368"/>
                  </a:lnTo>
                  <a:lnTo>
                    <a:pt x="367826" y="664829"/>
                  </a:lnTo>
                  <a:lnTo>
                    <a:pt x="368023" y="664639"/>
                  </a:lnTo>
                  <a:lnTo>
                    <a:pt x="368220" y="664517"/>
                  </a:lnTo>
                  <a:lnTo>
                    <a:pt x="368482" y="664412"/>
                  </a:lnTo>
                  <a:lnTo>
                    <a:pt x="368698" y="664374"/>
                  </a:lnTo>
                  <a:lnTo>
                    <a:pt x="369209" y="664309"/>
                  </a:lnTo>
                  <a:lnTo>
                    <a:pt x="369563" y="664245"/>
                  </a:lnTo>
                  <a:lnTo>
                    <a:pt x="369877" y="664109"/>
                  </a:lnTo>
                  <a:lnTo>
                    <a:pt x="370191" y="663999"/>
                  </a:lnTo>
                  <a:lnTo>
                    <a:pt x="370630" y="663746"/>
                  </a:lnTo>
                  <a:lnTo>
                    <a:pt x="370808" y="663617"/>
                  </a:lnTo>
                  <a:lnTo>
                    <a:pt x="370958" y="663575"/>
                  </a:lnTo>
                  <a:lnTo>
                    <a:pt x="371169" y="663573"/>
                  </a:lnTo>
                  <a:lnTo>
                    <a:pt x="371314" y="663594"/>
                  </a:lnTo>
                  <a:lnTo>
                    <a:pt x="371457" y="663697"/>
                  </a:lnTo>
                  <a:lnTo>
                    <a:pt x="371661" y="663837"/>
                  </a:lnTo>
                  <a:lnTo>
                    <a:pt x="372086" y="664027"/>
                  </a:lnTo>
                  <a:lnTo>
                    <a:pt x="372344" y="663999"/>
                  </a:lnTo>
                  <a:lnTo>
                    <a:pt x="372543" y="663995"/>
                  </a:lnTo>
                  <a:lnTo>
                    <a:pt x="372892" y="663983"/>
                  </a:lnTo>
                  <a:lnTo>
                    <a:pt x="373270" y="663995"/>
                  </a:lnTo>
                  <a:lnTo>
                    <a:pt x="373504" y="663964"/>
                  </a:lnTo>
                  <a:lnTo>
                    <a:pt x="373783" y="663952"/>
                  </a:lnTo>
                  <a:lnTo>
                    <a:pt x="373865" y="664095"/>
                  </a:lnTo>
                  <a:lnTo>
                    <a:pt x="374118" y="664243"/>
                  </a:lnTo>
                  <a:lnTo>
                    <a:pt x="374386" y="664381"/>
                  </a:lnTo>
                  <a:lnTo>
                    <a:pt x="374730" y="664574"/>
                  </a:lnTo>
                  <a:lnTo>
                    <a:pt x="375049" y="664717"/>
                  </a:lnTo>
                  <a:lnTo>
                    <a:pt x="375520" y="664691"/>
                  </a:lnTo>
                  <a:lnTo>
                    <a:pt x="375783" y="664583"/>
                  </a:lnTo>
                  <a:lnTo>
                    <a:pt x="376146" y="664370"/>
                  </a:lnTo>
                  <a:lnTo>
                    <a:pt x="376571" y="664119"/>
                  </a:lnTo>
                  <a:lnTo>
                    <a:pt x="376854" y="663955"/>
                  </a:lnTo>
                  <a:lnTo>
                    <a:pt x="377272" y="663784"/>
                  </a:lnTo>
                  <a:lnTo>
                    <a:pt x="377740" y="663626"/>
                  </a:lnTo>
                  <a:lnTo>
                    <a:pt x="378043" y="663528"/>
                  </a:lnTo>
                  <a:lnTo>
                    <a:pt x="378259" y="663315"/>
                  </a:lnTo>
                  <a:lnTo>
                    <a:pt x="378556" y="663226"/>
                  </a:lnTo>
                  <a:lnTo>
                    <a:pt x="379782" y="662661"/>
                  </a:lnTo>
                  <a:lnTo>
                    <a:pt x="382507" y="662072"/>
                  </a:lnTo>
                  <a:lnTo>
                    <a:pt x="383039" y="661960"/>
                  </a:lnTo>
                  <a:lnTo>
                    <a:pt x="383834" y="661547"/>
                  </a:lnTo>
                  <a:lnTo>
                    <a:pt x="384605" y="661148"/>
                  </a:lnTo>
                  <a:lnTo>
                    <a:pt x="385512" y="660712"/>
                  </a:lnTo>
                  <a:lnTo>
                    <a:pt x="386764" y="660115"/>
                  </a:lnTo>
                  <a:lnTo>
                    <a:pt x="387761" y="659634"/>
                  </a:lnTo>
                  <a:lnTo>
                    <a:pt x="388281" y="659383"/>
                  </a:lnTo>
                  <a:lnTo>
                    <a:pt x="389069" y="659013"/>
                  </a:lnTo>
                  <a:lnTo>
                    <a:pt x="389467" y="658825"/>
                  </a:lnTo>
                  <a:lnTo>
                    <a:pt x="390618" y="658284"/>
                  </a:lnTo>
                  <a:lnTo>
                    <a:pt x="390813" y="658185"/>
                  </a:lnTo>
                  <a:lnTo>
                    <a:pt x="391268" y="657946"/>
                  </a:lnTo>
                  <a:lnTo>
                    <a:pt x="391418" y="657866"/>
                  </a:lnTo>
                  <a:lnTo>
                    <a:pt x="391460" y="657655"/>
                  </a:lnTo>
                  <a:lnTo>
                    <a:pt x="391561" y="657158"/>
                  </a:lnTo>
                  <a:lnTo>
                    <a:pt x="391664" y="656631"/>
                  </a:lnTo>
                  <a:lnTo>
                    <a:pt x="391875" y="655566"/>
                  </a:lnTo>
                  <a:lnTo>
                    <a:pt x="391974" y="655072"/>
                  </a:lnTo>
                  <a:lnTo>
                    <a:pt x="392084" y="654528"/>
                  </a:lnTo>
                  <a:lnTo>
                    <a:pt x="392297" y="653470"/>
                  </a:lnTo>
                  <a:lnTo>
                    <a:pt x="392398" y="652969"/>
                  </a:lnTo>
                  <a:lnTo>
                    <a:pt x="392611" y="651871"/>
                  </a:lnTo>
                  <a:lnTo>
                    <a:pt x="392707" y="651360"/>
                  </a:lnTo>
                  <a:lnTo>
                    <a:pt x="392806" y="650835"/>
                  </a:lnTo>
                  <a:lnTo>
                    <a:pt x="392916" y="650317"/>
                  </a:lnTo>
                  <a:lnTo>
                    <a:pt x="393118" y="649250"/>
                  </a:lnTo>
                  <a:lnTo>
                    <a:pt x="393228" y="648678"/>
                  </a:lnTo>
                  <a:lnTo>
                    <a:pt x="393284" y="648392"/>
                  </a:lnTo>
                  <a:lnTo>
                    <a:pt x="393366" y="648057"/>
                  </a:lnTo>
                  <a:lnTo>
                    <a:pt x="393483" y="647870"/>
                  </a:lnTo>
                  <a:lnTo>
                    <a:pt x="393798" y="647377"/>
                  </a:lnTo>
                  <a:lnTo>
                    <a:pt x="394077" y="646946"/>
                  </a:lnTo>
                  <a:lnTo>
                    <a:pt x="394684" y="645996"/>
                  </a:lnTo>
                  <a:lnTo>
                    <a:pt x="394965" y="645563"/>
                  </a:lnTo>
                  <a:lnTo>
                    <a:pt x="395195" y="645241"/>
                  </a:lnTo>
                  <a:lnTo>
                    <a:pt x="395912" y="644233"/>
                  </a:lnTo>
                  <a:lnTo>
                    <a:pt x="396233" y="643771"/>
                  </a:lnTo>
                  <a:lnTo>
                    <a:pt x="396562" y="643326"/>
                  </a:lnTo>
                  <a:lnTo>
                    <a:pt x="397185" y="642461"/>
                  </a:lnTo>
                  <a:lnTo>
                    <a:pt x="397827" y="641608"/>
                  </a:lnTo>
                  <a:lnTo>
                    <a:pt x="398495" y="640717"/>
                  </a:lnTo>
                  <a:lnTo>
                    <a:pt x="399110" y="639863"/>
                  </a:lnTo>
                  <a:lnTo>
                    <a:pt x="399740" y="638991"/>
                  </a:lnTo>
                  <a:lnTo>
                    <a:pt x="400059" y="638548"/>
                  </a:lnTo>
                  <a:lnTo>
                    <a:pt x="400355" y="638154"/>
                  </a:lnTo>
                  <a:lnTo>
                    <a:pt x="400530" y="637920"/>
                  </a:lnTo>
                  <a:lnTo>
                    <a:pt x="415091" y="619353"/>
                  </a:lnTo>
                  <a:lnTo>
                    <a:pt x="420549" y="601965"/>
                  </a:lnTo>
                  <a:lnTo>
                    <a:pt x="420723" y="601747"/>
                  </a:lnTo>
                  <a:lnTo>
                    <a:pt x="421042" y="601350"/>
                  </a:lnTo>
                  <a:lnTo>
                    <a:pt x="421693" y="600536"/>
                  </a:lnTo>
                  <a:lnTo>
                    <a:pt x="422698" y="599283"/>
                  </a:lnTo>
                  <a:lnTo>
                    <a:pt x="423424" y="598377"/>
                  </a:lnTo>
                  <a:lnTo>
                    <a:pt x="424668" y="596824"/>
                  </a:lnTo>
                  <a:lnTo>
                    <a:pt x="426393" y="594672"/>
                  </a:lnTo>
                  <a:lnTo>
                    <a:pt x="426966" y="593956"/>
                  </a:lnTo>
                  <a:lnTo>
                    <a:pt x="427683" y="593061"/>
                  </a:lnTo>
                  <a:lnTo>
                    <a:pt x="428384" y="592188"/>
                  </a:lnTo>
                  <a:lnTo>
                    <a:pt x="429602" y="590668"/>
                  </a:lnTo>
                  <a:lnTo>
                    <a:pt x="430274" y="589829"/>
                  </a:lnTo>
                  <a:lnTo>
                    <a:pt x="430591" y="588159"/>
                  </a:lnTo>
                  <a:lnTo>
                    <a:pt x="430841" y="586846"/>
                  </a:lnTo>
                  <a:lnTo>
                    <a:pt x="431093" y="585519"/>
                  </a:lnTo>
                  <a:lnTo>
                    <a:pt x="431139" y="585282"/>
                  </a:lnTo>
                  <a:lnTo>
                    <a:pt x="431252" y="584686"/>
                  </a:lnTo>
                  <a:lnTo>
                    <a:pt x="431506" y="583352"/>
                  </a:lnTo>
                  <a:lnTo>
                    <a:pt x="431869" y="581444"/>
                  </a:lnTo>
                  <a:lnTo>
                    <a:pt x="432105" y="580202"/>
                  </a:lnTo>
                  <a:lnTo>
                    <a:pt x="432202" y="579689"/>
                  </a:lnTo>
                  <a:lnTo>
                    <a:pt x="432886" y="576097"/>
                  </a:lnTo>
                  <a:lnTo>
                    <a:pt x="432929" y="575866"/>
                  </a:lnTo>
                  <a:lnTo>
                    <a:pt x="433010" y="575445"/>
                  </a:lnTo>
                  <a:lnTo>
                    <a:pt x="433420" y="573288"/>
                  </a:lnTo>
                  <a:lnTo>
                    <a:pt x="433452" y="573117"/>
                  </a:lnTo>
                  <a:lnTo>
                    <a:pt x="433814" y="571220"/>
                  </a:lnTo>
                  <a:lnTo>
                    <a:pt x="434039" y="570032"/>
                  </a:lnTo>
                  <a:lnTo>
                    <a:pt x="434243" y="568963"/>
                  </a:lnTo>
                  <a:lnTo>
                    <a:pt x="434602" y="567075"/>
                  </a:lnTo>
                  <a:lnTo>
                    <a:pt x="434981" y="565083"/>
                  </a:lnTo>
                  <a:lnTo>
                    <a:pt x="435286" y="563484"/>
                  </a:lnTo>
                  <a:lnTo>
                    <a:pt x="435322" y="563290"/>
                  </a:lnTo>
                  <a:lnTo>
                    <a:pt x="435446" y="562618"/>
                  </a:lnTo>
                  <a:lnTo>
                    <a:pt x="435568" y="561997"/>
                  </a:lnTo>
                  <a:lnTo>
                    <a:pt x="435913" y="560189"/>
                  </a:lnTo>
                  <a:lnTo>
                    <a:pt x="436075" y="559335"/>
                  </a:lnTo>
                  <a:lnTo>
                    <a:pt x="436128" y="559053"/>
                  </a:lnTo>
                  <a:lnTo>
                    <a:pt x="436374" y="557702"/>
                  </a:lnTo>
                  <a:lnTo>
                    <a:pt x="436423" y="557437"/>
                  </a:lnTo>
                  <a:lnTo>
                    <a:pt x="436631" y="556289"/>
                  </a:lnTo>
                  <a:lnTo>
                    <a:pt x="436722" y="555793"/>
                  </a:lnTo>
                  <a:lnTo>
                    <a:pt x="437285" y="554030"/>
                  </a:lnTo>
                  <a:lnTo>
                    <a:pt x="437690" y="552668"/>
                  </a:lnTo>
                  <a:lnTo>
                    <a:pt x="438016" y="551663"/>
                  </a:lnTo>
                  <a:lnTo>
                    <a:pt x="438348" y="550665"/>
                  </a:lnTo>
                  <a:lnTo>
                    <a:pt x="438648" y="549652"/>
                  </a:lnTo>
                  <a:lnTo>
                    <a:pt x="439004" y="548574"/>
                  </a:lnTo>
                  <a:lnTo>
                    <a:pt x="439330" y="547558"/>
                  </a:lnTo>
                  <a:lnTo>
                    <a:pt x="439818" y="546016"/>
                  </a:lnTo>
                  <a:lnTo>
                    <a:pt x="440156" y="545004"/>
                  </a:lnTo>
                  <a:lnTo>
                    <a:pt x="440501" y="543944"/>
                  </a:lnTo>
                  <a:lnTo>
                    <a:pt x="440834" y="542880"/>
                  </a:lnTo>
                  <a:lnTo>
                    <a:pt x="441142" y="541861"/>
                  </a:lnTo>
                  <a:lnTo>
                    <a:pt x="441333" y="541272"/>
                  </a:lnTo>
                  <a:lnTo>
                    <a:pt x="441472" y="540836"/>
                  </a:lnTo>
                  <a:lnTo>
                    <a:pt x="441657" y="540436"/>
                  </a:lnTo>
                  <a:lnTo>
                    <a:pt x="441836" y="539818"/>
                  </a:lnTo>
                  <a:lnTo>
                    <a:pt x="442143" y="538834"/>
                  </a:lnTo>
                  <a:lnTo>
                    <a:pt x="442495" y="537776"/>
                  </a:lnTo>
                  <a:lnTo>
                    <a:pt x="442740" y="537212"/>
                  </a:lnTo>
                  <a:lnTo>
                    <a:pt x="443127" y="536049"/>
                  </a:lnTo>
                  <a:lnTo>
                    <a:pt x="443246" y="535647"/>
                  </a:lnTo>
                  <a:lnTo>
                    <a:pt x="443434" y="535011"/>
                  </a:lnTo>
                  <a:lnTo>
                    <a:pt x="443710" y="533982"/>
                  </a:lnTo>
                  <a:lnTo>
                    <a:pt x="444017" y="532925"/>
                  </a:lnTo>
                  <a:lnTo>
                    <a:pt x="444297" y="531920"/>
                  </a:lnTo>
                  <a:lnTo>
                    <a:pt x="444347" y="531736"/>
                  </a:lnTo>
                  <a:lnTo>
                    <a:pt x="444043" y="531529"/>
                  </a:lnTo>
                  <a:lnTo>
                    <a:pt x="443227" y="530931"/>
                  </a:lnTo>
                  <a:lnTo>
                    <a:pt x="442678" y="530531"/>
                  </a:lnTo>
                  <a:lnTo>
                    <a:pt x="441980" y="530029"/>
                  </a:lnTo>
                  <a:lnTo>
                    <a:pt x="440160" y="528711"/>
                  </a:lnTo>
                  <a:lnTo>
                    <a:pt x="438922" y="527816"/>
                  </a:lnTo>
                  <a:lnTo>
                    <a:pt x="437546" y="526822"/>
                  </a:lnTo>
                  <a:lnTo>
                    <a:pt x="437272" y="526625"/>
                  </a:lnTo>
                  <a:lnTo>
                    <a:pt x="435788" y="524083"/>
                  </a:lnTo>
                  <a:lnTo>
                    <a:pt x="434368" y="521657"/>
                  </a:lnTo>
                  <a:lnTo>
                    <a:pt x="434213" y="521392"/>
                  </a:lnTo>
                  <a:lnTo>
                    <a:pt x="433617" y="520370"/>
                  </a:lnTo>
                  <a:lnTo>
                    <a:pt x="433584" y="520187"/>
                  </a:lnTo>
                  <a:lnTo>
                    <a:pt x="433317" y="518755"/>
                  </a:lnTo>
                  <a:lnTo>
                    <a:pt x="433223" y="518262"/>
                  </a:lnTo>
                  <a:lnTo>
                    <a:pt x="433033" y="517142"/>
                  </a:lnTo>
                  <a:lnTo>
                    <a:pt x="432986" y="516059"/>
                  </a:lnTo>
                  <a:lnTo>
                    <a:pt x="432813" y="514439"/>
                  </a:lnTo>
                  <a:lnTo>
                    <a:pt x="432698" y="513351"/>
                  </a:lnTo>
                  <a:lnTo>
                    <a:pt x="432529" y="511789"/>
                  </a:lnTo>
                  <a:lnTo>
                    <a:pt x="432402" y="510608"/>
                  </a:lnTo>
                  <a:lnTo>
                    <a:pt x="432900" y="509018"/>
                  </a:lnTo>
                  <a:lnTo>
                    <a:pt x="433573" y="506901"/>
                  </a:lnTo>
                  <a:lnTo>
                    <a:pt x="434025" y="505417"/>
                  </a:lnTo>
                  <a:lnTo>
                    <a:pt x="434407" y="504191"/>
                  </a:lnTo>
                  <a:lnTo>
                    <a:pt x="434674" y="503335"/>
                  </a:lnTo>
                  <a:lnTo>
                    <a:pt x="434829" y="502841"/>
                  </a:lnTo>
                  <a:lnTo>
                    <a:pt x="435005" y="502344"/>
                  </a:lnTo>
                  <a:lnTo>
                    <a:pt x="435286" y="501254"/>
                  </a:lnTo>
                  <a:lnTo>
                    <a:pt x="424579" y="493589"/>
                  </a:lnTo>
                  <a:lnTo>
                    <a:pt x="411234" y="491379"/>
                  </a:lnTo>
                  <a:lnTo>
                    <a:pt x="410946" y="491329"/>
                  </a:lnTo>
                  <a:lnTo>
                    <a:pt x="415339" y="487752"/>
                  </a:lnTo>
                  <a:lnTo>
                    <a:pt x="429314" y="477033"/>
                  </a:lnTo>
                  <a:lnTo>
                    <a:pt x="429633" y="476788"/>
                  </a:lnTo>
                  <a:lnTo>
                    <a:pt x="430969" y="475763"/>
                  </a:lnTo>
                  <a:lnTo>
                    <a:pt x="431762" y="475155"/>
                  </a:lnTo>
                  <a:lnTo>
                    <a:pt x="435855" y="472016"/>
                  </a:lnTo>
                  <a:lnTo>
                    <a:pt x="444476" y="476194"/>
                  </a:lnTo>
                  <a:lnTo>
                    <a:pt x="447125" y="474618"/>
                  </a:lnTo>
                  <a:lnTo>
                    <a:pt x="447788" y="473336"/>
                  </a:lnTo>
                  <a:lnTo>
                    <a:pt x="448466" y="472030"/>
                  </a:lnTo>
                  <a:lnTo>
                    <a:pt x="448900" y="471378"/>
                  </a:lnTo>
                  <a:lnTo>
                    <a:pt x="449287" y="470801"/>
                  </a:lnTo>
                  <a:lnTo>
                    <a:pt x="449755" y="470211"/>
                  </a:lnTo>
                  <a:lnTo>
                    <a:pt x="450541" y="469205"/>
                  </a:lnTo>
                  <a:lnTo>
                    <a:pt x="450614" y="466924"/>
                  </a:lnTo>
                  <a:lnTo>
                    <a:pt x="450656" y="465632"/>
                  </a:lnTo>
                  <a:lnTo>
                    <a:pt x="450691" y="464516"/>
                  </a:lnTo>
                  <a:lnTo>
                    <a:pt x="450747" y="462774"/>
                  </a:lnTo>
                  <a:lnTo>
                    <a:pt x="450782" y="461613"/>
                  </a:lnTo>
                  <a:lnTo>
                    <a:pt x="449479" y="461025"/>
                  </a:lnTo>
                  <a:lnTo>
                    <a:pt x="448686" y="460669"/>
                  </a:lnTo>
                  <a:lnTo>
                    <a:pt x="450853" y="456756"/>
                  </a:lnTo>
                  <a:lnTo>
                    <a:pt x="455939" y="448595"/>
                  </a:lnTo>
                  <a:lnTo>
                    <a:pt x="459801" y="442478"/>
                  </a:lnTo>
                  <a:lnTo>
                    <a:pt x="464198" y="435025"/>
                  </a:lnTo>
                  <a:lnTo>
                    <a:pt x="471002" y="429670"/>
                  </a:lnTo>
                  <a:lnTo>
                    <a:pt x="474603" y="428978"/>
                  </a:lnTo>
                  <a:lnTo>
                    <a:pt x="475977" y="430460"/>
                  </a:lnTo>
                  <a:lnTo>
                    <a:pt x="476558" y="431086"/>
                  </a:lnTo>
                  <a:lnTo>
                    <a:pt x="477838" y="432472"/>
                  </a:lnTo>
                  <a:lnTo>
                    <a:pt x="478513" y="433198"/>
                  </a:lnTo>
                  <a:lnTo>
                    <a:pt x="480958" y="436720"/>
                  </a:lnTo>
                  <a:lnTo>
                    <a:pt x="486831" y="436220"/>
                  </a:lnTo>
                  <a:lnTo>
                    <a:pt x="494235" y="439210"/>
                  </a:lnTo>
                  <a:lnTo>
                    <a:pt x="499916" y="431679"/>
                  </a:lnTo>
                  <a:lnTo>
                    <a:pt x="501739" y="429262"/>
                  </a:lnTo>
                  <a:lnTo>
                    <a:pt x="501993" y="428924"/>
                  </a:lnTo>
                  <a:lnTo>
                    <a:pt x="502187" y="428662"/>
                  </a:lnTo>
                  <a:lnTo>
                    <a:pt x="502405" y="428371"/>
                  </a:lnTo>
                  <a:lnTo>
                    <a:pt x="502736" y="427923"/>
                  </a:lnTo>
                  <a:lnTo>
                    <a:pt x="503441" y="426976"/>
                  </a:lnTo>
                  <a:lnTo>
                    <a:pt x="503894" y="426364"/>
                  </a:lnTo>
                  <a:lnTo>
                    <a:pt x="504314" y="425802"/>
                  </a:lnTo>
                  <a:lnTo>
                    <a:pt x="504972" y="424911"/>
                  </a:lnTo>
                  <a:lnTo>
                    <a:pt x="505312" y="424454"/>
                  </a:lnTo>
                  <a:lnTo>
                    <a:pt x="505627" y="424027"/>
                  </a:lnTo>
                  <a:lnTo>
                    <a:pt x="506006" y="423518"/>
                  </a:lnTo>
                  <a:lnTo>
                    <a:pt x="506295" y="423129"/>
                  </a:lnTo>
                  <a:lnTo>
                    <a:pt x="506618" y="422698"/>
                  </a:lnTo>
                  <a:lnTo>
                    <a:pt x="506918" y="422285"/>
                  </a:lnTo>
                  <a:lnTo>
                    <a:pt x="507401" y="421638"/>
                  </a:lnTo>
                  <a:lnTo>
                    <a:pt x="507697" y="421242"/>
                  </a:lnTo>
                  <a:lnTo>
                    <a:pt x="507873" y="421003"/>
                  </a:lnTo>
                  <a:lnTo>
                    <a:pt x="508196" y="420571"/>
                  </a:lnTo>
                  <a:lnTo>
                    <a:pt x="508541" y="420105"/>
                  </a:lnTo>
                  <a:lnTo>
                    <a:pt x="508742" y="419833"/>
                  </a:lnTo>
                  <a:lnTo>
                    <a:pt x="508939" y="419692"/>
                  </a:lnTo>
                  <a:lnTo>
                    <a:pt x="509518" y="419275"/>
                  </a:lnTo>
                  <a:lnTo>
                    <a:pt x="510236" y="418761"/>
                  </a:lnTo>
                  <a:lnTo>
                    <a:pt x="510505" y="418567"/>
                  </a:lnTo>
                  <a:lnTo>
                    <a:pt x="510672" y="418447"/>
                  </a:lnTo>
                  <a:lnTo>
                    <a:pt x="510885" y="418147"/>
                  </a:lnTo>
                  <a:lnTo>
                    <a:pt x="510963" y="417962"/>
                  </a:lnTo>
                  <a:lnTo>
                    <a:pt x="511026" y="417699"/>
                  </a:lnTo>
                  <a:lnTo>
                    <a:pt x="510995" y="417568"/>
                  </a:lnTo>
                  <a:lnTo>
                    <a:pt x="511258" y="417739"/>
                  </a:lnTo>
                  <a:lnTo>
                    <a:pt x="511673" y="418014"/>
                  </a:lnTo>
                  <a:lnTo>
                    <a:pt x="512135" y="418316"/>
                  </a:lnTo>
                  <a:lnTo>
                    <a:pt x="512590" y="418614"/>
                  </a:lnTo>
                  <a:lnTo>
                    <a:pt x="512876" y="418804"/>
                  </a:lnTo>
                  <a:lnTo>
                    <a:pt x="512983" y="418986"/>
                  </a:lnTo>
                  <a:lnTo>
                    <a:pt x="513248" y="419434"/>
                  </a:lnTo>
                  <a:lnTo>
                    <a:pt x="513527" y="419901"/>
                  </a:lnTo>
                  <a:lnTo>
                    <a:pt x="513795" y="420353"/>
                  </a:lnTo>
                  <a:lnTo>
                    <a:pt x="514078" y="420832"/>
                  </a:lnTo>
                  <a:lnTo>
                    <a:pt x="514418" y="421406"/>
                  </a:lnTo>
                  <a:lnTo>
                    <a:pt x="514852" y="421432"/>
                  </a:lnTo>
                  <a:lnTo>
                    <a:pt x="515375" y="421469"/>
                  </a:lnTo>
                  <a:lnTo>
                    <a:pt x="515923" y="421507"/>
                  </a:lnTo>
                  <a:lnTo>
                    <a:pt x="516280" y="421528"/>
                  </a:lnTo>
                  <a:lnTo>
                    <a:pt x="516502" y="421530"/>
                  </a:lnTo>
                  <a:lnTo>
                    <a:pt x="517039" y="421493"/>
                  </a:lnTo>
                  <a:lnTo>
                    <a:pt x="517593" y="421451"/>
                  </a:lnTo>
                  <a:lnTo>
                    <a:pt x="518080" y="421591"/>
                  </a:lnTo>
                  <a:lnTo>
                    <a:pt x="518540" y="421720"/>
                  </a:lnTo>
                  <a:lnTo>
                    <a:pt x="518917" y="421828"/>
                  </a:lnTo>
                  <a:lnTo>
                    <a:pt x="519051" y="421926"/>
                  </a:lnTo>
                  <a:lnTo>
                    <a:pt x="519217" y="422053"/>
                  </a:lnTo>
                  <a:lnTo>
                    <a:pt x="519391" y="422041"/>
                  </a:lnTo>
                  <a:lnTo>
                    <a:pt x="519447" y="421851"/>
                  </a:lnTo>
                  <a:lnTo>
                    <a:pt x="519536" y="421540"/>
                  </a:lnTo>
                  <a:lnTo>
                    <a:pt x="519691" y="421010"/>
                  </a:lnTo>
                  <a:lnTo>
                    <a:pt x="519850" y="420466"/>
                  </a:lnTo>
                  <a:lnTo>
                    <a:pt x="520000" y="419950"/>
                  </a:lnTo>
                  <a:lnTo>
                    <a:pt x="520155" y="419411"/>
                  </a:lnTo>
                  <a:lnTo>
                    <a:pt x="520300" y="418914"/>
                  </a:lnTo>
                  <a:lnTo>
                    <a:pt x="520453" y="418393"/>
                  </a:lnTo>
                  <a:lnTo>
                    <a:pt x="520601" y="417878"/>
                  </a:lnTo>
                  <a:lnTo>
                    <a:pt x="520753" y="417359"/>
                  </a:lnTo>
                  <a:lnTo>
                    <a:pt x="520901" y="416855"/>
                  </a:lnTo>
                  <a:lnTo>
                    <a:pt x="521053" y="416333"/>
                  </a:lnTo>
                  <a:lnTo>
                    <a:pt x="521266" y="415596"/>
                  </a:lnTo>
                  <a:lnTo>
                    <a:pt x="521298" y="415400"/>
                  </a:lnTo>
                  <a:lnTo>
                    <a:pt x="521140" y="415259"/>
                  </a:lnTo>
                  <a:lnTo>
                    <a:pt x="520722" y="414863"/>
                  </a:lnTo>
                  <a:lnTo>
                    <a:pt x="520415" y="414567"/>
                  </a:lnTo>
                  <a:lnTo>
                    <a:pt x="520106" y="414136"/>
                  </a:lnTo>
                  <a:lnTo>
                    <a:pt x="519961" y="413932"/>
                  </a:lnTo>
                  <a:lnTo>
                    <a:pt x="519989" y="413538"/>
                  </a:lnTo>
                  <a:lnTo>
                    <a:pt x="520022" y="413142"/>
                  </a:lnTo>
                  <a:lnTo>
                    <a:pt x="520038" y="412940"/>
                  </a:lnTo>
                  <a:lnTo>
                    <a:pt x="520633" y="412164"/>
                  </a:lnTo>
                  <a:lnTo>
                    <a:pt x="520788" y="412066"/>
                  </a:lnTo>
                  <a:lnTo>
                    <a:pt x="520976" y="411944"/>
                  </a:lnTo>
                  <a:lnTo>
                    <a:pt x="521121" y="411848"/>
                  </a:lnTo>
                  <a:lnTo>
                    <a:pt x="521170" y="411585"/>
                  </a:lnTo>
                  <a:lnTo>
                    <a:pt x="521545" y="411594"/>
                  </a:lnTo>
                  <a:lnTo>
                    <a:pt x="522110" y="411611"/>
                  </a:lnTo>
                  <a:lnTo>
                    <a:pt x="522626" y="411623"/>
                  </a:lnTo>
                  <a:lnTo>
                    <a:pt x="523182" y="411639"/>
                  </a:lnTo>
                  <a:lnTo>
                    <a:pt x="523461" y="411646"/>
                  </a:lnTo>
                  <a:lnTo>
                    <a:pt x="523752" y="411740"/>
                  </a:lnTo>
                  <a:lnTo>
                    <a:pt x="524331" y="411937"/>
                  </a:lnTo>
                  <a:lnTo>
                    <a:pt x="524771" y="412084"/>
                  </a:lnTo>
                  <a:lnTo>
                    <a:pt x="525039" y="411583"/>
                  </a:lnTo>
                  <a:lnTo>
                    <a:pt x="525545" y="410640"/>
                  </a:lnTo>
                  <a:lnTo>
                    <a:pt x="525772" y="410216"/>
                  </a:lnTo>
                  <a:lnTo>
                    <a:pt x="525854" y="410063"/>
                  </a:lnTo>
                  <a:lnTo>
                    <a:pt x="525927" y="409906"/>
                  </a:lnTo>
                  <a:lnTo>
                    <a:pt x="526159" y="409566"/>
                  </a:lnTo>
                  <a:lnTo>
                    <a:pt x="526539" y="409018"/>
                  </a:lnTo>
                  <a:lnTo>
                    <a:pt x="527188" y="408071"/>
                  </a:lnTo>
                  <a:lnTo>
                    <a:pt x="528124" y="406711"/>
                  </a:lnTo>
                  <a:lnTo>
                    <a:pt x="528635" y="405965"/>
                  </a:lnTo>
                  <a:lnTo>
                    <a:pt x="523688" y="401183"/>
                  </a:lnTo>
                  <a:lnTo>
                    <a:pt x="520582" y="399720"/>
                  </a:lnTo>
                  <a:lnTo>
                    <a:pt x="525822" y="394996"/>
                  </a:lnTo>
                  <a:lnTo>
                    <a:pt x="525716" y="394838"/>
                  </a:lnTo>
                  <a:lnTo>
                    <a:pt x="525376" y="394365"/>
                  </a:lnTo>
                  <a:lnTo>
                    <a:pt x="525133" y="394135"/>
                  </a:lnTo>
                  <a:lnTo>
                    <a:pt x="524725" y="393873"/>
                  </a:lnTo>
                  <a:lnTo>
                    <a:pt x="524490" y="393706"/>
                  </a:lnTo>
                  <a:lnTo>
                    <a:pt x="524319" y="393579"/>
                  </a:lnTo>
                  <a:lnTo>
                    <a:pt x="524068" y="393364"/>
                  </a:lnTo>
                  <a:lnTo>
                    <a:pt x="523944" y="393211"/>
                  </a:lnTo>
                  <a:lnTo>
                    <a:pt x="523651" y="392897"/>
                  </a:lnTo>
                  <a:lnTo>
                    <a:pt x="523348" y="392515"/>
                  </a:lnTo>
                  <a:lnTo>
                    <a:pt x="522767" y="391859"/>
                  </a:lnTo>
                  <a:lnTo>
                    <a:pt x="522755" y="391453"/>
                  </a:lnTo>
                  <a:lnTo>
                    <a:pt x="522746" y="391094"/>
                  </a:lnTo>
                  <a:lnTo>
                    <a:pt x="522694" y="390937"/>
                  </a:lnTo>
                  <a:lnTo>
                    <a:pt x="522516" y="390686"/>
                  </a:lnTo>
                  <a:lnTo>
                    <a:pt x="522399" y="390555"/>
                  </a:lnTo>
                  <a:lnTo>
                    <a:pt x="521940" y="390208"/>
                  </a:lnTo>
                  <a:lnTo>
                    <a:pt x="521705" y="390032"/>
                  </a:lnTo>
                  <a:lnTo>
                    <a:pt x="521452" y="389828"/>
                  </a:lnTo>
                  <a:lnTo>
                    <a:pt x="519900" y="389123"/>
                  </a:lnTo>
                  <a:lnTo>
                    <a:pt x="519288" y="388396"/>
                  </a:lnTo>
                  <a:lnTo>
                    <a:pt x="518203" y="387679"/>
                  </a:lnTo>
                  <a:lnTo>
                    <a:pt x="516332" y="386441"/>
                  </a:lnTo>
                  <a:lnTo>
                    <a:pt x="513216" y="384305"/>
                  </a:lnTo>
                  <a:lnTo>
                    <a:pt x="511952" y="384150"/>
                  </a:lnTo>
                  <a:lnTo>
                    <a:pt x="512407" y="382612"/>
                  </a:lnTo>
                  <a:lnTo>
                    <a:pt x="511409" y="380671"/>
                  </a:lnTo>
                  <a:lnTo>
                    <a:pt x="510109" y="377476"/>
                  </a:lnTo>
                  <a:lnTo>
                    <a:pt x="508809" y="374276"/>
                  </a:lnTo>
                  <a:lnTo>
                    <a:pt x="506994" y="369818"/>
                  </a:lnTo>
                  <a:lnTo>
                    <a:pt x="506855" y="368428"/>
                  </a:lnTo>
                  <a:lnTo>
                    <a:pt x="506803" y="367798"/>
                  </a:lnTo>
                  <a:lnTo>
                    <a:pt x="506744" y="367167"/>
                  </a:lnTo>
                  <a:lnTo>
                    <a:pt x="502969" y="366167"/>
                  </a:lnTo>
                  <a:lnTo>
                    <a:pt x="502895" y="365936"/>
                  </a:lnTo>
                  <a:lnTo>
                    <a:pt x="502755" y="365502"/>
                  </a:lnTo>
                  <a:lnTo>
                    <a:pt x="502567" y="364920"/>
                  </a:lnTo>
                  <a:lnTo>
                    <a:pt x="502630" y="364478"/>
                  </a:lnTo>
                  <a:lnTo>
                    <a:pt x="505045" y="361415"/>
                  </a:lnTo>
                  <a:lnTo>
                    <a:pt x="504666" y="359388"/>
                  </a:lnTo>
                  <a:lnTo>
                    <a:pt x="504598" y="358776"/>
                  </a:lnTo>
                  <a:lnTo>
                    <a:pt x="504532" y="358165"/>
                  </a:lnTo>
                  <a:lnTo>
                    <a:pt x="504471" y="357606"/>
                  </a:lnTo>
                  <a:lnTo>
                    <a:pt x="504415" y="357126"/>
                  </a:lnTo>
                  <a:lnTo>
                    <a:pt x="504347" y="356490"/>
                  </a:lnTo>
                  <a:lnTo>
                    <a:pt x="504396" y="356286"/>
                  </a:lnTo>
                  <a:lnTo>
                    <a:pt x="504450" y="356059"/>
                  </a:lnTo>
                  <a:lnTo>
                    <a:pt x="504574" y="355543"/>
                  </a:lnTo>
                  <a:lnTo>
                    <a:pt x="504699" y="355020"/>
                  </a:lnTo>
                  <a:lnTo>
                    <a:pt x="504830" y="354474"/>
                  </a:lnTo>
                  <a:lnTo>
                    <a:pt x="504870" y="354310"/>
                  </a:lnTo>
                  <a:lnTo>
                    <a:pt x="504452" y="354111"/>
                  </a:lnTo>
                  <a:lnTo>
                    <a:pt x="503937" y="353867"/>
                  </a:lnTo>
                  <a:lnTo>
                    <a:pt x="503775" y="353834"/>
                  </a:lnTo>
                  <a:lnTo>
                    <a:pt x="503404" y="353785"/>
                  </a:lnTo>
                  <a:lnTo>
                    <a:pt x="503081" y="353740"/>
                  </a:lnTo>
                  <a:lnTo>
                    <a:pt x="502903" y="353717"/>
                  </a:lnTo>
                  <a:lnTo>
                    <a:pt x="502699" y="353661"/>
                  </a:lnTo>
                  <a:lnTo>
                    <a:pt x="502532" y="353616"/>
                  </a:lnTo>
                  <a:lnTo>
                    <a:pt x="502333" y="353518"/>
                  </a:lnTo>
                  <a:lnTo>
                    <a:pt x="502192" y="353447"/>
                  </a:lnTo>
                  <a:lnTo>
                    <a:pt x="501430" y="352974"/>
                  </a:lnTo>
                  <a:lnTo>
                    <a:pt x="501011" y="352709"/>
                  </a:lnTo>
                  <a:lnTo>
                    <a:pt x="500521" y="352404"/>
                  </a:lnTo>
                  <a:lnTo>
                    <a:pt x="500073" y="352015"/>
                  </a:lnTo>
                  <a:lnTo>
                    <a:pt x="499864" y="351799"/>
                  </a:lnTo>
                  <a:lnTo>
                    <a:pt x="499738" y="351644"/>
                  </a:lnTo>
                  <a:lnTo>
                    <a:pt x="499611" y="351454"/>
                  </a:lnTo>
                  <a:lnTo>
                    <a:pt x="499438" y="351197"/>
                  </a:lnTo>
                  <a:lnTo>
                    <a:pt x="499374" y="351023"/>
                  </a:lnTo>
                  <a:lnTo>
                    <a:pt x="499365" y="350859"/>
                  </a:lnTo>
                  <a:lnTo>
                    <a:pt x="499356" y="350650"/>
                  </a:lnTo>
                  <a:lnTo>
                    <a:pt x="499391" y="350219"/>
                  </a:lnTo>
                  <a:lnTo>
                    <a:pt x="499449" y="349860"/>
                  </a:lnTo>
                  <a:lnTo>
                    <a:pt x="500253" y="349973"/>
                  </a:lnTo>
                  <a:lnTo>
                    <a:pt x="500856" y="350057"/>
                  </a:lnTo>
                  <a:lnTo>
                    <a:pt x="501374" y="350127"/>
                  </a:lnTo>
                  <a:lnTo>
                    <a:pt x="502471" y="350402"/>
                  </a:lnTo>
                  <a:lnTo>
                    <a:pt x="502952" y="350521"/>
                  </a:lnTo>
                  <a:lnTo>
                    <a:pt x="503564" y="350674"/>
                  </a:lnTo>
                  <a:lnTo>
                    <a:pt x="504051" y="350796"/>
                  </a:lnTo>
                  <a:lnTo>
                    <a:pt x="504961" y="351025"/>
                  </a:lnTo>
                  <a:lnTo>
                    <a:pt x="505486" y="350212"/>
                  </a:lnTo>
                  <a:lnTo>
                    <a:pt x="506131" y="349213"/>
                  </a:lnTo>
                  <a:lnTo>
                    <a:pt x="506576" y="348524"/>
                  </a:lnTo>
                  <a:lnTo>
                    <a:pt x="507130" y="347664"/>
                  </a:lnTo>
                  <a:lnTo>
                    <a:pt x="507423" y="347201"/>
                  </a:lnTo>
                  <a:lnTo>
                    <a:pt x="507894" y="346995"/>
                  </a:lnTo>
                  <a:lnTo>
                    <a:pt x="510814" y="345778"/>
                  </a:lnTo>
                  <a:lnTo>
                    <a:pt x="511608" y="345410"/>
                  </a:lnTo>
                  <a:lnTo>
                    <a:pt x="513111" y="344699"/>
                  </a:lnTo>
                  <a:lnTo>
                    <a:pt x="514694" y="343728"/>
                  </a:lnTo>
                  <a:lnTo>
                    <a:pt x="515826" y="343194"/>
                  </a:lnTo>
                  <a:lnTo>
                    <a:pt x="516554" y="342721"/>
                  </a:lnTo>
                  <a:lnTo>
                    <a:pt x="516528" y="340605"/>
                  </a:lnTo>
                  <a:lnTo>
                    <a:pt x="528472" y="333678"/>
                  </a:lnTo>
                  <a:lnTo>
                    <a:pt x="528070" y="332122"/>
                  </a:lnTo>
                  <a:lnTo>
                    <a:pt x="532228" y="327962"/>
                  </a:lnTo>
                  <a:lnTo>
                    <a:pt x="532495" y="327589"/>
                  </a:lnTo>
                  <a:lnTo>
                    <a:pt x="532817" y="327232"/>
                  </a:lnTo>
                  <a:lnTo>
                    <a:pt x="532841" y="326995"/>
                  </a:lnTo>
                  <a:lnTo>
                    <a:pt x="532896" y="326248"/>
                  </a:lnTo>
                  <a:lnTo>
                    <a:pt x="532907" y="325994"/>
                  </a:lnTo>
                  <a:lnTo>
                    <a:pt x="532732" y="325872"/>
                  </a:lnTo>
                  <a:lnTo>
                    <a:pt x="532483" y="325811"/>
                  </a:lnTo>
                  <a:lnTo>
                    <a:pt x="531587" y="325839"/>
                  </a:lnTo>
                  <a:lnTo>
                    <a:pt x="529111" y="321972"/>
                  </a:lnTo>
                  <a:lnTo>
                    <a:pt x="528459" y="321222"/>
                  </a:lnTo>
                  <a:lnTo>
                    <a:pt x="528230" y="321156"/>
                  </a:lnTo>
                  <a:lnTo>
                    <a:pt x="527955" y="321137"/>
                  </a:lnTo>
                  <a:lnTo>
                    <a:pt x="527637" y="321312"/>
                  </a:lnTo>
                  <a:lnTo>
                    <a:pt x="527365" y="321686"/>
                  </a:lnTo>
                  <a:lnTo>
                    <a:pt x="527118" y="321767"/>
                  </a:lnTo>
                  <a:lnTo>
                    <a:pt x="526879" y="321755"/>
                  </a:lnTo>
                  <a:lnTo>
                    <a:pt x="526715" y="321682"/>
                  </a:lnTo>
                  <a:lnTo>
                    <a:pt x="526546" y="321593"/>
                  </a:lnTo>
                  <a:lnTo>
                    <a:pt x="526143" y="321474"/>
                  </a:lnTo>
                  <a:lnTo>
                    <a:pt x="526009" y="321251"/>
                  </a:lnTo>
                  <a:lnTo>
                    <a:pt x="525716" y="321054"/>
                  </a:lnTo>
                  <a:lnTo>
                    <a:pt x="525578" y="321009"/>
                  </a:lnTo>
                  <a:lnTo>
                    <a:pt x="525405" y="320909"/>
                  </a:lnTo>
                  <a:lnTo>
                    <a:pt x="524896" y="320529"/>
                  </a:lnTo>
                  <a:lnTo>
                    <a:pt x="524394" y="320104"/>
                  </a:lnTo>
                  <a:lnTo>
                    <a:pt x="524371" y="319842"/>
                  </a:lnTo>
                  <a:lnTo>
                    <a:pt x="523775" y="319139"/>
                  </a:lnTo>
                  <a:lnTo>
                    <a:pt x="523618" y="318902"/>
                  </a:lnTo>
                  <a:lnTo>
                    <a:pt x="523543" y="318599"/>
                  </a:lnTo>
                  <a:lnTo>
                    <a:pt x="522598" y="317577"/>
                  </a:lnTo>
                  <a:lnTo>
                    <a:pt x="522474" y="317361"/>
                  </a:lnTo>
                  <a:lnTo>
                    <a:pt x="522376" y="317080"/>
                  </a:lnTo>
                  <a:lnTo>
                    <a:pt x="522296" y="316853"/>
                  </a:lnTo>
                  <a:lnTo>
                    <a:pt x="522169" y="316374"/>
                  </a:lnTo>
                  <a:lnTo>
                    <a:pt x="522132" y="316006"/>
                  </a:lnTo>
                  <a:lnTo>
                    <a:pt x="522094" y="315648"/>
                  </a:lnTo>
                  <a:lnTo>
                    <a:pt x="522045" y="315373"/>
                  </a:lnTo>
                  <a:lnTo>
                    <a:pt x="522033" y="314773"/>
                  </a:lnTo>
                  <a:lnTo>
                    <a:pt x="522073" y="314567"/>
                  </a:lnTo>
                  <a:lnTo>
                    <a:pt x="522101" y="314412"/>
                  </a:lnTo>
                  <a:lnTo>
                    <a:pt x="522244" y="314189"/>
                  </a:lnTo>
                  <a:lnTo>
                    <a:pt x="522455" y="314236"/>
                  </a:lnTo>
                  <a:lnTo>
                    <a:pt x="522852" y="313760"/>
                  </a:lnTo>
                  <a:lnTo>
                    <a:pt x="522868" y="313151"/>
                  </a:lnTo>
                  <a:lnTo>
                    <a:pt x="522962" y="312780"/>
                  </a:lnTo>
                  <a:lnTo>
                    <a:pt x="522959" y="312635"/>
                  </a:lnTo>
                  <a:lnTo>
                    <a:pt x="522760" y="312145"/>
                  </a:lnTo>
                  <a:lnTo>
                    <a:pt x="522835" y="311533"/>
                  </a:lnTo>
                  <a:lnTo>
                    <a:pt x="522788" y="311245"/>
                  </a:lnTo>
                  <a:lnTo>
                    <a:pt x="522746" y="310963"/>
                  </a:lnTo>
                  <a:lnTo>
                    <a:pt x="522608" y="310513"/>
                  </a:lnTo>
                  <a:lnTo>
                    <a:pt x="522493" y="310251"/>
                  </a:lnTo>
                  <a:lnTo>
                    <a:pt x="522411" y="310084"/>
                  </a:lnTo>
                  <a:lnTo>
                    <a:pt x="522671" y="309606"/>
                  </a:lnTo>
                  <a:lnTo>
                    <a:pt x="522577" y="309221"/>
                  </a:lnTo>
                  <a:lnTo>
                    <a:pt x="522584" y="308663"/>
                  </a:lnTo>
                  <a:lnTo>
                    <a:pt x="522591" y="308108"/>
                  </a:lnTo>
                  <a:lnTo>
                    <a:pt x="522601" y="307547"/>
                  </a:lnTo>
                  <a:lnTo>
                    <a:pt x="522608" y="307015"/>
                  </a:lnTo>
                  <a:lnTo>
                    <a:pt x="522620" y="305930"/>
                  </a:lnTo>
                  <a:lnTo>
                    <a:pt x="522636" y="304840"/>
                  </a:lnTo>
                  <a:lnTo>
                    <a:pt x="522650" y="303747"/>
                  </a:lnTo>
                  <a:lnTo>
                    <a:pt x="522657" y="303175"/>
                  </a:lnTo>
                  <a:lnTo>
                    <a:pt x="522715" y="301887"/>
                  </a:lnTo>
                  <a:lnTo>
                    <a:pt x="525495" y="300672"/>
                  </a:lnTo>
                  <a:lnTo>
                    <a:pt x="528265" y="299300"/>
                  </a:lnTo>
                  <a:lnTo>
                    <a:pt x="530823" y="301818"/>
                  </a:lnTo>
                  <a:lnTo>
                    <a:pt x="531123" y="301939"/>
                  </a:lnTo>
                  <a:lnTo>
                    <a:pt x="531376" y="301909"/>
                  </a:lnTo>
                  <a:lnTo>
                    <a:pt x="532839" y="302155"/>
                  </a:lnTo>
                  <a:lnTo>
                    <a:pt x="538348" y="302331"/>
                  </a:lnTo>
                  <a:lnTo>
                    <a:pt x="542186" y="298955"/>
                  </a:lnTo>
                  <a:lnTo>
                    <a:pt x="543994" y="297337"/>
                  </a:lnTo>
                  <a:lnTo>
                    <a:pt x="544892" y="296533"/>
                  </a:lnTo>
                  <a:lnTo>
                    <a:pt x="544772" y="296172"/>
                  </a:lnTo>
                  <a:lnTo>
                    <a:pt x="544479" y="295058"/>
                  </a:lnTo>
                  <a:lnTo>
                    <a:pt x="544212" y="294041"/>
                  </a:lnTo>
                  <a:lnTo>
                    <a:pt x="543907" y="292873"/>
                  </a:lnTo>
                  <a:lnTo>
                    <a:pt x="543642" y="291858"/>
                  </a:lnTo>
                  <a:lnTo>
                    <a:pt x="543494" y="291296"/>
                  </a:lnTo>
                  <a:lnTo>
                    <a:pt x="543354" y="290756"/>
                  </a:lnTo>
                  <a:lnTo>
                    <a:pt x="543229" y="290283"/>
                  </a:lnTo>
                  <a:lnTo>
                    <a:pt x="542976" y="289847"/>
                  </a:lnTo>
                  <a:lnTo>
                    <a:pt x="542524" y="289078"/>
                  </a:lnTo>
                  <a:lnTo>
                    <a:pt x="542109" y="288363"/>
                  </a:lnTo>
                  <a:lnTo>
                    <a:pt x="541736" y="287727"/>
                  </a:lnTo>
                  <a:lnTo>
                    <a:pt x="541504" y="287331"/>
                  </a:lnTo>
                  <a:lnTo>
                    <a:pt x="541412" y="286722"/>
                  </a:lnTo>
                  <a:lnTo>
                    <a:pt x="541300" y="285976"/>
                  </a:lnTo>
                  <a:lnTo>
                    <a:pt x="541176" y="285137"/>
                  </a:lnTo>
                  <a:lnTo>
                    <a:pt x="541103" y="284656"/>
                  </a:lnTo>
                  <a:lnTo>
                    <a:pt x="541030" y="284155"/>
                  </a:lnTo>
                  <a:lnTo>
                    <a:pt x="540421" y="280087"/>
                  </a:lnTo>
                  <a:lnTo>
                    <a:pt x="540067" y="278354"/>
                  </a:lnTo>
                  <a:lnTo>
                    <a:pt x="539788" y="276737"/>
                  </a:lnTo>
                  <a:lnTo>
                    <a:pt x="539696" y="276214"/>
                  </a:lnTo>
                  <a:lnTo>
                    <a:pt x="539565" y="275447"/>
                  </a:lnTo>
                  <a:lnTo>
                    <a:pt x="539101" y="275189"/>
                  </a:lnTo>
                  <a:lnTo>
                    <a:pt x="538468" y="274835"/>
                  </a:lnTo>
                  <a:lnTo>
                    <a:pt x="537720" y="274423"/>
                  </a:lnTo>
                  <a:lnTo>
                    <a:pt x="536754" y="273884"/>
                  </a:lnTo>
                  <a:lnTo>
                    <a:pt x="534928" y="272868"/>
                  </a:lnTo>
                  <a:lnTo>
                    <a:pt x="533753" y="272214"/>
                  </a:lnTo>
                  <a:lnTo>
                    <a:pt x="532761" y="271635"/>
                  </a:lnTo>
                  <a:lnTo>
                    <a:pt x="531807" y="271077"/>
                  </a:lnTo>
                  <a:lnTo>
                    <a:pt x="531650" y="270988"/>
                  </a:lnTo>
                  <a:lnTo>
                    <a:pt x="531095" y="271284"/>
                  </a:lnTo>
                  <a:lnTo>
                    <a:pt x="530058" y="271830"/>
                  </a:lnTo>
                  <a:lnTo>
                    <a:pt x="527629" y="273117"/>
                  </a:lnTo>
                  <a:lnTo>
                    <a:pt x="526213" y="273867"/>
                  </a:lnTo>
                  <a:lnTo>
                    <a:pt x="524708" y="274664"/>
                  </a:lnTo>
                  <a:lnTo>
                    <a:pt x="523742" y="275175"/>
                  </a:lnTo>
                  <a:lnTo>
                    <a:pt x="522741" y="275708"/>
                  </a:lnTo>
                  <a:lnTo>
                    <a:pt x="521740" y="276237"/>
                  </a:lnTo>
                  <a:lnTo>
                    <a:pt x="521321" y="276460"/>
                  </a:lnTo>
                  <a:lnTo>
                    <a:pt x="520856" y="276235"/>
                  </a:lnTo>
                  <a:lnTo>
                    <a:pt x="519886" y="275762"/>
                  </a:lnTo>
                  <a:lnTo>
                    <a:pt x="519361" y="275506"/>
                  </a:lnTo>
                  <a:lnTo>
                    <a:pt x="518864" y="275264"/>
                  </a:lnTo>
                  <a:lnTo>
                    <a:pt x="518336" y="275009"/>
                  </a:lnTo>
                  <a:lnTo>
                    <a:pt x="517825" y="274760"/>
                  </a:lnTo>
                  <a:lnTo>
                    <a:pt x="516719" y="274226"/>
                  </a:lnTo>
                  <a:lnTo>
                    <a:pt x="515757" y="273764"/>
                  </a:lnTo>
                  <a:lnTo>
                    <a:pt x="515216" y="273501"/>
                  </a:lnTo>
                  <a:lnTo>
                    <a:pt x="513718" y="272777"/>
                  </a:lnTo>
                  <a:lnTo>
                    <a:pt x="512775" y="272322"/>
                  </a:lnTo>
                  <a:lnTo>
                    <a:pt x="512222" y="272055"/>
                  </a:lnTo>
                  <a:lnTo>
                    <a:pt x="511755" y="271830"/>
                  </a:lnTo>
                  <a:lnTo>
                    <a:pt x="511312" y="271614"/>
                  </a:lnTo>
                  <a:lnTo>
                    <a:pt x="510846" y="271389"/>
                  </a:lnTo>
                  <a:lnTo>
                    <a:pt x="510297" y="271124"/>
                  </a:lnTo>
                  <a:lnTo>
                    <a:pt x="509167" y="270578"/>
                  </a:lnTo>
                  <a:lnTo>
                    <a:pt x="508792" y="270336"/>
                  </a:lnTo>
                  <a:lnTo>
                    <a:pt x="507005" y="269188"/>
                  </a:lnTo>
                  <a:lnTo>
                    <a:pt x="506023" y="268557"/>
                  </a:lnTo>
                  <a:lnTo>
                    <a:pt x="504663" y="267680"/>
                  </a:lnTo>
                  <a:lnTo>
                    <a:pt x="503655" y="267033"/>
                  </a:lnTo>
                  <a:lnTo>
                    <a:pt x="502778" y="266470"/>
                  </a:lnTo>
                  <a:lnTo>
                    <a:pt x="501909" y="265910"/>
                  </a:lnTo>
                  <a:lnTo>
                    <a:pt x="501091" y="265385"/>
                  </a:lnTo>
                  <a:lnTo>
                    <a:pt x="501109" y="264654"/>
                  </a:lnTo>
                  <a:lnTo>
                    <a:pt x="501140" y="263531"/>
                  </a:lnTo>
                  <a:lnTo>
                    <a:pt x="501165" y="262454"/>
                  </a:lnTo>
                  <a:lnTo>
                    <a:pt x="501194" y="261390"/>
                  </a:lnTo>
                  <a:lnTo>
                    <a:pt x="501222" y="260283"/>
                  </a:lnTo>
                  <a:lnTo>
                    <a:pt x="501252" y="259158"/>
                  </a:lnTo>
                  <a:lnTo>
                    <a:pt x="501264" y="258626"/>
                  </a:lnTo>
                  <a:lnTo>
                    <a:pt x="501191" y="258026"/>
                  </a:lnTo>
                  <a:lnTo>
                    <a:pt x="500933" y="255930"/>
                  </a:lnTo>
                  <a:lnTo>
                    <a:pt x="500795" y="254802"/>
                  </a:lnTo>
                  <a:lnTo>
                    <a:pt x="500610" y="253309"/>
                  </a:lnTo>
                  <a:lnTo>
                    <a:pt x="497161" y="242070"/>
                  </a:lnTo>
                  <a:lnTo>
                    <a:pt x="499257" y="232959"/>
                  </a:lnTo>
                  <a:lnTo>
                    <a:pt x="500185" y="226882"/>
                  </a:lnTo>
                  <a:lnTo>
                    <a:pt x="500938" y="221947"/>
                  </a:lnTo>
                  <a:lnTo>
                    <a:pt x="500696" y="221741"/>
                  </a:lnTo>
                  <a:lnTo>
                    <a:pt x="498462" y="219830"/>
                  </a:lnTo>
                  <a:lnTo>
                    <a:pt x="495534" y="217331"/>
                  </a:lnTo>
                  <a:lnTo>
                    <a:pt x="493790" y="215840"/>
                  </a:lnTo>
                  <a:lnTo>
                    <a:pt x="493365" y="215467"/>
                  </a:lnTo>
                  <a:lnTo>
                    <a:pt x="491757" y="214825"/>
                  </a:lnTo>
                  <a:lnTo>
                    <a:pt x="487427" y="213097"/>
                  </a:lnTo>
                  <a:lnTo>
                    <a:pt x="482694" y="211205"/>
                  </a:lnTo>
                  <a:lnTo>
                    <a:pt x="480628" y="211737"/>
                  </a:lnTo>
                  <a:lnTo>
                    <a:pt x="478996" y="212138"/>
                  </a:lnTo>
                  <a:lnTo>
                    <a:pt x="478797" y="212183"/>
                  </a:lnTo>
                  <a:lnTo>
                    <a:pt x="478220" y="212309"/>
                  </a:lnTo>
                  <a:lnTo>
                    <a:pt x="477053" y="212633"/>
                  </a:lnTo>
                  <a:lnTo>
                    <a:pt x="476811" y="212701"/>
                  </a:lnTo>
                  <a:lnTo>
                    <a:pt x="475745" y="212996"/>
                  </a:lnTo>
                  <a:lnTo>
                    <a:pt x="473965" y="213404"/>
                  </a:lnTo>
                  <a:lnTo>
                    <a:pt x="472941" y="213345"/>
                  </a:lnTo>
                  <a:lnTo>
                    <a:pt x="470877" y="213195"/>
                  </a:lnTo>
                  <a:lnTo>
                    <a:pt x="469764" y="213125"/>
                  </a:lnTo>
                  <a:lnTo>
                    <a:pt x="468993" y="213083"/>
                  </a:lnTo>
                  <a:lnTo>
                    <a:pt x="467879" y="213029"/>
                  </a:lnTo>
                  <a:lnTo>
                    <a:pt x="467359" y="212975"/>
                  </a:lnTo>
                  <a:lnTo>
                    <a:pt x="467087" y="212982"/>
                  </a:lnTo>
                  <a:lnTo>
                    <a:pt x="466700" y="213027"/>
                  </a:lnTo>
                  <a:lnTo>
                    <a:pt x="465830" y="213127"/>
                  </a:lnTo>
                  <a:lnTo>
                    <a:pt x="465162" y="213205"/>
                  </a:lnTo>
                  <a:lnTo>
                    <a:pt x="464623" y="213268"/>
                  </a:lnTo>
                  <a:lnTo>
                    <a:pt x="464137" y="213324"/>
                  </a:lnTo>
                  <a:lnTo>
                    <a:pt x="463488" y="213397"/>
                  </a:lnTo>
                  <a:lnTo>
                    <a:pt x="463052" y="213449"/>
                  </a:lnTo>
                  <a:lnTo>
                    <a:pt x="461983" y="213573"/>
                  </a:lnTo>
                  <a:lnTo>
                    <a:pt x="460503" y="213744"/>
                  </a:lnTo>
                  <a:lnTo>
                    <a:pt x="459868" y="213819"/>
                  </a:lnTo>
                  <a:lnTo>
                    <a:pt x="459366" y="213899"/>
                  </a:lnTo>
                  <a:lnTo>
                    <a:pt x="458836" y="213981"/>
                  </a:lnTo>
                  <a:lnTo>
                    <a:pt x="457772" y="214150"/>
                  </a:lnTo>
                  <a:lnTo>
                    <a:pt x="457238" y="214234"/>
                  </a:lnTo>
                  <a:lnTo>
                    <a:pt x="456272" y="214389"/>
                  </a:lnTo>
                  <a:lnTo>
                    <a:pt x="455543" y="214501"/>
                  </a:lnTo>
                  <a:lnTo>
                    <a:pt x="454539" y="214658"/>
                  </a:lnTo>
                  <a:lnTo>
                    <a:pt x="453552" y="214816"/>
                  </a:lnTo>
                  <a:lnTo>
                    <a:pt x="452856" y="214926"/>
                  </a:lnTo>
                  <a:lnTo>
                    <a:pt x="452457" y="214989"/>
                  </a:lnTo>
                  <a:lnTo>
                    <a:pt x="452561" y="214241"/>
                  </a:lnTo>
                  <a:lnTo>
                    <a:pt x="452600" y="213955"/>
                  </a:lnTo>
                  <a:lnTo>
                    <a:pt x="452680" y="213374"/>
                  </a:lnTo>
                  <a:lnTo>
                    <a:pt x="452790" y="212565"/>
                  </a:lnTo>
                  <a:lnTo>
                    <a:pt x="452863" y="212030"/>
                  </a:lnTo>
                  <a:lnTo>
                    <a:pt x="453008" y="210985"/>
                  </a:lnTo>
                  <a:lnTo>
                    <a:pt x="453097" y="210312"/>
                  </a:lnTo>
                  <a:lnTo>
                    <a:pt x="453193" y="209625"/>
                  </a:lnTo>
                  <a:lnTo>
                    <a:pt x="453250" y="209210"/>
                  </a:lnTo>
                  <a:lnTo>
                    <a:pt x="453318" y="208610"/>
                  </a:lnTo>
                  <a:lnTo>
                    <a:pt x="453381" y="208052"/>
                  </a:lnTo>
                  <a:lnTo>
                    <a:pt x="453486" y="207116"/>
                  </a:lnTo>
                  <a:lnTo>
                    <a:pt x="453508" y="206948"/>
                  </a:lnTo>
                  <a:lnTo>
                    <a:pt x="453564" y="206434"/>
                  </a:lnTo>
                  <a:lnTo>
                    <a:pt x="453322" y="205937"/>
                  </a:lnTo>
                  <a:lnTo>
                    <a:pt x="453032" y="205344"/>
                  </a:lnTo>
                  <a:lnTo>
                    <a:pt x="452600" y="204458"/>
                  </a:lnTo>
                  <a:lnTo>
                    <a:pt x="452305" y="203846"/>
                  </a:lnTo>
                  <a:lnTo>
                    <a:pt x="451869" y="202955"/>
                  </a:lnTo>
                  <a:lnTo>
                    <a:pt x="451709" y="202627"/>
                  </a:lnTo>
                  <a:lnTo>
                    <a:pt x="451627" y="202420"/>
                  </a:lnTo>
                  <a:lnTo>
                    <a:pt x="451459" y="201940"/>
                  </a:lnTo>
                  <a:lnTo>
                    <a:pt x="451360" y="201661"/>
                  </a:lnTo>
                  <a:lnTo>
                    <a:pt x="451250" y="201403"/>
                  </a:lnTo>
                  <a:lnTo>
                    <a:pt x="450877" y="200343"/>
                  </a:lnTo>
                  <a:lnTo>
                    <a:pt x="450685" y="199795"/>
                  </a:lnTo>
                  <a:lnTo>
                    <a:pt x="450521" y="199326"/>
                  </a:lnTo>
                  <a:lnTo>
                    <a:pt x="450319" y="198744"/>
                  </a:lnTo>
                  <a:lnTo>
                    <a:pt x="450110" y="198149"/>
                  </a:lnTo>
                  <a:lnTo>
                    <a:pt x="449792" y="197239"/>
                  </a:lnTo>
                  <a:lnTo>
                    <a:pt x="449426" y="196196"/>
                  </a:lnTo>
                  <a:lnTo>
                    <a:pt x="449205" y="195570"/>
                  </a:lnTo>
                  <a:lnTo>
                    <a:pt x="449001" y="194980"/>
                  </a:lnTo>
                  <a:lnTo>
                    <a:pt x="448859" y="194571"/>
                  </a:lnTo>
                  <a:lnTo>
                    <a:pt x="448687" y="194084"/>
                  </a:lnTo>
                  <a:lnTo>
                    <a:pt x="448490" y="193523"/>
                  </a:lnTo>
                  <a:lnTo>
                    <a:pt x="448315" y="193022"/>
                  </a:lnTo>
                  <a:lnTo>
                    <a:pt x="448108" y="192431"/>
                  </a:lnTo>
                  <a:lnTo>
                    <a:pt x="447923" y="191901"/>
                  </a:lnTo>
                  <a:lnTo>
                    <a:pt x="447750" y="191406"/>
                  </a:lnTo>
                  <a:lnTo>
                    <a:pt x="447579" y="190916"/>
                  </a:lnTo>
                  <a:lnTo>
                    <a:pt x="447386" y="190372"/>
                  </a:lnTo>
                  <a:lnTo>
                    <a:pt x="447218" y="189892"/>
                  </a:lnTo>
                  <a:lnTo>
                    <a:pt x="446920" y="189034"/>
                  </a:lnTo>
                  <a:lnTo>
                    <a:pt x="446709" y="188426"/>
                  </a:lnTo>
                  <a:lnTo>
                    <a:pt x="446526" y="187913"/>
                  </a:lnTo>
                  <a:lnTo>
                    <a:pt x="446313" y="187299"/>
                  </a:lnTo>
                  <a:lnTo>
                    <a:pt x="446130" y="186778"/>
                  </a:lnTo>
                  <a:lnTo>
                    <a:pt x="445952" y="186269"/>
                  </a:lnTo>
                  <a:lnTo>
                    <a:pt x="445710" y="185583"/>
                  </a:lnTo>
                  <a:lnTo>
                    <a:pt x="445581" y="185215"/>
                  </a:lnTo>
                  <a:lnTo>
                    <a:pt x="445398" y="184687"/>
                  </a:lnTo>
                  <a:lnTo>
                    <a:pt x="445197" y="184108"/>
                  </a:lnTo>
                  <a:lnTo>
                    <a:pt x="444934" y="183362"/>
                  </a:lnTo>
                  <a:lnTo>
                    <a:pt x="444850" y="183107"/>
                  </a:lnTo>
                  <a:lnTo>
                    <a:pt x="444700" y="182547"/>
                  </a:lnTo>
                  <a:lnTo>
                    <a:pt x="444552" y="181998"/>
                  </a:lnTo>
                  <a:lnTo>
                    <a:pt x="444418" y="181503"/>
                  </a:lnTo>
                  <a:lnTo>
                    <a:pt x="444271" y="180957"/>
                  </a:lnTo>
                  <a:lnTo>
                    <a:pt x="444132" y="180439"/>
                  </a:lnTo>
                  <a:lnTo>
                    <a:pt x="443935" y="179710"/>
                  </a:lnTo>
                  <a:lnTo>
                    <a:pt x="445087" y="171586"/>
                  </a:lnTo>
                  <a:lnTo>
                    <a:pt x="445185" y="170897"/>
                  </a:lnTo>
                  <a:lnTo>
                    <a:pt x="444820" y="168690"/>
                  </a:lnTo>
                  <a:lnTo>
                    <a:pt x="443340" y="159730"/>
                  </a:lnTo>
                  <a:lnTo>
                    <a:pt x="444261" y="155686"/>
                  </a:lnTo>
                  <a:lnTo>
                    <a:pt x="445193" y="151597"/>
                  </a:lnTo>
                  <a:lnTo>
                    <a:pt x="445251" y="151342"/>
                  </a:lnTo>
                  <a:lnTo>
                    <a:pt x="445656" y="149558"/>
                  </a:lnTo>
                  <a:lnTo>
                    <a:pt x="445961" y="148226"/>
                  </a:lnTo>
                  <a:lnTo>
                    <a:pt x="445969" y="148079"/>
                  </a:lnTo>
                  <a:lnTo>
                    <a:pt x="445723" y="144346"/>
                  </a:lnTo>
                  <a:lnTo>
                    <a:pt x="445433" y="143307"/>
                  </a:lnTo>
                  <a:lnTo>
                    <a:pt x="445186" y="142719"/>
                  </a:lnTo>
                  <a:lnTo>
                    <a:pt x="444515" y="141454"/>
                  </a:lnTo>
                  <a:lnTo>
                    <a:pt x="442879" y="141269"/>
                  </a:lnTo>
                  <a:lnTo>
                    <a:pt x="440779" y="139767"/>
                  </a:lnTo>
                  <a:lnTo>
                    <a:pt x="438313" y="139384"/>
                  </a:lnTo>
                  <a:lnTo>
                    <a:pt x="437481" y="137929"/>
                  </a:lnTo>
                  <a:lnTo>
                    <a:pt x="436498" y="136544"/>
                  </a:lnTo>
                  <a:lnTo>
                    <a:pt x="434739" y="136263"/>
                  </a:lnTo>
                  <a:lnTo>
                    <a:pt x="433242" y="136219"/>
                  </a:lnTo>
                  <a:lnTo>
                    <a:pt x="432367" y="136056"/>
                  </a:lnTo>
                  <a:lnTo>
                    <a:pt x="431072" y="135815"/>
                  </a:lnTo>
                  <a:lnTo>
                    <a:pt x="427897" y="135264"/>
                  </a:lnTo>
                  <a:lnTo>
                    <a:pt x="427807" y="134137"/>
                  </a:lnTo>
                  <a:lnTo>
                    <a:pt x="427554" y="131226"/>
                  </a:lnTo>
                  <a:lnTo>
                    <a:pt x="427189" y="131248"/>
                  </a:lnTo>
                  <a:lnTo>
                    <a:pt x="426840" y="131269"/>
                  </a:lnTo>
                  <a:lnTo>
                    <a:pt x="426369" y="131302"/>
                  </a:lnTo>
                  <a:lnTo>
                    <a:pt x="425904" y="131334"/>
                  </a:lnTo>
                  <a:lnTo>
                    <a:pt x="425558" y="131356"/>
                  </a:lnTo>
                  <a:lnTo>
                    <a:pt x="424842" y="131410"/>
                  </a:lnTo>
                  <a:lnTo>
                    <a:pt x="424076" y="131468"/>
                  </a:lnTo>
                  <a:lnTo>
                    <a:pt x="423738" y="131480"/>
                  </a:lnTo>
                  <a:lnTo>
                    <a:pt x="423604" y="131494"/>
                  </a:lnTo>
                  <a:lnTo>
                    <a:pt x="423236" y="131529"/>
                  </a:lnTo>
                  <a:lnTo>
                    <a:pt x="422667" y="131531"/>
                  </a:lnTo>
                  <a:lnTo>
                    <a:pt x="422850" y="131862"/>
                  </a:lnTo>
                  <a:lnTo>
                    <a:pt x="422950" y="132038"/>
                  </a:lnTo>
                  <a:lnTo>
                    <a:pt x="423351" y="132507"/>
                  </a:lnTo>
                  <a:lnTo>
                    <a:pt x="423597" y="132819"/>
                  </a:lnTo>
                  <a:lnTo>
                    <a:pt x="423574" y="132959"/>
                  </a:lnTo>
                  <a:lnTo>
                    <a:pt x="423558" y="133128"/>
                  </a:lnTo>
                  <a:lnTo>
                    <a:pt x="423471" y="133463"/>
                  </a:lnTo>
                  <a:lnTo>
                    <a:pt x="423323" y="133855"/>
                  </a:lnTo>
                  <a:lnTo>
                    <a:pt x="423243" y="133988"/>
                  </a:lnTo>
                  <a:lnTo>
                    <a:pt x="422861" y="134476"/>
                  </a:lnTo>
                  <a:lnTo>
                    <a:pt x="422730" y="134612"/>
                  </a:lnTo>
                  <a:lnTo>
                    <a:pt x="422496" y="134842"/>
                  </a:lnTo>
                  <a:lnTo>
                    <a:pt x="422074" y="135186"/>
                  </a:lnTo>
                  <a:lnTo>
                    <a:pt x="421701" y="135308"/>
                  </a:lnTo>
                  <a:lnTo>
                    <a:pt x="421485" y="135393"/>
                  </a:lnTo>
                  <a:lnTo>
                    <a:pt x="421248" y="135461"/>
                  </a:lnTo>
                  <a:lnTo>
                    <a:pt x="421014" y="135618"/>
                  </a:lnTo>
                  <a:lnTo>
                    <a:pt x="420679" y="135372"/>
                  </a:lnTo>
                  <a:lnTo>
                    <a:pt x="420526" y="135365"/>
                  </a:lnTo>
                  <a:lnTo>
                    <a:pt x="420257" y="135540"/>
                  </a:lnTo>
                  <a:lnTo>
                    <a:pt x="420107" y="135540"/>
                  </a:lnTo>
                  <a:lnTo>
                    <a:pt x="419968" y="135545"/>
                  </a:lnTo>
                  <a:lnTo>
                    <a:pt x="419776" y="135543"/>
                  </a:lnTo>
                  <a:lnTo>
                    <a:pt x="419450" y="135660"/>
                  </a:lnTo>
                  <a:lnTo>
                    <a:pt x="419134" y="136033"/>
                  </a:lnTo>
                  <a:lnTo>
                    <a:pt x="418941" y="136005"/>
                  </a:lnTo>
                  <a:lnTo>
                    <a:pt x="418728" y="135857"/>
                  </a:lnTo>
                  <a:lnTo>
                    <a:pt x="418580" y="135803"/>
                  </a:lnTo>
                  <a:lnTo>
                    <a:pt x="418341" y="135573"/>
                  </a:lnTo>
                  <a:lnTo>
                    <a:pt x="418135" y="135416"/>
                  </a:lnTo>
                  <a:lnTo>
                    <a:pt x="417994" y="135339"/>
                  </a:lnTo>
                  <a:lnTo>
                    <a:pt x="417682" y="135072"/>
                  </a:lnTo>
                  <a:lnTo>
                    <a:pt x="417101" y="135177"/>
                  </a:lnTo>
                  <a:lnTo>
                    <a:pt x="416899" y="135292"/>
                  </a:lnTo>
                  <a:lnTo>
                    <a:pt x="416548" y="135313"/>
                  </a:lnTo>
                  <a:lnTo>
                    <a:pt x="416386" y="135299"/>
                  </a:lnTo>
                  <a:lnTo>
                    <a:pt x="415821" y="135165"/>
                  </a:lnTo>
                  <a:lnTo>
                    <a:pt x="415640" y="135165"/>
                  </a:lnTo>
                  <a:lnTo>
                    <a:pt x="415293" y="135158"/>
                  </a:lnTo>
                  <a:lnTo>
                    <a:pt x="415113" y="135165"/>
                  </a:lnTo>
                  <a:lnTo>
                    <a:pt x="414860" y="135156"/>
                  </a:lnTo>
                  <a:lnTo>
                    <a:pt x="414714" y="135156"/>
                  </a:lnTo>
                  <a:lnTo>
                    <a:pt x="414389" y="135163"/>
                  </a:lnTo>
                  <a:lnTo>
                    <a:pt x="414163" y="135165"/>
                  </a:lnTo>
                  <a:lnTo>
                    <a:pt x="413985" y="135170"/>
                  </a:lnTo>
                  <a:lnTo>
                    <a:pt x="413784" y="135175"/>
                  </a:lnTo>
                  <a:lnTo>
                    <a:pt x="413547" y="135177"/>
                  </a:lnTo>
                  <a:lnTo>
                    <a:pt x="413380" y="135182"/>
                  </a:lnTo>
                  <a:lnTo>
                    <a:pt x="413022" y="135189"/>
                  </a:lnTo>
                  <a:lnTo>
                    <a:pt x="412848" y="135191"/>
                  </a:lnTo>
                  <a:lnTo>
                    <a:pt x="412705" y="135193"/>
                  </a:lnTo>
                  <a:lnTo>
                    <a:pt x="412483" y="135196"/>
                  </a:lnTo>
                  <a:lnTo>
                    <a:pt x="412286" y="135200"/>
                  </a:lnTo>
                  <a:lnTo>
                    <a:pt x="411885" y="135208"/>
                  </a:lnTo>
                  <a:lnTo>
                    <a:pt x="411716" y="135210"/>
                  </a:lnTo>
                  <a:lnTo>
                    <a:pt x="411538" y="135215"/>
                  </a:lnTo>
                  <a:lnTo>
                    <a:pt x="411336" y="135217"/>
                  </a:lnTo>
                  <a:lnTo>
                    <a:pt x="411174" y="135222"/>
                  </a:lnTo>
                  <a:lnTo>
                    <a:pt x="410984" y="135224"/>
                  </a:lnTo>
                  <a:lnTo>
                    <a:pt x="410769" y="135229"/>
                  </a:lnTo>
                  <a:lnTo>
                    <a:pt x="410584" y="135231"/>
                  </a:lnTo>
                  <a:lnTo>
                    <a:pt x="410023" y="135240"/>
                  </a:lnTo>
                  <a:lnTo>
                    <a:pt x="409878" y="135243"/>
                  </a:lnTo>
                  <a:lnTo>
                    <a:pt x="409700" y="135245"/>
                  </a:lnTo>
                  <a:lnTo>
                    <a:pt x="409503" y="135247"/>
                  </a:lnTo>
                  <a:lnTo>
                    <a:pt x="409130" y="135254"/>
                  </a:lnTo>
                  <a:lnTo>
                    <a:pt x="408933" y="135259"/>
                  </a:lnTo>
                  <a:lnTo>
                    <a:pt x="408740" y="135261"/>
                  </a:lnTo>
                  <a:lnTo>
                    <a:pt x="408379" y="135268"/>
                  </a:lnTo>
                  <a:lnTo>
                    <a:pt x="408124" y="135273"/>
                  </a:lnTo>
                  <a:lnTo>
                    <a:pt x="407802" y="135278"/>
                  </a:lnTo>
                  <a:lnTo>
                    <a:pt x="407591" y="135282"/>
                  </a:lnTo>
                  <a:lnTo>
                    <a:pt x="407172" y="135259"/>
                  </a:lnTo>
                  <a:lnTo>
                    <a:pt x="407212" y="135564"/>
                  </a:lnTo>
                  <a:lnTo>
                    <a:pt x="407566" y="135988"/>
                  </a:lnTo>
                  <a:lnTo>
                    <a:pt x="407730" y="136091"/>
                  </a:lnTo>
                  <a:lnTo>
                    <a:pt x="407885" y="136187"/>
                  </a:lnTo>
                  <a:lnTo>
                    <a:pt x="408013" y="136258"/>
                  </a:lnTo>
                  <a:lnTo>
                    <a:pt x="408194" y="136352"/>
                  </a:lnTo>
                  <a:lnTo>
                    <a:pt x="408072" y="136642"/>
                  </a:lnTo>
                  <a:lnTo>
                    <a:pt x="407845" y="137003"/>
                  </a:lnTo>
                  <a:lnTo>
                    <a:pt x="407648" y="137149"/>
                  </a:lnTo>
                  <a:lnTo>
                    <a:pt x="407493" y="137371"/>
                  </a:lnTo>
                  <a:lnTo>
                    <a:pt x="407310" y="137564"/>
                  </a:lnTo>
                  <a:lnTo>
                    <a:pt x="407167" y="137728"/>
                  </a:lnTo>
                  <a:lnTo>
                    <a:pt x="406769" y="138091"/>
                  </a:lnTo>
                  <a:lnTo>
                    <a:pt x="406497" y="138211"/>
                  </a:lnTo>
                  <a:lnTo>
                    <a:pt x="406262" y="138370"/>
                  </a:lnTo>
                  <a:lnTo>
                    <a:pt x="406159" y="138562"/>
                  </a:lnTo>
                  <a:lnTo>
                    <a:pt x="405988" y="138839"/>
                  </a:lnTo>
                  <a:lnTo>
                    <a:pt x="405847" y="139078"/>
                  </a:lnTo>
                  <a:lnTo>
                    <a:pt x="405690" y="139331"/>
                  </a:lnTo>
                  <a:lnTo>
                    <a:pt x="405474" y="139690"/>
                  </a:lnTo>
                  <a:lnTo>
                    <a:pt x="405388" y="139819"/>
                  </a:lnTo>
                  <a:lnTo>
                    <a:pt x="405097" y="140250"/>
                  </a:lnTo>
                  <a:lnTo>
                    <a:pt x="404970" y="140408"/>
                  </a:lnTo>
                  <a:lnTo>
                    <a:pt x="404684" y="140661"/>
                  </a:lnTo>
                  <a:lnTo>
                    <a:pt x="404349" y="140951"/>
                  </a:lnTo>
                  <a:lnTo>
                    <a:pt x="404100" y="141127"/>
                  </a:lnTo>
                  <a:lnTo>
                    <a:pt x="403878" y="141291"/>
                  </a:lnTo>
                  <a:lnTo>
                    <a:pt x="403676" y="141411"/>
                  </a:lnTo>
                  <a:lnTo>
                    <a:pt x="403474" y="141446"/>
                  </a:lnTo>
                  <a:lnTo>
                    <a:pt x="403306" y="141479"/>
                  </a:lnTo>
                  <a:lnTo>
                    <a:pt x="402912" y="141484"/>
                  </a:lnTo>
                  <a:lnTo>
                    <a:pt x="402614" y="141491"/>
                  </a:lnTo>
                  <a:lnTo>
                    <a:pt x="402063" y="141366"/>
                  </a:lnTo>
                  <a:lnTo>
                    <a:pt x="401774" y="141262"/>
                  </a:lnTo>
                  <a:lnTo>
                    <a:pt x="401634" y="141212"/>
                  </a:lnTo>
                  <a:lnTo>
                    <a:pt x="401135" y="141031"/>
                  </a:lnTo>
                  <a:lnTo>
                    <a:pt x="400635" y="140846"/>
                  </a:lnTo>
                  <a:lnTo>
                    <a:pt x="400134" y="140663"/>
                  </a:lnTo>
                  <a:lnTo>
                    <a:pt x="399585" y="140461"/>
                  </a:lnTo>
                  <a:lnTo>
                    <a:pt x="399238" y="140349"/>
                  </a:lnTo>
                  <a:lnTo>
                    <a:pt x="398980" y="140248"/>
                  </a:lnTo>
                  <a:lnTo>
                    <a:pt x="398755" y="140243"/>
                  </a:lnTo>
                  <a:lnTo>
                    <a:pt x="398052" y="140234"/>
                  </a:lnTo>
                  <a:lnTo>
                    <a:pt x="397888" y="140229"/>
                  </a:lnTo>
                  <a:lnTo>
                    <a:pt x="397473" y="140220"/>
                  </a:lnTo>
                  <a:lnTo>
                    <a:pt x="396924" y="140208"/>
                  </a:lnTo>
                  <a:lnTo>
                    <a:pt x="396704" y="140199"/>
                  </a:lnTo>
                  <a:lnTo>
                    <a:pt x="396385" y="140337"/>
                  </a:lnTo>
                  <a:lnTo>
                    <a:pt x="396143" y="140513"/>
                  </a:lnTo>
                  <a:lnTo>
                    <a:pt x="395574" y="140933"/>
                  </a:lnTo>
                  <a:lnTo>
                    <a:pt x="395278" y="141118"/>
                  </a:lnTo>
                  <a:lnTo>
                    <a:pt x="394523" y="140445"/>
                  </a:lnTo>
                  <a:lnTo>
                    <a:pt x="394221" y="140178"/>
                  </a:lnTo>
                  <a:lnTo>
                    <a:pt x="394029" y="140009"/>
                  </a:lnTo>
                  <a:lnTo>
                    <a:pt x="393675" y="139707"/>
                  </a:lnTo>
                  <a:lnTo>
                    <a:pt x="393534" y="139587"/>
                  </a:lnTo>
                  <a:lnTo>
                    <a:pt x="393264" y="139362"/>
                  </a:lnTo>
                  <a:lnTo>
                    <a:pt x="393077" y="139207"/>
                  </a:lnTo>
                  <a:lnTo>
                    <a:pt x="392927" y="139085"/>
                  </a:lnTo>
                  <a:lnTo>
                    <a:pt x="392767" y="138954"/>
                  </a:lnTo>
                  <a:lnTo>
                    <a:pt x="392603" y="138830"/>
                  </a:lnTo>
                  <a:lnTo>
                    <a:pt x="392397" y="138832"/>
                  </a:lnTo>
                  <a:lnTo>
                    <a:pt x="392078" y="138830"/>
                  </a:lnTo>
                  <a:lnTo>
                    <a:pt x="391832" y="138841"/>
                  </a:lnTo>
                  <a:lnTo>
                    <a:pt x="391497" y="138806"/>
                  </a:lnTo>
                  <a:lnTo>
                    <a:pt x="391152" y="138982"/>
                  </a:lnTo>
                  <a:lnTo>
                    <a:pt x="390592" y="139170"/>
                  </a:lnTo>
                  <a:lnTo>
                    <a:pt x="390381" y="139294"/>
                  </a:lnTo>
                  <a:lnTo>
                    <a:pt x="390167" y="139369"/>
                  </a:lnTo>
                  <a:lnTo>
                    <a:pt x="389605" y="139561"/>
                  </a:lnTo>
                  <a:lnTo>
                    <a:pt x="389314" y="139688"/>
                  </a:lnTo>
                  <a:lnTo>
                    <a:pt x="389173" y="139749"/>
                  </a:lnTo>
                  <a:lnTo>
                    <a:pt x="388508" y="140023"/>
                  </a:lnTo>
                  <a:lnTo>
                    <a:pt x="388268" y="140126"/>
                  </a:lnTo>
                  <a:lnTo>
                    <a:pt x="388121" y="140192"/>
                  </a:lnTo>
                  <a:lnTo>
                    <a:pt x="387860" y="140389"/>
                  </a:lnTo>
                  <a:lnTo>
                    <a:pt x="387652" y="140546"/>
                  </a:lnTo>
                  <a:lnTo>
                    <a:pt x="387209" y="140923"/>
                  </a:lnTo>
                  <a:lnTo>
                    <a:pt x="386841" y="141226"/>
                  </a:lnTo>
                  <a:lnTo>
                    <a:pt x="386306" y="141659"/>
                  </a:lnTo>
                  <a:lnTo>
                    <a:pt x="386158" y="141505"/>
                  </a:lnTo>
                  <a:lnTo>
                    <a:pt x="386018" y="141359"/>
                  </a:lnTo>
                  <a:lnTo>
                    <a:pt x="385924" y="141212"/>
                  </a:lnTo>
                  <a:lnTo>
                    <a:pt x="385701" y="140867"/>
                  </a:lnTo>
                  <a:lnTo>
                    <a:pt x="385361" y="140508"/>
                  </a:lnTo>
                  <a:lnTo>
                    <a:pt x="384993" y="140075"/>
                  </a:lnTo>
                  <a:lnTo>
                    <a:pt x="384754" y="139791"/>
                  </a:lnTo>
                  <a:lnTo>
                    <a:pt x="384597" y="139608"/>
                  </a:lnTo>
                  <a:lnTo>
                    <a:pt x="384391" y="139587"/>
                  </a:lnTo>
                  <a:lnTo>
                    <a:pt x="384046" y="139739"/>
                  </a:lnTo>
                  <a:lnTo>
                    <a:pt x="383697" y="139864"/>
                  </a:lnTo>
                  <a:lnTo>
                    <a:pt x="383467" y="139934"/>
                  </a:lnTo>
                  <a:lnTo>
                    <a:pt x="383005" y="140049"/>
                  </a:lnTo>
                  <a:lnTo>
                    <a:pt x="382473" y="140211"/>
                  </a:lnTo>
                  <a:lnTo>
                    <a:pt x="381920" y="140384"/>
                  </a:lnTo>
                  <a:lnTo>
                    <a:pt x="381390" y="140548"/>
                  </a:lnTo>
                  <a:lnTo>
                    <a:pt x="381207" y="140588"/>
                  </a:lnTo>
                  <a:lnTo>
                    <a:pt x="380853" y="140586"/>
                  </a:lnTo>
                  <a:lnTo>
                    <a:pt x="380325" y="140588"/>
                  </a:lnTo>
                  <a:lnTo>
                    <a:pt x="379796" y="140595"/>
                  </a:lnTo>
                  <a:lnTo>
                    <a:pt x="379198" y="140621"/>
                  </a:lnTo>
                  <a:lnTo>
                    <a:pt x="379020" y="140616"/>
                  </a:lnTo>
                  <a:lnTo>
                    <a:pt x="378902" y="140750"/>
                  </a:lnTo>
                  <a:lnTo>
                    <a:pt x="378872" y="140919"/>
                  </a:lnTo>
                  <a:lnTo>
                    <a:pt x="378832" y="141059"/>
                  </a:lnTo>
                  <a:lnTo>
                    <a:pt x="378757" y="141338"/>
                  </a:lnTo>
                  <a:lnTo>
                    <a:pt x="378712" y="141502"/>
                  </a:lnTo>
                  <a:lnTo>
                    <a:pt x="378614" y="141870"/>
                  </a:lnTo>
                  <a:lnTo>
                    <a:pt x="378525" y="142208"/>
                  </a:lnTo>
                  <a:lnTo>
                    <a:pt x="378361" y="142536"/>
                  </a:lnTo>
                  <a:lnTo>
                    <a:pt x="377946" y="142947"/>
                  </a:lnTo>
                  <a:lnTo>
                    <a:pt x="377660" y="143230"/>
                  </a:lnTo>
                  <a:lnTo>
                    <a:pt x="377175" y="143568"/>
                  </a:lnTo>
                  <a:lnTo>
                    <a:pt x="377003" y="143469"/>
                  </a:lnTo>
                  <a:lnTo>
                    <a:pt x="376610" y="143247"/>
                  </a:lnTo>
                  <a:lnTo>
                    <a:pt x="375984" y="142839"/>
                  </a:lnTo>
                  <a:lnTo>
                    <a:pt x="375805" y="142660"/>
                  </a:lnTo>
                  <a:lnTo>
                    <a:pt x="375395" y="142353"/>
                  </a:lnTo>
                  <a:lnTo>
                    <a:pt x="375212" y="142250"/>
                  </a:lnTo>
                  <a:lnTo>
                    <a:pt x="374933" y="142102"/>
                  </a:lnTo>
                  <a:lnTo>
                    <a:pt x="374713" y="141988"/>
                  </a:lnTo>
                  <a:lnTo>
                    <a:pt x="374178" y="141915"/>
                  </a:lnTo>
                  <a:lnTo>
                    <a:pt x="373616" y="141840"/>
                  </a:lnTo>
                  <a:lnTo>
                    <a:pt x="373114" y="141784"/>
                  </a:lnTo>
                  <a:lnTo>
                    <a:pt x="372376" y="141648"/>
                  </a:lnTo>
                  <a:lnTo>
                    <a:pt x="372190" y="141521"/>
                  </a:lnTo>
                  <a:lnTo>
                    <a:pt x="371993" y="141392"/>
                  </a:lnTo>
                  <a:lnTo>
                    <a:pt x="371750" y="141230"/>
                  </a:lnTo>
                  <a:lnTo>
                    <a:pt x="371527" y="141308"/>
                  </a:lnTo>
                  <a:lnTo>
                    <a:pt x="371145" y="141620"/>
                  </a:lnTo>
                  <a:lnTo>
                    <a:pt x="370948" y="141784"/>
                  </a:lnTo>
                  <a:lnTo>
                    <a:pt x="370786" y="141922"/>
                  </a:lnTo>
                  <a:lnTo>
                    <a:pt x="370519" y="141995"/>
                  </a:lnTo>
                  <a:lnTo>
                    <a:pt x="370094" y="142098"/>
                  </a:lnTo>
                  <a:lnTo>
                    <a:pt x="369858" y="142135"/>
                  </a:lnTo>
                  <a:lnTo>
                    <a:pt x="369616" y="142292"/>
                  </a:lnTo>
                  <a:lnTo>
                    <a:pt x="369581" y="142464"/>
                  </a:lnTo>
                  <a:lnTo>
                    <a:pt x="369550" y="142719"/>
                  </a:lnTo>
                  <a:lnTo>
                    <a:pt x="369504" y="143045"/>
                  </a:lnTo>
                  <a:lnTo>
                    <a:pt x="369471" y="143200"/>
                  </a:lnTo>
                  <a:lnTo>
                    <a:pt x="369217" y="143643"/>
                  </a:lnTo>
                  <a:lnTo>
                    <a:pt x="369018" y="143943"/>
                  </a:lnTo>
                  <a:lnTo>
                    <a:pt x="368863" y="143929"/>
                  </a:lnTo>
                  <a:lnTo>
                    <a:pt x="368603" y="143856"/>
                  </a:lnTo>
                  <a:lnTo>
                    <a:pt x="368355" y="143798"/>
                  </a:lnTo>
                  <a:lnTo>
                    <a:pt x="368141" y="143753"/>
                  </a:lnTo>
                  <a:lnTo>
                    <a:pt x="367994" y="143713"/>
                  </a:lnTo>
                  <a:lnTo>
                    <a:pt x="367748" y="143758"/>
                  </a:lnTo>
                  <a:lnTo>
                    <a:pt x="367628" y="143941"/>
                  </a:lnTo>
                  <a:lnTo>
                    <a:pt x="367436" y="144130"/>
                  </a:lnTo>
                  <a:lnTo>
                    <a:pt x="367175" y="144384"/>
                  </a:lnTo>
                  <a:lnTo>
                    <a:pt x="366964" y="144527"/>
                  </a:lnTo>
                  <a:lnTo>
                    <a:pt x="366763" y="144562"/>
                  </a:lnTo>
                  <a:lnTo>
                    <a:pt x="366442" y="144646"/>
                  </a:lnTo>
                  <a:lnTo>
                    <a:pt x="366242" y="144686"/>
                  </a:lnTo>
                  <a:lnTo>
                    <a:pt x="365928" y="144745"/>
                  </a:lnTo>
                  <a:lnTo>
                    <a:pt x="365743" y="144771"/>
                  </a:lnTo>
                  <a:lnTo>
                    <a:pt x="365595" y="144792"/>
                  </a:lnTo>
                  <a:lnTo>
                    <a:pt x="365309" y="144768"/>
                  </a:lnTo>
                  <a:lnTo>
                    <a:pt x="364913" y="144745"/>
                  </a:lnTo>
                  <a:lnTo>
                    <a:pt x="364662" y="144710"/>
                  </a:lnTo>
                  <a:lnTo>
                    <a:pt x="364496" y="144667"/>
                  </a:lnTo>
                  <a:lnTo>
                    <a:pt x="364261" y="144571"/>
                  </a:lnTo>
                  <a:lnTo>
                    <a:pt x="363968" y="144456"/>
                  </a:lnTo>
                  <a:lnTo>
                    <a:pt x="363722" y="144379"/>
                  </a:lnTo>
                  <a:lnTo>
                    <a:pt x="363558" y="144309"/>
                  </a:lnTo>
                  <a:lnTo>
                    <a:pt x="363462" y="144152"/>
                  </a:lnTo>
                  <a:lnTo>
                    <a:pt x="363190" y="143884"/>
                  </a:lnTo>
                  <a:lnTo>
                    <a:pt x="363059" y="143938"/>
                  </a:lnTo>
                  <a:lnTo>
                    <a:pt x="362838" y="144069"/>
                  </a:lnTo>
                  <a:lnTo>
                    <a:pt x="362651" y="144128"/>
                  </a:lnTo>
                  <a:lnTo>
                    <a:pt x="362212" y="144311"/>
                  </a:lnTo>
                  <a:lnTo>
                    <a:pt x="361856" y="144447"/>
                  </a:lnTo>
                  <a:lnTo>
                    <a:pt x="361596" y="144412"/>
                  </a:lnTo>
                  <a:lnTo>
                    <a:pt x="361305" y="144377"/>
                  </a:lnTo>
                  <a:lnTo>
                    <a:pt x="360864" y="144325"/>
                  </a:lnTo>
                  <a:lnTo>
                    <a:pt x="360634" y="144285"/>
                  </a:lnTo>
                  <a:lnTo>
                    <a:pt x="360494" y="144250"/>
                  </a:lnTo>
                  <a:lnTo>
                    <a:pt x="360365" y="144182"/>
                  </a:lnTo>
                  <a:lnTo>
                    <a:pt x="360200" y="144105"/>
                  </a:lnTo>
                  <a:lnTo>
                    <a:pt x="359983" y="143987"/>
                  </a:lnTo>
                  <a:lnTo>
                    <a:pt x="359779" y="143887"/>
                  </a:lnTo>
                  <a:lnTo>
                    <a:pt x="359537" y="143706"/>
                  </a:lnTo>
                  <a:lnTo>
                    <a:pt x="359375" y="143587"/>
                  </a:lnTo>
                  <a:lnTo>
                    <a:pt x="359225" y="143437"/>
                  </a:lnTo>
                  <a:lnTo>
                    <a:pt x="359078" y="143291"/>
                  </a:lnTo>
                  <a:lnTo>
                    <a:pt x="358932" y="143216"/>
                  </a:lnTo>
                  <a:lnTo>
                    <a:pt x="358787" y="143064"/>
                  </a:lnTo>
                  <a:lnTo>
                    <a:pt x="358623" y="142956"/>
                  </a:lnTo>
                  <a:lnTo>
                    <a:pt x="358461" y="142860"/>
                  </a:lnTo>
                  <a:lnTo>
                    <a:pt x="358313" y="142764"/>
                  </a:lnTo>
                  <a:lnTo>
                    <a:pt x="358114" y="142630"/>
                  </a:lnTo>
                  <a:lnTo>
                    <a:pt x="357950" y="142489"/>
                  </a:lnTo>
                  <a:lnTo>
                    <a:pt x="357655" y="142278"/>
                  </a:lnTo>
                  <a:lnTo>
                    <a:pt x="357408" y="142098"/>
                  </a:lnTo>
                  <a:lnTo>
                    <a:pt x="357113" y="141934"/>
                  </a:lnTo>
                  <a:lnTo>
                    <a:pt x="356895" y="141784"/>
                  </a:lnTo>
                  <a:lnTo>
                    <a:pt x="356668" y="141638"/>
                  </a:lnTo>
                  <a:lnTo>
                    <a:pt x="356461" y="141486"/>
                  </a:lnTo>
                  <a:lnTo>
                    <a:pt x="356089" y="141251"/>
                  </a:lnTo>
                  <a:lnTo>
                    <a:pt x="355960" y="141198"/>
                  </a:lnTo>
                  <a:lnTo>
                    <a:pt x="355713" y="141160"/>
                  </a:lnTo>
                  <a:lnTo>
                    <a:pt x="355362" y="141116"/>
                  </a:lnTo>
                  <a:lnTo>
                    <a:pt x="355078" y="141076"/>
                  </a:lnTo>
                  <a:lnTo>
                    <a:pt x="354834" y="141064"/>
                  </a:lnTo>
                  <a:lnTo>
                    <a:pt x="354675" y="141031"/>
                  </a:lnTo>
                  <a:lnTo>
                    <a:pt x="354541" y="141055"/>
                  </a:lnTo>
                  <a:lnTo>
                    <a:pt x="354211" y="141120"/>
                  </a:lnTo>
                  <a:lnTo>
                    <a:pt x="353929" y="141191"/>
                  </a:lnTo>
                  <a:lnTo>
                    <a:pt x="353641" y="141261"/>
                  </a:lnTo>
                  <a:lnTo>
                    <a:pt x="353195" y="141273"/>
                  </a:lnTo>
                  <a:lnTo>
                    <a:pt x="352837" y="141280"/>
                  </a:lnTo>
                  <a:lnTo>
                    <a:pt x="352558" y="141287"/>
                  </a:lnTo>
                  <a:lnTo>
                    <a:pt x="352220" y="141312"/>
                  </a:lnTo>
                  <a:lnTo>
                    <a:pt x="351740" y="141371"/>
                  </a:lnTo>
                  <a:lnTo>
                    <a:pt x="351280" y="141385"/>
                  </a:lnTo>
                  <a:lnTo>
                    <a:pt x="350985" y="141416"/>
                  </a:lnTo>
                  <a:lnTo>
                    <a:pt x="350300" y="141554"/>
                  </a:lnTo>
                  <a:lnTo>
                    <a:pt x="350132" y="141617"/>
                  </a:lnTo>
                  <a:lnTo>
                    <a:pt x="349873" y="141713"/>
                  </a:lnTo>
                  <a:lnTo>
                    <a:pt x="349719" y="141866"/>
                  </a:lnTo>
                  <a:lnTo>
                    <a:pt x="349308" y="142027"/>
                  </a:lnTo>
                  <a:lnTo>
                    <a:pt x="349104" y="142131"/>
                  </a:lnTo>
                  <a:lnTo>
                    <a:pt x="348368" y="142663"/>
                  </a:lnTo>
                  <a:lnTo>
                    <a:pt x="348225" y="142855"/>
                  </a:lnTo>
                  <a:lnTo>
                    <a:pt x="348056" y="142897"/>
                  </a:lnTo>
                  <a:lnTo>
                    <a:pt x="347224" y="143558"/>
                  </a:lnTo>
                  <a:lnTo>
                    <a:pt x="347055" y="143605"/>
                  </a:lnTo>
                  <a:lnTo>
                    <a:pt x="346865" y="143619"/>
                  </a:lnTo>
                  <a:lnTo>
                    <a:pt x="346720" y="143650"/>
                  </a:lnTo>
                  <a:lnTo>
                    <a:pt x="346584" y="143692"/>
                  </a:lnTo>
                  <a:lnTo>
                    <a:pt x="345842" y="143709"/>
                  </a:lnTo>
                  <a:lnTo>
                    <a:pt x="345221" y="143722"/>
                  </a:lnTo>
                  <a:lnTo>
                    <a:pt x="345007" y="143727"/>
                  </a:lnTo>
                  <a:lnTo>
                    <a:pt x="344616" y="143736"/>
                  </a:lnTo>
                  <a:lnTo>
                    <a:pt x="343840" y="144079"/>
                  </a:lnTo>
                  <a:lnTo>
                    <a:pt x="343618" y="143998"/>
                  </a:lnTo>
                  <a:lnTo>
                    <a:pt x="343455" y="143977"/>
                  </a:lnTo>
                  <a:lnTo>
                    <a:pt x="343261" y="143951"/>
                  </a:lnTo>
                  <a:lnTo>
                    <a:pt x="342771" y="143888"/>
                  </a:lnTo>
                  <a:lnTo>
                    <a:pt x="342287" y="143825"/>
                  </a:lnTo>
                  <a:lnTo>
                    <a:pt x="342159" y="143809"/>
                  </a:lnTo>
                  <a:lnTo>
                    <a:pt x="341938" y="143781"/>
                  </a:lnTo>
                  <a:lnTo>
                    <a:pt x="341612" y="143740"/>
                  </a:lnTo>
                  <a:lnTo>
                    <a:pt x="341371" y="143708"/>
                  </a:lnTo>
                  <a:lnTo>
                    <a:pt x="340947" y="143645"/>
                  </a:lnTo>
                  <a:lnTo>
                    <a:pt x="340714" y="143610"/>
                  </a:lnTo>
                  <a:lnTo>
                    <a:pt x="340297" y="143507"/>
                  </a:lnTo>
                  <a:lnTo>
                    <a:pt x="339598" y="143334"/>
                  </a:lnTo>
                  <a:lnTo>
                    <a:pt x="339260" y="143913"/>
                  </a:lnTo>
                  <a:lnTo>
                    <a:pt x="338830" y="144648"/>
                  </a:lnTo>
                  <a:lnTo>
                    <a:pt x="338654" y="144950"/>
                  </a:lnTo>
                  <a:lnTo>
                    <a:pt x="338572" y="145112"/>
                  </a:lnTo>
                  <a:lnTo>
                    <a:pt x="338435" y="145399"/>
                  </a:lnTo>
                  <a:lnTo>
                    <a:pt x="337571" y="145624"/>
                  </a:lnTo>
                  <a:lnTo>
                    <a:pt x="337456" y="146709"/>
                  </a:lnTo>
                  <a:lnTo>
                    <a:pt x="337400" y="147077"/>
                  </a:lnTo>
                  <a:lnTo>
                    <a:pt x="337259" y="147305"/>
                  </a:lnTo>
                  <a:lnTo>
                    <a:pt x="337090" y="147588"/>
                  </a:lnTo>
                  <a:lnTo>
                    <a:pt x="336770" y="147808"/>
                  </a:lnTo>
                  <a:lnTo>
                    <a:pt x="336455" y="148119"/>
                  </a:lnTo>
                  <a:lnTo>
                    <a:pt x="335663" y="148363"/>
                  </a:lnTo>
                  <a:lnTo>
                    <a:pt x="335417" y="148439"/>
                  </a:lnTo>
                  <a:lnTo>
                    <a:pt x="335137" y="148526"/>
                  </a:lnTo>
                  <a:lnTo>
                    <a:pt x="334894" y="148565"/>
                  </a:lnTo>
                  <a:lnTo>
                    <a:pt x="334698" y="148619"/>
                  </a:lnTo>
                  <a:lnTo>
                    <a:pt x="334401" y="148667"/>
                  </a:lnTo>
                  <a:lnTo>
                    <a:pt x="334066" y="148326"/>
                  </a:lnTo>
                  <a:lnTo>
                    <a:pt x="333893" y="148179"/>
                  </a:lnTo>
                  <a:lnTo>
                    <a:pt x="333747" y="148016"/>
                  </a:lnTo>
                  <a:lnTo>
                    <a:pt x="333507" y="147720"/>
                  </a:lnTo>
                  <a:lnTo>
                    <a:pt x="333202" y="147578"/>
                  </a:lnTo>
                  <a:lnTo>
                    <a:pt x="333177" y="147254"/>
                  </a:lnTo>
                  <a:lnTo>
                    <a:pt x="333110" y="146947"/>
                  </a:lnTo>
                  <a:lnTo>
                    <a:pt x="333111" y="146655"/>
                  </a:lnTo>
                  <a:lnTo>
                    <a:pt x="333149" y="146485"/>
                  </a:lnTo>
                  <a:lnTo>
                    <a:pt x="333200" y="146211"/>
                  </a:lnTo>
                  <a:lnTo>
                    <a:pt x="333123" y="145895"/>
                  </a:lnTo>
                  <a:lnTo>
                    <a:pt x="332793" y="145785"/>
                  </a:lnTo>
                  <a:lnTo>
                    <a:pt x="332430" y="145655"/>
                  </a:lnTo>
                  <a:lnTo>
                    <a:pt x="332232" y="145607"/>
                  </a:lnTo>
                  <a:lnTo>
                    <a:pt x="331847" y="145379"/>
                  </a:lnTo>
                  <a:lnTo>
                    <a:pt x="331814" y="145251"/>
                  </a:lnTo>
                  <a:lnTo>
                    <a:pt x="331707" y="144775"/>
                  </a:lnTo>
                  <a:lnTo>
                    <a:pt x="331564" y="144255"/>
                  </a:lnTo>
                  <a:lnTo>
                    <a:pt x="331751" y="143934"/>
                  </a:lnTo>
                  <a:lnTo>
                    <a:pt x="331805" y="143713"/>
                  </a:lnTo>
                  <a:lnTo>
                    <a:pt x="331702" y="143373"/>
                  </a:lnTo>
                  <a:lnTo>
                    <a:pt x="331520" y="143147"/>
                  </a:lnTo>
                  <a:lnTo>
                    <a:pt x="330671" y="142652"/>
                  </a:lnTo>
                  <a:lnTo>
                    <a:pt x="327583" y="140901"/>
                  </a:lnTo>
                  <a:lnTo>
                    <a:pt x="327155" y="140647"/>
                  </a:lnTo>
                  <a:lnTo>
                    <a:pt x="326941" y="140468"/>
                  </a:lnTo>
                  <a:lnTo>
                    <a:pt x="326775" y="140231"/>
                  </a:lnTo>
                  <a:lnTo>
                    <a:pt x="326638" y="139920"/>
                  </a:lnTo>
                  <a:lnTo>
                    <a:pt x="326613" y="139778"/>
                  </a:lnTo>
                  <a:lnTo>
                    <a:pt x="326586" y="139631"/>
                  </a:lnTo>
                  <a:lnTo>
                    <a:pt x="326551" y="139328"/>
                  </a:lnTo>
                  <a:lnTo>
                    <a:pt x="326833" y="137813"/>
                  </a:lnTo>
                  <a:lnTo>
                    <a:pt x="327179" y="135677"/>
                  </a:lnTo>
                  <a:lnTo>
                    <a:pt x="327165" y="135338"/>
                  </a:lnTo>
                  <a:lnTo>
                    <a:pt x="327113" y="134235"/>
                  </a:lnTo>
                  <a:lnTo>
                    <a:pt x="327083" y="133798"/>
                  </a:lnTo>
                  <a:lnTo>
                    <a:pt x="327031" y="133435"/>
                  </a:lnTo>
                  <a:lnTo>
                    <a:pt x="326959" y="133077"/>
                  </a:lnTo>
                  <a:lnTo>
                    <a:pt x="326869" y="132759"/>
                  </a:lnTo>
                  <a:lnTo>
                    <a:pt x="326714" y="132435"/>
                  </a:lnTo>
                  <a:lnTo>
                    <a:pt x="326584" y="132247"/>
                  </a:lnTo>
                  <a:lnTo>
                    <a:pt x="325986" y="131764"/>
                  </a:lnTo>
                  <a:lnTo>
                    <a:pt x="325320" y="131311"/>
                  </a:lnTo>
                  <a:lnTo>
                    <a:pt x="324764" y="130960"/>
                  </a:lnTo>
                  <a:lnTo>
                    <a:pt x="323817" y="131417"/>
                  </a:lnTo>
                  <a:lnTo>
                    <a:pt x="323263" y="131602"/>
                  </a:lnTo>
                  <a:lnTo>
                    <a:pt x="322724" y="131804"/>
                  </a:lnTo>
                  <a:lnTo>
                    <a:pt x="322166" y="132029"/>
                  </a:lnTo>
                  <a:lnTo>
                    <a:pt x="321515" y="132298"/>
                  </a:lnTo>
                  <a:lnTo>
                    <a:pt x="321165" y="132359"/>
                  </a:lnTo>
                  <a:lnTo>
                    <a:pt x="320797" y="132563"/>
                  </a:lnTo>
                  <a:lnTo>
                    <a:pt x="320410" y="132863"/>
                  </a:lnTo>
                  <a:lnTo>
                    <a:pt x="320225" y="133028"/>
                  </a:lnTo>
                  <a:lnTo>
                    <a:pt x="320063" y="133299"/>
                  </a:lnTo>
                  <a:lnTo>
                    <a:pt x="319923" y="133536"/>
                  </a:lnTo>
                  <a:lnTo>
                    <a:pt x="319747" y="133773"/>
                  </a:lnTo>
                  <a:lnTo>
                    <a:pt x="319604" y="133965"/>
                  </a:lnTo>
                  <a:lnTo>
                    <a:pt x="319381" y="134296"/>
                  </a:lnTo>
                  <a:lnTo>
                    <a:pt x="319147" y="134568"/>
                  </a:lnTo>
                  <a:lnTo>
                    <a:pt x="318971" y="134896"/>
                  </a:lnTo>
                  <a:lnTo>
                    <a:pt x="318814" y="134980"/>
                  </a:lnTo>
                  <a:lnTo>
                    <a:pt x="318474" y="135191"/>
                  </a:lnTo>
                  <a:lnTo>
                    <a:pt x="318029" y="135426"/>
                  </a:lnTo>
                  <a:lnTo>
                    <a:pt x="317841" y="135545"/>
                  </a:lnTo>
                  <a:lnTo>
                    <a:pt x="317510" y="135761"/>
                  </a:lnTo>
                  <a:lnTo>
                    <a:pt x="317370" y="135831"/>
                  </a:lnTo>
                  <a:lnTo>
                    <a:pt x="317051" y="135993"/>
                  </a:lnTo>
                  <a:lnTo>
                    <a:pt x="316669" y="135916"/>
                  </a:lnTo>
                  <a:lnTo>
                    <a:pt x="316463" y="135871"/>
                  </a:lnTo>
                  <a:lnTo>
                    <a:pt x="316102" y="135799"/>
                  </a:lnTo>
                  <a:lnTo>
                    <a:pt x="315926" y="135761"/>
                  </a:lnTo>
                  <a:lnTo>
                    <a:pt x="315785" y="135733"/>
                  </a:lnTo>
                  <a:lnTo>
                    <a:pt x="315604" y="135761"/>
                  </a:lnTo>
                  <a:lnTo>
                    <a:pt x="315396" y="135789"/>
                  </a:lnTo>
                  <a:lnTo>
                    <a:pt x="314845" y="135904"/>
                  </a:lnTo>
                  <a:lnTo>
                    <a:pt x="314317" y="135963"/>
                  </a:lnTo>
                  <a:lnTo>
                    <a:pt x="313769" y="136225"/>
                  </a:lnTo>
                  <a:lnTo>
                    <a:pt x="313666" y="136371"/>
                  </a:lnTo>
                  <a:lnTo>
                    <a:pt x="313366" y="136551"/>
                  </a:lnTo>
                  <a:lnTo>
                    <a:pt x="313084" y="136516"/>
                  </a:lnTo>
                  <a:lnTo>
                    <a:pt x="312789" y="136471"/>
                  </a:lnTo>
                  <a:lnTo>
                    <a:pt x="312393" y="136432"/>
                  </a:lnTo>
                  <a:lnTo>
                    <a:pt x="312275" y="136253"/>
                  </a:lnTo>
                  <a:lnTo>
                    <a:pt x="312093" y="135979"/>
                  </a:lnTo>
                  <a:lnTo>
                    <a:pt x="312160" y="135665"/>
                  </a:lnTo>
                  <a:lnTo>
                    <a:pt x="312247" y="135536"/>
                  </a:lnTo>
                  <a:lnTo>
                    <a:pt x="312336" y="135407"/>
                  </a:lnTo>
                  <a:lnTo>
                    <a:pt x="312733" y="135022"/>
                  </a:lnTo>
                  <a:lnTo>
                    <a:pt x="312869" y="134891"/>
                  </a:lnTo>
                  <a:lnTo>
                    <a:pt x="312686" y="134584"/>
                  </a:lnTo>
                  <a:lnTo>
                    <a:pt x="312388" y="134094"/>
                  </a:lnTo>
                  <a:lnTo>
                    <a:pt x="312238" y="133846"/>
                  </a:lnTo>
                  <a:lnTo>
                    <a:pt x="311884" y="133602"/>
                  </a:lnTo>
                  <a:lnTo>
                    <a:pt x="311703" y="133346"/>
                  </a:lnTo>
                  <a:lnTo>
                    <a:pt x="311390" y="133036"/>
                  </a:lnTo>
                  <a:lnTo>
                    <a:pt x="310637" y="131969"/>
                  </a:lnTo>
                  <a:lnTo>
                    <a:pt x="310381" y="131605"/>
                  </a:lnTo>
                  <a:lnTo>
                    <a:pt x="310254" y="131417"/>
                  </a:lnTo>
                  <a:lnTo>
                    <a:pt x="310153" y="131272"/>
                  </a:lnTo>
                  <a:lnTo>
                    <a:pt x="310046" y="131133"/>
                  </a:lnTo>
                  <a:lnTo>
                    <a:pt x="309857" y="130922"/>
                  </a:lnTo>
                  <a:lnTo>
                    <a:pt x="309551" y="130735"/>
                  </a:lnTo>
                  <a:lnTo>
                    <a:pt x="309339" y="130827"/>
                  </a:lnTo>
                  <a:lnTo>
                    <a:pt x="309075" y="130911"/>
                  </a:lnTo>
                  <a:lnTo>
                    <a:pt x="308900" y="131053"/>
                  </a:lnTo>
                  <a:lnTo>
                    <a:pt x="308603" y="130746"/>
                  </a:lnTo>
                  <a:lnTo>
                    <a:pt x="308432" y="130578"/>
                  </a:lnTo>
                  <a:lnTo>
                    <a:pt x="308112" y="130263"/>
                  </a:lnTo>
                  <a:lnTo>
                    <a:pt x="307844" y="129999"/>
                  </a:lnTo>
                  <a:lnTo>
                    <a:pt x="307490" y="129534"/>
                  </a:lnTo>
                  <a:lnTo>
                    <a:pt x="307040" y="129115"/>
                  </a:lnTo>
                  <a:lnTo>
                    <a:pt x="306679" y="128777"/>
                  </a:lnTo>
                  <a:lnTo>
                    <a:pt x="306374" y="128489"/>
                  </a:lnTo>
                  <a:lnTo>
                    <a:pt x="306222" y="128348"/>
                  </a:lnTo>
                  <a:lnTo>
                    <a:pt x="305741" y="127898"/>
                  </a:lnTo>
                  <a:lnTo>
                    <a:pt x="305427" y="127602"/>
                  </a:lnTo>
                  <a:lnTo>
                    <a:pt x="305120" y="127314"/>
                  </a:lnTo>
                  <a:lnTo>
                    <a:pt x="304771" y="126984"/>
                  </a:lnTo>
                  <a:lnTo>
                    <a:pt x="304337" y="126578"/>
                  </a:lnTo>
                  <a:lnTo>
                    <a:pt x="304750" y="126275"/>
                  </a:lnTo>
                  <a:lnTo>
                    <a:pt x="304982" y="126022"/>
                  </a:lnTo>
                  <a:lnTo>
                    <a:pt x="305310" y="125668"/>
                  </a:lnTo>
                  <a:lnTo>
                    <a:pt x="305718" y="125223"/>
                  </a:lnTo>
                  <a:lnTo>
                    <a:pt x="305924" y="125000"/>
                  </a:lnTo>
                  <a:lnTo>
                    <a:pt x="306140" y="124766"/>
                  </a:lnTo>
                  <a:lnTo>
                    <a:pt x="306363" y="124531"/>
                  </a:lnTo>
                  <a:lnTo>
                    <a:pt x="306599" y="124280"/>
                  </a:lnTo>
                  <a:lnTo>
                    <a:pt x="306963" y="123903"/>
                  </a:lnTo>
                  <a:lnTo>
                    <a:pt x="307324" y="123523"/>
                  </a:lnTo>
                  <a:lnTo>
                    <a:pt x="307469" y="123373"/>
                  </a:lnTo>
                  <a:lnTo>
                    <a:pt x="307296" y="123312"/>
                  </a:lnTo>
                  <a:lnTo>
                    <a:pt x="307040" y="123225"/>
                  </a:lnTo>
                  <a:lnTo>
                    <a:pt x="306649" y="123089"/>
                  </a:lnTo>
                  <a:lnTo>
                    <a:pt x="306337" y="122982"/>
                  </a:lnTo>
                  <a:lnTo>
                    <a:pt x="305952" y="122850"/>
                  </a:lnTo>
                  <a:lnTo>
                    <a:pt x="305491" y="122689"/>
                  </a:lnTo>
                  <a:lnTo>
                    <a:pt x="304996" y="122520"/>
                  </a:lnTo>
                  <a:lnTo>
                    <a:pt x="304426" y="122323"/>
                  </a:lnTo>
                  <a:lnTo>
                    <a:pt x="303934" y="122152"/>
                  </a:lnTo>
                  <a:lnTo>
                    <a:pt x="303360" y="121955"/>
                  </a:lnTo>
                  <a:lnTo>
                    <a:pt x="302685" y="121702"/>
                  </a:lnTo>
                  <a:lnTo>
                    <a:pt x="300683" y="121885"/>
                  </a:lnTo>
                  <a:lnTo>
                    <a:pt x="300503" y="121902"/>
                  </a:lnTo>
                  <a:lnTo>
                    <a:pt x="298419" y="120791"/>
                  </a:lnTo>
                  <a:lnTo>
                    <a:pt x="297891" y="121988"/>
                  </a:lnTo>
                  <a:lnTo>
                    <a:pt x="296943" y="123923"/>
                  </a:lnTo>
                  <a:lnTo>
                    <a:pt x="296440" y="124889"/>
                  </a:lnTo>
                  <a:lnTo>
                    <a:pt x="296080" y="124986"/>
                  </a:lnTo>
                  <a:lnTo>
                    <a:pt x="295750" y="125073"/>
                  </a:lnTo>
                  <a:lnTo>
                    <a:pt x="295241" y="125193"/>
                  </a:lnTo>
                  <a:lnTo>
                    <a:pt x="294666" y="125324"/>
                  </a:lnTo>
                  <a:lnTo>
                    <a:pt x="294198" y="125439"/>
                  </a:lnTo>
                  <a:lnTo>
                    <a:pt x="293654" y="125570"/>
                  </a:lnTo>
                  <a:lnTo>
                    <a:pt x="293046" y="125718"/>
                  </a:lnTo>
                  <a:lnTo>
                    <a:pt x="292753" y="125783"/>
                  </a:lnTo>
                  <a:lnTo>
                    <a:pt x="291947" y="125976"/>
                  </a:lnTo>
                  <a:lnTo>
                    <a:pt x="291487" y="126084"/>
                  </a:lnTo>
                  <a:lnTo>
                    <a:pt x="291546" y="126347"/>
                  </a:lnTo>
                  <a:lnTo>
                    <a:pt x="292223" y="129749"/>
                  </a:lnTo>
                  <a:lnTo>
                    <a:pt x="291526" y="130109"/>
                  </a:lnTo>
                  <a:lnTo>
                    <a:pt x="290548" y="130615"/>
                  </a:lnTo>
                  <a:lnTo>
                    <a:pt x="289646" y="131083"/>
                  </a:lnTo>
                  <a:lnTo>
                    <a:pt x="288839" y="131502"/>
                  </a:lnTo>
                  <a:lnTo>
                    <a:pt x="288325" y="131568"/>
                  </a:lnTo>
                  <a:lnTo>
                    <a:pt x="288142" y="131612"/>
                  </a:lnTo>
                  <a:lnTo>
                    <a:pt x="287473" y="131682"/>
                  </a:lnTo>
                  <a:lnTo>
                    <a:pt x="287033" y="131729"/>
                  </a:lnTo>
                  <a:lnTo>
                    <a:pt x="286838" y="131748"/>
                  </a:lnTo>
                  <a:lnTo>
                    <a:pt x="286329" y="131806"/>
                  </a:lnTo>
                  <a:lnTo>
                    <a:pt x="285753" y="131872"/>
                  </a:lnTo>
                  <a:lnTo>
                    <a:pt x="285305" y="131921"/>
                  </a:lnTo>
                  <a:lnTo>
                    <a:pt x="285075" y="131729"/>
                  </a:lnTo>
                  <a:lnTo>
                    <a:pt x="283394" y="130425"/>
                  </a:lnTo>
                  <a:lnTo>
                    <a:pt x="282496" y="129729"/>
                  </a:lnTo>
                  <a:lnTo>
                    <a:pt x="282224" y="129778"/>
                  </a:lnTo>
                  <a:lnTo>
                    <a:pt x="281931" y="129832"/>
                  </a:lnTo>
                  <a:lnTo>
                    <a:pt x="281833" y="129968"/>
                  </a:lnTo>
                  <a:lnTo>
                    <a:pt x="281603" y="130287"/>
                  </a:lnTo>
                  <a:lnTo>
                    <a:pt x="281448" y="130416"/>
                  </a:lnTo>
                  <a:lnTo>
                    <a:pt x="281129" y="130603"/>
                  </a:lnTo>
                  <a:lnTo>
                    <a:pt x="280698" y="130824"/>
                  </a:lnTo>
                  <a:lnTo>
                    <a:pt x="280475" y="130892"/>
                  </a:lnTo>
                  <a:lnTo>
                    <a:pt x="280325" y="130946"/>
                  </a:lnTo>
                  <a:lnTo>
                    <a:pt x="280070" y="131023"/>
                  </a:lnTo>
                  <a:lnTo>
                    <a:pt x="279823" y="131187"/>
                  </a:lnTo>
                  <a:lnTo>
                    <a:pt x="279732" y="131466"/>
                  </a:lnTo>
                  <a:lnTo>
                    <a:pt x="279633" y="131771"/>
                  </a:lnTo>
                  <a:lnTo>
                    <a:pt x="279432" y="132128"/>
                  </a:lnTo>
                  <a:lnTo>
                    <a:pt x="279312" y="132339"/>
                  </a:lnTo>
                  <a:lnTo>
                    <a:pt x="279165" y="132409"/>
                  </a:lnTo>
                  <a:lnTo>
                    <a:pt x="278876" y="132381"/>
                  </a:lnTo>
                  <a:lnTo>
                    <a:pt x="278731" y="132365"/>
                  </a:lnTo>
                  <a:lnTo>
                    <a:pt x="277981" y="131061"/>
                  </a:lnTo>
                  <a:lnTo>
                    <a:pt x="277873" y="130874"/>
                  </a:lnTo>
                  <a:lnTo>
                    <a:pt x="277701" y="130576"/>
                  </a:lnTo>
                  <a:lnTo>
                    <a:pt x="277585" y="130367"/>
                  </a:lnTo>
                  <a:lnTo>
                    <a:pt x="277161" y="129607"/>
                  </a:lnTo>
                  <a:lnTo>
                    <a:pt x="277015" y="129347"/>
                  </a:lnTo>
                  <a:lnTo>
                    <a:pt x="277090" y="128853"/>
                  </a:lnTo>
                  <a:lnTo>
                    <a:pt x="276844" y="128284"/>
                  </a:lnTo>
                  <a:lnTo>
                    <a:pt x="276682" y="127909"/>
                  </a:lnTo>
                  <a:lnTo>
                    <a:pt x="276529" y="127555"/>
                  </a:lnTo>
                  <a:lnTo>
                    <a:pt x="276332" y="127110"/>
                  </a:lnTo>
                  <a:lnTo>
                    <a:pt x="274907" y="126250"/>
                  </a:lnTo>
                  <a:lnTo>
                    <a:pt x="274729" y="126114"/>
                  </a:lnTo>
                  <a:lnTo>
                    <a:pt x="274586" y="126006"/>
                  </a:lnTo>
                  <a:lnTo>
                    <a:pt x="274114" y="125643"/>
                  </a:lnTo>
                  <a:lnTo>
                    <a:pt x="273899" y="125436"/>
                  </a:lnTo>
                  <a:lnTo>
                    <a:pt x="273768" y="125275"/>
                  </a:lnTo>
                  <a:lnTo>
                    <a:pt x="273432" y="124867"/>
                  </a:lnTo>
                  <a:lnTo>
                    <a:pt x="273181" y="124534"/>
                  </a:lnTo>
                  <a:lnTo>
                    <a:pt x="273008" y="124304"/>
                  </a:lnTo>
                  <a:lnTo>
                    <a:pt x="272572" y="123776"/>
                  </a:lnTo>
                  <a:lnTo>
                    <a:pt x="272401" y="123565"/>
                  </a:lnTo>
                  <a:lnTo>
                    <a:pt x="272300" y="123422"/>
                  </a:lnTo>
                  <a:lnTo>
                    <a:pt x="272150" y="123099"/>
                  </a:lnTo>
                  <a:lnTo>
                    <a:pt x="271967" y="122707"/>
                  </a:lnTo>
                  <a:lnTo>
                    <a:pt x="271770" y="122283"/>
                  </a:lnTo>
                  <a:lnTo>
                    <a:pt x="271587" y="121884"/>
                  </a:lnTo>
                  <a:lnTo>
                    <a:pt x="271507" y="121746"/>
                  </a:lnTo>
                  <a:lnTo>
                    <a:pt x="271414" y="121544"/>
                  </a:lnTo>
                  <a:lnTo>
                    <a:pt x="271355" y="121411"/>
                  </a:lnTo>
                  <a:lnTo>
                    <a:pt x="271095" y="121549"/>
                  </a:lnTo>
                  <a:lnTo>
                    <a:pt x="270736" y="121746"/>
                  </a:lnTo>
                  <a:lnTo>
                    <a:pt x="270361" y="121950"/>
                  </a:lnTo>
                  <a:lnTo>
                    <a:pt x="269954" y="122169"/>
                  </a:lnTo>
                  <a:lnTo>
                    <a:pt x="269404" y="122447"/>
                  </a:lnTo>
                  <a:lnTo>
                    <a:pt x="269217" y="122548"/>
                  </a:lnTo>
                  <a:lnTo>
                    <a:pt x="269060" y="122632"/>
                  </a:lnTo>
                  <a:lnTo>
                    <a:pt x="268914" y="122710"/>
                  </a:lnTo>
                  <a:lnTo>
                    <a:pt x="268746" y="122602"/>
                  </a:lnTo>
                  <a:lnTo>
                    <a:pt x="268518" y="122455"/>
                  </a:lnTo>
                  <a:lnTo>
                    <a:pt x="268272" y="122299"/>
                  </a:lnTo>
                  <a:lnTo>
                    <a:pt x="268110" y="122199"/>
                  </a:lnTo>
                  <a:lnTo>
                    <a:pt x="267904" y="122020"/>
                  </a:lnTo>
                  <a:lnTo>
                    <a:pt x="267899" y="121861"/>
                  </a:lnTo>
                  <a:lnTo>
                    <a:pt x="267890" y="121523"/>
                  </a:lnTo>
                  <a:lnTo>
                    <a:pt x="267880" y="121162"/>
                  </a:lnTo>
                  <a:lnTo>
                    <a:pt x="267876" y="120963"/>
                  </a:lnTo>
                  <a:lnTo>
                    <a:pt x="267428" y="120604"/>
                  </a:lnTo>
                  <a:lnTo>
                    <a:pt x="267104" y="120342"/>
                  </a:lnTo>
                  <a:lnTo>
                    <a:pt x="266828" y="120117"/>
                  </a:lnTo>
                  <a:lnTo>
                    <a:pt x="266638" y="120152"/>
                  </a:lnTo>
                  <a:lnTo>
                    <a:pt x="266495" y="120171"/>
                  </a:lnTo>
                  <a:lnTo>
                    <a:pt x="266288" y="120199"/>
                  </a:lnTo>
                  <a:lnTo>
                    <a:pt x="265953" y="120255"/>
                  </a:lnTo>
                  <a:lnTo>
                    <a:pt x="265578" y="120349"/>
                  </a:lnTo>
                  <a:lnTo>
                    <a:pt x="265182" y="120414"/>
                  </a:lnTo>
                  <a:lnTo>
                    <a:pt x="265025" y="120468"/>
                  </a:lnTo>
                  <a:lnTo>
                    <a:pt x="264779" y="120541"/>
                  </a:lnTo>
                  <a:lnTo>
                    <a:pt x="264488" y="120623"/>
                  </a:lnTo>
                  <a:lnTo>
                    <a:pt x="264347" y="120663"/>
                  </a:lnTo>
                  <a:lnTo>
                    <a:pt x="263963" y="120775"/>
                  </a:lnTo>
                  <a:lnTo>
                    <a:pt x="263702" y="120916"/>
                  </a:lnTo>
                  <a:lnTo>
                    <a:pt x="263484" y="121038"/>
                  </a:lnTo>
                  <a:lnTo>
                    <a:pt x="263187" y="121212"/>
                  </a:lnTo>
                  <a:lnTo>
                    <a:pt x="262783" y="121441"/>
                  </a:lnTo>
                  <a:lnTo>
                    <a:pt x="262476" y="121587"/>
                  </a:lnTo>
                  <a:lnTo>
                    <a:pt x="262296" y="121664"/>
                  </a:lnTo>
                  <a:lnTo>
                    <a:pt x="261982" y="121795"/>
                  </a:lnTo>
                  <a:lnTo>
                    <a:pt x="261621" y="121978"/>
                  </a:lnTo>
                  <a:lnTo>
                    <a:pt x="261482" y="122041"/>
                  </a:lnTo>
                  <a:lnTo>
                    <a:pt x="261222" y="122163"/>
                  </a:lnTo>
                  <a:lnTo>
                    <a:pt x="260812" y="122356"/>
                  </a:lnTo>
                  <a:lnTo>
                    <a:pt x="260448" y="122524"/>
                  </a:lnTo>
                  <a:lnTo>
                    <a:pt x="259942" y="122759"/>
                  </a:lnTo>
                  <a:lnTo>
                    <a:pt x="259480" y="122974"/>
                  </a:lnTo>
                  <a:lnTo>
                    <a:pt x="258964" y="123214"/>
                  </a:lnTo>
                  <a:lnTo>
                    <a:pt x="258496" y="123432"/>
                  </a:lnTo>
                  <a:lnTo>
                    <a:pt x="257994" y="123666"/>
                  </a:lnTo>
                  <a:lnTo>
                    <a:pt x="257483" y="123905"/>
                  </a:lnTo>
                  <a:lnTo>
                    <a:pt x="256988" y="124135"/>
                  </a:lnTo>
                  <a:lnTo>
                    <a:pt x="256458" y="124383"/>
                  </a:lnTo>
                  <a:lnTo>
                    <a:pt x="255973" y="124599"/>
                  </a:lnTo>
                  <a:lnTo>
                    <a:pt x="255724" y="124684"/>
                  </a:lnTo>
                  <a:lnTo>
                    <a:pt x="255263" y="124773"/>
                  </a:lnTo>
                  <a:lnTo>
                    <a:pt x="255009" y="124822"/>
                  </a:lnTo>
                  <a:lnTo>
                    <a:pt x="254777" y="124869"/>
                  </a:lnTo>
                  <a:lnTo>
                    <a:pt x="254587" y="124918"/>
                  </a:lnTo>
                  <a:lnTo>
                    <a:pt x="254367" y="124974"/>
                  </a:lnTo>
                  <a:lnTo>
                    <a:pt x="254219" y="125014"/>
                  </a:lnTo>
                  <a:lnTo>
                    <a:pt x="254025" y="125045"/>
                  </a:lnTo>
                  <a:lnTo>
                    <a:pt x="253699" y="125096"/>
                  </a:lnTo>
                  <a:lnTo>
                    <a:pt x="253481" y="125134"/>
                  </a:lnTo>
                  <a:lnTo>
                    <a:pt x="253176" y="125183"/>
                  </a:lnTo>
                  <a:lnTo>
                    <a:pt x="252848" y="125213"/>
                  </a:lnTo>
                  <a:lnTo>
                    <a:pt x="252714" y="125248"/>
                  </a:lnTo>
                  <a:lnTo>
                    <a:pt x="252576" y="125286"/>
                  </a:lnTo>
                  <a:lnTo>
                    <a:pt x="252238" y="125377"/>
                  </a:lnTo>
                  <a:lnTo>
                    <a:pt x="252105" y="125413"/>
                  </a:lnTo>
                  <a:lnTo>
                    <a:pt x="251697" y="125535"/>
                  </a:lnTo>
                  <a:lnTo>
                    <a:pt x="251537" y="125581"/>
                  </a:lnTo>
                  <a:lnTo>
                    <a:pt x="251183" y="125687"/>
                  </a:lnTo>
                  <a:lnTo>
                    <a:pt x="251022" y="125734"/>
                  </a:lnTo>
                  <a:lnTo>
                    <a:pt x="250691" y="125844"/>
                  </a:lnTo>
                  <a:lnTo>
                    <a:pt x="250534" y="125898"/>
                  </a:lnTo>
                  <a:lnTo>
                    <a:pt x="250344" y="125842"/>
                  </a:lnTo>
                  <a:lnTo>
                    <a:pt x="250030" y="125755"/>
                  </a:lnTo>
                  <a:lnTo>
                    <a:pt x="249707" y="125671"/>
                  </a:lnTo>
                  <a:lnTo>
                    <a:pt x="249421" y="125595"/>
                  </a:lnTo>
                  <a:lnTo>
                    <a:pt x="249292" y="125591"/>
                  </a:lnTo>
                  <a:lnTo>
                    <a:pt x="249162" y="125516"/>
                  </a:lnTo>
                  <a:lnTo>
                    <a:pt x="249128" y="125359"/>
                  </a:lnTo>
                  <a:lnTo>
                    <a:pt x="249030" y="124984"/>
                  </a:lnTo>
                  <a:lnTo>
                    <a:pt x="248922" y="124841"/>
                  </a:lnTo>
                  <a:lnTo>
                    <a:pt x="248762" y="124585"/>
                  </a:lnTo>
                  <a:lnTo>
                    <a:pt x="248724" y="124426"/>
                  </a:lnTo>
                  <a:lnTo>
                    <a:pt x="248633" y="124039"/>
                  </a:lnTo>
                  <a:lnTo>
                    <a:pt x="248595" y="123882"/>
                  </a:lnTo>
                  <a:lnTo>
                    <a:pt x="248504" y="123682"/>
                  </a:lnTo>
                  <a:lnTo>
                    <a:pt x="248291" y="123678"/>
                  </a:lnTo>
                  <a:lnTo>
                    <a:pt x="248037" y="123680"/>
                  </a:lnTo>
                  <a:lnTo>
                    <a:pt x="247857" y="123682"/>
                  </a:lnTo>
                  <a:lnTo>
                    <a:pt x="247606" y="123617"/>
                  </a:lnTo>
                  <a:lnTo>
                    <a:pt x="247411" y="123507"/>
                  </a:lnTo>
                  <a:lnTo>
                    <a:pt x="247280" y="123434"/>
                  </a:lnTo>
                  <a:lnTo>
                    <a:pt x="246713" y="123361"/>
                  </a:lnTo>
                  <a:lnTo>
                    <a:pt x="246441" y="123338"/>
                  </a:lnTo>
                  <a:lnTo>
                    <a:pt x="246169" y="123317"/>
                  </a:lnTo>
                  <a:lnTo>
                    <a:pt x="245791" y="123286"/>
                  </a:lnTo>
                  <a:lnTo>
                    <a:pt x="245578" y="123267"/>
                  </a:lnTo>
                  <a:lnTo>
                    <a:pt x="245412" y="123242"/>
                  </a:lnTo>
                  <a:lnTo>
                    <a:pt x="245006" y="123224"/>
                  </a:lnTo>
                  <a:lnTo>
                    <a:pt x="244884" y="123099"/>
                  </a:lnTo>
                  <a:lnTo>
                    <a:pt x="244898" y="122848"/>
                  </a:lnTo>
                  <a:lnTo>
                    <a:pt x="244917" y="122538"/>
                  </a:lnTo>
                  <a:lnTo>
                    <a:pt x="244929" y="122327"/>
                  </a:lnTo>
                  <a:lnTo>
                    <a:pt x="244943" y="122147"/>
                  </a:lnTo>
                  <a:lnTo>
                    <a:pt x="244868" y="121976"/>
                  </a:lnTo>
                  <a:lnTo>
                    <a:pt x="244797" y="121816"/>
                  </a:lnTo>
                  <a:lnTo>
                    <a:pt x="244739" y="121683"/>
                  </a:lnTo>
                  <a:lnTo>
                    <a:pt x="244673" y="121526"/>
                  </a:lnTo>
                  <a:lnTo>
                    <a:pt x="244598" y="121354"/>
                  </a:lnTo>
                  <a:lnTo>
                    <a:pt x="244375" y="121380"/>
                  </a:lnTo>
                  <a:lnTo>
                    <a:pt x="244139" y="121408"/>
                  </a:lnTo>
                  <a:lnTo>
                    <a:pt x="243925" y="121436"/>
                  </a:lnTo>
                  <a:lnTo>
                    <a:pt x="243618" y="121474"/>
                  </a:lnTo>
                  <a:lnTo>
                    <a:pt x="243292" y="121422"/>
                  </a:lnTo>
                  <a:lnTo>
                    <a:pt x="243088" y="121300"/>
                  </a:lnTo>
                  <a:lnTo>
                    <a:pt x="242781" y="121120"/>
                  </a:lnTo>
                  <a:lnTo>
                    <a:pt x="242615" y="121022"/>
                  </a:lnTo>
                  <a:lnTo>
                    <a:pt x="242423" y="120909"/>
                  </a:lnTo>
                  <a:lnTo>
                    <a:pt x="242106" y="120773"/>
                  </a:lnTo>
                  <a:lnTo>
                    <a:pt x="241954" y="120797"/>
                  </a:lnTo>
                  <a:lnTo>
                    <a:pt x="241461" y="120874"/>
                  </a:lnTo>
                  <a:lnTo>
                    <a:pt x="241035" y="121052"/>
                  </a:lnTo>
                  <a:lnTo>
                    <a:pt x="240805" y="121270"/>
                  </a:lnTo>
                  <a:lnTo>
                    <a:pt x="240629" y="121441"/>
                  </a:lnTo>
                  <a:lnTo>
                    <a:pt x="240432" y="121631"/>
                  </a:lnTo>
                  <a:lnTo>
                    <a:pt x="240252" y="121803"/>
                  </a:lnTo>
                  <a:lnTo>
                    <a:pt x="240109" y="121939"/>
                  </a:lnTo>
                  <a:lnTo>
                    <a:pt x="239839" y="122196"/>
                  </a:lnTo>
                  <a:lnTo>
                    <a:pt x="239626" y="122400"/>
                  </a:lnTo>
                  <a:lnTo>
                    <a:pt x="239461" y="122557"/>
                  </a:lnTo>
                  <a:lnTo>
                    <a:pt x="239211" y="122801"/>
                  </a:lnTo>
                  <a:lnTo>
                    <a:pt x="239061" y="122947"/>
                  </a:lnTo>
                  <a:lnTo>
                    <a:pt x="238557" y="123430"/>
                  </a:lnTo>
                  <a:lnTo>
                    <a:pt x="238395" y="123444"/>
                  </a:lnTo>
                  <a:lnTo>
                    <a:pt x="237867" y="123488"/>
                  </a:lnTo>
                  <a:lnTo>
                    <a:pt x="237497" y="123486"/>
                  </a:lnTo>
                  <a:lnTo>
                    <a:pt x="237269" y="123484"/>
                  </a:lnTo>
                  <a:lnTo>
                    <a:pt x="237164" y="123348"/>
                  </a:lnTo>
                  <a:lnTo>
                    <a:pt x="237060" y="123215"/>
                  </a:lnTo>
                  <a:lnTo>
                    <a:pt x="236932" y="123050"/>
                  </a:lnTo>
                  <a:lnTo>
                    <a:pt x="236599" y="122625"/>
                  </a:lnTo>
                  <a:lnTo>
                    <a:pt x="236243" y="122171"/>
                  </a:lnTo>
                  <a:lnTo>
                    <a:pt x="235898" y="121662"/>
                  </a:lnTo>
                  <a:lnTo>
                    <a:pt x="235694" y="121662"/>
                  </a:lnTo>
                  <a:lnTo>
                    <a:pt x="235345" y="121660"/>
                  </a:lnTo>
                  <a:lnTo>
                    <a:pt x="235014" y="121660"/>
                  </a:lnTo>
                  <a:lnTo>
                    <a:pt x="234815" y="121662"/>
                  </a:lnTo>
                  <a:lnTo>
                    <a:pt x="234290" y="121685"/>
                  </a:lnTo>
                  <a:lnTo>
                    <a:pt x="234029" y="121699"/>
                  </a:lnTo>
                  <a:lnTo>
                    <a:pt x="233832" y="121709"/>
                  </a:lnTo>
                  <a:lnTo>
                    <a:pt x="233701" y="121716"/>
                  </a:lnTo>
                  <a:lnTo>
                    <a:pt x="233570" y="121735"/>
                  </a:lnTo>
                  <a:lnTo>
                    <a:pt x="233441" y="121751"/>
                  </a:lnTo>
                  <a:lnTo>
                    <a:pt x="233214" y="121781"/>
                  </a:lnTo>
                  <a:lnTo>
                    <a:pt x="232780" y="121847"/>
                  </a:lnTo>
                  <a:lnTo>
                    <a:pt x="232644" y="121871"/>
                  </a:lnTo>
                  <a:lnTo>
                    <a:pt x="232283" y="121927"/>
                  </a:lnTo>
                  <a:lnTo>
                    <a:pt x="232086" y="121955"/>
                  </a:lnTo>
                  <a:lnTo>
                    <a:pt x="231713" y="122011"/>
                  </a:lnTo>
                  <a:lnTo>
                    <a:pt x="231582" y="122032"/>
                  </a:lnTo>
                  <a:lnTo>
                    <a:pt x="231322" y="122072"/>
                  </a:lnTo>
                  <a:lnTo>
                    <a:pt x="231057" y="122114"/>
                  </a:lnTo>
                  <a:lnTo>
                    <a:pt x="230862" y="122147"/>
                  </a:lnTo>
                  <a:lnTo>
                    <a:pt x="230660" y="122175"/>
                  </a:lnTo>
                  <a:lnTo>
                    <a:pt x="230510" y="122199"/>
                  </a:lnTo>
                  <a:lnTo>
                    <a:pt x="230088" y="122255"/>
                  </a:lnTo>
                  <a:lnTo>
                    <a:pt x="229945" y="122276"/>
                  </a:lnTo>
                  <a:lnTo>
                    <a:pt x="229566" y="122330"/>
                  </a:lnTo>
                  <a:lnTo>
                    <a:pt x="229345" y="122372"/>
                  </a:lnTo>
                  <a:lnTo>
                    <a:pt x="229029" y="122433"/>
                  </a:lnTo>
                  <a:lnTo>
                    <a:pt x="228869" y="122464"/>
                  </a:lnTo>
                  <a:lnTo>
                    <a:pt x="228515" y="122525"/>
                  </a:lnTo>
                  <a:lnTo>
                    <a:pt x="228283" y="122567"/>
                  </a:lnTo>
                  <a:lnTo>
                    <a:pt x="228009" y="122539"/>
                  </a:lnTo>
                  <a:lnTo>
                    <a:pt x="227772" y="122515"/>
                  </a:lnTo>
                  <a:lnTo>
                    <a:pt x="227510" y="122464"/>
                  </a:lnTo>
                  <a:lnTo>
                    <a:pt x="227315" y="122433"/>
                  </a:lnTo>
                  <a:lnTo>
                    <a:pt x="227179" y="122457"/>
                  </a:lnTo>
                  <a:lnTo>
                    <a:pt x="226886" y="122438"/>
                  </a:lnTo>
                  <a:lnTo>
                    <a:pt x="226637" y="122417"/>
                  </a:lnTo>
                  <a:lnTo>
                    <a:pt x="226471" y="122403"/>
                  </a:lnTo>
                  <a:lnTo>
                    <a:pt x="226255" y="122377"/>
                  </a:lnTo>
                  <a:lnTo>
                    <a:pt x="226023" y="122405"/>
                  </a:lnTo>
                  <a:lnTo>
                    <a:pt x="225676" y="122445"/>
                  </a:lnTo>
                  <a:lnTo>
                    <a:pt x="225092" y="122515"/>
                  </a:lnTo>
                  <a:lnTo>
                    <a:pt x="224675" y="122579"/>
                  </a:lnTo>
                  <a:lnTo>
                    <a:pt x="224124" y="122656"/>
                  </a:lnTo>
                  <a:lnTo>
                    <a:pt x="223578" y="122736"/>
                  </a:lnTo>
                  <a:lnTo>
                    <a:pt x="222999" y="122813"/>
                  </a:lnTo>
                  <a:lnTo>
                    <a:pt x="222748" y="122851"/>
                  </a:lnTo>
                  <a:lnTo>
                    <a:pt x="222478" y="122848"/>
                  </a:lnTo>
                  <a:lnTo>
                    <a:pt x="221899" y="122888"/>
                  </a:lnTo>
                  <a:lnTo>
                    <a:pt x="221684" y="122867"/>
                  </a:lnTo>
                  <a:lnTo>
                    <a:pt x="221475" y="122848"/>
                  </a:lnTo>
                  <a:lnTo>
                    <a:pt x="221334" y="122851"/>
                  </a:lnTo>
                  <a:lnTo>
                    <a:pt x="221179" y="122860"/>
                  </a:lnTo>
                  <a:lnTo>
                    <a:pt x="220755" y="122860"/>
                  </a:lnTo>
                  <a:lnTo>
                    <a:pt x="220422" y="122886"/>
                  </a:lnTo>
                  <a:lnTo>
                    <a:pt x="220256" y="122902"/>
                  </a:lnTo>
                  <a:lnTo>
                    <a:pt x="219693" y="122907"/>
                  </a:lnTo>
                  <a:lnTo>
                    <a:pt x="219524" y="122740"/>
                  </a:lnTo>
                  <a:lnTo>
                    <a:pt x="219384" y="122602"/>
                  </a:lnTo>
                  <a:lnTo>
                    <a:pt x="218912" y="122140"/>
                  </a:lnTo>
                  <a:lnTo>
                    <a:pt x="218558" y="121793"/>
                  </a:lnTo>
                  <a:lnTo>
                    <a:pt x="218223" y="121463"/>
                  </a:lnTo>
                  <a:lnTo>
                    <a:pt x="218551" y="121062"/>
                  </a:lnTo>
                  <a:lnTo>
                    <a:pt x="218052" y="120004"/>
                  </a:lnTo>
                  <a:lnTo>
                    <a:pt x="217391" y="119916"/>
                  </a:lnTo>
                  <a:lnTo>
                    <a:pt x="217132" y="119567"/>
                  </a:lnTo>
                  <a:lnTo>
                    <a:pt x="216948" y="119319"/>
                  </a:lnTo>
                  <a:lnTo>
                    <a:pt x="216629" y="118901"/>
                  </a:lnTo>
                  <a:lnTo>
                    <a:pt x="216486" y="118769"/>
                  </a:lnTo>
                  <a:lnTo>
                    <a:pt x="216101" y="118424"/>
                  </a:lnTo>
                  <a:lnTo>
                    <a:pt x="215804" y="118247"/>
                  </a:lnTo>
                  <a:lnTo>
                    <a:pt x="215527" y="118060"/>
                  </a:lnTo>
                  <a:lnTo>
                    <a:pt x="214924" y="117708"/>
                  </a:lnTo>
                  <a:lnTo>
                    <a:pt x="214668" y="117548"/>
                  </a:lnTo>
                  <a:lnTo>
                    <a:pt x="214430" y="117402"/>
                  </a:lnTo>
                  <a:lnTo>
                    <a:pt x="213415" y="116774"/>
                  </a:lnTo>
                  <a:lnTo>
                    <a:pt x="212886" y="116735"/>
                  </a:lnTo>
                  <a:lnTo>
                    <a:pt x="212424" y="116089"/>
                  </a:lnTo>
                  <a:lnTo>
                    <a:pt x="212250" y="115844"/>
                  </a:lnTo>
                  <a:lnTo>
                    <a:pt x="211449" y="114929"/>
                  </a:lnTo>
                  <a:lnTo>
                    <a:pt x="210319" y="115748"/>
                  </a:lnTo>
                  <a:lnTo>
                    <a:pt x="209299" y="117277"/>
                  </a:lnTo>
                  <a:lnTo>
                    <a:pt x="208590" y="117153"/>
                  </a:lnTo>
                  <a:lnTo>
                    <a:pt x="208149" y="117075"/>
                  </a:lnTo>
                  <a:lnTo>
                    <a:pt x="206965" y="117372"/>
                  </a:lnTo>
                  <a:lnTo>
                    <a:pt x="208546" y="115205"/>
                  </a:lnTo>
                  <a:lnTo>
                    <a:pt x="208902" y="114791"/>
                  </a:lnTo>
                  <a:lnTo>
                    <a:pt x="209080" y="114679"/>
                  </a:lnTo>
                  <a:lnTo>
                    <a:pt x="209283" y="114531"/>
                  </a:lnTo>
                  <a:lnTo>
                    <a:pt x="209518" y="114281"/>
                  </a:lnTo>
                  <a:lnTo>
                    <a:pt x="210329" y="113372"/>
                  </a:lnTo>
                  <a:lnTo>
                    <a:pt x="210619" y="113070"/>
                  </a:lnTo>
                  <a:lnTo>
                    <a:pt x="214211" y="111131"/>
                  </a:lnTo>
                  <a:lnTo>
                    <a:pt x="214427" y="107730"/>
                  </a:lnTo>
                  <a:lnTo>
                    <a:pt x="213703" y="107765"/>
                  </a:lnTo>
                  <a:close/>
                </a:path>
              </a:pathLst>
            </a:custGeom>
            <a:solidFill>
              <a:srgbClr val="98B0B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g57"/>
            <p:cNvSpPr/>
            <p:nvPr/>
          </p:nvSpPr>
          <p:spPr>
            <a:xfrm>
              <a:off x="5523378" y="5395068"/>
              <a:ext cx="173515" cy="256838"/>
            </a:xfrm>
            <a:custGeom>
              <a:avLst/>
              <a:pathLst>
                <a:path w="173515" h="256838">
                  <a:moveTo>
                    <a:pt x="0" y="256838"/>
                  </a:moveTo>
                  <a:lnTo>
                    <a:pt x="8440" y="223012"/>
                  </a:lnTo>
                  <a:lnTo>
                    <a:pt x="24650" y="218514"/>
                  </a:lnTo>
                  <a:lnTo>
                    <a:pt x="30116" y="217000"/>
                  </a:lnTo>
                  <a:lnTo>
                    <a:pt x="36771" y="215156"/>
                  </a:lnTo>
                  <a:lnTo>
                    <a:pt x="39776" y="214324"/>
                  </a:lnTo>
                  <a:lnTo>
                    <a:pt x="41460" y="213857"/>
                  </a:lnTo>
                  <a:lnTo>
                    <a:pt x="46884" y="212355"/>
                  </a:lnTo>
                  <a:lnTo>
                    <a:pt x="51579" y="210180"/>
                  </a:lnTo>
                  <a:lnTo>
                    <a:pt x="55967" y="208149"/>
                  </a:lnTo>
                  <a:lnTo>
                    <a:pt x="67437" y="204398"/>
                  </a:lnTo>
                  <a:lnTo>
                    <a:pt x="69381" y="202540"/>
                  </a:lnTo>
                  <a:lnTo>
                    <a:pt x="70005" y="201943"/>
                  </a:lnTo>
                  <a:lnTo>
                    <a:pt x="71153" y="200845"/>
                  </a:lnTo>
                  <a:lnTo>
                    <a:pt x="74839" y="194976"/>
                  </a:lnTo>
                  <a:lnTo>
                    <a:pt x="76357" y="190708"/>
                  </a:lnTo>
                  <a:lnTo>
                    <a:pt x="80695" y="178516"/>
                  </a:lnTo>
                  <a:lnTo>
                    <a:pt x="88344" y="177231"/>
                  </a:lnTo>
                  <a:lnTo>
                    <a:pt x="90396" y="176886"/>
                  </a:lnTo>
                  <a:lnTo>
                    <a:pt x="92359" y="176070"/>
                  </a:lnTo>
                  <a:lnTo>
                    <a:pt x="93328" y="175667"/>
                  </a:lnTo>
                  <a:lnTo>
                    <a:pt x="95007" y="174925"/>
                  </a:lnTo>
                  <a:lnTo>
                    <a:pt x="96734" y="174611"/>
                  </a:lnTo>
                  <a:lnTo>
                    <a:pt x="99184" y="174249"/>
                  </a:lnTo>
                  <a:lnTo>
                    <a:pt x="101086" y="172619"/>
                  </a:lnTo>
                  <a:lnTo>
                    <a:pt x="102219" y="172177"/>
                  </a:lnTo>
                  <a:lnTo>
                    <a:pt x="104350" y="171347"/>
                  </a:lnTo>
                  <a:lnTo>
                    <a:pt x="106230" y="170609"/>
                  </a:lnTo>
                  <a:lnTo>
                    <a:pt x="109817" y="175133"/>
                  </a:lnTo>
                  <a:lnTo>
                    <a:pt x="110549" y="176800"/>
                  </a:lnTo>
                  <a:lnTo>
                    <a:pt x="112324" y="180837"/>
                  </a:lnTo>
                  <a:lnTo>
                    <a:pt x="112823" y="182604"/>
                  </a:lnTo>
                  <a:lnTo>
                    <a:pt x="114599" y="188884"/>
                  </a:lnTo>
                  <a:lnTo>
                    <a:pt x="115137" y="190786"/>
                  </a:lnTo>
                  <a:lnTo>
                    <a:pt x="117255" y="193983"/>
                  </a:lnTo>
                  <a:lnTo>
                    <a:pt x="118592" y="197810"/>
                  </a:lnTo>
                  <a:lnTo>
                    <a:pt x="120219" y="201494"/>
                  </a:lnTo>
                  <a:lnTo>
                    <a:pt x="120658" y="202487"/>
                  </a:lnTo>
                  <a:lnTo>
                    <a:pt x="121241" y="203808"/>
                  </a:lnTo>
                  <a:lnTo>
                    <a:pt x="120812" y="204301"/>
                  </a:lnTo>
                  <a:lnTo>
                    <a:pt x="120590" y="204557"/>
                  </a:lnTo>
                  <a:lnTo>
                    <a:pt x="120324" y="204618"/>
                  </a:lnTo>
                  <a:lnTo>
                    <a:pt x="120075" y="205049"/>
                  </a:lnTo>
                  <a:lnTo>
                    <a:pt x="119719" y="205214"/>
                  </a:lnTo>
                  <a:lnTo>
                    <a:pt x="120090" y="206475"/>
                  </a:lnTo>
                  <a:lnTo>
                    <a:pt x="120685" y="208512"/>
                  </a:lnTo>
                  <a:lnTo>
                    <a:pt x="120045" y="213858"/>
                  </a:lnTo>
                  <a:lnTo>
                    <a:pt x="120167" y="215954"/>
                  </a:lnTo>
                  <a:lnTo>
                    <a:pt x="120221" y="216861"/>
                  </a:lnTo>
                  <a:lnTo>
                    <a:pt x="120315" y="218901"/>
                  </a:lnTo>
                  <a:lnTo>
                    <a:pt x="119666" y="221165"/>
                  </a:lnTo>
                  <a:lnTo>
                    <a:pt x="119612" y="221356"/>
                  </a:lnTo>
                  <a:lnTo>
                    <a:pt x="119088" y="223185"/>
                  </a:lnTo>
                  <a:lnTo>
                    <a:pt x="118855" y="229370"/>
                  </a:lnTo>
                  <a:lnTo>
                    <a:pt x="118718" y="230077"/>
                  </a:lnTo>
                  <a:lnTo>
                    <a:pt x="118648" y="230341"/>
                  </a:lnTo>
                  <a:lnTo>
                    <a:pt x="118858" y="230547"/>
                  </a:lnTo>
                  <a:lnTo>
                    <a:pt x="119312" y="230252"/>
                  </a:lnTo>
                  <a:lnTo>
                    <a:pt x="122338" y="229941"/>
                  </a:lnTo>
                  <a:lnTo>
                    <a:pt x="123186" y="230165"/>
                  </a:lnTo>
                  <a:lnTo>
                    <a:pt x="123491" y="230613"/>
                  </a:lnTo>
                  <a:lnTo>
                    <a:pt x="124334" y="230712"/>
                  </a:lnTo>
                  <a:lnTo>
                    <a:pt x="124631" y="230604"/>
                  </a:lnTo>
                  <a:lnTo>
                    <a:pt x="129208" y="233689"/>
                  </a:lnTo>
                  <a:lnTo>
                    <a:pt x="131998" y="228480"/>
                  </a:lnTo>
                  <a:lnTo>
                    <a:pt x="136140" y="229841"/>
                  </a:lnTo>
                  <a:lnTo>
                    <a:pt x="136516" y="230494"/>
                  </a:lnTo>
                  <a:lnTo>
                    <a:pt x="136870" y="230888"/>
                  </a:lnTo>
                  <a:lnTo>
                    <a:pt x="137187" y="230658"/>
                  </a:lnTo>
                  <a:lnTo>
                    <a:pt x="137383" y="230516"/>
                  </a:lnTo>
                  <a:lnTo>
                    <a:pt x="138744" y="229435"/>
                  </a:lnTo>
                  <a:lnTo>
                    <a:pt x="139185" y="229113"/>
                  </a:lnTo>
                  <a:lnTo>
                    <a:pt x="140130" y="228477"/>
                  </a:lnTo>
                  <a:lnTo>
                    <a:pt x="140667" y="228115"/>
                  </a:lnTo>
                  <a:lnTo>
                    <a:pt x="141368" y="227609"/>
                  </a:lnTo>
                  <a:lnTo>
                    <a:pt x="141880" y="227282"/>
                  </a:lnTo>
                  <a:lnTo>
                    <a:pt x="142127" y="227008"/>
                  </a:lnTo>
                  <a:lnTo>
                    <a:pt x="142385" y="226743"/>
                  </a:lnTo>
                  <a:lnTo>
                    <a:pt x="143343" y="226710"/>
                  </a:lnTo>
                  <a:lnTo>
                    <a:pt x="145358" y="227259"/>
                  </a:lnTo>
                  <a:lnTo>
                    <a:pt x="146203" y="223307"/>
                  </a:lnTo>
                  <a:lnTo>
                    <a:pt x="146244" y="223102"/>
                  </a:lnTo>
                  <a:lnTo>
                    <a:pt x="146266" y="222893"/>
                  </a:lnTo>
                  <a:lnTo>
                    <a:pt x="146266" y="222607"/>
                  </a:lnTo>
                  <a:lnTo>
                    <a:pt x="146638" y="221746"/>
                  </a:lnTo>
                  <a:lnTo>
                    <a:pt x="146932" y="221748"/>
                  </a:lnTo>
                  <a:lnTo>
                    <a:pt x="146668" y="220489"/>
                  </a:lnTo>
                  <a:lnTo>
                    <a:pt x="146824" y="220408"/>
                  </a:lnTo>
                  <a:lnTo>
                    <a:pt x="146970" y="220311"/>
                  </a:lnTo>
                  <a:lnTo>
                    <a:pt x="148707" y="219942"/>
                  </a:lnTo>
                  <a:lnTo>
                    <a:pt x="148928" y="219315"/>
                  </a:lnTo>
                  <a:lnTo>
                    <a:pt x="148774" y="218807"/>
                  </a:lnTo>
                  <a:lnTo>
                    <a:pt x="148725" y="218652"/>
                  </a:lnTo>
                  <a:lnTo>
                    <a:pt x="148694" y="218492"/>
                  </a:lnTo>
                  <a:lnTo>
                    <a:pt x="148682" y="218330"/>
                  </a:lnTo>
                  <a:lnTo>
                    <a:pt x="148762" y="218017"/>
                  </a:lnTo>
                  <a:lnTo>
                    <a:pt x="149290" y="217252"/>
                  </a:lnTo>
                  <a:lnTo>
                    <a:pt x="149921" y="216520"/>
                  </a:lnTo>
                  <a:lnTo>
                    <a:pt x="149890" y="216313"/>
                  </a:lnTo>
                  <a:lnTo>
                    <a:pt x="149877" y="216104"/>
                  </a:lnTo>
                  <a:lnTo>
                    <a:pt x="149880" y="215928"/>
                  </a:lnTo>
                  <a:lnTo>
                    <a:pt x="150116" y="215396"/>
                  </a:lnTo>
                  <a:lnTo>
                    <a:pt x="151017" y="214306"/>
                  </a:lnTo>
                  <a:lnTo>
                    <a:pt x="151040" y="214176"/>
                  </a:lnTo>
                  <a:lnTo>
                    <a:pt x="151044" y="214043"/>
                  </a:lnTo>
                  <a:lnTo>
                    <a:pt x="151028" y="213901"/>
                  </a:lnTo>
                  <a:lnTo>
                    <a:pt x="150959" y="213494"/>
                  </a:lnTo>
                  <a:lnTo>
                    <a:pt x="150928" y="213239"/>
                  </a:lnTo>
                  <a:lnTo>
                    <a:pt x="150916" y="212983"/>
                  </a:lnTo>
                  <a:lnTo>
                    <a:pt x="150919" y="212808"/>
                  </a:lnTo>
                  <a:lnTo>
                    <a:pt x="150922" y="212598"/>
                  </a:lnTo>
                  <a:lnTo>
                    <a:pt x="150895" y="212311"/>
                  </a:lnTo>
                  <a:lnTo>
                    <a:pt x="150878" y="212102"/>
                  </a:lnTo>
                  <a:lnTo>
                    <a:pt x="150879" y="211893"/>
                  </a:lnTo>
                  <a:lnTo>
                    <a:pt x="150899" y="211684"/>
                  </a:lnTo>
                  <a:lnTo>
                    <a:pt x="150922" y="211549"/>
                  </a:lnTo>
                  <a:lnTo>
                    <a:pt x="150928" y="211373"/>
                  </a:lnTo>
                  <a:lnTo>
                    <a:pt x="150915" y="211198"/>
                  </a:lnTo>
                  <a:lnTo>
                    <a:pt x="151731" y="207386"/>
                  </a:lnTo>
                  <a:lnTo>
                    <a:pt x="150879" y="205556"/>
                  </a:lnTo>
                  <a:lnTo>
                    <a:pt x="152824" y="202910"/>
                  </a:lnTo>
                  <a:lnTo>
                    <a:pt x="153682" y="200176"/>
                  </a:lnTo>
                  <a:lnTo>
                    <a:pt x="153966" y="199147"/>
                  </a:lnTo>
                  <a:lnTo>
                    <a:pt x="154892" y="194408"/>
                  </a:lnTo>
                  <a:lnTo>
                    <a:pt x="156571" y="192858"/>
                  </a:lnTo>
                  <a:lnTo>
                    <a:pt x="156605" y="192714"/>
                  </a:lnTo>
                  <a:lnTo>
                    <a:pt x="156656" y="192575"/>
                  </a:lnTo>
                  <a:lnTo>
                    <a:pt x="157504" y="191647"/>
                  </a:lnTo>
                  <a:lnTo>
                    <a:pt x="157602" y="191350"/>
                  </a:lnTo>
                  <a:lnTo>
                    <a:pt x="157652" y="191211"/>
                  </a:lnTo>
                  <a:lnTo>
                    <a:pt x="157829" y="190923"/>
                  </a:lnTo>
                  <a:lnTo>
                    <a:pt x="159721" y="187670"/>
                  </a:lnTo>
                  <a:lnTo>
                    <a:pt x="160942" y="185232"/>
                  </a:lnTo>
                  <a:lnTo>
                    <a:pt x="161034" y="185097"/>
                  </a:lnTo>
                  <a:lnTo>
                    <a:pt x="163886" y="181270"/>
                  </a:lnTo>
                  <a:lnTo>
                    <a:pt x="164331" y="180939"/>
                  </a:lnTo>
                  <a:lnTo>
                    <a:pt x="164412" y="180669"/>
                  </a:lnTo>
                  <a:lnTo>
                    <a:pt x="164475" y="180395"/>
                  </a:lnTo>
                  <a:lnTo>
                    <a:pt x="164519" y="180117"/>
                  </a:lnTo>
                  <a:lnTo>
                    <a:pt x="164545" y="179837"/>
                  </a:lnTo>
                  <a:lnTo>
                    <a:pt x="164552" y="179556"/>
                  </a:lnTo>
                  <a:lnTo>
                    <a:pt x="164535" y="179203"/>
                  </a:lnTo>
                  <a:lnTo>
                    <a:pt x="164516" y="179056"/>
                  </a:lnTo>
                  <a:lnTo>
                    <a:pt x="164624" y="178288"/>
                  </a:lnTo>
                  <a:lnTo>
                    <a:pt x="164691" y="177067"/>
                  </a:lnTo>
                  <a:lnTo>
                    <a:pt x="164630" y="176932"/>
                  </a:lnTo>
                  <a:lnTo>
                    <a:pt x="164586" y="176791"/>
                  </a:lnTo>
                  <a:lnTo>
                    <a:pt x="164553" y="176521"/>
                  </a:lnTo>
                  <a:lnTo>
                    <a:pt x="164565" y="176323"/>
                  </a:lnTo>
                  <a:lnTo>
                    <a:pt x="164560" y="176124"/>
                  </a:lnTo>
                  <a:lnTo>
                    <a:pt x="164535" y="175926"/>
                  </a:lnTo>
                  <a:lnTo>
                    <a:pt x="164492" y="175732"/>
                  </a:lnTo>
                  <a:lnTo>
                    <a:pt x="164431" y="175543"/>
                  </a:lnTo>
                  <a:lnTo>
                    <a:pt x="164352" y="175360"/>
                  </a:lnTo>
                  <a:lnTo>
                    <a:pt x="164256" y="175186"/>
                  </a:lnTo>
                  <a:lnTo>
                    <a:pt x="164145" y="175021"/>
                  </a:lnTo>
                  <a:lnTo>
                    <a:pt x="163063" y="173643"/>
                  </a:lnTo>
                  <a:lnTo>
                    <a:pt x="163265" y="173021"/>
                  </a:lnTo>
                  <a:lnTo>
                    <a:pt x="163512" y="171889"/>
                  </a:lnTo>
                  <a:lnTo>
                    <a:pt x="163980" y="170523"/>
                  </a:lnTo>
                  <a:lnTo>
                    <a:pt x="165258" y="168146"/>
                  </a:lnTo>
                  <a:lnTo>
                    <a:pt x="165255" y="167066"/>
                  </a:lnTo>
                  <a:lnTo>
                    <a:pt x="165122" y="165657"/>
                  </a:lnTo>
                  <a:lnTo>
                    <a:pt x="165382" y="162928"/>
                  </a:lnTo>
                  <a:lnTo>
                    <a:pt x="165302" y="162063"/>
                  </a:lnTo>
                  <a:lnTo>
                    <a:pt x="165346" y="161688"/>
                  </a:lnTo>
                  <a:lnTo>
                    <a:pt x="165398" y="161125"/>
                  </a:lnTo>
                  <a:lnTo>
                    <a:pt x="165417" y="160916"/>
                  </a:lnTo>
                  <a:lnTo>
                    <a:pt x="165334" y="160197"/>
                  </a:lnTo>
                  <a:lnTo>
                    <a:pt x="165249" y="159093"/>
                  </a:lnTo>
                  <a:lnTo>
                    <a:pt x="165562" y="157287"/>
                  </a:lnTo>
                  <a:lnTo>
                    <a:pt x="166277" y="154623"/>
                  </a:lnTo>
                  <a:lnTo>
                    <a:pt x="166446" y="153330"/>
                  </a:lnTo>
                  <a:lnTo>
                    <a:pt x="166741" y="150787"/>
                  </a:lnTo>
                  <a:lnTo>
                    <a:pt x="166733" y="150639"/>
                  </a:lnTo>
                  <a:lnTo>
                    <a:pt x="166752" y="150435"/>
                  </a:lnTo>
                  <a:lnTo>
                    <a:pt x="166778" y="150289"/>
                  </a:lnTo>
                  <a:lnTo>
                    <a:pt x="166783" y="150084"/>
                  </a:lnTo>
                  <a:lnTo>
                    <a:pt x="166789" y="149922"/>
                  </a:lnTo>
                  <a:lnTo>
                    <a:pt x="166814" y="149762"/>
                  </a:lnTo>
                  <a:lnTo>
                    <a:pt x="166857" y="149605"/>
                  </a:lnTo>
                  <a:lnTo>
                    <a:pt x="167349" y="148834"/>
                  </a:lnTo>
                  <a:lnTo>
                    <a:pt x="167523" y="148539"/>
                  </a:lnTo>
                  <a:lnTo>
                    <a:pt x="168861" y="146223"/>
                  </a:lnTo>
                  <a:lnTo>
                    <a:pt x="169430" y="145008"/>
                  </a:lnTo>
                  <a:lnTo>
                    <a:pt x="170070" y="144393"/>
                  </a:lnTo>
                  <a:lnTo>
                    <a:pt x="170998" y="143329"/>
                  </a:lnTo>
                  <a:lnTo>
                    <a:pt x="173203" y="141681"/>
                  </a:lnTo>
                  <a:lnTo>
                    <a:pt x="173298" y="141549"/>
                  </a:lnTo>
                  <a:lnTo>
                    <a:pt x="173377" y="141407"/>
                  </a:lnTo>
                  <a:lnTo>
                    <a:pt x="173439" y="141257"/>
                  </a:lnTo>
                  <a:lnTo>
                    <a:pt x="173483" y="141101"/>
                  </a:lnTo>
                  <a:lnTo>
                    <a:pt x="173510" y="140941"/>
                  </a:lnTo>
                  <a:lnTo>
                    <a:pt x="173515" y="140710"/>
                  </a:lnTo>
                  <a:lnTo>
                    <a:pt x="173245" y="134713"/>
                  </a:lnTo>
                  <a:lnTo>
                    <a:pt x="173080" y="126129"/>
                  </a:lnTo>
                  <a:lnTo>
                    <a:pt x="173046" y="124360"/>
                  </a:lnTo>
                  <a:lnTo>
                    <a:pt x="173279" y="122580"/>
                  </a:lnTo>
                  <a:lnTo>
                    <a:pt x="173090" y="117099"/>
                  </a:lnTo>
                  <a:lnTo>
                    <a:pt x="172985" y="113948"/>
                  </a:lnTo>
                  <a:lnTo>
                    <a:pt x="172047" y="111521"/>
                  </a:lnTo>
                  <a:lnTo>
                    <a:pt x="169797" y="106912"/>
                  </a:lnTo>
                  <a:lnTo>
                    <a:pt x="170111" y="106181"/>
                  </a:lnTo>
                  <a:lnTo>
                    <a:pt x="170074" y="106051"/>
                  </a:lnTo>
                  <a:lnTo>
                    <a:pt x="168665" y="102833"/>
                  </a:lnTo>
                  <a:lnTo>
                    <a:pt x="168502" y="99944"/>
                  </a:lnTo>
                  <a:lnTo>
                    <a:pt x="168370" y="97617"/>
                  </a:lnTo>
                  <a:lnTo>
                    <a:pt x="168251" y="95535"/>
                  </a:lnTo>
                  <a:lnTo>
                    <a:pt x="168149" y="95285"/>
                  </a:lnTo>
                  <a:lnTo>
                    <a:pt x="166683" y="91717"/>
                  </a:lnTo>
                  <a:lnTo>
                    <a:pt x="166924" y="83993"/>
                  </a:lnTo>
                  <a:lnTo>
                    <a:pt x="166810" y="82973"/>
                  </a:lnTo>
                  <a:lnTo>
                    <a:pt x="166708" y="82063"/>
                  </a:lnTo>
                  <a:lnTo>
                    <a:pt x="166301" y="78423"/>
                  </a:lnTo>
                  <a:lnTo>
                    <a:pt x="165614" y="75283"/>
                  </a:lnTo>
                  <a:lnTo>
                    <a:pt x="164822" y="73339"/>
                  </a:lnTo>
                  <a:lnTo>
                    <a:pt x="163449" y="69966"/>
                  </a:lnTo>
                  <a:lnTo>
                    <a:pt x="162024" y="62507"/>
                  </a:lnTo>
                  <a:lnTo>
                    <a:pt x="160811" y="56219"/>
                  </a:lnTo>
                  <a:lnTo>
                    <a:pt x="160256" y="53296"/>
                  </a:lnTo>
                  <a:lnTo>
                    <a:pt x="160134" y="52652"/>
                  </a:lnTo>
                  <a:lnTo>
                    <a:pt x="160105" y="52502"/>
                  </a:lnTo>
                  <a:lnTo>
                    <a:pt x="159495" y="49275"/>
                  </a:lnTo>
                  <a:lnTo>
                    <a:pt x="160138" y="46502"/>
                  </a:lnTo>
                  <a:lnTo>
                    <a:pt x="160649" y="44303"/>
                  </a:lnTo>
                  <a:lnTo>
                    <a:pt x="162096" y="42439"/>
                  </a:lnTo>
                  <a:lnTo>
                    <a:pt x="163198" y="40981"/>
                  </a:lnTo>
                  <a:lnTo>
                    <a:pt x="163363" y="40363"/>
                  </a:lnTo>
                  <a:lnTo>
                    <a:pt x="163425" y="39820"/>
                  </a:lnTo>
                  <a:lnTo>
                    <a:pt x="163485" y="39234"/>
                  </a:lnTo>
                  <a:lnTo>
                    <a:pt x="163545" y="38656"/>
                  </a:lnTo>
                  <a:lnTo>
                    <a:pt x="163584" y="38181"/>
                  </a:lnTo>
                  <a:lnTo>
                    <a:pt x="163647" y="37682"/>
                  </a:lnTo>
                  <a:lnTo>
                    <a:pt x="163706" y="36790"/>
                  </a:lnTo>
                  <a:lnTo>
                    <a:pt x="163757" y="36105"/>
                  </a:lnTo>
                  <a:lnTo>
                    <a:pt x="163805" y="35371"/>
                  </a:lnTo>
                  <a:lnTo>
                    <a:pt x="163891" y="34146"/>
                  </a:lnTo>
                  <a:lnTo>
                    <a:pt x="163957" y="33242"/>
                  </a:lnTo>
                  <a:lnTo>
                    <a:pt x="164002" y="32640"/>
                  </a:lnTo>
                  <a:lnTo>
                    <a:pt x="164424" y="32022"/>
                  </a:lnTo>
                  <a:lnTo>
                    <a:pt x="164495" y="31627"/>
                  </a:lnTo>
                  <a:lnTo>
                    <a:pt x="164565" y="31264"/>
                  </a:lnTo>
                  <a:lnTo>
                    <a:pt x="164348" y="30825"/>
                  </a:lnTo>
                  <a:lnTo>
                    <a:pt x="164168" y="30707"/>
                  </a:lnTo>
                  <a:lnTo>
                    <a:pt x="164030" y="30613"/>
                  </a:lnTo>
                  <a:lnTo>
                    <a:pt x="163897" y="30518"/>
                  </a:lnTo>
                  <a:lnTo>
                    <a:pt x="163691" y="30403"/>
                  </a:lnTo>
                  <a:lnTo>
                    <a:pt x="163441" y="30233"/>
                  </a:lnTo>
                  <a:lnTo>
                    <a:pt x="163223" y="30131"/>
                  </a:lnTo>
                  <a:lnTo>
                    <a:pt x="163085" y="30087"/>
                  </a:lnTo>
                  <a:lnTo>
                    <a:pt x="162904" y="29969"/>
                  </a:lnTo>
                  <a:lnTo>
                    <a:pt x="162644" y="29715"/>
                  </a:lnTo>
                  <a:lnTo>
                    <a:pt x="162335" y="29534"/>
                  </a:lnTo>
                  <a:lnTo>
                    <a:pt x="161872" y="29326"/>
                  </a:lnTo>
                  <a:lnTo>
                    <a:pt x="161661" y="29258"/>
                  </a:lnTo>
                  <a:lnTo>
                    <a:pt x="161412" y="29177"/>
                  </a:lnTo>
                  <a:lnTo>
                    <a:pt x="161225" y="29117"/>
                  </a:lnTo>
                  <a:lnTo>
                    <a:pt x="160984" y="29047"/>
                  </a:lnTo>
                  <a:lnTo>
                    <a:pt x="160682" y="28882"/>
                  </a:lnTo>
                  <a:lnTo>
                    <a:pt x="160529" y="28800"/>
                  </a:lnTo>
                  <a:lnTo>
                    <a:pt x="160167" y="28678"/>
                  </a:lnTo>
                  <a:lnTo>
                    <a:pt x="160011" y="28625"/>
                  </a:lnTo>
                  <a:lnTo>
                    <a:pt x="159879" y="28583"/>
                  </a:lnTo>
                  <a:lnTo>
                    <a:pt x="159679" y="28519"/>
                  </a:lnTo>
                  <a:lnTo>
                    <a:pt x="159001" y="28364"/>
                  </a:lnTo>
                  <a:lnTo>
                    <a:pt x="158715" y="28261"/>
                  </a:lnTo>
                  <a:lnTo>
                    <a:pt x="158222" y="28066"/>
                  </a:lnTo>
                  <a:lnTo>
                    <a:pt x="157592" y="27941"/>
                  </a:lnTo>
                  <a:lnTo>
                    <a:pt x="157088" y="27740"/>
                  </a:lnTo>
                  <a:lnTo>
                    <a:pt x="156788" y="27666"/>
                  </a:lnTo>
                  <a:lnTo>
                    <a:pt x="156583" y="27619"/>
                  </a:lnTo>
                  <a:lnTo>
                    <a:pt x="156316" y="27631"/>
                  </a:lnTo>
                  <a:lnTo>
                    <a:pt x="156091" y="27640"/>
                  </a:lnTo>
                  <a:lnTo>
                    <a:pt x="155950" y="27645"/>
                  </a:lnTo>
                  <a:lnTo>
                    <a:pt x="155549" y="27594"/>
                  </a:lnTo>
                  <a:lnTo>
                    <a:pt x="155362" y="27580"/>
                  </a:lnTo>
                  <a:lnTo>
                    <a:pt x="155231" y="27376"/>
                  </a:lnTo>
                  <a:lnTo>
                    <a:pt x="154777" y="26676"/>
                  </a:lnTo>
                  <a:lnTo>
                    <a:pt x="154612" y="26462"/>
                  </a:lnTo>
                  <a:lnTo>
                    <a:pt x="154352" y="26530"/>
                  </a:lnTo>
                  <a:lnTo>
                    <a:pt x="154142" y="26560"/>
                  </a:lnTo>
                  <a:lnTo>
                    <a:pt x="153838" y="26593"/>
                  </a:lnTo>
                  <a:lnTo>
                    <a:pt x="153612" y="26610"/>
                  </a:lnTo>
                  <a:lnTo>
                    <a:pt x="153260" y="26488"/>
                  </a:lnTo>
                  <a:lnTo>
                    <a:pt x="152825" y="26275"/>
                  </a:lnTo>
                  <a:lnTo>
                    <a:pt x="152442" y="26087"/>
                  </a:lnTo>
                  <a:lnTo>
                    <a:pt x="152038" y="26016"/>
                  </a:lnTo>
                  <a:lnTo>
                    <a:pt x="151903" y="25988"/>
                  </a:lnTo>
                  <a:lnTo>
                    <a:pt x="152232" y="28180"/>
                  </a:lnTo>
                  <a:lnTo>
                    <a:pt x="152047" y="28759"/>
                  </a:lnTo>
                  <a:lnTo>
                    <a:pt x="151918" y="28964"/>
                  </a:lnTo>
                  <a:lnTo>
                    <a:pt x="151736" y="29143"/>
                  </a:lnTo>
                  <a:lnTo>
                    <a:pt x="151425" y="29280"/>
                  </a:lnTo>
                  <a:lnTo>
                    <a:pt x="151077" y="29546"/>
                  </a:lnTo>
                  <a:lnTo>
                    <a:pt x="150867" y="29657"/>
                  </a:lnTo>
                  <a:lnTo>
                    <a:pt x="150644" y="29828"/>
                  </a:lnTo>
                  <a:lnTo>
                    <a:pt x="150493" y="29962"/>
                  </a:lnTo>
                  <a:lnTo>
                    <a:pt x="150334" y="30092"/>
                  </a:lnTo>
                  <a:lnTo>
                    <a:pt x="150069" y="30335"/>
                  </a:lnTo>
                  <a:lnTo>
                    <a:pt x="149773" y="30483"/>
                  </a:lnTo>
                  <a:lnTo>
                    <a:pt x="149380" y="30757"/>
                  </a:lnTo>
                  <a:lnTo>
                    <a:pt x="149116" y="30898"/>
                  </a:lnTo>
                  <a:lnTo>
                    <a:pt x="148698" y="31115"/>
                  </a:lnTo>
                  <a:lnTo>
                    <a:pt x="148159" y="31396"/>
                  </a:lnTo>
                  <a:lnTo>
                    <a:pt x="147897" y="31683"/>
                  </a:lnTo>
                  <a:lnTo>
                    <a:pt x="147550" y="32250"/>
                  </a:lnTo>
                  <a:lnTo>
                    <a:pt x="147271" y="32571"/>
                  </a:lnTo>
                  <a:lnTo>
                    <a:pt x="146895" y="32922"/>
                  </a:lnTo>
                  <a:lnTo>
                    <a:pt x="146498" y="33164"/>
                  </a:lnTo>
                  <a:lnTo>
                    <a:pt x="146292" y="33325"/>
                  </a:lnTo>
                  <a:lnTo>
                    <a:pt x="145913" y="33547"/>
                  </a:lnTo>
                  <a:lnTo>
                    <a:pt x="145704" y="33659"/>
                  </a:lnTo>
                  <a:lnTo>
                    <a:pt x="144837" y="34169"/>
                  </a:lnTo>
                  <a:lnTo>
                    <a:pt x="144635" y="34282"/>
                  </a:lnTo>
                  <a:lnTo>
                    <a:pt x="144337" y="34440"/>
                  </a:lnTo>
                  <a:lnTo>
                    <a:pt x="144170" y="34505"/>
                  </a:lnTo>
                  <a:lnTo>
                    <a:pt x="143853" y="34602"/>
                  </a:lnTo>
                  <a:lnTo>
                    <a:pt x="143716" y="34451"/>
                  </a:lnTo>
                  <a:lnTo>
                    <a:pt x="143477" y="34201"/>
                  </a:lnTo>
                  <a:lnTo>
                    <a:pt x="143261" y="34006"/>
                  </a:lnTo>
                  <a:lnTo>
                    <a:pt x="142939" y="33908"/>
                  </a:lnTo>
                  <a:lnTo>
                    <a:pt x="142432" y="34165"/>
                  </a:lnTo>
                  <a:lnTo>
                    <a:pt x="142010" y="34089"/>
                  </a:lnTo>
                  <a:lnTo>
                    <a:pt x="141793" y="34088"/>
                  </a:lnTo>
                  <a:lnTo>
                    <a:pt x="141564" y="34060"/>
                  </a:lnTo>
                  <a:lnTo>
                    <a:pt x="141422" y="34040"/>
                  </a:lnTo>
                  <a:lnTo>
                    <a:pt x="141137" y="34025"/>
                  </a:lnTo>
                  <a:lnTo>
                    <a:pt x="140995" y="34094"/>
                  </a:lnTo>
                  <a:lnTo>
                    <a:pt x="140743" y="34217"/>
                  </a:lnTo>
                  <a:lnTo>
                    <a:pt x="140603" y="34285"/>
                  </a:lnTo>
                  <a:lnTo>
                    <a:pt x="139993" y="34591"/>
                  </a:lnTo>
                  <a:lnTo>
                    <a:pt x="139826" y="34719"/>
                  </a:lnTo>
                  <a:lnTo>
                    <a:pt x="139528" y="35054"/>
                  </a:lnTo>
                  <a:lnTo>
                    <a:pt x="139126" y="35333"/>
                  </a:lnTo>
                  <a:lnTo>
                    <a:pt x="139398" y="35842"/>
                  </a:lnTo>
                  <a:lnTo>
                    <a:pt x="139735" y="36441"/>
                  </a:lnTo>
                  <a:lnTo>
                    <a:pt x="139870" y="36716"/>
                  </a:lnTo>
                  <a:lnTo>
                    <a:pt x="139924" y="36888"/>
                  </a:lnTo>
                  <a:lnTo>
                    <a:pt x="140065" y="37107"/>
                  </a:lnTo>
                  <a:lnTo>
                    <a:pt x="140112" y="37298"/>
                  </a:lnTo>
                  <a:lnTo>
                    <a:pt x="140146" y="37435"/>
                  </a:lnTo>
                  <a:lnTo>
                    <a:pt x="140199" y="37705"/>
                  </a:lnTo>
                  <a:lnTo>
                    <a:pt x="140244" y="37863"/>
                  </a:lnTo>
                  <a:lnTo>
                    <a:pt x="140286" y="38123"/>
                  </a:lnTo>
                  <a:lnTo>
                    <a:pt x="140339" y="38414"/>
                  </a:lnTo>
                  <a:lnTo>
                    <a:pt x="140370" y="38735"/>
                  </a:lnTo>
                  <a:lnTo>
                    <a:pt x="140448" y="39191"/>
                  </a:lnTo>
                  <a:lnTo>
                    <a:pt x="140486" y="39336"/>
                  </a:lnTo>
                  <a:lnTo>
                    <a:pt x="140546" y="39761"/>
                  </a:lnTo>
                  <a:lnTo>
                    <a:pt x="140600" y="40183"/>
                  </a:lnTo>
                  <a:lnTo>
                    <a:pt x="140577" y="40372"/>
                  </a:lnTo>
                  <a:lnTo>
                    <a:pt x="140563" y="40549"/>
                  </a:lnTo>
                  <a:lnTo>
                    <a:pt x="140608" y="40848"/>
                  </a:lnTo>
                  <a:lnTo>
                    <a:pt x="140186" y="40804"/>
                  </a:lnTo>
                  <a:lnTo>
                    <a:pt x="139549" y="41038"/>
                  </a:lnTo>
                  <a:lnTo>
                    <a:pt x="138584" y="41007"/>
                  </a:lnTo>
                  <a:lnTo>
                    <a:pt x="138400" y="41416"/>
                  </a:lnTo>
                  <a:lnTo>
                    <a:pt x="138118" y="42028"/>
                  </a:lnTo>
                  <a:lnTo>
                    <a:pt x="138272" y="42344"/>
                  </a:lnTo>
                  <a:lnTo>
                    <a:pt x="137092" y="44937"/>
                  </a:lnTo>
                  <a:lnTo>
                    <a:pt x="136965" y="44972"/>
                  </a:lnTo>
                  <a:lnTo>
                    <a:pt x="136797" y="45023"/>
                  </a:lnTo>
                  <a:lnTo>
                    <a:pt x="136603" y="45112"/>
                  </a:lnTo>
                  <a:lnTo>
                    <a:pt x="136444" y="45194"/>
                  </a:lnTo>
                  <a:lnTo>
                    <a:pt x="136164" y="45353"/>
                  </a:lnTo>
                  <a:lnTo>
                    <a:pt x="135995" y="45450"/>
                  </a:lnTo>
                  <a:lnTo>
                    <a:pt x="135473" y="45638"/>
                  </a:lnTo>
                  <a:lnTo>
                    <a:pt x="134418" y="46080"/>
                  </a:lnTo>
                  <a:lnTo>
                    <a:pt x="134261" y="46195"/>
                  </a:lnTo>
                  <a:lnTo>
                    <a:pt x="134072" y="46363"/>
                  </a:lnTo>
                  <a:lnTo>
                    <a:pt x="133841" y="46648"/>
                  </a:lnTo>
                  <a:lnTo>
                    <a:pt x="133674" y="46698"/>
                  </a:lnTo>
                  <a:lnTo>
                    <a:pt x="133297" y="46835"/>
                  </a:lnTo>
                  <a:lnTo>
                    <a:pt x="133127" y="46642"/>
                  </a:lnTo>
                  <a:lnTo>
                    <a:pt x="132925" y="46380"/>
                  </a:lnTo>
                  <a:lnTo>
                    <a:pt x="132790" y="46222"/>
                  </a:lnTo>
                  <a:lnTo>
                    <a:pt x="132628" y="46049"/>
                  </a:lnTo>
                  <a:lnTo>
                    <a:pt x="132473" y="45868"/>
                  </a:lnTo>
                  <a:lnTo>
                    <a:pt x="132146" y="45435"/>
                  </a:lnTo>
                  <a:lnTo>
                    <a:pt x="131585" y="45379"/>
                  </a:lnTo>
                  <a:lnTo>
                    <a:pt x="131325" y="44694"/>
                  </a:lnTo>
                  <a:lnTo>
                    <a:pt x="131380" y="44562"/>
                  </a:lnTo>
                  <a:lnTo>
                    <a:pt x="131510" y="44072"/>
                  </a:lnTo>
                  <a:lnTo>
                    <a:pt x="131526" y="43184"/>
                  </a:lnTo>
                  <a:lnTo>
                    <a:pt x="131518" y="42852"/>
                  </a:lnTo>
                  <a:lnTo>
                    <a:pt x="131516" y="42637"/>
                  </a:lnTo>
                  <a:lnTo>
                    <a:pt x="131514" y="42487"/>
                  </a:lnTo>
                  <a:lnTo>
                    <a:pt x="131539" y="42262"/>
                  </a:lnTo>
                  <a:lnTo>
                    <a:pt x="131555" y="42110"/>
                  </a:lnTo>
                  <a:lnTo>
                    <a:pt x="131581" y="41786"/>
                  </a:lnTo>
                  <a:lnTo>
                    <a:pt x="131593" y="41509"/>
                  </a:lnTo>
                  <a:lnTo>
                    <a:pt x="131580" y="40918"/>
                  </a:lnTo>
                  <a:lnTo>
                    <a:pt x="131623" y="40525"/>
                  </a:lnTo>
                  <a:lnTo>
                    <a:pt x="131635" y="40255"/>
                  </a:lnTo>
                  <a:lnTo>
                    <a:pt x="131649" y="40028"/>
                  </a:lnTo>
                  <a:lnTo>
                    <a:pt x="131645" y="39880"/>
                  </a:lnTo>
                  <a:lnTo>
                    <a:pt x="131633" y="39461"/>
                  </a:lnTo>
                  <a:lnTo>
                    <a:pt x="131708" y="38793"/>
                  </a:lnTo>
                  <a:lnTo>
                    <a:pt x="132359" y="38942"/>
                  </a:lnTo>
                  <a:lnTo>
                    <a:pt x="132737" y="39012"/>
                  </a:lnTo>
                  <a:lnTo>
                    <a:pt x="135105" y="38313"/>
                  </a:lnTo>
                  <a:lnTo>
                    <a:pt x="134946" y="38174"/>
                  </a:lnTo>
                  <a:lnTo>
                    <a:pt x="131955" y="29998"/>
                  </a:lnTo>
                  <a:lnTo>
                    <a:pt x="129589" y="26205"/>
                  </a:lnTo>
                  <a:lnTo>
                    <a:pt x="129263" y="25940"/>
                  </a:lnTo>
                  <a:lnTo>
                    <a:pt x="128868" y="25912"/>
                  </a:lnTo>
                  <a:lnTo>
                    <a:pt x="128530" y="26047"/>
                  </a:lnTo>
                  <a:lnTo>
                    <a:pt x="128299" y="26039"/>
                  </a:lnTo>
                  <a:lnTo>
                    <a:pt x="128048" y="26045"/>
                  </a:lnTo>
                  <a:lnTo>
                    <a:pt x="127790" y="26040"/>
                  </a:lnTo>
                  <a:lnTo>
                    <a:pt x="127537" y="26041"/>
                  </a:lnTo>
                  <a:lnTo>
                    <a:pt x="127217" y="26026"/>
                  </a:lnTo>
                  <a:lnTo>
                    <a:pt x="126916" y="25915"/>
                  </a:lnTo>
                  <a:lnTo>
                    <a:pt x="126703" y="25889"/>
                  </a:lnTo>
                  <a:lnTo>
                    <a:pt x="126295" y="25790"/>
                  </a:lnTo>
                  <a:lnTo>
                    <a:pt x="125694" y="25674"/>
                  </a:lnTo>
                  <a:lnTo>
                    <a:pt x="125562" y="25660"/>
                  </a:lnTo>
                  <a:lnTo>
                    <a:pt x="125178" y="25516"/>
                  </a:lnTo>
                  <a:lnTo>
                    <a:pt x="124486" y="24936"/>
                  </a:lnTo>
                  <a:lnTo>
                    <a:pt x="124231" y="24685"/>
                  </a:lnTo>
                  <a:lnTo>
                    <a:pt x="124061" y="24477"/>
                  </a:lnTo>
                  <a:lnTo>
                    <a:pt x="123555" y="23944"/>
                  </a:lnTo>
                  <a:lnTo>
                    <a:pt x="122976" y="23281"/>
                  </a:lnTo>
                  <a:lnTo>
                    <a:pt x="121409" y="21762"/>
                  </a:lnTo>
                  <a:lnTo>
                    <a:pt x="119660" y="20225"/>
                  </a:lnTo>
                  <a:lnTo>
                    <a:pt x="118688" y="19035"/>
                  </a:lnTo>
                  <a:lnTo>
                    <a:pt x="118296" y="18159"/>
                  </a:lnTo>
                  <a:lnTo>
                    <a:pt x="118280" y="17694"/>
                  </a:lnTo>
                  <a:lnTo>
                    <a:pt x="118256" y="17538"/>
                  </a:lnTo>
                  <a:lnTo>
                    <a:pt x="118289" y="17327"/>
                  </a:lnTo>
                  <a:lnTo>
                    <a:pt x="118192" y="16864"/>
                  </a:lnTo>
                  <a:lnTo>
                    <a:pt x="118208" y="16723"/>
                  </a:lnTo>
                  <a:lnTo>
                    <a:pt x="118347" y="16305"/>
                  </a:lnTo>
                  <a:lnTo>
                    <a:pt x="118415" y="15520"/>
                  </a:lnTo>
                  <a:lnTo>
                    <a:pt x="118385" y="15188"/>
                  </a:lnTo>
                  <a:lnTo>
                    <a:pt x="118199" y="14749"/>
                  </a:lnTo>
                  <a:lnTo>
                    <a:pt x="118390" y="14521"/>
                  </a:lnTo>
                  <a:lnTo>
                    <a:pt x="118492" y="14138"/>
                  </a:lnTo>
                  <a:lnTo>
                    <a:pt x="118511" y="13815"/>
                  </a:lnTo>
                  <a:lnTo>
                    <a:pt x="118545" y="13636"/>
                  </a:lnTo>
                  <a:lnTo>
                    <a:pt x="118591" y="13476"/>
                  </a:lnTo>
                  <a:lnTo>
                    <a:pt x="118836" y="13030"/>
                  </a:lnTo>
                  <a:lnTo>
                    <a:pt x="118840" y="12793"/>
                  </a:lnTo>
                  <a:lnTo>
                    <a:pt x="119153" y="12119"/>
                  </a:lnTo>
                  <a:lnTo>
                    <a:pt x="119340" y="11386"/>
                  </a:lnTo>
                  <a:lnTo>
                    <a:pt x="119407" y="11023"/>
                  </a:lnTo>
                  <a:lnTo>
                    <a:pt x="118942" y="10560"/>
                  </a:lnTo>
                  <a:lnTo>
                    <a:pt x="118816" y="10423"/>
                  </a:lnTo>
                  <a:lnTo>
                    <a:pt x="118745" y="10266"/>
                  </a:lnTo>
                  <a:lnTo>
                    <a:pt x="118650" y="9986"/>
                  </a:lnTo>
                  <a:lnTo>
                    <a:pt x="118493" y="9760"/>
                  </a:lnTo>
                  <a:lnTo>
                    <a:pt x="118338" y="9480"/>
                  </a:lnTo>
                  <a:lnTo>
                    <a:pt x="118295" y="9343"/>
                  </a:lnTo>
                  <a:lnTo>
                    <a:pt x="118271" y="9018"/>
                  </a:lnTo>
                  <a:lnTo>
                    <a:pt x="118246" y="8860"/>
                  </a:lnTo>
                  <a:lnTo>
                    <a:pt x="118224" y="8723"/>
                  </a:lnTo>
                  <a:lnTo>
                    <a:pt x="118132" y="8483"/>
                  </a:lnTo>
                  <a:lnTo>
                    <a:pt x="117990" y="8023"/>
                  </a:lnTo>
                  <a:lnTo>
                    <a:pt x="117942" y="7887"/>
                  </a:lnTo>
                  <a:lnTo>
                    <a:pt x="117911" y="7616"/>
                  </a:lnTo>
                  <a:lnTo>
                    <a:pt x="117821" y="7149"/>
                  </a:lnTo>
                  <a:lnTo>
                    <a:pt x="117468" y="6848"/>
                  </a:lnTo>
                  <a:lnTo>
                    <a:pt x="117314" y="6738"/>
                  </a:lnTo>
                  <a:lnTo>
                    <a:pt x="117092" y="6625"/>
                  </a:lnTo>
                  <a:lnTo>
                    <a:pt x="116913" y="6541"/>
                  </a:lnTo>
                  <a:lnTo>
                    <a:pt x="116712" y="6516"/>
                  </a:lnTo>
                  <a:lnTo>
                    <a:pt x="116448" y="5913"/>
                  </a:lnTo>
                  <a:lnTo>
                    <a:pt x="116251" y="5850"/>
                  </a:lnTo>
                  <a:lnTo>
                    <a:pt x="115826" y="5288"/>
                  </a:lnTo>
                  <a:lnTo>
                    <a:pt x="115832" y="3837"/>
                  </a:lnTo>
                  <a:lnTo>
                    <a:pt x="115515" y="3956"/>
                  </a:lnTo>
                  <a:lnTo>
                    <a:pt x="104010" y="0"/>
                  </a:lnTo>
                  <a:lnTo>
                    <a:pt x="103932" y="264"/>
                  </a:lnTo>
                  <a:lnTo>
                    <a:pt x="103702" y="714"/>
                  </a:lnTo>
                  <a:lnTo>
                    <a:pt x="103593" y="919"/>
                  </a:lnTo>
                  <a:lnTo>
                    <a:pt x="103123" y="1484"/>
                  </a:lnTo>
                  <a:lnTo>
                    <a:pt x="102669" y="1842"/>
                  </a:lnTo>
                  <a:lnTo>
                    <a:pt x="101949" y="2415"/>
                  </a:lnTo>
                  <a:lnTo>
                    <a:pt x="102081" y="2726"/>
                  </a:lnTo>
                  <a:lnTo>
                    <a:pt x="102126" y="2876"/>
                  </a:lnTo>
                  <a:lnTo>
                    <a:pt x="102222" y="3200"/>
                  </a:lnTo>
                  <a:lnTo>
                    <a:pt x="102271" y="3395"/>
                  </a:lnTo>
                  <a:lnTo>
                    <a:pt x="102292" y="3566"/>
                  </a:lnTo>
                  <a:lnTo>
                    <a:pt x="102309" y="3695"/>
                  </a:lnTo>
                  <a:lnTo>
                    <a:pt x="102337" y="3943"/>
                  </a:lnTo>
                  <a:lnTo>
                    <a:pt x="102372" y="4215"/>
                  </a:lnTo>
                  <a:lnTo>
                    <a:pt x="102391" y="4375"/>
                  </a:lnTo>
                  <a:lnTo>
                    <a:pt x="102478" y="4609"/>
                  </a:lnTo>
                  <a:lnTo>
                    <a:pt x="102534" y="4862"/>
                  </a:lnTo>
                  <a:lnTo>
                    <a:pt x="102611" y="5200"/>
                  </a:lnTo>
                  <a:lnTo>
                    <a:pt x="102621" y="5549"/>
                  </a:lnTo>
                  <a:lnTo>
                    <a:pt x="102611" y="5680"/>
                  </a:lnTo>
                  <a:lnTo>
                    <a:pt x="102576" y="6184"/>
                  </a:lnTo>
                  <a:lnTo>
                    <a:pt x="102468" y="6653"/>
                  </a:lnTo>
                  <a:lnTo>
                    <a:pt x="102337" y="7089"/>
                  </a:lnTo>
                  <a:lnTo>
                    <a:pt x="102220" y="7415"/>
                  </a:lnTo>
                  <a:lnTo>
                    <a:pt x="102077" y="7718"/>
                  </a:lnTo>
                  <a:lnTo>
                    <a:pt x="102009" y="7863"/>
                  </a:lnTo>
                  <a:lnTo>
                    <a:pt x="101821" y="8210"/>
                  </a:lnTo>
                  <a:lnTo>
                    <a:pt x="101727" y="8402"/>
                  </a:lnTo>
                  <a:lnTo>
                    <a:pt x="101568" y="8733"/>
                  </a:lnTo>
                  <a:lnTo>
                    <a:pt x="101345" y="9394"/>
                  </a:lnTo>
                  <a:lnTo>
                    <a:pt x="101305" y="9556"/>
                  </a:lnTo>
                  <a:lnTo>
                    <a:pt x="101230" y="9879"/>
                  </a:lnTo>
                  <a:lnTo>
                    <a:pt x="101099" y="10334"/>
                  </a:lnTo>
                  <a:lnTo>
                    <a:pt x="101064" y="10484"/>
                  </a:lnTo>
                  <a:lnTo>
                    <a:pt x="100907" y="11185"/>
                  </a:lnTo>
                  <a:lnTo>
                    <a:pt x="100745" y="11870"/>
                  </a:lnTo>
                  <a:lnTo>
                    <a:pt x="100691" y="12193"/>
                  </a:lnTo>
                  <a:lnTo>
                    <a:pt x="100625" y="12594"/>
                  </a:lnTo>
                  <a:lnTo>
                    <a:pt x="100560" y="12861"/>
                  </a:lnTo>
                  <a:lnTo>
                    <a:pt x="100534" y="13023"/>
                  </a:lnTo>
                  <a:lnTo>
                    <a:pt x="100443" y="13530"/>
                  </a:lnTo>
                  <a:lnTo>
                    <a:pt x="100325" y="14059"/>
                  </a:lnTo>
                  <a:lnTo>
                    <a:pt x="100264" y="14484"/>
                  </a:lnTo>
                  <a:lnTo>
                    <a:pt x="100227" y="14697"/>
                  </a:lnTo>
                  <a:lnTo>
                    <a:pt x="100157" y="15028"/>
                  </a:lnTo>
                  <a:lnTo>
                    <a:pt x="100112" y="15337"/>
                  </a:lnTo>
                  <a:lnTo>
                    <a:pt x="100065" y="15766"/>
                  </a:lnTo>
                  <a:lnTo>
                    <a:pt x="100023" y="16378"/>
                  </a:lnTo>
                  <a:lnTo>
                    <a:pt x="99988" y="16767"/>
                  </a:lnTo>
                  <a:lnTo>
                    <a:pt x="99948" y="17417"/>
                  </a:lnTo>
                  <a:lnTo>
                    <a:pt x="99922" y="17689"/>
                  </a:lnTo>
                  <a:lnTo>
                    <a:pt x="99842" y="18502"/>
                  </a:lnTo>
                  <a:lnTo>
                    <a:pt x="99805" y="19098"/>
                  </a:lnTo>
                  <a:lnTo>
                    <a:pt x="99814" y="19442"/>
                  </a:lnTo>
                  <a:lnTo>
                    <a:pt x="99812" y="19649"/>
                  </a:lnTo>
                  <a:lnTo>
                    <a:pt x="99838" y="20101"/>
                  </a:lnTo>
                  <a:lnTo>
                    <a:pt x="99892" y="20940"/>
                  </a:lnTo>
                  <a:lnTo>
                    <a:pt x="99910" y="21252"/>
                  </a:lnTo>
                  <a:lnTo>
                    <a:pt x="99925" y="21719"/>
                  </a:lnTo>
                  <a:lnTo>
                    <a:pt x="99507" y="21674"/>
                  </a:lnTo>
                  <a:lnTo>
                    <a:pt x="99252" y="21646"/>
                  </a:lnTo>
                  <a:lnTo>
                    <a:pt x="98851" y="21592"/>
                  </a:lnTo>
                  <a:lnTo>
                    <a:pt x="98668" y="21566"/>
                  </a:lnTo>
                  <a:lnTo>
                    <a:pt x="98295" y="21515"/>
                  </a:lnTo>
                  <a:lnTo>
                    <a:pt x="95423" y="21231"/>
                  </a:lnTo>
                  <a:lnTo>
                    <a:pt x="94924" y="20783"/>
                  </a:lnTo>
                  <a:lnTo>
                    <a:pt x="94352" y="20784"/>
                  </a:lnTo>
                  <a:lnTo>
                    <a:pt x="93939" y="20850"/>
                  </a:lnTo>
                  <a:lnTo>
                    <a:pt x="93625" y="20936"/>
                  </a:lnTo>
                  <a:lnTo>
                    <a:pt x="93302" y="21002"/>
                  </a:lnTo>
                  <a:lnTo>
                    <a:pt x="92997" y="21068"/>
                  </a:lnTo>
                  <a:lnTo>
                    <a:pt x="92801" y="21113"/>
                  </a:lnTo>
                  <a:lnTo>
                    <a:pt x="92575" y="21267"/>
                  </a:lnTo>
                  <a:lnTo>
                    <a:pt x="92186" y="21332"/>
                  </a:lnTo>
                  <a:lnTo>
                    <a:pt x="92041" y="21299"/>
                  </a:lnTo>
                  <a:lnTo>
                    <a:pt x="91750" y="21265"/>
                  </a:lnTo>
                  <a:lnTo>
                    <a:pt x="91344" y="21228"/>
                  </a:lnTo>
                  <a:lnTo>
                    <a:pt x="90368" y="20890"/>
                  </a:lnTo>
                  <a:lnTo>
                    <a:pt x="89786" y="20696"/>
                  </a:lnTo>
                  <a:lnTo>
                    <a:pt x="89725" y="20555"/>
                  </a:lnTo>
                  <a:lnTo>
                    <a:pt x="89396" y="20347"/>
                  </a:lnTo>
                  <a:lnTo>
                    <a:pt x="89343" y="20118"/>
                  </a:lnTo>
                  <a:lnTo>
                    <a:pt x="89239" y="19817"/>
                  </a:lnTo>
                  <a:lnTo>
                    <a:pt x="88722" y="18652"/>
                  </a:lnTo>
                  <a:lnTo>
                    <a:pt x="88502" y="18255"/>
                  </a:lnTo>
                  <a:lnTo>
                    <a:pt x="88345" y="17947"/>
                  </a:lnTo>
                  <a:lnTo>
                    <a:pt x="87965" y="16564"/>
                  </a:lnTo>
                  <a:lnTo>
                    <a:pt x="87867" y="16352"/>
                  </a:lnTo>
                  <a:lnTo>
                    <a:pt x="87647" y="16103"/>
                  </a:lnTo>
                  <a:lnTo>
                    <a:pt x="87347" y="15913"/>
                  </a:lnTo>
                  <a:lnTo>
                    <a:pt x="87123" y="15883"/>
                  </a:lnTo>
                  <a:lnTo>
                    <a:pt x="86969" y="15921"/>
                  </a:lnTo>
                  <a:lnTo>
                    <a:pt x="86181" y="16444"/>
                  </a:lnTo>
                  <a:lnTo>
                    <a:pt x="85961" y="16605"/>
                  </a:lnTo>
                  <a:lnTo>
                    <a:pt x="85608" y="16795"/>
                  </a:lnTo>
                  <a:lnTo>
                    <a:pt x="85393" y="16892"/>
                  </a:lnTo>
                  <a:lnTo>
                    <a:pt x="85064" y="17105"/>
                  </a:lnTo>
                  <a:lnTo>
                    <a:pt x="84512" y="17614"/>
                  </a:lnTo>
                  <a:lnTo>
                    <a:pt x="84057" y="18209"/>
                  </a:lnTo>
                  <a:lnTo>
                    <a:pt x="83732" y="18424"/>
                  </a:lnTo>
                  <a:lnTo>
                    <a:pt x="83579" y="18493"/>
                  </a:lnTo>
                  <a:lnTo>
                    <a:pt x="83255" y="18423"/>
                  </a:lnTo>
                  <a:lnTo>
                    <a:pt x="83111" y="18271"/>
                  </a:lnTo>
                  <a:lnTo>
                    <a:pt x="82980" y="18055"/>
                  </a:lnTo>
                  <a:lnTo>
                    <a:pt x="82918" y="17759"/>
                  </a:lnTo>
                  <a:lnTo>
                    <a:pt x="82970" y="17500"/>
                  </a:lnTo>
                  <a:lnTo>
                    <a:pt x="83484" y="16259"/>
                  </a:lnTo>
                  <a:lnTo>
                    <a:pt x="83662" y="15603"/>
                  </a:lnTo>
                  <a:lnTo>
                    <a:pt x="83518" y="15439"/>
                  </a:lnTo>
                  <a:lnTo>
                    <a:pt x="83136" y="15476"/>
                  </a:lnTo>
                  <a:lnTo>
                    <a:pt x="82856" y="15613"/>
                  </a:lnTo>
                  <a:lnTo>
                    <a:pt x="82673" y="15659"/>
                  </a:lnTo>
                  <a:lnTo>
                    <a:pt x="82363" y="15804"/>
                  </a:lnTo>
                  <a:lnTo>
                    <a:pt x="82013" y="15968"/>
                  </a:lnTo>
                  <a:lnTo>
                    <a:pt x="81843" y="16061"/>
                  </a:lnTo>
                  <a:lnTo>
                    <a:pt x="81673" y="16120"/>
                  </a:lnTo>
                  <a:lnTo>
                    <a:pt x="80957" y="15998"/>
                  </a:lnTo>
                  <a:lnTo>
                    <a:pt x="80827" y="15974"/>
                  </a:lnTo>
                  <a:lnTo>
                    <a:pt x="80671" y="15956"/>
                  </a:lnTo>
                  <a:lnTo>
                    <a:pt x="80274" y="15943"/>
                  </a:lnTo>
                  <a:lnTo>
                    <a:pt x="80087" y="15992"/>
                  </a:lnTo>
                  <a:lnTo>
                    <a:pt x="79922" y="16043"/>
                  </a:lnTo>
                  <a:lnTo>
                    <a:pt x="79597" y="16041"/>
                  </a:lnTo>
                  <a:lnTo>
                    <a:pt x="79174" y="16023"/>
                  </a:lnTo>
                  <a:lnTo>
                    <a:pt x="78744" y="16183"/>
                  </a:lnTo>
                  <a:lnTo>
                    <a:pt x="78260" y="16346"/>
                  </a:lnTo>
                  <a:lnTo>
                    <a:pt x="77915" y="16295"/>
                  </a:lnTo>
                  <a:lnTo>
                    <a:pt x="77330" y="16278"/>
                  </a:lnTo>
                  <a:lnTo>
                    <a:pt x="76697" y="16150"/>
                  </a:lnTo>
                  <a:lnTo>
                    <a:pt x="76209" y="17279"/>
                  </a:lnTo>
                  <a:lnTo>
                    <a:pt x="75366" y="17881"/>
                  </a:lnTo>
                  <a:lnTo>
                    <a:pt x="70118" y="14963"/>
                  </a:lnTo>
                  <a:lnTo>
                    <a:pt x="65939" y="13997"/>
                  </a:lnTo>
                  <a:lnTo>
                    <a:pt x="65777" y="15096"/>
                  </a:lnTo>
                  <a:lnTo>
                    <a:pt x="65736" y="15245"/>
                  </a:lnTo>
                  <a:lnTo>
                    <a:pt x="65683" y="15486"/>
                  </a:lnTo>
                  <a:lnTo>
                    <a:pt x="65632" y="15728"/>
                  </a:lnTo>
                  <a:lnTo>
                    <a:pt x="64192" y="18140"/>
                  </a:lnTo>
                  <a:lnTo>
                    <a:pt x="64132" y="18347"/>
                  </a:lnTo>
                  <a:lnTo>
                    <a:pt x="63994" y="18632"/>
                  </a:lnTo>
                  <a:lnTo>
                    <a:pt x="67071" y="26064"/>
                  </a:lnTo>
                  <a:lnTo>
                    <a:pt x="65104" y="29574"/>
                  </a:lnTo>
                  <a:lnTo>
                    <a:pt x="64991" y="29793"/>
                  </a:lnTo>
                  <a:lnTo>
                    <a:pt x="64775" y="30246"/>
                  </a:lnTo>
                  <a:lnTo>
                    <a:pt x="64601" y="30039"/>
                  </a:lnTo>
                  <a:lnTo>
                    <a:pt x="64065" y="29478"/>
                  </a:lnTo>
                  <a:lnTo>
                    <a:pt x="64043" y="29696"/>
                  </a:lnTo>
                  <a:lnTo>
                    <a:pt x="64031" y="30330"/>
                  </a:lnTo>
                  <a:lnTo>
                    <a:pt x="64076" y="30509"/>
                  </a:lnTo>
                  <a:lnTo>
                    <a:pt x="63985" y="30839"/>
                  </a:lnTo>
                  <a:lnTo>
                    <a:pt x="63907" y="30978"/>
                  </a:lnTo>
                  <a:lnTo>
                    <a:pt x="63744" y="31260"/>
                  </a:lnTo>
                  <a:lnTo>
                    <a:pt x="62927" y="30462"/>
                  </a:lnTo>
                  <a:lnTo>
                    <a:pt x="62686" y="30653"/>
                  </a:lnTo>
                  <a:lnTo>
                    <a:pt x="62426" y="30539"/>
                  </a:lnTo>
                  <a:lnTo>
                    <a:pt x="62287" y="30302"/>
                  </a:lnTo>
                  <a:lnTo>
                    <a:pt x="62316" y="29933"/>
                  </a:lnTo>
                  <a:lnTo>
                    <a:pt x="62353" y="29593"/>
                  </a:lnTo>
                  <a:lnTo>
                    <a:pt x="62165" y="29455"/>
                  </a:lnTo>
                  <a:lnTo>
                    <a:pt x="61407" y="29542"/>
                  </a:lnTo>
                  <a:lnTo>
                    <a:pt x="58504" y="33572"/>
                  </a:lnTo>
                  <a:lnTo>
                    <a:pt x="56258" y="35474"/>
                  </a:lnTo>
                  <a:lnTo>
                    <a:pt x="56083" y="35406"/>
                  </a:lnTo>
                  <a:lnTo>
                    <a:pt x="55587" y="35276"/>
                  </a:lnTo>
                  <a:lnTo>
                    <a:pt x="54149" y="34636"/>
                  </a:lnTo>
                  <a:lnTo>
                    <a:pt x="53482" y="35673"/>
                  </a:lnTo>
                  <a:lnTo>
                    <a:pt x="53167" y="35568"/>
                  </a:lnTo>
                  <a:lnTo>
                    <a:pt x="49437" y="42379"/>
                  </a:lnTo>
                  <a:lnTo>
                    <a:pt x="47475" y="44064"/>
                  </a:lnTo>
                  <a:lnTo>
                    <a:pt x="47583" y="44246"/>
                  </a:lnTo>
                  <a:lnTo>
                    <a:pt x="47882" y="44617"/>
                  </a:lnTo>
                  <a:lnTo>
                    <a:pt x="47794" y="45064"/>
                  </a:lnTo>
                  <a:lnTo>
                    <a:pt x="47701" y="45347"/>
                  </a:lnTo>
                  <a:lnTo>
                    <a:pt x="39936" y="50471"/>
                  </a:lnTo>
                  <a:lnTo>
                    <a:pt x="39706" y="50562"/>
                  </a:lnTo>
                  <a:lnTo>
                    <a:pt x="39827" y="50721"/>
                  </a:lnTo>
                  <a:lnTo>
                    <a:pt x="39602" y="50788"/>
                  </a:lnTo>
                  <a:lnTo>
                    <a:pt x="39462" y="50664"/>
                  </a:lnTo>
                  <a:lnTo>
                    <a:pt x="39407" y="50792"/>
                  </a:lnTo>
                  <a:lnTo>
                    <a:pt x="37370" y="52462"/>
                  </a:lnTo>
                  <a:lnTo>
                    <a:pt x="37365" y="52769"/>
                  </a:lnTo>
                  <a:lnTo>
                    <a:pt x="37404" y="52942"/>
                  </a:lnTo>
                  <a:lnTo>
                    <a:pt x="38142" y="53108"/>
                  </a:lnTo>
                  <a:lnTo>
                    <a:pt x="38310" y="53212"/>
                  </a:lnTo>
                  <a:lnTo>
                    <a:pt x="37149" y="62126"/>
                  </a:lnTo>
                  <a:lnTo>
                    <a:pt x="36760" y="64897"/>
                  </a:lnTo>
                  <a:lnTo>
                    <a:pt x="36775" y="65075"/>
                  </a:lnTo>
                  <a:lnTo>
                    <a:pt x="37330" y="66713"/>
                  </a:lnTo>
                  <a:lnTo>
                    <a:pt x="33456" y="69279"/>
                  </a:lnTo>
                  <a:lnTo>
                    <a:pt x="33691" y="69744"/>
                  </a:lnTo>
                  <a:lnTo>
                    <a:pt x="33599" y="69850"/>
                  </a:lnTo>
                  <a:lnTo>
                    <a:pt x="33388" y="69841"/>
                  </a:lnTo>
                  <a:lnTo>
                    <a:pt x="33167" y="69831"/>
                  </a:lnTo>
                  <a:lnTo>
                    <a:pt x="32969" y="69886"/>
                  </a:lnTo>
                  <a:lnTo>
                    <a:pt x="32836" y="69949"/>
                  </a:lnTo>
                  <a:lnTo>
                    <a:pt x="32596" y="70125"/>
                  </a:lnTo>
                  <a:lnTo>
                    <a:pt x="32167" y="70566"/>
                  </a:lnTo>
                  <a:lnTo>
                    <a:pt x="32185" y="70753"/>
                  </a:lnTo>
                  <a:lnTo>
                    <a:pt x="31990" y="70965"/>
                  </a:lnTo>
                  <a:lnTo>
                    <a:pt x="31496" y="71370"/>
                  </a:lnTo>
                  <a:lnTo>
                    <a:pt x="31184" y="71755"/>
                  </a:lnTo>
                  <a:lnTo>
                    <a:pt x="30933" y="71917"/>
                  </a:lnTo>
                  <a:lnTo>
                    <a:pt x="30388" y="72421"/>
                  </a:lnTo>
                  <a:lnTo>
                    <a:pt x="30187" y="72560"/>
                  </a:lnTo>
                  <a:lnTo>
                    <a:pt x="29881" y="72659"/>
                  </a:lnTo>
                  <a:lnTo>
                    <a:pt x="29054" y="72031"/>
                  </a:lnTo>
                  <a:lnTo>
                    <a:pt x="29011" y="71875"/>
                  </a:lnTo>
                  <a:lnTo>
                    <a:pt x="28937" y="71733"/>
                  </a:lnTo>
                  <a:lnTo>
                    <a:pt x="28643" y="71138"/>
                  </a:lnTo>
                  <a:lnTo>
                    <a:pt x="28396" y="70986"/>
                  </a:lnTo>
                  <a:lnTo>
                    <a:pt x="28374" y="70855"/>
                  </a:lnTo>
                  <a:lnTo>
                    <a:pt x="28349" y="70478"/>
                  </a:lnTo>
                  <a:lnTo>
                    <a:pt x="28199" y="70094"/>
                  </a:lnTo>
                  <a:lnTo>
                    <a:pt x="28033" y="68503"/>
                  </a:lnTo>
                  <a:lnTo>
                    <a:pt x="27994" y="68159"/>
                  </a:lnTo>
                  <a:lnTo>
                    <a:pt x="27017" y="67228"/>
                  </a:lnTo>
                  <a:lnTo>
                    <a:pt x="26286" y="66794"/>
                  </a:lnTo>
                  <a:lnTo>
                    <a:pt x="26084" y="67149"/>
                  </a:lnTo>
                  <a:lnTo>
                    <a:pt x="25702" y="67559"/>
                  </a:lnTo>
                  <a:lnTo>
                    <a:pt x="24723" y="67940"/>
                  </a:lnTo>
                  <a:lnTo>
                    <a:pt x="24388" y="67906"/>
                  </a:lnTo>
                  <a:lnTo>
                    <a:pt x="24009" y="67974"/>
                  </a:lnTo>
                  <a:lnTo>
                    <a:pt x="23404" y="66332"/>
                  </a:lnTo>
                  <a:lnTo>
                    <a:pt x="22619" y="64200"/>
                  </a:lnTo>
                  <a:lnTo>
                    <a:pt x="22359" y="62932"/>
                  </a:lnTo>
                  <a:lnTo>
                    <a:pt x="21812" y="60261"/>
                  </a:lnTo>
                  <a:lnTo>
                    <a:pt x="19164" y="57242"/>
                  </a:lnTo>
                  <a:lnTo>
                    <a:pt x="16434" y="55365"/>
                  </a:lnTo>
                  <a:lnTo>
                    <a:pt x="15652" y="56742"/>
                  </a:lnTo>
                  <a:lnTo>
                    <a:pt x="14269" y="59177"/>
                  </a:lnTo>
                  <a:lnTo>
                    <a:pt x="11637" y="63812"/>
                  </a:lnTo>
                  <a:lnTo>
                    <a:pt x="7786" y="70595"/>
                  </a:lnTo>
                  <a:lnTo>
                    <a:pt x="5365" y="74857"/>
                  </a:lnTo>
                  <a:lnTo>
                    <a:pt x="4088" y="81201"/>
                  </a:lnTo>
                  <a:lnTo>
                    <a:pt x="4448" y="84345"/>
                  </a:lnTo>
                  <a:lnTo>
                    <a:pt x="4616" y="85809"/>
                  </a:lnTo>
                  <a:lnTo>
                    <a:pt x="4707" y="86604"/>
                  </a:lnTo>
                  <a:lnTo>
                    <a:pt x="6917" y="88979"/>
                  </a:lnTo>
                  <a:lnTo>
                    <a:pt x="9706" y="91975"/>
                  </a:lnTo>
                  <a:lnTo>
                    <a:pt x="10857" y="97006"/>
                  </a:lnTo>
                  <a:lnTo>
                    <a:pt x="10794" y="97698"/>
                  </a:lnTo>
                  <a:lnTo>
                    <a:pt x="10483" y="101143"/>
                  </a:lnTo>
                  <a:lnTo>
                    <a:pt x="10434" y="101679"/>
                  </a:lnTo>
                  <a:lnTo>
                    <a:pt x="10007" y="102356"/>
                  </a:lnTo>
                  <a:lnTo>
                    <a:pt x="8015" y="105512"/>
                  </a:lnTo>
                  <a:lnTo>
                    <a:pt x="8836" y="115833"/>
                  </a:lnTo>
                  <a:lnTo>
                    <a:pt x="8931" y="117020"/>
                  </a:lnTo>
                  <a:lnTo>
                    <a:pt x="8372" y="124507"/>
                  </a:lnTo>
                  <a:lnTo>
                    <a:pt x="9154" y="126529"/>
                  </a:lnTo>
                  <a:lnTo>
                    <a:pt x="10053" y="128851"/>
                  </a:lnTo>
                  <a:lnTo>
                    <a:pt x="10872" y="131529"/>
                  </a:lnTo>
                  <a:lnTo>
                    <a:pt x="11307" y="132952"/>
                  </a:lnTo>
                  <a:lnTo>
                    <a:pt x="14091" y="142054"/>
                  </a:lnTo>
                  <a:lnTo>
                    <a:pt x="15707" y="145026"/>
                  </a:lnTo>
                  <a:lnTo>
                    <a:pt x="15149" y="150560"/>
                  </a:lnTo>
                  <a:lnTo>
                    <a:pt x="15105" y="150989"/>
                  </a:lnTo>
                  <a:lnTo>
                    <a:pt x="14307" y="158902"/>
                  </a:lnTo>
                  <a:lnTo>
                    <a:pt x="14175" y="160208"/>
                  </a:lnTo>
                  <a:lnTo>
                    <a:pt x="14155" y="160409"/>
                  </a:lnTo>
                  <a:lnTo>
                    <a:pt x="12188" y="162902"/>
                  </a:lnTo>
                  <a:lnTo>
                    <a:pt x="10007" y="165665"/>
                  </a:lnTo>
                  <a:lnTo>
                    <a:pt x="13180" y="175241"/>
                  </a:lnTo>
                  <a:lnTo>
                    <a:pt x="15896" y="183438"/>
                  </a:lnTo>
                  <a:lnTo>
                    <a:pt x="13590" y="188646"/>
                  </a:lnTo>
                  <a:lnTo>
                    <a:pt x="12035" y="193757"/>
                  </a:lnTo>
                  <a:lnTo>
                    <a:pt x="8101" y="206674"/>
                  </a:lnTo>
                  <a:close/>
                </a:path>
              </a:pathLst>
            </a:custGeom>
            <a:solidFill>
              <a:srgbClr val="98B0B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g58"/>
            <p:cNvSpPr/>
            <p:nvPr/>
          </p:nvSpPr>
          <p:spPr>
            <a:xfrm>
              <a:off x="5499964" y="5175643"/>
              <a:ext cx="217894" cy="294283"/>
            </a:xfrm>
            <a:custGeom>
              <a:avLst/>
              <a:pathLst>
                <a:path w="217894" h="294283">
                  <a:moveTo>
                    <a:pt x="179009" y="96297"/>
                  </a:moveTo>
                  <a:lnTo>
                    <a:pt x="179285" y="95631"/>
                  </a:lnTo>
                  <a:lnTo>
                    <a:pt x="179720" y="94514"/>
                  </a:lnTo>
                  <a:lnTo>
                    <a:pt x="179745" y="94308"/>
                  </a:lnTo>
                  <a:lnTo>
                    <a:pt x="179674" y="92354"/>
                  </a:lnTo>
                  <a:lnTo>
                    <a:pt x="179769" y="92152"/>
                  </a:lnTo>
                  <a:lnTo>
                    <a:pt x="180190" y="91307"/>
                  </a:lnTo>
                  <a:lnTo>
                    <a:pt x="179981" y="91209"/>
                  </a:lnTo>
                  <a:lnTo>
                    <a:pt x="179850" y="91115"/>
                  </a:lnTo>
                  <a:lnTo>
                    <a:pt x="179708" y="91042"/>
                  </a:lnTo>
                  <a:lnTo>
                    <a:pt x="179507" y="90974"/>
                  </a:lnTo>
                  <a:lnTo>
                    <a:pt x="179349" y="90878"/>
                  </a:lnTo>
                  <a:lnTo>
                    <a:pt x="179141" y="90581"/>
                  </a:lnTo>
                  <a:lnTo>
                    <a:pt x="179017" y="90372"/>
                  </a:lnTo>
                  <a:lnTo>
                    <a:pt x="178645" y="90103"/>
                  </a:lnTo>
                  <a:lnTo>
                    <a:pt x="178347" y="89832"/>
                  </a:lnTo>
                  <a:lnTo>
                    <a:pt x="178060" y="89574"/>
                  </a:lnTo>
                  <a:lnTo>
                    <a:pt x="177610" y="89057"/>
                  </a:lnTo>
                  <a:lnTo>
                    <a:pt x="176953" y="88731"/>
                  </a:lnTo>
                  <a:lnTo>
                    <a:pt x="176798" y="88650"/>
                  </a:lnTo>
                  <a:lnTo>
                    <a:pt x="176622" y="88561"/>
                  </a:lnTo>
                  <a:lnTo>
                    <a:pt x="176214" y="88307"/>
                  </a:lnTo>
                  <a:lnTo>
                    <a:pt x="176052" y="88194"/>
                  </a:lnTo>
                  <a:lnTo>
                    <a:pt x="175753" y="88083"/>
                  </a:lnTo>
                  <a:lnTo>
                    <a:pt x="175482" y="87962"/>
                  </a:lnTo>
                  <a:lnTo>
                    <a:pt x="174900" y="87752"/>
                  </a:lnTo>
                  <a:lnTo>
                    <a:pt x="174740" y="87542"/>
                  </a:lnTo>
                  <a:lnTo>
                    <a:pt x="174386" y="87135"/>
                  </a:lnTo>
                  <a:lnTo>
                    <a:pt x="174207" y="86965"/>
                  </a:lnTo>
                  <a:lnTo>
                    <a:pt x="173583" y="86449"/>
                  </a:lnTo>
                  <a:lnTo>
                    <a:pt x="173314" y="86221"/>
                  </a:lnTo>
                  <a:lnTo>
                    <a:pt x="172853" y="85830"/>
                  </a:lnTo>
                  <a:lnTo>
                    <a:pt x="172400" y="85444"/>
                  </a:lnTo>
                  <a:lnTo>
                    <a:pt x="172030" y="85137"/>
                  </a:lnTo>
                  <a:lnTo>
                    <a:pt x="171635" y="84794"/>
                  </a:lnTo>
                  <a:lnTo>
                    <a:pt x="171278" y="84504"/>
                  </a:lnTo>
                  <a:lnTo>
                    <a:pt x="171063" y="84312"/>
                  </a:lnTo>
                  <a:lnTo>
                    <a:pt x="170359" y="83713"/>
                  </a:lnTo>
                  <a:lnTo>
                    <a:pt x="170156" y="83538"/>
                  </a:lnTo>
                  <a:lnTo>
                    <a:pt x="169490" y="82640"/>
                  </a:lnTo>
                  <a:lnTo>
                    <a:pt x="169440" y="82259"/>
                  </a:lnTo>
                  <a:lnTo>
                    <a:pt x="169377" y="81939"/>
                  </a:lnTo>
                  <a:lnTo>
                    <a:pt x="169294" y="81765"/>
                  </a:lnTo>
                  <a:lnTo>
                    <a:pt x="169199" y="81549"/>
                  </a:lnTo>
                  <a:lnTo>
                    <a:pt x="169092" y="81310"/>
                  </a:lnTo>
                  <a:lnTo>
                    <a:pt x="168973" y="81111"/>
                  </a:lnTo>
                  <a:lnTo>
                    <a:pt x="168869" y="80859"/>
                  </a:lnTo>
                  <a:lnTo>
                    <a:pt x="168746" y="80601"/>
                  </a:lnTo>
                  <a:lnTo>
                    <a:pt x="168541" y="80269"/>
                  </a:lnTo>
                  <a:lnTo>
                    <a:pt x="168379" y="79915"/>
                  </a:lnTo>
                  <a:lnTo>
                    <a:pt x="168278" y="79583"/>
                  </a:lnTo>
                  <a:lnTo>
                    <a:pt x="168089" y="79262"/>
                  </a:lnTo>
                  <a:lnTo>
                    <a:pt x="167838" y="78937"/>
                  </a:lnTo>
                  <a:lnTo>
                    <a:pt x="167670" y="78741"/>
                  </a:lnTo>
                  <a:lnTo>
                    <a:pt x="167353" y="78371"/>
                  </a:lnTo>
                  <a:lnTo>
                    <a:pt x="167191" y="78167"/>
                  </a:lnTo>
                  <a:lnTo>
                    <a:pt x="166850" y="77767"/>
                  </a:lnTo>
                  <a:lnTo>
                    <a:pt x="166301" y="76807"/>
                  </a:lnTo>
                  <a:lnTo>
                    <a:pt x="165743" y="75753"/>
                  </a:lnTo>
                  <a:lnTo>
                    <a:pt x="165653" y="75582"/>
                  </a:lnTo>
                  <a:lnTo>
                    <a:pt x="165270" y="74837"/>
                  </a:lnTo>
                  <a:lnTo>
                    <a:pt x="164878" y="74139"/>
                  </a:lnTo>
                  <a:lnTo>
                    <a:pt x="164711" y="73840"/>
                  </a:lnTo>
                  <a:lnTo>
                    <a:pt x="164571" y="73554"/>
                  </a:lnTo>
                  <a:lnTo>
                    <a:pt x="164129" y="73558"/>
                  </a:lnTo>
                  <a:lnTo>
                    <a:pt x="163834" y="73567"/>
                  </a:lnTo>
                  <a:lnTo>
                    <a:pt x="163208" y="73565"/>
                  </a:lnTo>
                  <a:lnTo>
                    <a:pt x="163035" y="73544"/>
                  </a:lnTo>
                  <a:lnTo>
                    <a:pt x="162839" y="73511"/>
                  </a:lnTo>
                  <a:lnTo>
                    <a:pt x="162214" y="73403"/>
                  </a:lnTo>
                  <a:lnTo>
                    <a:pt x="161672" y="73213"/>
                  </a:lnTo>
                  <a:lnTo>
                    <a:pt x="161143" y="72577"/>
                  </a:lnTo>
                  <a:lnTo>
                    <a:pt x="160781" y="72126"/>
                  </a:lnTo>
                  <a:lnTo>
                    <a:pt x="159449" y="71364"/>
                  </a:lnTo>
                  <a:lnTo>
                    <a:pt x="159274" y="71281"/>
                  </a:lnTo>
                  <a:lnTo>
                    <a:pt x="159167" y="70139"/>
                  </a:lnTo>
                  <a:lnTo>
                    <a:pt x="158882" y="69340"/>
                  </a:lnTo>
                  <a:lnTo>
                    <a:pt x="158823" y="69208"/>
                  </a:lnTo>
                  <a:lnTo>
                    <a:pt x="158631" y="68818"/>
                  </a:lnTo>
                  <a:lnTo>
                    <a:pt x="158469" y="68504"/>
                  </a:lnTo>
                  <a:lnTo>
                    <a:pt x="158076" y="67859"/>
                  </a:lnTo>
                  <a:lnTo>
                    <a:pt x="157820" y="63804"/>
                  </a:lnTo>
                  <a:lnTo>
                    <a:pt x="157728" y="63670"/>
                  </a:lnTo>
                  <a:lnTo>
                    <a:pt x="157605" y="63480"/>
                  </a:lnTo>
                  <a:lnTo>
                    <a:pt x="157028" y="62671"/>
                  </a:lnTo>
                  <a:lnTo>
                    <a:pt x="156817" y="62395"/>
                  </a:lnTo>
                  <a:lnTo>
                    <a:pt x="156697" y="62254"/>
                  </a:lnTo>
                  <a:lnTo>
                    <a:pt x="156569" y="62146"/>
                  </a:lnTo>
                  <a:lnTo>
                    <a:pt x="156285" y="61830"/>
                  </a:lnTo>
                  <a:lnTo>
                    <a:pt x="156042" y="61579"/>
                  </a:lnTo>
                  <a:lnTo>
                    <a:pt x="155889" y="61412"/>
                  </a:lnTo>
                  <a:lnTo>
                    <a:pt x="155840" y="61228"/>
                  </a:lnTo>
                  <a:lnTo>
                    <a:pt x="155661" y="60756"/>
                  </a:lnTo>
                  <a:lnTo>
                    <a:pt x="155596" y="60491"/>
                  </a:lnTo>
                  <a:lnTo>
                    <a:pt x="155467" y="60171"/>
                  </a:lnTo>
                  <a:lnTo>
                    <a:pt x="155363" y="59838"/>
                  </a:lnTo>
                  <a:lnTo>
                    <a:pt x="155298" y="59619"/>
                  </a:lnTo>
                  <a:lnTo>
                    <a:pt x="155242" y="59398"/>
                  </a:lnTo>
                  <a:lnTo>
                    <a:pt x="155138" y="59094"/>
                  </a:lnTo>
                  <a:lnTo>
                    <a:pt x="155007" y="58641"/>
                  </a:lnTo>
                  <a:lnTo>
                    <a:pt x="154994" y="58497"/>
                  </a:lnTo>
                  <a:lnTo>
                    <a:pt x="154941" y="58300"/>
                  </a:lnTo>
                  <a:lnTo>
                    <a:pt x="154808" y="57908"/>
                  </a:lnTo>
                  <a:lnTo>
                    <a:pt x="154754" y="57633"/>
                  </a:lnTo>
                  <a:lnTo>
                    <a:pt x="154545" y="56796"/>
                  </a:lnTo>
                  <a:lnTo>
                    <a:pt x="154467" y="56438"/>
                  </a:lnTo>
                  <a:lnTo>
                    <a:pt x="154417" y="55629"/>
                  </a:lnTo>
                  <a:lnTo>
                    <a:pt x="154406" y="55439"/>
                  </a:lnTo>
                  <a:lnTo>
                    <a:pt x="154395" y="55209"/>
                  </a:lnTo>
                  <a:lnTo>
                    <a:pt x="154361" y="54564"/>
                  </a:lnTo>
                  <a:lnTo>
                    <a:pt x="154319" y="54396"/>
                  </a:lnTo>
                  <a:lnTo>
                    <a:pt x="154269" y="54194"/>
                  </a:lnTo>
                  <a:lnTo>
                    <a:pt x="154194" y="53897"/>
                  </a:lnTo>
                  <a:lnTo>
                    <a:pt x="154106" y="53663"/>
                  </a:lnTo>
                  <a:lnTo>
                    <a:pt x="153833" y="52922"/>
                  </a:lnTo>
                  <a:lnTo>
                    <a:pt x="153712" y="52586"/>
                  </a:lnTo>
                  <a:lnTo>
                    <a:pt x="153497" y="52017"/>
                  </a:lnTo>
                  <a:lnTo>
                    <a:pt x="153240" y="51363"/>
                  </a:lnTo>
                  <a:lnTo>
                    <a:pt x="153175" y="51181"/>
                  </a:lnTo>
                  <a:lnTo>
                    <a:pt x="152990" y="50589"/>
                  </a:lnTo>
                  <a:lnTo>
                    <a:pt x="152958" y="50456"/>
                  </a:lnTo>
                  <a:lnTo>
                    <a:pt x="152916" y="50301"/>
                  </a:lnTo>
                  <a:lnTo>
                    <a:pt x="152695" y="49470"/>
                  </a:lnTo>
                  <a:lnTo>
                    <a:pt x="152635" y="49256"/>
                  </a:lnTo>
                  <a:lnTo>
                    <a:pt x="152476" y="48692"/>
                  </a:lnTo>
                  <a:lnTo>
                    <a:pt x="152423" y="48503"/>
                  </a:lnTo>
                  <a:lnTo>
                    <a:pt x="152284" y="48012"/>
                  </a:lnTo>
                  <a:lnTo>
                    <a:pt x="152233" y="47850"/>
                  </a:lnTo>
                  <a:lnTo>
                    <a:pt x="151708" y="46175"/>
                  </a:lnTo>
                  <a:lnTo>
                    <a:pt x="151031" y="44006"/>
                  </a:lnTo>
                  <a:lnTo>
                    <a:pt x="150757" y="43119"/>
                  </a:lnTo>
                  <a:lnTo>
                    <a:pt x="150708" y="42958"/>
                  </a:lnTo>
                  <a:lnTo>
                    <a:pt x="150640" y="42737"/>
                  </a:lnTo>
                  <a:lnTo>
                    <a:pt x="150576" y="42539"/>
                  </a:lnTo>
                  <a:lnTo>
                    <a:pt x="150477" y="42204"/>
                  </a:lnTo>
                  <a:lnTo>
                    <a:pt x="150355" y="41931"/>
                  </a:lnTo>
                  <a:lnTo>
                    <a:pt x="150204" y="41616"/>
                  </a:lnTo>
                  <a:lnTo>
                    <a:pt x="150118" y="41432"/>
                  </a:lnTo>
                  <a:lnTo>
                    <a:pt x="149863" y="40875"/>
                  </a:lnTo>
                  <a:lnTo>
                    <a:pt x="149807" y="40734"/>
                  </a:lnTo>
                  <a:lnTo>
                    <a:pt x="149676" y="40405"/>
                  </a:lnTo>
                  <a:lnTo>
                    <a:pt x="149617" y="40264"/>
                  </a:lnTo>
                  <a:lnTo>
                    <a:pt x="149319" y="39556"/>
                  </a:lnTo>
                  <a:lnTo>
                    <a:pt x="148850" y="39425"/>
                  </a:lnTo>
                  <a:lnTo>
                    <a:pt x="148162" y="39169"/>
                  </a:lnTo>
                  <a:lnTo>
                    <a:pt x="147413" y="38886"/>
                  </a:lnTo>
                  <a:lnTo>
                    <a:pt x="146749" y="38715"/>
                  </a:lnTo>
                  <a:lnTo>
                    <a:pt x="146506" y="38641"/>
                  </a:lnTo>
                  <a:lnTo>
                    <a:pt x="146372" y="38540"/>
                  </a:lnTo>
                  <a:lnTo>
                    <a:pt x="146095" y="38353"/>
                  </a:lnTo>
                  <a:lnTo>
                    <a:pt x="145960" y="38278"/>
                  </a:lnTo>
                  <a:lnTo>
                    <a:pt x="145682" y="38033"/>
                  </a:lnTo>
                  <a:lnTo>
                    <a:pt x="145461" y="37826"/>
                  </a:lnTo>
                  <a:lnTo>
                    <a:pt x="145125" y="37583"/>
                  </a:lnTo>
                  <a:lnTo>
                    <a:pt x="144303" y="37071"/>
                  </a:lnTo>
                  <a:lnTo>
                    <a:pt x="143976" y="36876"/>
                  </a:lnTo>
                  <a:lnTo>
                    <a:pt x="143666" y="36650"/>
                  </a:lnTo>
                  <a:lnTo>
                    <a:pt x="143303" y="35997"/>
                  </a:lnTo>
                  <a:lnTo>
                    <a:pt x="142251" y="34296"/>
                  </a:lnTo>
                  <a:lnTo>
                    <a:pt x="141769" y="33519"/>
                  </a:lnTo>
                  <a:lnTo>
                    <a:pt x="141644" y="33315"/>
                  </a:lnTo>
                  <a:lnTo>
                    <a:pt x="141535" y="33137"/>
                  </a:lnTo>
                  <a:lnTo>
                    <a:pt x="141436" y="32998"/>
                  </a:lnTo>
                  <a:lnTo>
                    <a:pt x="141022" y="32288"/>
                  </a:lnTo>
                  <a:lnTo>
                    <a:pt x="140609" y="31919"/>
                  </a:lnTo>
                  <a:lnTo>
                    <a:pt x="140077" y="31469"/>
                  </a:lnTo>
                  <a:lnTo>
                    <a:pt x="139272" y="30787"/>
                  </a:lnTo>
                  <a:lnTo>
                    <a:pt x="136065" y="27907"/>
                  </a:lnTo>
                  <a:lnTo>
                    <a:pt x="135905" y="27832"/>
                  </a:lnTo>
                  <a:lnTo>
                    <a:pt x="134815" y="27316"/>
                  </a:lnTo>
                  <a:lnTo>
                    <a:pt x="132921" y="26557"/>
                  </a:lnTo>
                  <a:lnTo>
                    <a:pt x="133799" y="22468"/>
                  </a:lnTo>
                  <a:lnTo>
                    <a:pt x="134237" y="19769"/>
                  </a:lnTo>
                  <a:lnTo>
                    <a:pt x="134362" y="18997"/>
                  </a:lnTo>
                  <a:lnTo>
                    <a:pt x="134704" y="16888"/>
                  </a:lnTo>
                  <a:lnTo>
                    <a:pt x="134463" y="11233"/>
                  </a:lnTo>
                  <a:lnTo>
                    <a:pt x="130990" y="5367"/>
                  </a:lnTo>
                  <a:lnTo>
                    <a:pt x="127623" y="568"/>
                  </a:lnTo>
                  <a:lnTo>
                    <a:pt x="127460" y="291"/>
                  </a:lnTo>
                  <a:lnTo>
                    <a:pt x="127303" y="0"/>
                  </a:lnTo>
                  <a:lnTo>
                    <a:pt x="122753" y="4771"/>
                  </a:lnTo>
                  <a:lnTo>
                    <a:pt x="122536" y="5102"/>
                  </a:lnTo>
                  <a:lnTo>
                    <a:pt x="120913" y="8963"/>
                  </a:lnTo>
                  <a:lnTo>
                    <a:pt x="120974" y="9559"/>
                  </a:lnTo>
                  <a:lnTo>
                    <a:pt x="120904" y="9982"/>
                  </a:lnTo>
                  <a:lnTo>
                    <a:pt x="121398" y="10767"/>
                  </a:lnTo>
                  <a:lnTo>
                    <a:pt x="121381" y="10963"/>
                  </a:lnTo>
                  <a:lnTo>
                    <a:pt x="121371" y="11111"/>
                  </a:lnTo>
                  <a:lnTo>
                    <a:pt x="121251" y="11392"/>
                  </a:lnTo>
                  <a:lnTo>
                    <a:pt x="121061" y="11822"/>
                  </a:lnTo>
                  <a:lnTo>
                    <a:pt x="120880" y="11898"/>
                  </a:lnTo>
                  <a:lnTo>
                    <a:pt x="120105" y="12229"/>
                  </a:lnTo>
                  <a:lnTo>
                    <a:pt x="120083" y="12558"/>
                  </a:lnTo>
                  <a:lnTo>
                    <a:pt x="120235" y="13155"/>
                  </a:lnTo>
                  <a:lnTo>
                    <a:pt x="120198" y="13341"/>
                  </a:lnTo>
                  <a:lnTo>
                    <a:pt x="119531" y="15033"/>
                  </a:lnTo>
                  <a:lnTo>
                    <a:pt x="119500" y="15171"/>
                  </a:lnTo>
                  <a:lnTo>
                    <a:pt x="119455" y="15339"/>
                  </a:lnTo>
                  <a:lnTo>
                    <a:pt x="119420" y="15493"/>
                  </a:lnTo>
                  <a:lnTo>
                    <a:pt x="119337" y="15887"/>
                  </a:lnTo>
                  <a:lnTo>
                    <a:pt x="119277" y="16198"/>
                  </a:lnTo>
                  <a:lnTo>
                    <a:pt x="119233" y="16480"/>
                  </a:lnTo>
                  <a:lnTo>
                    <a:pt x="119195" y="16708"/>
                  </a:lnTo>
                  <a:lnTo>
                    <a:pt x="119106" y="17182"/>
                  </a:lnTo>
                  <a:lnTo>
                    <a:pt x="118949" y="17624"/>
                  </a:lnTo>
                  <a:lnTo>
                    <a:pt x="118929" y="18014"/>
                  </a:lnTo>
                  <a:lnTo>
                    <a:pt x="118935" y="18211"/>
                  </a:lnTo>
                  <a:lnTo>
                    <a:pt x="118979" y="18660"/>
                  </a:lnTo>
                  <a:lnTo>
                    <a:pt x="118908" y="19034"/>
                  </a:lnTo>
                  <a:lnTo>
                    <a:pt x="118861" y="19273"/>
                  </a:lnTo>
                  <a:lnTo>
                    <a:pt x="118816" y="19502"/>
                  </a:lnTo>
                  <a:lnTo>
                    <a:pt x="118795" y="19658"/>
                  </a:lnTo>
                  <a:lnTo>
                    <a:pt x="119103" y="19845"/>
                  </a:lnTo>
                  <a:lnTo>
                    <a:pt x="119271" y="20301"/>
                  </a:lnTo>
                  <a:lnTo>
                    <a:pt x="119175" y="20586"/>
                  </a:lnTo>
                  <a:lnTo>
                    <a:pt x="119022" y="21062"/>
                  </a:lnTo>
                  <a:lnTo>
                    <a:pt x="118843" y="21494"/>
                  </a:lnTo>
                  <a:lnTo>
                    <a:pt x="118328" y="22107"/>
                  </a:lnTo>
                  <a:lnTo>
                    <a:pt x="118041" y="22371"/>
                  </a:lnTo>
                  <a:lnTo>
                    <a:pt x="118060" y="22584"/>
                  </a:lnTo>
                  <a:lnTo>
                    <a:pt x="116945" y="22318"/>
                  </a:lnTo>
                  <a:lnTo>
                    <a:pt x="115954" y="22104"/>
                  </a:lnTo>
                  <a:lnTo>
                    <a:pt x="115449" y="22028"/>
                  </a:lnTo>
                  <a:lnTo>
                    <a:pt x="115142" y="21963"/>
                  </a:lnTo>
                  <a:lnTo>
                    <a:pt x="114817" y="21894"/>
                  </a:lnTo>
                  <a:lnTo>
                    <a:pt x="114658" y="21963"/>
                  </a:lnTo>
                  <a:lnTo>
                    <a:pt x="114056" y="22227"/>
                  </a:lnTo>
                  <a:lnTo>
                    <a:pt x="113886" y="22291"/>
                  </a:lnTo>
                  <a:lnTo>
                    <a:pt x="113399" y="22529"/>
                  </a:lnTo>
                  <a:lnTo>
                    <a:pt x="112994" y="22716"/>
                  </a:lnTo>
                  <a:lnTo>
                    <a:pt x="112768" y="22792"/>
                  </a:lnTo>
                  <a:lnTo>
                    <a:pt x="112441" y="22966"/>
                  </a:lnTo>
                  <a:lnTo>
                    <a:pt x="112161" y="23089"/>
                  </a:lnTo>
                  <a:lnTo>
                    <a:pt x="111489" y="23388"/>
                  </a:lnTo>
                  <a:lnTo>
                    <a:pt x="110967" y="23630"/>
                  </a:lnTo>
                  <a:lnTo>
                    <a:pt x="110688" y="23741"/>
                  </a:lnTo>
                  <a:lnTo>
                    <a:pt x="110320" y="23917"/>
                  </a:lnTo>
                  <a:lnTo>
                    <a:pt x="110189" y="23980"/>
                  </a:lnTo>
                  <a:lnTo>
                    <a:pt x="109980" y="24062"/>
                  </a:lnTo>
                  <a:lnTo>
                    <a:pt x="109841" y="24127"/>
                  </a:lnTo>
                  <a:lnTo>
                    <a:pt x="109620" y="24232"/>
                  </a:lnTo>
                  <a:lnTo>
                    <a:pt x="109435" y="24316"/>
                  </a:lnTo>
                  <a:lnTo>
                    <a:pt x="109067" y="24469"/>
                  </a:lnTo>
                  <a:lnTo>
                    <a:pt x="108736" y="24619"/>
                  </a:lnTo>
                  <a:lnTo>
                    <a:pt x="108408" y="24768"/>
                  </a:lnTo>
                  <a:lnTo>
                    <a:pt x="108101" y="24899"/>
                  </a:lnTo>
                  <a:lnTo>
                    <a:pt x="107966" y="24942"/>
                  </a:lnTo>
                  <a:lnTo>
                    <a:pt x="107795" y="25022"/>
                  </a:lnTo>
                  <a:lnTo>
                    <a:pt x="107489" y="25158"/>
                  </a:lnTo>
                  <a:lnTo>
                    <a:pt x="107240" y="25269"/>
                  </a:lnTo>
                  <a:lnTo>
                    <a:pt x="106707" y="25512"/>
                  </a:lnTo>
                  <a:lnTo>
                    <a:pt x="106287" y="25698"/>
                  </a:lnTo>
                  <a:lnTo>
                    <a:pt x="106103" y="25779"/>
                  </a:lnTo>
                  <a:lnTo>
                    <a:pt x="105763" y="25929"/>
                  </a:lnTo>
                  <a:lnTo>
                    <a:pt x="105065" y="26227"/>
                  </a:lnTo>
                  <a:lnTo>
                    <a:pt x="104839" y="26243"/>
                  </a:lnTo>
                  <a:lnTo>
                    <a:pt x="104588" y="26321"/>
                  </a:lnTo>
                  <a:lnTo>
                    <a:pt x="104470" y="26584"/>
                  </a:lnTo>
                  <a:lnTo>
                    <a:pt x="104193" y="26778"/>
                  </a:lnTo>
                  <a:lnTo>
                    <a:pt x="104097" y="26650"/>
                  </a:lnTo>
                  <a:lnTo>
                    <a:pt x="103913" y="26518"/>
                  </a:lnTo>
                  <a:lnTo>
                    <a:pt x="103777" y="26380"/>
                  </a:lnTo>
                  <a:lnTo>
                    <a:pt x="103733" y="26228"/>
                  </a:lnTo>
                  <a:lnTo>
                    <a:pt x="103411" y="26061"/>
                  </a:lnTo>
                  <a:lnTo>
                    <a:pt x="103176" y="26322"/>
                  </a:lnTo>
                  <a:lnTo>
                    <a:pt x="102627" y="26871"/>
                  </a:lnTo>
                  <a:lnTo>
                    <a:pt x="102120" y="27258"/>
                  </a:lnTo>
                  <a:lnTo>
                    <a:pt x="101903" y="27402"/>
                  </a:lnTo>
                  <a:lnTo>
                    <a:pt x="101621" y="27526"/>
                  </a:lnTo>
                  <a:lnTo>
                    <a:pt x="101379" y="27692"/>
                  </a:lnTo>
                  <a:lnTo>
                    <a:pt x="101226" y="27772"/>
                  </a:lnTo>
                  <a:lnTo>
                    <a:pt x="100271" y="28274"/>
                  </a:lnTo>
                  <a:lnTo>
                    <a:pt x="99471" y="28668"/>
                  </a:lnTo>
                  <a:lnTo>
                    <a:pt x="99312" y="28747"/>
                  </a:lnTo>
                  <a:lnTo>
                    <a:pt x="95754" y="32903"/>
                  </a:lnTo>
                  <a:lnTo>
                    <a:pt x="95424" y="33259"/>
                  </a:lnTo>
                  <a:lnTo>
                    <a:pt x="94613" y="32153"/>
                  </a:lnTo>
                  <a:lnTo>
                    <a:pt x="94361" y="32086"/>
                  </a:lnTo>
                  <a:lnTo>
                    <a:pt x="94215" y="32087"/>
                  </a:lnTo>
                  <a:lnTo>
                    <a:pt x="93974" y="32063"/>
                  </a:lnTo>
                  <a:lnTo>
                    <a:pt x="93596" y="32001"/>
                  </a:lnTo>
                  <a:lnTo>
                    <a:pt x="93099" y="31914"/>
                  </a:lnTo>
                  <a:lnTo>
                    <a:pt x="92243" y="31774"/>
                  </a:lnTo>
                  <a:lnTo>
                    <a:pt x="91461" y="31655"/>
                  </a:lnTo>
                  <a:lnTo>
                    <a:pt x="91309" y="31634"/>
                  </a:lnTo>
                  <a:lnTo>
                    <a:pt x="90954" y="31576"/>
                  </a:lnTo>
                  <a:lnTo>
                    <a:pt x="90474" y="31507"/>
                  </a:lnTo>
                  <a:lnTo>
                    <a:pt x="89972" y="31428"/>
                  </a:lnTo>
                  <a:lnTo>
                    <a:pt x="89722" y="31373"/>
                  </a:lnTo>
                  <a:lnTo>
                    <a:pt x="89315" y="31323"/>
                  </a:lnTo>
                  <a:lnTo>
                    <a:pt x="88933" y="31269"/>
                  </a:lnTo>
                  <a:lnTo>
                    <a:pt x="87965" y="30440"/>
                  </a:lnTo>
                  <a:lnTo>
                    <a:pt x="87719" y="30389"/>
                  </a:lnTo>
                  <a:lnTo>
                    <a:pt x="87557" y="30376"/>
                  </a:lnTo>
                  <a:lnTo>
                    <a:pt x="87410" y="30384"/>
                  </a:lnTo>
                  <a:lnTo>
                    <a:pt x="87197" y="30441"/>
                  </a:lnTo>
                  <a:lnTo>
                    <a:pt x="86602" y="30572"/>
                  </a:lnTo>
                  <a:lnTo>
                    <a:pt x="85867" y="30632"/>
                  </a:lnTo>
                  <a:lnTo>
                    <a:pt x="85682" y="30640"/>
                  </a:lnTo>
                  <a:lnTo>
                    <a:pt x="85422" y="30636"/>
                  </a:lnTo>
                  <a:lnTo>
                    <a:pt x="84946" y="30599"/>
                  </a:lnTo>
                  <a:lnTo>
                    <a:pt x="84701" y="30565"/>
                  </a:lnTo>
                  <a:lnTo>
                    <a:pt x="84506" y="30546"/>
                  </a:lnTo>
                  <a:lnTo>
                    <a:pt x="84362" y="30543"/>
                  </a:lnTo>
                  <a:lnTo>
                    <a:pt x="84204" y="30519"/>
                  </a:lnTo>
                  <a:lnTo>
                    <a:pt x="80096" y="27839"/>
                  </a:lnTo>
                  <a:lnTo>
                    <a:pt x="79580" y="27714"/>
                  </a:lnTo>
                  <a:lnTo>
                    <a:pt x="79381" y="27642"/>
                  </a:lnTo>
                  <a:lnTo>
                    <a:pt x="78727" y="27357"/>
                  </a:lnTo>
                  <a:lnTo>
                    <a:pt x="78585" y="27291"/>
                  </a:lnTo>
                  <a:lnTo>
                    <a:pt x="78229" y="27211"/>
                  </a:lnTo>
                  <a:lnTo>
                    <a:pt x="77339" y="27291"/>
                  </a:lnTo>
                  <a:lnTo>
                    <a:pt x="77133" y="27061"/>
                  </a:lnTo>
                  <a:lnTo>
                    <a:pt x="77010" y="26924"/>
                  </a:lnTo>
                  <a:lnTo>
                    <a:pt x="76823" y="26822"/>
                  </a:lnTo>
                  <a:lnTo>
                    <a:pt x="76615" y="26652"/>
                  </a:lnTo>
                  <a:lnTo>
                    <a:pt x="75793" y="26063"/>
                  </a:lnTo>
                  <a:lnTo>
                    <a:pt x="75611" y="26028"/>
                  </a:lnTo>
                  <a:lnTo>
                    <a:pt x="75350" y="25974"/>
                  </a:lnTo>
                  <a:lnTo>
                    <a:pt x="74911" y="25822"/>
                  </a:lnTo>
                  <a:lnTo>
                    <a:pt x="74660" y="25520"/>
                  </a:lnTo>
                  <a:lnTo>
                    <a:pt x="74258" y="25038"/>
                  </a:lnTo>
                  <a:lnTo>
                    <a:pt x="73755" y="24318"/>
                  </a:lnTo>
                  <a:lnTo>
                    <a:pt x="73350" y="23659"/>
                  </a:lnTo>
                  <a:lnTo>
                    <a:pt x="72790" y="22799"/>
                  </a:lnTo>
                  <a:lnTo>
                    <a:pt x="72494" y="22351"/>
                  </a:lnTo>
                  <a:lnTo>
                    <a:pt x="72210" y="21926"/>
                  </a:lnTo>
                  <a:lnTo>
                    <a:pt x="71859" y="21360"/>
                  </a:lnTo>
                  <a:lnTo>
                    <a:pt x="71747" y="21107"/>
                  </a:lnTo>
                  <a:lnTo>
                    <a:pt x="71684" y="20969"/>
                  </a:lnTo>
                  <a:lnTo>
                    <a:pt x="71445" y="20337"/>
                  </a:lnTo>
                  <a:lnTo>
                    <a:pt x="71357" y="20143"/>
                  </a:lnTo>
                  <a:lnTo>
                    <a:pt x="71048" y="19565"/>
                  </a:lnTo>
                  <a:lnTo>
                    <a:pt x="70891" y="19348"/>
                  </a:lnTo>
                  <a:lnTo>
                    <a:pt x="70765" y="19167"/>
                  </a:lnTo>
                  <a:lnTo>
                    <a:pt x="70607" y="19044"/>
                  </a:lnTo>
                  <a:lnTo>
                    <a:pt x="70147" y="18464"/>
                  </a:lnTo>
                  <a:lnTo>
                    <a:pt x="69872" y="18056"/>
                  </a:lnTo>
                  <a:lnTo>
                    <a:pt x="69740" y="17908"/>
                  </a:lnTo>
                  <a:lnTo>
                    <a:pt x="68711" y="24641"/>
                  </a:lnTo>
                  <a:lnTo>
                    <a:pt x="66195" y="25830"/>
                  </a:lnTo>
                  <a:lnTo>
                    <a:pt x="66222" y="26022"/>
                  </a:lnTo>
                  <a:lnTo>
                    <a:pt x="66520" y="28174"/>
                  </a:lnTo>
                  <a:lnTo>
                    <a:pt x="66664" y="29168"/>
                  </a:lnTo>
                  <a:lnTo>
                    <a:pt x="67224" y="33092"/>
                  </a:lnTo>
                  <a:lnTo>
                    <a:pt x="67833" y="35891"/>
                  </a:lnTo>
                  <a:lnTo>
                    <a:pt x="65820" y="37006"/>
                  </a:lnTo>
                  <a:lnTo>
                    <a:pt x="65059" y="37429"/>
                  </a:lnTo>
                  <a:lnTo>
                    <a:pt x="62634" y="40846"/>
                  </a:lnTo>
                  <a:lnTo>
                    <a:pt x="63276" y="41155"/>
                  </a:lnTo>
                  <a:lnTo>
                    <a:pt x="64487" y="41738"/>
                  </a:lnTo>
                  <a:lnTo>
                    <a:pt x="68800" y="41094"/>
                  </a:lnTo>
                  <a:lnTo>
                    <a:pt x="70696" y="41899"/>
                  </a:lnTo>
                  <a:lnTo>
                    <a:pt x="74764" y="43619"/>
                  </a:lnTo>
                  <a:lnTo>
                    <a:pt x="75935" y="43741"/>
                  </a:lnTo>
                  <a:lnTo>
                    <a:pt x="79564" y="44397"/>
                  </a:lnTo>
                  <a:lnTo>
                    <a:pt x="80059" y="44486"/>
                  </a:lnTo>
                  <a:lnTo>
                    <a:pt x="80202" y="44411"/>
                  </a:lnTo>
                  <a:lnTo>
                    <a:pt x="80481" y="44260"/>
                  </a:lnTo>
                  <a:lnTo>
                    <a:pt x="81473" y="43735"/>
                  </a:lnTo>
                  <a:lnTo>
                    <a:pt x="83276" y="45269"/>
                  </a:lnTo>
                  <a:lnTo>
                    <a:pt x="90398" y="51382"/>
                  </a:lnTo>
                  <a:lnTo>
                    <a:pt x="90948" y="51851"/>
                  </a:lnTo>
                  <a:lnTo>
                    <a:pt x="91743" y="52517"/>
                  </a:lnTo>
                  <a:lnTo>
                    <a:pt x="91315" y="57260"/>
                  </a:lnTo>
                  <a:lnTo>
                    <a:pt x="92608" y="59360"/>
                  </a:lnTo>
                  <a:lnTo>
                    <a:pt x="93451" y="62134"/>
                  </a:lnTo>
                  <a:lnTo>
                    <a:pt x="94904" y="65710"/>
                  </a:lnTo>
                  <a:lnTo>
                    <a:pt x="93835" y="66736"/>
                  </a:lnTo>
                  <a:lnTo>
                    <a:pt x="93562" y="66993"/>
                  </a:lnTo>
                  <a:lnTo>
                    <a:pt x="93357" y="67175"/>
                  </a:lnTo>
                  <a:lnTo>
                    <a:pt x="92729" y="67715"/>
                  </a:lnTo>
                  <a:lnTo>
                    <a:pt x="92581" y="67853"/>
                  </a:lnTo>
                  <a:lnTo>
                    <a:pt x="92069" y="68324"/>
                  </a:lnTo>
                  <a:lnTo>
                    <a:pt x="91238" y="69123"/>
                  </a:lnTo>
                  <a:lnTo>
                    <a:pt x="90829" y="69533"/>
                  </a:lnTo>
                  <a:lnTo>
                    <a:pt x="90150" y="70228"/>
                  </a:lnTo>
                  <a:lnTo>
                    <a:pt x="89963" y="70410"/>
                  </a:lnTo>
                  <a:lnTo>
                    <a:pt x="89222" y="71161"/>
                  </a:lnTo>
                  <a:lnTo>
                    <a:pt x="89073" y="71312"/>
                  </a:lnTo>
                  <a:lnTo>
                    <a:pt x="87861" y="72581"/>
                  </a:lnTo>
                  <a:lnTo>
                    <a:pt x="87540" y="72652"/>
                  </a:lnTo>
                  <a:lnTo>
                    <a:pt x="87209" y="72373"/>
                  </a:lnTo>
                  <a:lnTo>
                    <a:pt x="86675" y="71889"/>
                  </a:lnTo>
                  <a:lnTo>
                    <a:pt x="86534" y="71948"/>
                  </a:lnTo>
                  <a:lnTo>
                    <a:pt x="86350" y="72228"/>
                  </a:lnTo>
                  <a:lnTo>
                    <a:pt x="86127" y="72576"/>
                  </a:lnTo>
                  <a:lnTo>
                    <a:pt x="85426" y="73685"/>
                  </a:lnTo>
                  <a:lnTo>
                    <a:pt x="83599" y="73606"/>
                  </a:lnTo>
                  <a:lnTo>
                    <a:pt x="74859" y="73124"/>
                  </a:lnTo>
                  <a:lnTo>
                    <a:pt x="72294" y="72810"/>
                  </a:lnTo>
                  <a:lnTo>
                    <a:pt x="71120" y="71840"/>
                  </a:lnTo>
                  <a:lnTo>
                    <a:pt x="69657" y="70630"/>
                  </a:lnTo>
                  <a:lnTo>
                    <a:pt x="68989" y="70079"/>
                  </a:lnTo>
                  <a:lnTo>
                    <a:pt x="67674" y="69000"/>
                  </a:lnTo>
                  <a:lnTo>
                    <a:pt x="66966" y="68419"/>
                  </a:lnTo>
                  <a:lnTo>
                    <a:pt x="67292" y="67410"/>
                  </a:lnTo>
                  <a:lnTo>
                    <a:pt x="67473" y="67046"/>
                  </a:lnTo>
                  <a:lnTo>
                    <a:pt x="67371" y="66768"/>
                  </a:lnTo>
                  <a:lnTo>
                    <a:pt x="67134" y="66274"/>
                  </a:lnTo>
                  <a:lnTo>
                    <a:pt x="66887" y="66009"/>
                  </a:lnTo>
                  <a:lnTo>
                    <a:pt x="66723" y="65919"/>
                  </a:lnTo>
                  <a:lnTo>
                    <a:pt x="66549" y="65882"/>
                  </a:lnTo>
                  <a:lnTo>
                    <a:pt x="66345" y="65899"/>
                  </a:lnTo>
                  <a:lnTo>
                    <a:pt x="66124" y="66012"/>
                  </a:lnTo>
                  <a:lnTo>
                    <a:pt x="65971" y="66088"/>
                  </a:lnTo>
                  <a:lnTo>
                    <a:pt x="65758" y="66311"/>
                  </a:lnTo>
                  <a:lnTo>
                    <a:pt x="65632" y="66648"/>
                  </a:lnTo>
                  <a:lnTo>
                    <a:pt x="65456" y="66764"/>
                  </a:lnTo>
                  <a:lnTo>
                    <a:pt x="65371" y="67002"/>
                  </a:lnTo>
                  <a:lnTo>
                    <a:pt x="65349" y="67201"/>
                  </a:lnTo>
                  <a:lnTo>
                    <a:pt x="65380" y="67598"/>
                  </a:lnTo>
                  <a:lnTo>
                    <a:pt x="65321" y="67734"/>
                  </a:lnTo>
                  <a:lnTo>
                    <a:pt x="65196" y="67996"/>
                  </a:lnTo>
                  <a:lnTo>
                    <a:pt x="64897" y="68234"/>
                  </a:lnTo>
                  <a:lnTo>
                    <a:pt x="64275" y="68033"/>
                  </a:lnTo>
                  <a:lnTo>
                    <a:pt x="64040" y="67881"/>
                  </a:lnTo>
                  <a:lnTo>
                    <a:pt x="63876" y="67803"/>
                  </a:lnTo>
                  <a:lnTo>
                    <a:pt x="63700" y="67714"/>
                  </a:lnTo>
                  <a:lnTo>
                    <a:pt x="63539" y="67920"/>
                  </a:lnTo>
                  <a:lnTo>
                    <a:pt x="63388" y="68035"/>
                  </a:lnTo>
                  <a:lnTo>
                    <a:pt x="63255" y="68115"/>
                  </a:lnTo>
                  <a:lnTo>
                    <a:pt x="62924" y="68237"/>
                  </a:lnTo>
                  <a:lnTo>
                    <a:pt x="62796" y="68319"/>
                  </a:lnTo>
                  <a:lnTo>
                    <a:pt x="62674" y="68586"/>
                  </a:lnTo>
                  <a:lnTo>
                    <a:pt x="62548" y="68977"/>
                  </a:lnTo>
                  <a:lnTo>
                    <a:pt x="62407" y="68950"/>
                  </a:lnTo>
                  <a:lnTo>
                    <a:pt x="61973" y="68640"/>
                  </a:lnTo>
                  <a:lnTo>
                    <a:pt x="60176" y="68712"/>
                  </a:lnTo>
                  <a:lnTo>
                    <a:pt x="59779" y="68795"/>
                  </a:lnTo>
                  <a:lnTo>
                    <a:pt x="59406" y="68865"/>
                  </a:lnTo>
                  <a:lnTo>
                    <a:pt x="59268" y="68878"/>
                  </a:lnTo>
                  <a:lnTo>
                    <a:pt x="58629" y="69094"/>
                  </a:lnTo>
                  <a:lnTo>
                    <a:pt x="58449" y="69141"/>
                  </a:lnTo>
                  <a:lnTo>
                    <a:pt x="58091" y="69214"/>
                  </a:lnTo>
                  <a:lnTo>
                    <a:pt x="57782" y="69280"/>
                  </a:lnTo>
                  <a:lnTo>
                    <a:pt x="57628" y="69317"/>
                  </a:lnTo>
                  <a:lnTo>
                    <a:pt x="56513" y="68683"/>
                  </a:lnTo>
                  <a:lnTo>
                    <a:pt x="56275" y="68661"/>
                  </a:lnTo>
                  <a:lnTo>
                    <a:pt x="55918" y="68722"/>
                  </a:lnTo>
                  <a:lnTo>
                    <a:pt x="55698" y="68689"/>
                  </a:lnTo>
                  <a:lnTo>
                    <a:pt x="55283" y="69159"/>
                  </a:lnTo>
                  <a:lnTo>
                    <a:pt x="55154" y="69699"/>
                  </a:lnTo>
                  <a:lnTo>
                    <a:pt x="55085" y="69908"/>
                  </a:lnTo>
                  <a:lnTo>
                    <a:pt x="54735" y="70059"/>
                  </a:lnTo>
                  <a:lnTo>
                    <a:pt x="54349" y="70104"/>
                  </a:lnTo>
                  <a:lnTo>
                    <a:pt x="53593" y="70265"/>
                  </a:lnTo>
                  <a:lnTo>
                    <a:pt x="53144" y="70773"/>
                  </a:lnTo>
                  <a:lnTo>
                    <a:pt x="52905" y="70993"/>
                  </a:lnTo>
                  <a:lnTo>
                    <a:pt x="52495" y="71422"/>
                  </a:lnTo>
                  <a:lnTo>
                    <a:pt x="51846" y="71737"/>
                  </a:lnTo>
                  <a:lnTo>
                    <a:pt x="51731" y="71860"/>
                  </a:lnTo>
                  <a:lnTo>
                    <a:pt x="51769" y="71609"/>
                  </a:lnTo>
                  <a:lnTo>
                    <a:pt x="51768" y="71471"/>
                  </a:lnTo>
                  <a:lnTo>
                    <a:pt x="51757" y="71291"/>
                  </a:lnTo>
                  <a:lnTo>
                    <a:pt x="51719" y="71063"/>
                  </a:lnTo>
                  <a:lnTo>
                    <a:pt x="51659" y="70786"/>
                  </a:lnTo>
                  <a:lnTo>
                    <a:pt x="51516" y="70467"/>
                  </a:lnTo>
                  <a:lnTo>
                    <a:pt x="51502" y="70171"/>
                  </a:lnTo>
                  <a:lnTo>
                    <a:pt x="51442" y="69318"/>
                  </a:lnTo>
                  <a:lnTo>
                    <a:pt x="51181" y="69342"/>
                  </a:lnTo>
                  <a:lnTo>
                    <a:pt x="50991" y="69352"/>
                  </a:lnTo>
                  <a:lnTo>
                    <a:pt x="50786" y="69391"/>
                  </a:lnTo>
                  <a:lnTo>
                    <a:pt x="50427" y="69489"/>
                  </a:lnTo>
                  <a:lnTo>
                    <a:pt x="50222" y="69567"/>
                  </a:lnTo>
                  <a:lnTo>
                    <a:pt x="49932" y="69975"/>
                  </a:lnTo>
                  <a:lnTo>
                    <a:pt x="48640" y="68630"/>
                  </a:lnTo>
                  <a:lnTo>
                    <a:pt x="48332" y="68634"/>
                  </a:lnTo>
                  <a:lnTo>
                    <a:pt x="47951" y="68726"/>
                  </a:lnTo>
                  <a:lnTo>
                    <a:pt x="47798" y="68560"/>
                  </a:lnTo>
                  <a:lnTo>
                    <a:pt x="47054" y="69069"/>
                  </a:lnTo>
                  <a:lnTo>
                    <a:pt x="46664" y="69134"/>
                  </a:lnTo>
                  <a:lnTo>
                    <a:pt x="45951" y="68968"/>
                  </a:lnTo>
                  <a:lnTo>
                    <a:pt x="45964" y="68761"/>
                  </a:lnTo>
                  <a:lnTo>
                    <a:pt x="45992" y="68165"/>
                  </a:lnTo>
                  <a:lnTo>
                    <a:pt x="45733" y="67794"/>
                  </a:lnTo>
                  <a:lnTo>
                    <a:pt x="45329" y="67763"/>
                  </a:lnTo>
                  <a:lnTo>
                    <a:pt x="44636" y="67439"/>
                  </a:lnTo>
                  <a:lnTo>
                    <a:pt x="44508" y="67473"/>
                  </a:lnTo>
                  <a:lnTo>
                    <a:pt x="44212" y="67622"/>
                  </a:lnTo>
                  <a:lnTo>
                    <a:pt x="41940" y="68072"/>
                  </a:lnTo>
                  <a:lnTo>
                    <a:pt x="41974" y="68207"/>
                  </a:lnTo>
                  <a:lnTo>
                    <a:pt x="42151" y="68585"/>
                  </a:lnTo>
                  <a:lnTo>
                    <a:pt x="40983" y="67956"/>
                  </a:lnTo>
                  <a:lnTo>
                    <a:pt x="40875" y="67815"/>
                  </a:lnTo>
                  <a:lnTo>
                    <a:pt x="39778" y="67622"/>
                  </a:lnTo>
                  <a:lnTo>
                    <a:pt x="39532" y="67654"/>
                  </a:lnTo>
                  <a:lnTo>
                    <a:pt x="39169" y="67668"/>
                  </a:lnTo>
                  <a:lnTo>
                    <a:pt x="39036" y="67670"/>
                  </a:lnTo>
                  <a:lnTo>
                    <a:pt x="38843" y="67665"/>
                  </a:lnTo>
                  <a:lnTo>
                    <a:pt x="38676" y="67627"/>
                  </a:lnTo>
                  <a:lnTo>
                    <a:pt x="38484" y="67760"/>
                  </a:lnTo>
                  <a:lnTo>
                    <a:pt x="38236" y="67908"/>
                  </a:lnTo>
                  <a:lnTo>
                    <a:pt x="37764" y="67920"/>
                  </a:lnTo>
                  <a:lnTo>
                    <a:pt x="37617" y="67865"/>
                  </a:lnTo>
                  <a:lnTo>
                    <a:pt x="37253" y="67803"/>
                  </a:lnTo>
                  <a:lnTo>
                    <a:pt x="37052" y="67854"/>
                  </a:lnTo>
                  <a:lnTo>
                    <a:pt x="36867" y="67892"/>
                  </a:lnTo>
                  <a:lnTo>
                    <a:pt x="36596" y="67894"/>
                  </a:lnTo>
                  <a:lnTo>
                    <a:pt x="36455" y="68144"/>
                  </a:lnTo>
                  <a:lnTo>
                    <a:pt x="35877" y="68145"/>
                  </a:lnTo>
                  <a:lnTo>
                    <a:pt x="35703" y="68170"/>
                  </a:lnTo>
                  <a:lnTo>
                    <a:pt x="35148" y="68169"/>
                  </a:lnTo>
                  <a:lnTo>
                    <a:pt x="34910" y="68153"/>
                  </a:lnTo>
                  <a:lnTo>
                    <a:pt x="34780" y="68137"/>
                  </a:lnTo>
                  <a:lnTo>
                    <a:pt x="34607" y="68131"/>
                  </a:lnTo>
                  <a:lnTo>
                    <a:pt x="34376" y="68187"/>
                  </a:lnTo>
                  <a:lnTo>
                    <a:pt x="34006" y="68347"/>
                  </a:lnTo>
                  <a:lnTo>
                    <a:pt x="33753" y="68466"/>
                  </a:lnTo>
                  <a:lnTo>
                    <a:pt x="33189" y="69063"/>
                  </a:lnTo>
                  <a:lnTo>
                    <a:pt x="32645" y="69463"/>
                  </a:lnTo>
                  <a:lnTo>
                    <a:pt x="31933" y="69518"/>
                  </a:lnTo>
                  <a:lnTo>
                    <a:pt x="31442" y="69507"/>
                  </a:lnTo>
                  <a:lnTo>
                    <a:pt x="31222" y="69489"/>
                  </a:lnTo>
                  <a:lnTo>
                    <a:pt x="30724" y="69458"/>
                  </a:lnTo>
                  <a:lnTo>
                    <a:pt x="30522" y="69490"/>
                  </a:lnTo>
                  <a:lnTo>
                    <a:pt x="30224" y="69546"/>
                  </a:lnTo>
                  <a:lnTo>
                    <a:pt x="30011" y="69611"/>
                  </a:lnTo>
                  <a:lnTo>
                    <a:pt x="28451" y="70154"/>
                  </a:lnTo>
                  <a:lnTo>
                    <a:pt x="28306" y="70237"/>
                  </a:lnTo>
                  <a:lnTo>
                    <a:pt x="28145" y="70236"/>
                  </a:lnTo>
                  <a:lnTo>
                    <a:pt x="27651" y="70005"/>
                  </a:lnTo>
                  <a:lnTo>
                    <a:pt x="27463" y="69871"/>
                  </a:lnTo>
                  <a:lnTo>
                    <a:pt x="27201" y="69750"/>
                  </a:lnTo>
                  <a:lnTo>
                    <a:pt x="27363" y="69579"/>
                  </a:lnTo>
                  <a:lnTo>
                    <a:pt x="27299" y="69295"/>
                  </a:lnTo>
                  <a:lnTo>
                    <a:pt x="27281" y="68905"/>
                  </a:lnTo>
                  <a:lnTo>
                    <a:pt x="27307" y="68739"/>
                  </a:lnTo>
                  <a:lnTo>
                    <a:pt x="26809" y="68865"/>
                  </a:lnTo>
                  <a:lnTo>
                    <a:pt x="26050" y="68947"/>
                  </a:lnTo>
                  <a:lnTo>
                    <a:pt x="25872" y="68969"/>
                  </a:lnTo>
                  <a:lnTo>
                    <a:pt x="25683" y="69015"/>
                  </a:lnTo>
                  <a:lnTo>
                    <a:pt x="25433" y="69004"/>
                  </a:lnTo>
                  <a:lnTo>
                    <a:pt x="25132" y="69026"/>
                  </a:lnTo>
                  <a:lnTo>
                    <a:pt x="24998" y="69012"/>
                  </a:lnTo>
                  <a:lnTo>
                    <a:pt x="24698" y="68879"/>
                  </a:lnTo>
                  <a:lnTo>
                    <a:pt x="23786" y="68887"/>
                  </a:lnTo>
                  <a:lnTo>
                    <a:pt x="23630" y="68878"/>
                  </a:lnTo>
                  <a:lnTo>
                    <a:pt x="23264" y="68734"/>
                  </a:lnTo>
                  <a:lnTo>
                    <a:pt x="21104" y="67554"/>
                  </a:lnTo>
                  <a:lnTo>
                    <a:pt x="21103" y="65762"/>
                  </a:lnTo>
                  <a:lnTo>
                    <a:pt x="22792" y="63209"/>
                  </a:lnTo>
                  <a:lnTo>
                    <a:pt x="24034" y="59318"/>
                  </a:lnTo>
                  <a:lnTo>
                    <a:pt x="24247" y="58650"/>
                  </a:lnTo>
                  <a:lnTo>
                    <a:pt x="24967" y="53614"/>
                  </a:lnTo>
                  <a:lnTo>
                    <a:pt x="20190" y="54238"/>
                  </a:lnTo>
                  <a:lnTo>
                    <a:pt x="19732" y="54588"/>
                  </a:lnTo>
                  <a:lnTo>
                    <a:pt x="18699" y="55010"/>
                  </a:lnTo>
                  <a:lnTo>
                    <a:pt x="18558" y="55383"/>
                  </a:lnTo>
                  <a:lnTo>
                    <a:pt x="18396" y="55530"/>
                  </a:lnTo>
                  <a:lnTo>
                    <a:pt x="18190" y="55235"/>
                  </a:lnTo>
                  <a:lnTo>
                    <a:pt x="18099" y="55018"/>
                  </a:lnTo>
                  <a:lnTo>
                    <a:pt x="17289" y="54592"/>
                  </a:lnTo>
                  <a:lnTo>
                    <a:pt x="16855" y="54240"/>
                  </a:lnTo>
                  <a:lnTo>
                    <a:pt x="16321" y="53776"/>
                  </a:lnTo>
                  <a:lnTo>
                    <a:pt x="16007" y="53515"/>
                  </a:lnTo>
                  <a:lnTo>
                    <a:pt x="15615" y="53182"/>
                  </a:lnTo>
                  <a:lnTo>
                    <a:pt x="15374" y="52993"/>
                  </a:lnTo>
                  <a:lnTo>
                    <a:pt x="15126" y="52776"/>
                  </a:lnTo>
                  <a:lnTo>
                    <a:pt x="14597" y="52329"/>
                  </a:lnTo>
                  <a:lnTo>
                    <a:pt x="14296" y="52078"/>
                  </a:lnTo>
                  <a:lnTo>
                    <a:pt x="13965" y="51798"/>
                  </a:lnTo>
                  <a:lnTo>
                    <a:pt x="13490" y="51394"/>
                  </a:lnTo>
                  <a:lnTo>
                    <a:pt x="13033" y="51018"/>
                  </a:lnTo>
                  <a:lnTo>
                    <a:pt x="12887" y="50886"/>
                  </a:lnTo>
                  <a:lnTo>
                    <a:pt x="12262" y="50382"/>
                  </a:lnTo>
                  <a:lnTo>
                    <a:pt x="11782" y="49972"/>
                  </a:lnTo>
                  <a:lnTo>
                    <a:pt x="11429" y="49671"/>
                  </a:lnTo>
                  <a:lnTo>
                    <a:pt x="11294" y="49546"/>
                  </a:lnTo>
                  <a:lnTo>
                    <a:pt x="10860" y="49193"/>
                  </a:lnTo>
                  <a:lnTo>
                    <a:pt x="10647" y="49017"/>
                  </a:lnTo>
                  <a:lnTo>
                    <a:pt x="10392" y="48788"/>
                  </a:lnTo>
                  <a:lnTo>
                    <a:pt x="10150" y="48593"/>
                  </a:lnTo>
                  <a:lnTo>
                    <a:pt x="9709" y="48227"/>
                  </a:lnTo>
                  <a:lnTo>
                    <a:pt x="9310" y="47923"/>
                  </a:lnTo>
                  <a:lnTo>
                    <a:pt x="8885" y="47651"/>
                  </a:lnTo>
                  <a:lnTo>
                    <a:pt x="8386" y="47627"/>
                  </a:lnTo>
                  <a:lnTo>
                    <a:pt x="7810" y="47612"/>
                  </a:lnTo>
                  <a:lnTo>
                    <a:pt x="7516" y="47598"/>
                  </a:lnTo>
                  <a:lnTo>
                    <a:pt x="7303" y="47589"/>
                  </a:lnTo>
                  <a:lnTo>
                    <a:pt x="7128" y="47585"/>
                  </a:lnTo>
                  <a:lnTo>
                    <a:pt x="5495" y="47595"/>
                  </a:lnTo>
                  <a:lnTo>
                    <a:pt x="5026" y="47575"/>
                  </a:lnTo>
                  <a:lnTo>
                    <a:pt x="4840" y="47573"/>
                  </a:lnTo>
                  <a:lnTo>
                    <a:pt x="4689" y="47571"/>
                  </a:lnTo>
                  <a:lnTo>
                    <a:pt x="4221" y="47554"/>
                  </a:lnTo>
                  <a:lnTo>
                    <a:pt x="3893" y="47539"/>
                  </a:lnTo>
                  <a:lnTo>
                    <a:pt x="3582" y="47533"/>
                  </a:lnTo>
                  <a:lnTo>
                    <a:pt x="3406" y="47522"/>
                  </a:lnTo>
                  <a:lnTo>
                    <a:pt x="3094" y="47517"/>
                  </a:lnTo>
                  <a:lnTo>
                    <a:pt x="2511" y="47494"/>
                  </a:lnTo>
                  <a:lnTo>
                    <a:pt x="1864" y="47471"/>
                  </a:lnTo>
                  <a:lnTo>
                    <a:pt x="1684" y="47471"/>
                  </a:lnTo>
                  <a:lnTo>
                    <a:pt x="1800" y="45571"/>
                  </a:lnTo>
                  <a:lnTo>
                    <a:pt x="1544" y="45492"/>
                  </a:lnTo>
                  <a:lnTo>
                    <a:pt x="1383" y="45415"/>
                  </a:lnTo>
                  <a:lnTo>
                    <a:pt x="951" y="45314"/>
                  </a:lnTo>
                  <a:lnTo>
                    <a:pt x="379" y="45281"/>
                  </a:lnTo>
                  <a:lnTo>
                    <a:pt x="391" y="45514"/>
                  </a:lnTo>
                  <a:lnTo>
                    <a:pt x="411" y="45700"/>
                  </a:lnTo>
                  <a:lnTo>
                    <a:pt x="446" y="46497"/>
                  </a:lnTo>
                  <a:lnTo>
                    <a:pt x="430" y="46693"/>
                  </a:lnTo>
                  <a:lnTo>
                    <a:pt x="425" y="47072"/>
                  </a:lnTo>
                  <a:lnTo>
                    <a:pt x="442" y="47231"/>
                  </a:lnTo>
                  <a:lnTo>
                    <a:pt x="502" y="47494"/>
                  </a:lnTo>
                  <a:lnTo>
                    <a:pt x="516" y="47833"/>
                  </a:lnTo>
                  <a:lnTo>
                    <a:pt x="504" y="48206"/>
                  </a:lnTo>
                  <a:lnTo>
                    <a:pt x="549" y="48577"/>
                  </a:lnTo>
                  <a:lnTo>
                    <a:pt x="579" y="48749"/>
                  </a:lnTo>
                  <a:lnTo>
                    <a:pt x="606" y="49359"/>
                  </a:lnTo>
                  <a:lnTo>
                    <a:pt x="623" y="49541"/>
                  </a:lnTo>
                  <a:lnTo>
                    <a:pt x="642" y="49838"/>
                  </a:lnTo>
                  <a:lnTo>
                    <a:pt x="617" y="50320"/>
                  </a:lnTo>
                  <a:lnTo>
                    <a:pt x="648" y="50647"/>
                  </a:lnTo>
                  <a:lnTo>
                    <a:pt x="640" y="52015"/>
                  </a:lnTo>
                  <a:lnTo>
                    <a:pt x="749" y="52270"/>
                  </a:lnTo>
                  <a:lnTo>
                    <a:pt x="848" y="52500"/>
                  </a:lnTo>
                  <a:lnTo>
                    <a:pt x="938" y="52782"/>
                  </a:lnTo>
                  <a:lnTo>
                    <a:pt x="1020" y="52910"/>
                  </a:lnTo>
                  <a:lnTo>
                    <a:pt x="1184" y="53320"/>
                  </a:lnTo>
                  <a:lnTo>
                    <a:pt x="1258" y="53484"/>
                  </a:lnTo>
                  <a:lnTo>
                    <a:pt x="1354" y="53752"/>
                  </a:lnTo>
                  <a:lnTo>
                    <a:pt x="1504" y="54095"/>
                  </a:lnTo>
                  <a:lnTo>
                    <a:pt x="1685" y="54480"/>
                  </a:lnTo>
                  <a:lnTo>
                    <a:pt x="1791" y="54718"/>
                  </a:lnTo>
                  <a:lnTo>
                    <a:pt x="2200" y="55299"/>
                  </a:lnTo>
                  <a:lnTo>
                    <a:pt x="2421" y="55701"/>
                  </a:lnTo>
                  <a:lnTo>
                    <a:pt x="2538" y="56038"/>
                  </a:lnTo>
                  <a:lnTo>
                    <a:pt x="2623" y="56426"/>
                  </a:lnTo>
                  <a:lnTo>
                    <a:pt x="2920" y="56943"/>
                  </a:lnTo>
                  <a:lnTo>
                    <a:pt x="2961" y="57119"/>
                  </a:lnTo>
                  <a:lnTo>
                    <a:pt x="3065" y="57481"/>
                  </a:lnTo>
                  <a:lnTo>
                    <a:pt x="3127" y="57714"/>
                  </a:lnTo>
                  <a:lnTo>
                    <a:pt x="3167" y="57861"/>
                  </a:lnTo>
                  <a:lnTo>
                    <a:pt x="3240" y="58244"/>
                  </a:lnTo>
                  <a:lnTo>
                    <a:pt x="3432" y="58910"/>
                  </a:lnTo>
                  <a:lnTo>
                    <a:pt x="3481" y="59116"/>
                  </a:lnTo>
                  <a:lnTo>
                    <a:pt x="4117" y="60040"/>
                  </a:lnTo>
                  <a:lnTo>
                    <a:pt x="4168" y="60188"/>
                  </a:lnTo>
                  <a:lnTo>
                    <a:pt x="4911" y="61055"/>
                  </a:lnTo>
                  <a:lnTo>
                    <a:pt x="4960" y="61248"/>
                  </a:lnTo>
                  <a:lnTo>
                    <a:pt x="5087" y="61610"/>
                  </a:lnTo>
                  <a:lnTo>
                    <a:pt x="5152" y="61790"/>
                  </a:lnTo>
                  <a:lnTo>
                    <a:pt x="5261" y="62279"/>
                  </a:lnTo>
                  <a:lnTo>
                    <a:pt x="5436" y="63009"/>
                  </a:lnTo>
                  <a:lnTo>
                    <a:pt x="5454" y="63183"/>
                  </a:lnTo>
                  <a:lnTo>
                    <a:pt x="5453" y="63456"/>
                  </a:lnTo>
                  <a:lnTo>
                    <a:pt x="5484" y="63631"/>
                  </a:lnTo>
                  <a:lnTo>
                    <a:pt x="5585" y="64033"/>
                  </a:lnTo>
                  <a:lnTo>
                    <a:pt x="5661" y="64326"/>
                  </a:lnTo>
                  <a:lnTo>
                    <a:pt x="5738" y="64695"/>
                  </a:lnTo>
                  <a:lnTo>
                    <a:pt x="5976" y="65497"/>
                  </a:lnTo>
                  <a:lnTo>
                    <a:pt x="6172" y="65925"/>
                  </a:lnTo>
                  <a:lnTo>
                    <a:pt x="6249" y="66091"/>
                  </a:lnTo>
                  <a:lnTo>
                    <a:pt x="6319" y="66219"/>
                  </a:lnTo>
                  <a:lnTo>
                    <a:pt x="6413" y="66413"/>
                  </a:lnTo>
                  <a:lnTo>
                    <a:pt x="6526" y="66643"/>
                  </a:lnTo>
                  <a:lnTo>
                    <a:pt x="6662" y="66913"/>
                  </a:lnTo>
                  <a:lnTo>
                    <a:pt x="6864" y="67341"/>
                  </a:lnTo>
                  <a:lnTo>
                    <a:pt x="6934" y="67501"/>
                  </a:lnTo>
                  <a:lnTo>
                    <a:pt x="6991" y="67633"/>
                  </a:lnTo>
                  <a:lnTo>
                    <a:pt x="7157" y="68059"/>
                  </a:lnTo>
                  <a:lnTo>
                    <a:pt x="7333" y="68523"/>
                  </a:lnTo>
                  <a:lnTo>
                    <a:pt x="7433" y="68772"/>
                  </a:lnTo>
                  <a:lnTo>
                    <a:pt x="7520" y="68989"/>
                  </a:lnTo>
                  <a:lnTo>
                    <a:pt x="7744" y="69529"/>
                  </a:lnTo>
                  <a:lnTo>
                    <a:pt x="7903" y="70031"/>
                  </a:lnTo>
                  <a:lnTo>
                    <a:pt x="8041" y="70476"/>
                  </a:lnTo>
                  <a:lnTo>
                    <a:pt x="8137" y="70695"/>
                  </a:lnTo>
                  <a:lnTo>
                    <a:pt x="8202" y="70851"/>
                  </a:lnTo>
                  <a:lnTo>
                    <a:pt x="8349" y="71191"/>
                  </a:lnTo>
                  <a:lnTo>
                    <a:pt x="8445" y="71423"/>
                  </a:lnTo>
                  <a:lnTo>
                    <a:pt x="8595" y="71760"/>
                  </a:lnTo>
                  <a:lnTo>
                    <a:pt x="8847" y="72405"/>
                  </a:lnTo>
                  <a:lnTo>
                    <a:pt x="8923" y="72608"/>
                  </a:lnTo>
                  <a:lnTo>
                    <a:pt x="9067" y="72993"/>
                  </a:lnTo>
                  <a:lnTo>
                    <a:pt x="9128" y="73157"/>
                  </a:lnTo>
                  <a:lnTo>
                    <a:pt x="9303" y="73611"/>
                  </a:lnTo>
                  <a:lnTo>
                    <a:pt x="9672" y="74381"/>
                  </a:lnTo>
                  <a:lnTo>
                    <a:pt x="9822" y="74664"/>
                  </a:lnTo>
                  <a:lnTo>
                    <a:pt x="10095" y="75168"/>
                  </a:lnTo>
                  <a:lnTo>
                    <a:pt x="10199" y="75367"/>
                  </a:lnTo>
                  <a:lnTo>
                    <a:pt x="10547" y="75997"/>
                  </a:lnTo>
                  <a:lnTo>
                    <a:pt x="10650" y="76180"/>
                  </a:lnTo>
                  <a:lnTo>
                    <a:pt x="10739" y="76334"/>
                  </a:lnTo>
                  <a:lnTo>
                    <a:pt x="10824" y="76490"/>
                  </a:lnTo>
                  <a:lnTo>
                    <a:pt x="10977" y="76761"/>
                  </a:lnTo>
                  <a:lnTo>
                    <a:pt x="11253" y="77273"/>
                  </a:lnTo>
                  <a:lnTo>
                    <a:pt x="11382" y="77501"/>
                  </a:lnTo>
                  <a:lnTo>
                    <a:pt x="11604" y="77908"/>
                  </a:lnTo>
                  <a:lnTo>
                    <a:pt x="11726" y="78112"/>
                  </a:lnTo>
                  <a:lnTo>
                    <a:pt x="11808" y="78264"/>
                  </a:lnTo>
                  <a:lnTo>
                    <a:pt x="11908" y="78447"/>
                  </a:lnTo>
                  <a:lnTo>
                    <a:pt x="12048" y="78706"/>
                  </a:lnTo>
                  <a:lnTo>
                    <a:pt x="12166" y="78916"/>
                  </a:lnTo>
                  <a:lnTo>
                    <a:pt x="12307" y="79158"/>
                  </a:lnTo>
                  <a:lnTo>
                    <a:pt x="12608" y="79708"/>
                  </a:lnTo>
                  <a:lnTo>
                    <a:pt x="12701" y="79876"/>
                  </a:lnTo>
                  <a:lnTo>
                    <a:pt x="12845" y="80142"/>
                  </a:lnTo>
                  <a:lnTo>
                    <a:pt x="12921" y="80280"/>
                  </a:lnTo>
                  <a:lnTo>
                    <a:pt x="12999" y="80424"/>
                  </a:lnTo>
                  <a:lnTo>
                    <a:pt x="13106" y="80628"/>
                  </a:lnTo>
                  <a:lnTo>
                    <a:pt x="13405" y="81182"/>
                  </a:lnTo>
                  <a:lnTo>
                    <a:pt x="13683" y="81667"/>
                  </a:lnTo>
                  <a:lnTo>
                    <a:pt x="13860" y="81975"/>
                  </a:lnTo>
                  <a:lnTo>
                    <a:pt x="13796" y="82389"/>
                  </a:lnTo>
                  <a:lnTo>
                    <a:pt x="13387" y="82833"/>
                  </a:lnTo>
                  <a:lnTo>
                    <a:pt x="13054" y="83504"/>
                  </a:lnTo>
                  <a:lnTo>
                    <a:pt x="12867" y="83871"/>
                  </a:lnTo>
                  <a:lnTo>
                    <a:pt x="12615" y="84276"/>
                  </a:lnTo>
                  <a:lnTo>
                    <a:pt x="12519" y="84491"/>
                  </a:lnTo>
                  <a:lnTo>
                    <a:pt x="12453" y="84747"/>
                  </a:lnTo>
                  <a:lnTo>
                    <a:pt x="12328" y="86472"/>
                  </a:lnTo>
                  <a:lnTo>
                    <a:pt x="12381" y="86647"/>
                  </a:lnTo>
                  <a:lnTo>
                    <a:pt x="14362" y="89849"/>
                  </a:lnTo>
                  <a:lnTo>
                    <a:pt x="14959" y="91496"/>
                  </a:lnTo>
                  <a:lnTo>
                    <a:pt x="15458" y="92062"/>
                  </a:lnTo>
                  <a:lnTo>
                    <a:pt x="15761" y="92305"/>
                  </a:lnTo>
                  <a:lnTo>
                    <a:pt x="16103" y="92572"/>
                  </a:lnTo>
                  <a:lnTo>
                    <a:pt x="16396" y="92770"/>
                  </a:lnTo>
                  <a:lnTo>
                    <a:pt x="16532" y="92904"/>
                  </a:lnTo>
                  <a:lnTo>
                    <a:pt x="17006" y="93264"/>
                  </a:lnTo>
                  <a:lnTo>
                    <a:pt x="17361" y="93731"/>
                  </a:lnTo>
                  <a:lnTo>
                    <a:pt x="18395" y="93925"/>
                  </a:lnTo>
                  <a:lnTo>
                    <a:pt x="18425" y="93762"/>
                  </a:lnTo>
                  <a:lnTo>
                    <a:pt x="18494" y="93634"/>
                  </a:lnTo>
                  <a:lnTo>
                    <a:pt x="18680" y="93513"/>
                  </a:lnTo>
                  <a:lnTo>
                    <a:pt x="19169" y="93484"/>
                  </a:lnTo>
                  <a:lnTo>
                    <a:pt x="19344" y="93602"/>
                  </a:lnTo>
                  <a:lnTo>
                    <a:pt x="19749" y="93624"/>
                  </a:lnTo>
                  <a:lnTo>
                    <a:pt x="19841" y="93456"/>
                  </a:lnTo>
                  <a:lnTo>
                    <a:pt x="20932" y="93813"/>
                  </a:lnTo>
                  <a:lnTo>
                    <a:pt x="23684" y="95693"/>
                  </a:lnTo>
                  <a:lnTo>
                    <a:pt x="23981" y="95947"/>
                  </a:lnTo>
                  <a:lnTo>
                    <a:pt x="25384" y="97056"/>
                  </a:lnTo>
                  <a:lnTo>
                    <a:pt x="25773" y="97410"/>
                  </a:lnTo>
                  <a:lnTo>
                    <a:pt x="26333" y="97856"/>
                  </a:lnTo>
                  <a:lnTo>
                    <a:pt x="26694" y="98193"/>
                  </a:lnTo>
                  <a:lnTo>
                    <a:pt x="26906" y="98331"/>
                  </a:lnTo>
                  <a:lnTo>
                    <a:pt x="27592" y="99165"/>
                  </a:lnTo>
                  <a:lnTo>
                    <a:pt x="28473" y="100220"/>
                  </a:lnTo>
                  <a:lnTo>
                    <a:pt x="28744" y="100527"/>
                  </a:lnTo>
                  <a:lnTo>
                    <a:pt x="29054" y="100875"/>
                  </a:lnTo>
                  <a:lnTo>
                    <a:pt x="29264" y="101208"/>
                  </a:lnTo>
                  <a:lnTo>
                    <a:pt x="29421" y="101398"/>
                  </a:lnTo>
                  <a:lnTo>
                    <a:pt x="30200" y="102015"/>
                  </a:lnTo>
                  <a:lnTo>
                    <a:pt x="30656" y="102534"/>
                  </a:lnTo>
                  <a:lnTo>
                    <a:pt x="31142" y="103029"/>
                  </a:lnTo>
                  <a:lnTo>
                    <a:pt x="31549" y="103192"/>
                  </a:lnTo>
                  <a:lnTo>
                    <a:pt x="32451" y="103968"/>
                  </a:lnTo>
                  <a:lnTo>
                    <a:pt x="34323" y="106151"/>
                  </a:lnTo>
                  <a:lnTo>
                    <a:pt x="34551" y="106255"/>
                  </a:lnTo>
                  <a:lnTo>
                    <a:pt x="35013" y="106383"/>
                  </a:lnTo>
                  <a:lnTo>
                    <a:pt x="35090" y="106782"/>
                  </a:lnTo>
                  <a:lnTo>
                    <a:pt x="35177" y="107397"/>
                  </a:lnTo>
                  <a:lnTo>
                    <a:pt x="35591" y="107488"/>
                  </a:lnTo>
                  <a:lnTo>
                    <a:pt x="35799" y="107536"/>
                  </a:lnTo>
                  <a:lnTo>
                    <a:pt x="36041" y="107588"/>
                  </a:lnTo>
                  <a:lnTo>
                    <a:pt x="36354" y="107660"/>
                  </a:lnTo>
                  <a:lnTo>
                    <a:pt x="36767" y="107760"/>
                  </a:lnTo>
                  <a:lnTo>
                    <a:pt x="37234" y="107900"/>
                  </a:lnTo>
                  <a:lnTo>
                    <a:pt x="37431" y="107996"/>
                  </a:lnTo>
                  <a:lnTo>
                    <a:pt x="37805" y="107928"/>
                  </a:lnTo>
                  <a:lnTo>
                    <a:pt x="38557" y="107855"/>
                  </a:lnTo>
                  <a:lnTo>
                    <a:pt x="39914" y="108672"/>
                  </a:lnTo>
                  <a:lnTo>
                    <a:pt x="40186" y="108808"/>
                  </a:lnTo>
                  <a:lnTo>
                    <a:pt x="40462" y="109074"/>
                  </a:lnTo>
                  <a:lnTo>
                    <a:pt x="40886" y="109488"/>
                  </a:lnTo>
                  <a:lnTo>
                    <a:pt x="41268" y="109746"/>
                  </a:lnTo>
                  <a:lnTo>
                    <a:pt x="41609" y="109842"/>
                  </a:lnTo>
                  <a:lnTo>
                    <a:pt x="41763" y="109856"/>
                  </a:lnTo>
                  <a:lnTo>
                    <a:pt x="42158" y="109875"/>
                  </a:lnTo>
                  <a:lnTo>
                    <a:pt x="42413" y="109917"/>
                  </a:lnTo>
                  <a:lnTo>
                    <a:pt x="42604" y="109948"/>
                  </a:lnTo>
                  <a:lnTo>
                    <a:pt x="43002" y="109754"/>
                  </a:lnTo>
                  <a:lnTo>
                    <a:pt x="43268" y="109773"/>
                  </a:lnTo>
                  <a:lnTo>
                    <a:pt x="43509" y="109805"/>
                  </a:lnTo>
                  <a:lnTo>
                    <a:pt x="43906" y="110998"/>
                  </a:lnTo>
                  <a:lnTo>
                    <a:pt x="44063" y="111440"/>
                  </a:lnTo>
                  <a:lnTo>
                    <a:pt x="44359" y="112265"/>
                  </a:lnTo>
                  <a:lnTo>
                    <a:pt x="44433" y="112478"/>
                  </a:lnTo>
                  <a:lnTo>
                    <a:pt x="44555" y="112770"/>
                  </a:lnTo>
                  <a:lnTo>
                    <a:pt x="44782" y="113257"/>
                  </a:lnTo>
                  <a:lnTo>
                    <a:pt x="44958" y="113472"/>
                  </a:lnTo>
                  <a:lnTo>
                    <a:pt x="45328" y="113772"/>
                  </a:lnTo>
                  <a:lnTo>
                    <a:pt x="45541" y="113847"/>
                  </a:lnTo>
                  <a:lnTo>
                    <a:pt x="45861" y="113971"/>
                  </a:lnTo>
                  <a:lnTo>
                    <a:pt x="46332" y="114066"/>
                  </a:lnTo>
                  <a:lnTo>
                    <a:pt x="47029" y="114368"/>
                  </a:lnTo>
                  <a:lnTo>
                    <a:pt x="47149" y="114530"/>
                  </a:lnTo>
                  <a:lnTo>
                    <a:pt x="47393" y="115043"/>
                  </a:lnTo>
                  <a:lnTo>
                    <a:pt x="47759" y="115285"/>
                  </a:lnTo>
                  <a:lnTo>
                    <a:pt x="47863" y="115429"/>
                  </a:lnTo>
                  <a:lnTo>
                    <a:pt x="47896" y="115610"/>
                  </a:lnTo>
                  <a:lnTo>
                    <a:pt x="47965" y="115951"/>
                  </a:lnTo>
                  <a:lnTo>
                    <a:pt x="47705" y="116041"/>
                  </a:lnTo>
                  <a:lnTo>
                    <a:pt x="47457" y="116179"/>
                  </a:lnTo>
                  <a:lnTo>
                    <a:pt x="47442" y="116634"/>
                  </a:lnTo>
                  <a:lnTo>
                    <a:pt x="47596" y="116879"/>
                  </a:lnTo>
                  <a:lnTo>
                    <a:pt x="47552" y="117065"/>
                  </a:lnTo>
                  <a:lnTo>
                    <a:pt x="47510" y="117268"/>
                  </a:lnTo>
                  <a:lnTo>
                    <a:pt x="48007" y="117918"/>
                  </a:lnTo>
                  <a:lnTo>
                    <a:pt x="48134" y="118996"/>
                  </a:lnTo>
                  <a:lnTo>
                    <a:pt x="48422" y="118838"/>
                  </a:lnTo>
                  <a:lnTo>
                    <a:pt x="48578" y="118445"/>
                  </a:lnTo>
                  <a:lnTo>
                    <a:pt x="49295" y="118337"/>
                  </a:lnTo>
                  <a:lnTo>
                    <a:pt x="49442" y="118314"/>
                  </a:lnTo>
                  <a:lnTo>
                    <a:pt x="50546" y="118250"/>
                  </a:lnTo>
                  <a:lnTo>
                    <a:pt x="52752" y="118751"/>
                  </a:lnTo>
                  <a:lnTo>
                    <a:pt x="53539" y="118902"/>
                  </a:lnTo>
                  <a:lnTo>
                    <a:pt x="54195" y="119075"/>
                  </a:lnTo>
                  <a:lnTo>
                    <a:pt x="58504" y="119188"/>
                  </a:lnTo>
                  <a:lnTo>
                    <a:pt x="60007" y="120706"/>
                  </a:lnTo>
                  <a:lnTo>
                    <a:pt x="61144" y="121510"/>
                  </a:lnTo>
                  <a:lnTo>
                    <a:pt x="61504" y="121567"/>
                  </a:lnTo>
                  <a:lnTo>
                    <a:pt x="61552" y="121850"/>
                  </a:lnTo>
                  <a:lnTo>
                    <a:pt x="61524" y="122177"/>
                  </a:lnTo>
                  <a:lnTo>
                    <a:pt x="61397" y="122471"/>
                  </a:lnTo>
                  <a:lnTo>
                    <a:pt x="61769" y="123100"/>
                  </a:lnTo>
                  <a:lnTo>
                    <a:pt x="61950" y="123115"/>
                  </a:lnTo>
                  <a:lnTo>
                    <a:pt x="62293" y="123096"/>
                  </a:lnTo>
                  <a:lnTo>
                    <a:pt x="64408" y="122524"/>
                  </a:lnTo>
                  <a:lnTo>
                    <a:pt x="64544" y="122450"/>
                  </a:lnTo>
                  <a:lnTo>
                    <a:pt x="64818" y="122275"/>
                  </a:lnTo>
                  <a:lnTo>
                    <a:pt x="65013" y="122196"/>
                  </a:lnTo>
                  <a:lnTo>
                    <a:pt x="65075" y="122001"/>
                  </a:lnTo>
                  <a:lnTo>
                    <a:pt x="65409" y="121734"/>
                  </a:lnTo>
                  <a:lnTo>
                    <a:pt x="65760" y="121701"/>
                  </a:lnTo>
                  <a:lnTo>
                    <a:pt x="65963" y="121739"/>
                  </a:lnTo>
                  <a:lnTo>
                    <a:pt x="66161" y="121851"/>
                  </a:lnTo>
                  <a:lnTo>
                    <a:pt x="67525" y="123215"/>
                  </a:lnTo>
                  <a:lnTo>
                    <a:pt x="67540" y="123367"/>
                  </a:lnTo>
                  <a:lnTo>
                    <a:pt x="67557" y="123511"/>
                  </a:lnTo>
                  <a:lnTo>
                    <a:pt x="67818" y="123922"/>
                  </a:lnTo>
                  <a:lnTo>
                    <a:pt x="68157" y="124193"/>
                  </a:lnTo>
                  <a:lnTo>
                    <a:pt x="68400" y="124385"/>
                  </a:lnTo>
                  <a:lnTo>
                    <a:pt x="69144" y="125812"/>
                  </a:lnTo>
                  <a:lnTo>
                    <a:pt x="69030" y="125959"/>
                  </a:lnTo>
                  <a:lnTo>
                    <a:pt x="68902" y="126090"/>
                  </a:lnTo>
                  <a:lnTo>
                    <a:pt x="68540" y="126456"/>
                  </a:lnTo>
                  <a:lnTo>
                    <a:pt x="68032" y="126989"/>
                  </a:lnTo>
                  <a:lnTo>
                    <a:pt x="67859" y="127274"/>
                  </a:lnTo>
                  <a:lnTo>
                    <a:pt x="67763" y="127577"/>
                  </a:lnTo>
                  <a:lnTo>
                    <a:pt x="67679" y="128073"/>
                  </a:lnTo>
                  <a:lnTo>
                    <a:pt x="67640" y="128289"/>
                  </a:lnTo>
                  <a:lnTo>
                    <a:pt x="67639" y="128495"/>
                  </a:lnTo>
                  <a:lnTo>
                    <a:pt x="67691" y="128679"/>
                  </a:lnTo>
                  <a:lnTo>
                    <a:pt x="68899" y="129943"/>
                  </a:lnTo>
                  <a:lnTo>
                    <a:pt x="69045" y="130364"/>
                  </a:lnTo>
                  <a:lnTo>
                    <a:pt x="69108" y="130570"/>
                  </a:lnTo>
                  <a:lnTo>
                    <a:pt x="69249" y="131150"/>
                  </a:lnTo>
                  <a:lnTo>
                    <a:pt x="69735" y="132310"/>
                  </a:lnTo>
                  <a:lnTo>
                    <a:pt x="69862" y="132572"/>
                  </a:lnTo>
                  <a:lnTo>
                    <a:pt x="69967" y="132889"/>
                  </a:lnTo>
                  <a:lnTo>
                    <a:pt x="70816" y="135465"/>
                  </a:lnTo>
                  <a:lnTo>
                    <a:pt x="71619" y="137375"/>
                  </a:lnTo>
                  <a:lnTo>
                    <a:pt x="71767" y="137399"/>
                  </a:lnTo>
                  <a:lnTo>
                    <a:pt x="72027" y="137462"/>
                  </a:lnTo>
                  <a:lnTo>
                    <a:pt x="75083" y="138155"/>
                  </a:lnTo>
                  <a:lnTo>
                    <a:pt x="75424" y="138704"/>
                  </a:lnTo>
                  <a:lnTo>
                    <a:pt x="75288" y="139359"/>
                  </a:lnTo>
                  <a:lnTo>
                    <a:pt x="74944" y="143595"/>
                  </a:lnTo>
                  <a:lnTo>
                    <a:pt x="74937" y="143725"/>
                  </a:lnTo>
                  <a:lnTo>
                    <a:pt x="74921" y="143923"/>
                  </a:lnTo>
                  <a:lnTo>
                    <a:pt x="74832" y="144220"/>
                  </a:lnTo>
                  <a:lnTo>
                    <a:pt x="74793" y="144372"/>
                  </a:lnTo>
                  <a:lnTo>
                    <a:pt x="74739" y="144579"/>
                  </a:lnTo>
                  <a:lnTo>
                    <a:pt x="74622" y="145361"/>
                  </a:lnTo>
                  <a:lnTo>
                    <a:pt x="75919" y="149469"/>
                  </a:lnTo>
                  <a:lnTo>
                    <a:pt x="75960" y="149600"/>
                  </a:lnTo>
                  <a:lnTo>
                    <a:pt x="75996" y="150074"/>
                  </a:lnTo>
                  <a:lnTo>
                    <a:pt x="76340" y="150747"/>
                  </a:lnTo>
                  <a:lnTo>
                    <a:pt x="76336" y="151722"/>
                  </a:lnTo>
                  <a:lnTo>
                    <a:pt x="76744" y="153313"/>
                  </a:lnTo>
                  <a:lnTo>
                    <a:pt x="76803" y="153594"/>
                  </a:lnTo>
                  <a:lnTo>
                    <a:pt x="76792" y="153725"/>
                  </a:lnTo>
                  <a:lnTo>
                    <a:pt x="76845" y="153892"/>
                  </a:lnTo>
                  <a:lnTo>
                    <a:pt x="78360" y="154953"/>
                  </a:lnTo>
                  <a:lnTo>
                    <a:pt x="78809" y="155634"/>
                  </a:lnTo>
                  <a:lnTo>
                    <a:pt x="80509" y="157384"/>
                  </a:lnTo>
                  <a:lnTo>
                    <a:pt x="80636" y="157906"/>
                  </a:lnTo>
                  <a:lnTo>
                    <a:pt x="80873" y="158104"/>
                  </a:lnTo>
                  <a:lnTo>
                    <a:pt x="81557" y="159424"/>
                  </a:lnTo>
                  <a:lnTo>
                    <a:pt x="81856" y="159440"/>
                  </a:lnTo>
                  <a:lnTo>
                    <a:pt x="82223" y="159656"/>
                  </a:lnTo>
                  <a:lnTo>
                    <a:pt x="82864" y="160106"/>
                  </a:lnTo>
                  <a:lnTo>
                    <a:pt x="83002" y="160185"/>
                  </a:lnTo>
                  <a:lnTo>
                    <a:pt x="83312" y="160454"/>
                  </a:lnTo>
                  <a:lnTo>
                    <a:pt x="84265" y="160908"/>
                  </a:lnTo>
                  <a:lnTo>
                    <a:pt x="84993" y="160960"/>
                  </a:lnTo>
                  <a:lnTo>
                    <a:pt x="85165" y="160942"/>
                  </a:lnTo>
                  <a:lnTo>
                    <a:pt x="85787" y="161066"/>
                  </a:lnTo>
                  <a:lnTo>
                    <a:pt x="86783" y="160140"/>
                  </a:lnTo>
                  <a:lnTo>
                    <a:pt x="87042" y="160005"/>
                  </a:lnTo>
                  <a:lnTo>
                    <a:pt x="87527" y="160113"/>
                  </a:lnTo>
                  <a:lnTo>
                    <a:pt x="87815" y="160204"/>
                  </a:lnTo>
                  <a:lnTo>
                    <a:pt x="88116" y="160791"/>
                  </a:lnTo>
                  <a:lnTo>
                    <a:pt x="88176" y="160925"/>
                  </a:lnTo>
                  <a:lnTo>
                    <a:pt x="88874" y="162679"/>
                  </a:lnTo>
                  <a:lnTo>
                    <a:pt x="88933" y="162938"/>
                  </a:lnTo>
                  <a:lnTo>
                    <a:pt x="89062" y="163226"/>
                  </a:lnTo>
                  <a:lnTo>
                    <a:pt x="89225" y="163702"/>
                  </a:lnTo>
                  <a:lnTo>
                    <a:pt x="89325" y="164073"/>
                  </a:lnTo>
                  <a:lnTo>
                    <a:pt x="89329" y="164223"/>
                  </a:lnTo>
                  <a:lnTo>
                    <a:pt x="89353" y="164408"/>
                  </a:lnTo>
                  <a:lnTo>
                    <a:pt x="89350" y="164599"/>
                  </a:lnTo>
                  <a:lnTo>
                    <a:pt x="89336" y="164749"/>
                  </a:lnTo>
                  <a:lnTo>
                    <a:pt x="89326" y="164975"/>
                  </a:lnTo>
                  <a:lnTo>
                    <a:pt x="89297" y="165228"/>
                  </a:lnTo>
                  <a:lnTo>
                    <a:pt x="89259" y="165430"/>
                  </a:lnTo>
                  <a:lnTo>
                    <a:pt x="89172" y="165613"/>
                  </a:lnTo>
                  <a:lnTo>
                    <a:pt x="89207" y="165882"/>
                  </a:lnTo>
                  <a:lnTo>
                    <a:pt x="89356" y="166773"/>
                  </a:lnTo>
                  <a:lnTo>
                    <a:pt x="90148" y="168567"/>
                  </a:lnTo>
                  <a:lnTo>
                    <a:pt x="90333" y="168821"/>
                  </a:lnTo>
                  <a:lnTo>
                    <a:pt x="89928" y="170854"/>
                  </a:lnTo>
                  <a:lnTo>
                    <a:pt x="87991" y="172703"/>
                  </a:lnTo>
                  <a:lnTo>
                    <a:pt x="87604" y="173186"/>
                  </a:lnTo>
                  <a:lnTo>
                    <a:pt x="87355" y="173759"/>
                  </a:lnTo>
                  <a:lnTo>
                    <a:pt x="87142" y="174038"/>
                  </a:lnTo>
                  <a:lnTo>
                    <a:pt x="87026" y="174196"/>
                  </a:lnTo>
                  <a:lnTo>
                    <a:pt x="86865" y="174513"/>
                  </a:lnTo>
                  <a:lnTo>
                    <a:pt x="86515" y="175244"/>
                  </a:lnTo>
                  <a:lnTo>
                    <a:pt x="86432" y="175598"/>
                  </a:lnTo>
                  <a:lnTo>
                    <a:pt x="86354" y="175847"/>
                  </a:lnTo>
                  <a:lnTo>
                    <a:pt x="85835" y="177601"/>
                  </a:lnTo>
                  <a:lnTo>
                    <a:pt x="85124" y="180713"/>
                  </a:lnTo>
                  <a:lnTo>
                    <a:pt x="84860" y="181897"/>
                  </a:lnTo>
                  <a:lnTo>
                    <a:pt x="84741" y="182829"/>
                  </a:lnTo>
                  <a:lnTo>
                    <a:pt x="84278" y="185041"/>
                  </a:lnTo>
                  <a:lnTo>
                    <a:pt x="84052" y="185891"/>
                  </a:lnTo>
                  <a:lnTo>
                    <a:pt x="84112" y="186976"/>
                  </a:lnTo>
                  <a:lnTo>
                    <a:pt x="84159" y="187823"/>
                  </a:lnTo>
                  <a:lnTo>
                    <a:pt x="84192" y="188433"/>
                  </a:lnTo>
                  <a:lnTo>
                    <a:pt x="83748" y="189815"/>
                  </a:lnTo>
                  <a:lnTo>
                    <a:pt x="83904" y="190853"/>
                  </a:lnTo>
                  <a:lnTo>
                    <a:pt x="83952" y="191174"/>
                  </a:lnTo>
                  <a:lnTo>
                    <a:pt x="84269" y="192410"/>
                  </a:lnTo>
                  <a:lnTo>
                    <a:pt x="85172" y="194136"/>
                  </a:lnTo>
                  <a:lnTo>
                    <a:pt x="85348" y="194582"/>
                  </a:lnTo>
                  <a:lnTo>
                    <a:pt x="85787" y="196129"/>
                  </a:lnTo>
                  <a:lnTo>
                    <a:pt x="86485" y="198686"/>
                  </a:lnTo>
                  <a:lnTo>
                    <a:pt x="86742" y="198873"/>
                  </a:lnTo>
                  <a:lnTo>
                    <a:pt x="86864" y="199170"/>
                  </a:lnTo>
                  <a:lnTo>
                    <a:pt x="86925" y="199498"/>
                  </a:lnTo>
                  <a:lnTo>
                    <a:pt x="86289" y="200436"/>
                  </a:lnTo>
                  <a:lnTo>
                    <a:pt x="84855" y="200920"/>
                  </a:lnTo>
                  <a:lnTo>
                    <a:pt x="82964" y="201230"/>
                  </a:lnTo>
                  <a:lnTo>
                    <a:pt x="82211" y="201359"/>
                  </a:lnTo>
                  <a:lnTo>
                    <a:pt x="82019" y="201486"/>
                  </a:lnTo>
                  <a:lnTo>
                    <a:pt x="81602" y="201780"/>
                  </a:lnTo>
                  <a:lnTo>
                    <a:pt x="80945" y="202434"/>
                  </a:lnTo>
                  <a:lnTo>
                    <a:pt x="80887" y="202981"/>
                  </a:lnTo>
                  <a:lnTo>
                    <a:pt x="80867" y="203180"/>
                  </a:lnTo>
                  <a:lnTo>
                    <a:pt x="80673" y="203332"/>
                  </a:lnTo>
                  <a:lnTo>
                    <a:pt x="80570" y="203489"/>
                  </a:lnTo>
                  <a:lnTo>
                    <a:pt x="80232" y="203804"/>
                  </a:lnTo>
                  <a:lnTo>
                    <a:pt x="79926" y="203980"/>
                  </a:lnTo>
                  <a:lnTo>
                    <a:pt x="79524" y="204567"/>
                  </a:lnTo>
                  <a:lnTo>
                    <a:pt x="77806" y="204325"/>
                  </a:lnTo>
                  <a:lnTo>
                    <a:pt x="77574" y="204406"/>
                  </a:lnTo>
                  <a:lnTo>
                    <a:pt x="77394" y="204391"/>
                  </a:lnTo>
                  <a:lnTo>
                    <a:pt x="76868" y="204644"/>
                  </a:lnTo>
                  <a:lnTo>
                    <a:pt x="76451" y="204899"/>
                  </a:lnTo>
                  <a:lnTo>
                    <a:pt x="75955" y="205130"/>
                  </a:lnTo>
                  <a:lnTo>
                    <a:pt x="74954" y="204127"/>
                  </a:lnTo>
                  <a:lnTo>
                    <a:pt x="74854" y="203710"/>
                  </a:lnTo>
                  <a:lnTo>
                    <a:pt x="74867" y="203403"/>
                  </a:lnTo>
                  <a:lnTo>
                    <a:pt x="74444" y="203217"/>
                  </a:lnTo>
                  <a:lnTo>
                    <a:pt x="72955" y="202901"/>
                  </a:lnTo>
                  <a:lnTo>
                    <a:pt x="72609" y="202841"/>
                  </a:lnTo>
                  <a:lnTo>
                    <a:pt x="72224" y="202774"/>
                  </a:lnTo>
                  <a:lnTo>
                    <a:pt x="72021" y="202739"/>
                  </a:lnTo>
                  <a:lnTo>
                    <a:pt x="71785" y="202698"/>
                  </a:lnTo>
                  <a:lnTo>
                    <a:pt x="71613" y="202669"/>
                  </a:lnTo>
                  <a:lnTo>
                    <a:pt x="71374" y="202627"/>
                  </a:lnTo>
                  <a:lnTo>
                    <a:pt x="71061" y="202395"/>
                  </a:lnTo>
                  <a:lnTo>
                    <a:pt x="70917" y="201683"/>
                  </a:lnTo>
                  <a:lnTo>
                    <a:pt x="70022" y="200684"/>
                  </a:lnTo>
                  <a:lnTo>
                    <a:pt x="68617" y="201134"/>
                  </a:lnTo>
                  <a:lnTo>
                    <a:pt x="68184" y="201046"/>
                  </a:lnTo>
                  <a:lnTo>
                    <a:pt x="67913" y="201027"/>
                  </a:lnTo>
                  <a:lnTo>
                    <a:pt x="67204" y="200758"/>
                  </a:lnTo>
                  <a:lnTo>
                    <a:pt x="66465" y="200251"/>
                  </a:lnTo>
                  <a:lnTo>
                    <a:pt x="66240" y="200222"/>
                  </a:lnTo>
                  <a:lnTo>
                    <a:pt x="65151" y="200636"/>
                  </a:lnTo>
                  <a:lnTo>
                    <a:pt x="64409" y="199161"/>
                  </a:lnTo>
                  <a:lnTo>
                    <a:pt x="64005" y="198879"/>
                  </a:lnTo>
                  <a:lnTo>
                    <a:pt x="61845" y="196446"/>
                  </a:lnTo>
                  <a:lnTo>
                    <a:pt x="61715" y="195228"/>
                  </a:lnTo>
                  <a:lnTo>
                    <a:pt x="61618" y="194320"/>
                  </a:lnTo>
                  <a:lnTo>
                    <a:pt x="61508" y="193294"/>
                  </a:lnTo>
                  <a:lnTo>
                    <a:pt x="61434" y="192601"/>
                  </a:lnTo>
                  <a:lnTo>
                    <a:pt x="61416" y="192436"/>
                  </a:lnTo>
                  <a:lnTo>
                    <a:pt x="60825" y="186922"/>
                  </a:lnTo>
                  <a:lnTo>
                    <a:pt x="60776" y="186456"/>
                  </a:lnTo>
                  <a:lnTo>
                    <a:pt x="60151" y="186452"/>
                  </a:lnTo>
                  <a:lnTo>
                    <a:pt x="59077" y="186446"/>
                  </a:lnTo>
                  <a:lnTo>
                    <a:pt x="58406" y="186442"/>
                  </a:lnTo>
                  <a:lnTo>
                    <a:pt x="55244" y="186424"/>
                  </a:lnTo>
                  <a:lnTo>
                    <a:pt x="51694" y="184171"/>
                  </a:lnTo>
                  <a:lnTo>
                    <a:pt x="51341" y="183948"/>
                  </a:lnTo>
                  <a:lnTo>
                    <a:pt x="50996" y="181474"/>
                  </a:lnTo>
                  <a:lnTo>
                    <a:pt x="50959" y="181211"/>
                  </a:lnTo>
                  <a:lnTo>
                    <a:pt x="50697" y="179332"/>
                  </a:lnTo>
                  <a:lnTo>
                    <a:pt x="50634" y="178883"/>
                  </a:lnTo>
                  <a:lnTo>
                    <a:pt x="50419" y="177342"/>
                  </a:lnTo>
                  <a:lnTo>
                    <a:pt x="50226" y="177230"/>
                  </a:lnTo>
                  <a:lnTo>
                    <a:pt x="49755" y="176958"/>
                  </a:lnTo>
                  <a:lnTo>
                    <a:pt x="49702" y="176763"/>
                  </a:lnTo>
                  <a:lnTo>
                    <a:pt x="47799" y="172539"/>
                  </a:lnTo>
                  <a:lnTo>
                    <a:pt x="48038" y="172069"/>
                  </a:lnTo>
                  <a:lnTo>
                    <a:pt x="48286" y="171734"/>
                  </a:lnTo>
                  <a:lnTo>
                    <a:pt x="48609" y="171507"/>
                  </a:lnTo>
                  <a:lnTo>
                    <a:pt x="49054" y="170795"/>
                  </a:lnTo>
                  <a:lnTo>
                    <a:pt x="49176" y="170148"/>
                  </a:lnTo>
                  <a:lnTo>
                    <a:pt x="49040" y="169931"/>
                  </a:lnTo>
                  <a:lnTo>
                    <a:pt x="49373" y="168016"/>
                  </a:lnTo>
                  <a:lnTo>
                    <a:pt x="49459" y="167643"/>
                  </a:lnTo>
                  <a:lnTo>
                    <a:pt x="49478" y="167489"/>
                  </a:lnTo>
                  <a:lnTo>
                    <a:pt x="49466" y="166988"/>
                  </a:lnTo>
                  <a:lnTo>
                    <a:pt x="49381" y="166619"/>
                  </a:lnTo>
                  <a:lnTo>
                    <a:pt x="49005" y="165119"/>
                  </a:lnTo>
                  <a:lnTo>
                    <a:pt x="49010" y="164980"/>
                  </a:lnTo>
                  <a:lnTo>
                    <a:pt x="48199" y="162619"/>
                  </a:lnTo>
                  <a:lnTo>
                    <a:pt x="48021" y="162475"/>
                  </a:lnTo>
                  <a:lnTo>
                    <a:pt x="47835" y="162263"/>
                  </a:lnTo>
                  <a:lnTo>
                    <a:pt x="47703" y="161639"/>
                  </a:lnTo>
                  <a:lnTo>
                    <a:pt x="47548" y="161042"/>
                  </a:lnTo>
                  <a:lnTo>
                    <a:pt x="47115" y="160125"/>
                  </a:lnTo>
                  <a:lnTo>
                    <a:pt x="46813" y="159672"/>
                  </a:lnTo>
                  <a:lnTo>
                    <a:pt x="46698" y="159499"/>
                  </a:lnTo>
                  <a:lnTo>
                    <a:pt x="41123" y="155035"/>
                  </a:lnTo>
                  <a:lnTo>
                    <a:pt x="40293" y="154398"/>
                  </a:lnTo>
                  <a:lnTo>
                    <a:pt x="40185" y="154180"/>
                  </a:lnTo>
                  <a:lnTo>
                    <a:pt x="39916" y="153777"/>
                  </a:lnTo>
                  <a:lnTo>
                    <a:pt x="39508" y="154167"/>
                  </a:lnTo>
                  <a:lnTo>
                    <a:pt x="39399" y="154294"/>
                  </a:lnTo>
                  <a:lnTo>
                    <a:pt x="38901" y="154461"/>
                  </a:lnTo>
                  <a:lnTo>
                    <a:pt x="38511" y="153999"/>
                  </a:lnTo>
                  <a:lnTo>
                    <a:pt x="38487" y="153863"/>
                  </a:lnTo>
                  <a:lnTo>
                    <a:pt x="38391" y="153330"/>
                  </a:lnTo>
                  <a:lnTo>
                    <a:pt x="38181" y="153203"/>
                  </a:lnTo>
                  <a:lnTo>
                    <a:pt x="37861" y="153008"/>
                  </a:lnTo>
                  <a:lnTo>
                    <a:pt x="35978" y="152627"/>
                  </a:lnTo>
                  <a:lnTo>
                    <a:pt x="35681" y="152645"/>
                  </a:lnTo>
                  <a:lnTo>
                    <a:pt x="35402" y="152700"/>
                  </a:lnTo>
                  <a:lnTo>
                    <a:pt x="34952" y="152655"/>
                  </a:lnTo>
                  <a:lnTo>
                    <a:pt x="33812" y="150945"/>
                  </a:lnTo>
                  <a:lnTo>
                    <a:pt x="31557" y="147780"/>
                  </a:lnTo>
                  <a:lnTo>
                    <a:pt x="30879" y="145634"/>
                  </a:lnTo>
                  <a:lnTo>
                    <a:pt x="30838" y="145498"/>
                  </a:lnTo>
                  <a:lnTo>
                    <a:pt x="30649" y="144883"/>
                  </a:lnTo>
                  <a:lnTo>
                    <a:pt x="30595" y="144705"/>
                  </a:lnTo>
                  <a:lnTo>
                    <a:pt x="30349" y="143841"/>
                  </a:lnTo>
                  <a:lnTo>
                    <a:pt x="29185" y="144471"/>
                  </a:lnTo>
                  <a:lnTo>
                    <a:pt x="27330" y="143622"/>
                  </a:lnTo>
                  <a:lnTo>
                    <a:pt x="25451" y="144037"/>
                  </a:lnTo>
                  <a:lnTo>
                    <a:pt x="24781" y="144109"/>
                  </a:lnTo>
                  <a:lnTo>
                    <a:pt x="24700" y="144486"/>
                  </a:lnTo>
                  <a:lnTo>
                    <a:pt x="24530" y="145324"/>
                  </a:lnTo>
                  <a:lnTo>
                    <a:pt x="24526" y="145691"/>
                  </a:lnTo>
                  <a:lnTo>
                    <a:pt x="24535" y="146026"/>
                  </a:lnTo>
                  <a:lnTo>
                    <a:pt x="24444" y="147820"/>
                  </a:lnTo>
                  <a:lnTo>
                    <a:pt x="24254" y="148406"/>
                  </a:lnTo>
                  <a:lnTo>
                    <a:pt x="22259" y="155033"/>
                  </a:lnTo>
                  <a:lnTo>
                    <a:pt x="20946" y="156298"/>
                  </a:lnTo>
                  <a:lnTo>
                    <a:pt x="15188" y="158775"/>
                  </a:lnTo>
                  <a:lnTo>
                    <a:pt x="14958" y="158858"/>
                  </a:lnTo>
                  <a:lnTo>
                    <a:pt x="13769" y="159473"/>
                  </a:lnTo>
                  <a:lnTo>
                    <a:pt x="13569" y="159491"/>
                  </a:lnTo>
                  <a:lnTo>
                    <a:pt x="13395" y="160136"/>
                  </a:lnTo>
                  <a:lnTo>
                    <a:pt x="12789" y="160855"/>
                  </a:lnTo>
                  <a:lnTo>
                    <a:pt x="12336" y="161480"/>
                  </a:lnTo>
                  <a:lnTo>
                    <a:pt x="12271" y="162173"/>
                  </a:lnTo>
                  <a:lnTo>
                    <a:pt x="12149" y="163733"/>
                  </a:lnTo>
                  <a:lnTo>
                    <a:pt x="13008" y="166906"/>
                  </a:lnTo>
                  <a:lnTo>
                    <a:pt x="13101" y="167063"/>
                  </a:lnTo>
                  <a:lnTo>
                    <a:pt x="15052" y="171901"/>
                  </a:lnTo>
                  <a:lnTo>
                    <a:pt x="15044" y="172770"/>
                  </a:lnTo>
                  <a:lnTo>
                    <a:pt x="15039" y="172920"/>
                  </a:lnTo>
                  <a:lnTo>
                    <a:pt x="12992" y="177027"/>
                  </a:lnTo>
                  <a:lnTo>
                    <a:pt x="7962" y="183735"/>
                  </a:lnTo>
                  <a:lnTo>
                    <a:pt x="7999" y="184091"/>
                  </a:lnTo>
                  <a:lnTo>
                    <a:pt x="7967" y="184333"/>
                  </a:lnTo>
                  <a:lnTo>
                    <a:pt x="10200" y="192971"/>
                  </a:lnTo>
                  <a:lnTo>
                    <a:pt x="10128" y="193331"/>
                  </a:lnTo>
                  <a:lnTo>
                    <a:pt x="9976" y="198420"/>
                  </a:lnTo>
                  <a:lnTo>
                    <a:pt x="9996" y="198574"/>
                  </a:lnTo>
                  <a:lnTo>
                    <a:pt x="9944" y="198895"/>
                  </a:lnTo>
                  <a:lnTo>
                    <a:pt x="9926" y="199162"/>
                  </a:lnTo>
                  <a:lnTo>
                    <a:pt x="9987" y="199346"/>
                  </a:lnTo>
                  <a:lnTo>
                    <a:pt x="10054" y="199530"/>
                  </a:lnTo>
                  <a:lnTo>
                    <a:pt x="10119" y="199714"/>
                  </a:lnTo>
                  <a:lnTo>
                    <a:pt x="10234" y="200037"/>
                  </a:lnTo>
                  <a:lnTo>
                    <a:pt x="10298" y="200256"/>
                  </a:lnTo>
                  <a:lnTo>
                    <a:pt x="10219" y="200569"/>
                  </a:lnTo>
                  <a:lnTo>
                    <a:pt x="8573" y="204090"/>
                  </a:lnTo>
                  <a:lnTo>
                    <a:pt x="8528" y="204221"/>
                  </a:lnTo>
                  <a:lnTo>
                    <a:pt x="8320" y="204670"/>
                  </a:lnTo>
                  <a:lnTo>
                    <a:pt x="7954" y="204533"/>
                  </a:lnTo>
                  <a:lnTo>
                    <a:pt x="7732" y="204347"/>
                  </a:lnTo>
                  <a:lnTo>
                    <a:pt x="6925" y="203798"/>
                  </a:lnTo>
                  <a:lnTo>
                    <a:pt x="6465" y="204100"/>
                  </a:lnTo>
                  <a:lnTo>
                    <a:pt x="6269" y="204334"/>
                  </a:lnTo>
                  <a:lnTo>
                    <a:pt x="5709" y="204598"/>
                  </a:lnTo>
                  <a:lnTo>
                    <a:pt x="6017" y="208602"/>
                  </a:lnTo>
                  <a:lnTo>
                    <a:pt x="5330" y="209434"/>
                  </a:lnTo>
                  <a:lnTo>
                    <a:pt x="4210" y="210739"/>
                  </a:lnTo>
                  <a:lnTo>
                    <a:pt x="3741" y="211009"/>
                  </a:lnTo>
                  <a:lnTo>
                    <a:pt x="3789" y="211436"/>
                  </a:lnTo>
                  <a:lnTo>
                    <a:pt x="3559" y="212309"/>
                  </a:lnTo>
                  <a:lnTo>
                    <a:pt x="4361" y="213677"/>
                  </a:lnTo>
                  <a:lnTo>
                    <a:pt x="4315" y="214003"/>
                  </a:lnTo>
                  <a:lnTo>
                    <a:pt x="4368" y="214894"/>
                  </a:lnTo>
                  <a:lnTo>
                    <a:pt x="4437" y="215166"/>
                  </a:lnTo>
                  <a:lnTo>
                    <a:pt x="4510" y="215375"/>
                  </a:lnTo>
                  <a:lnTo>
                    <a:pt x="3002" y="223187"/>
                  </a:lnTo>
                  <a:lnTo>
                    <a:pt x="0" y="224518"/>
                  </a:lnTo>
                  <a:lnTo>
                    <a:pt x="314" y="225358"/>
                  </a:lnTo>
                  <a:lnTo>
                    <a:pt x="489" y="225633"/>
                  </a:lnTo>
                  <a:lnTo>
                    <a:pt x="1307" y="226614"/>
                  </a:lnTo>
                  <a:lnTo>
                    <a:pt x="2234" y="227443"/>
                  </a:lnTo>
                  <a:lnTo>
                    <a:pt x="2703" y="227785"/>
                  </a:lnTo>
                  <a:lnTo>
                    <a:pt x="2986" y="227992"/>
                  </a:lnTo>
                  <a:lnTo>
                    <a:pt x="3638" y="228344"/>
                  </a:lnTo>
                  <a:lnTo>
                    <a:pt x="4129" y="228519"/>
                  </a:lnTo>
                  <a:lnTo>
                    <a:pt x="7198" y="229385"/>
                  </a:lnTo>
                  <a:lnTo>
                    <a:pt x="9329" y="229986"/>
                  </a:lnTo>
                  <a:lnTo>
                    <a:pt x="10285" y="231414"/>
                  </a:lnTo>
                  <a:lnTo>
                    <a:pt x="11377" y="233045"/>
                  </a:lnTo>
                  <a:lnTo>
                    <a:pt x="12716" y="235046"/>
                  </a:lnTo>
                  <a:lnTo>
                    <a:pt x="14086" y="237133"/>
                  </a:lnTo>
                  <a:lnTo>
                    <a:pt x="14956" y="238411"/>
                  </a:lnTo>
                  <a:lnTo>
                    <a:pt x="14535" y="244025"/>
                  </a:lnTo>
                  <a:lnTo>
                    <a:pt x="14624" y="244341"/>
                  </a:lnTo>
                  <a:lnTo>
                    <a:pt x="15478" y="247359"/>
                  </a:lnTo>
                  <a:lnTo>
                    <a:pt x="16066" y="249435"/>
                  </a:lnTo>
                  <a:lnTo>
                    <a:pt x="14281" y="251224"/>
                  </a:lnTo>
                  <a:lnTo>
                    <a:pt x="14220" y="251671"/>
                  </a:lnTo>
                  <a:lnTo>
                    <a:pt x="13970" y="253507"/>
                  </a:lnTo>
                  <a:lnTo>
                    <a:pt x="14476" y="254321"/>
                  </a:lnTo>
                  <a:lnTo>
                    <a:pt x="15460" y="255906"/>
                  </a:lnTo>
                  <a:lnTo>
                    <a:pt x="15446" y="256493"/>
                  </a:lnTo>
                  <a:lnTo>
                    <a:pt x="14364" y="258459"/>
                  </a:lnTo>
                  <a:lnTo>
                    <a:pt x="13635" y="259784"/>
                  </a:lnTo>
                  <a:lnTo>
                    <a:pt x="13766" y="261039"/>
                  </a:lnTo>
                  <a:lnTo>
                    <a:pt x="13806" y="261422"/>
                  </a:lnTo>
                  <a:lnTo>
                    <a:pt x="14129" y="264516"/>
                  </a:lnTo>
                  <a:lnTo>
                    <a:pt x="13363" y="266714"/>
                  </a:lnTo>
                  <a:lnTo>
                    <a:pt x="13288" y="266929"/>
                  </a:lnTo>
                  <a:lnTo>
                    <a:pt x="12686" y="268657"/>
                  </a:lnTo>
                  <a:lnTo>
                    <a:pt x="12595" y="268918"/>
                  </a:lnTo>
                  <a:lnTo>
                    <a:pt x="12495" y="269202"/>
                  </a:lnTo>
                  <a:lnTo>
                    <a:pt x="12074" y="270410"/>
                  </a:lnTo>
                  <a:lnTo>
                    <a:pt x="11883" y="270960"/>
                  </a:lnTo>
                  <a:lnTo>
                    <a:pt x="10853" y="273914"/>
                  </a:lnTo>
                  <a:lnTo>
                    <a:pt x="9996" y="277978"/>
                  </a:lnTo>
                  <a:lnTo>
                    <a:pt x="13840" y="282849"/>
                  </a:lnTo>
                  <a:lnTo>
                    <a:pt x="17604" y="287618"/>
                  </a:lnTo>
                  <a:lnTo>
                    <a:pt x="20934" y="289604"/>
                  </a:lnTo>
                  <a:lnTo>
                    <a:pt x="22004" y="290243"/>
                  </a:lnTo>
                  <a:lnTo>
                    <a:pt x="24805" y="291913"/>
                  </a:lnTo>
                  <a:lnTo>
                    <a:pt x="28779" y="294283"/>
                  </a:lnTo>
                  <a:lnTo>
                    <a:pt x="31200" y="290020"/>
                  </a:lnTo>
                  <a:lnTo>
                    <a:pt x="35051" y="283238"/>
                  </a:lnTo>
                  <a:lnTo>
                    <a:pt x="37684" y="278602"/>
                  </a:lnTo>
                  <a:lnTo>
                    <a:pt x="39066" y="276167"/>
                  </a:lnTo>
                  <a:lnTo>
                    <a:pt x="39848" y="274791"/>
                  </a:lnTo>
                  <a:lnTo>
                    <a:pt x="42578" y="276668"/>
                  </a:lnTo>
                  <a:lnTo>
                    <a:pt x="45226" y="279687"/>
                  </a:lnTo>
                  <a:lnTo>
                    <a:pt x="45773" y="282358"/>
                  </a:lnTo>
                  <a:lnTo>
                    <a:pt x="46033" y="283626"/>
                  </a:lnTo>
                  <a:lnTo>
                    <a:pt x="46818" y="285758"/>
                  </a:lnTo>
                  <a:lnTo>
                    <a:pt x="47423" y="287400"/>
                  </a:lnTo>
                  <a:lnTo>
                    <a:pt x="47802" y="287331"/>
                  </a:lnTo>
                  <a:lnTo>
                    <a:pt x="48985" y="287004"/>
                  </a:lnTo>
                  <a:lnTo>
                    <a:pt x="49439" y="286707"/>
                  </a:lnTo>
                  <a:lnTo>
                    <a:pt x="49524" y="286505"/>
                  </a:lnTo>
                  <a:lnTo>
                    <a:pt x="49700" y="286220"/>
                  </a:lnTo>
                  <a:lnTo>
                    <a:pt x="51500" y="287403"/>
                  </a:lnTo>
                  <a:lnTo>
                    <a:pt x="51425" y="287754"/>
                  </a:lnTo>
                  <a:lnTo>
                    <a:pt x="51606" y="289386"/>
                  </a:lnTo>
                  <a:lnTo>
                    <a:pt x="51715" y="289648"/>
                  </a:lnTo>
                  <a:lnTo>
                    <a:pt x="51775" y="290119"/>
                  </a:lnTo>
                  <a:lnTo>
                    <a:pt x="51788" y="290281"/>
                  </a:lnTo>
                  <a:lnTo>
                    <a:pt x="51866" y="290454"/>
                  </a:lnTo>
                  <a:lnTo>
                    <a:pt x="52402" y="290866"/>
                  </a:lnTo>
                  <a:lnTo>
                    <a:pt x="52351" y="291158"/>
                  </a:lnTo>
                  <a:lnTo>
                    <a:pt x="52425" y="291300"/>
                  </a:lnTo>
                  <a:lnTo>
                    <a:pt x="53114" y="291890"/>
                  </a:lnTo>
                  <a:lnTo>
                    <a:pt x="53295" y="292085"/>
                  </a:lnTo>
                  <a:lnTo>
                    <a:pt x="53666" y="291947"/>
                  </a:lnTo>
                  <a:lnTo>
                    <a:pt x="54243" y="291498"/>
                  </a:lnTo>
                  <a:lnTo>
                    <a:pt x="54347" y="291342"/>
                  </a:lnTo>
                  <a:lnTo>
                    <a:pt x="54756" y="291070"/>
                  </a:lnTo>
                  <a:lnTo>
                    <a:pt x="55194" y="290531"/>
                  </a:lnTo>
                  <a:lnTo>
                    <a:pt x="55493" y="290345"/>
                  </a:lnTo>
                  <a:lnTo>
                    <a:pt x="55599" y="290178"/>
                  </a:lnTo>
                  <a:lnTo>
                    <a:pt x="55815" y="289644"/>
                  </a:lnTo>
                  <a:lnTo>
                    <a:pt x="56073" y="289519"/>
                  </a:lnTo>
                  <a:lnTo>
                    <a:pt x="56250" y="289374"/>
                  </a:lnTo>
                  <a:lnTo>
                    <a:pt x="56383" y="289312"/>
                  </a:lnTo>
                  <a:lnTo>
                    <a:pt x="56581" y="289257"/>
                  </a:lnTo>
                  <a:lnTo>
                    <a:pt x="56855" y="289256"/>
                  </a:lnTo>
                  <a:lnTo>
                    <a:pt x="57104" y="289297"/>
                  </a:lnTo>
                  <a:lnTo>
                    <a:pt x="57098" y="288961"/>
                  </a:lnTo>
                  <a:lnTo>
                    <a:pt x="60767" y="286266"/>
                  </a:lnTo>
                  <a:lnTo>
                    <a:pt x="60200" y="284650"/>
                  </a:lnTo>
                  <a:lnTo>
                    <a:pt x="60189" y="284500"/>
                  </a:lnTo>
                  <a:lnTo>
                    <a:pt x="60494" y="281680"/>
                  </a:lnTo>
                  <a:lnTo>
                    <a:pt x="61854" y="272704"/>
                  </a:lnTo>
                  <a:lnTo>
                    <a:pt x="61724" y="272638"/>
                  </a:lnTo>
                  <a:lnTo>
                    <a:pt x="60994" y="272417"/>
                  </a:lnTo>
                  <a:lnTo>
                    <a:pt x="60807" y="272326"/>
                  </a:lnTo>
                  <a:lnTo>
                    <a:pt x="60790" y="272051"/>
                  </a:lnTo>
                  <a:lnTo>
                    <a:pt x="62813" y="270370"/>
                  </a:lnTo>
                  <a:lnTo>
                    <a:pt x="62821" y="270218"/>
                  </a:lnTo>
                  <a:lnTo>
                    <a:pt x="62976" y="270063"/>
                  </a:lnTo>
                  <a:lnTo>
                    <a:pt x="63016" y="270214"/>
                  </a:lnTo>
                  <a:lnTo>
                    <a:pt x="63241" y="270146"/>
                  </a:lnTo>
                  <a:lnTo>
                    <a:pt x="63161" y="269937"/>
                  </a:lnTo>
                  <a:lnTo>
                    <a:pt x="70759" y="265207"/>
                  </a:lnTo>
                  <a:lnTo>
                    <a:pt x="71131" y="264638"/>
                  </a:lnTo>
                  <a:lnTo>
                    <a:pt x="71231" y="264377"/>
                  </a:lnTo>
                  <a:lnTo>
                    <a:pt x="71121" y="263848"/>
                  </a:lnTo>
                  <a:lnTo>
                    <a:pt x="70997" y="263671"/>
                  </a:lnTo>
                  <a:lnTo>
                    <a:pt x="72964" y="262201"/>
                  </a:lnTo>
                  <a:lnTo>
                    <a:pt x="76110" y="255096"/>
                  </a:lnTo>
                  <a:lnTo>
                    <a:pt x="76581" y="254994"/>
                  </a:lnTo>
                  <a:lnTo>
                    <a:pt x="77273" y="254456"/>
                  </a:lnTo>
                  <a:lnTo>
                    <a:pt x="78873" y="254681"/>
                  </a:lnTo>
                  <a:lnTo>
                    <a:pt x="79352" y="254779"/>
                  </a:lnTo>
                  <a:lnTo>
                    <a:pt x="79497" y="254832"/>
                  </a:lnTo>
                  <a:lnTo>
                    <a:pt x="81784" y="253051"/>
                  </a:lnTo>
                  <a:lnTo>
                    <a:pt x="84640" y="248914"/>
                  </a:lnTo>
                  <a:lnTo>
                    <a:pt x="85207" y="248859"/>
                  </a:lnTo>
                  <a:lnTo>
                    <a:pt x="85579" y="248881"/>
                  </a:lnTo>
                  <a:lnTo>
                    <a:pt x="85758" y="249142"/>
                  </a:lnTo>
                  <a:lnTo>
                    <a:pt x="85724" y="249436"/>
                  </a:lnTo>
                  <a:lnTo>
                    <a:pt x="85701" y="249728"/>
                  </a:lnTo>
                  <a:lnTo>
                    <a:pt x="85840" y="249964"/>
                  </a:lnTo>
                  <a:lnTo>
                    <a:pt x="86305" y="250127"/>
                  </a:lnTo>
                  <a:lnTo>
                    <a:pt x="87140" y="251082"/>
                  </a:lnTo>
                  <a:lnTo>
                    <a:pt x="87184" y="250559"/>
                  </a:lnTo>
                  <a:lnTo>
                    <a:pt x="87321" y="250404"/>
                  </a:lnTo>
                  <a:lnTo>
                    <a:pt x="87399" y="250264"/>
                  </a:lnTo>
                  <a:lnTo>
                    <a:pt x="87491" y="249935"/>
                  </a:lnTo>
                  <a:lnTo>
                    <a:pt x="87429" y="249289"/>
                  </a:lnTo>
                  <a:lnTo>
                    <a:pt x="87457" y="249121"/>
                  </a:lnTo>
                  <a:lnTo>
                    <a:pt x="87891" y="249323"/>
                  </a:lnTo>
                  <a:lnTo>
                    <a:pt x="88015" y="249465"/>
                  </a:lnTo>
                  <a:lnTo>
                    <a:pt x="88290" y="249506"/>
                  </a:lnTo>
                  <a:lnTo>
                    <a:pt x="88405" y="249218"/>
                  </a:lnTo>
                  <a:lnTo>
                    <a:pt x="90461" y="245690"/>
                  </a:lnTo>
                  <a:lnTo>
                    <a:pt x="87275" y="238382"/>
                  </a:lnTo>
                  <a:lnTo>
                    <a:pt x="87408" y="238058"/>
                  </a:lnTo>
                  <a:lnTo>
                    <a:pt x="87546" y="237773"/>
                  </a:lnTo>
                  <a:lnTo>
                    <a:pt x="89008" y="235312"/>
                  </a:lnTo>
                  <a:lnTo>
                    <a:pt x="89053" y="235121"/>
                  </a:lnTo>
                  <a:lnTo>
                    <a:pt x="89097" y="234912"/>
                  </a:lnTo>
                  <a:lnTo>
                    <a:pt x="89150" y="234671"/>
                  </a:lnTo>
                  <a:lnTo>
                    <a:pt x="89316" y="233575"/>
                  </a:lnTo>
                  <a:lnTo>
                    <a:pt x="93291" y="234253"/>
                  </a:lnTo>
                  <a:lnTo>
                    <a:pt x="98280" y="237373"/>
                  </a:lnTo>
                  <a:lnTo>
                    <a:pt x="98780" y="237307"/>
                  </a:lnTo>
                  <a:lnTo>
                    <a:pt x="99623" y="236705"/>
                  </a:lnTo>
                  <a:lnTo>
                    <a:pt x="100111" y="235576"/>
                  </a:lnTo>
                  <a:lnTo>
                    <a:pt x="101032" y="235831"/>
                  </a:lnTo>
                  <a:lnTo>
                    <a:pt x="101454" y="235748"/>
                  </a:lnTo>
                  <a:lnTo>
                    <a:pt x="101978" y="235684"/>
                  </a:lnTo>
                  <a:lnTo>
                    <a:pt x="102158" y="235609"/>
                  </a:lnTo>
                  <a:lnTo>
                    <a:pt x="102879" y="235472"/>
                  </a:lnTo>
                  <a:lnTo>
                    <a:pt x="103091" y="235469"/>
                  </a:lnTo>
                  <a:lnTo>
                    <a:pt x="103336" y="235469"/>
                  </a:lnTo>
                  <a:lnTo>
                    <a:pt x="103501" y="235417"/>
                  </a:lnTo>
                  <a:lnTo>
                    <a:pt x="103907" y="235377"/>
                  </a:lnTo>
                  <a:lnTo>
                    <a:pt x="104085" y="235382"/>
                  </a:lnTo>
                  <a:lnTo>
                    <a:pt x="104241" y="235400"/>
                  </a:lnTo>
                  <a:lnTo>
                    <a:pt x="104935" y="235598"/>
                  </a:lnTo>
                  <a:lnTo>
                    <a:pt x="105087" y="235546"/>
                  </a:lnTo>
                  <a:lnTo>
                    <a:pt x="105257" y="235487"/>
                  </a:lnTo>
                  <a:lnTo>
                    <a:pt x="105427" y="235394"/>
                  </a:lnTo>
                  <a:lnTo>
                    <a:pt x="105777" y="235230"/>
                  </a:lnTo>
                  <a:lnTo>
                    <a:pt x="106087" y="235084"/>
                  </a:lnTo>
                  <a:lnTo>
                    <a:pt x="106334" y="234951"/>
                  </a:lnTo>
                  <a:lnTo>
                    <a:pt x="106741" y="234798"/>
                  </a:lnTo>
                  <a:lnTo>
                    <a:pt x="106932" y="234865"/>
                  </a:lnTo>
                  <a:lnTo>
                    <a:pt x="107075" y="235033"/>
                  </a:lnTo>
                  <a:lnTo>
                    <a:pt x="106898" y="235684"/>
                  </a:lnTo>
                  <a:lnTo>
                    <a:pt x="106384" y="236926"/>
                  </a:lnTo>
                  <a:lnTo>
                    <a:pt x="106332" y="237184"/>
                  </a:lnTo>
                  <a:lnTo>
                    <a:pt x="106394" y="237481"/>
                  </a:lnTo>
                  <a:lnTo>
                    <a:pt x="106525" y="237696"/>
                  </a:lnTo>
                  <a:lnTo>
                    <a:pt x="106758" y="237891"/>
                  </a:lnTo>
                  <a:lnTo>
                    <a:pt x="106993" y="237919"/>
                  </a:lnTo>
                  <a:lnTo>
                    <a:pt x="107238" y="237807"/>
                  </a:lnTo>
                  <a:lnTo>
                    <a:pt x="107471" y="237634"/>
                  </a:lnTo>
                  <a:lnTo>
                    <a:pt x="107926" y="237040"/>
                  </a:lnTo>
                  <a:lnTo>
                    <a:pt x="108478" y="236531"/>
                  </a:lnTo>
                  <a:lnTo>
                    <a:pt x="108807" y="236317"/>
                  </a:lnTo>
                  <a:lnTo>
                    <a:pt x="109022" y="236221"/>
                  </a:lnTo>
                  <a:lnTo>
                    <a:pt x="109375" y="236031"/>
                  </a:lnTo>
                  <a:lnTo>
                    <a:pt x="109595" y="235870"/>
                  </a:lnTo>
                  <a:lnTo>
                    <a:pt x="110383" y="235347"/>
                  </a:lnTo>
                  <a:lnTo>
                    <a:pt x="110537" y="235309"/>
                  </a:lnTo>
                  <a:lnTo>
                    <a:pt x="110761" y="235339"/>
                  </a:lnTo>
                  <a:lnTo>
                    <a:pt x="111061" y="235529"/>
                  </a:lnTo>
                  <a:lnTo>
                    <a:pt x="111281" y="235778"/>
                  </a:lnTo>
                  <a:lnTo>
                    <a:pt x="111379" y="235990"/>
                  </a:lnTo>
                  <a:lnTo>
                    <a:pt x="111759" y="237372"/>
                  </a:lnTo>
                  <a:lnTo>
                    <a:pt x="111916" y="237680"/>
                  </a:lnTo>
                  <a:lnTo>
                    <a:pt x="112580" y="239074"/>
                  </a:lnTo>
                  <a:lnTo>
                    <a:pt x="112653" y="239243"/>
                  </a:lnTo>
                  <a:lnTo>
                    <a:pt x="112757" y="239543"/>
                  </a:lnTo>
                  <a:lnTo>
                    <a:pt x="112895" y="239801"/>
                  </a:lnTo>
                  <a:lnTo>
                    <a:pt x="113139" y="239981"/>
                  </a:lnTo>
                  <a:lnTo>
                    <a:pt x="113297" y="240162"/>
                  </a:lnTo>
                  <a:lnTo>
                    <a:pt x="113782" y="240316"/>
                  </a:lnTo>
                  <a:lnTo>
                    <a:pt x="115020" y="240680"/>
                  </a:lnTo>
                  <a:lnTo>
                    <a:pt x="115291" y="240727"/>
                  </a:lnTo>
                  <a:lnTo>
                    <a:pt x="115455" y="240725"/>
                  </a:lnTo>
                  <a:lnTo>
                    <a:pt x="115723" y="240776"/>
                  </a:lnTo>
                  <a:lnTo>
                    <a:pt x="115989" y="240693"/>
                  </a:lnTo>
                  <a:lnTo>
                    <a:pt x="116215" y="240539"/>
                  </a:lnTo>
                  <a:lnTo>
                    <a:pt x="116455" y="240483"/>
                  </a:lnTo>
                  <a:lnTo>
                    <a:pt x="116716" y="240428"/>
                  </a:lnTo>
                  <a:lnTo>
                    <a:pt x="117081" y="240351"/>
                  </a:lnTo>
                  <a:lnTo>
                    <a:pt x="117585" y="240231"/>
                  </a:lnTo>
                  <a:lnTo>
                    <a:pt x="118197" y="240227"/>
                  </a:lnTo>
                  <a:lnTo>
                    <a:pt x="118701" y="240511"/>
                  </a:lnTo>
                  <a:lnTo>
                    <a:pt x="121402" y="240919"/>
                  </a:lnTo>
                  <a:lnTo>
                    <a:pt x="121709" y="240940"/>
                  </a:lnTo>
                  <a:lnTo>
                    <a:pt x="122082" y="240992"/>
                  </a:lnTo>
                  <a:lnTo>
                    <a:pt x="122265" y="241018"/>
                  </a:lnTo>
                  <a:lnTo>
                    <a:pt x="122666" y="241072"/>
                  </a:lnTo>
                  <a:lnTo>
                    <a:pt x="122921" y="241100"/>
                  </a:lnTo>
                  <a:lnTo>
                    <a:pt x="123339" y="241144"/>
                  </a:lnTo>
                  <a:lnTo>
                    <a:pt x="123325" y="240678"/>
                  </a:lnTo>
                  <a:lnTo>
                    <a:pt x="123306" y="240366"/>
                  </a:lnTo>
                  <a:lnTo>
                    <a:pt x="123252" y="239527"/>
                  </a:lnTo>
                  <a:lnTo>
                    <a:pt x="123226" y="239074"/>
                  </a:lnTo>
                  <a:lnTo>
                    <a:pt x="123228" y="238868"/>
                  </a:lnTo>
                  <a:lnTo>
                    <a:pt x="123219" y="238523"/>
                  </a:lnTo>
                  <a:lnTo>
                    <a:pt x="123256" y="237928"/>
                  </a:lnTo>
                  <a:lnTo>
                    <a:pt x="123336" y="237114"/>
                  </a:lnTo>
                  <a:lnTo>
                    <a:pt x="123362" y="236842"/>
                  </a:lnTo>
                  <a:lnTo>
                    <a:pt x="123402" y="236193"/>
                  </a:lnTo>
                  <a:lnTo>
                    <a:pt x="123437" y="235804"/>
                  </a:lnTo>
                  <a:lnTo>
                    <a:pt x="123479" y="235192"/>
                  </a:lnTo>
                  <a:lnTo>
                    <a:pt x="123526" y="234763"/>
                  </a:lnTo>
                  <a:lnTo>
                    <a:pt x="123571" y="234453"/>
                  </a:lnTo>
                  <a:lnTo>
                    <a:pt x="123641" y="234123"/>
                  </a:lnTo>
                  <a:lnTo>
                    <a:pt x="123678" y="233910"/>
                  </a:lnTo>
                  <a:lnTo>
                    <a:pt x="123751" y="233396"/>
                  </a:lnTo>
                  <a:lnTo>
                    <a:pt x="123857" y="232955"/>
                  </a:lnTo>
                  <a:lnTo>
                    <a:pt x="123948" y="232449"/>
                  </a:lnTo>
                  <a:lnTo>
                    <a:pt x="123974" y="232287"/>
                  </a:lnTo>
                  <a:lnTo>
                    <a:pt x="124039" y="232020"/>
                  </a:lnTo>
                  <a:lnTo>
                    <a:pt x="124105" y="231619"/>
                  </a:lnTo>
                  <a:lnTo>
                    <a:pt x="124159" y="231295"/>
                  </a:lnTo>
                  <a:lnTo>
                    <a:pt x="124342" y="230524"/>
                  </a:lnTo>
                  <a:lnTo>
                    <a:pt x="124478" y="229910"/>
                  </a:lnTo>
                  <a:lnTo>
                    <a:pt x="124513" y="229760"/>
                  </a:lnTo>
                  <a:lnTo>
                    <a:pt x="124644" y="229305"/>
                  </a:lnTo>
                  <a:lnTo>
                    <a:pt x="124719" y="228981"/>
                  </a:lnTo>
                  <a:lnTo>
                    <a:pt x="124823" y="228644"/>
                  </a:lnTo>
                  <a:lnTo>
                    <a:pt x="124982" y="228159"/>
                  </a:lnTo>
                  <a:lnTo>
                    <a:pt x="125141" y="227828"/>
                  </a:lnTo>
                  <a:lnTo>
                    <a:pt x="125235" y="227636"/>
                  </a:lnTo>
                  <a:lnTo>
                    <a:pt x="125423" y="227289"/>
                  </a:lnTo>
                  <a:lnTo>
                    <a:pt x="125491" y="227143"/>
                  </a:lnTo>
                  <a:lnTo>
                    <a:pt x="125664" y="226778"/>
                  </a:lnTo>
                  <a:lnTo>
                    <a:pt x="125751" y="226515"/>
                  </a:lnTo>
                  <a:lnTo>
                    <a:pt x="125910" y="225988"/>
                  </a:lnTo>
                  <a:lnTo>
                    <a:pt x="125990" y="225610"/>
                  </a:lnTo>
                  <a:lnTo>
                    <a:pt x="126025" y="225106"/>
                  </a:lnTo>
                  <a:lnTo>
                    <a:pt x="126035" y="224975"/>
                  </a:lnTo>
                  <a:lnTo>
                    <a:pt x="126025" y="224626"/>
                  </a:lnTo>
                  <a:lnTo>
                    <a:pt x="125948" y="224288"/>
                  </a:lnTo>
                  <a:lnTo>
                    <a:pt x="125892" y="224035"/>
                  </a:lnTo>
                  <a:lnTo>
                    <a:pt x="125805" y="223800"/>
                  </a:lnTo>
                  <a:lnTo>
                    <a:pt x="125786" y="223641"/>
                  </a:lnTo>
                  <a:lnTo>
                    <a:pt x="125751" y="223369"/>
                  </a:lnTo>
                  <a:lnTo>
                    <a:pt x="125723" y="223120"/>
                  </a:lnTo>
                  <a:lnTo>
                    <a:pt x="125706" y="222991"/>
                  </a:lnTo>
                  <a:lnTo>
                    <a:pt x="125685" y="222820"/>
                  </a:lnTo>
                  <a:lnTo>
                    <a:pt x="125603" y="222518"/>
                  </a:lnTo>
                  <a:lnTo>
                    <a:pt x="125540" y="222302"/>
                  </a:lnTo>
                  <a:lnTo>
                    <a:pt x="125472" y="222077"/>
                  </a:lnTo>
                  <a:lnTo>
                    <a:pt x="125442" y="221777"/>
                  </a:lnTo>
                  <a:lnTo>
                    <a:pt x="126175" y="221196"/>
                  </a:lnTo>
                  <a:lnTo>
                    <a:pt x="126879" y="220580"/>
                  </a:lnTo>
                  <a:lnTo>
                    <a:pt x="127007" y="220345"/>
                  </a:lnTo>
                  <a:lnTo>
                    <a:pt x="127116" y="220140"/>
                  </a:lnTo>
                  <a:lnTo>
                    <a:pt x="127346" y="219690"/>
                  </a:lnTo>
                  <a:lnTo>
                    <a:pt x="138752" y="223404"/>
                  </a:lnTo>
                  <a:lnTo>
                    <a:pt x="139102" y="223357"/>
                  </a:lnTo>
                  <a:lnTo>
                    <a:pt x="139185" y="224431"/>
                  </a:lnTo>
                  <a:lnTo>
                    <a:pt x="139326" y="224833"/>
                  </a:lnTo>
                  <a:lnTo>
                    <a:pt x="139692" y="225293"/>
                  </a:lnTo>
                  <a:lnTo>
                    <a:pt x="140030" y="225777"/>
                  </a:lnTo>
                  <a:lnTo>
                    <a:pt x="140126" y="225942"/>
                  </a:lnTo>
                  <a:lnTo>
                    <a:pt x="140327" y="225967"/>
                  </a:lnTo>
                  <a:lnTo>
                    <a:pt x="140570" y="226074"/>
                  </a:lnTo>
                  <a:lnTo>
                    <a:pt x="140728" y="226164"/>
                  </a:lnTo>
                  <a:lnTo>
                    <a:pt x="140997" y="226386"/>
                  </a:lnTo>
                  <a:lnTo>
                    <a:pt x="141328" y="226877"/>
                  </a:lnTo>
                  <a:lnTo>
                    <a:pt x="141328" y="227111"/>
                  </a:lnTo>
                  <a:lnTo>
                    <a:pt x="141356" y="227312"/>
                  </a:lnTo>
                  <a:lnTo>
                    <a:pt x="141504" y="227658"/>
                  </a:lnTo>
                  <a:lnTo>
                    <a:pt x="141568" y="227940"/>
                  </a:lnTo>
                  <a:lnTo>
                    <a:pt x="141638" y="228149"/>
                  </a:lnTo>
                  <a:lnTo>
                    <a:pt x="141660" y="228286"/>
                  </a:lnTo>
                  <a:lnTo>
                    <a:pt x="141685" y="228444"/>
                  </a:lnTo>
                  <a:lnTo>
                    <a:pt x="141709" y="228769"/>
                  </a:lnTo>
                  <a:lnTo>
                    <a:pt x="141752" y="228906"/>
                  </a:lnTo>
                  <a:lnTo>
                    <a:pt x="141907" y="229186"/>
                  </a:lnTo>
                  <a:lnTo>
                    <a:pt x="142064" y="229412"/>
                  </a:lnTo>
                  <a:lnTo>
                    <a:pt x="142159" y="229692"/>
                  </a:lnTo>
                  <a:lnTo>
                    <a:pt x="142230" y="229849"/>
                  </a:lnTo>
                  <a:lnTo>
                    <a:pt x="142673" y="230477"/>
                  </a:lnTo>
                  <a:lnTo>
                    <a:pt x="142817" y="230565"/>
                  </a:lnTo>
                  <a:lnTo>
                    <a:pt x="142754" y="230812"/>
                  </a:lnTo>
                  <a:lnTo>
                    <a:pt x="142314" y="232088"/>
                  </a:lnTo>
                  <a:lnTo>
                    <a:pt x="142254" y="232219"/>
                  </a:lnTo>
                  <a:lnTo>
                    <a:pt x="142211" y="232537"/>
                  </a:lnTo>
                  <a:lnTo>
                    <a:pt x="142000" y="232910"/>
                  </a:lnTo>
                  <a:lnTo>
                    <a:pt x="141959" y="233062"/>
                  </a:lnTo>
                  <a:lnTo>
                    <a:pt x="141925" y="233241"/>
                  </a:lnTo>
                  <a:lnTo>
                    <a:pt x="141906" y="233564"/>
                  </a:lnTo>
                  <a:lnTo>
                    <a:pt x="141804" y="233947"/>
                  </a:lnTo>
                  <a:lnTo>
                    <a:pt x="141716" y="234394"/>
                  </a:lnTo>
                  <a:lnTo>
                    <a:pt x="141799" y="234613"/>
                  </a:lnTo>
                  <a:lnTo>
                    <a:pt x="141925" y="235197"/>
                  </a:lnTo>
                  <a:lnTo>
                    <a:pt x="141715" y="235836"/>
                  </a:lnTo>
                  <a:lnTo>
                    <a:pt x="141622" y="236149"/>
                  </a:lnTo>
                  <a:lnTo>
                    <a:pt x="141615" y="236407"/>
                  </a:lnTo>
                  <a:lnTo>
                    <a:pt x="141706" y="236835"/>
                  </a:lnTo>
                  <a:lnTo>
                    <a:pt x="141670" y="236964"/>
                  </a:lnTo>
                  <a:lnTo>
                    <a:pt x="141694" y="237119"/>
                  </a:lnTo>
                  <a:lnTo>
                    <a:pt x="141947" y="238424"/>
                  </a:lnTo>
                  <a:lnTo>
                    <a:pt x="142785" y="239251"/>
                  </a:lnTo>
                  <a:lnTo>
                    <a:pt x="144554" y="241149"/>
                  </a:lnTo>
                  <a:lnTo>
                    <a:pt x="146141" y="242488"/>
                  </a:lnTo>
                  <a:lnTo>
                    <a:pt x="146753" y="243087"/>
                  </a:lnTo>
                  <a:lnTo>
                    <a:pt x="147336" y="243734"/>
                  </a:lnTo>
                  <a:lnTo>
                    <a:pt x="147479" y="243908"/>
                  </a:lnTo>
                  <a:lnTo>
                    <a:pt x="147744" y="244209"/>
                  </a:lnTo>
                  <a:lnTo>
                    <a:pt x="148316" y="244824"/>
                  </a:lnTo>
                  <a:lnTo>
                    <a:pt x="148714" y="245002"/>
                  </a:lnTo>
                  <a:lnTo>
                    <a:pt x="148976" y="245086"/>
                  </a:lnTo>
                  <a:lnTo>
                    <a:pt x="149576" y="245161"/>
                  </a:lnTo>
                  <a:lnTo>
                    <a:pt x="149936" y="245285"/>
                  </a:lnTo>
                  <a:lnTo>
                    <a:pt x="150166" y="245321"/>
                  </a:lnTo>
                  <a:lnTo>
                    <a:pt x="150474" y="245409"/>
                  </a:lnTo>
                  <a:lnTo>
                    <a:pt x="150811" y="245463"/>
                  </a:lnTo>
                  <a:lnTo>
                    <a:pt x="150951" y="245466"/>
                  </a:lnTo>
                  <a:lnTo>
                    <a:pt x="151204" y="245465"/>
                  </a:lnTo>
                  <a:lnTo>
                    <a:pt x="151494" y="245470"/>
                  </a:lnTo>
                  <a:lnTo>
                    <a:pt x="151794" y="245465"/>
                  </a:lnTo>
                  <a:lnTo>
                    <a:pt x="152012" y="245448"/>
                  </a:lnTo>
                  <a:lnTo>
                    <a:pt x="152282" y="245338"/>
                  </a:lnTo>
                  <a:lnTo>
                    <a:pt x="152677" y="245366"/>
                  </a:lnTo>
                  <a:lnTo>
                    <a:pt x="155116" y="249041"/>
                  </a:lnTo>
                  <a:lnTo>
                    <a:pt x="158317" y="257423"/>
                  </a:lnTo>
                  <a:lnTo>
                    <a:pt x="158386" y="257729"/>
                  </a:lnTo>
                  <a:lnTo>
                    <a:pt x="156290" y="258461"/>
                  </a:lnTo>
                  <a:lnTo>
                    <a:pt x="155913" y="258391"/>
                  </a:lnTo>
                  <a:lnTo>
                    <a:pt x="155383" y="258240"/>
                  </a:lnTo>
                  <a:lnTo>
                    <a:pt x="155105" y="258215"/>
                  </a:lnTo>
                  <a:lnTo>
                    <a:pt x="155047" y="258887"/>
                  </a:lnTo>
                  <a:lnTo>
                    <a:pt x="155059" y="259306"/>
                  </a:lnTo>
                  <a:lnTo>
                    <a:pt x="155056" y="259505"/>
                  </a:lnTo>
                  <a:lnTo>
                    <a:pt x="155049" y="259681"/>
                  </a:lnTo>
                  <a:lnTo>
                    <a:pt x="155037" y="259951"/>
                  </a:lnTo>
                  <a:lnTo>
                    <a:pt x="155002" y="260790"/>
                  </a:lnTo>
                  <a:lnTo>
                    <a:pt x="155007" y="260935"/>
                  </a:lnTo>
                  <a:lnTo>
                    <a:pt x="154995" y="261211"/>
                  </a:lnTo>
                  <a:lnTo>
                    <a:pt x="154969" y="261536"/>
                  </a:lnTo>
                  <a:lnTo>
                    <a:pt x="154953" y="261687"/>
                  </a:lnTo>
                  <a:lnTo>
                    <a:pt x="154928" y="261913"/>
                  </a:lnTo>
                  <a:lnTo>
                    <a:pt x="154930" y="262063"/>
                  </a:lnTo>
                  <a:lnTo>
                    <a:pt x="154932" y="262278"/>
                  </a:lnTo>
                  <a:lnTo>
                    <a:pt x="154931" y="263322"/>
                  </a:lnTo>
                  <a:lnTo>
                    <a:pt x="154924" y="263498"/>
                  </a:lnTo>
                  <a:lnTo>
                    <a:pt x="154794" y="263987"/>
                  </a:lnTo>
                  <a:lnTo>
                    <a:pt x="154856" y="264538"/>
                  </a:lnTo>
                  <a:lnTo>
                    <a:pt x="154999" y="264805"/>
                  </a:lnTo>
                  <a:lnTo>
                    <a:pt x="155676" y="265008"/>
                  </a:lnTo>
                  <a:lnTo>
                    <a:pt x="155887" y="265294"/>
                  </a:lnTo>
                  <a:lnTo>
                    <a:pt x="156042" y="265474"/>
                  </a:lnTo>
                  <a:lnTo>
                    <a:pt x="156204" y="265647"/>
                  </a:lnTo>
                  <a:lnTo>
                    <a:pt x="156339" y="265806"/>
                  </a:lnTo>
                  <a:lnTo>
                    <a:pt x="156541" y="266068"/>
                  </a:lnTo>
                  <a:lnTo>
                    <a:pt x="156740" y="266285"/>
                  </a:lnTo>
                  <a:lnTo>
                    <a:pt x="157088" y="266123"/>
                  </a:lnTo>
                  <a:lnTo>
                    <a:pt x="157357" y="265954"/>
                  </a:lnTo>
                  <a:lnTo>
                    <a:pt x="157521" y="265758"/>
                  </a:lnTo>
                  <a:lnTo>
                    <a:pt x="157675" y="265621"/>
                  </a:lnTo>
                  <a:lnTo>
                    <a:pt x="158644" y="265100"/>
                  </a:lnTo>
                  <a:lnTo>
                    <a:pt x="159255" y="264955"/>
                  </a:lnTo>
                  <a:lnTo>
                    <a:pt x="159409" y="264876"/>
                  </a:lnTo>
                  <a:lnTo>
                    <a:pt x="159578" y="264779"/>
                  </a:lnTo>
                  <a:lnTo>
                    <a:pt x="159858" y="264620"/>
                  </a:lnTo>
                  <a:lnTo>
                    <a:pt x="160017" y="264538"/>
                  </a:lnTo>
                  <a:lnTo>
                    <a:pt x="160251" y="264430"/>
                  </a:lnTo>
                  <a:lnTo>
                    <a:pt x="160379" y="264398"/>
                  </a:lnTo>
                  <a:lnTo>
                    <a:pt x="161731" y="261960"/>
                  </a:lnTo>
                  <a:lnTo>
                    <a:pt x="161652" y="261638"/>
                  </a:lnTo>
                  <a:lnTo>
                    <a:pt x="161769" y="261114"/>
                  </a:lnTo>
                  <a:lnTo>
                    <a:pt x="161798" y="260493"/>
                  </a:lnTo>
                  <a:lnTo>
                    <a:pt x="162824" y="260451"/>
                  </a:lnTo>
                  <a:lnTo>
                    <a:pt x="163415" y="260242"/>
                  </a:lnTo>
                  <a:lnTo>
                    <a:pt x="163782" y="260230"/>
                  </a:lnTo>
                  <a:lnTo>
                    <a:pt x="163984" y="260150"/>
                  </a:lnTo>
                  <a:lnTo>
                    <a:pt x="163977" y="259975"/>
                  </a:lnTo>
                  <a:lnTo>
                    <a:pt x="163991" y="259798"/>
                  </a:lnTo>
                  <a:lnTo>
                    <a:pt x="164002" y="259443"/>
                  </a:lnTo>
                  <a:lnTo>
                    <a:pt x="163827" y="258983"/>
                  </a:lnTo>
                  <a:lnTo>
                    <a:pt x="163900" y="258762"/>
                  </a:lnTo>
                  <a:lnTo>
                    <a:pt x="163748" y="258309"/>
                  </a:lnTo>
                  <a:lnTo>
                    <a:pt x="163809" y="258055"/>
                  </a:lnTo>
                  <a:lnTo>
                    <a:pt x="163753" y="257840"/>
                  </a:lnTo>
                  <a:lnTo>
                    <a:pt x="163700" y="257548"/>
                  </a:lnTo>
                  <a:lnTo>
                    <a:pt x="163658" y="257288"/>
                  </a:lnTo>
                  <a:lnTo>
                    <a:pt x="163595" y="257039"/>
                  </a:lnTo>
                  <a:lnTo>
                    <a:pt x="163560" y="256861"/>
                  </a:lnTo>
                  <a:lnTo>
                    <a:pt x="163526" y="256724"/>
                  </a:lnTo>
                  <a:lnTo>
                    <a:pt x="163479" y="256533"/>
                  </a:lnTo>
                  <a:lnTo>
                    <a:pt x="163338" y="256314"/>
                  </a:lnTo>
                  <a:lnTo>
                    <a:pt x="163276" y="256115"/>
                  </a:lnTo>
                  <a:lnTo>
                    <a:pt x="163149" y="255866"/>
                  </a:lnTo>
                  <a:lnTo>
                    <a:pt x="162812" y="255268"/>
                  </a:lnTo>
                  <a:lnTo>
                    <a:pt x="162540" y="254759"/>
                  </a:lnTo>
                  <a:lnTo>
                    <a:pt x="162942" y="254480"/>
                  </a:lnTo>
                  <a:lnTo>
                    <a:pt x="163240" y="254145"/>
                  </a:lnTo>
                  <a:lnTo>
                    <a:pt x="163742" y="253865"/>
                  </a:lnTo>
                  <a:lnTo>
                    <a:pt x="164018" y="253711"/>
                  </a:lnTo>
                  <a:lnTo>
                    <a:pt x="164157" y="253643"/>
                  </a:lnTo>
                  <a:lnTo>
                    <a:pt x="164410" y="253520"/>
                  </a:lnTo>
                  <a:lnTo>
                    <a:pt x="164654" y="253403"/>
                  </a:lnTo>
                  <a:lnTo>
                    <a:pt x="164836" y="253466"/>
                  </a:lnTo>
                  <a:lnTo>
                    <a:pt x="164978" y="253486"/>
                  </a:lnTo>
                  <a:lnTo>
                    <a:pt x="165207" y="253514"/>
                  </a:lnTo>
                  <a:lnTo>
                    <a:pt x="165700" y="253566"/>
                  </a:lnTo>
                  <a:lnTo>
                    <a:pt x="166153" y="253417"/>
                  </a:lnTo>
                  <a:lnTo>
                    <a:pt x="166545" y="253369"/>
                  </a:lnTo>
                  <a:lnTo>
                    <a:pt x="166684" y="253436"/>
                  </a:lnTo>
                  <a:lnTo>
                    <a:pt x="166891" y="253627"/>
                  </a:lnTo>
                  <a:lnTo>
                    <a:pt x="167130" y="253877"/>
                  </a:lnTo>
                  <a:lnTo>
                    <a:pt x="167351" y="253987"/>
                  </a:lnTo>
                  <a:lnTo>
                    <a:pt x="167584" y="253931"/>
                  </a:lnTo>
                  <a:lnTo>
                    <a:pt x="167827" y="253834"/>
                  </a:lnTo>
                  <a:lnTo>
                    <a:pt x="168049" y="253708"/>
                  </a:lnTo>
                  <a:lnTo>
                    <a:pt x="168800" y="253229"/>
                  </a:lnTo>
                  <a:lnTo>
                    <a:pt x="169118" y="253084"/>
                  </a:lnTo>
                  <a:lnTo>
                    <a:pt x="169327" y="252973"/>
                  </a:lnTo>
                  <a:lnTo>
                    <a:pt x="169706" y="252751"/>
                  </a:lnTo>
                  <a:lnTo>
                    <a:pt x="169912" y="252590"/>
                  </a:lnTo>
                  <a:lnTo>
                    <a:pt x="170309" y="252347"/>
                  </a:lnTo>
                  <a:lnTo>
                    <a:pt x="170702" y="251978"/>
                  </a:lnTo>
                  <a:lnTo>
                    <a:pt x="170964" y="251676"/>
                  </a:lnTo>
                  <a:lnTo>
                    <a:pt x="171311" y="251108"/>
                  </a:lnTo>
                  <a:lnTo>
                    <a:pt x="171573" y="250822"/>
                  </a:lnTo>
                  <a:lnTo>
                    <a:pt x="172177" y="250509"/>
                  </a:lnTo>
                  <a:lnTo>
                    <a:pt x="172530" y="250324"/>
                  </a:lnTo>
                  <a:lnTo>
                    <a:pt x="172794" y="250183"/>
                  </a:lnTo>
                  <a:lnTo>
                    <a:pt x="173187" y="249909"/>
                  </a:lnTo>
                  <a:lnTo>
                    <a:pt x="173483" y="249761"/>
                  </a:lnTo>
                  <a:lnTo>
                    <a:pt x="173748" y="249518"/>
                  </a:lnTo>
                  <a:lnTo>
                    <a:pt x="173907" y="249387"/>
                  </a:lnTo>
                  <a:lnTo>
                    <a:pt x="174058" y="249254"/>
                  </a:lnTo>
                  <a:lnTo>
                    <a:pt x="174281" y="249082"/>
                  </a:lnTo>
                  <a:lnTo>
                    <a:pt x="174548" y="248939"/>
                  </a:lnTo>
                  <a:lnTo>
                    <a:pt x="174972" y="248649"/>
                  </a:lnTo>
                  <a:lnTo>
                    <a:pt x="175205" y="248531"/>
                  </a:lnTo>
                  <a:lnTo>
                    <a:pt x="175384" y="248316"/>
                  </a:lnTo>
                  <a:lnTo>
                    <a:pt x="175630" y="247736"/>
                  </a:lnTo>
                  <a:lnTo>
                    <a:pt x="175179" y="245384"/>
                  </a:lnTo>
                  <a:lnTo>
                    <a:pt x="175317" y="245414"/>
                  </a:lnTo>
                  <a:lnTo>
                    <a:pt x="175694" y="245492"/>
                  </a:lnTo>
                  <a:lnTo>
                    <a:pt x="176045" y="245533"/>
                  </a:lnTo>
                  <a:lnTo>
                    <a:pt x="176359" y="245760"/>
                  </a:lnTo>
                  <a:lnTo>
                    <a:pt x="176674" y="245914"/>
                  </a:lnTo>
                  <a:lnTo>
                    <a:pt x="177026" y="246036"/>
                  </a:lnTo>
                  <a:lnTo>
                    <a:pt x="177252" y="246019"/>
                  </a:lnTo>
                  <a:lnTo>
                    <a:pt x="177556" y="245986"/>
                  </a:lnTo>
                  <a:lnTo>
                    <a:pt x="177766" y="245956"/>
                  </a:lnTo>
                  <a:lnTo>
                    <a:pt x="178068" y="245875"/>
                  </a:lnTo>
                  <a:lnTo>
                    <a:pt x="178191" y="246102"/>
                  </a:lnTo>
                  <a:lnTo>
                    <a:pt x="178645" y="246802"/>
                  </a:lnTo>
                  <a:lnTo>
                    <a:pt x="178826" y="247012"/>
                  </a:lnTo>
                  <a:lnTo>
                    <a:pt x="179142" y="247031"/>
                  </a:lnTo>
                  <a:lnTo>
                    <a:pt x="179364" y="247071"/>
                  </a:lnTo>
                  <a:lnTo>
                    <a:pt x="179505" y="247066"/>
                  </a:lnTo>
                  <a:lnTo>
                    <a:pt x="179730" y="247057"/>
                  </a:lnTo>
                  <a:lnTo>
                    <a:pt x="179997" y="247044"/>
                  </a:lnTo>
                  <a:lnTo>
                    <a:pt x="180202" y="247092"/>
                  </a:lnTo>
                  <a:lnTo>
                    <a:pt x="180502" y="247166"/>
                  </a:lnTo>
                  <a:lnTo>
                    <a:pt x="181006" y="247367"/>
                  </a:lnTo>
                  <a:lnTo>
                    <a:pt x="181636" y="247492"/>
                  </a:lnTo>
                  <a:lnTo>
                    <a:pt x="182209" y="247721"/>
                  </a:lnTo>
                  <a:lnTo>
                    <a:pt x="182530" y="247829"/>
                  </a:lnTo>
                  <a:lnTo>
                    <a:pt x="183093" y="247944"/>
                  </a:lnTo>
                  <a:lnTo>
                    <a:pt x="183294" y="248008"/>
                  </a:lnTo>
                  <a:lnTo>
                    <a:pt x="183425" y="248051"/>
                  </a:lnTo>
                  <a:lnTo>
                    <a:pt x="183581" y="248104"/>
                  </a:lnTo>
                  <a:lnTo>
                    <a:pt x="183943" y="248226"/>
                  </a:lnTo>
                  <a:lnTo>
                    <a:pt x="184155" y="248340"/>
                  </a:lnTo>
                  <a:lnTo>
                    <a:pt x="184398" y="248472"/>
                  </a:lnTo>
                  <a:lnTo>
                    <a:pt x="184639" y="248543"/>
                  </a:lnTo>
                  <a:lnTo>
                    <a:pt x="184827" y="248603"/>
                  </a:lnTo>
                  <a:lnTo>
                    <a:pt x="185075" y="248683"/>
                  </a:lnTo>
                  <a:lnTo>
                    <a:pt x="185474" y="248831"/>
                  </a:lnTo>
                  <a:lnTo>
                    <a:pt x="185749" y="248960"/>
                  </a:lnTo>
                  <a:lnTo>
                    <a:pt x="186058" y="249140"/>
                  </a:lnTo>
                  <a:lnTo>
                    <a:pt x="186318" y="249395"/>
                  </a:lnTo>
                  <a:lnTo>
                    <a:pt x="186499" y="249512"/>
                  </a:lnTo>
                  <a:lnTo>
                    <a:pt x="186638" y="249556"/>
                  </a:lnTo>
                  <a:lnTo>
                    <a:pt x="186855" y="249659"/>
                  </a:lnTo>
                  <a:lnTo>
                    <a:pt x="187105" y="249829"/>
                  </a:lnTo>
                  <a:lnTo>
                    <a:pt x="187311" y="249944"/>
                  </a:lnTo>
                  <a:lnTo>
                    <a:pt x="187444" y="250039"/>
                  </a:lnTo>
                  <a:lnTo>
                    <a:pt x="187582" y="250133"/>
                  </a:lnTo>
                  <a:lnTo>
                    <a:pt x="188038" y="250386"/>
                  </a:lnTo>
                  <a:lnTo>
                    <a:pt x="187979" y="250690"/>
                  </a:lnTo>
                  <a:lnTo>
                    <a:pt x="187909" y="251052"/>
                  </a:lnTo>
                  <a:lnTo>
                    <a:pt x="187777" y="251515"/>
                  </a:lnTo>
                  <a:lnTo>
                    <a:pt x="187416" y="252066"/>
                  </a:lnTo>
                  <a:lnTo>
                    <a:pt x="187371" y="252667"/>
                  </a:lnTo>
                  <a:lnTo>
                    <a:pt x="187305" y="253571"/>
                  </a:lnTo>
                  <a:lnTo>
                    <a:pt x="187219" y="254797"/>
                  </a:lnTo>
                  <a:lnTo>
                    <a:pt x="187171" y="255531"/>
                  </a:lnTo>
                  <a:lnTo>
                    <a:pt x="187120" y="256215"/>
                  </a:lnTo>
                  <a:lnTo>
                    <a:pt x="187061" y="257107"/>
                  </a:lnTo>
                  <a:lnTo>
                    <a:pt x="186998" y="257607"/>
                  </a:lnTo>
                  <a:lnTo>
                    <a:pt x="186959" y="258082"/>
                  </a:lnTo>
                  <a:lnTo>
                    <a:pt x="186899" y="258660"/>
                  </a:lnTo>
                  <a:lnTo>
                    <a:pt x="186839" y="259246"/>
                  </a:lnTo>
                  <a:lnTo>
                    <a:pt x="186966" y="259925"/>
                  </a:lnTo>
                  <a:lnTo>
                    <a:pt x="187265" y="259518"/>
                  </a:lnTo>
                  <a:lnTo>
                    <a:pt x="189562" y="258346"/>
                  </a:lnTo>
                  <a:lnTo>
                    <a:pt x="192802" y="256695"/>
                  </a:lnTo>
                  <a:lnTo>
                    <a:pt x="193419" y="256342"/>
                  </a:lnTo>
                  <a:lnTo>
                    <a:pt x="194309" y="255834"/>
                  </a:lnTo>
                  <a:lnTo>
                    <a:pt x="195195" y="255329"/>
                  </a:lnTo>
                  <a:lnTo>
                    <a:pt x="196249" y="255235"/>
                  </a:lnTo>
                  <a:lnTo>
                    <a:pt x="196699" y="255195"/>
                  </a:lnTo>
                  <a:lnTo>
                    <a:pt x="199441" y="254956"/>
                  </a:lnTo>
                  <a:lnTo>
                    <a:pt x="202437" y="254693"/>
                  </a:lnTo>
                  <a:lnTo>
                    <a:pt x="204580" y="254505"/>
                  </a:lnTo>
                  <a:lnTo>
                    <a:pt x="205473" y="254353"/>
                  </a:lnTo>
                  <a:lnTo>
                    <a:pt x="206350" y="253315"/>
                  </a:lnTo>
                  <a:lnTo>
                    <a:pt x="207508" y="250807"/>
                  </a:lnTo>
                  <a:lnTo>
                    <a:pt x="208283" y="248242"/>
                  </a:lnTo>
                  <a:lnTo>
                    <a:pt x="208703" y="245974"/>
                  </a:lnTo>
                  <a:lnTo>
                    <a:pt x="208780" y="245561"/>
                  </a:lnTo>
                  <a:lnTo>
                    <a:pt x="210381" y="242924"/>
                  </a:lnTo>
                  <a:lnTo>
                    <a:pt x="215962" y="242885"/>
                  </a:lnTo>
                  <a:lnTo>
                    <a:pt x="217078" y="242877"/>
                  </a:lnTo>
                  <a:lnTo>
                    <a:pt x="217345" y="242544"/>
                  </a:lnTo>
                  <a:lnTo>
                    <a:pt x="217358" y="242328"/>
                  </a:lnTo>
                  <a:lnTo>
                    <a:pt x="217894" y="241318"/>
                  </a:lnTo>
                  <a:lnTo>
                    <a:pt x="217596" y="241304"/>
                  </a:lnTo>
                  <a:lnTo>
                    <a:pt x="216866" y="239152"/>
                  </a:lnTo>
                  <a:lnTo>
                    <a:pt x="216732" y="238215"/>
                  </a:lnTo>
                  <a:lnTo>
                    <a:pt x="216800" y="237764"/>
                  </a:lnTo>
                  <a:lnTo>
                    <a:pt x="216842" y="237366"/>
                  </a:lnTo>
                  <a:lnTo>
                    <a:pt x="216862" y="237222"/>
                  </a:lnTo>
                  <a:lnTo>
                    <a:pt x="216985" y="237000"/>
                  </a:lnTo>
                  <a:lnTo>
                    <a:pt x="216957" y="236791"/>
                  </a:lnTo>
                  <a:lnTo>
                    <a:pt x="216994" y="235703"/>
                  </a:lnTo>
                  <a:lnTo>
                    <a:pt x="216983" y="235544"/>
                  </a:lnTo>
                  <a:lnTo>
                    <a:pt x="216967" y="235373"/>
                  </a:lnTo>
                  <a:lnTo>
                    <a:pt x="216961" y="235115"/>
                  </a:lnTo>
                  <a:lnTo>
                    <a:pt x="216980" y="234698"/>
                  </a:lnTo>
                  <a:lnTo>
                    <a:pt x="216950" y="233728"/>
                  </a:lnTo>
                  <a:lnTo>
                    <a:pt x="216634" y="233010"/>
                  </a:lnTo>
                  <a:lnTo>
                    <a:pt x="216624" y="232824"/>
                  </a:lnTo>
                  <a:lnTo>
                    <a:pt x="216564" y="232598"/>
                  </a:lnTo>
                  <a:lnTo>
                    <a:pt x="216774" y="231319"/>
                  </a:lnTo>
                  <a:lnTo>
                    <a:pt x="216162" y="230245"/>
                  </a:lnTo>
                  <a:lnTo>
                    <a:pt x="216126" y="230041"/>
                  </a:lnTo>
                  <a:lnTo>
                    <a:pt x="215972" y="229791"/>
                  </a:lnTo>
                  <a:lnTo>
                    <a:pt x="215788" y="229456"/>
                  </a:lnTo>
                  <a:lnTo>
                    <a:pt x="215746" y="229265"/>
                  </a:lnTo>
                  <a:lnTo>
                    <a:pt x="215739" y="229073"/>
                  </a:lnTo>
                  <a:lnTo>
                    <a:pt x="215957" y="227389"/>
                  </a:lnTo>
                  <a:lnTo>
                    <a:pt x="216127" y="227285"/>
                  </a:lnTo>
                  <a:lnTo>
                    <a:pt x="216287" y="227167"/>
                  </a:lnTo>
                  <a:lnTo>
                    <a:pt x="216434" y="227033"/>
                  </a:lnTo>
                  <a:lnTo>
                    <a:pt x="216569" y="226887"/>
                  </a:lnTo>
                  <a:lnTo>
                    <a:pt x="216793" y="226559"/>
                  </a:lnTo>
                  <a:lnTo>
                    <a:pt x="216882" y="226381"/>
                  </a:lnTo>
                  <a:lnTo>
                    <a:pt x="216953" y="226195"/>
                  </a:lnTo>
                  <a:lnTo>
                    <a:pt x="217006" y="226003"/>
                  </a:lnTo>
                  <a:lnTo>
                    <a:pt x="216975" y="224268"/>
                  </a:lnTo>
                  <a:lnTo>
                    <a:pt x="216965" y="224128"/>
                  </a:lnTo>
                  <a:lnTo>
                    <a:pt x="217014" y="223950"/>
                  </a:lnTo>
                  <a:lnTo>
                    <a:pt x="217028" y="223804"/>
                  </a:lnTo>
                  <a:lnTo>
                    <a:pt x="216893" y="223595"/>
                  </a:lnTo>
                  <a:lnTo>
                    <a:pt x="216956" y="223398"/>
                  </a:lnTo>
                  <a:lnTo>
                    <a:pt x="216904" y="221992"/>
                  </a:lnTo>
                  <a:lnTo>
                    <a:pt x="216827" y="221683"/>
                  </a:lnTo>
                  <a:lnTo>
                    <a:pt x="216469" y="220120"/>
                  </a:lnTo>
                  <a:lnTo>
                    <a:pt x="216452" y="219824"/>
                  </a:lnTo>
                  <a:lnTo>
                    <a:pt x="216415" y="219530"/>
                  </a:lnTo>
                  <a:lnTo>
                    <a:pt x="216349" y="219185"/>
                  </a:lnTo>
                  <a:lnTo>
                    <a:pt x="216330" y="219023"/>
                  </a:lnTo>
                  <a:lnTo>
                    <a:pt x="216330" y="218861"/>
                  </a:lnTo>
                  <a:lnTo>
                    <a:pt x="216348" y="218700"/>
                  </a:lnTo>
                  <a:lnTo>
                    <a:pt x="216424" y="218428"/>
                  </a:lnTo>
                  <a:lnTo>
                    <a:pt x="216481" y="218206"/>
                  </a:lnTo>
                  <a:lnTo>
                    <a:pt x="216519" y="217979"/>
                  </a:lnTo>
                  <a:lnTo>
                    <a:pt x="216539" y="217750"/>
                  </a:lnTo>
                  <a:lnTo>
                    <a:pt x="216539" y="217521"/>
                  </a:lnTo>
                  <a:lnTo>
                    <a:pt x="216522" y="217292"/>
                  </a:lnTo>
                  <a:lnTo>
                    <a:pt x="213988" y="213538"/>
                  </a:lnTo>
                  <a:lnTo>
                    <a:pt x="213951" y="213393"/>
                  </a:lnTo>
                  <a:lnTo>
                    <a:pt x="213960" y="212847"/>
                  </a:lnTo>
                  <a:lnTo>
                    <a:pt x="213878" y="212611"/>
                  </a:lnTo>
                  <a:lnTo>
                    <a:pt x="213561" y="211904"/>
                  </a:lnTo>
                  <a:lnTo>
                    <a:pt x="213383" y="211792"/>
                  </a:lnTo>
                  <a:lnTo>
                    <a:pt x="213217" y="211665"/>
                  </a:lnTo>
                  <a:lnTo>
                    <a:pt x="213062" y="211523"/>
                  </a:lnTo>
                  <a:lnTo>
                    <a:pt x="212921" y="211368"/>
                  </a:lnTo>
                  <a:lnTo>
                    <a:pt x="212502" y="210725"/>
                  </a:lnTo>
                  <a:lnTo>
                    <a:pt x="212381" y="210555"/>
                  </a:lnTo>
                  <a:lnTo>
                    <a:pt x="212275" y="210374"/>
                  </a:lnTo>
                  <a:lnTo>
                    <a:pt x="212185" y="210184"/>
                  </a:lnTo>
                  <a:lnTo>
                    <a:pt x="211628" y="209037"/>
                  </a:lnTo>
                  <a:lnTo>
                    <a:pt x="211605" y="208894"/>
                  </a:lnTo>
                  <a:lnTo>
                    <a:pt x="207286" y="206850"/>
                  </a:lnTo>
                  <a:lnTo>
                    <a:pt x="207216" y="206664"/>
                  </a:lnTo>
                  <a:lnTo>
                    <a:pt x="207129" y="206485"/>
                  </a:lnTo>
                  <a:lnTo>
                    <a:pt x="207041" y="206338"/>
                  </a:lnTo>
                  <a:lnTo>
                    <a:pt x="206636" y="205768"/>
                  </a:lnTo>
                  <a:lnTo>
                    <a:pt x="206045" y="204958"/>
                  </a:lnTo>
                  <a:lnTo>
                    <a:pt x="205641" y="204107"/>
                  </a:lnTo>
                  <a:lnTo>
                    <a:pt x="205035" y="203193"/>
                  </a:lnTo>
                  <a:lnTo>
                    <a:pt x="205074" y="202713"/>
                  </a:lnTo>
                  <a:lnTo>
                    <a:pt x="205469" y="202067"/>
                  </a:lnTo>
                  <a:lnTo>
                    <a:pt x="205002" y="201500"/>
                  </a:lnTo>
                  <a:lnTo>
                    <a:pt x="205064" y="200678"/>
                  </a:lnTo>
                  <a:lnTo>
                    <a:pt x="205207" y="200403"/>
                  </a:lnTo>
                  <a:lnTo>
                    <a:pt x="205377" y="199991"/>
                  </a:lnTo>
                  <a:lnTo>
                    <a:pt x="205404" y="199802"/>
                  </a:lnTo>
                  <a:lnTo>
                    <a:pt x="205429" y="199603"/>
                  </a:lnTo>
                  <a:lnTo>
                    <a:pt x="205515" y="199147"/>
                  </a:lnTo>
                  <a:lnTo>
                    <a:pt x="205444" y="198820"/>
                  </a:lnTo>
                  <a:lnTo>
                    <a:pt x="205472" y="198584"/>
                  </a:lnTo>
                  <a:lnTo>
                    <a:pt x="203195" y="182231"/>
                  </a:lnTo>
                  <a:lnTo>
                    <a:pt x="203544" y="181687"/>
                  </a:lnTo>
                  <a:lnTo>
                    <a:pt x="203628" y="181532"/>
                  </a:lnTo>
                  <a:lnTo>
                    <a:pt x="204144" y="180899"/>
                  </a:lnTo>
                  <a:lnTo>
                    <a:pt x="204370" y="180590"/>
                  </a:lnTo>
                  <a:lnTo>
                    <a:pt x="204081" y="180271"/>
                  </a:lnTo>
                  <a:lnTo>
                    <a:pt x="203848" y="179884"/>
                  </a:lnTo>
                  <a:lnTo>
                    <a:pt x="203985" y="179646"/>
                  </a:lnTo>
                  <a:lnTo>
                    <a:pt x="204179" y="179280"/>
                  </a:lnTo>
                  <a:lnTo>
                    <a:pt x="204064" y="178904"/>
                  </a:lnTo>
                  <a:lnTo>
                    <a:pt x="203873" y="178500"/>
                  </a:lnTo>
                  <a:lnTo>
                    <a:pt x="203761" y="178254"/>
                  </a:lnTo>
                  <a:lnTo>
                    <a:pt x="203678" y="178040"/>
                  </a:lnTo>
                  <a:lnTo>
                    <a:pt x="202894" y="177189"/>
                  </a:lnTo>
                  <a:lnTo>
                    <a:pt x="202921" y="177033"/>
                  </a:lnTo>
                  <a:lnTo>
                    <a:pt x="202938" y="176865"/>
                  </a:lnTo>
                  <a:lnTo>
                    <a:pt x="202996" y="176571"/>
                  </a:lnTo>
                  <a:lnTo>
                    <a:pt x="203000" y="176345"/>
                  </a:lnTo>
                  <a:lnTo>
                    <a:pt x="201766" y="174860"/>
                  </a:lnTo>
                  <a:lnTo>
                    <a:pt x="201553" y="174562"/>
                  </a:lnTo>
                  <a:lnTo>
                    <a:pt x="201418" y="174366"/>
                  </a:lnTo>
                  <a:lnTo>
                    <a:pt x="201061" y="173868"/>
                  </a:lnTo>
                  <a:lnTo>
                    <a:pt x="201025" y="173641"/>
                  </a:lnTo>
                  <a:lnTo>
                    <a:pt x="201038" y="173439"/>
                  </a:lnTo>
                  <a:lnTo>
                    <a:pt x="201139" y="173090"/>
                  </a:lnTo>
                  <a:lnTo>
                    <a:pt x="201259" y="172655"/>
                  </a:lnTo>
                  <a:lnTo>
                    <a:pt x="201301" y="172356"/>
                  </a:lnTo>
                  <a:lnTo>
                    <a:pt x="201456" y="171371"/>
                  </a:lnTo>
                  <a:lnTo>
                    <a:pt x="201731" y="170577"/>
                  </a:lnTo>
                  <a:lnTo>
                    <a:pt x="203295" y="166898"/>
                  </a:lnTo>
                  <a:lnTo>
                    <a:pt x="203331" y="166676"/>
                  </a:lnTo>
                  <a:lnTo>
                    <a:pt x="203419" y="166291"/>
                  </a:lnTo>
                  <a:lnTo>
                    <a:pt x="204229" y="164951"/>
                  </a:lnTo>
                  <a:lnTo>
                    <a:pt x="204392" y="164690"/>
                  </a:lnTo>
                  <a:lnTo>
                    <a:pt x="204471" y="164543"/>
                  </a:lnTo>
                  <a:lnTo>
                    <a:pt x="204578" y="164352"/>
                  </a:lnTo>
                  <a:lnTo>
                    <a:pt x="205070" y="163908"/>
                  </a:lnTo>
                  <a:lnTo>
                    <a:pt x="205548" y="163919"/>
                  </a:lnTo>
                  <a:lnTo>
                    <a:pt x="206324" y="163917"/>
                  </a:lnTo>
                  <a:lnTo>
                    <a:pt x="206734" y="163572"/>
                  </a:lnTo>
                  <a:lnTo>
                    <a:pt x="206852" y="163341"/>
                  </a:lnTo>
                  <a:lnTo>
                    <a:pt x="206979" y="163075"/>
                  </a:lnTo>
                  <a:lnTo>
                    <a:pt x="207099" y="162555"/>
                  </a:lnTo>
                  <a:lnTo>
                    <a:pt x="207199" y="161983"/>
                  </a:lnTo>
                  <a:lnTo>
                    <a:pt x="207272" y="161537"/>
                  </a:lnTo>
                  <a:lnTo>
                    <a:pt x="207353" y="161120"/>
                  </a:lnTo>
                  <a:lnTo>
                    <a:pt x="207452" y="160702"/>
                  </a:lnTo>
                  <a:lnTo>
                    <a:pt x="207804" y="158375"/>
                  </a:lnTo>
                  <a:lnTo>
                    <a:pt x="205796" y="156832"/>
                  </a:lnTo>
                  <a:lnTo>
                    <a:pt x="205314" y="156282"/>
                  </a:lnTo>
                  <a:lnTo>
                    <a:pt x="205763" y="154665"/>
                  </a:lnTo>
                  <a:lnTo>
                    <a:pt x="205790" y="154002"/>
                  </a:lnTo>
                  <a:lnTo>
                    <a:pt x="205877" y="153149"/>
                  </a:lnTo>
                  <a:lnTo>
                    <a:pt x="205910" y="151493"/>
                  </a:lnTo>
                  <a:lnTo>
                    <a:pt x="206003" y="150958"/>
                  </a:lnTo>
                  <a:lnTo>
                    <a:pt x="206026" y="150210"/>
                  </a:lnTo>
                  <a:lnTo>
                    <a:pt x="205998" y="150037"/>
                  </a:lnTo>
                  <a:lnTo>
                    <a:pt x="206008" y="149872"/>
                  </a:lnTo>
                  <a:lnTo>
                    <a:pt x="206019" y="149729"/>
                  </a:lnTo>
                  <a:lnTo>
                    <a:pt x="206040" y="149344"/>
                  </a:lnTo>
                  <a:lnTo>
                    <a:pt x="206047" y="148862"/>
                  </a:lnTo>
                  <a:lnTo>
                    <a:pt x="205923" y="148598"/>
                  </a:lnTo>
                  <a:lnTo>
                    <a:pt x="205822" y="148370"/>
                  </a:lnTo>
                  <a:lnTo>
                    <a:pt x="205696" y="148118"/>
                  </a:lnTo>
                  <a:lnTo>
                    <a:pt x="205529" y="147809"/>
                  </a:lnTo>
                  <a:lnTo>
                    <a:pt x="205486" y="147581"/>
                  </a:lnTo>
                  <a:lnTo>
                    <a:pt x="205579" y="147177"/>
                  </a:lnTo>
                  <a:lnTo>
                    <a:pt x="205278" y="147254"/>
                  </a:lnTo>
                  <a:lnTo>
                    <a:pt x="204916" y="147646"/>
                  </a:lnTo>
                  <a:lnTo>
                    <a:pt x="204680" y="147963"/>
                  </a:lnTo>
                  <a:lnTo>
                    <a:pt x="204562" y="148096"/>
                  </a:lnTo>
                  <a:lnTo>
                    <a:pt x="204364" y="148359"/>
                  </a:lnTo>
                  <a:lnTo>
                    <a:pt x="203713" y="148860"/>
                  </a:lnTo>
                  <a:lnTo>
                    <a:pt x="203151" y="149138"/>
                  </a:lnTo>
                  <a:lnTo>
                    <a:pt x="202858" y="149305"/>
                  </a:lnTo>
                  <a:lnTo>
                    <a:pt x="202504" y="149502"/>
                  </a:lnTo>
                  <a:lnTo>
                    <a:pt x="201846" y="149320"/>
                  </a:lnTo>
                  <a:lnTo>
                    <a:pt x="201403" y="148457"/>
                  </a:lnTo>
                  <a:lnTo>
                    <a:pt x="201706" y="147901"/>
                  </a:lnTo>
                  <a:lnTo>
                    <a:pt x="201736" y="146503"/>
                  </a:lnTo>
                  <a:lnTo>
                    <a:pt x="201592" y="145284"/>
                  </a:lnTo>
                  <a:lnTo>
                    <a:pt x="202017" y="143837"/>
                  </a:lnTo>
                  <a:lnTo>
                    <a:pt x="201474" y="142586"/>
                  </a:lnTo>
                  <a:lnTo>
                    <a:pt x="201497" y="142420"/>
                  </a:lnTo>
                  <a:lnTo>
                    <a:pt x="201064" y="141780"/>
                  </a:lnTo>
                  <a:lnTo>
                    <a:pt x="201022" y="140994"/>
                  </a:lnTo>
                  <a:lnTo>
                    <a:pt x="200813" y="140276"/>
                  </a:lnTo>
                  <a:lnTo>
                    <a:pt x="199661" y="138115"/>
                  </a:lnTo>
                  <a:lnTo>
                    <a:pt x="198372" y="137277"/>
                  </a:lnTo>
                  <a:lnTo>
                    <a:pt x="197627" y="136877"/>
                  </a:lnTo>
                  <a:lnTo>
                    <a:pt x="197462" y="136811"/>
                  </a:lnTo>
                  <a:lnTo>
                    <a:pt x="197092" y="136758"/>
                  </a:lnTo>
                  <a:lnTo>
                    <a:pt x="196471" y="136757"/>
                  </a:lnTo>
                  <a:lnTo>
                    <a:pt x="196306" y="136764"/>
                  </a:lnTo>
                  <a:lnTo>
                    <a:pt x="196158" y="136777"/>
                  </a:lnTo>
                  <a:lnTo>
                    <a:pt x="190122" y="132482"/>
                  </a:lnTo>
                  <a:lnTo>
                    <a:pt x="189717" y="132462"/>
                  </a:lnTo>
                  <a:lnTo>
                    <a:pt x="187667" y="131345"/>
                  </a:lnTo>
                  <a:lnTo>
                    <a:pt x="186307" y="130192"/>
                  </a:lnTo>
                  <a:lnTo>
                    <a:pt x="186031" y="129955"/>
                  </a:lnTo>
                  <a:lnTo>
                    <a:pt x="183205" y="127416"/>
                  </a:lnTo>
                  <a:lnTo>
                    <a:pt x="180239" y="122930"/>
                  </a:lnTo>
                  <a:lnTo>
                    <a:pt x="177478" y="119320"/>
                  </a:lnTo>
                  <a:lnTo>
                    <a:pt x="177003" y="107533"/>
                  </a:lnTo>
                  <a:lnTo>
                    <a:pt x="176991" y="106991"/>
                  </a:lnTo>
                  <a:lnTo>
                    <a:pt x="177024" y="106809"/>
                  </a:lnTo>
                  <a:lnTo>
                    <a:pt x="177207" y="106745"/>
                  </a:lnTo>
                  <a:lnTo>
                    <a:pt x="177207" y="105941"/>
                  </a:lnTo>
                  <a:close/>
                </a:path>
              </a:pathLst>
            </a:custGeom>
            <a:solidFill>
              <a:srgbClr val="30576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tx59"/>
            <p:cNvSpPr/>
            <p:nvPr/>
          </p:nvSpPr>
          <p:spPr>
            <a:xfrm>
              <a:off x="6408059" y="2811258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n=13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6868820" y="2624360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5227354" y="5213437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n=25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5169673" y="5434905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n=14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5436210" y="5303763"/>
              <a:ext cx="263621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n=156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5099400" y="4512579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n=20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5041910" y="5591181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n=24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4780511" y="5516663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n=83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5901662" y="3412460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n=17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5429733" y="4285795"/>
              <a:ext cx="263621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n=100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5445194" y="4967281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n=52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4894364" y="4976685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n=58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5509031" y="5489155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n=58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7794082" y="3441644"/>
              <a:ext cx="5591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pic>
          <p:nvPicPr>
            <p:cNvPr id="73" name="pic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94082" y="3625990"/>
              <a:ext cx="219455" cy="1097280"/>
            </a:xfrm>
            <a:prstGeom prst="rect">
              <a:avLst/>
            </a:prstGeom>
          </p:spPr>
        </p:pic>
        <p:sp>
          <p:nvSpPr>
            <p:cNvPr id="74" name="pl74"/>
            <p:cNvSpPr/>
            <p:nvPr/>
          </p:nvSpPr>
          <p:spPr>
            <a:xfrm>
              <a:off x="7969646" y="472144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7969646" y="437092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7969646" y="40204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7969646" y="366988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7794082" y="472144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7794082" y="437092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7794082" y="40204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7794082" y="366988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tx82"/>
            <p:cNvSpPr/>
            <p:nvPr/>
          </p:nvSpPr>
          <p:spPr>
            <a:xfrm>
              <a:off x="8083127" y="4681437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8083127" y="433091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8083127" y="3980397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8083127" y="3629877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150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4572000" y="1964140"/>
              <a:ext cx="154240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Sesong 2025/26 (n=843)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4572000" y="1739378"/>
              <a:ext cx="112663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Fylkesfordeling</a:t>
              </a:r>
            </a:p>
          </p:txBody>
        </p:sp>
      </p:grpSp>
      <p:sp>
        <p:nvSpPr>
          <p:cNvPr id="8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Fylkesfordeling per sesong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858815"/>
              <a:ext cx="8229600" cy="400873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928404"/>
              <a:ext cx="3644790" cy="3869553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171579" y="1928404"/>
              <a:ext cx="4445631" cy="3869553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7" name="pg7"/>
            <p:cNvSpPr/>
            <p:nvPr/>
          </p:nvSpPr>
          <p:spPr>
            <a:xfrm>
              <a:off x="891405" y="2517646"/>
              <a:ext cx="1760896" cy="2915802"/>
            </a:xfrm>
            <a:custGeom>
              <a:avLst/>
              <a:pathLst>
                <a:path w="1760896" h="2915802">
                  <a:moveTo>
                    <a:pt x="1457778" y="1457916"/>
                  </a:moveTo>
                  <a:lnTo>
                    <a:pt x="1457778" y="1407643"/>
                  </a:lnTo>
                  <a:lnTo>
                    <a:pt x="1457778" y="1357370"/>
                  </a:lnTo>
                  <a:lnTo>
                    <a:pt x="1457778" y="1307097"/>
                  </a:lnTo>
                  <a:lnTo>
                    <a:pt x="1457778" y="1256824"/>
                  </a:lnTo>
                  <a:lnTo>
                    <a:pt x="1457778" y="1206551"/>
                  </a:lnTo>
                  <a:lnTo>
                    <a:pt x="1457778" y="1156278"/>
                  </a:lnTo>
                  <a:lnTo>
                    <a:pt x="1457778" y="1106005"/>
                  </a:lnTo>
                  <a:lnTo>
                    <a:pt x="1457778" y="1055732"/>
                  </a:lnTo>
                  <a:lnTo>
                    <a:pt x="1457778" y="1005459"/>
                  </a:lnTo>
                  <a:lnTo>
                    <a:pt x="1457778" y="955186"/>
                  </a:lnTo>
                  <a:lnTo>
                    <a:pt x="1457778" y="904913"/>
                  </a:lnTo>
                  <a:lnTo>
                    <a:pt x="1457778" y="854640"/>
                  </a:lnTo>
                  <a:lnTo>
                    <a:pt x="1457778" y="804367"/>
                  </a:lnTo>
                  <a:lnTo>
                    <a:pt x="1457778" y="754094"/>
                  </a:lnTo>
                  <a:lnTo>
                    <a:pt x="1457778" y="703821"/>
                  </a:lnTo>
                  <a:lnTo>
                    <a:pt x="1457778" y="653548"/>
                  </a:lnTo>
                  <a:lnTo>
                    <a:pt x="1457778" y="603275"/>
                  </a:lnTo>
                  <a:lnTo>
                    <a:pt x="1457778" y="553002"/>
                  </a:lnTo>
                  <a:lnTo>
                    <a:pt x="1457778" y="502729"/>
                  </a:lnTo>
                  <a:lnTo>
                    <a:pt x="1457778" y="452456"/>
                  </a:lnTo>
                  <a:lnTo>
                    <a:pt x="1457778" y="402183"/>
                  </a:lnTo>
                  <a:lnTo>
                    <a:pt x="1457778" y="351910"/>
                  </a:lnTo>
                  <a:lnTo>
                    <a:pt x="1457778" y="301637"/>
                  </a:lnTo>
                  <a:lnTo>
                    <a:pt x="1457778" y="251364"/>
                  </a:lnTo>
                  <a:lnTo>
                    <a:pt x="1457778" y="201091"/>
                  </a:lnTo>
                  <a:lnTo>
                    <a:pt x="1457778" y="150818"/>
                  </a:lnTo>
                  <a:lnTo>
                    <a:pt x="1457778" y="100545"/>
                  </a:lnTo>
                  <a:lnTo>
                    <a:pt x="1457778" y="50272"/>
                  </a:lnTo>
                  <a:lnTo>
                    <a:pt x="1457778" y="0"/>
                  </a:lnTo>
                  <a:lnTo>
                    <a:pt x="1408439" y="835"/>
                  </a:lnTo>
                  <a:lnTo>
                    <a:pt x="1359156" y="3339"/>
                  </a:lnTo>
                  <a:lnTo>
                    <a:pt x="1309986" y="7510"/>
                  </a:lnTo>
                  <a:lnTo>
                    <a:pt x="1260985" y="13342"/>
                  </a:lnTo>
                  <a:lnTo>
                    <a:pt x="1212210" y="20830"/>
                  </a:lnTo>
                  <a:lnTo>
                    <a:pt x="1163717" y="29963"/>
                  </a:lnTo>
                  <a:lnTo>
                    <a:pt x="1115560" y="40733"/>
                  </a:lnTo>
                  <a:lnTo>
                    <a:pt x="1067795" y="53126"/>
                  </a:lnTo>
                  <a:lnTo>
                    <a:pt x="1020477" y="67129"/>
                  </a:lnTo>
                  <a:lnTo>
                    <a:pt x="973660" y="82725"/>
                  </a:lnTo>
                  <a:lnTo>
                    <a:pt x="927398" y="99896"/>
                  </a:lnTo>
                  <a:lnTo>
                    <a:pt x="881743" y="118623"/>
                  </a:lnTo>
                  <a:lnTo>
                    <a:pt x="836748" y="138885"/>
                  </a:lnTo>
                  <a:lnTo>
                    <a:pt x="792465" y="160658"/>
                  </a:lnTo>
                  <a:lnTo>
                    <a:pt x="748944" y="183917"/>
                  </a:lnTo>
                  <a:lnTo>
                    <a:pt x="706235" y="208635"/>
                  </a:lnTo>
                  <a:lnTo>
                    <a:pt x="664387" y="234785"/>
                  </a:lnTo>
                  <a:lnTo>
                    <a:pt x="623447" y="262335"/>
                  </a:lnTo>
                  <a:lnTo>
                    <a:pt x="583464" y="291256"/>
                  </a:lnTo>
                  <a:lnTo>
                    <a:pt x="544482" y="321513"/>
                  </a:lnTo>
                  <a:lnTo>
                    <a:pt x="506547" y="353072"/>
                  </a:lnTo>
                  <a:lnTo>
                    <a:pt x="469701" y="385897"/>
                  </a:lnTo>
                  <a:lnTo>
                    <a:pt x="433988" y="419950"/>
                  </a:lnTo>
                  <a:lnTo>
                    <a:pt x="399447" y="455192"/>
                  </a:lnTo>
                  <a:lnTo>
                    <a:pt x="366119" y="491582"/>
                  </a:lnTo>
                  <a:lnTo>
                    <a:pt x="334041" y="529080"/>
                  </a:lnTo>
                  <a:lnTo>
                    <a:pt x="303251" y="567642"/>
                  </a:lnTo>
                  <a:lnTo>
                    <a:pt x="273783" y="607224"/>
                  </a:lnTo>
                  <a:lnTo>
                    <a:pt x="245672" y="647781"/>
                  </a:lnTo>
                  <a:lnTo>
                    <a:pt x="218949" y="689265"/>
                  </a:lnTo>
                  <a:lnTo>
                    <a:pt x="193646" y="731630"/>
                  </a:lnTo>
                  <a:lnTo>
                    <a:pt x="169791" y="774827"/>
                  </a:lnTo>
                  <a:lnTo>
                    <a:pt x="147411" y="818807"/>
                  </a:lnTo>
                  <a:lnTo>
                    <a:pt x="126533" y="863519"/>
                  </a:lnTo>
                  <a:lnTo>
                    <a:pt x="107180" y="908912"/>
                  </a:lnTo>
                  <a:lnTo>
                    <a:pt x="89374" y="954934"/>
                  </a:lnTo>
                  <a:lnTo>
                    <a:pt x="73136" y="1001532"/>
                  </a:lnTo>
                  <a:lnTo>
                    <a:pt x="58484" y="1048653"/>
                  </a:lnTo>
                  <a:lnTo>
                    <a:pt x="45435" y="1096243"/>
                  </a:lnTo>
                  <a:lnTo>
                    <a:pt x="34004" y="1144247"/>
                  </a:lnTo>
                  <a:lnTo>
                    <a:pt x="24204" y="1192611"/>
                  </a:lnTo>
                  <a:lnTo>
                    <a:pt x="16047" y="1241278"/>
                  </a:lnTo>
                  <a:lnTo>
                    <a:pt x="9541" y="1290194"/>
                  </a:lnTo>
                  <a:lnTo>
                    <a:pt x="4695" y="1339302"/>
                  </a:lnTo>
                  <a:lnTo>
                    <a:pt x="1513" y="1388545"/>
                  </a:lnTo>
                  <a:lnTo>
                    <a:pt x="0" y="1437868"/>
                  </a:lnTo>
                  <a:lnTo>
                    <a:pt x="156" y="1487214"/>
                  </a:lnTo>
                  <a:lnTo>
                    <a:pt x="1983" y="1536527"/>
                  </a:lnTo>
                  <a:lnTo>
                    <a:pt x="5477" y="1585750"/>
                  </a:lnTo>
                  <a:lnTo>
                    <a:pt x="10635" y="1634826"/>
                  </a:lnTo>
                  <a:lnTo>
                    <a:pt x="17451" y="1683699"/>
                  </a:lnTo>
                  <a:lnTo>
                    <a:pt x="25917" y="1732314"/>
                  </a:lnTo>
                  <a:lnTo>
                    <a:pt x="36024" y="1780614"/>
                  </a:lnTo>
                  <a:lnTo>
                    <a:pt x="47759" y="1828545"/>
                  </a:lnTo>
                  <a:lnTo>
                    <a:pt x="61109" y="1876051"/>
                  </a:lnTo>
                  <a:lnTo>
                    <a:pt x="76060" y="1923078"/>
                  </a:lnTo>
                  <a:lnTo>
                    <a:pt x="92594" y="1969572"/>
                  </a:lnTo>
                  <a:lnTo>
                    <a:pt x="110691" y="2015480"/>
                  </a:lnTo>
                  <a:lnTo>
                    <a:pt x="130332" y="2060749"/>
                  </a:lnTo>
                  <a:lnTo>
                    <a:pt x="151494" y="2105328"/>
                  </a:lnTo>
                  <a:lnTo>
                    <a:pt x="174152" y="2149164"/>
                  </a:lnTo>
                  <a:lnTo>
                    <a:pt x="198281" y="2192209"/>
                  </a:lnTo>
                  <a:lnTo>
                    <a:pt x="223853" y="2234413"/>
                  </a:lnTo>
                  <a:lnTo>
                    <a:pt x="250838" y="2275727"/>
                  </a:lnTo>
                  <a:lnTo>
                    <a:pt x="279206" y="2316104"/>
                  </a:lnTo>
                  <a:lnTo>
                    <a:pt x="308924" y="2355498"/>
                  </a:lnTo>
                  <a:lnTo>
                    <a:pt x="339959" y="2393864"/>
                  </a:lnTo>
                  <a:lnTo>
                    <a:pt x="372274" y="2431158"/>
                  </a:lnTo>
                  <a:lnTo>
                    <a:pt x="405832" y="2467336"/>
                  </a:lnTo>
                  <a:lnTo>
                    <a:pt x="440596" y="2502358"/>
                  </a:lnTo>
                  <a:lnTo>
                    <a:pt x="476525" y="2536184"/>
                  </a:lnTo>
                  <a:lnTo>
                    <a:pt x="513578" y="2568774"/>
                  </a:lnTo>
                  <a:lnTo>
                    <a:pt x="551713" y="2600092"/>
                  </a:lnTo>
                  <a:lnTo>
                    <a:pt x="590886" y="2630101"/>
                  </a:lnTo>
                  <a:lnTo>
                    <a:pt x="631052" y="2658767"/>
                  </a:lnTo>
                  <a:lnTo>
                    <a:pt x="672165" y="2686058"/>
                  </a:lnTo>
                  <a:lnTo>
                    <a:pt x="714178" y="2711941"/>
                  </a:lnTo>
                  <a:lnTo>
                    <a:pt x="757044" y="2736388"/>
                  </a:lnTo>
                  <a:lnTo>
                    <a:pt x="800711" y="2759370"/>
                  </a:lnTo>
                  <a:lnTo>
                    <a:pt x="845132" y="2780861"/>
                  </a:lnTo>
                  <a:lnTo>
                    <a:pt x="890255" y="2800837"/>
                  </a:lnTo>
                  <a:lnTo>
                    <a:pt x="936027" y="2819274"/>
                  </a:lnTo>
                  <a:lnTo>
                    <a:pt x="982398" y="2836151"/>
                  </a:lnTo>
                  <a:lnTo>
                    <a:pt x="1029313" y="2851450"/>
                  </a:lnTo>
                  <a:lnTo>
                    <a:pt x="1076719" y="2865152"/>
                  </a:lnTo>
                  <a:lnTo>
                    <a:pt x="1124561" y="2877242"/>
                  </a:lnTo>
                  <a:lnTo>
                    <a:pt x="1172785" y="2887705"/>
                  </a:lnTo>
                  <a:lnTo>
                    <a:pt x="1221336" y="2896531"/>
                  </a:lnTo>
                  <a:lnTo>
                    <a:pt x="1270158" y="2903709"/>
                  </a:lnTo>
                  <a:lnTo>
                    <a:pt x="1319194" y="2909230"/>
                  </a:lnTo>
                  <a:lnTo>
                    <a:pt x="1368389" y="2913089"/>
                  </a:lnTo>
                  <a:lnTo>
                    <a:pt x="1417687" y="2915280"/>
                  </a:lnTo>
                  <a:lnTo>
                    <a:pt x="1467031" y="2915802"/>
                  </a:lnTo>
                  <a:lnTo>
                    <a:pt x="1516364" y="2914654"/>
                  </a:lnTo>
                  <a:lnTo>
                    <a:pt x="1565630" y="2911837"/>
                  </a:lnTo>
                  <a:lnTo>
                    <a:pt x="1614772" y="2907354"/>
                  </a:lnTo>
                  <a:lnTo>
                    <a:pt x="1663734" y="2901211"/>
                  </a:lnTo>
                  <a:lnTo>
                    <a:pt x="1712461" y="2893414"/>
                  </a:lnTo>
                  <a:lnTo>
                    <a:pt x="1760896" y="2883973"/>
                  </a:lnTo>
                  <a:lnTo>
                    <a:pt x="1750443" y="2834798"/>
                  </a:lnTo>
                  <a:lnTo>
                    <a:pt x="1739991" y="2785624"/>
                  </a:lnTo>
                  <a:lnTo>
                    <a:pt x="1729539" y="2736450"/>
                  </a:lnTo>
                  <a:lnTo>
                    <a:pt x="1719086" y="2687275"/>
                  </a:lnTo>
                  <a:lnTo>
                    <a:pt x="1708634" y="2638101"/>
                  </a:lnTo>
                  <a:lnTo>
                    <a:pt x="1698182" y="2588927"/>
                  </a:lnTo>
                  <a:lnTo>
                    <a:pt x="1687729" y="2539752"/>
                  </a:lnTo>
                  <a:lnTo>
                    <a:pt x="1677277" y="2490578"/>
                  </a:lnTo>
                  <a:lnTo>
                    <a:pt x="1666825" y="2441403"/>
                  </a:lnTo>
                  <a:lnTo>
                    <a:pt x="1656372" y="2392229"/>
                  </a:lnTo>
                  <a:lnTo>
                    <a:pt x="1645920" y="2343055"/>
                  </a:lnTo>
                  <a:lnTo>
                    <a:pt x="1635468" y="2293880"/>
                  </a:lnTo>
                  <a:lnTo>
                    <a:pt x="1625015" y="2244706"/>
                  </a:lnTo>
                  <a:lnTo>
                    <a:pt x="1614563" y="2195531"/>
                  </a:lnTo>
                  <a:lnTo>
                    <a:pt x="1604111" y="2146357"/>
                  </a:lnTo>
                  <a:lnTo>
                    <a:pt x="1593658" y="2097183"/>
                  </a:lnTo>
                  <a:lnTo>
                    <a:pt x="1583206" y="2048008"/>
                  </a:lnTo>
                  <a:lnTo>
                    <a:pt x="1572754" y="1998834"/>
                  </a:lnTo>
                  <a:lnTo>
                    <a:pt x="1562301" y="1949660"/>
                  </a:lnTo>
                  <a:lnTo>
                    <a:pt x="1551849" y="1900485"/>
                  </a:lnTo>
                  <a:lnTo>
                    <a:pt x="1541397" y="1851311"/>
                  </a:lnTo>
                  <a:lnTo>
                    <a:pt x="1530944" y="1802136"/>
                  </a:lnTo>
                  <a:lnTo>
                    <a:pt x="1520492" y="1752962"/>
                  </a:lnTo>
                  <a:lnTo>
                    <a:pt x="1510040" y="1703788"/>
                  </a:lnTo>
                  <a:lnTo>
                    <a:pt x="1499587" y="1654613"/>
                  </a:lnTo>
                  <a:lnTo>
                    <a:pt x="1489135" y="1605439"/>
                  </a:lnTo>
                  <a:lnTo>
                    <a:pt x="1478682" y="1556264"/>
                  </a:lnTo>
                  <a:lnTo>
                    <a:pt x="1468230" y="1507090"/>
                  </a:lnTo>
                  <a:close/>
                </a:path>
              </a:pathLst>
            </a:cu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" name="pg8"/>
            <p:cNvSpPr/>
            <p:nvPr/>
          </p:nvSpPr>
          <p:spPr>
            <a:xfrm>
              <a:off x="2349184" y="2517646"/>
              <a:ext cx="1457911" cy="2883973"/>
            </a:xfrm>
            <a:custGeom>
              <a:avLst/>
              <a:pathLst>
                <a:path w="1457911" h="2883973">
                  <a:moveTo>
                    <a:pt x="0" y="1457916"/>
                  </a:moveTo>
                  <a:lnTo>
                    <a:pt x="10452" y="1507090"/>
                  </a:lnTo>
                  <a:lnTo>
                    <a:pt x="20904" y="1556264"/>
                  </a:lnTo>
                  <a:lnTo>
                    <a:pt x="31357" y="1605439"/>
                  </a:lnTo>
                  <a:lnTo>
                    <a:pt x="41809" y="1654613"/>
                  </a:lnTo>
                  <a:lnTo>
                    <a:pt x="52261" y="1703788"/>
                  </a:lnTo>
                  <a:lnTo>
                    <a:pt x="62714" y="1752962"/>
                  </a:lnTo>
                  <a:lnTo>
                    <a:pt x="73166" y="1802136"/>
                  </a:lnTo>
                  <a:lnTo>
                    <a:pt x="83618" y="1851311"/>
                  </a:lnTo>
                  <a:lnTo>
                    <a:pt x="94071" y="1900485"/>
                  </a:lnTo>
                  <a:lnTo>
                    <a:pt x="104523" y="1949660"/>
                  </a:lnTo>
                  <a:lnTo>
                    <a:pt x="114975" y="1998834"/>
                  </a:lnTo>
                  <a:lnTo>
                    <a:pt x="125428" y="2048008"/>
                  </a:lnTo>
                  <a:lnTo>
                    <a:pt x="135880" y="2097183"/>
                  </a:lnTo>
                  <a:lnTo>
                    <a:pt x="146332" y="2146357"/>
                  </a:lnTo>
                  <a:lnTo>
                    <a:pt x="156785" y="2195531"/>
                  </a:lnTo>
                  <a:lnTo>
                    <a:pt x="167237" y="2244706"/>
                  </a:lnTo>
                  <a:lnTo>
                    <a:pt x="177689" y="2293880"/>
                  </a:lnTo>
                  <a:lnTo>
                    <a:pt x="188142" y="2343055"/>
                  </a:lnTo>
                  <a:lnTo>
                    <a:pt x="198594" y="2392229"/>
                  </a:lnTo>
                  <a:lnTo>
                    <a:pt x="209046" y="2441403"/>
                  </a:lnTo>
                  <a:lnTo>
                    <a:pt x="219499" y="2490578"/>
                  </a:lnTo>
                  <a:lnTo>
                    <a:pt x="229951" y="2539752"/>
                  </a:lnTo>
                  <a:lnTo>
                    <a:pt x="240403" y="2588927"/>
                  </a:lnTo>
                  <a:lnTo>
                    <a:pt x="250856" y="2638101"/>
                  </a:lnTo>
                  <a:lnTo>
                    <a:pt x="261308" y="2687275"/>
                  </a:lnTo>
                  <a:lnTo>
                    <a:pt x="271760" y="2736450"/>
                  </a:lnTo>
                  <a:lnTo>
                    <a:pt x="282213" y="2785624"/>
                  </a:lnTo>
                  <a:lnTo>
                    <a:pt x="292665" y="2834798"/>
                  </a:lnTo>
                  <a:lnTo>
                    <a:pt x="303117" y="2883973"/>
                  </a:lnTo>
                  <a:lnTo>
                    <a:pt x="351553" y="2872811"/>
                  </a:lnTo>
                  <a:lnTo>
                    <a:pt x="399580" y="2860005"/>
                  </a:lnTo>
                  <a:lnTo>
                    <a:pt x="447142" y="2845569"/>
                  </a:lnTo>
                  <a:lnTo>
                    <a:pt x="494185" y="2829521"/>
                  </a:lnTo>
                  <a:lnTo>
                    <a:pt x="540653" y="2811878"/>
                  </a:lnTo>
                  <a:lnTo>
                    <a:pt x="586493" y="2792661"/>
                  </a:lnTo>
                  <a:lnTo>
                    <a:pt x="631651" y="2771893"/>
                  </a:lnTo>
                  <a:lnTo>
                    <a:pt x="676075" y="2749597"/>
                  </a:lnTo>
                  <a:lnTo>
                    <a:pt x="719714" y="2725800"/>
                  </a:lnTo>
                  <a:lnTo>
                    <a:pt x="762515" y="2700530"/>
                  </a:lnTo>
                  <a:lnTo>
                    <a:pt x="804431" y="2673815"/>
                  </a:lnTo>
                  <a:lnTo>
                    <a:pt x="845411" y="2645686"/>
                  </a:lnTo>
                  <a:lnTo>
                    <a:pt x="885409" y="2616177"/>
                  </a:lnTo>
                  <a:lnTo>
                    <a:pt x="924377" y="2585322"/>
                  </a:lnTo>
                  <a:lnTo>
                    <a:pt x="962271" y="2553157"/>
                  </a:lnTo>
                  <a:lnTo>
                    <a:pt x="999047" y="2519718"/>
                  </a:lnTo>
                  <a:lnTo>
                    <a:pt x="1034661" y="2485045"/>
                  </a:lnTo>
                  <a:lnTo>
                    <a:pt x="1069073" y="2449179"/>
                  </a:lnTo>
                  <a:lnTo>
                    <a:pt x="1102242" y="2412160"/>
                  </a:lnTo>
                  <a:lnTo>
                    <a:pt x="1134130" y="2374032"/>
                  </a:lnTo>
                  <a:lnTo>
                    <a:pt x="1164699" y="2334839"/>
                  </a:lnTo>
                  <a:lnTo>
                    <a:pt x="1193915" y="2294627"/>
                  </a:lnTo>
                  <a:lnTo>
                    <a:pt x="1221743" y="2253442"/>
                  </a:lnTo>
                  <a:lnTo>
                    <a:pt x="1248151" y="2211333"/>
                  </a:lnTo>
                  <a:lnTo>
                    <a:pt x="1273108" y="2168348"/>
                  </a:lnTo>
                  <a:lnTo>
                    <a:pt x="1296586" y="2124537"/>
                  </a:lnTo>
                  <a:lnTo>
                    <a:pt x="1318556" y="2079951"/>
                  </a:lnTo>
                  <a:lnTo>
                    <a:pt x="1338994" y="2034642"/>
                  </a:lnTo>
                  <a:lnTo>
                    <a:pt x="1357875" y="1988663"/>
                  </a:lnTo>
                  <a:lnTo>
                    <a:pt x="1375178" y="1942067"/>
                  </a:lnTo>
                  <a:lnTo>
                    <a:pt x="1390883" y="1894908"/>
                  </a:lnTo>
                  <a:lnTo>
                    <a:pt x="1404971" y="1847242"/>
                  </a:lnTo>
                  <a:lnTo>
                    <a:pt x="1417426" y="1799122"/>
                  </a:lnTo>
                  <a:lnTo>
                    <a:pt x="1428233" y="1750607"/>
                  </a:lnTo>
                  <a:lnTo>
                    <a:pt x="1437380" y="1701751"/>
                  </a:lnTo>
                  <a:lnTo>
                    <a:pt x="1444857" y="1652611"/>
                  </a:lnTo>
                  <a:lnTo>
                    <a:pt x="1450654" y="1603245"/>
                  </a:lnTo>
                  <a:lnTo>
                    <a:pt x="1454765" y="1553711"/>
                  </a:lnTo>
                  <a:lnTo>
                    <a:pt x="1457185" y="1504065"/>
                  </a:lnTo>
                  <a:lnTo>
                    <a:pt x="1457911" y="1454365"/>
                  </a:lnTo>
                  <a:lnTo>
                    <a:pt x="1456943" y="1404670"/>
                  </a:lnTo>
                  <a:lnTo>
                    <a:pt x="1454281" y="1355036"/>
                  </a:lnTo>
                  <a:lnTo>
                    <a:pt x="1449929" y="1305522"/>
                  </a:lnTo>
                  <a:lnTo>
                    <a:pt x="1443892" y="1256185"/>
                  </a:lnTo>
                  <a:lnTo>
                    <a:pt x="1436176" y="1207083"/>
                  </a:lnTo>
                  <a:lnTo>
                    <a:pt x="1426791" y="1158272"/>
                  </a:lnTo>
                  <a:lnTo>
                    <a:pt x="1415747" y="1109809"/>
                  </a:lnTo>
                  <a:lnTo>
                    <a:pt x="1403058" y="1061751"/>
                  </a:lnTo>
                  <a:lnTo>
                    <a:pt x="1388738" y="1014154"/>
                  </a:lnTo>
                  <a:lnTo>
                    <a:pt x="1372804" y="967072"/>
                  </a:lnTo>
                  <a:lnTo>
                    <a:pt x="1355274" y="920561"/>
                  </a:lnTo>
                  <a:lnTo>
                    <a:pt x="1336169" y="874674"/>
                  </a:lnTo>
                  <a:lnTo>
                    <a:pt x="1315511" y="829466"/>
                  </a:lnTo>
                  <a:lnTo>
                    <a:pt x="1293324" y="784987"/>
                  </a:lnTo>
                  <a:lnTo>
                    <a:pt x="1269633" y="741291"/>
                  </a:lnTo>
                  <a:lnTo>
                    <a:pt x="1244467" y="698428"/>
                  </a:lnTo>
                  <a:lnTo>
                    <a:pt x="1217854" y="656448"/>
                  </a:lnTo>
                  <a:lnTo>
                    <a:pt x="1189825" y="615399"/>
                  </a:lnTo>
                  <a:lnTo>
                    <a:pt x="1160414" y="575330"/>
                  </a:lnTo>
                  <a:lnTo>
                    <a:pt x="1129654" y="536287"/>
                  </a:lnTo>
                  <a:lnTo>
                    <a:pt x="1097581" y="498314"/>
                  </a:lnTo>
                  <a:lnTo>
                    <a:pt x="1064232" y="461457"/>
                  </a:lnTo>
                  <a:lnTo>
                    <a:pt x="1029646" y="425759"/>
                  </a:lnTo>
                  <a:lnTo>
                    <a:pt x="993863" y="391260"/>
                  </a:lnTo>
                  <a:lnTo>
                    <a:pt x="956925" y="358001"/>
                  </a:lnTo>
                  <a:lnTo>
                    <a:pt x="918875" y="326020"/>
                  </a:lnTo>
                  <a:lnTo>
                    <a:pt x="879757" y="295355"/>
                  </a:lnTo>
                  <a:lnTo>
                    <a:pt x="839616" y="266041"/>
                  </a:lnTo>
                  <a:lnTo>
                    <a:pt x="798499" y="238113"/>
                  </a:lnTo>
                  <a:lnTo>
                    <a:pt x="756454" y="211603"/>
                  </a:lnTo>
                  <a:lnTo>
                    <a:pt x="713530" y="186541"/>
                  </a:lnTo>
                  <a:lnTo>
                    <a:pt x="669776" y="162957"/>
                  </a:lnTo>
                  <a:lnTo>
                    <a:pt x="625244" y="140878"/>
                  </a:lnTo>
                  <a:lnTo>
                    <a:pt x="579985" y="120330"/>
                  </a:lnTo>
                  <a:lnTo>
                    <a:pt x="534052" y="101336"/>
                  </a:lnTo>
                  <a:lnTo>
                    <a:pt x="487499" y="83920"/>
                  </a:lnTo>
                  <a:lnTo>
                    <a:pt x="440378" y="68101"/>
                  </a:lnTo>
                  <a:lnTo>
                    <a:pt x="392746" y="53897"/>
                  </a:lnTo>
                  <a:lnTo>
                    <a:pt x="344657" y="41324"/>
                  </a:lnTo>
                  <a:lnTo>
                    <a:pt x="296168" y="30399"/>
                  </a:lnTo>
                  <a:lnTo>
                    <a:pt x="247334" y="21133"/>
                  </a:lnTo>
                  <a:lnTo>
                    <a:pt x="198213" y="13537"/>
                  </a:lnTo>
                  <a:lnTo>
                    <a:pt x="148862" y="7619"/>
                  </a:lnTo>
                  <a:lnTo>
                    <a:pt x="99337" y="3388"/>
                  </a:lnTo>
                  <a:lnTo>
                    <a:pt x="49697" y="847"/>
                  </a:lnTo>
                  <a:lnTo>
                    <a:pt x="0" y="0"/>
                  </a:lnTo>
                  <a:lnTo>
                    <a:pt x="0" y="50272"/>
                  </a:lnTo>
                  <a:lnTo>
                    <a:pt x="0" y="100545"/>
                  </a:lnTo>
                  <a:lnTo>
                    <a:pt x="0" y="150818"/>
                  </a:lnTo>
                  <a:lnTo>
                    <a:pt x="0" y="201091"/>
                  </a:lnTo>
                  <a:lnTo>
                    <a:pt x="0" y="251364"/>
                  </a:lnTo>
                  <a:lnTo>
                    <a:pt x="0" y="301637"/>
                  </a:lnTo>
                  <a:lnTo>
                    <a:pt x="0" y="351910"/>
                  </a:lnTo>
                  <a:lnTo>
                    <a:pt x="0" y="402183"/>
                  </a:lnTo>
                  <a:lnTo>
                    <a:pt x="0" y="452456"/>
                  </a:lnTo>
                  <a:lnTo>
                    <a:pt x="0" y="502729"/>
                  </a:lnTo>
                  <a:lnTo>
                    <a:pt x="0" y="553002"/>
                  </a:lnTo>
                  <a:lnTo>
                    <a:pt x="0" y="603275"/>
                  </a:lnTo>
                  <a:lnTo>
                    <a:pt x="0" y="653548"/>
                  </a:lnTo>
                  <a:lnTo>
                    <a:pt x="0" y="703821"/>
                  </a:lnTo>
                  <a:lnTo>
                    <a:pt x="0" y="754094"/>
                  </a:lnTo>
                  <a:lnTo>
                    <a:pt x="0" y="804367"/>
                  </a:lnTo>
                  <a:lnTo>
                    <a:pt x="0" y="854640"/>
                  </a:lnTo>
                  <a:lnTo>
                    <a:pt x="0" y="904913"/>
                  </a:lnTo>
                  <a:lnTo>
                    <a:pt x="0" y="955186"/>
                  </a:lnTo>
                  <a:lnTo>
                    <a:pt x="0" y="1005459"/>
                  </a:lnTo>
                  <a:lnTo>
                    <a:pt x="0" y="1055732"/>
                  </a:lnTo>
                  <a:lnTo>
                    <a:pt x="0" y="1106005"/>
                  </a:lnTo>
                  <a:lnTo>
                    <a:pt x="0" y="1156278"/>
                  </a:lnTo>
                  <a:lnTo>
                    <a:pt x="0" y="1206551"/>
                  </a:lnTo>
                  <a:lnTo>
                    <a:pt x="0" y="1256824"/>
                  </a:lnTo>
                  <a:lnTo>
                    <a:pt x="0" y="1307097"/>
                  </a:lnTo>
                  <a:lnTo>
                    <a:pt x="0" y="1357370"/>
                  </a:lnTo>
                  <a:lnTo>
                    <a:pt x="0" y="1407643"/>
                  </a:lnTo>
                  <a:close/>
                </a:path>
              </a:pathLst>
            </a:cu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" name="tx9"/>
            <p:cNvSpPr/>
            <p:nvPr/>
          </p:nvSpPr>
          <p:spPr>
            <a:xfrm>
              <a:off x="1523315" y="4012943"/>
              <a:ext cx="201808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</a:t>
              </a:r>
            </a:p>
          </p:txBody>
        </p:sp>
        <p:sp>
          <p:nvSpPr>
            <p:cNvPr id="10" name="tx10"/>
            <p:cNvSpPr/>
            <p:nvPr/>
          </p:nvSpPr>
          <p:spPr>
            <a:xfrm>
              <a:off x="2973244" y="3860549"/>
              <a:ext cx="201808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</a:t>
              </a:r>
            </a:p>
          </p:txBody>
        </p:sp>
        <p:sp>
          <p:nvSpPr>
            <p:cNvPr id="11" name="tx11"/>
            <p:cNvSpPr/>
            <p:nvPr/>
          </p:nvSpPr>
          <p:spPr>
            <a:xfrm>
              <a:off x="526789" y="1997993"/>
              <a:ext cx="1783628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Sesong 2024/25 (N=15)</a:t>
              </a:r>
            </a:p>
          </p:txBody>
        </p:sp>
        <p:sp>
          <p:nvSpPr>
            <p:cNvPr id="12" name="pg12"/>
            <p:cNvSpPr/>
            <p:nvPr/>
          </p:nvSpPr>
          <p:spPr>
            <a:xfrm>
              <a:off x="4536080" y="2517646"/>
              <a:ext cx="1786471" cy="2915746"/>
            </a:xfrm>
            <a:custGeom>
              <a:avLst/>
              <a:pathLst>
                <a:path w="1786471" h="2915746">
                  <a:moveTo>
                    <a:pt x="1457894" y="1457916"/>
                  </a:moveTo>
                  <a:lnTo>
                    <a:pt x="1457894" y="1407643"/>
                  </a:lnTo>
                  <a:lnTo>
                    <a:pt x="1457894" y="1357370"/>
                  </a:lnTo>
                  <a:lnTo>
                    <a:pt x="1457894" y="1307097"/>
                  </a:lnTo>
                  <a:lnTo>
                    <a:pt x="1457894" y="1256824"/>
                  </a:lnTo>
                  <a:lnTo>
                    <a:pt x="1457894" y="1206551"/>
                  </a:lnTo>
                  <a:lnTo>
                    <a:pt x="1457894" y="1156278"/>
                  </a:lnTo>
                  <a:lnTo>
                    <a:pt x="1457894" y="1106005"/>
                  </a:lnTo>
                  <a:lnTo>
                    <a:pt x="1457894" y="1055732"/>
                  </a:lnTo>
                  <a:lnTo>
                    <a:pt x="1457894" y="1005459"/>
                  </a:lnTo>
                  <a:lnTo>
                    <a:pt x="1457894" y="955186"/>
                  </a:lnTo>
                  <a:lnTo>
                    <a:pt x="1457894" y="904913"/>
                  </a:lnTo>
                  <a:lnTo>
                    <a:pt x="1457894" y="854640"/>
                  </a:lnTo>
                  <a:lnTo>
                    <a:pt x="1457894" y="804367"/>
                  </a:lnTo>
                  <a:lnTo>
                    <a:pt x="1457894" y="754094"/>
                  </a:lnTo>
                  <a:lnTo>
                    <a:pt x="1457894" y="703821"/>
                  </a:lnTo>
                  <a:lnTo>
                    <a:pt x="1457894" y="653548"/>
                  </a:lnTo>
                  <a:lnTo>
                    <a:pt x="1457894" y="603275"/>
                  </a:lnTo>
                  <a:lnTo>
                    <a:pt x="1457894" y="553002"/>
                  </a:lnTo>
                  <a:lnTo>
                    <a:pt x="1457894" y="502729"/>
                  </a:lnTo>
                  <a:lnTo>
                    <a:pt x="1457894" y="452456"/>
                  </a:lnTo>
                  <a:lnTo>
                    <a:pt x="1457894" y="402183"/>
                  </a:lnTo>
                  <a:lnTo>
                    <a:pt x="1457894" y="351910"/>
                  </a:lnTo>
                  <a:lnTo>
                    <a:pt x="1457894" y="301637"/>
                  </a:lnTo>
                  <a:lnTo>
                    <a:pt x="1457894" y="251364"/>
                  </a:lnTo>
                  <a:lnTo>
                    <a:pt x="1457894" y="201091"/>
                  </a:lnTo>
                  <a:lnTo>
                    <a:pt x="1457894" y="150818"/>
                  </a:lnTo>
                  <a:lnTo>
                    <a:pt x="1457894" y="100545"/>
                  </a:lnTo>
                  <a:lnTo>
                    <a:pt x="1457894" y="50272"/>
                  </a:lnTo>
                  <a:lnTo>
                    <a:pt x="1457894" y="0"/>
                  </a:lnTo>
                  <a:lnTo>
                    <a:pt x="1408292" y="844"/>
                  </a:lnTo>
                  <a:lnTo>
                    <a:pt x="1358746" y="3375"/>
                  </a:lnTo>
                  <a:lnTo>
                    <a:pt x="1309316" y="7590"/>
                  </a:lnTo>
                  <a:lnTo>
                    <a:pt x="1260058" y="13485"/>
                  </a:lnTo>
                  <a:lnTo>
                    <a:pt x="1211028" y="21052"/>
                  </a:lnTo>
                  <a:lnTo>
                    <a:pt x="1162285" y="30283"/>
                  </a:lnTo>
                  <a:lnTo>
                    <a:pt x="1113884" y="41167"/>
                  </a:lnTo>
                  <a:lnTo>
                    <a:pt x="1065881" y="53692"/>
                  </a:lnTo>
                  <a:lnTo>
                    <a:pt x="1018332" y="67842"/>
                  </a:lnTo>
                  <a:lnTo>
                    <a:pt x="971292" y="83602"/>
                  </a:lnTo>
                  <a:lnTo>
                    <a:pt x="924816" y="100953"/>
                  </a:lnTo>
                  <a:lnTo>
                    <a:pt x="878957" y="119876"/>
                  </a:lnTo>
                  <a:lnTo>
                    <a:pt x="833768" y="140347"/>
                  </a:lnTo>
                  <a:lnTo>
                    <a:pt x="789302" y="162345"/>
                  </a:lnTo>
                  <a:lnTo>
                    <a:pt x="745610" y="185842"/>
                  </a:lnTo>
                  <a:lnTo>
                    <a:pt x="702742" y="210813"/>
                  </a:lnTo>
                  <a:lnTo>
                    <a:pt x="660749" y="237227"/>
                  </a:lnTo>
                  <a:lnTo>
                    <a:pt x="619680" y="265055"/>
                  </a:lnTo>
                  <a:lnTo>
                    <a:pt x="579580" y="294264"/>
                  </a:lnTo>
                  <a:lnTo>
                    <a:pt x="540498" y="324821"/>
                  </a:lnTo>
                  <a:lnTo>
                    <a:pt x="502478" y="356689"/>
                  </a:lnTo>
                  <a:lnTo>
                    <a:pt x="465564" y="389833"/>
                  </a:lnTo>
                  <a:lnTo>
                    <a:pt x="429799" y="424213"/>
                  </a:lnTo>
                  <a:lnTo>
                    <a:pt x="395225" y="459791"/>
                  </a:lnTo>
                  <a:lnTo>
                    <a:pt x="361881" y="496524"/>
                  </a:lnTo>
                  <a:lnTo>
                    <a:pt x="329806" y="534370"/>
                  </a:lnTo>
                  <a:lnTo>
                    <a:pt x="299038" y="573285"/>
                  </a:lnTo>
                  <a:lnTo>
                    <a:pt x="269611" y="613225"/>
                  </a:lnTo>
                  <a:lnTo>
                    <a:pt x="241560" y="654143"/>
                  </a:lnTo>
                  <a:lnTo>
                    <a:pt x="214917" y="695992"/>
                  </a:lnTo>
                  <a:lnTo>
                    <a:pt x="189714" y="738722"/>
                  </a:lnTo>
                  <a:lnTo>
                    <a:pt x="165979" y="782286"/>
                  </a:lnTo>
                  <a:lnTo>
                    <a:pt x="143740" y="826632"/>
                  </a:lnTo>
                  <a:lnTo>
                    <a:pt x="123023" y="871709"/>
                  </a:lnTo>
                  <a:lnTo>
                    <a:pt x="103851" y="917464"/>
                  </a:lnTo>
                  <a:lnTo>
                    <a:pt x="86247" y="963846"/>
                  </a:lnTo>
                  <a:lnTo>
                    <a:pt x="70232" y="1010799"/>
                  </a:lnTo>
                  <a:lnTo>
                    <a:pt x="55823" y="1058270"/>
                  </a:lnTo>
                  <a:lnTo>
                    <a:pt x="43038" y="1106204"/>
                  </a:lnTo>
                  <a:lnTo>
                    <a:pt x="31891" y="1154546"/>
                  </a:lnTo>
                  <a:lnTo>
                    <a:pt x="22395" y="1203238"/>
                  </a:lnTo>
                  <a:lnTo>
                    <a:pt x="14561" y="1252225"/>
                  </a:lnTo>
                  <a:lnTo>
                    <a:pt x="8398" y="1301451"/>
                  </a:lnTo>
                  <a:lnTo>
                    <a:pt x="3914" y="1350858"/>
                  </a:lnTo>
                  <a:lnTo>
                    <a:pt x="1113" y="1400388"/>
                  </a:lnTo>
                  <a:lnTo>
                    <a:pt x="0" y="1449985"/>
                  </a:lnTo>
                  <a:lnTo>
                    <a:pt x="574" y="1499592"/>
                  </a:lnTo>
                  <a:lnTo>
                    <a:pt x="2835" y="1549150"/>
                  </a:lnTo>
                  <a:lnTo>
                    <a:pt x="6782" y="1598603"/>
                  </a:lnTo>
                  <a:lnTo>
                    <a:pt x="12409" y="1647892"/>
                  </a:lnTo>
                  <a:lnTo>
                    <a:pt x="19709" y="1696962"/>
                  </a:lnTo>
                  <a:lnTo>
                    <a:pt x="28675" y="1745755"/>
                  </a:lnTo>
                  <a:lnTo>
                    <a:pt x="39295" y="1794214"/>
                  </a:lnTo>
                  <a:lnTo>
                    <a:pt x="51558" y="1842285"/>
                  </a:lnTo>
                  <a:lnTo>
                    <a:pt x="65450" y="1889910"/>
                  </a:lnTo>
                  <a:lnTo>
                    <a:pt x="80954" y="1937035"/>
                  </a:lnTo>
                  <a:lnTo>
                    <a:pt x="98052" y="1983605"/>
                  </a:lnTo>
                  <a:lnTo>
                    <a:pt x="116725" y="2029566"/>
                  </a:lnTo>
                  <a:lnTo>
                    <a:pt x="136950" y="2074866"/>
                  </a:lnTo>
                  <a:lnTo>
                    <a:pt x="158706" y="2119451"/>
                  </a:lnTo>
                  <a:lnTo>
                    <a:pt x="181965" y="2163270"/>
                  </a:lnTo>
                  <a:lnTo>
                    <a:pt x="206702" y="2206273"/>
                  </a:lnTo>
                  <a:lnTo>
                    <a:pt x="232888" y="2248409"/>
                  </a:lnTo>
                  <a:lnTo>
                    <a:pt x="260492" y="2289629"/>
                  </a:lnTo>
                  <a:lnTo>
                    <a:pt x="289482" y="2329887"/>
                  </a:lnTo>
                  <a:lnTo>
                    <a:pt x="319826" y="2369135"/>
                  </a:lnTo>
                  <a:lnTo>
                    <a:pt x="351487" y="2407328"/>
                  </a:lnTo>
                  <a:lnTo>
                    <a:pt x="384429" y="2444421"/>
                  </a:lnTo>
                  <a:lnTo>
                    <a:pt x="418615" y="2480373"/>
                  </a:lnTo>
                  <a:lnTo>
                    <a:pt x="454003" y="2515140"/>
                  </a:lnTo>
                  <a:lnTo>
                    <a:pt x="490555" y="2548683"/>
                  </a:lnTo>
                  <a:lnTo>
                    <a:pt x="528226" y="2580963"/>
                  </a:lnTo>
                  <a:lnTo>
                    <a:pt x="566973" y="2611943"/>
                  </a:lnTo>
                  <a:lnTo>
                    <a:pt x="606752" y="2641587"/>
                  </a:lnTo>
                  <a:lnTo>
                    <a:pt x="647517" y="2669860"/>
                  </a:lnTo>
                  <a:lnTo>
                    <a:pt x="689220" y="2696730"/>
                  </a:lnTo>
                  <a:lnTo>
                    <a:pt x="731813" y="2722165"/>
                  </a:lnTo>
                  <a:lnTo>
                    <a:pt x="775247" y="2746136"/>
                  </a:lnTo>
                  <a:lnTo>
                    <a:pt x="819471" y="2768616"/>
                  </a:lnTo>
                  <a:lnTo>
                    <a:pt x="864435" y="2789578"/>
                  </a:lnTo>
                  <a:lnTo>
                    <a:pt x="910086" y="2808999"/>
                  </a:lnTo>
                  <a:lnTo>
                    <a:pt x="956371" y="2826855"/>
                  </a:lnTo>
                  <a:lnTo>
                    <a:pt x="1003236" y="2843125"/>
                  </a:lnTo>
                  <a:lnTo>
                    <a:pt x="1050628" y="2857792"/>
                  </a:lnTo>
                  <a:lnTo>
                    <a:pt x="1098492" y="2870838"/>
                  </a:lnTo>
                  <a:lnTo>
                    <a:pt x="1146772" y="2882248"/>
                  </a:lnTo>
                  <a:lnTo>
                    <a:pt x="1195412" y="2892009"/>
                  </a:lnTo>
                  <a:lnTo>
                    <a:pt x="1244356" y="2900109"/>
                  </a:lnTo>
                  <a:lnTo>
                    <a:pt x="1293547" y="2906539"/>
                  </a:lnTo>
                  <a:lnTo>
                    <a:pt x="1342929" y="2911292"/>
                  </a:lnTo>
                  <a:lnTo>
                    <a:pt x="1392443" y="2914362"/>
                  </a:lnTo>
                  <a:lnTo>
                    <a:pt x="1442034" y="2915746"/>
                  </a:lnTo>
                  <a:lnTo>
                    <a:pt x="1491643" y="2915441"/>
                  </a:lnTo>
                  <a:lnTo>
                    <a:pt x="1541212" y="2913449"/>
                  </a:lnTo>
                  <a:lnTo>
                    <a:pt x="1590686" y="2909772"/>
                  </a:lnTo>
                  <a:lnTo>
                    <a:pt x="1640005" y="2904413"/>
                  </a:lnTo>
                  <a:lnTo>
                    <a:pt x="1689114" y="2897380"/>
                  </a:lnTo>
                  <a:lnTo>
                    <a:pt x="1737955" y="2888680"/>
                  </a:lnTo>
                  <a:lnTo>
                    <a:pt x="1786471" y="2878323"/>
                  </a:lnTo>
                  <a:lnTo>
                    <a:pt x="1775141" y="2829343"/>
                  </a:lnTo>
                  <a:lnTo>
                    <a:pt x="1763811" y="2780364"/>
                  </a:lnTo>
                  <a:lnTo>
                    <a:pt x="1752481" y="2731384"/>
                  </a:lnTo>
                  <a:lnTo>
                    <a:pt x="1741150" y="2682405"/>
                  </a:lnTo>
                  <a:lnTo>
                    <a:pt x="1729820" y="2633425"/>
                  </a:lnTo>
                  <a:lnTo>
                    <a:pt x="1718490" y="2584445"/>
                  </a:lnTo>
                  <a:lnTo>
                    <a:pt x="1707160" y="2535466"/>
                  </a:lnTo>
                  <a:lnTo>
                    <a:pt x="1695829" y="2486486"/>
                  </a:lnTo>
                  <a:lnTo>
                    <a:pt x="1684499" y="2437507"/>
                  </a:lnTo>
                  <a:lnTo>
                    <a:pt x="1673169" y="2388527"/>
                  </a:lnTo>
                  <a:lnTo>
                    <a:pt x="1661839" y="2339548"/>
                  </a:lnTo>
                  <a:lnTo>
                    <a:pt x="1650508" y="2290568"/>
                  </a:lnTo>
                  <a:lnTo>
                    <a:pt x="1639178" y="2241589"/>
                  </a:lnTo>
                  <a:lnTo>
                    <a:pt x="1627848" y="2192609"/>
                  </a:lnTo>
                  <a:lnTo>
                    <a:pt x="1616518" y="2143629"/>
                  </a:lnTo>
                  <a:lnTo>
                    <a:pt x="1605187" y="2094650"/>
                  </a:lnTo>
                  <a:lnTo>
                    <a:pt x="1593857" y="2045670"/>
                  </a:lnTo>
                  <a:lnTo>
                    <a:pt x="1582527" y="1996691"/>
                  </a:lnTo>
                  <a:lnTo>
                    <a:pt x="1571197" y="1947711"/>
                  </a:lnTo>
                  <a:lnTo>
                    <a:pt x="1559866" y="1898732"/>
                  </a:lnTo>
                  <a:lnTo>
                    <a:pt x="1548536" y="1849752"/>
                  </a:lnTo>
                  <a:lnTo>
                    <a:pt x="1537206" y="1800773"/>
                  </a:lnTo>
                  <a:lnTo>
                    <a:pt x="1525876" y="1751793"/>
                  </a:lnTo>
                  <a:lnTo>
                    <a:pt x="1514545" y="1702813"/>
                  </a:lnTo>
                  <a:lnTo>
                    <a:pt x="1503215" y="1653834"/>
                  </a:lnTo>
                  <a:lnTo>
                    <a:pt x="1491885" y="1604854"/>
                  </a:lnTo>
                  <a:lnTo>
                    <a:pt x="1480555" y="1555875"/>
                  </a:lnTo>
                  <a:lnTo>
                    <a:pt x="1469224" y="1506895"/>
                  </a:lnTo>
                  <a:close/>
                </a:path>
              </a:pathLst>
            </a:cu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" name="pg13"/>
            <p:cNvSpPr/>
            <p:nvPr/>
          </p:nvSpPr>
          <p:spPr>
            <a:xfrm>
              <a:off x="5993974" y="2517808"/>
              <a:ext cx="1457789" cy="2878161"/>
            </a:xfrm>
            <a:custGeom>
              <a:avLst/>
              <a:pathLst>
                <a:path w="1457789" h="2878161">
                  <a:moveTo>
                    <a:pt x="0" y="1457754"/>
                  </a:moveTo>
                  <a:lnTo>
                    <a:pt x="11330" y="1506733"/>
                  </a:lnTo>
                  <a:lnTo>
                    <a:pt x="22660" y="1555713"/>
                  </a:lnTo>
                  <a:lnTo>
                    <a:pt x="33990" y="1604692"/>
                  </a:lnTo>
                  <a:lnTo>
                    <a:pt x="45321" y="1653672"/>
                  </a:lnTo>
                  <a:lnTo>
                    <a:pt x="56651" y="1702651"/>
                  </a:lnTo>
                  <a:lnTo>
                    <a:pt x="67981" y="1751631"/>
                  </a:lnTo>
                  <a:lnTo>
                    <a:pt x="79311" y="1800611"/>
                  </a:lnTo>
                  <a:lnTo>
                    <a:pt x="90642" y="1849590"/>
                  </a:lnTo>
                  <a:lnTo>
                    <a:pt x="101972" y="1898570"/>
                  </a:lnTo>
                  <a:lnTo>
                    <a:pt x="113302" y="1947549"/>
                  </a:lnTo>
                  <a:lnTo>
                    <a:pt x="124632" y="1996529"/>
                  </a:lnTo>
                  <a:lnTo>
                    <a:pt x="135963" y="2045508"/>
                  </a:lnTo>
                  <a:lnTo>
                    <a:pt x="147293" y="2094488"/>
                  </a:lnTo>
                  <a:lnTo>
                    <a:pt x="158623" y="2143467"/>
                  </a:lnTo>
                  <a:lnTo>
                    <a:pt x="169953" y="2192447"/>
                  </a:lnTo>
                  <a:lnTo>
                    <a:pt x="181284" y="2241427"/>
                  </a:lnTo>
                  <a:lnTo>
                    <a:pt x="192614" y="2290406"/>
                  </a:lnTo>
                  <a:lnTo>
                    <a:pt x="203944" y="2339386"/>
                  </a:lnTo>
                  <a:lnTo>
                    <a:pt x="215274" y="2388365"/>
                  </a:lnTo>
                  <a:lnTo>
                    <a:pt x="226605" y="2437345"/>
                  </a:lnTo>
                  <a:lnTo>
                    <a:pt x="237935" y="2486324"/>
                  </a:lnTo>
                  <a:lnTo>
                    <a:pt x="249265" y="2535304"/>
                  </a:lnTo>
                  <a:lnTo>
                    <a:pt x="260595" y="2584283"/>
                  </a:lnTo>
                  <a:lnTo>
                    <a:pt x="271926" y="2633263"/>
                  </a:lnTo>
                  <a:lnTo>
                    <a:pt x="283256" y="2682243"/>
                  </a:lnTo>
                  <a:lnTo>
                    <a:pt x="294586" y="2731222"/>
                  </a:lnTo>
                  <a:lnTo>
                    <a:pt x="305916" y="2780202"/>
                  </a:lnTo>
                  <a:lnTo>
                    <a:pt x="317247" y="2829181"/>
                  </a:lnTo>
                  <a:lnTo>
                    <a:pt x="328577" y="2878161"/>
                  </a:lnTo>
                  <a:lnTo>
                    <a:pt x="376827" y="2866129"/>
                  </a:lnTo>
                  <a:lnTo>
                    <a:pt x="424638" y="2852459"/>
                  </a:lnTo>
                  <a:lnTo>
                    <a:pt x="471955" y="2837166"/>
                  </a:lnTo>
                  <a:lnTo>
                    <a:pt x="518723" y="2820268"/>
                  </a:lnTo>
                  <a:lnTo>
                    <a:pt x="564888" y="2801785"/>
                  </a:lnTo>
                  <a:lnTo>
                    <a:pt x="610396" y="2781739"/>
                  </a:lnTo>
                  <a:lnTo>
                    <a:pt x="655193" y="2760152"/>
                  </a:lnTo>
                  <a:lnTo>
                    <a:pt x="699228" y="2737050"/>
                  </a:lnTo>
                  <a:lnTo>
                    <a:pt x="742450" y="2712460"/>
                  </a:lnTo>
                  <a:lnTo>
                    <a:pt x="784808" y="2686410"/>
                  </a:lnTo>
                  <a:lnTo>
                    <a:pt x="826253" y="2658930"/>
                  </a:lnTo>
                  <a:lnTo>
                    <a:pt x="866737" y="2630053"/>
                  </a:lnTo>
                  <a:lnTo>
                    <a:pt x="906212" y="2599813"/>
                  </a:lnTo>
                  <a:lnTo>
                    <a:pt x="944633" y="2568243"/>
                  </a:lnTo>
                  <a:lnTo>
                    <a:pt x="981955" y="2535382"/>
                  </a:lnTo>
                  <a:lnTo>
                    <a:pt x="1018135" y="2501267"/>
                  </a:lnTo>
                  <a:lnTo>
                    <a:pt x="1053130" y="2465938"/>
                  </a:lnTo>
                  <a:lnTo>
                    <a:pt x="1086900" y="2429436"/>
                  </a:lnTo>
                  <a:lnTo>
                    <a:pt x="1119405" y="2391804"/>
                  </a:lnTo>
                  <a:lnTo>
                    <a:pt x="1150609" y="2353085"/>
                  </a:lnTo>
                  <a:lnTo>
                    <a:pt x="1180473" y="2313324"/>
                  </a:lnTo>
                  <a:lnTo>
                    <a:pt x="1208965" y="2272568"/>
                  </a:lnTo>
                  <a:lnTo>
                    <a:pt x="1236049" y="2230865"/>
                  </a:lnTo>
                  <a:lnTo>
                    <a:pt x="1261696" y="2188261"/>
                  </a:lnTo>
                  <a:lnTo>
                    <a:pt x="1285875" y="2144808"/>
                  </a:lnTo>
                  <a:lnTo>
                    <a:pt x="1308558" y="2100556"/>
                  </a:lnTo>
                  <a:lnTo>
                    <a:pt x="1329719" y="2055555"/>
                  </a:lnTo>
                  <a:lnTo>
                    <a:pt x="1349332" y="2009859"/>
                  </a:lnTo>
                  <a:lnTo>
                    <a:pt x="1367376" y="1963521"/>
                  </a:lnTo>
                  <a:lnTo>
                    <a:pt x="1383829" y="1916595"/>
                  </a:lnTo>
                  <a:lnTo>
                    <a:pt x="1398672" y="1869134"/>
                  </a:lnTo>
                  <a:lnTo>
                    <a:pt x="1411888" y="1821196"/>
                  </a:lnTo>
                  <a:lnTo>
                    <a:pt x="1423461" y="1772834"/>
                  </a:lnTo>
                  <a:lnTo>
                    <a:pt x="1433379" y="1724106"/>
                  </a:lnTo>
                  <a:lnTo>
                    <a:pt x="1441629" y="1675067"/>
                  </a:lnTo>
                  <a:lnTo>
                    <a:pt x="1448201" y="1625776"/>
                  </a:lnTo>
                  <a:lnTo>
                    <a:pt x="1453089" y="1576290"/>
                  </a:lnTo>
                  <a:lnTo>
                    <a:pt x="1456286" y="1526666"/>
                  </a:lnTo>
                  <a:lnTo>
                    <a:pt x="1457789" y="1476961"/>
                  </a:lnTo>
                  <a:lnTo>
                    <a:pt x="1457596" y="1427234"/>
                  </a:lnTo>
                  <a:lnTo>
                    <a:pt x="1455707" y="1377543"/>
                  </a:lnTo>
                  <a:lnTo>
                    <a:pt x="1452125" y="1327945"/>
                  </a:lnTo>
                  <a:lnTo>
                    <a:pt x="1446854" y="1278498"/>
                  </a:lnTo>
                  <a:lnTo>
                    <a:pt x="1439899" y="1229259"/>
                  </a:lnTo>
                  <a:lnTo>
                    <a:pt x="1431269" y="1180287"/>
                  </a:lnTo>
                  <a:lnTo>
                    <a:pt x="1420974" y="1131637"/>
                  </a:lnTo>
                  <a:lnTo>
                    <a:pt x="1409025" y="1083366"/>
                  </a:lnTo>
                  <a:lnTo>
                    <a:pt x="1395438" y="1035531"/>
                  </a:lnTo>
                  <a:lnTo>
                    <a:pt x="1380227" y="988188"/>
                  </a:lnTo>
                  <a:lnTo>
                    <a:pt x="1363410" y="941390"/>
                  </a:lnTo>
                  <a:lnTo>
                    <a:pt x="1345007" y="895194"/>
                  </a:lnTo>
                  <a:lnTo>
                    <a:pt x="1325040" y="849651"/>
                  </a:lnTo>
                  <a:lnTo>
                    <a:pt x="1303530" y="804817"/>
                  </a:lnTo>
                  <a:lnTo>
                    <a:pt x="1280505" y="760741"/>
                  </a:lnTo>
                  <a:lnTo>
                    <a:pt x="1255989" y="717477"/>
                  </a:lnTo>
                  <a:lnTo>
                    <a:pt x="1230013" y="675074"/>
                  </a:lnTo>
                  <a:lnTo>
                    <a:pt x="1202605" y="633582"/>
                  </a:lnTo>
                  <a:lnTo>
                    <a:pt x="1173798" y="593048"/>
                  </a:lnTo>
                  <a:lnTo>
                    <a:pt x="1143626" y="553520"/>
                  </a:lnTo>
                  <a:lnTo>
                    <a:pt x="1112123" y="515045"/>
                  </a:lnTo>
                  <a:lnTo>
                    <a:pt x="1079327" y="477666"/>
                  </a:lnTo>
                  <a:lnTo>
                    <a:pt x="1045275" y="441427"/>
                  </a:lnTo>
                  <a:lnTo>
                    <a:pt x="1010006" y="406371"/>
                  </a:lnTo>
                  <a:lnTo>
                    <a:pt x="973563" y="372538"/>
                  </a:lnTo>
                  <a:lnTo>
                    <a:pt x="935987" y="339967"/>
                  </a:lnTo>
                  <a:lnTo>
                    <a:pt x="897322" y="308697"/>
                  </a:lnTo>
                  <a:lnTo>
                    <a:pt x="857613" y="278763"/>
                  </a:lnTo>
                  <a:lnTo>
                    <a:pt x="816907" y="250202"/>
                  </a:lnTo>
                  <a:lnTo>
                    <a:pt x="775250" y="223045"/>
                  </a:lnTo>
                  <a:lnTo>
                    <a:pt x="732691" y="197324"/>
                  </a:lnTo>
                  <a:lnTo>
                    <a:pt x="689280" y="173070"/>
                  </a:lnTo>
                  <a:lnTo>
                    <a:pt x="645067" y="150310"/>
                  </a:lnTo>
                  <a:lnTo>
                    <a:pt x="600103" y="129072"/>
                  </a:lnTo>
                  <a:lnTo>
                    <a:pt x="554441" y="109379"/>
                  </a:lnTo>
                  <a:lnTo>
                    <a:pt x="508134" y="91255"/>
                  </a:lnTo>
                  <a:lnTo>
                    <a:pt x="461236" y="74721"/>
                  </a:lnTo>
                  <a:lnTo>
                    <a:pt x="413802" y="59795"/>
                  </a:lnTo>
                  <a:lnTo>
                    <a:pt x="365886" y="46497"/>
                  </a:lnTo>
                  <a:lnTo>
                    <a:pt x="317544" y="34839"/>
                  </a:lnTo>
                  <a:lnTo>
                    <a:pt x="268833" y="24838"/>
                  </a:lnTo>
                  <a:lnTo>
                    <a:pt x="219810" y="16503"/>
                  </a:lnTo>
                  <a:lnTo>
                    <a:pt x="170530" y="9845"/>
                  </a:lnTo>
                  <a:lnTo>
                    <a:pt x="121052" y="4872"/>
                  </a:lnTo>
                  <a:lnTo>
                    <a:pt x="71433" y="1589"/>
                  </a:lnTo>
                  <a:lnTo>
                    <a:pt x="21731" y="0"/>
                  </a:lnTo>
                  <a:lnTo>
                    <a:pt x="20982" y="50267"/>
                  </a:lnTo>
                  <a:lnTo>
                    <a:pt x="20233" y="100534"/>
                  </a:lnTo>
                  <a:lnTo>
                    <a:pt x="19483" y="150802"/>
                  </a:lnTo>
                  <a:lnTo>
                    <a:pt x="18734" y="201069"/>
                  </a:lnTo>
                  <a:lnTo>
                    <a:pt x="17985" y="251336"/>
                  </a:lnTo>
                  <a:lnTo>
                    <a:pt x="17235" y="301604"/>
                  </a:lnTo>
                  <a:lnTo>
                    <a:pt x="16486" y="351871"/>
                  </a:lnTo>
                  <a:lnTo>
                    <a:pt x="15736" y="402139"/>
                  </a:lnTo>
                  <a:lnTo>
                    <a:pt x="14987" y="452406"/>
                  </a:lnTo>
                  <a:lnTo>
                    <a:pt x="14238" y="502673"/>
                  </a:lnTo>
                  <a:lnTo>
                    <a:pt x="13488" y="552941"/>
                  </a:lnTo>
                  <a:lnTo>
                    <a:pt x="12739" y="603208"/>
                  </a:lnTo>
                  <a:lnTo>
                    <a:pt x="11990" y="653476"/>
                  </a:lnTo>
                  <a:lnTo>
                    <a:pt x="11240" y="703743"/>
                  </a:lnTo>
                  <a:lnTo>
                    <a:pt x="10491" y="754010"/>
                  </a:lnTo>
                  <a:lnTo>
                    <a:pt x="9741" y="804278"/>
                  </a:lnTo>
                  <a:lnTo>
                    <a:pt x="8992" y="854545"/>
                  </a:lnTo>
                  <a:lnTo>
                    <a:pt x="8243" y="904812"/>
                  </a:lnTo>
                  <a:lnTo>
                    <a:pt x="7493" y="955080"/>
                  </a:lnTo>
                  <a:lnTo>
                    <a:pt x="6744" y="1005347"/>
                  </a:lnTo>
                  <a:lnTo>
                    <a:pt x="5995" y="1055615"/>
                  </a:lnTo>
                  <a:lnTo>
                    <a:pt x="5245" y="1105882"/>
                  </a:lnTo>
                  <a:lnTo>
                    <a:pt x="4496" y="1156149"/>
                  </a:lnTo>
                  <a:lnTo>
                    <a:pt x="3746" y="1206417"/>
                  </a:lnTo>
                  <a:lnTo>
                    <a:pt x="2997" y="1256684"/>
                  </a:lnTo>
                  <a:lnTo>
                    <a:pt x="2248" y="1306952"/>
                  </a:lnTo>
                  <a:lnTo>
                    <a:pt x="1498" y="1357219"/>
                  </a:lnTo>
                  <a:lnTo>
                    <a:pt x="749" y="1407486"/>
                  </a:lnTo>
                  <a:close/>
                </a:path>
              </a:pathLst>
            </a:cu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" name="pg14"/>
            <p:cNvSpPr/>
            <p:nvPr/>
          </p:nvSpPr>
          <p:spPr>
            <a:xfrm>
              <a:off x="5993974" y="2517646"/>
              <a:ext cx="21731" cy="1457916"/>
            </a:xfrm>
            <a:custGeom>
              <a:avLst/>
              <a:pathLst>
                <a:path w="21731" h="1457916">
                  <a:moveTo>
                    <a:pt x="0" y="1457916"/>
                  </a:moveTo>
                  <a:lnTo>
                    <a:pt x="749" y="1407648"/>
                  </a:lnTo>
                  <a:lnTo>
                    <a:pt x="1498" y="1357381"/>
                  </a:lnTo>
                  <a:lnTo>
                    <a:pt x="2248" y="1307114"/>
                  </a:lnTo>
                  <a:lnTo>
                    <a:pt x="2997" y="1256846"/>
                  </a:lnTo>
                  <a:lnTo>
                    <a:pt x="3746" y="1206579"/>
                  </a:lnTo>
                  <a:lnTo>
                    <a:pt x="4496" y="1156311"/>
                  </a:lnTo>
                  <a:lnTo>
                    <a:pt x="5245" y="1106044"/>
                  </a:lnTo>
                  <a:lnTo>
                    <a:pt x="5995" y="1055777"/>
                  </a:lnTo>
                  <a:lnTo>
                    <a:pt x="6744" y="1005509"/>
                  </a:lnTo>
                  <a:lnTo>
                    <a:pt x="7493" y="955242"/>
                  </a:lnTo>
                  <a:lnTo>
                    <a:pt x="8243" y="904974"/>
                  </a:lnTo>
                  <a:lnTo>
                    <a:pt x="8992" y="854707"/>
                  </a:lnTo>
                  <a:lnTo>
                    <a:pt x="9741" y="804440"/>
                  </a:lnTo>
                  <a:lnTo>
                    <a:pt x="10491" y="754172"/>
                  </a:lnTo>
                  <a:lnTo>
                    <a:pt x="11240" y="703905"/>
                  </a:lnTo>
                  <a:lnTo>
                    <a:pt x="11990" y="653637"/>
                  </a:lnTo>
                  <a:lnTo>
                    <a:pt x="12739" y="603370"/>
                  </a:lnTo>
                  <a:lnTo>
                    <a:pt x="13488" y="553103"/>
                  </a:lnTo>
                  <a:lnTo>
                    <a:pt x="14238" y="502835"/>
                  </a:lnTo>
                  <a:lnTo>
                    <a:pt x="14987" y="452568"/>
                  </a:lnTo>
                  <a:lnTo>
                    <a:pt x="15736" y="402301"/>
                  </a:lnTo>
                  <a:lnTo>
                    <a:pt x="16486" y="352033"/>
                  </a:lnTo>
                  <a:lnTo>
                    <a:pt x="17235" y="301766"/>
                  </a:lnTo>
                  <a:lnTo>
                    <a:pt x="17985" y="251498"/>
                  </a:lnTo>
                  <a:lnTo>
                    <a:pt x="18734" y="201231"/>
                  </a:lnTo>
                  <a:lnTo>
                    <a:pt x="19483" y="150964"/>
                  </a:lnTo>
                  <a:lnTo>
                    <a:pt x="20233" y="100696"/>
                  </a:lnTo>
                  <a:lnTo>
                    <a:pt x="20982" y="50429"/>
                  </a:lnTo>
                  <a:lnTo>
                    <a:pt x="21731" y="161"/>
                  </a:lnTo>
                  <a:lnTo>
                    <a:pt x="0" y="0"/>
                  </a:lnTo>
                  <a:lnTo>
                    <a:pt x="0" y="50272"/>
                  </a:lnTo>
                  <a:lnTo>
                    <a:pt x="0" y="100545"/>
                  </a:lnTo>
                  <a:lnTo>
                    <a:pt x="0" y="150818"/>
                  </a:lnTo>
                  <a:lnTo>
                    <a:pt x="0" y="201091"/>
                  </a:lnTo>
                  <a:lnTo>
                    <a:pt x="0" y="251364"/>
                  </a:lnTo>
                  <a:lnTo>
                    <a:pt x="0" y="301637"/>
                  </a:lnTo>
                  <a:lnTo>
                    <a:pt x="0" y="351910"/>
                  </a:lnTo>
                  <a:lnTo>
                    <a:pt x="0" y="402183"/>
                  </a:lnTo>
                  <a:lnTo>
                    <a:pt x="0" y="452456"/>
                  </a:lnTo>
                  <a:lnTo>
                    <a:pt x="0" y="502729"/>
                  </a:lnTo>
                  <a:lnTo>
                    <a:pt x="0" y="553002"/>
                  </a:lnTo>
                  <a:lnTo>
                    <a:pt x="0" y="603275"/>
                  </a:lnTo>
                  <a:lnTo>
                    <a:pt x="0" y="653548"/>
                  </a:lnTo>
                  <a:lnTo>
                    <a:pt x="0" y="703821"/>
                  </a:lnTo>
                  <a:lnTo>
                    <a:pt x="0" y="754094"/>
                  </a:lnTo>
                  <a:lnTo>
                    <a:pt x="0" y="804367"/>
                  </a:lnTo>
                  <a:lnTo>
                    <a:pt x="0" y="854640"/>
                  </a:lnTo>
                  <a:lnTo>
                    <a:pt x="0" y="904913"/>
                  </a:lnTo>
                  <a:lnTo>
                    <a:pt x="0" y="955186"/>
                  </a:lnTo>
                  <a:lnTo>
                    <a:pt x="0" y="1005459"/>
                  </a:lnTo>
                  <a:lnTo>
                    <a:pt x="0" y="1055732"/>
                  </a:lnTo>
                  <a:lnTo>
                    <a:pt x="0" y="1106005"/>
                  </a:lnTo>
                  <a:lnTo>
                    <a:pt x="0" y="1156278"/>
                  </a:lnTo>
                  <a:lnTo>
                    <a:pt x="0" y="1206551"/>
                  </a:lnTo>
                  <a:lnTo>
                    <a:pt x="0" y="1256824"/>
                  </a:lnTo>
                  <a:lnTo>
                    <a:pt x="0" y="1307097"/>
                  </a:lnTo>
                  <a:lnTo>
                    <a:pt x="0" y="1357370"/>
                  </a:lnTo>
                  <a:lnTo>
                    <a:pt x="0" y="1407643"/>
                  </a:lnTo>
                  <a:close/>
                </a:path>
              </a:pathLst>
            </a:cu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" name="tx15"/>
            <p:cNvSpPr/>
            <p:nvPr/>
          </p:nvSpPr>
          <p:spPr>
            <a:xfrm>
              <a:off x="5108557" y="4019424"/>
              <a:ext cx="32232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N=452</a:t>
              </a:r>
            </a:p>
          </p:txBody>
        </p:sp>
        <p:sp>
          <p:nvSpPr>
            <p:cNvPr id="16" name="tx16"/>
            <p:cNvSpPr/>
            <p:nvPr/>
          </p:nvSpPr>
          <p:spPr>
            <a:xfrm>
              <a:off x="6557662" y="3859469"/>
              <a:ext cx="32232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N=389</a:t>
              </a:r>
            </a:p>
          </p:txBody>
        </p:sp>
        <p:sp>
          <p:nvSpPr>
            <p:cNvPr id="17" name="tx17"/>
            <p:cNvSpPr/>
            <p:nvPr/>
          </p:nvSpPr>
          <p:spPr>
            <a:xfrm>
              <a:off x="5898503" y="3207808"/>
              <a:ext cx="201808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</a:t>
              </a:r>
            </a:p>
          </p:txBody>
        </p:sp>
        <p:sp>
          <p:nvSpPr>
            <p:cNvPr id="18" name="tx18"/>
            <p:cNvSpPr/>
            <p:nvPr/>
          </p:nvSpPr>
          <p:spPr>
            <a:xfrm>
              <a:off x="4171579" y="1997993"/>
              <a:ext cx="1876806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Sesong 2025/26 (N=843)</a:t>
              </a:r>
            </a:p>
          </p:txBody>
        </p:sp>
        <p:sp>
          <p:nvSpPr>
            <p:cNvPr id="19" name="tx19"/>
            <p:cNvSpPr/>
            <p:nvPr/>
          </p:nvSpPr>
          <p:spPr>
            <a:xfrm>
              <a:off x="7955547" y="3063259"/>
              <a:ext cx="36493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Kjønn</a:t>
              </a:r>
            </a:p>
          </p:txBody>
        </p:sp>
        <p:sp>
          <p:nvSpPr>
            <p:cNvPr id="20" name="rc20"/>
            <p:cNvSpPr/>
            <p:nvPr/>
          </p:nvSpPr>
          <p:spPr>
            <a:xfrm>
              <a:off x="7964547" y="3256605"/>
              <a:ext cx="201455" cy="20145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7964547" y="3476061"/>
              <a:ext cx="201455" cy="20145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tx22"/>
            <p:cNvSpPr/>
            <p:nvPr/>
          </p:nvSpPr>
          <p:spPr>
            <a:xfrm>
              <a:off x="8244592" y="3317328"/>
              <a:ext cx="37261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Female</a:t>
              </a:r>
            </a:p>
          </p:txBody>
        </p:sp>
        <p:sp>
          <p:nvSpPr>
            <p:cNvPr id="23" name="tx23"/>
            <p:cNvSpPr/>
            <p:nvPr/>
          </p:nvSpPr>
          <p:spPr>
            <a:xfrm>
              <a:off x="8244592" y="3536784"/>
              <a:ext cx="24222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Male</a:t>
              </a:r>
            </a:p>
          </p:txBody>
        </p:sp>
        <p:sp>
          <p:nvSpPr>
            <p:cNvPr id="24" name="tx24"/>
            <p:cNvSpPr/>
            <p:nvPr/>
          </p:nvSpPr>
          <p:spPr>
            <a:xfrm>
              <a:off x="8244592" y="3756240"/>
              <a:ext cx="316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25" name="tx25"/>
            <p:cNvSpPr/>
            <p:nvPr/>
          </p:nvSpPr>
          <p:spPr>
            <a:xfrm>
              <a:off x="7955547" y="4059873"/>
              <a:ext cx="36493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Kjønn</a:t>
              </a:r>
            </a:p>
          </p:txBody>
        </p:sp>
        <p:sp>
          <p:nvSpPr>
            <p:cNvPr id="26" name="rc26"/>
            <p:cNvSpPr/>
            <p:nvPr/>
          </p:nvSpPr>
          <p:spPr>
            <a:xfrm>
              <a:off x="7964547" y="4253219"/>
              <a:ext cx="201455" cy="20145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7964547" y="4472675"/>
              <a:ext cx="201455" cy="20145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7964547" y="4692131"/>
              <a:ext cx="201455" cy="20145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tx29"/>
            <p:cNvSpPr/>
            <p:nvPr/>
          </p:nvSpPr>
          <p:spPr>
            <a:xfrm>
              <a:off x="8244592" y="4313942"/>
              <a:ext cx="37261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Female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8244592" y="4533398"/>
              <a:ext cx="24222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Male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8244592" y="4752854"/>
              <a:ext cx="316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</p:grpSp>
      <p:sp>
        <p:nvSpPr>
          <p:cNvPr id="3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Kjønn: Sesong 2024/25 vs Sesong 2025/26 (kakediagram)</a:t>
            </a: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40230" y="3466640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40230" y="3113836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40230" y="2761032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40230" y="2408229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40230" y="3643042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40230" y="3290238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40230" y="2937434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40230" y="2584630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40230" y="2231827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01138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02653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504167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105682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3707196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308711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4910225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511739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6113254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6714768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7316283" y="210940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2835000" y="3551313"/>
              <a:ext cx="541362" cy="49392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2835000" y="3600705"/>
              <a:ext cx="541362" cy="4233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6444087" y="3635986"/>
              <a:ext cx="541362" cy="705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7045601" y="3635986"/>
              <a:ext cx="541362" cy="70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940230" y="5357750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940230" y="5004946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940230" y="4652142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940230" y="4299339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940230" y="5534152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940230" y="5181348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940230" y="4828544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940230" y="4475740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940230" y="4122937"/>
              <a:ext cx="6736961" cy="0"/>
            </a:xfrm>
            <a:custGeom>
              <a:avLst/>
              <a:pathLst>
                <a:path w="6736961" h="0">
                  <a:moveTo>
                    <a:pt x="0" y="0"/>
                  </a:moveTo>
                  <a:lnTo>
                    <a:pt x="6736961" y="0"/>
                  </a:lnTo>
                  <a:lnTo>
                    <a:pt x="673696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1301138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1902653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2504167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3105682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3707196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308711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910225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5511739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6113254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6714768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7316283" y="4000514"/>
              <a:ext cx="0" cy="1606668"/>
            </a:xfrm>
            <a:custGeom>
              <a:avLst/>
              <a:pathLst>
                <a:path w="0" h="1606668">
                  <a:moveTo>
                    <a:pt x="0" y="160666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1030457" y="5033170"/>
              <a:ext cx="541362" cy="3104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1030457" y="5343638"/>
              <a:ext cx="541362" cy="18345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1030457" y="5527096"/>
              <a:ext cx="541362" cy="705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1631971" y="4856769"/>
              <a:ext cx="541362" cy="35985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1631971" y="5216628"/>
              <a:ext cx="541362" cy="31752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2233486" y="4073544"/>
              <a:ext cx="541362" cy="73383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2233486" y="4807376"/>
              <a:ext cx="541362" cy="72677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2835000" y="5075507"/>
              <a:ext cx="541362" cy="3104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2835000" y="5385974"/>
              <a:ext cx="541362" cy="14817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3436515" y="4645086"/>
              <a:ext cx="541362" cy="42336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3436515" y="5068451"/>
              <a:ext cx="541362" cy="46570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4038029" y="5287189"/>
              <a:ext cx="541362" cy="10584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4038029" y="5393030"/>
              <a:ext cx="541362" cy="14112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4639543" y="4680367"/>
              <a:ext cx="541362" cy="45864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4639543" y="5139012"/>
              <a:ext cx="541362" cy="39514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5241058" y="4934385"/>
              <a:ext cx="541362" cy="33869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5241058" y="5273077"/>
              <a:ext cx="541362" cy="26107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5842572" y="5393030"/>
              <a:ext cx="541362" cy="7056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5842572" y="5463591"/>
              <a:ext cx="541362" cy="6350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842572" y="5527096"/>
              <a:ext cx="541362" cy="705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7045601" y="5414198"/>
              <a:ext cx="541362" cy="7761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7045601" y="5491815"/>
              <a:ext cx="541362" cy="4233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tx71"/>
            <p:cNvSpPr/>
            <p:nvPr/>
          </p:nvSpPr>
          <p:spPr>
            <a:xfrm>
              <a:off x="3963707" y="3853082"/>
              <a:ext cx="69000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Season25_26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3963707" y="1961973"/>
              <a:ext cx="69000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Season24_25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1159670" y="5728410"/>
              <a:ext cx="19888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1782492" y="5719585"/>
              <a:ext cx="17391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Oct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2362855" y="5728346"/>
              <a:ext cx="19869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2964369" y="5728346"/>
              <a:ext cx="19869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Dec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3581650" y="5721815"/>
              <a:ext cx="18022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4172627" y="5726180"/>
              <a:ext cx="19257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4774220" y="5726147"/>
              <a:ext cx="192481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5391578" y="5719585"/>
              <a:ext cx="17391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5961327" y="5732743"/>
              <a:ext cx="21113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May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6621144" y="5708593"/>
              <a:ext cx="14282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Jul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7174814" y="5728410"/>
              <a:ext cx="19888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815421" y="3603037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753241" y="325023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691062" y="2897429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691062" y="2544625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150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691062" y="2191822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815421" y="5494147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753241" y="514134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691062" y="4788539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691062" y="4435735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150</a:t>
              </a:r>
            </a:p>
          </p:txBody>
        </p:sp>
        <p:sp>
          <p:nvSpPr>
            <p:cNvPr id="93" name="tx93"/>
            <p:cNvSpPr/>
            <p:nvPr/>
          </p:nvSpPr>
          <p:spPr>
            <a:xfrm>
              <a:off x="691062" y="4082932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94" name="tx94"/>
            <p:cNvSpPr/>
            <p:nvPr/>
          </p:nvSpPr>
          <p:spPr>
            <a:xfrm>
              <a:off x="3815392" y="5927094"/>
              <a:ext cx="98663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 i sesong</a:t>
              </a:r>
            </a:p>
          </p:txBody>
        </p:sp>
        <p:sp>
          <p:nvSpPr>
            <p:cNvPr id="95" name="tx95"/>
            <p:cNvSpPr/>
            <p:nvPr/>
          </p:nvSpPr>
          <p:spPr>
            <a:xfrm rot="-5400000">
              <a:off x="297228" y="3808275"/>
              <a:ext cx="5591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7885958" y="3444297"/>
              <a:ext cx="36493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Kjønn</a:t>
              </a:r>
            </a:p>
          </p:txBody>
        </p:sp>
        <p:sp>
          <p:nvSpPr>
            <p:cNvPr id="97" name="rc97"/>
            <p:cNvSpPr/>
            <p:nvPr/>
          </p:nvSpPr>
          <p:spPr>
            <a:xfrm>
              <a:off x="7894958" y="3637643"/>
              <a:ext cx="201455" cy="2014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7894958" y="3857099"/>
              <a:ext cx="201455" cy="20145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rc99"/>
            <p:cNvSpPr/>
            <p:nvPr/>
          </p:nvSpPr>
          <p:spPr>
            <a:xfrm>
              <a:off x="7894958" y="4076555"/>
              <a:ext cx="201455" cy="2014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tx100"/>
            <p:cNvSpPr/>
            <p:nvPr/>
          </p:nvSpPr>
          <p:spPr>
            <a:xfrm>
              <a:off x="8175003" y="3698366"/>
              <a:ext cx="37261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Female</a:t>
              </a:r>
            </a:p>
          </p:txBody>
        </p:sp>
        <p:sp>
          <p:nvSpPr>
            <p:cNvPr id="101" name="tx101"/>
            <p:cNvSpPr/>
            <p:nvPr/>
          </p:nvSpPr>
          <p:spPr>
            <a:xfrm>
              <a:off x="8175003" y="3917822"/>
              <a:ext cx="24222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Male</a:t>
              </a:r>
            </a:p>
          </p:txBody>
        </p:sp>
        <p:sp>
          <p:nvSpPr>
            <p:cNvPr id="102" name="tx102"/>
            <p:cNvSpPr/>
            <p:nvPr/>
          </p:nvSpPr>
          <p:spPr>
            <a:xfrm>
              <a:off x="8175003" y="4137278"/>
              <a:ext cx="3167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103" name="tx103"/>
            <p:cNvSpPr/>
            <p:nvPr/>
          </p:nvSpPr>
          <p:spPr>
            <a:xfrm>
              <a:off x="940230" y="1669789"/>
              <a:ext cx="3547963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Kjønn per måned: nåværende vs forrige sesong</a:t>
              </a:r>
            </a:p>
          </p:txBody>
        </p:sp>
      </p:grpSp>
      <p:sp>
        <p:nvSpPr>
          <p:cNvPr id="10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Kjønn per måned: sesongsammenligning</a:t>
            </a: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901197"/>
              <a:ext cx="8229600" cy="392396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970786"/>
              <a:ext cx="3560027" cy="3784789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086816" y="1970786"/>
              <a:ext cx="4530394" cy="3784789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7" name="pg7"/>
            <p:cNvSpPr/>
            <p:nvPr/>
          </p:nvSpPr>
          <p:spPr>
            <a:xfrm>
              <a:off x="1727605" y="2551552"/>
              <a:ext cx="579197" cy="1424010"/>
            </a:xfrm>
            <a:custGeom>
              <a:avLst/>
              <a:pathLst>
                <a:path w="579197" h="1424010">
                  <a:moveTo>
                    <a:pt x="579197" y="1424010"/>
                  </a:moveTo>
                  <a:lnTo>
                    <a:pt x="579197" y="1374907"/>
                  </a:lnTo>
                  <a:lnTo>
                    <a:pt x="579197" y="1325803"/>
                  </a:lnTo>
                  <a:lnTo>
                    <a:pt x="579197" y="1276699"/>
                  </a:lnTo>
                  <a:lnTo>
                    <a:pt x="579197" y="1227595"/>
                  </a:lnTo>
                  <a:lnTo>
                    <a:pt x="579197" y="1178491"/>
                  </a:lnTo>
                  <a:lnTo>
                    <a:pt x="579197" y="1129387"/>
                  </a:lnTo>
                  <a:lnTo>
                    <a:pt x="579197" y="1080284"/>
                  </a:lnTo>
                  <a:lnTo>
                    <a:pt x="579197" y="1031180"/>
                  </a:lnTo>
                  <a:lnTo>
                    <a:pt x="579197" y="982076"/>
                  </a:lnTo>
                  <a:lnTo>
                    <a:pt x="579197" y="932972"/>
                  </a:lnTo>
                  <a:lnTo>
                    <a:pt x="579197" y="883868"/>
                  </a:lnTo>
                  <a:lnTo>
                    <a:pt x="579197" y="834764"/>
                  </a:lnTo>
                  <a:lnTo>
                    <a:pt x="579197" y="785661"/>
                  </a:lnTo>
                  <a:lnTo>
                    <a:pt x="579197" y="736557"/>
                  </a:lnTo>
                  <a:lnTo>
                    <a:pt x="579197" y="687453"/>
                  </a:lnTo>
                  <a:lnTo>
                    <a:pt x="579197" y="638349"/>
                  </a:lnTo>
                  <a:lnTo>
                    <a:pt x="579197" y="589245"/>
                  </a:lnTo>
                  <a:lnTo>
                    <a:pt x="579197" y="540142"/>
                  </a:lnTo>
                  <a:lnTo>
                    <a:pt x="579197" y="491038"/>
                  </a:lnTo>
                  <a:lnTo>
                    <a:pt x="579197" y="441934"/>
                  </a:lnTo>
                  <a:lnTo>
                    <a:pt x="579197" y="392830"/>
                  </a:lnTo>
                  <a:lnTo>
                    <a:pt x="579197" y="343726"/>
                  </a:lnTo>
                  <a:lnTo>
                    <a:pt x="579197" y="294622"/>
                  </a:lnTo>
                  <a:lnTo>
                    <a:pt x="579197" y="245519"/>
                  </a:lnTo>
                  <a:lnTo>
                    <a:pt x="579197" y="196415"/>
                  </a:lnTo>
                  <a:lnTo>
                    <a:pt x="579197" y="147311"/>
                  </a:lnTo>
                  <a:lnTo>
                    <a:pt x="579197" y="98207"/>
                  </a:lnTo>
                  <a:lnTo>
                    <a:pt x="579197" y="49103"/>
                  </a:lnTo>
                  <a:lnTo>
                    <a:pt x="579197" y="0"/>
                  </a:lnTo>
                  <a:lnTo>
                    <a:pt x="529500" y="867"/>
                  </a:lnTo>
                  <a:lnTo>
                    <a:pt x="479863" y="3468"/>
                  </a:lnTo>
                  <a:lnTo>
                    <a:pt x="430347" y="7800"/>
                  </a:lnTo>
                  <a:lnTo>
                    <a:pt x="381013" y="13858"/>
                  </a:lnTo>
                  <a:lnTo>
                    <a:pt x="331920" y="21633"/>
                  </a:lnTo>
                  <a:lnTo>
                    <a:pt x="283128" y="31118"/>
                  </a:lnTo>
                  <a:lnTo>
                    <a:pt x="234697" y="42299"/>
                  </a:lnTo>
                  <a:lnTo>
                    <a:pt x="186686" y="55163"/>
                  </a:lnTo>
                  <a:lnTo>
                    <a:pt x="139153" y="69696"/>
                  </a:lnTo>
                  <a:lnTo>
                    <a:pt x="92156" y="85878"/>
                  </a:lnTo>
                  <a:lnTo>
                    <a:pt x="45753" y="103690"/>
                  </a:lnTo>
                  <a:lnTo>
                    <a:pt x="0" y="123112"/>
                  </a:lnTo>
                  <a:lnTo>
                    <a:pt x="19972" y="167970"/>
                  </a:lnTo>
                  <a:lnTo>
                    <a:pt x="39944" y="212829"/>
                  </a:lnTo>
                  <a:lnTo>
                    <a:pt x="59916" y="257687"/>
                  </a:lnTo>
                  <a:lnTo>
                    <a:pt x="79889" y="302546"/>
                  </a:lnTo>
                  <a:lnTo>
                    <a:pt x="99861" y="347405"/>
                  </a:lnTo>
                  <a:lnTo>
                    <a:pt x="119833" y="392263"/>
                  </a:lnTo>
                  <a:lnTo>
                    <a:pt x="139806" y="437122"/>
                  </a:lnTo>
                  <a:lnTo>
                    <a:pt x="159778" y="481980"/>
                  </a:lnTo>
                  <a:lnTo>
                    <a:pt x="179750" y="526839"/>
                  </a:lnTo>
                  <a:lnTo>
                    <a:pt x="199723" y="571697"/>
                  </a:lnTo>
                  <a:lnTo>
                    <a:pt x="219695" y="616556"/>
                  </a:lnTo>
                  <a:lnTo>
                    <a:pt x="239667" y="661415"/>
                  </a:lnTo>
                  <a:lnTo>
                    <a:pt x="259640" y="706273"/>
                  </a:lnTo>
                  <a:lnTo>
                    <a:pt x="279612" y="751132"/>
                  </a:lnTo>
                  <a:lnTo>
                    <a:pt x="299584" y="795990"/>
                  </a:lnTo>
                  <a:lnTo>
                    <a:pt x="319557" y="840849"/>
                  </a:lnTo>
                  <a:lnTo>
                    <a:pt x="339529" y="885707"/>
                  </a:lnTo>
                  <a:lnTo>
                    <a:pt x="359501" y="930566"/>
                  </a:lnTo>
                  <a:lnTo>
                    <a:pt x="379474" y="975425"/>
                  </a:lnTo>
                  <a:lnTo>
                    <a:pt x="399446" y="1020283"/>
                  </a:lnTo>
                  <a:lnTo>
                    <a:pt x="419418" y="1065142"/>
                  </a:lnTo>
                  <a:lnTo>
                    <a:pt x="439391" y="1110000"/>
                  </a:lnTo>
                  <a:lnTo>
                    <a:pt x="459363" y="1154859"/>
                  </a:lnTo>
                  <a:lnTo>
                    <a:pt x="479335" y="1199717"/>
                  </a:lnTo>
                  <a:lnTo>
                    <a:pt x="499308" y="1244576"/>
                  </a:lnTo>
                  <a:lnTo>
                    <a:pt x="519280" y="1289435"/>
                  </a:lnTo>
                  <a:lnTo>
                    <a:pt x="539252" y="1334293"/>
                  </a:lnTo>
                  <a:lnTo>
                    <a:pt x="559225" y="1379152"/>
                  </a:lnTo>
                  <a:close/>
                </a:path>
              </a:pathLst>
            </a:cu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" name="pg8"/>
            <p:cNvSpPr/>
            <p:nvPr/>
          </p:nvSpPr>
          <p:spPr>
            <a:xfrm>
              <a:off x="1248556" y="2674664"/>
              <a:ext cx="1058246" cy="1300898"/>
            </a:xfrm>
            <a:custGeom>
              <a:avLst/>
              <a:pathLst>
                <a:path w="1058246" h="1300898">
                  <a:moveTo>
                    <a:pt x="1058246" y="1300898"/>
                  </a:moveTo>
                  <a:lnTo>
                    <a:pt x="1038273" y="1256040"/>
                  </a:lnTo>
                  <a:lnTo>
                    <a:pt x="1018301" y="1211181"/>
                  </a:lnTo>
                  <a:lnTo>
                    <a:pt x="998329" y="1166322"/>
                  </a:lnTo>
                  <a:lnTo>
                    <a:pt x="978356" y="1121464"/>
                  </a:lnTo>
                  <a:lnTo>
                    <a:pt x="958384" y="1076605"/>
                  </a:lnTo>
                  <a:lnTo>
                    <a:pt x="938412" y="1031747"/>
                  </a:lnTo>
                  <a:lnTo>
                    <a:pt x="918440" y="986888"/>
                  </a:lnTo>
                  <a:lnTo>
                    <a:pt x="898467" y="942030"/>
                  </a:lnTo>
                  <a:lnTo>
                    <a:pt x="878495" y="897171"/>
                  </a:lnTo>
                  <a:lnTo>
                    <a:pt x="858523" y="852312"/>
                  </a:lnTo>
                  <a:lnTo>
                    <a:pt x="838550" y="807454"/>
                  </a:lnTo>
                  <a:lnTo>
                    <a:pt x="818578" y="762595"/>
                  </a:lnTo>
                  <a:lnTo>
                    <a:pt x="798606" y="717737"/>
                  </a:lnTo>
                  <a:lnTo>
                    <a:pt x="778633" y="672878"/>
                  </a:lnTo>
                  <a:lnTo>
                    <a:pt x="758661" y="628020"/>
                  </a:lnTo>
                  <a:lnTo>
                    <a:pt x="738689" y="583161"/>
                  </a:lnTo>
                  <a:lnTo>
                    <a:pt x="718716" y="538302"/>
                  </a:lnTo>
                  <a:lnTo>
                    <a:pt x="698744" y="493444"/>
                  </a:lnTo>
                  <a:lnTo>
                    <a:pt x="678772" y="448585"/>
                  </a:lnTo>
                  <a:lnTo>
                    <a:pt x="658799" y="403727"/>
                  </a:lnTo>
                  <a:lnTo>
                    <a:pt x="638827" y="358868"/>
                  </a:lnTo>
                  <a:lnTo>
                    <a:pt x="618855" y="314010"/>
                  </a:lnTo>
                  <a:lnTo>
                    <a:pt x="598882" y="269151"/>
                  </a:lnTo>
                  <a:lnTo>
                    <a:pt x="578910" y="224292"/>
                  </a:lnTo>
                  <a:lnTo>
                    <a:pt x="558938" y="179434"/>
                  </a:lnTo>
                  <a:lnTo>
                    <a:pt x="538965" y="134575"/>
                  </a:lnTo>
                  <a:lnTo>
                    <a:pt x="518993" y="89717"/>
                  </a:lnTo>
                  <a:lnTo>
                    <a:pt x="499021" y="44858"/>
                  </a:lnTo>
                  <a:lnTo>
                    <a:pt x="479048" y="0"/>
                  </a:lnTo>
                  <a:lnTo>
                    <a:pt x="434001" y="21006"/>
                  </a:lnTo>
                  <a:lnTo>
                    <a:pt x="389713" y="43571"/>
                  </a:lnTo>
                  <a:lnTo>
                    <a:pt x="346240" y="67669"/>
                  </a:lnTo>
                  <a:lnTo>
                    <a:pt x="303635" y="93268"/>
                  </a:lnTo>
                  <a:lnTo>
                    <a:pt x="261949" y="120340"/>
                  </a:lnTo>
                  <a:lnTo>
                    <a:pt x="221233" y="148849"/>
                  </a:lnTo>
                  <a:lnTo>
                    <a:pt x="181537" y="178762"/>
                  </a:lnTo>
                  <a:lnTo>
                    <a:pt x="142909" y="210043"/>
                  </a:lnTo>
                  <a:lnTo>
                    <a:pt x="105397" y="242652"/>
                  </a:lnTo>
                  <a:lnTo>
                    <a:pt x="69045" y="276550"/>
                  </a:lnTo>
                  <a:lnTo>
                    <a:pt x="33898" y="311697"/>
                  </a:lnTo>
                  <a:lnTo>
                    <a:pt x="0" y="348049"/>
                  </a:lnTo>
                  <a:lnTo>
                    <a:pt x="36491" y="380906"/>
                  </a:lnTo>
                  <a:lnTo>
                    <a:pt x="72982" y="413763"/>
                  </a:lnTo>
                  <a:lnTo>
                    <a:pt x="109473" y="446620"/>
                  </a:lnTo>
                  <a:lnTo>
                    <a:pt x="145965" y="479476"/>
                  </a:lnTo>
                  <a:lnTo>
                    <a:pt x="182456" y="512333"/>
                  </a:lnTo>
                  <a:lnTo>
                    <a:pt x="218947" y="545190"/>
                  </a:lnTo>
                  <a:lnTo>
                    <a:pt x="255438" y="578047"/>
                  </a:lnTo>
                  <a:lnTo>
                    <a:pt x="291930" y="610904"/>
                  </a:lnTo>
                  <a:lnTo>
                    <a:pt x="328421" y="643761"/>
                  </a:lnTo>
                  <a:lnTo>
                    <a:pt x="364912" y="676618"/>
                  </a:lnTo>
                  <a:lnTo>
                    <a:pt x="401403" y="709474"/>
                  </a:lnTo>
                  <a:lnTo>
                    <a:pt x="437895" y="742331"/>
                  </a:lnTo>
                  <a:lnTo>
                    <a:pt x="474386" y="775188"/>
                  </a:lnTo>
                  <a:lnTo>
                    <a:pt x="510877" y="808045"/>
                  </a:lnTo>
                  <a:lnTo>
                    <a:pt x="547368" y="840902"/>
                  </a:lnTo>
                  <a:lnTo>
                    <a:pt x="583860" y="873759"/>
                  </a:lnTo>
                  <a:lnTo>
                    <a:pt x="620351" y="906616"/>
                  </a:lnTo>
                  <a:lnTo>
                    <a:pt x="656842" y="939473"/>
                  </a:lnTo>
                  <a:lnTo>
                    <a:pt x="693333" y="972329"/>
                  </a:lnTo>
                  <a:lnTo>
                    <a:pt x="729825" y="1005186"/>
                  </a:lnTo>
                  <a:lnTo>
                    <a:pt x="766316" y="1038043"/>
                  </a:lnTo>
                  <a:lnTo>
                    <a:pt x="802807" y="1070900"/>
                  </a:lnTo>
                  <a:lnTo>
                    <a:pt x="839298" y="1103757"/>
                  </a:lnTo>
                  <a:lnTo>
                    <a:pt x="875790" y="1136614"/>
                  </a:lnTo>
                  <a:lnTo>
                    <a:pt x="912281" y="1169471"/>
                  </a:lnTo>
                  <a:lnTo>
                    <a:pt x="948772" y="1202328"/>
                  </a:lnTo>
                  <a:lnTo>
                    <a:pt x="985263" y="1235184"/>
                  </a:lnTo>
                  <a:lnTo>
                    <a:pt x="1021755" y="1268041"/>
                  </a:lnTo>
                  <a:close/>
                </a:path>
              </a:pathLst>
            </a:cu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" name="pg9"/>
            <p:cNvSpPr/>
            <p:nvPr/>
          </p:nvSpPr>
          <p:spPr>
            <a:xfrm>
              <a:off x="882894" y="3022713"/>
              <a:ext cx="1423908" cy="2345742"/>
            </a:xfrm>
            <a:custGeom>
              <a:avLst/>
              <a:pathLst>
                <a:path w="1423908" h="2345742">
                  <a:moveTo>
                    <a:pt x="1423908" y="952849"/>
                  </a:moveTo>
                  <a:lnTo>
                    <a:pt x="1387416" y="919992"/>
                  </a:lnTo>
                  <a:lnTo>
                    <a:pt x="1350925" y="887135"/>
                  </a:lnTo>
                  <a:lnTo>
                    <a:pt x="1314434" y="854278"/>
                  </a:lnTo>
                  <a:lnTo>
                    <a:pt x="1277943" y="821421"/>
                  </a:lnTo>
                  <a:lnTo>
                    <a:pt x="1241451" y="788564"/>
                  </a:lnTo>
                  <a:lnTo>
                    <a:pt x="1204960" y="755708"/>
                  </a:lnTo>
                  <a:lnTo>
                    <a:pt x="1168469" y="722851"/>
                  </a:lnTo>
                  <a:lnTo>
                    <a:pt x="1131978" y="689994"/>
                  </a:lnTo>
                  <a:lnTo>
                    <a:pt x="1095486" y="657137"/>
                  </a:lnTo>
                  <a:lnTo>
                    <a:pt x="1058995" y="624280"/>
                  </a:lnTo>
                  <a:lnTo>
                    <a:pt x="1022504" y="591423"/>
                  </a:lnTo>
                  <a:lnTo>
                    <a:pt x="986013" y="558566"/>
                  </a:lnTo>
                  <a:lnTo>
                    <a:pt x="949521" y="525709"/>
                  </a:lnTo>
                  <a:lnTo>
                    <a:pt x="913030" y="492853"/>
                  </a:lnTo>
                  <a:lnTo>
                    <a:pt x="876539" y="459996"/>
                  </a:lnTo>
                  <a:lnTo>
                    <a:pt x="840048" y="427139"/>
                  </a:lnTo>
                  <a:lnTo>
                    <a:pt x="803556" y="394282"/>
                  </a:lnTo>
                  <a:lnTo>
                    <a:pt x="767065" y="361425"/>
                  </a:lnTo>
                  <a:lnTo>
                    <a:pt x="730574" y="328568"/>
                  </a:lnTo>
                  <a:lnTo>
                    <a:pt x="694082" y="295711"/>
                  </a:lnTo>
                  <a:lnTo>
                    <a:pt x="657591" y="262854"/>
                  </a:lnTo>
                  <a:lnTo>
                    <a:pt x="621100" y="229998"/>
                  </a:lnTo>
                  <a:lnTo>
                    <a:pt x="584609" y="197141"/>
                  </a:lnTo>
                  <a:lnTo>
                    <a:pt x="548117" y="164284"/>
                  </a:lnTo>
                  <a:lnTo>
                    <a:pt x="511626" y="131427"/>
                  </a:lnTo>
                  <a:lnTo>
                    <a:pt x="475135" y="98570"/>
                  </a:lnTo>
                  <a:lnTo>
                    <a:pt x="438644" y="65713"/>
                  </a:lnTo>
                  <a:lnTo>
                    <a:pt x="402152" y="32856"/>
                  </a:lnTo>
                  <a:lnTo>
                    <a:pt x="365661" y="0"/>
                  </a:lnTo>
                  <a:lnTo>
                    <a:pt x="333576" y="36888"/>
                  </a:lnTo>
                  <a:lnTo>
                    <a:pt x="302776" y="74856"/>
                  </a:lnTo>
                  <a:lnTo>
                    <a:pt x="273297" y="113860"/>
                  </a:lnTo>
                  <a:lnTo>
                    <a:pt x="245175" y="153852"/>
                  </a:lnTo>
                  <a:lnTo>
                    <a:pt x="218442" y="194786"/>
                  </a:lnTo>
                  <a:lnTo>
                    <a:pt x="193130" y="236613"/>
                  </a:lnTo>
                  <a:lnTo>
                    <a:pt x="169269" y="279285"/>
                  </a:lnTo>
                  <a:lnTo>
                    <a:pt x="146886" y="322751"/>
                  </a:lnTo>
                  <a:lnTo>
                    <a:pt x="126009" y="366959"/>
                  </a:lnTo>
                  <a:lnTo>
                    <a:pt x="106662" y="411858"/>
                  </a:lnTo>
                  <a:lnTo>
                    <a:pt x="88867" y="457395"/>
                  </a:lnTo>
                  <a:lnTo>
                    <a:pt x="72646" y="503516"/>
                  </a:lnTo>
                  <a:lnTo>
                    <a:pt x="58018" y="550166"/>
                  </a:lnTo>
                  <a:lnTo>
                    <a:pt x="45000" y="597291"/>
                  </a:lnTo>
                  <a:lnTo>
                    <a:pt x="33607" y="644835"/>
                  </a:lnTo>
                  <a:lnTo>
                    <a:pt x="23853" y="692742"/>
                  </a:lnTo>
                  <a:lnTo>
                    <a:pt x="15750" y="740956"/>
                  </a:lnTo>
                  <a:lnTo>
                    <a:pt x="9306" y="789420"/>
                  </a:lnTo>
                  <a:lnTo>
                    <a:pt x="4529" y="838076"/>
                  </a:lnTo>
                  <a:lnTo>
                    <a:pt x="1426" y="886868"/>
                  </a:lnTo>
                  <a:lnTo>
                    <a:pt x="0" y="935737"/>
                  </a:lnTo>
                  <a:lnTo>
                    <a:pt x="251" y="984626"/>
                  </a:lnTo>
                  <a:lnTo>
                    <a:pt x="2181" y="1033478"/>
                  </a:lnTo>
                  <a:lnTo>
                    <a:pt x="5787" y="1082235"/>
                  </a:lnTo>
                  <a:lnTo>
                    <a:pt x="11064" y="1130840"/>
                  </a:lnTo>
                  <a:lnTo>
                    <a:pt x="18007" y="1179234"/>
                  </a:lnTo>
                  <a:lnTo>
                    <a:pt x="26607" y="1227362"/>
                  </a:lnTo>
                  <a:lnTo>
                    <a:pt x="36854" y="1275166"/>
                  </a:lnTo>
                  <a:lnTo>
                    <a:pt x="48736" y="1322590"/>
                  </a:lnTo>
                  <a:lnTo>
                    <a:pt x="62238" y="1369579"/>
                  </a:lnTo>
                  <a:lnTo>
                    <a:pt x="77346" y="1416076"/>
                  </a:lnTo>
                  <a:lnTo>
                    <a:pt x="94041" y="1462027"/>
                  </a:lnTo>
                  <a:lnTo>
                    <a:pt x="112304" y="1507378"/>
                  </a:lnTo>
                  <a:lnTo>
                    <a:pt x="132113" y="1552076"/>
                  </a:lnTo>
                  <a:lnTo>
                    <a:pt x="153444" y="1596067"/>
                  </a:lnTo>
                  <a:lnTo>
                    <a:pt x="176273" y="1639300"/>
                  </a:lnTo>
                  <a:lnTo>
                    <a:pt x="200572" y="1681723"/>
                  </a:lnTo>
                  <a:lnTo>
                    <a:pt x="226314" y="1723288"/>
                  </a:lnTo>
                  <a:lnTo>
                    <a:pt x="253467" y="1763944"/>
                  </a:lnTo>
                  <a:lnTo>
                    <a:pt x="282000" y="1803645"/>
                  </a:lnTo>
                  <a:lnTo>
                    <a:pt x="311879" y="1842342"/>
                  </a:lnTo>
                  <a:lnTo>
                    <a:pt x="343068" y="1879991"/>
                  </a:lnTo>
                  <a:lnTo>
                    <a:pt x="375532" y="1916548"/>
                  </a:lnTo>
                  <a:lnTo>
                    <a:pt x="409231" y="1951968"/>
                  </a:lnTo>
                  <a:lnTo>
                    <a:pt x="444127" y="1986210"/>
                  </a:lnTo>
                  <a:lnTo>
                    <a:pt x="480177" y="2019235"/>
                  </a:lnTo>
                  <a:lnTo>
                    <a:pt x="517340" y="2051002"/>
                  </a:lnTo>
                  <a:lnTo>
                    <a:pt x="555571" y="2081475"/>
                  </a:lnTo>
                  <a:lnTo>
                    <a:pt x="594826" y="2110618"/>
                  </a:lnTo>
                  <a:lnTo>
                    <a:pt x="635058" y="2138396"/>
                  </a:lnTo>
                  <a:lnTo>
                    <a:pt x="676220" y="2164777"/>
                  </a:lnTo>
                  <a:lnTo>
                    <a:pt x="718263" y="2189729"/>
                  </a:lnTo>
                  <a:lnTo>
                    <a:pt x="761138" y="2213223"/>
                  </a:lnTo>
                  <a:lnTo>
                    <a:pt x="804794" y="2235231"/>
                  </a:lnTo>
                  <a:lnTo>
                    <a:pt x="849180" y="2255728"/>
                  </a:lnTo>
                  <a:lnTo>
                    <a:pt x="894244" y="2274689"/>
                  </a:lnTo>
                  <a:lnTo>
                    <a:pt x="939931" y="2292093"/>
                  </a:lnTo>
                  <a:lnTo>
                    <a:pt x="986190" y="2307917"/>
                  </a:lnTo>
                  <a:lnTo>
                    <a:pt x="1032964" y="2322144"/>
                  </a:lnTo>
                  <a:lnTo>
                    <a:pt x="1080199" y="2334757"/>
                  </a:lnTo>
                  <a:lnTo>
                    <a:pt x="1127839" y="2345742"/>
                  </a:lnTo>
                  <a:lnTo>
                    <a:pt x="1138048" y="2297711"/>
                  </a:lnTo>
                  <a:lnTo>
                    <a:pt x="1148258" y="2249680"/>
                  </a:lnTo>
                  <a:lnTo>
                    <a:pt x="1158467" y="2201649"/>
                  </a:lnTo>
                  <a:lnTo>
                    <a:pt x="1168676" y="2153618"/>
                  </a:lnTo>
                  <a:lnTo>
                    <a:pt x="1178885" y="2105588"/>
                  </a:lnTo>
                  <a:lnTo>
                    <a:pt x="1189095" y="2057557"/>
                  </a:lnTo>
                  <a:lnTo>
                    <a:pt x="1199304" y="2009526"/>
                  </a:lnTo>
                  <a:lnTo>
                    <a:pt x="1209513" y="1961495"/>
                  </a:lnTo>
                  <a:lnTo>
                    <a:pt x="1219722" y="1913464"/>
                  </a:lnTo>
                  <a:lnTo>
                    <a:pt x="1229932" y="1865434"/>
                  </a:lnTo>
                  <a:lnTo>
                    <a:pt x="1240141" y="1817403"/>
                  </a:lnTo>
                  <a:lnTo>
                    <a:pt x="1250350" y="1769372"/>
                  </a:lnTo>
                  <a:lnTo>
                    <a:pt x="1260559" y="1721341"/>
                  </a:lnTo>
                  <a:lnTo>
                    <a:pt x="1270769" y="1673311"/>
                  </a:lnTo>
                  <a:lnTo>
                    <a:pt x="1280978" y="1625280"/>
                  </a:lnTo>
                  <a:lnTo>
                    <a:pt x="1291187" y="1577249"/>
                  </a:lnTo>
                  <a:lnTo>
                    <a:pt x="1301396" y="1529218"/>
                  </a:lnTo>
                  <a:lnTo>
                    <a:pt x="1311606" y="1481187"/>
                  </a:lnTo>
                  <a:lnTo>
                    <a:pt x="1321815" y="1433157"/>
                  </a:lnTo>
                  <a:lnTo>
                    <a:pt x="1332024" y="1385126"/>
                  </a:lnTo>
                  <a:lnTo>
                    <a:pt x="1342233" y="1337095"/>
                  </a:lnTo>
                  <a:lnTo>
                    <a:pt x="1352443" y="1289064"/>
                  </a:lnTo>
                  <a:lnTo>
                    <a:pt x="1362652" y="1241033"/>
                  </a:lnTo>
                  <a:lnTo>
                    <a:pt x="1372861" y="1193003"/>
                  </a:lnTo>
                  <a:lnTo>
                    <a:pt x="1383070" y="1144972"/>
                  </a:lnTo>
                  <a:lnTo>
                    <a:pt x="1393280" y="1096941"/>
                  </a:lnTo>
                  <a:lnTo>
                    <a:pt x="1403489" y="1048910"/>
                  </a:lnTo>
                  <a:lnTo>
                    <a:pt x="1413698" y="1000880"/>
                  </a:lnTo>
                  <a:close/>
                </a:path>
              </a:pathLst>
            </a:cu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" name="pg10"/>
            <p:cNvSpPr/>
            <p:nvPr/>
          </p:nvSpPr>
          <p:spPr>
            <a:xfrm>
              <a:off x="2010734" y="3975562"/>
              <a:ext cx="1133081" cy="1424010"/>
            </a:xfrm>
            <a:custGeom>
              <a:avLst/>
              <a:pathLst>
                <a:path w="1133081" h="1424010">
                  <a:moveTo>
                    <a:pt x="296068" y="0"/>
                  </a:moveTo>
                  <a:lnTo>
                    <a:pt x="285859" y="48030"/>
                  </a:lnTo>
                  <a:lnTo>
                    <a:pt x="275649" y="96061"/>
                  </a:lnTo>
                  <a:lnTo>
                    <a:pt x="265440" y="144092"/>
                  </a:lnTo>
                  <a:lnTo>
                    <a:pt x="255231" y="192123"/>
                  </a:lnTo>
                  <a:lnTo>
                    <a:pt x="245022" y="240153"/>
                  </a:lnTo>
                  <a:lnTo>
                    <a:pt x="234812" y="288184"/>
                  </a:lnTo>
                  <a:lnTo>
                    <a:pt x="224603" y="336215"/>
                  </a:lnTo>
                  <a:lnTo>
                    <a:pt x="214394" y="384246"/>
                  </a:lnTo>
                  <a:lnTo>
                    <a:pt x="204185" y="432277"/>
                  </a:lnTo>
                  <a:lnTo>
                    <a:pt x="193975" y="480307"/>
                  </a:lnTo>
                  <a:lnTo>
                    <a:pt x="183766" y="528338"/>
                  </a:lnTo>
                  <a:lnTo>
                    <a:pt x="173557" y="576369"/>
                  </a:lnTo>
                  <a:lnTo>
                    <a:pt x="163348" y="624400"/>
                  </a:lnTo>
                  <a:lnTo>
                    <a:pt x="153138" y="672431"/>
                  </a:lnTo>
                  <a:lnTo>
                    <a:pt x="142929" y="720461"/>
                  </a:lnTo>
                  <a:lnTo>
                    <a:pt x="132720" y="768492"/>
                  </a:lnTo>
                  <a:lnTo>
                    <a:pt x="122511" y="816523"/>
                  </a:lnTo>
                  <a:lnTo>
                    <a:pt x="112301" y="864554"/>
                  </a:lnTo>
                  <a:lnTo>
                    <a:pt x="102092" y="912584"/>
                  </a:lnTo>
                  <a:lnTo>
                    <a:pt x="91883" y="960615"/>
                  </a:lnTo>
                  <a:lnTo>
                    <a:pt x="81674" y="1008646"/>
                  </a:lnTo>
                  <a:lnTo>
                    <a:pt x="71464" y="1056677"/>
                  </a:lnTo>
                  <a:lnTo>
                    <a:pt x="61255" y="1104708"/>
                  </a:lnTo>
                  <a:lnTo>
                    <a:pt x="51046" y="1152738"/>
                  </a:lnTo>
                  <a:lnTo>
                    <a:pt x="40837" y="1200769"/>
                  </a:lnTo>
                  <a:lnTo>
                    <a:pt x="30627" y="1248800"/>
                  </a:lnTo>
                  <a:lnTo>
                    <a:pt x="20418" y="1296831"/>
                  </a:lnTo>
                  <a:lnTo>
                    <a:pt x="10209" y="1344862"/>
                  </a:lnTo>
                  <a:lnTo>
                    <a:pt x="0" y="1392892"/>
                  </a:lnTo>
                  <a:lnTo>
                    <a:pt x="48791" y="1402376"/>
                  </a:lnTo>
                  <a:lnTo>
                    <a:pt x="97884" y="1410152"/>
                  </a:lnTo>
                  <a:lnTo>
                    <a:pt x="147218" y="1416209"/>
                  </a:lnTo>
                  <a:lnTo>
                    <a:pt x="196734" y="1420542"/>
                  </a:lnTo>
                  <a:lnTo>
                    <a:pt x="246371" y="1423143"/>
                  </a:lnTo>
                  <a:lnTo>
                    <a:pt x="296068" y="1424010"/>
                  </a:lnTo>
                  <a:lnTo>
                    <a:pt x="345765" y="1423143"/>
                  </a:lnTo>
                  <a:lnTo>
                    <a:pt x="395402" y="1420542"/>
                  </a:lnTo>
                  <a:lnTo>
                    <a:pt x="444918" y="1416209"/>
                  </a:lnTo>
                  <a:lnTo>
                    <a:pt x="494252" y="1410152"/>
                  </a:lnTo>
                  <a:lnTo>
                    <a:pt x="543345" y="1402376"/>
                  </a:lnTo>
                  <a:lnTo>
                    <a:pt x="592137" y="1392892"/>
                  </a:lnTo>
                  <a:lnTo>
                    <a:pt x="640567" y="1381711"/>
                  </a:lnTo>
                  <a:lnTo>
                    <a:pt x="688579" y="1368847"/>
                  </a:lnTo>
                  <a:lnTo>
                    <a:pt x="736112" y="1354314"/>
                  </a:lnTo>
                  <a:lnTo>
                    <a:pt x="783108" y="1338132"/>
                  </a:lnTo>
                  <a:lnTo>
                    <a:pt x="829512" y="1320319"/>
                  </a:lnTo>
                  <a:lnTo>
                    <a:pt x="875265" y="1300898"/>
                  </a:lnTo>
                  <a:lnTo>
                    <a:pt x="920313" y="1279892"/>
                  </a:lnTo>
                  <a:lnTo>
                    <a:pt x="964601" y="1257326"/>
                  </a:lnTo>
                  <a:lnTo>
                    <a:pt x="1008073" y="1233229"/>
                  </a:lnTo>
                  <a:lnTo>
                    <a:pt x="1050679" y="1207629"/>
                  </a:lnTo>
                  <a:lnTo>
                    <a:pt x="1092365" y="1180558"/>
                  </a:lnTo>
                  <a:lnTo>
                    <a:pt x="1133081" y="1152048"/>
                  </a:lnTo>
                  <a:lnTo>
                    <a:pt x="1104218" y="1112323"/>
                  </a:lnTo>
                  <a:lnTo>
                    <a:pt x="1075356" y="1072597"/>
                  </a:lnTo>
                  <a:lnTo>
                    <a:pt x="1046493" y="1032871"/>
                  </a:lnTo>
                  <a:lnTo>
                    <a:pt x="1017631" y="993145"/>
                  </a:lnTo>
                  <a:lnTo>
                    <a:pt x="988768" y="953419"/>
                  </a:lnTo>
                  <a:lnTo>
                    <a:pt x="959906" y="913694"/>
                  </a:lnTo>
                  <a:lnTo>
                    <a:pt x="931043" y="873968"/>
                  </a:lnTo>
                  <a:lnTo>
                    <a:pt x="902181" y="834242"/>
                  </a:lnTo>
                  <a:lnTo>
                    <a:pt x="873318" y="794516"/>
                  </a:lnTo>
                  <a:lnTo>
                    <a:pt x="844456" y="754790"/>
                  </a:lnTo>
                  <a:lnTo>
                    <a:pt x="815593" y="715064"/>
                  </a:lnTo>
                  <a:lnTo>
                    <a:pt x="786731" y="675339"/>
                  </a:lnTo>
                  <a:lnTo>
                    <a:pt x="757868" y="635613"/>
                  </a:lnTo>
                  <a:lnTo>
                    <a:pt x="729006" y="595887"/>
                  </a:lnTo>
                  <a:lnTo>
                    <a:pt x="700143" y="556161"/>
                  </a:lnTo>
                  <a:lnTo>
                    <a:pt x="671281" y="516435"/>
                  </a:lnTo>
                  <a:lnTo>
                    <a:pt x="642418" y="476709"/>
                  </a:lnTo>
                  <a:lnTo>
                    <a:pt x="613556" y="436984"/>
                  </a:lnTo>
                  <a:lnTo>
                    <a:pt x="584693" y="397258"/>
                  </a:lnTo>
                  <a:lnTo>
                    <a:pt x="555831" y="357532"/>
                  </a:lnTo>
                  <a:lnTo>
                    <a:pt x="526968" y="317806"/>
                  </a:lnTo>
                  <a:lnTo>
                    <a:pt x="498106" y="278080"/>
                  </a:lnTo>
                  <a:lnTo>
                    <a:pt x="469243" y="238354"/>
                  </a:lnTo>
                  <a:lnTo>
                    <a:pt x="440381" y="198629"/>
                  </a:lnTo>
                  <a:lnTo>
                    <a:pt x="411518" y="158903"/>
                  </a:lnTo>
                  <a:lnTo>
                    <a:pt x="382656" y="119177"/>
                  </a:lnTo>
                  <a:lnTo>
                    <a:pt x="353793" y="79451"/>
                  </a:lnTo>
                  <a:lnTo>
                    <a:pt x="324931" y="39725"/>
                  </a:lnTo>
                  <a:close/>
                </a:path>
              </a:pathLst>
            </a:cu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" name="pg11"/>
            <p:cNvSpPr/>
            <p:nvPr/>
          </p:nvSpPr>
          <p:spPr>
            <a:xfrm>
              <a:off x="2306802" y="2551552"/>
              <a:ext cx="1423959" cy="2576059"/>
            </a:xfrm>
            <a:custGeom>
              <a:avLst/>
              <a:pathLst>
                <a:path w="1423959" h="2576059">
                  <a:moveTo>
                    <a:pt x="0" y="1424010"/>
                  </a:moveTo>
                  <a:lnTo>
                    <a:pt x="28862" y="1463736"/>
                  </a:lnTo>
                  <a:lnTo>
                    <a:pt x="57725" y="1503462"/>
                  </a:lnTo>
                  <a:lnTo>
                    <a:pt x="86587" y="1543188"/>
                  </a:lnTo>
                  <a:lnTo>
                    <a:pt x="115450" y="1582914"/>
                  </a:lnTo>
                  <a:lnTo>
                    <a:pt x="144312" y="1622639"/>
                  </a:lnTo>
                  <a:lnTo>
                    <a:pt x="173175" y="1662365"/>
                  </a:lnTo>
                  <a:lnTo>
                    <a:pt x="202037" y="1702091"/>
                  </a:lnTo>
                  <a:lnTo>
                    <a:pt x="230900" y="1741817"/>
                  </a:lnTo>
                  <a:lnTo>
                    <a:pt x="259762" y="1781543"/>
                  </a:lnTo>
                  <a:lnTo>
                    <a:pt x="288625" y="1821269"/>
                  </a:lnTo>
                  <a:lnTo>
                    <a:pt x="317487" y="1860994"/>
                  </a:lnTo>
                  <a:lnTo>
                    <a:pt x="346350" y="1900720"/>
                  </a:lnTo>
                  <a:lnTo>
                    <a:pt x="375212" y="1940446"/>
                  </a:lnTo>
                  <a:lnTo>
                    <a:pt x="404075" y="1980172"/>
                  </a:lnTo>
                  <a:lnTo>
                    <a:pt x="432937" y="2019898"/>
                  </a:lnTo>
                  <a:lnTo>
                    <a:pt x="461800" y="2059624"/>
                  </a:lnTo>
                  <a:lnTo>
                    <a:pt x="490662" y="2099349"/>
                  </a:lnTo>
                  <a:lnTo>
                    <a:pt x="519525" y="2139075"/>
                  </a:lnTo>
                  <a:lnTo>
                    <a:pt x="548387" y="2178801"/>
                  </a:lnTo>
                  <a:lnTo>
                    <a:pt x="577250" y="2218527"/>
                  </a:lnTo>
                  <a:lnTo>
                    <a:pt x="606112" y="2258253"/>
                  </a:lnTo>
                  <a:lnTo>
                    <a:pt x="634975" y="2297979"/>
                  </a:lnTo>
                  <a:lnTo>
                    <a:pt x="663837" y="2337704"/>
                  </a:lnTo>
                  <a:lnTo>
                    <a:pt x="692700" y="2377430"/>
                  </a:lnTo>
                  <a:lnTo>
                    <a:pt x="721562" y="2417156"/>
                  </a:lnTo>
                  <a:lnTo>
                    <a:pt x="750425" y="2456882"/>
                  </a:lnTo>
                  <a:lnTo>
                    <a:pt x="779287" y="2496608"/>
                  </a:lnTo>
                  <a:lnTo>
                    <a:pt x="808150" y="2536333"/>
                  </a:lnTo>
                  <a:lnTo>
                    <a:pt x="837012" y="2576059"/>
                  </a:lnTo>
                  <a:lnTo>
                    <a:pt x="875649" y="2546973"/>
                  </a:lnTo>
                  <a:lnTo>
                    <a:pt x="913276" y="2516591"/>
                  </a:lnTo>
                  <a:lnTo>
                    <a:pt x="949850" y="2484949"/>
                  </a:lnTo>
                  <a:lnTo>
                    <a:pt x="985328" y="2452084"/>
                  </a:lnTo>
                  <a:lnTo>
                    <a:pt x="1019670" y="2418032"/>
                  </a:lnTo>
                  <a:lnTo>
                    <a:pt x="1052835" y="2382835"/>
                  </a:lnTo>
                  <a:lnTo>
                    <a:pt x="1084787" y="2346531"/>
                  </a:lnTo>
                  <a:lnTo>
                    <a:pt x="1115487" y="2309163"/>
                  </a:lnTo>
                  <a:lnTo>
                    <a:pt x="1144900" y="2270774"/>
                  </a:lnTo>
                  <a:lnTo>
                    <a:pt x="1172993" y="2231409"/>
                  </a:lnTo>
                  <a:lnTo>
                    <a:pt x="1199733" y="2191113"/>
                  </a:lnTo>
                  <a:lnTo>
                    <a:pt x="1225090" y="2149931"/>
                  </a:lnTo>
                  <a:lnTo>
                    <a:pt x="1249033" y="2107913"/>
                  </a:lnTo>
                  <a:lnTo>
                    <a:pt x="1271536" y="2065105"/>
                  </a:lnTo>
                  <a:lnTo>
                    <a:pt x="1292572" y="2021559"/>
                  </a:lnTo>
                  <a:lnTo>
                    <a:pt x="1312117" y="1977323"/>
                  </a:lnTo>
                  <a:lnTo>
                    <a:pt x="1330149" y="1932448"/>
                  </a:lnTo>
                  <a:lnTo>
                    <a:pt x="1346647" y="1886988"/>
                  </a:lnTo>
                  <a:lnTo>
                    <a:pt x="1361591" y="1840993"/>
                  </a:lnTo>
                  <a:lnTo>
                    <a:pt x="1374965" y="1794518"/>
                  </a:lnTo>
                  <a:lnTo>
                    <a:pt x="1386754" y="1747615"/>
                  </a:lnTo>
                  <a:lnTo>
                    <a:pt x="1396942" y="1700339"/>
                  </a:lnTo>
                  <a:lnTo>
                    <a:pt x="1405520" y="1652744"/>
                  </a:lnTo>
                  <a:lnTo>
                    <a:pt x="1412476" y="1604885"/>
                  </a:lnTo>
                  <a:lnTo>
                    <a:pt x="1417804" y="1556818"/>
                  </a:lnTo>
                  <a:lnTo>
                    <a:pt x="1421496" y="1508597"/>
                  </a:lnTo>
                  <a:lnTo>
                    <a:pt x="1423548" y="1460279"/>
                  </a:lnTo>
                  <a:lnTo>
                    <a:pt x="1423959" y="1411920"/>
                  </a:lnTo>
                  <a:lnTo>
                    <a:pt x="1422727" y="1363574"/>
                  </a:lnTo>
                  <a:lnTo>
                    <a:pt x="1419855" y="1315297"/>
                  </a:lnTo>
                  <a:lnTo>
                    <a:pt x="1415344" y="1267147"/>
                  </a:lnTo>
                  <a:lnTo>
                    <a:pt x="1409201" y="1219177"/>
                  </a:lnTo>
                  <a:lnTo>
                    <a:pt x="1401433" y="1171443"/>
                  </a:lnTo>
                  <a:lnTo>
                    <a:pt x="1392049" y="1124001"/>
                  </a:lnTo>
                  <a:lnTo>
                    <a:pt x="1381059" y="1076904"/>
                  </a:lnTo>
                  <a:lnTo>
                    <a:pt x="1368476" y="1030209"/>
                  </a:lnTo>
                  <a:lnTo>
                    <a:pt x="1354314" y="983967"/>
                  </a:lnTo>
                  <a:lnTo>
                    <a:pt x="1338591" y="938233"/>
                  </a:lnTo>
                  <a:lnTo>
                    <a:pt x="1321324" y="893059"/>
                  </a:lnTo>
                  <a:lnTo>
                    <a:pt x="1302532" y="848497"/>
                  </a:lnTo>
                  <a:lnTo>
                    <a:pt x="1282239" y="804599"/>
                  </a:lnTo>
                  <a:lnTo>
                    <a:pt x="1260466" y="761416"/>
                  </a:lnTo>
                  <a:lnTo>
                    <a:pt x="1237240" y="718997"/>
                  </a:lnTo>
                  <a:lnTo>
                    <a:pt x="1212586" y="677391"/>
                  </a:lnTo>
                  <a:lnTo>
                    <a:pt x="1186534" y="636646"/>
                  </a:lnTo>
                  <a:lnTo>
                    <a:pt x="1159114" y="596810"/>
                  </a:lnTo>
                  <a:lnTo>
                    <a:pt x="1130356" y="557927"/>
                  </a:lnTo>
                  <a:lnTo>
                    <a:pt x="1100295" y="520043"/>
                  </a:lnTo>
                  <a:lnTo>
                    <a:pt x="1068965" y="483202"/>
                  </a:lnTo>
                  <a:lnTo>
                    <a:pt x="1036402" y="447446"/>
                  </a:lnTo>
                  <a:lnTo>
                    <a:pt x="1002643" y="412817"/>
                  </a:lnTo>
                  <a:lnTo>
                    <a:pt x="967728" y="379354"/>
                  </a:lnTo>
                  <a:lnTo>
                    <a:pt x="931697" y="347095"/>
                  </a:lnTo>
                  <a:lnTo>
                    <a:pt x="894592" y="316079"/>
                  </a:lnTo>
                  <a:lnTo>
                    <a:pt x="856454" y="286341"/>
                  </a:lnTo>
                  <a:lnTo>
                    <a:pt x="817329" y="257914"/>
                  </a:lnTo>
                  <a:lnTo>
                    <a:pt x="777261" y="230833"/>
                  </a:lnTo>
                  <a:lnTo>
                    <a:pt x="736296" y="205128"/>
                  </a:lnTo>
                  <a:lnTo>
                    <a:pt x="694482" y="180829"/>
                  </a:lnTo>
                  <a:lnTo>
                    <a:pt x="651868" y="157963"/>
                  </a:lnTo>
                  <a:lnTo>
                    <a:pt x="608501" y="136558"/>
                  </a:lnTo>
                  <a:lnTo>
                    <a:pt x="564433" y="116638"/>
                  </a:lnTo>
                  <a:lnTo>
                    <a:pt x="519713" y="98226"/>
                  </a:lnTo>
                  <a:lnTo>
                    <a:pt x="474394" y="81343"/>
                  </a:lnTo>
                  <a:lnTo>
                    <a:pt x="428528" y="66008"/>
                  </a:lnTo>
                  <a:lnTo>
                    <a:pt x="382168" y="52240"/>
                  </a:lnTo>
                  <a:lnTo>
                    <a:pt x="335367" y="40054"/>
                  </a:lnTo>
                  <a:lnTo>
                    <a:pt x="288179" y="29464"/>
                  </a:lnTo>
                  <a:lnTo>
                    <a:pt x="240659" y="20483"/>
                  </a:lnTo>
                  <a:lnTo>
                    <a:pt x="192861" y="13120"/>
                  </a:lnTo>
                  <a:lnTo>
                    <a:pt x="144840" y="7385"/>
                  </a:lnTo>
                  <a:lnTo>
                    <a:pt x="96653" y="3283"/>
                  </a:lnTo>
                  <a:lnTo>
                    <a:pt x="48354" y="821"/>
                  </a:lnTo>
                  <a:lnTo>
                    <a:pt x="0" y="0"/>
                  </a:lnTo>
                  <a:lnTo>
                    <a:pt x="0" y="49103"/>
                  </a:lnTo>
                  <a:lnTo>
                    <a:pt x="0" y="98207"/>
                  </a:lnTo>
                  <a:lnTo>
                    <a:pt x="0" y="147311"/>
                  </a:lnTo>
                  <a:lnTo>
                    <a:pt x="0" y="196415"/>
                  </a:lnTo>
                  <a:lnTo>
                    <a:pt x="0" y="245519"/>
                  </a:lnTo>
                  <a:lnTo>
                    <a:pt x="0" y="294622"/>
                  </a:lnTo>
                  <a:lnTo>
                    <a:pt x="0" y="343726"/>
                  </a:lnTo>
                  <a:lnTo>
                    <a:pt x="0" y="392830"/>
                  </a:lnTo>
                  <a:lnTo>
                    <a:pt x="0" y="441934"/>
                  </a:lnTo>
                  <a:lnTo>
                    <a:pt x="0" y="491038"/>
                  </a:lnTo>
                  <a:lnTo>
                    <a:pt x="0" y="540142"/>
                  </a:lnTo>
                  <a:lnTo>
                    <a:pt x="0" y="589245"/>
                  </a:lnTo>
                  <a:lnTo>
                    <a:pt x="0" y="638349"/>
                  </a:lnTo>
                  <a:lnTo>
                    <a:pt x="0" y="687453"/>
                  </a:lnTo>
                  <a:lnTo>
                    <a:pt x="0" y="736557"/>
                  </a:lnTo>
                  <a:lnTo>
                    <a:pt x="0" y="785661"/>
                  </a:lnTo>
                  <a:lnTo>
                    <a:pt x="0" y="834764"/>
                  </a:lnTo>
                  <a:lnTo>
                    <a:pt x="0" y="883868"/>
                  </a:lnTo>
                  <a:lnTo>
                    <a:pt x="0" y="932972"/>
                  </a:lnTo>
                  <a:lnTo>
                    <a:pt x="0" y="982076"/>
                  </a:lnTo>
                  <a:lnTo>
                    <a:pt x="0" y="1031180"/>
                  </a:lnTo>
                  <a:lnTo>
                    <a:pt x="0" y="1080284"/>
                  </a:lnTo>
                  <a:lnTo>
                    <a:pt x="0" y="1129387"/>
                  </a:lnTo>
                  <a:lnTo>
                    <a:pt x="0" y="1178491"/>
                  </a:lnTo>
                  <a:lnTo>
                    <a:pt x="0" y="1227595"/>
                  </a:lnTo>
                  <a:lnTo>
                    <a:pt x="0" y="1276699"/>
                  </a:lnTo>
                  <a:lnTo>
                    <a:pt x="0" y="1325803"/>
                  </a:lnTo>
                  <a:lnTo>
                    <a:pt x="0" y="1374907"/>
                  </a:lnTo>
                  <a:close/>
                </a:path>
              </a:pathLst>
            </a:cu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" name="tx12"/>
            <p:cNvSpPr/>
            <p:nvPr/>
          </p:nvSpPr>
          <p:spPr>
            <a:xfrm>
              <a:off x="2057864" y="3240300"/>
              <a:ext cx="201808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13" name="tx13"/>
            <p:cNvSpPr/>
            <p:nvPr/>
          </p:nvSpPr>
          <p:spPr>
            <a:xfrm>
              <a:off x="1787392" y="3360722"/>
              <a:ext cx="201808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14" name="tx14"/>
            <p:cNvSpPr/>
            <p:nvPr/>
          </p:nvSpPr>
          <p:spPr>
            <a:xfrm>
              <a:off x="1528741" y="4156768"/>
              <a:ext cx="201808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</a:t>
              </a:r>
            </a:p>
          </p:txBody>
        </p:sp>
        <p:sp>
          <p:nvSpPr>
            <p:cNvPr id="15" name="tx15"/>
            <p:cNvSpPr/>
            <p:nvPr/>
          </p:nvSpPr>
          <p:spPr>
            <a:xfrm>
              <a:off x="2353932" y="4633192"/>
              <a:ext cx="201808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</a:t>
              </a:r>
            </a:p>
          </p:txBody>
        </p:sp>
        <p:sp>
          <p:nvSpPr>
            <p:cNvPr id="16" name="tx16"/>
            <p:cNvSpPr/>
            <p:nvPr/>
          </p:nvSpPr>
          <p:spPr>
            <a:xfrm>
              <a:off x="2883055" y="3716724"/>
              <a:ext cx="201808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N=6</a:t>
              </a:r>
            </a:p>
          </p:txBody>
        </p:sp>
        <p:sp>
          <p:nvSpPr>
            <p:cNvPr id="17" name="tx17"/>
            <p:cNvSpPr/>
            <p:nvPr/>
          </p:nvSpPr>
          <p:spPr>
            <a:xfrm>
              <a:off x="526789" y="2040375"/>
              <a:ext cx="1597365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Season24_25 (N=15)</a:t>
              </a:r>
            </a:p>
          </p:txBody>
        </p:sp>
        <p:sp>
          <p:nvSpPr>
            <p:cNvPr id="18" name="pg18"/>
            <p:cNvSpPr/>
            <p:nvPr/>
          </p:nvSpPr>
          <p:spPr>
            <a:xfrm>
              <a:off x="5147941" y="2551552"/>
              <a:ext cx="718888" cy="1424010"/>
            </a:xfrm>
            <a:custGeom>
              <a:avLst/>
              <a:pathLst>
                <a:path w="718888" h="1424010">
                  <a:moveTo>
                    <a:pt x="718888" y="1424010"/>
                  </a:moveTo>
                  <a:lnTo>
                    <a:pt x="718888" y="1374907"/>
                  </a:lnTo>
                  <a:lnTo>
                    <a:pt x="718888" y="1325803"/>
                  </a:lnTo>
                  <a:lnTo>
                    <a:pt x="718888" y="1276699"/>
                  </a:lnTo>
                  <a:lnTo>
                    <a:pt x="718888" y="1227595"/>
                  </a:lnTo>
                  <a:lnTo>
                    <a:pt x="718888" y="1178491"/>
                  </a:lnTo>
                  <a:lnTo>
                    <a:pt x="718888" y="1129387"/>
                  </a:lnTo>
                  <a:lnTo>
                    <a:pt x="718888" y="1080284"/>
                  </a:lnTo>
                  <a:lnTo>
                    <a:pt x="718888" y="1031180"/>
                  </a:lnTo>
                  <a:lnTo>
                    <a:pt x="718888" y="982076"/>
                  </a:lnTo>
                  <a:lnTo>
                    <a:pt x="718888" y="932972"/>
                  </a:lnTo>
                  <a:lnTo>
                    <a:pt x="718888" y="883868"/>
                  </a:lnTo>
                  <a:lnTo>
                    <a:pt x="718888" y="834764"/>
                  </a:lnTo>
                  <a:lnTo>
                    <a:pt x="718888" y="785661"/>
                  </a:lnTo>
                  <a:lnTo>
                    <a:pt x="718888" y="736557"/>
                  </a:lnTo>
                  <a:lnTo>
                    <a:pt x="718888" y="687453"/>
                  </a:lnTo>
                  <a:lnTo>
                    <a:pt x="718888" y="638349"/>
                  </a:lnTo>
                  <a:lnTo>
                    <a:pt x="718888" y="589245"/>
                  </a:lnTo>
                  <a:lnTo>
                    <a:pt x="718888" y="540142"/>
                  </a:lnTo>
                  <a:lnTo>
                    <a:pt x="718888" y="491038"/>
                  </a:lnTo>
                  <a:lnTo>
                    <a:pt x="718888" y="441934"/>
                  </a:lnTo>
                  <a:lnTo>
                    <a:pt x="718888" y="392830"/>
                  </a:lnTo>
                  <a:lnTo>
                    <a:pt x="718888" y="343726"/>
                  </a:lnTo>
                  <a:lnTo>
                    <a:pt x="718888" y="294622"/>
                  </a:lnTo>
                  <a:lnTo>
                    <a:pt x="718888" y="245519"/>
                  </a:lnTo>
                  <a:lnTo>
                    <a:pt x="718888" y="196415"/>
                  </a:lnTo>
                  <a:lnTo>
                    <a:pt x="718888" y="147311"/>
                  </a:lnTo>
                  <a:lnTo>
                    <a:pt x="718888" y="98207"/>
                  </a:lnTo>
                  <a:lnTo>
                    <a:pt x="718888" y="49103"/>
                  </a:lnTo>
                  <a:lnTo>
                    <a:pt x="718888" y="0"/>
                  </a:lnTo>
                  <a:lnTo>
                    <a:pt x="668660" y="886"/>
                  </a:lnTo>
                  <a:lnTo>
                    <a:pt x="618495" y="3543"/>
                  </a:lnTo>
                  <a:lnTo>
                    <a:pt x="568455" y="7968"/>
                  </a:lnTo>
                  <a:lnTo>
                    <a:pt x="518602" y="14155"/>
                  </a:lnTo>
                  <a:lnTo>
                    <a:pt x="468998" y="22097"/>
                  </a:lnTo>
                  <a:lnTo>
                    <a:pt x="419705" y="31783"/>
                  </a:lnTo>
                  <a:lnTo>
                    <a:pt x="370785" y="43202"/>
                  </a:lnTo>
                  <a:lnTo>
                    <a:pt x="322298" y="56340"/>
                  </a:lnTo>
                  <a:lnTo>
                    <a:pt x="274304" y="71179"/>
                  </a:lnTo>
                  <a:lnTo>
                    <a:pt x="226864" y="87702"/>
                  </a:lnTo>
                  <a:lnTo>
                    <a:pt x="180036" y="105888"/>
                  </a:lnTo>
                  <a:lnTo>
                    <a:pt x="133878" y="125715"/>
                  </a:lnTo>
                  <a:lnTo>
                    <a:pt x="88449" y="147157"/>
                  </a:lnTo>
                  <a:lnTo>
                    <a:pt x="43804" y="170188"/>
                  </a:lnTo>
                  <a:lnTo>
                    <a:pt x="0" y="194780"/>
                  </a:lnTo>
                  <a:lnTo>
                    <a:pt x="24789" y="237167"/>
                  </a:lnTo>
                  <a:lnTo>
                    <a:pt x="49578" y="279555"/>
                  </a:lnTo>
                  <a:lnTo>
                    <a:pt x="74367" y="321942"/>
                  </a:lnTo>
                  <a:lnTo>
                    <a:pt x="99156" y="364329"/>
                  </a:lnTo>
                  <a:lnTo>
                    <a:pt x="123946" y="406716"/>
                  </a:lnTo>
                  <a:lnTo>
                    <a:pt x="148735" y="449104"/>
                  </a:lnTo>
                  <a:lnTo>
                    <a:pt x="173524" y="491491"/>
                  </a:lnTo>
                  <a:lnTo>
                    <a:pt x="198313" y="533878"/>
                  </a:lnTo>
                  <a:lnTo>
                    <a:pt x="223103" y="576265"/>
                  </a:lnTo>
                  <a:lnTo>
                    <a:pt x="247892" y="618653"/>
                  </a:lnTo>
                  <a:lnTo>
                    <a:pt x="272681" y="661040"/>
                  </a:lnTo>
                  <a:lnTo>
                    <a:pt x="297470" y="703427"/>
                  </a:lnTo>
                  <a:lnTo>
                    <a:pt x="322260" y="745814"/>
                  </a:lnTo>
                  <a:lnTo>
                    <a:pt x="347049" y="788202"/>
                  </a:lnTo>
                  <a:lnTo>
                    <a:pt x="371838" y="830589"/>
                  </a:lnTo>
                  <a:lnTo>
                    <a:pt x="396627" y="872976"/>
                  </a:lnTo>
                  <a:lnTo>
                    <a:pt x="421417" y="915363"/>
                  </a:lnTo>
                  <a:lnTo>
                    <a:pt x="446206" y="957751"/>
                  </a:lnTo>
                  <a:lnTo>
                    <a:pt x="470995" y="1000138"/>
                  </a:lnTo>
                  <a:lnTo>
                    <a:pt x="495784" y="1042525"/>
                  </a:lnTo>
                  <a:lnTo>
                    <a:pt x="520574" y="1084912"/>
                  </a:lnTo>
                  <a:lnTo>
                    <a:pt x="545363" y="1127300"/>
                  </a:lnTo>
                  <a:lnTo>
                    <a:pt x="570152" y="1169687"/>
                  </a:lnTo>
                  <a:lnTo>
                    <a:pt x="594941" y="1212074"/>
                  </a:lnTo>
                  <a:lnTo>
                    <a:pt x="619731" y="1254461"/>
                  </a:lnTo>
                  <a:lnTo>
                    <a:pt x="644520" y="1296849"/>
                  </a:lnTo>
                  <a:lnTo>
                    <a:pt x="669309" y="1339236"/>
                  </a:lnTo>
                  <a:lnTo>
                    <a:pt x="694098" y="1381623"/>
                  </a:lnTo>
                  <a:close/>
                </a:path>
              </a:pathLst>
            </a:cu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pg19"/>
            <p:cNvSpPr/>
            <p:nvPr/>
          </p:nvSpPr>
          <p:spPr>
            <a:xfrm>
              <a:off x="4459815" y="2746332"/>
              <a:ext cx="1407014" cy="1229230"/>
            </a:xfrm>
            <a:custGeom>
              <a:avLst/>
              <a:pathLst>
                <a:path w="1407014" h="1229230">
                  <a:moveTo>
                    <a:pt x="1407014" y="1229230"/>
                  </a:moveTo>
                  <a:lnTo>
                    <a:pt x="1382225" y="1186842"/>
                  </a:lnTo>
                  <a:lnTo>
                    <a:pt x="1357435" y="1144455"/>
                  </a:lnTo>
                  <a:lnTo>
                    <a:pt x="1332646" y="1102068"/>
                  </a:lnTo>
                  <a:lnTo>
                    <a:pt x="1307857" y="1059681"/>
                  </a:lnTo>
                  <a:lnTo>
                    <a:pt x="1283068" y="1017293"/>
                  </a:lnTo>
                  <a:lnTo>
                    <a:pt x="1258278" y="974906"/>
                  </a:lnTo>
                  <a:lnTo>
                    <a:pt x="1233489" y="932519"/>
                  </a:lnTo>
                  <a:lnTo>
                    <a:pt x="1208700" y="890132"/>
                  </a:lnTo>
                  <a:lnTo>
                    <a:pt x="1183911" y="847744"/>
                  </a:lnTo>
                  <a:lnTo>
                    <a:pt x="1159121" y="805357"/>
                  </a:lnTo>
                  <a:lnTo>
                    <a:pt x="1134332" y="762970"/>
                  </a:lnTo>
                  <a:lnTo>
                    <a:pt x="1109543" y="720583"/>
                  </a:lnTo>
                  <a:lnTo>
                    <a:pt x="1084754" y="678195"/>
                  </a:lnTo>
                  <a:lnTo>
                    <a:pt x="1059964" y="635808"/>
                  </a:lnTo>
                  <a:lnTo>
                    <a:pt x="1035175" y="593421"/>
                  </a:lnTo>
                  <a:lnTo>
                    <a:pt x="1010386" y="551034"/>
                  </a:lnTo>
                  <a:lnTo>
                    <a:pt x="985597" y="508646"/>
                  </a:lnTo>
                  <a:lnTo>
                    <a:pt x="960808" y="466259"/>
                  </a:lnTo>
                  <a:lnTo>
                    <a:pt x="936018" y="423872"/>
                  </a:lnTo>
                  <a:lnTo>
                    <a:pt x="911229" y="381485"/>
                  </a:lnTo>
                  <a:lnTo>
                    <a:pt x="886440" y="339097"/>
                  </a:lnTo>
                  <a:lnTo>
                    <a:pt x="861651" y="296710"/>
                  </a:lnTo>
                  <a:lnTo>
                    <a:pt x="836861" y="254323"/>
                  </a:lnTo>
                  <a:lnTo>
                    <a:pt x="812072" y="211936"/>
                  </a:lnTo>
                  <a:lnTo>
                    <a:pt x="787283" y="169548"/>
                  </a:lnTo>
                  <a:lnTo>
                    <a:pt x="762494" y="127161"/>
                  </a:lnTo>
                  <a:lnTo>
                    <a:pt x="737704" y="84774"/>
                  </a:lnTo>
                  <a:lnTo>
                    <a:pt x="712915" y="42387"/>
                  </a:lnTo>
                  <a:lnTo>
                    <a:pt x="688126" y="0"/>
                  </a:lnTo>
                  <a:lnTo>
                    <a:pt x="646619" y="25234"/>
                  </a:lnTo>
                  <a:lnTo>
                    <a:pt x="605997" y="51869"/>
                  </a:lnTo>
                  <a:lnTo>
                    <a:pt x="566307" y="79874"/>
                  </a:lnTo>
                  <a:lnTo>
                    <a:pt x="527595" y="109217"/>
                  </a:lnTo>
                  <a:lnTo>
                    <a:pt x="489907" y="139862"/>
                  </a:lnTo>
                  <a:lnTo>
                    <a:pt x="453285" y="171776"/>
                  </a:lnTo>
                  <a:lnTo>
                    <a:pt x="417774" y="204920"/>
                  </a:lnTo>
                  <a:lnTo>
                    <a:pt x="383413" y="239256"/>
                  </a:lnTo>
                  <a:lnTo>
                    <a:pt x="350244" y="274743"/>
                  </a:lnTo>
                  <a:lnTo>
                    <a:pt x="318304" y="311342"/>
                  </a:lnTo>
                  <a:lnTo>
                    <a:pt x="287631" y="349008"/>
                  </a:lnTo>
                  <a:lnTo>
                    <a:pt x="258261" y="387699"/>
                  </a:lnTo>
                  <a:lnTo>
                    <a:pt x="230227" y="427369"/>
                  </a:lnTo>
                  <a:lnTo>
                    <a:pt x="203563" y="467972"/>
                  </a:lnTo>
                  <a:lnTo>
                    <a:pt x="178299" y="509461"/>
                  </a:lnTo>
                  <a:lnTo>
                    <a:pt x="154465" y="551787"/>
                  </a:lnTo>
                  <a:lnTo>
                    <a:pt x="132088" y="594902"/>
                  </a:lnTo>
                  <a:lnTo>
                    <a:pt x="111195" y="638755"/>
                  </a:lnTo>
                  <a:lnTo>
                    <a:pt x="91810" y="683294"/>
                  </a:lnTo>
                  <a:lnTo>
                    <a:pt x="73955" y="728470"/>
                  </a:lnTo>
                  <a:lnTo>
                    <a:pt x="57651" y="774227"/>
                  </a:lnTo>
                  <a:lnTo>
                    <a:pt x="42918" y="820515"/>
                  </a:lnTo>
                  <a:lnTo>
                    <a:pt x="29771" y="867277"/>
                  </a:lnTo>
                  <a:lnTo>
                    <a:pt x="18227" y="914461"/>
                  </a:lnTo>
                  <a:lnTo>
                    <a:pt x="8300" y="962012"/>
                  </a:lnTo>
                  <a:lnTo>
                    <a:pt x="0" y="1009873"/>
                  </a:lnTo>
                  <a:lnTo>
                    <a:pt x="48517" y="1017437"/>
                  </a:lnTo>
                  <a:lnTo>
                    <a:pt x="97035" y="1025001"/>
                  </a:lnTo>
                  <a:lnTo>
                    <a:pt x="145553" y="1032565"/>
                  </a:lnTo>
                  <a:lnTo>
                    <a:pt x="194070" y="1040129"/>
                  </a:lnTo>
                  <a:lnTo>
                    <a:pt x="242588" y="1047693"/>
                  </a:lnTo>
                  <a:lnTo>
                    <a:pt x="291106" y="1055257"/>
                  </a:lnTo>
                  <a:lnTo>
                    <a:pt x="339624" y="1062821"/>
                  </a:lnTo>
                  <a:lnTo>
                    <a:pt x="388141" y="1070385"/>
                  </a:lnTo>
                  <a:lnTo>
                    <a:pt x="436659" y="1077949"/>
                  </a:lnTo>
                  <a:lnTo>
                    <a:pt x="485177" y="1085513"/>
                  </a:lnTo>
                  <a:lnTo>
                    <a:pt x="533695" y="1093077"/>
                  </a:lnTo>
                  <a:lnTo>
                    <a:pt x="582212" y="1100641"/>
                  </a:lnTo>
                  <a:lnTo>
                    <a:pt x="630730" y="1108205"/>
                  </a:lnTo>
                  <a:lnTo>
                    <a:pt x="679248" y="1115769"/>
                  </a:lnTo>
                  <a:lnTo>
                    <a:pt x="727766" y="1123333"/>
                  </a:lnTo>
                  <a:lnTo>
                    <a:pt x="776283" y="1130897"/>
                  </a:lnTo>
                  <a:lnTo>
                    <a:pt x="824801" y="1138461"/>
                  </a:lnTo>
                  <a:lnTo>
                    <a:pt x="873319" y="1146025"/>
                  </a:lnTo>
                  <a:lnTo>
                    <a:pt x="921837" y="1153589"/>
                  </a:lnTo>
                  <a:lnTo>
                    <a:pt x="970354" y="1161153"/>
                  </a:lnTo>
                  <a:lnTo>
                    <a:pt x="1018872" y="1168717"/>
                  </a:lnTo>
                  <a:lnTo>
                    <a:pt x="1067390" y="1176282"/>
                  </a:lnTo>
                  <a:lnTo>
                    <a:pt x="1115907" y="1183846"/>
                  </a:lnTo>
                  <a:lnTo>
                    <a:pt x="1164425" y="1191410"/>
                  </a:lnTo>
                  <a:lnTo>
                    <a:pt x="1212943" y="1198974"/>
                  </a:lnTo>
                  <a:lnTo>
                    <a:pt x="1261461" y="1206538"/>
                  </a:lnTo>
                  <a:lnTo>
                    <a:pt x="1309978" y="1214102"/>
                  </a:lnTo>
                  <a:lnTo>
                    <a:pt x="1358496" y="1221666"/>
                  </a:lnTo>
                  <a:close/>
                </a:path>
              </a:pathLst>
            </a:cu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pg20"/>
            <p:cNvSpPr/>
            <p:nvPr/>
          </p:nvSpPr>
          <p:spPr>
            <a:xfrm>
              <a:off x="4442986" y="3756206"/>
              <a:ext cx="2401273" cy="1643315"/>
            </a:xfrm>
            <a:custGeom>
              <a:avLst/>
              <a:pathLst>
                <a:path w="2401273" h="1643315">
                  <a:moveTo>
                    <a:pt x="1423843" y="219356"/>
                  </a:moveTo>
                  <a:lnTo>
                    <a:pt x="1375325" y="211792"/>
                  </a:lnTo>
                  <a:lnTo>
                    <a:pt x="1326807" y="204228"/>
                  </a:lnTo>
                  <a:lnTo>
                    <a:pt x="1278290" y="196664"/>
                  </a:lnTo>
                  <a:lnTo>
                    <a:pt x="1229772" y="189100"/>
                  </a:lnTo>
                  <a:lnTo>
                    <a:pt x="1181254" y="181536"/>
                  </a:lnTo>
                  <a:lnTo>
                    <a:pt x="1132736" y="173972"/>
                  </a:lnTo>
                  <a:lnTo>
                    <a:pt x="1084219" y="166408"/>
                  </a:lnTo>
                  <a:lnTo>
                    <a:pt x="1035701" y="158844"/>
                  </a:lnTo>
                  <a:lnTo>
                    <a:pt x="987183" y="151280"/>
                  </a:lnTo>
                  <a:lnTo>
                    <a:pt x="938665" y="143716"/>
                  </a:lnTo>
                  <a:lnTo>
                    <a:pt x="890148" y="136152"/>
                  </a:lnTo>
                  <a:lnTo>
                    <a:pt x="841630" y="128588"/>
                  </a:lnTo>
                  <a:lnTo>
                    <a:pt x="793112" y="121024"/>
                  </a:lnTo>
                  <a:lnTo>
                    <a:pt x="744594" y="113460"/>
                  </a:lnTo>
                  <a:lnTo>
                    <a:pt x="696077" y="105896"/>
                  </a:lnTo>
                  <a:lnTo>
                    <a:pt x="647559" y="98332"/>
                  </a:lnTo>
                  <a:lnTo>
                    <a:pt x="599041" y="90768"/>
                  </a:lnTo>
                  <a:lnTo>
                    <a:pt x="550524" y="83204"/>
                  </a:lnTo>
                  <a:lnTo>
                    <a:pt x="502006" y="75640"/>
                  </a:lnTo>
                  <a:lnTo>
                    <a:pt x="453488" y="68076"/>
                  </a:lnTo>
                  <a:lnTo>
                    <a:pt x="404970" y="60512"/>
                  </a:lnTo>
                  <a:lnTo>
                    <a:pt x="356453" y="52948"/>
                  </a:lnTo>
                  <a:lnTo>
                    <a:pt x="307935" y="45384"/>
                  </a:lnTo>
                  <a:lnTo>
                    <a:pt x="259417" y="37820"/>
                  </a:lnTo>
                  <a:lnTo>
                    <a:pt x="210899" y="30256"/>
                  </a:lnTo>
                  <a:lnTo>
                    <a:pt x="162382" y="22692"/>
                  </a:lnTo>
                  <a:lnTo>
                    <a:pt x="113864" y="15128"/>
                  </a:lnTo>
                  <a:lnTo>
                    <a:pt x="65346" y="7564"/>
                  </a:lnTo>
                  <a:lnTo>
                    <a:pt x="16828" y="0"/>
                  </a:lnTo>
                  <a:lnTo>
                    <a:pt x="10185" y="47955"/>
                  </a:lnTo>
                  <a:lnTo>
                    <a:pt x="5175" y="96109"/>
                  </a:lnTo>
                  <a:lnTo>
                    <a:pt x="1806" y="144405"/>
                  </a:lnTo>
                  <a:lnTo>
                    <a:pt x="80" y="192787"/>
                  </a:lnTo>
                  <a:lnTo>
                    <a:pt x="0" y="241201"/>
                  </a:lnTo>
                  <a:lnTo>
                    <a:pt x="1565" y="289589"/>
                  </a:lnTo>
                  <a:lnTo>
                    <a:pt x="4774" y="337896"/>
                  </a:lnTo>
                  <a:lnTo>
                    <a:pt x="9624" y="386066"/>
                  </a:lnTo>
                  <a:lnTo>
                    <a:pt x="16108" y="434043"/>
                  </a:lnTo>
                  <a:lnTo>
                    <a:pt x="24220" y="481772"/>
                  </a:lnTo>
                  <a:lnTo>
                    <a:pt x="33949" y="529198"/>
                  </a:lnTo>
                  <a:lnTo>
                    <a:pt x="45285" y="576265"/>
                  </a:lnTo>
                  <a:lnTo>
                    <a:pt x="58214" y="622921"/>
                  </a:lnTo>
                  <a:lnTo>
                    <a:pt x="72721" y="669109"/>
                  </a:lnTo>
                  <a:lnTo>
                    <a:pt x="88791" y="714778"/>
                  </a:lnTo>
                  <a:lnTo>
                    <a:pt x="106403" y="759874"/>
                  </a:lnTo>
                  <a:lnTo>
                    <a:pt x="125538" y="804346"/>
                  </a:lnTo>
                  <a:lnTo>
                    <a:pt x="146174" y="848141"/>
                  </a:lnTo>
                  <a:lnTo>
                    <a:pt x="168287" y="891209"/>
                  </a:lnTo>
                  <a:lnTo>
                    <a:pt x="191851" y="933501"/>
                  </a:lnTo>
                  <a:lnTo>
                    <a:pt x="216839" y="974968"/>
                  </a:lnTo>
                  <a:lnTo>
                    <a:pt x="243222" y="1015561"/>
                  </a:lnTo>
                  <a:lnTo>
                    <a:pt x="270970" y="1055233"/>
                  </a:lnTo>
                  <a:lnTo>
                    <a:pt x="300050" y="1093940"/>
                  </a:lnTo>
                  <a:lnTo>
                    <a:pt x="330429" y="1131636"/>
                  </a:lnTo>
                  <a:lnTo>
                    <a:pt x="362072" y="1168277"/>
                  </a:lnTo>
                  <a:lnTo>
                    <a:pt x="394943" y="1203821"/>
                  </a:lnTo>
                  <a:lnTo>
                    <a:pt x="429002" y="1238228"/>
                  </a:lnTo>
                  <a:lnTo>
                    <a:pt x="464212" y="1271457"/>
                  </a:lnTo>
                  <a:lnTo>
                    <a:pt x="500530" y="1303469"/>
                  </a:lnTo>
                  <a:lnTo>
                    <a:pt x="537916" y="1334229"/>
                  </a:lnTo>
                  <a:lnTo>
                    <a:pt x="576326" y="1363700"/>
                  </a:lnTo>
                  <a:lnTo>
                    <a:pt x="615716" y="1391848"/>
                  </a:lnTo>
                  <a:lnTo>
                    <a:pt x="656039" y="1418641"/>
                  </a:lnTo>
                  <a:lnTo>
                    <a:pt x="697250" y="1444048"/>
                  </a:lnTo>
                  <a:lnTo>
                    <a:pt x="739301" y="1468039"/>
                  </a:lnTo>
                  <a:lnTo>
                    <a:pt x="782143" y="1490587"/>
                  </a:lnTo>
                  <a:lnTo>
                    <a:pt x="825727" y="1511666"/>
                  </a:lnTo>
                  <a:lnTo>
                    <a:pt x="870003" y="1531251"/>
                  </a:lnTo>
                  <a:lnTo>
                    <a:pt x="914918" y="1549320"/>
                  </a:lnTo>
                  <a:lnTo>
                    <a:pt x="960422" y="1565851"/>
                  </a:lnTo>
                  <a:lnTo>
                    <a:pt x="1006461" y="1580826"/>
                  </a:lnTo>
                  <a:lnTo>
                    <a:pt x="1052982" y="1594227"/>
                  </a:lnTo>
                  <a:lnTo>
                    <a:pt x="1099933" y="1606039"/>
                  </a:lnTo>
                  <a:lnTo>
                    <a:pt x="1147258" y="1616248"/>
                  </a:lnTo>
                  <a:lnTo>
                    <a:pt x="1194902" y="1624843"/>
                  </a:lnTo>
                  <a:lnTo>
                    <a:pt x="1242811" y="1631813"/>
                  </a:lnTo>
                  <a:lnTo>
                    <a:pt x="1290929" y="1637151"/>
                  </a:lnTo>
                  <a:lnTo>
                    <a:pt x="1339201" y="1640849"/>
                  </a:lnTo>
                  <a:lnTo>
                    <a:pt x="1387571" y="1642905"/>
                  </a:lnTo>
                  <a:lnTo>
                    <a:pt x="1435983" y="1643315"/>
                  </a:lnTo>
                  <a:lnTo>
                    <a:pt x="1484381" y="1642080"/>
                  </a:lnTo>
                  <a:lnTo>
                    <a:pt x="1532708" y="1639200"/>
                  </a:lnTo>
                  <a:lnTo>
                    <a:pt x="1580910" y="1634678"/>
                  </a:lnTo>
                  <a:lnTo>
                    <a:pt x="1628931" y="1628521"/>
                  </a:lnTo>
                  <a:lnTo>
                    <a:pt x="1676714" y="1620735"/>
                  </a:lnTo>
                  <a:lnTo>
                    <a:pt x="1724205" y="1611330"/>
                  </a:lnTo>
                  <a:lnTo>
                    <a:pt x="1771349" y="1600315"/>
                  </a:lnTo>
                  <a:lnTo>
                    <a:pt x="1818091" y="1587704"/>
                  </a:lnTo>
                  <a:lnTo>
                    <a:pt x="1864377" y="1573511"/>
                  </a:lnTo>
                  <a:lnTo>
                    <a:pt x="1910154" y="1557754"/>
                  </a:lnTo>
                  <a:lnTo>
                    <a:pt x="1955370" y="1540449"/>
                  </a:lnTo>
                  <a:lnTo>
                    <a:pt x="1999970" y="1521617"/>
                  </a:lnTo>
                  <a:lnTo>
                    <a:pt x="2043905" y="1501280"/>
                  </a:lnTo>
                  <a:lnTo>
                    <a:pt x="2087123" y="1479462"/>
                  </a:lnTo>
                  <a:lnTo>
                    <a:pt x="2129575" y="1456187"/>
                  </a:lnTo>
                  <a:lnTo>
                    <a:pt x="2171211" y="1431482"/>
                  </a:lnTo>
                  <a:lnTo>
                    <a:pt x="2211983" y="1405376"/>
                  </a:lnTo>
                  <a:lnTo>
                    <a:pt x="2251843" y="1377899"/>
                  </a:lnTo>
                  <a:lnTo>
                    <a:pt x="2290747" y="1349083"/>
                  </a:lnTo>
                  <a:lnTo>
                    <a:pt x="2328649" y="1318962"/>
                  </a:lnTo>
                  <a:lnTo>
                    <a:pt x="2365505" y="1287569"/>
                  </a:lnTo>
                  <a:lnTo>
                    <a:pt x="2401273" y="1254942"/>
                  </a:lnTo>
                  <a:lnTo>
                    <a:pt x="2367568" y="1219232"/>
                  </a:lnTo>
                  <a:lnTo>
                    <a:pt x="2333864" y="1183522"/>
                  </a:lnTo>
                  <a:lnTo>
                    <a:pt x="2300159" y="1147812"/>
                  </a:lnTo>
                  <a:lnTo>
                    <a:pt x="2266455" y="1112102"/>
                  </a:lnTo>
                  <a:lnTo>
                    <a:pt x="2232750" y="1076393"/>
                  </a:lnTo>
                  <a:lnTo>
                    <a:pt x="2199046" y="1040683"/>
                  </a:lnTo>
                  <a:lnTo>
                    <a:pt x="2165341" y="1004973"/>
                  </a:lnTo>
                  <a:lnTo>
                    <a:pt x="2131637" y="969263"/>
                  </a:lnTo>
                  <a:lnTo>
                    <a:pt x="2097932" y="933553"/>
                  </a:lnTo>
                  <a:lnTo>
                    <a:pt x="2064228" y="897843"/>
                  </a:lnTo>
                  <a:lnTo>
                    <a:pt x="2030523" y="862134"/>
                  </a:lnTo>
                  <a:lnTo>
                    <a:pt x="1996819" y="826424"/>
                  </a:lnTo>
                  <a:lnTo>
                    <a:pt x="1963114" y="790714"/>
                  </a:lnTo>
                  <a:lnTo>
                    <a:pt x="1929410" y="755004"/>
                  </a:lnTo>
                  <a:lnTo>
                    <a:pt x="1895706" y="719294"/>
                  </a:lnTo>
                  <a:lnTo>
                    <a:pt x="1862001" y="683584"/>
                  </a:lnTo>
                  <a:lnTo>
                    <a:pt x="1828297" y="647874"/>
                  </a:lnTo>
                  <a:lnTo>
                    <a:pt x="1794592" y="612165"/>
                  </a:lnTo>
                  <a:lnTo>
                    <a:pt x="1760888" y="576455"/>
                  </a:lnTo>
                  <a:lnTo>
                    <a:pt x="1727183" y="540745"/>
                  </a:lnTo>
                  <a:lnTo>
                    <a:pt x="1693479" y="505035"/>
                  </a:lnTo>
                  <a:lnTo>
                    <a:pt x="1659774" y="469325"/>
                  </a:lnTo>
                  <a:lnTo>
                    <a:pt x="1626070" y="433615"/>
                  </a:lnTo>
                  <a:lnTo>
                    <a:pt x="1592365" y="397905"/>
                  </a:lnTo>
                  <a:lnTo>
                    <a:pt x="1558661" y="362196"/>
                  </a:lnTo>
                  <a:lnTo>
                    <a:pt x="1524956" y="326486"/>
                  </a:lnTo>
                  <a:lnTo>
                    <a:pt x="1491252" y="290776"/>
                  </a:lnTo>
                  <a:lnTo>
                    <a:pt x="1457547" y="255066"/>
                  </a:lnTo>
                  <a:close/>
                </a:path>
              </a:pathLst>
            </a:cu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pg21"/>
            <p:cNvSpPr/>
            <p:nvPr/>
          </p:nvSpPr>
          <p:spPr>
            <a:xfrm>
              <a:off x="5866829" y="3975562"/>
              <a:ext cx="1404474" cy="1035585"/>
            </a:xfrm>
            <a:custGeom>
              <a:avLst/>
              <a:pathLst>
                <a:path w="1404474" h="1035585">
                  <a:moveTo>
                    <a:pt x="0" y="0"/>
                  </a:moveTo>
                  <a:lnTo>
                    <a:pt x="33704" y="35709"/>
                  </a:lnTo>
                  <a:lnTo>
                    <a:pt x="67408" y="71419"/>
                  </a:lnTo>
                  <a:lnTo>
                    <a:pt x="101113" y="107129"/>
                  </a:lnTo>
                  <a:lnTo>
                    <a:pt x="134817" y="142839"/>
                  </a:lnTo>
                  <a:lnTo>
                    <a:pt x="168522" y="178549"/>
                  </a:lnTo>
                  <a:lnTo>
                    <a:pt x="202226" y="214259"/>
                  </a:lnTo>
                  <a:lnTo>
                    <a:pt x="235931" y="249968"/>
                  </a:lnTo>
                  <a:lnTo>
                    <a:pt x="269635" y="285678"/>
                  </a:lnTo>
                  <a:lnTo>
                    <a:pt x="303340" y="321388"/>
                  </a:lnTo>
                  <a:lnTo>
                    <a:pt x="337044" y="357098"/>
                  </a:lnTo>
                  <a:lnTo>
                    <a:pt x="370749" y="392808"/>
                  </a:lnTo>
                  <a:lnTo>
                    <a:pt x="404453" y="428518"/>
                  </a:lnTo>
                  <a:lnTo>
                    <a:pt x="438158" y="464228"/>
                  </a:lnTo>
                  <a:lnTo>
                    <a:pt x="471862" y="499937"/>
                  </a:lnTo>
                  <a:lnTo>
                    <a:pt x="505567" y="535647"/>
                  </a:lnTo>
                  <a:lnTo>
                    <a:pt x="539271" y="571357"/>
                  </a:lnTo>
                  <a:lnTo>
                    <a:pt x="572976" y="607067"/>
                  </a:lnTo>
                  <a:lnTo>
                    <a:pt x="606680" y="642777"/>
                  </a:lnTo>
                  <a:lnTo>
                    <a:pt x="640385" y="678487"/>
                  </a:lnTo>
                  <a:lnTo>
                    <a:pt x="674089" y="714196"/>
                  </a:lnTo>
                  <a:lnTo>
                    <a:pt x="707794" y="749906"/>
                  </a:lnTo>
                  <a:lnTo>
                    <a:pt x="741498" y="785616"/>
                  </a:lnTo>
                  <a:lnTo>
                    <a:pt x="775203" y="821326"/>
                  </a:lnTo>
                  <a:lnTo>
                    <a:pt x="808907" y="857036"/>
                  </a:lnTo>
                  <a:lnTo>
                    <a:pt x="842612" y="892746"/>
                  </a:lnTo>
                  <a:lnTo>
                    <a:pt x="876316" y="928456"/>
                  </a:lnTo>
                  <a:lnTo>
                    <a:pt x="910020" y="964165"/>
                  </a:lnTo>
                  <a:lnTo>
                    <a:pt x="943725" y="999875"/>
                  </a:lnTo>
                  <a:lnTo>
                    <a:pt x="977429" y="1035585"/>
                  </a:lnTo>
                  <a:lnTo>
                    <a:pt x="1012196" y="1001630"/>
                  </a:lnTo>
                  <a:lnTo>
                    <a:pt x="1045785" y="966509"/>
                  </a:lnTo>
                  <a:lnTo>
                    <a:pt x="1078155" y="930262"/>
                  </a:lnTo>
                  <a:lnTo>
                    <a:pt x="1109269" y="892931"/>
                  </a:lnTo>
                  <a:lnTo>
                    <a:pt x="1139092" y="854561"/>
                  </a:lnTo>
                  <a:lnTo>
                    <a:pt x="1167588" y="815195"/>
                  </a:lnTo>
                  <a:lnTo>
                    <a:pt x="1194724" y="774880"/>
                  </a:lnTo>
                  <a:lnTo>
                    <a:pt x="1220469" y="733663"/>
                  </a:lnTo>
                  <a:lnTo>
                    <a:pt x="1244792" y="691591"/>
                  </a:lnTo>
                  <a:lnTo>
                    <a:pt x="1267666" y="648713"/>
                  </a:lnTo>
                  <a:lnTo>
                    <a:pt x="1289063" y="605080"/>
                  </a:lnTo>
                  <a:lnTo>
                    <a:pt x="1308959" y="560743"/>
                  </a:lnTo>
                  <a:lnTo>
                    <a:pt x="1327330" y="515752"/>
                  </a:lnTo>
                  <a:lnTo>
                    <a:pt x="1344156" y="470160"/>
                  </a:lnTo>
                  <a:lnTo>
                    <a:pt x="1359416" y="424021"/>
                  </a:lnTo>
                  <a:lnTo>
                    <a:pt x="1373092" y="377389"/>
                  </a:lnTo>
                  <a:lnTo>
                    <a:pt x="1385170" y="330316"/>
                  </a:lnTo>
                  <a:lnTo>
                    <a:pt x="1395635" y="282859"/>
                  </a:lnTo>
                  <a:lnTo>
                    <a:pt x="1404474" y="235073"/>
                  </a:lnTo>
                  <a:lnTo>
                    <a:pt x="1356043" y="226967"/>
                  </a:lnTo>
                  <a:lnTo>
                    <a:pt x="1307613" y="218861"/>
                  </a:lnTo>
                  <a:lnTo>
                    <a:pt x="1259183" y="210755"/>
                  </a:lnTo>
                  <a:lnTo>
                    <a:pt x="1210753" y="202649"/>
                  </a:lnTo>
                  <a:lnTo>
                    <a:pt x="1162323" y="194543"/>
                  </a:lnTo>
                  <a:lnTo>
                    <a:pt x="1113893" y="186437"/>
                  </a:lnTo>
                  <a:lnTo>
                    <a:pt x="1065463" y="178331"/>
                  </a:lnTo>
                  <a:lnTo>
                    <a:pt x="1017032" y="170225"/>
                  </a:lnTo>
                  <a:lnTo>
                    <a:pt x="968602" y="162119"/>
                  </a:lnTo>
                  <a:lnTo>
                    <a:pt x="920172" y="154013"/>
                  </a:lnTo>
                  <a:lnTo>
                    <a:pt x="871742" y="145907"/>
                  </a:lnTo>
                  <a:lnTo>
                    <a:pt x="823312" y="137801"/>
                  </a:lnTo>
                  <a:lnTo>
                    <a:pt x="774882" y="129695"/>
                  </a:lnTo>
                  <a:lnTo>
                    <a:pt x="726452" y="121589"/>
                  </a:lnTo>
                  <a:lnTo>
                    <a:pt x="678021" y="113483"/>
                  </a:lnTo>
                  <a:lnTo>
                    <a:pt x="629591" y="105377"/>
                  </a:lnTo>
                  <a:lnTo>
                    <a:pt x="581161" y="97271"/>
                  </a:lnTo>
                  <a:lnTo>
                    <a:pt x="532731" y="89165"/>
                  </a:lnTo>
                  <a:lnTo>
                    <a:pt x="484301" y="81059"/>
                  </a:lnTo>
                  <a:lnTo>
                    <a:pt x="435871" y="72953"/>
                  </a:lnTo>
                  <a:lnTo>
                    <a:pt x="387441" y="64847"/>
                  </a:lnTo>
                  <a:lnTo>
                    <a:pt x="339010" y="56741"/>
                  </a:lnTo>
                  <a:lnTo>
                    <a:pt x="290580" y="48635"/>
                  </a:lnTo>
                  <a:lnTo>
                    <a:pt x="242150" y="40529"/>
                  </a:lnTo>
                  <a:lnTo>
                    <a:pt x="193720" y="32423"/>
                  </a:lnTo>
                  <a:lnTo>
                    <a:pt x="145290" y="24317"/>
                  </a:lnTo>
                  <a:lnTo>
                    <a:pt x="96860" y="16211"/>
                  </a:lnTo>
                  <a:lnTo>
                    <a:pt x="48430" y="8105"/>
                  </a:lnTo>
                  <a:close/>
                </a:path>
              </a:pathLst>
            </a:cu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pg22"/>
            <p:cNvSpPr/>
            <p:nvPr/>
          </p:nvSpPr>
          <p:spPr>
            <a:xfrm>
              <a:off x="5866829" y="2551552"/>
              <a:ext cx="1423996" cy="1659084"/>
            </a:xfrm>
            <a:custGeom>
              <a:avLst/>
              <a:pathLst>
                <a:path w="1423996" h="1659084">
                  <a:moveTo>
                    <a:pt x="0" y="1424010"/>
                  </a:moveTo>
                  <a:lnTo>
                    <a:pt x="48430" y="1432116"/>
                  </a:lnTo>
                  <a:lnTo>
                    <a:pt x="96860" y="1440222"/>
                  </a:lnTo>
                  <a:lnTo>
                    <a:pt x="145290" y="1448328"/>
                  </a:lnTo>
                  <a:lnTo>
                    <a:pt x="193720" y="1456434"/>
                  </a:lnTo>
                  <a:lnTo>
                    <a:pt x="242150" y="1464540"/>
                  </a:lnTo>
                  <a:lnTo>
                    <a:pt x="290580" y="1472646"/>
                  </a:lnTo>
                  <a:lnTo>
                    <a:pt x="339010" y="1480752"/>
                  </a:lnTo>
                  <a:lnTo>
                    <a:pt x="387441" y="1488858"/>
                  </a:lnTo>
                  <a:lnTo>
                    <a:pt x="435871" y="1496964"/>
                  </a:lnTo>
                  <a:lnTo>
                    <a:pt x="484301" y="1505070"/>
                  </a:lnTo>
                  <a:lnTo>
                    <a:pt x="532731" y="1513176"/>
                  </a:lnTo>
                  <a:lnTo>
                    <a:pt x="581161" y="1521282"/>
                  </a:lnTo>
                  <a:lnTo>
                    <a:pt x="629591" y="1529388"/>
                  </a:lnTo>
                  <a:lnTo>
                    <a:pt x="678021" y="1537494"/>
                  </a:lnTo>
                  <a:lnTo>
                    <a:pt x="726452" y="1545600"/>
                  </a:lnTo>
                  <a:lnTo>
                    <a:pt x="774882" y="1553706"/>
                  </a:lnTo>
                  <a:lnTo>
                    <a:pt x="823312" y="1561812"/>
                  </a:lnTo>
                  <a:lnTo>
                    <a:pt x="871742" y="1569918"/>
                  </a:lnTo>
                  <a:lnTo>
                    <a:pt x="920172" y="1578024"/>
                  </a:lnTo>
                  <a:lnTo>
                    <a:pt x="968602" y="1586130"/>
                  </a:lnTo>
                  <a:lnTo>
                    <a:pt x="1017032" y="1594236"/>
                  </a:lnTo>
                  <a:lnTo>
                    <a:pt x="1065463" y="1602342"/>
                  </a:lnTo>
                  <a:lnTo>
                    <a:pt x="1113893" y="1610448"/>
                  </a:lnTo>
                  <a:lnTo>
                    <a:pt x="1162323" y="1618554"/>
                  </a:lnTo>
                  <a:lnTo>
                    <a:pt x="1210753" y="1626660"/>
                  </a:lnTo>
                  <a:lnTo>
                    <a:pt x="1259183" y="1634766"/>
                  </a:lnTo>
                  <a:lnTo>
                    <a:pt x="1307613" y="1642872"/>
                  </a:lnTo>
                  <a:lnTo>
                    <a:pt x="1356043" y="1650978"/>
                  </a:lnTo>
                  <a:lnTo>
                    <a:pt x="1404474" y="1659084"/>
                  </a:lnTo>
                  <a:lnTo>
                    <a:pt x="1411663" y="1611132"/>
                  </a:lnTo>
                  <a:lnTo>
                    <a:pt x="1417215" y="1562963"/>
                  </a:lnTo>
                  <a:lnTo>
                    <a:pt x="1421124" y="1514634"/>
                  </a:lnTo>
                  <a:lnTo>
                    <a:pt x="1423385" y="1466199"/>
                  </a:lnTo>
                  <a:lnTo>
                    <a:pt x="1423996" y="1417715"/>
                  </a:lnTo>
                  <a:lnTo>
                    <a:pt x="1422957" y="1369239"/>
                  </a:lnTo>
                  <a:lnTo>
                    <a:pt x="1420267" y="1320826"/>
                  </a:lnTo>
                  <a:lnTo>
                    <a:pt x="1415931" y="1272532"/>
                  </a:lnTo>
                  <a:lnTo>
                    <a:pt x="1409953" y="1224415"/>
                  </a:lnTo>
                  <a:lnTo>
                    <a:pt x="1402340" y="1176529"/>
                  </a:lnTo>
                  <a:lnTo>
                    <a:pt x="1393102" y="1128929"/>
                  </a:lnTo>
                  <a:lnTo>
                    <a:pt x="1382248" y="1081672"/>
                  </a:lnTo>
                  <a:lnTo>
                    <a:pt x="1369792" y="1034812"/>
                  </a:lnTo>
                  <a:lnTo>
                    <a:pt x="1355748" y="988403"/>
                  </a:lnTo>
                  <a:lnTo>
                    <a:pt x="1340131" y="942499"/>
                  </a:lnTo>
                  <a:lnTo>
                    <a:pt x="1322961" y="897153"/>
                  </a:lnTo>
                  <a:lnTo>
                    <a:pt x="1304258" y="852418"/>
                  </a:lnTo>
                  <a:lnTo>
                    <a:pt x="1284042" y="808346"/>
                  </a:lnTo>
                  <a:lnTo>
                    <a:pt x="1262337" y="764987"/>
                  </a:lnTo>
                  <a:lnTo>
                    <a:pt x="1239169" y="722393"/>
                  </a:lnTo>
                  <a:lnTo>
                    <a:pt x="1214564" y="680612"/>
                  </a:lnTo>
                  <a:lnTo>
                    <a:pt x="1188551" y="639693"/>
                  </a:lnTo>
                  <a:lnTo>
                    <a:pt x="1161159" y="599684"/>
                  </a:lnTo>
                  <a:lnTo>
                    <a:pt x="1132422" y="560630"/>
                  </a:lnTo>
                  <a:lnTo>
                    <a:pt x="1102372" y="522577"/>
                  </a:lnTo>
                  <a:lnTo>
                    <a:pt x="1071043" y="485569"/>
                  </a:lnTo>
                  <a:lnTo>
                    <a:pt x="1038473" y="449649"/>
                  </a:lnTo>
                  <a:lnTo>
                    <a:pt x="1004699" y="414859"/>
                  </a:lnTo>
                  <a:lnTo>
                    <a:pt x="969760" y="381239"/>
                  </a:lnTo>
                  <a:lnTo>
                    <a:pt x="933697" y="348828"/>
                  </a:lnTo>
                  <a:lnTo>
                    <a:pt x="896551" y="317664"/>
                  </a:lnTo>
                  <a:lnTo>
                    <a:pt x="858365" y="287782"/>
                  </a:lnTo>
                  <a:lnTo>
                    <a:pt x="819185" y="259218"/>
                  </a:lnTo>
                  <a:lnTo>
                    <a:pt x="779054" y="232004"/>
                  </a:lnTo>
                  <a:lnTo>
                    <a:pt x="738021" y="206172"/>
                  </a:lnTo>
                  <a:lnTo>
                    <a:pt x="696132" y="181752"/>
                  </a:lnTo>
                  <a:lnTo>
                    <a:pt x="653435" y="158772"/>
                  </a:lnTo>
                  <a:lnTo>
                    <a:pt x="609981" y="137259"/>
                  </a:lnTo>
                  <a:lnTo>
                    <a:pt x="565820" y="117238"/>
                  </a:lnTo>
                  <a:lnTo>
                    <a:pt x="521003" y="98732"/>
                  </a:lnTo>
                  <a:lnTo>
                    <a:pt x="475582" y="81763"/>
                  </a:lnTo>
                  <a:lnTo>
                    <a:pt x="429609" y="66350"/>
                  </a:lnTo>
                  <a:lnTo>
                    <a:pt x="383139" y="52511"/>
                  </a:lnTo>
                  <a:lnTo>
                    <a:pt x="336224" y="40262"/>
                  </a:lnTo>
                  <a:lnTo>
                    <a:pt x="288919" y="29617"/>
                  </a:lnTo>
                  <a:lnTo>
                    <a:pt x="241279" y="20589"/>
                  </a:lnTo>
                  <a:lnTo>
                    <a:pt x="193360" y="13188"/>
                  </a:lnTo>
                  <a:lnTo>
                    <a:pt x="145216" y="7423"/>
                  </a:lnTo>
                  <a:lnTo>
                    <a:pt x="96904" y="3301"/>
                  </a:lnTo>
                  <a:lnTo>
                    <a:pt x="48480" y="825"/>
                  </a:lnTo>
                  <a:lnTo>
                    <a:pt x="0" y="0"/>
                  </a:lnTo>
                  <a:lnTo>
                    <a:pt x="0" y="49103"/>
                  </a:lnTo>
                  <a:lnTo>
                    <a:pt x="0" y="98207"/>
                  </a:lnTo>
                  <a:lnTo>
                    <a:pt x="0" y="147311"/>
                  </a:lnTo>
                  <a:lnTo>
                    <a:pt x="0" y="196415"/>
                  </a:lnTo>
                  <a:lnTo>
                    <a:pt x="0" y="245519"/>
                  </a:lnTo>
                  <a:lnTo>
                    <a:pt x="0" y="294622"/>
                  </a:lnTo>
                  <a:lnTo>
                    <a:pt x="0" y="343726"/>
                  </a:lnTo>
                  <a:lnTo>
                    <a:pt x="0" y="392830"/>
                  </a:lnTo>
                  <a:lnTo>
                    <a:pt x="0" y="441934"/>
                  </a:lnTo>
                  <a:lnTo>
                    <a:pt x="0" y="491038"/>
                  </a:lnTo>
                  <a:lnTo>
                    <a:pt x="0" y="540142"/>
                  </a:lnTo>
                  <a:lnTo>
                    <a:pt x="0" y="589245"/>
                  </a:lnTo>
                  <a:lnTo>
                    <a:pt x="0" y="638349"/>
                  </a:lnTo>
                  <a:lnTo>
                    <a:pt x="0" y="687453"/>
                  </a:lnTo>
                  <a:lnTo>
                    <a:pt x="0" y="736557"/>
                  </a:lnTo>
                  <a:lnTo>
                    <a:pt x="0" y="785661"/>
                  </a:lnTo>
                  <a:lnTo>
                    <a:pt x="0" y="834764"/>
                  </a:lnTo>
                  <a:lnTo>
                    <a:pt x="0" y="883868"/>
                  </a:lnTo>
                  <a:lnTo>
                    <a:pt x="0" y="932972"/>
                  </a:lnTo>
                  <a:lnTo>
                    <a:pt x="0" y="982076"/>
                  </a:lnTo>
                  <a:lnTo>
                    <a:pt x="0" y="1031180"/>
                  </a:lnTo>
                  <a:lnTo>
                    <a:pt x="0" y="1080284"/>
                  </a:lnTo>
                  <a:lnTo>
                    <a:pt x="0" y="1129387"/>
                  </a:lnTo>
                  <a:lnTo>
                    <a:pt x="0" y="1178491"/>
                  </a:lnTo>
                  <a:lnTo>
                    <a:pt x="0" y="1227595"/>
                  </a:lnTo>
                  <a:lnTo>
                    <a:pt x="0" y="1276699"/>
                  </a:lnTo>
                  <a:lnTo>
                    <a:pt x="0" y="1325803"/>
                  </a:lnTo>
                  <a:lnTo>
                    <a:pt x="0" y="1374907"/>
                  </a:lnTo>
                  <a:close/>
                </a:path>
              </a:pathLst>
            </a:cu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tx23"/>
            <p:cNvSpPr/>
            <p:nvPr/>
          </p:nvSpPr>
          <p:spPr>
            <a:xfrm>
              <a:off x="5549594" y="3249519"/>
              <a:ext cx="262067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N=71</a:t>
              </a:r>
            </a:p>
          </p:txBody>
        </p:sp>
        <p:sp>
          <p:nvSpPr>
            <p:cNvPr id="24" name="tx24"/>
            <p:cNvSpPr/>
            <p:nvPr/>
          </p:nvSpPr>
          <p:spPr>
            <a:xfrm>
              <a:off x="5121296" y="3535816"/>
              <a:ext cx="314279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N=119</a:t>
              </a:r>
            </a:p>
          </p:txBody>
        </p:sp>
        <p:sp>
          <p:nvSpPr>
            <p:cNvPr id="25" name="tx25"/>
            <p:cNvSpPr/>
            <p:nvPr/>
          </p:nvSpPr>
          <p:spPr>
            <a:xfrm>
              <a:off x="5374058" y="4566816"/>
              <a:ext cx="32232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N=333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6364002" y="4271871"/>
              <a:ext cx="262067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N=87</a:t>
              </a:r>
            </a:p>
          </p:txBody>
        </p:sp>
        <p:sp>
          <p:nvSpPr>
            <p:cNvPr id="27" name="tx27"/>
            <p:cNvSpPr/>
            <p:nvPr/>
          </p:nvSpPr>
          <p:spPr>
            <a:xfrm>
              <a:off x="6249099" y="3476711"/>
              <a:ext cx="32232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5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53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N=233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4086816" y="2040375"/>
              <a:ext cx="169054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Season25_26 (N=843)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7786021" y="3342110"/>
              <a:ext cx="83118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Aldersgruppe</a:t>
              </a:r>
            </a:p>
          </p:txBody>
        </p:sp>
        <p:sp>
          <p:nvSpPr>
            <p:cNvPr id="30" name="rc30"/>
            <p:cNvSpPr/>
            <p:nvPr/>
          </p:nvSpPr>
          <p:spPr>
            <a:xfrm>
              <a:off x="7795021" y="3535456"/>
              <a:ext cx="201455" cy="20145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7795021" y="3754912"/>
              <a:ext cx="201455" cy="20145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7795021" y="3974368"/>
              <a:ext cx="201455" cy="20145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7795021" y="4193824"/>
              <a:ext cx="201455" cy="201456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7795021" y="4413280"/>
              <a:ext cx="201455" cy="20145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tx35"/>
            <p:cNvSpPr/>
            <p:nvPr/>
          </p:nvSpPr>
          <p:spPr>
            <a:xfrm>
              <a:off x="8075066" y="3596179"/>
              <a:ext cx="161574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0-4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8075066" y="3815635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15-24</a:t>
              </a:r>
            </a:p>
          </p:txBody>
        </p:sp>
        <p:sp>
          <p:nvSpPr>
            <p:cNvPr id="37" name="tx37"/>
            <p:cNvSpPr/>
            <p:nvPr/>
          </p:nvSpPr>
          <p:spPr>
            <a:xfrm>
              <a:off x="8075066" y="4035091"/>
              <a:ext cx="285932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25-59</a:t>
              </a:r>
            </a:p>
          </p:txBody>
        </p:sp>
        <p:sp>
          <p:nvSpPr>
            <p:cNvPr id="38" name="tx38"/>
            <p:cNvSpPr/>
            <p:nvPr/>
          </p:nvSpPr>
          <p:spPr>
            <a:xfrm>
              <a:off x="8075066" y="4254547"/>
              <a:ext cx="22375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5-14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8075066" y="4474003"/>
              <a:ext cx="189646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60+</a:t>
              </a:r>
            </a:p>
          </p:txBody>
        </p:sp>
      </p:grpSp>
      <p:sp>
        <p:nvSpPr>
          <p:cNvPr id="4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Aldersgruppe: sesongsammenligning</a:t>
            </a: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Pasientrelatert analyse</a:t>
            </a: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2546948" y="1600200"/>
              <a:ext cx="4050103" cy="4525962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5" name="pg5"/>
            <p:cNvSpPr/>
            <p:nvPr/>
          </p:nvSpPr>
          <p:spPr>
            <a:xfrm>
              <a:off x="4289415" y="2298546"/>
              <a:ext cx="716364" cy="683618"/>
            </a:xfrm>
            <a:custGeom>
              <a:avLst/>
              <a:pathLst>
                <a:path w="716364" h="683618">
                  <a:moveTo>
                    <a:pt x="208774" y="615164"/>
                  </a:moveTo>
                  <a:lnTo>
                    <a:pt x="208972" y="615154"/>
                  </a:lnTo>
                  <a:lnTo>
                    <a:pt x="209125" y="615147"/>
                  </a:lnTo>
                  <a:lnTo>
                    <a:pt x="209501" y="615128"/>
                  </a:lnTo>
                  <a:lnTo>
                    <a:pt x="209850" y="615111"/>
                  </a:lnTo>
                  <a:lnTo>
                    <a:pt x="210012" y="615103"/>
                  </a:lnTo>
                  <a:lnTo>
                    <a:pt x="210562" y="615075"/>
                  </a:lnTo>
                  <a:lnTo>
                    <a:pt x="211086" y="615048"/>
                  </a:lnTo>
                  <a:lnTo>
                    <a:pt x="212564" y="614973"/>
                  </a:lnTo>
                  <a:lnTo>
                    <a:pt x="213160" y="614941"/>
                  </a:lnTo>
                  <a:lnTo>
                    <a:pt x="217860" y="614715"/>
                  </a:lnTo>
                  <a:lnTo>
                    <a:pt x="222964" y="614470"/>
                  </a:lnTo>
                  <a:lnTo>
                    <a:pt x="223214" y="614431"/>
                  </a:lnTo>
                  <a:lnTo>
                    <a:pt x="223443" y="614398"/>
                  </a:lnTo>
                  <a:lnTo>
                    <a:pt x="223601" y="614373"/>
                  </a:lnTo>
                  <a:lnTo>
                    <a:pt x="224242" y="614271"/>
                  </a:lnTo>
                  <a:lnTo>
                    <a:pt x="224741" y="614182"/>
                  </a:lnTo>
                  <a:lnTo>
                    <a:pt x="225161" y="614111"/>
                  </a:lnTo>
                  <a:lnTo>
                    <a:pt x="226000" y="613971"/>
                  </a:lnTo>
                  <a:lnTo>
                    <a:pt x="226529" y="613874"/>
                  </a:lnTo>
                  <a:lnTo>
                    <a:pt x="227145" y="613765"/>
                  </a:lnTo>
                  <a:lnTo>
                    <a:pt x="227636" y="613676"/>
                  </a:lnTo>
                  <a:lnTo>
                    <a:pt x="227764" y="613658"/>
                  </a:lnTo>
                  <a:lnTo>
                    <a:pt x="228308" y="613561"/>
                  </a:lnTo>
                  <a:lnTo>
                    <a:pt x="228746" y="613492"/>
                  </a:lnTo>
                  <a:lnTo>
                    <a:pt x="229354" y="613393"/>
                  </a:lnTo>
                  <a:lnTo>
                    <a:pt x="229761" y="613327"/>
                  </a:lnTo>
                  <a:lnTo>
                    <a:pt x="230504" y="613195"/>
                  </a:lnTo>
                  <a:lnTo>
                    <a:pt x="230639" y="613172"/>
                  </a:lnTo>
                  <a:lnTo>
                    <a:pt x="231652" y="612948"/>
                  </a:lnTo>
                  <a:lnTo>
                    <a:pt x="232339" y="612856"/>
                  </a:lnTo>
                  <a:lnTo>
                    <a:pt x="232814" y="612767"/>
                  </a:lnTo>
                  <a:lnTo>
                    <a:pt x="233209" y="612716"/>
                  </a:lnTo>
                  <a:lnTo>
                    <a:pt x="233985" y="612586"/>
                  </a:lnTo>
                  <a:lnTo>
                    <a:pt x="234667" y="612469"/>
                  </a:lnTo>
                  <a:lnTo>
                    <a:pt x="235140" y="612391"/>
                  </a:lnTo>
                  <a:lnTo>
                    <a:pt x="235725" y="612289"/>
                  </a:lnTo>
                  <a:lnTo>
                    <a:pt x="236311" y="612190"/>
                  </a:lnTo>
                  <a:lnTo>
                    <a:pt x="236486" y="612167"/>
                  </a:lnTo>
                  <a:lnTo>
                    <a:pt x="237120" y="612052"/>
                  </a:lnTo>
                  <a:lnTo>
                    <a:pt x="237468" y="611989"/>
                  </a:lnTo>
                  <a:lnTo>
                    <a:pt x="237659" y="611966"/>
                  </a:lnTo>
                  <a:lnTo>
                    <a:pt x="238163" y="611874"/>
                  </a:lnTo>
                  <a:lnTo>
                    <a:pt x="238641" y="611785"/>
                  </a:lnTo>
                  <a:lnTo>
                    <a:pt x="239115" y="611721"/>
                  </a:lnTo>
                  <a:lnTo>
                    <a:pt x="239789" y="611602"/>
                  </a:lnTo>
                  <a:lnTo>
                    <a:pt x="240232" y="611528"/>
                  </a:lnTo>
                  <a:lnTo>
                    <a:pt x="240379" y="611505"/>
                  </a:lnTo>
                  <a:lnTo>
                    <a:pt x="240972" y="611406"/>
                  </a:lnTo>
                  <a:lnTo>
                    <a:pt x="241603" y="611296"/>
                  </a:lnTo>
                  <a:lnTo>
                    <a:pt x="242143" y="611202"/>
                  </a:lnTo>
                  <a:lnTo>
                    <a:pt x="242290" y="611179"/>
                  </a:lnTo>
                  <a:lnTo>
                    <a:pt x="242929" y="611057"/>
                  </a:lnTo>
                  <a:lnTo>
                    <a:pt x="243372" y="610978"/>
                  </a:lnTo>
                  <a:lnTo>
                    <a:pt x="243667" y="610907"/>
                  </a:lnTo>
                  <a:lnTo>
                    <a:pt x="244051" y="610836"/>
                  </a:lnTo>
                  <a:lnTo>
                    <a:pt x="244489" y="610770"/>
                  </a:lnTo>
                  <a:lnTo>
                    <a:pt x="244634" y="610714"/>
                  </a:lnTo>
                  <a:lnTo>
                    <a:pt x="244944" y="610645"/>
                  </a:lnTo>
                  <a:lnTo>
                    <a:pt x="245244" y="610655"/>
                  </a:lnTo>
                  <a:lnTo>
                    <a:pt x="245384" y="610681"/>
                  </a:lnTo>
                  <a:lnTo>
                    <a:pt x="245618" y="610653"/>
                  </a:lnTo>
                  <a:lnTo>
                    <a:pt x="246112" y="610642"/>
                  </a:lnTo>
                  <a:lnTo>
                    <a:pt x="246804" y="610589"/>
                  </a:lnTo>
                  <a:lnTo>
                    <a:pt x="247392" y="610543"/>
                  </a:lnTo>
                  <a:lnTo>
                    <a:pt x="247519" y="610571"/>
                  </a:lnTo>
                  <a:lnTo>
                    <a:pt x="247977" y="610518"/>
                  </a:lnTo>
                  <a:lnTo>
                    <a:pt x="248270" y="610523"/>
                  </a:lnTo>
                  <a:lnTo>
                    <a:pt x="248562" y="610495"/>
                  </a:lnTo>
                  <a:lnTo>
                    <a:pt x="248746" y="610487"/>
                  </a:lnTo>
                  <a:lnTo>
                    <a:pt x="249008" y="610477"/>
                  </a:lnTo>
                  <a:lnTo>
                    <a:pt x="249588" y="610441"/>
                  </a:lnTo>
                  <a:lnTo>
                    <a:pt x="250089" y="610414"/>
                  </a:lnTo>
                  <a:lnTo>
                    <a:pt x="250687" y="610365"/>
                  </a:lnTo>
                  <a:lnTo>
                    <a:pt x="251550" y="610012"/>
                  </a:lnTo>
                  <a:lnTo>
                    <a:pt x="252534" y="611757"/>
                  </a:lnTo>
                  <a:lnTo>
                    <a:pt x="253008" y="612548"/>
                  </a:lnTo>
                  <a:lnTo>
                    <a:pt x="253356" y="613106"/>
                  </a:lnTo>
                  <a:lnTo>
                    <a:pt x="253664" y="613698"/>
                  </a:lnTo>
                  <a:lnTo>
                    <a:pt x="254020" y="614312"/>
                  </a:lnTo>
                  <a:lnTo>
                    <a:pt x="254267" y="614770"/>
                  </a:lnTo>
                  <a:lnTo>
                    <a:pt x="254700" y="615541"/>
                  </a:lnTo>
                  <a:lnTo>
                    <a:pt x="255127" y="616284"/>
                  </a:lnTo>
                  <a:lnTo>
                    <a:pt x="255542" y="616889"/>
                  </a:lnTo>
                  <a:lnTo>
                    <a:pt x="256020" y="617640"/>
                  </a:lnTo>
                  <a:lnTo>
                    <a:pt x="256471" y="618398"/>
                  </a:lnTo>
                  <a:lnTo>
                    <a:pt x="256875" y="619151"/>
                  </a:lnTo>
                  <a:lnTo>
                    <a:pt x="257427" y="620085"/>
                  </a:lnTo>
                  <a:lnTo>
                    <a:pt x="257817" y="620772"/>
                  </a:lnTo>
                  <a:lnTo>
                    <a:pt x="258178" y="621462"/>
                  </a:lnTo>
                  <a:lnTo>
                    <a:pt x="258557" y="622098"/>
                  </a:lnTo>
                  <a:lnTo>
                    <a:pt x="259005" y="622831"/>
                  </a:lnTo>
                  <a:lnTo>
                    <a:pt x="259519" y="623615"/>
                  </a:lnTo>
                  <a:lnTo>
                    <a:pt x="259888" y="624279"/>
                  </a:lnTo>
                  <a:lnTo>
                    <a:pt x="260272" y="624894"/>
                  </a:lnTo>
                  <a:lnTo>
                    <a:pt x="260697" y="625665"/>
                  </a:lnTo>
                  <a:lnTo>
                    <a:pt x="261211" y="626599"/>
                  </a:lnTo>
                  <a:lnTo>
                    <a:pt x="261483" y="627093"/>
                  </a:lnTo>
                  <a:lnTo>
                    <a:pt x="261807" y="627660"/>
                  </a:lnTo>
                  <a:lnTo>
                    <a:pt x="262140" y="628220"/>
                  </a:lnTo>
                  <a:lnTo>
                    <a:pt x="262682" y="629050"/>
                  </a:lnTo>
                  <a:lnTo>
                    <a:pt x="263206" y="629868"/>
                  </a:lnTo>
                  <a:lnTo>
                    <a:pt x="273389" y="624736"/>
                  </a:lnTo>
                  <a:lnTo>
                    <a:pt x="280838" y="620983"/>
                  </a:lnTo>
                  <a:lnTo>
                    <a:pt x="284069" y="619318"/>
                  </a:lnTo>
                  <a:lnTo>
                    <a:pt x="291528" y="615473"/>
                  </a:lnTo>
                  <a:lnTo>
                    <a:pt x="295125" y="618263"/>
                  </a:lnTo>
                  <a:lnTo>
                    <a:pt x="300205" y="622204"/>
                  </a:lnTo>
                  <a:lnTo>
                    <a:pt x="307546" y="628521"/>
                  </a:lnTo>
                  <a:lnTo>
                    <a:pt x="315098" y="635422"/>
                  </a:lnTo>
                  <a:lnTo>
                    <a:pt x="321693" y="634590"/>
                  </a:lnTo>
                  <a:lnTo>
                    <a:pt x="326830" y="633783"/>
                  </a:lnTo>
                  <a:lnTo>
                    <a:pt x="327410" y="633692"/>
                  </a:lnTo>
                  <a:lnTo>
                    <a:pt x="336643" y="632434"/>
                  </a:lnTo>
                  <a:lnTo>
                    <a:pt x="344120" y="631415"/>
                  </a:lnTo>
                  <a:lnTo>
                    <a:pt x="352577" y="630259"/>
                  </a:lnTo>
                  <a:lnTo>
                    <a:pt x="357727" y="632228"/>
                  </a:lnTo>
                  <a:lnTo>
                    <a:pt x="364059" y="634637"/>
                  </a:lnTo>
                  <a:lnTo>
                    <a:pt x="369290" y="636632"/>
                  </a:lnTo>
                  <a:lnTo>
                    <a:pt x="379107" y="640379"/>
                  </a:lnTo>
                  <a:lnTo>
                    <a:pt x="383093" y="641880"/>
                  </a:lnTo>
                  <a:lnTo>
                    <a:pt x="392077" y="645297"/>
                  </a:lnTo>
                  <a:lnTo>
                    <a:pt x="402509" y="649228"/>
                  </a:lnTo>
                  <a:lnTo>
                    <a:pt x="408056" y="651348"/>
                  </a:lnTo>
                  <a:lnTo>
                    <a:pt x="413792" y="653513"/>
                  </a:lnTo>
                  <a:lnTo>
                    <a:pt x="424477" y="657550"/>
                  </a:lnTo>
                  <a:lnTo>
                    <a:pt x="430357" y="659772"/>
                  </a:lnTo>
                  <a:lnTo>
                    <a:pt x="438294" y="662850"/>
                  </a:lnTo>
                  <a:lnTo>
                    <a:pt x="443054" y="664694"/>
                  </a:lnTo>
                  <a:lnTo>
                    <a:pt x="453514" y="668749"/>
                  </a:lnTo>
                  <a:lnTo>
                    <a:pt x="456546" y="663142"/>
                  </a:lnTo>
                  <a:lnTo>
                    <a:pt x="458685" y="659180"/>
                  </a:lnTo>
                  <a:lnTo>
                    <a:pt x="461832" y="654936"/>
                  </a:lnTo>
                  <a:lnTo>
                    <a:pt x="467416" y="647408"/>
                  </a:lnTo>
                  <a:lnTo>
                    <a:pt x="471207" y="642298"/>
                  </a:lnTo>
                  <a:lnTo>
                    <a:pt x="475326" y="636907"/>
                  </a:lnTo>
                  <a:lnTo>
                    <a:pt x="482140" y="627991"/>
                  </a:lnTo>
                  <a:lnTo>
                    <a:pt x="472808" y="623878"/>
                  </a:lnTo>
                  <a:lnTo>
                    <a:pt x="464796" y="620355"/>
                  </a:lnTo>
                  <a:lnTo>
                    <a:pt x="460383" y="618414"/>
                  </a:lnTo>
                  <a:lnTo>
                    <a:pt x="457707" y="616515"/>
                  </a:lnTo>
                  <a:lnTo>
                    <a:pt x="450606" y="611481"/>
                  </a:lnTo>
                  <a:lnTo>
                    <a:pt x="455846" y="606602"/>
                  </a:lnTo>
                  <a:lnTo>
                    <a:pt x="461712" y="601143"/>
                  </a:lnTo>
                  <a:lnTo>
                    <a:pt x="464591" y="596442"/>
                  </a:lnTo>
                  <a:lnTo>
                    <a:pt x="471702" y="584839"/>
                  </a:lnTo>
                  <a:lnTo>
                    <a:pt x="475480" y="578670"/>
                  </a:lnTo>
                  <a:lnTo>
                    <a:pt x="476528" y="574564"/>
                  </a:lnTo>
                  <a:lnTo>
                    <a:pt x="478884" y="565293"/>
                  </a:lnTo>
                  <a:lnTo>
                    <a:pt x="480986" y="557018"/>
                  </a:lnTo>
                  <a:lnTo>
                    <a:pt x="483103" y="549055"/>
                  </a:lnTo>
                  <a:lnTo>
                    <a:pt x="483503" y="547570"/>
                  </a:lnTo>
                  <a:lnTo>
                    <a:pt x="484298" y="544621"/>
                  </a:lnTo>
                  <a:lnTo>
                    <a:pt x="485824" y="538920"/>
                  </a:lnTo>
                  <a:lnTo>
                    <a:pt x="484528" y="531866"/>
                  </a:lnTo>
                  <a:lnTo>
                    <a:pt x="483080" y="523973"/>
                  </a:lnTo>
                  <a:lnTo>
                    <a:pt x="481330" y="513433"/>
                  </a:lnTo>
                  <a:lnTo>
                    <a:pt x="480399" y="507813"/>
                  </a:lnTo>
                  <a:lnTo>
                    <a:pt x="479792" y="504148"/>
                  </a:lnTo>
                  <a:lnTo>
                    <a:pt x="474894" y="499276"/>
                  </a:lnTo>
                  <a:lnTo>
                    <a:pt x="472074" y="496295"/>
                  </a:lnTo>
                  <a:lnTo>
                    <a:pt x="466428" y="489576"/>
                  </a:lnTo>
                  <a:lnTo>
                    <a:pt x="459895" y="481800"/>
                  </a:lnTo>
                  <a:lnTo>
                    <a:pt x="457353" y="478779"/>
                  </a:lnTo>
                  <a:lnTo>
                    <a:pt x="451898" y="472444"/>
                  </a:lnTo>
                  <a:lnTo>
                    <a:pt x="460262" y="471063"/>
                  </a:lnTo>
                  <a:lnTo>
                    <a:pt x="465393" y="470215"/>
                  </a:lnTo>
                  <a:lnTo>
                    <a:pt x="476335" y="468408"/>
                  </a:lnTo>
                  <a:lnTo>
                    <a:pt x="490107" y="466022"/>
                  </a:lnTo>
                  <a:lnTo>
                    <a:pt x="492989" y="465523"/>
                  </a:lnTo>
                  <a:lnTo>
                    <a:pt x="500995" y="464136"/>
                  </a:lnTo>
                  <a:lnTo>
                    <a:pt x="501364" y="464073"/>
                  </a:lnTo>
                  <a:lnTo>
                    <a:pt x="505157" y="459447"/>
                  </a:lnTo>
                  <a:lnTo>
                    <a:pt x="507477" y="456617"/>
                  </a:lnTo>
                  <a:lnTo>
                    <a:pt x="508662" y="455170"/>
                  </a:lnTo>
                  <a:lnTo>
                    <a:pt x="509542" y="454096"/>
                  </a:lnTo>
                  <a:lnTo>
                    <a:pt x="510642" y="452756"/>
                  </a:lnTo>
                  <a:lnTo>
                    <a:pt x="511916" y="451201"/>
                  </a:lnTo>
                  <a:lnTo>
                    <a:pt x="512440" y="450564"/>
                  </a:lnTo>
                  <a:lnTo>
                    <a:pt x="514819" y="447666"/>
                  </a:lnTo>
                  <a:lnTo>
                    <a:pt x="515453" y="446894"/>
                  </a:lnTo>
                  <a:lnTo>
                    <a:pt x="516471" y="445655"/>
                  </a:lnTo>
                  <a:lnTo>
                    <a:pt x="519233" y="447215"/>
                  </a:lnTo>
                  <a:lnTo>
                    <a:pt x="519963" y="447636"/>
                  </a:lnTo>
                  <a:lnTo>
                    <a:pt x="521267" y="448375"/>
                  </a:lnTo>
                  <a:lnTo>
                    <a:pt x="529081" y="452803"/>
                  </a:lnTo>
                  <a:lnTo>
                    <a:pt x="534107" y="455655"/>
                  </a:lnTo>
                  <a:lnTo>
                    <a:pt x="534888" y="456078"/>
                  </a:lnTo>
                  <a:lnTo>
                    <a:pt x="545667" y="461914"/>
                  </a:lnTo>
                  <a:lnTo>
                    <a:pt x="553108" y="465944"/>
                  </a:lnTo>
                  <a:lnTo>
                    <a:pt x="554553" y="457228"/>
                  </a:lnTo>
                  <a:lnTo>
                    <a:pt x="556371" y="446319"/>
                  </a:lnTo>
                  <a:lnTo>
                    <a:pt x="550512" y="441722"/>
                  </a:lnTo>
                  <a:lnTo>
                    <a:pt x="549128" y="436884"/>
                  </a:lnTo>
                  <a:lnTo>
                    <a:pt x="547255" y="433288"/>
                  </a:lnTo>
                  <a:lnTo>
                    <a:pt x="544428" y="427862"/>
                  </a:lnTo>
                  <a:lnTo>
                    <a:pt x="541719" y="422662"/>
                  </a:lnTo>
                  <a:lnTo>
                    <a:pt x="542097" y="418165"/>
                  </a:lnTo>
                  <a:lnTo>
                    <a:pt x="542395" y="414625"/>
                  </a:lnTo>
                  <a:lnTo>
                    <a:pt x="542455" y="413914"/>
                  </a:lnTo>
                  <a:lnTo>
                    <a:pt x="544495" y="410978"/>
                  </a:lnTo>
                  <a:lnTo>
                    <a:pt x="545004" y="410247"/>
                  </a:lnTo>
                  <a:lnTo>
                    <a:pt x="550682" y="402093"/>
                  </a:lnTo>
                  <a:lnTo>
                    <a:pt x="560985" y="392149"/>
                  </a:lnTo>
                  <a:lnTo>
                    <a:pt x="566219" y="387072"/>
                  </a:lnTo>
                  <a:lnTo>
                    <a:pt x="567487" y="385841"/>
                  </a:lnTo>
                  <a:lnTo>
                    <a:pt x="576432" y="387557"/>
                  </a:lnTo>
                  <a:lnTo>
                    <a:pt x="584265" y="389038"/>
                  </a:lnTo>
                  <a:lnTo>
                    <a:pt x="591348" y="390183"/>
                  </a:lnTo>
                  <a:lnTo>
                    <a:pt x="595951" y="390930"/>
                  </a:lnTo>
                  <a:lnTo>
                    <a:pt x="599118" y="391444"/>
                  </a:lnTo>
                  <a:lnTo>
                    <a:pt x="603343" y="392126"/>
                  </a:lnTo>
                  <a:lnTo>
                    <a:pt x="607185" y="397611"/>
                  </a:lnTo>
                  <a:lnTo>
                    <a:pt x="609903" y="401492"/>
                  </a:lnTo>
                  <a:lnTo>
                    <a:pt x="611399" y="403621"/>
                  </a:lnTo>
                  <a:lnTo>
                    <a:pt x="614898" y="408601"/>
                  </a:lnTo>
                  <a:lnTo>
                    <a:pt x="620326" y="415488"/>
                  </a:lnTo>
                  <a:lnTo>
                    <a:pt x="622723" y="418529"/>
                  </a:lnTo>
                  <a:lnTo>
                    <a:pt x="624824" y="421195"/>
                  </a:lnTo>
                  <a:lnTo>
                    <a:pt x="629462" y="427078"/>
                  </a:lnTo>
                  <a:lnTo>
                    <a:pt x="635966" y="434569"/>
                  </a:lnTo>
                  <a:lnTo>
                    <a:pt x="640199" y="439445"/>
                  </a:lnTo>
                  <a:lnTo>
                    <a:pt x="644741" y="444679"/>
                  </a:lnTo>
                  <a:lnTo>
                    <a:pt x="645560" y="445624"/>
                  </a:lnTo>
                  <a:lnTo>
                    <a:pt x="647089" y="445416"/>
                  </a:lnTo>
                  <a:lnTo>
                    <a:pt x="648176" y="445212"/>
                  </a:lnTo>
                  <a:lnTo>
                    <a:pt x="649400" y="444983"/>
                  </a:lnTo>
                  <a:lnTo>
                    <a:pt x="651290" y="444627"/>
                  </a:lnTo>
                  <a:lnTo>
                    <a:pt x="652616" y="444377"/>
                  </a:lnTo>
                  <a:lnTo>
                    <a:pt x="654285" y="444064"/>
                  </a:lnTo>
                  <a:lnTo>
                    <a:pt x="655634" y="443812"/>
                  </a:lnTo>
                  <a:lnTo>
                    <a:pt x="656837" y="443586"/>
                  </a:lnTo>
                  <a:lnTo>
                    <a:pt x="657021" y="443550"/>
                  </a:lnTo>
                  <a:lnTo>
                    <a:pt x="658163" y="443339"/>
                  </a:lnTo>
                  <a:lnTo>
                    <a:pt x="659425" y="443095"/>
                  </a:lnTo>
                  <a:lnTo>
                    <a:pt x="660557" y="442876"/>
                  </a:lnTo>
                  <a:lnTo>
                    <a:pt x="661743" y="442647"/>
                  </a:lnTo>
                  <a:lnTo>
                    <a:pt x="661911" y="442614"/>
                  </a:lnTo>
                  <a:lnTo>
                    <a:pt x="668837" y="441276"/>
                  </a:lnTo>
                  <a:lnTo>
                    <a:pt x="678181" y="439909"/>
                  </a:lnTo>
                  <a:lnTo>
                    <a:pt x="678921" y="439800"/>
                  </a:lnTo>
                  <a:lnTo>
                    <a:pt x="679140" y="439769"/>
                  </a:lnTo>
                  <a:lnTo>
                    <a:pt x="679435" y="439474"/>
                  </a:lnTo>
                  <a:lnTo>
                    <a:pt x="679848" y="439003"/>
                  </a:lnTo>
                  <a:lnTo>
                    <a:pt x="680405" y="438365"/>
                  </a:lnTo>
                  <a:lnTo>
                    <a:pt x="680613" y="438128"/>
                  </a:lnTo>
                  <a:lnTo>
                    <a:pt x="681224" y="437433"/>
                  </a:lnTo>
                  <a:lnTo>
                    <a:pt x="681636" y="436963"/>
                  </a:lnTo>
                  <a:lnTo>
                    <a:pt x="681901" y="436660"/>
                  </a:lnTo>
                  <a:lnTo>
                    <a:pt x="682140" y="436421"/>
                  </a:lnTo>
                  <a:lnTo>
                    <a:pt x="682415" y="436222"/>
                  </a:lnTo>
                  <a:lnTo>
                    <a:pt x="682832" y="435922"/>
                  </a:lnTo>
                  <a:lnTo>
                    <a:pt x="683163" y="435683"/>
                  </a:lnTo>
                  <a:lnTo>
                    <a:pt x="683667" y="435321"/>
                  </a:lnTo>
                  <a:lnTo>
                    <a:pt x="683944" y="435123"/>
                  </a:lnTo>
                  <a:lnTo>
                    <a:pt x="684417" y="434782"/>
                  </a:lnTo>
                  <a:lnTo>
                    <a:pt x="684822" y="434489"/>
                  </a:lnTo>
                  <a:lnTo>
                    <a:pt x="685219" y="434202"/>
                  </a:lnTo>
                  <a:lnTo>
                    <a:pt x="685585" y="433940"/>
                  </a:lnTo>
                  <a:lnTo>
                    <a:pt x="685860" y="433741"/>
                  </a:lnTo>
                  <a:lnTo>
                    <a:pt x="686390" y="433362"/>
                  </a:lnTo>
                  <a:lnTo>
                    <a:pt x="686842" y="433036"/>
                  </a:lnTo>
                  <a:lnTo>
                    <a:pt x="687326" y="432688"/>
                  </a:lnTo>
                  <a:lnTo>
                    <a:pt x="687853" y="432245"/>
                  </a:lnTo>
                  <a:lnTo>
                    <a:pt x="688316" y="431996"/>
                  </a:lnTo>
                  <a:lnTo>
                    <a:pt x="688886" y="431731"/>
                  </a:lnTo>
                  <a:lnTo>
                    <a:pt x="689428" y="431479"/>
                  </a:lnTo>
                  <a:lnTo>
                    <a:pt x="689914" y="431255"/>
                  </a:lnTo>
                  <a:lnTo>
                    <a:pt x="690417" y="431021"/>
                  </a:lnTo>
                  <a:lnTo>
                    <a:pt x="690967" y="430764"/>
                  </a:lnTo>
                  <a:lnTo>
                    <a:pt x="691624" y="430459"/>
                  </a:lnTo>
                  <a:lnTo>
                    <a:pt x="692069" y="430253"/>
                  </a:lnTo>
                  <a:lnTo>
                    <a:pt x="692634" y="429991"/>
                  </a:lnTo>
                  <a:lnTo>
                    <a:pt x="693163" y="429744"/>
                  </a:lnTo>
                  <a:lnTo>
                    <a:pt x="693616" y="429535"/>
                  </a:lnTo>
                  <a:lnTo>
                    <a:pt x="694191" y="429268"/>
                  </a:lnTo>
                  <a:lnTo>
                    <a:pt x="695040" y="426820"/>
                  </a:lnTo>
                  <a:lnTo>
                    <a:pt x="695725" y="424840"/>
                  </a:lnTo>
                  <a:lnTo>
                    <a:pt x="695855" y="424464"/>
                  </a:lnTo>
                  <a:lnTo>
                    <a:pt x="695641" y="423627"/>
                  </a:lnTo>
                  <a:lnTo>
                    <a:pt x="695443" y="422856"/>
                  </a:lnTo>
                  <a:lnTo>
                    <a:pt x="695183" y="421853"/>
                  </a:lnTo>
                  <a:lnTo>
                    <a:pt x="695071" y="421410"/>
                  </a:lnTo>
                  <a:lnTo>
                    <a:pt x="694919" y="420817"/>
                  </a:lnTo>
                  <a:lnTo>
                    <a:pt x="694758" y="420191"/>
                  </a:lnTo>
                  <a:lnTo>
                    <a:pt x="694682" y="419632"/>
                  </a:lnTo>
                  <a:lnTo>
                    <a:pt x="694962" y="419077"/>
                  </a:lnTo>
                  <a:lnTo>
                    <a:pt x="695448" y="418118"/>
                  </a:lnTo>
                  <a:lnTo>
                    <a:pt x="695697" y="417624"/>
                  </a:lnTo>
                  <a:lnTo>
                    <a:pt x="696138" y="416751"/>
                  </a:lnTo>
                  <a:lnTo>
                    <a:pt x="696601" y="415833"/>
                  </a:lnTo>
                  <a:lnTo>
                    <a:pt x="697046" y="414950"/>
                  </a:lnTo>
                  <a:lnTo>
                    <a:pt x="697326" y="414392"/>
                  </a:lnTo>
                  <a:lnTo>
                    <a:pt x="697456" y="414107"/>
                  </a:lnTo>
                  <a:lnTo>
                    <a:pt x="697323" y="413303"/>
                  </a:lnTo>
                  <a:lnTo>
                    <a:pt x="697283" y="413062"/>
                  </a:lnTo>
                  <a:lnTo>
                    <a:pt x="697242" y="412817"/>
                  </a:lnTo>
                  <a:lnTo>
                    <a:pt x="697051" y="412448"/>
                  </a:lnTo>
                  <a:lnTo>
                    <a:pt x="696848" y="412056"/>
                  </a:lnTo>
                  <a:lnTo>
                    <a:pt x="696479" y="411347"/>
                  </a:lnTo>
                  <a:lnTo>
                    <a:pt x="696112" y="410642"/>
                  </a:lnTo>
                  <a:lnTo>
                    <a:pt x="695853" y="410143"/>
                  </a:lnTo>
                  <a:lnTo>
                    <a:pt x="695718" y="409883"/>
                  </a:lnTo>
                  <a:lnTo>
                    <a:pt x="695624" y="409703"/>
                  </a:lnTo>
                  <a:lnTo>
                    <a:pt x="695733" y="408723"/>
                  </a:lnTo>
                  <a:lnTo>
                    <a:pt x="695832" y="407832"/>
                  </a:lnTo>
                  <a:lnTo>
                    <a:pt x="696382" y="402904"/>
                  </a:lnTo>
                  <a:lnTo>
                    <a:pt x="696430" y="402448"/>
                  </a:lnTo>
                  <a:lnTo>
                    <a:pt x="696237" y="401753"/>
                  </a:lnTo>
                  <a:lnTo>
                    <a:pt x="694733" y="396346"/>
                  </a:lnTo>
                  <a:lnTo>
                    <a:pt x="694723" y="395646"/>
                  </a:lnTo>
                  <a:lnTo>
                    <a:pt x="694703" y="394379"/>
                  </a:lnTo>
                  <a:lnTo>
                    <a:pt x="694695" y="393985"/>
                  </a:lnTo>
                  <a:lnTo>
                    <a:pt x="694697" y="393693"/>
                  </a:lnTo>
                  <a:lnTo>
                    <a:pt x="694844" y="392617"/>
                  </a:lnTo>
                  <a:lnTo>
                    <a:pt x="694867" y="392442"/>
                  </a:lnTo>
                  <a:lnTo>
                    <a:pt x="694570" y="391797"/>
                  </a:lnTo>
                  <a:lnTo>
                    <a:pt x="694344" y="391308"/>
                  </a:lnTo>
                  <a:lnTo>
                    <a:pt x="693970" y="390496"/>
                  </a:lnTo>
                  <a:lnTo>
                    <a:pt x="693848" y="390232"/>
                  </a:lnTo>
                  <a:lnTo>
                    <a:pt x="693784" y="390092"/>
                  </a:lnTo>
                  <a:lnTo>
                    <a:pt x="693690" y="389926"/>
                  </a:lnTo>
                  <a:lnTo>
                    <a:pt x="693598" y="389728"/>
                  </a:lnTo>
                  <a:lnTo>
                    <a:pt x="693481" y="389479"/>
                  </a:lnTo>
                  <a:lnTo>
                    <a:pt x="693377" y="389252"/>
                  </a:lnTo>
                  <a:lnTo>
                    <a:pt x="693089" y="388636"/>
                  </a:lnTo>
                  <a:lnTo>
                    <a:pt x="692100" y="386517"/>
                  </a:lnTo>
                  <a:lnTo>
                    <a:pt x="691970" y="386239"/>
                  </a:lnTo>
                  <a:lnTo>
                    <a:pt x="691832" y="386066"/>
                  </a:lnTo>
                  <a:lnTo>
                    <a:pt x="691629" y="385860"/>
                  </a:lnTo>
                  <a:lnTo>
                    <a:pt x="690845" y="385349"/>
                  </a:lnTo>
                  <a:lnTo>
                    <a:pt x="690575" y="385245"/>
                  </a:lnTo>
                  <a:lnTo>
                    <a:pt x="690415" y="385184"/>
                  </a:lnTo>
                  <a:lnTo>
                    <a:pt x="690267" y="385097"/>
                  </a:lnTo>
                  <a:lnTo>
                    <a:pt x="690026" y="385021"/>
                  </a:lnTo>
                  <a:lnTo>
                    <a:pt x="689756" y="384943"/>
                  </a:lnTo>
                  <a:lnTo>
                    <a:pt x="689542" y="384972"/>
                  </a:lnTo>
                  <a:lnTo>
                    <a:pt x="689321" y="384998"/>
                  </a:lnTo>
                  <a:lnTo>
                    <a:pt x="689161" y="385016"/>
                  </a:lnTo>
                  <a:lnTo>
                    <a:pt x="688509" y="384000"/>
                  </a:lnTo>
                  <a:lnTo>
                    <a:pt x="688372" y="383784"/>
                  </a:lnTo>
                  <a:lnTo>
                    <a:pt x="688234" y="383570"/>
                  </a:lnTo>
                  <a:lnTo>
                    <a:pt x="687840" y="382955"/>
                  </a:lnTo>
                  <a:lnTo>
                    <a:pt x="687550" y="382504"/>
                  </a:lnTo>
                  <a:lnTo>
                    <a:pt x="687331" y="382260"/>
                  </a:lnTo>
                  <a:lnTo>
                    <a:pt x="686980" y="381710"/>
                  </a:lnTo>
                  <a:lnTo>
                    <a:pt x="686771" y="381288"/>
                  </a:lnTo>
                  <a:lnTo>
                    <a:pt x="686278" y="380517"/>
                  </a:lnTo>
                  <a:lnTo>
                    <a:pt x="686041" y="380148"/>
                  </a:lnTo>
                  <a:lnTo>
                    <a:pt x="685832" y="379822"/>
                  </a:lnTo>
                  <a:lnTo>
                    <a:pt x="685578" y="379425"/>
                  </a:lnTo>
                  <a:lnTo>
                    <a:pt x="685456" y="379201"/>
                  </a:lnTo>
                  <a:lnTo>
                    <a:pt x="685222" y="378769"/>
                  </a:lnTo>
                  <a:lnTo>
                    <a:pt x="685059" y="378466"/>
                  </a:lnTo>
                  <a:lnTo>
                    <a:pt x="684947" y="378250"/>
                  </a:lnTo>
                  <a:lnTo>
                    <a:pt x="684710" y="377781"/>
                  </a:lnTo>
                  <a:lnTo>
                    <a:pt x="684524" y="377410"/>
                  </a:lnTo>
                  <a:lnTo>
                    <a:pt x="684326" y="377018"/>
                  </a:lnTo>
                  <a:lnTo>
                    <a:pt x="684084" y="376537"/>
                  </a:lnTo>
                  <a:lnTo>
                    <a:pt x="683858" y="376084"/>
                  </a:lnTo>
                  <a:lnTo>
                    <a:pt x="683672" y="375718"/>
                  </a:lnTo>
                  <a:lnTo>
                    <a:pt x="683135" y="374644"/>
                  </a:lnTo>
                  <a:lnTo>
                    <a:pt x="683005" y="374387"/>
                  </a:lnTo>
                  <a:lnTo>
                    <a:pt x="682873" y="374127"/>
                  </a:lnTo>
                  <a:lnTo>
                    <a:pt x="679514" y="369720"/>
                  </a:lnTo>
                  <a:lnTo>
                    <a:pt x="678741" y="368705"/>
                  </a:lnTo>
                  <a:lnTo>
                    <a:pt x="678005" y="367188"/>
                  </a:lnTo>
                  <a:lnTo>
                    <a:pt x="677565" y="366280"/>
                  </a:lnTo>
                  <a:lnTo>
                    <a:pt x="677323" y="365926"/>
                  </a:lnTo>
                  <a:lnTo>
                    <a:pt x="677092" y="365303"/>
                  </a:lnTo>
                  <a:lnTo>
                    <a:pt x="676988" y="365092"/>
                  </a:lnTo>
                  <a:lnTo>
                    <a:pt x="676746" y="364593"/>
                  </a:lnTo>
                  <a:lnTo>
                    <a:pt x="676471" y="364028"/>
                  </a:lnTo>
                  <a:lnTo>
                    <a:pt x="676211" y="363494"/>
                  </a:lnTo>
                  <a:lnTo>
                    <a:pt x="675972" y="363003"/>
                  </a:lnTo>
                  <a:lnTo>
                    <a:pt x="674199" y="359346"/>
                  </a:lnTo>
                  <a:lnTo>
                    <a:pt x="673662" y="359209"/>
                  </a:lnTo>
                  <a:lnTo>
                    <a:pt x="673265" y="359110"/>
                  </a:lnTo>
                  <a:lnTo>
                    <a:pt x="672855" y="359005"/>
                  </a:lnTo>
                  <a:lnTo>
                    <a:pt x="672390" y="358886"/>
                  </a:lnTo>
                  <a:lnTo>
                    <a:pt x="671972" y="358781"/>
                  </a:lnTo>
                  <a:lnTo>
                    <a:pt x="671578" y="358682"/>
                  </a:lnTo>
                  <a:lnTo>
                    <a:pt x="671107" y="358563"/>
                  </a:lnTo>
                  <a:lnTo>
                    <a:pt x="670743" y="358471"/>
                  </a:lnTo>
                  <a:lnTo>
                    <a:pt x="670407" y="358384"/>
                  </a:lnTo>
                  <a:lnTo>
                    <a:pt x="670260" y="358349"/>
                  </a:lnTo>
                  <a:lnTo>
                    <a:pt x="670201" y="357970"/>
                  </a:lnTo>
                  <a:lnTo>
                    <a:pt x="670092" y="357234"/>
                  </a:lnTo>
                  <a:lnTo>
                    <a:pt x="670033" y="356850"/>
                  </a:lnTo>
                  <a:lnTo>
                    <a:pt x="669947" y="356280"/>
                  </a:lnTo>
                  <a:lnTo>
                    <a:pt x="669868" y="355753"/>
                  </a:lnTo>
                  <a:lnTo>
                    <a:pt x="669812" y="355387"/>
                  </a:lnTo>
                  <a:lnTo>
                    <a:pt x="669703" y="354662"/>
                  </a:lnTo>
                  <a:lnTo>
                    <a:pt x="669611" y="354066"/>
                  </a:lnTo>
                  <a:lnTo>
                    <a:pt x="669492" y="353272"/>
                  </a:lnTo>
                  <a:lnTo>
                    <a:pt x="669392" y="352611"/>
                  </a:lnTo>
                  <a:lnTo>
                    <a:pt x="669296" y="351977"/>
                  </a:lnTo>
                  <a:lnTo>
                    <a:pt x="669151" y="351021"/>
                  </a:lnTo>
                  <a:lnTo>
                    <a:pt x="669084" y="350583"/>
                  </a:lnTo>
                  <a:lnTo>
                    <a:pt x="669062" y="350430"/>
                  </a:lnTo>
                  <a:lnTo>
                    <a:pt x="668901" y="350140"/>
                  </a:lnTo>
                  <a:lnTo>
                    <a:pt x="668375" y="349186"/>
                  </a:lnTo>
                  <a:lnTo>
                    <a:pt x="667899" y="348331"/>
                  </a:lnTo>
                  <a:lnTo>
                    <a:pt x="667522" y="347649"/>
                  </a:lnTo>
                  <a:lnTo>
                    <a:pt x="667204" y="347074"/>
                  </a:lnTo>
                  <a:lnTo>
                    <a:pt x="666835" y="346410"/>
                  </a:lnTo>
                  <a:lnTo>
                    <a:pt x="666369" y="345565"/>
                  </a:lnTo>
                  <a:lnTo>
                    <a:pt x="665746" y="344443"/>
                  </a:lnTo>
                  <a:lnTo>
                    <a:pt x="665392" y="343802"/>
                  </a:lnTo>
                  <a:lnTo>
                    <a:pt x="664955" y="343010"/>
                  </a:lnTo>
                  <a:lnTo>
                    <a:pt x="664387" y="341987"/>
                  </a:lnTo>
                  <a:lnTo>
                    <a:pt x="664156" y="341570"/>
                  </a:lnTo>
                  <a:lnTo>
                    <a:pt x="664237" y="340728"/>
                  </a:lnTo>
                  <a:lnTo>
                    <a:pt x="664362" y="339430"/>
                  </a:lnTo>
                  <a:lnTo>
                    <a:pt x="664504" y="337947"/>
                  </a:lnTo>
                  <a:lnTo>
                    <a:pt x="664575" y="337224"/>
                  </a:lnTo>
                  <a:lnTo>
                    <a:pt x="664652" y="336425"/>
                  </a:lnTo>
                  <a:lnTo>
                    <a:pt x="664789" y="335005"/>
                  </a:lnTo>
                  <a:lnTo>
                    <a:pt x="664812" y="334753"/>
                  </a:lnTo>
                  <a:lnTo>
                    <a:pt x="664527" y="334359"/>
                  </a:lnTo>
                  <a:lnTo>
                    <a:pt x="663888" y="333476"/>
                  </a:lnTo>
                  <a:lnTo>
                    <a:pt x="663346" y="332728"/>
                  </a:lnTo>
                  <a:lnTo>
                    <a:pt x="662649" y="331766"/>
                  </a:lnTo>
                  <a:lnTo>
                    <a:pt x="662097" y="331003"/>
                  </a:lnTo>
                  <a:lnTo>
                    <a:pt x="661379" y="330099"/>
                  </a:lnTo>
                  <a:lnTo>
                    <a:pt x="661423" y="329659"/>
                  </a:lnTo>
                  <a:lnTo>
                    <a:pt x="661494" y="327639"/>
                  </a:lnTo>
                  <a:lnTo>
                    <a:pt x="661575" y="326949"/>
                  </a:lnTo>
                  <a:lnTo>
                    <a:pt x="661583" y="326679"/>
                  </a:lnTo>
                  <a:lnTo>
                    <a:pt x="662502" y="326456"/>
                  </a:lnTo>
                  <a:lnTo>
                    <a:pt x="663262" y="326270"/>
                  </a:lnTo>
                  <a:lnTo>
                    <a:pt x="664392" y="325993"/>
                  </a:lnTo>
                  <a:lnTo>
                    <a:pt x="665639" y="325690"/>
                  </a:lnTo>
                  <a:lnTo>
                    <a:pt x="667049" y="325346"/>
                  </a:lnTo>
                  <a:lnTo>
                    <a:pt x="668301" y="325041"/>
                  </a:lnTo>
                  <a:lnTo>
                    <a:pt x="671453" y="324273"/>
                  </a:lnTo>
                  <a:lnTo>
                    <a:pt x="671985" y="323858"/>
                  </a:lnTo>
                  <a:lnTo>
                    <a:pt x="673074" y="323010"/>
                  </a:lnTo>
                  <a:lnTo>
                    <a:pt x="674046" y="322257"/>
                  </a:lnTo>
                  <a:lnTo>
                    <a:pt x="675420" y="321186"/>
                  </a:lnTo>
                  <a:lnTo>
                    <a:pt x="676268" y="320530"/>
                  </a:lnTo>
                  <a:lnTo>
                    <a:pt x="677336" y="319698"/>
                  </a:lnTo>
                  <a:lnTo>
                    <a:pt x="679354" y="318171"/>
                  </a:lnTo>
                  <a:lnTo>
                    <a:pt x="680601" y="317229"/>
                  </a:lnTo>
                  <a:lnTo>
                    <a:pt x="681810" y="316316"/>
                  </a:lnTo>
                  <a:lnTo>
                    <a:pt x="683179" y="315280"/>
                  </a:lnTo>
                  <a:lnTo>
                    <a:pt x="683385" y="315125"/>
                  </a:lnTo>
                  <a:lnTo>
                    <a:pt x="683760" y="315027"/>
                  </a:lnTo>
                  <a:lnTo>
                    <a:pt x="686039" y="314433"/>
                  </a:lnTo>
                  <a:lnTo>
                    <a:pt x="688316" y="313840"/>
                  </a:lnTo>
                  <a:lnTo>
                    <a:pt x="689657" y="313491"/>
                  </a:lnTo>
                  <a:lnTo>
                    <a:pt x="691173" y="313095"/>
                  </a:lnTo>
                  <a:lnTo>
                    <a:pt x="692899" y="312647"/>
                  </a:lnTo>
                  <a:lnTo>
                    <a:pt x="694855" y="312135"/>
                  </a:lnTo>
                  <a:lnTo>
                    <a:pt x="695120" y="312067"/>
                  </a:lnTo>
                  <a:lnTo>
                    <a:pt x="695339" y="312031"/>
                  </a:lnTo>
                  <a:lnTo>
                    <a:pt x="695558" y="312031"/>
                  </a:lnTo>
                  <a:lnTo>
                    <a:pt x="695911" y="312064"/>
                  </a:lnTo>
                  <a:lnTo>
                    <a:pt x="697357" y="312199"/>
                  </a:lnTo>
                  <a:lnTo>
                    <a:pt x="699519" y="312400"/>
                  </a:lnTo>
                  <a:lnTo>
                    <a:pt x="700491" y="312703"/>
                  </a:lnTo>
                  <a:lnTo>
                    <a:pt x="702046" y="313186"/>
                  </a:lnTo>
                  <a:lnTo>
                    <a:pt x="703725" y="313710"/>
                  </a:lnTo>
                  <a:lnTo>
                    <a:pt x="704425" y="313904"/>
                  </a:lnTo>
                  <a:lnTo>
                    <a:pt x="704273" y="313448"/>
                  </a:lnTo>
                  <a:lnTo>
                    <a:pt x="703924" y="312387"/>
                  </a:lnTo>
                  <a:lnTo>
                    <a:pt x="703647" y="311548"/>
                  </a:lnTo>
                  <a:lnTo>
                    <a:pt x="703392" y="310777"/>
                  </a:lnTo>
                  <a:lnTo>
                    <a:pt x="701919" y="306306"/>
                  </a:lnTo>
                  <a:lnTo>
                    <a:pt x="701637" y="305448"/>
                  </a:lnTo>
                  <a:lnTo>
                    <a:pt x="701448" y="304883"/>
                  </a:lnTo>
                  <a:lnTo>
                    <a:pt x="701369" y="304642"/>
                  </a:lnTo>
                  <a:lnTo>
                    <a:pt x="701896" y="304257"/>
                  </a:lnTo>
                  <a:lnTo>
                    <a:pt x="702662" y="303698"/>
                  </a:lnTo>
                  <a:lnTo>
                    <a:pt x="703525" y="303069"/>
                  </a:lnTo>
                  <a:lnTo>
                    <a:pt x="704003" y="302721"/>
                  </a:lnTo>
                  <a:lnTo>
                    <a:pt x="704629" y="302263"/>
                  </a:lnTo>
                  <a:lnTo>
                    <a:pt x="705041" y="301962"/>
                  </a:lnTo>
                  <a:lnTo>
                    <a:pt x="704955" y="301110"/>
                  </a:lnTo>
                  <a:lnTo>
                    <a:pt x="704863" y="300194"/>
                  </a:lnTo>
                  <a:lnTo>
                    <a:pt x="704807" y="299659"/>
                  </a:lnTo>
                  <a:lnTo>
                    <a:pt x="704743" y="299011"/>
                  </a:lnTo>
                  <a:lnTo>
                    <a:pt x="704848" y="298535"/>
                  </a:lnTo>
                  <a:lnTo>
                    <a:pt x="705089" y="297817"/>
                  </a:lnTo>
                  <a:lnTo>
                    <a:pt x="705433" y="296789"/>
                  </a:lnTo>
                  <a:lnTo>
                    <a:pt x="705827" y="295611"/>
                  </a:lnTo>
                  <a:lnTo>
                    <a:pt x="706580" y="293367"/>
                  </a:lnTo>
                  <a:lnTo>
                    <a:pt x="706670" y="293100"/>
                  </a:lnTo>
                  <a:lnTo>
                    <a:pt x="706647" y="292575"/>
                  </a:lnTo>
                  <a:lnTo>
                    <a:pt x="706636" y="292325"/>
                  </a:lnTo>
                  <a:lnTo>
                    <a:pt x="706606" y="291634"/>
                  </a:lnTo>
                  <a:lnTo>
                    <a:pt x="706558" y="290553"/>
                  </a:lnTo>
                  <a:lnTo>
                    <a:pt x="706486" y="288919"/>
                  </a:lnTo>
                  <a:lnTo>
                    <a:pt x="706433" y="287728"/>
                  </a:lnTo>
                  <a:lnTo>
                    <a:pt x="706382" y="286517"/>
                  </a:lnTo>
                  <a:lnTo>
                    <a:pt x="706349" y="285761"/>
                  </a:lnTo>
                  <a:lnTo>
                    <a:pt x="706336" y="285517"/>
                  </a:lnTo>
                  <a:lnTo>
                    <a:pt x="706812" y="285125"/>
                  </a:lnTo>
                  <a:lnTo>
                    <a:pt x="707540" y="284570"/>
                  </a:lnTo>
                  <a:lnTo>
                    <a:pt x="709023" y="283438"/>
                  </a:lnTo>
                  <a:lnTo>
                    <a:pt x="710049" y="282657"/>
                  </a:lnTo>
                  <a:lnTo>
                    <a:pt x="711161" y="281726"/>
                  </a:lnTo>
                  <a:lnTo>
                    <a:pt x="711972" y="281046"/>
                  </a:lnTo>
                  <a:lnTo>
                    <a:pt x="712634" y="280494"/>
                  </a:lnTo>
                  <a:lnTo>
                    <a:pt x="712799" y="280133"/>
                  </a:lnTo>
                  <a:lnTo>
                    <a:pt x="713273" y="279133"/>
                  </a:lnTo>
                  <a:lnTo>
                    <a:pt x="715833" y="273710"/>
                  </a:lnTo>
                  <a:lnTo>
                    <a:pt x="716273" y="272774"/>
                  </a:lnTo>
                  <a:lnTo>
                    <a:pt x="716364" y="272583"/>
                  </a:lnTo>
                  <a:lnTo>
                    <a:pt x="715970" y="272242"/>
                  </a:lnTo>
                  <a:lnTo>
                    <a:pt x="713576" y="270173"/>
                  </a:lnTo>
                  <a:lnTo>
                    <a:pt x="709795" y="267751"/>
                  </a:lnTo>
                  <a:lnTo>
                    <a:pt x="707062" y="270820"/>
                  </a:lnTo>
                  <a:lnTo>
                    <a:pt x="702767" y="274891"/>
                  </a:lnTo>
                  <a:lnTo>
                    <a:pt x="701380" y="274049"/>
                  </a:lnTo>
                  <a:lnTo>
                    <a:pt x="697899" y="271929"/>
                  </a:lnTo>
                  <a:lnTo>
                    <a:pt x="694520" y="269876"/>
                  </a:lnTo>
                  <a:lnTo>
                    <a:pt x="691660" y="268135"/>
                  </a:lnTo>
                  <a:lnTo>
                    <a:pt x="689085" y="266570"/>
                  </a:lnTo>
                  <a:lnTo>
                    <a:pt x="686884" y="265229"/>
                  </a:lnTo>
                  <a:lnTo>
                    <a:pt x="686029" y="264710"/>
                  </a:lnTo>
                  <a:lnTo>
                    <a:pt x="683410" y="263099"/>
                  </a:lnTo>
                  <a:lnTo>
                    <a:pt x="683013" y="262844"/>
                  </a:lnTo>
                  <a:lnTo>
                    <a:pt x="681732" y="260461"/>
                  </a:lnTo>
                  <a:lnTo>
                    <a:pt x="678711" y="254807"/>
                  </a:lnTo>
                  <a:lnTo>
                    <a:pt x="679558" y="248496"/>
                  </a:lnTo>
                  <a:lnTo>
                    <a:pt x="679306" y="247927"/>
                  </a:lnTo>
                  <a:lnTo>
                    <a:pt x="676952" y="242611"/>
                  </a:lnTo>
                  <a:lnTo>
                    <a:pt x="673293" y="240237"/>
                  </a:lnTo>
                  <a:lnTo>
                    <a:pt x="667952" y="237669"/>
                  </a:lnTo>
                  <a:lnTo>
                    <a:pt x="670540" y="229199"/>
                  </a:lnTo>
                  <a:lnTo>
                    <a:pt x="672466" y="225672"/>
                  </a:lnTo>
                  <a:lnTo>
                    <a:pt x="673568" y="223028"/>
                  </a:lnTo>
                  <a:lnTo>
                    <a:pt x="673642" y="222851"/>
                  </a:lnTo>
                  <a:lnTo>
                    <a:pt x="674110" y="221728"/>
                  </a:lnTo>
                  <a:lnTo>
                    <a:pt x="675289" y="220929"/>
                  </a:lnTo>
                  <a:lnTo>
                    <a:pt x="673327" y="216947"/>
                  </a:lnTo>
                  <a:lnTo>
                    <a:pt x="670464" y="216585"/>
                  </a:lnTo>
                  <a:lnTo>
                    <a:pt x="667975" y="216952"/>
                  </a:lnTo>
                  <a:lnTo>
                    <a:pt x="664810" y="214402"/>
                  </a:lnTo>
                  <a:lnTo>
                    <a:pt x="667977" y="210221"/>
                  </a:lnTo>
                  <a:lnTo>
                    <a:pt x="671431" y="205661"/>
                  </a:lnTo>
                  <a:lnTo>
                    <a:pt x="669485" y="203066"/>
                  </a:lnTo>
                  <a:lnTo>
                    <a:pt x="667947" y="201015"/>
                  </a:lnTo>
                  <a:lnTo>
                    <a:pt x="666108" y="200389"/>
                  </a:lnTo>
                  <a:lnTo>
                    <a:pt x="661998" y="199498"/>
                  </a:lnTo>
                  <a:lnTo>
                    <a:pt x="660016" y="200107"/>
                  </a:lnTo>
                  <a:lnTo>
                    <a:pt x="658601" y="200542"/>
                  </a:lnTo>
                  <a:lnTo>
                    <a:pt x="652133" y="198030"/>
                  </a:lnTo>
                  <a:lnTo>
                    <a:pt x="651996" y="197992"/>
                  </a:lnTo>
                  <a:lnTo>
                    <a:pt x="650469" y="197565"/>
                  </a:lnTo>
                  <a:lnTo>
                    <a:pt x="646199" y="195984"/>
                  </a:lnTo>
                  <a:lnTo>
                    <a:pt x="644978" y="194613"/>
                  </a:lnTo>
                  <a:lnTo>
                    <a:pt x="642570" y="192654"/>
                  </a:lnTo>
                  <a:lnTo>
                    <a:pt x="641925" y="192129"/>
                  </a:lnTo>
                  <a:lnTo>
                    <a:pt x="641835" y="187791"/>
                  </a:lnTo>
                  <a:lnTo>
                    <a:pt x="640245" y="186348"/>
                  </a:lnTo>
                  <a:lnTo>
                    <a:pt x="639166" y="183804"/>
                  </a:lnTo>
                  <a:lnTo>
                    <a:pt x="636736" y="180618"/>
                  </a:lnTo>
                  <a:lnTo>
                    <a:pt x="636675" y="180280"/>
                  </a:lnTo>
                  <a:lnTo>
                    <a:pt x="636545" y="180134"/>
                  </a:lnTo>
                  <a:lnTo>
                    <a:pt x="636444" y="179931"/>
                  </a:lnTo>
                  <a:lnTo>
                    <a:pt x="635983" y="179715"/>
                  </a:lnTo>
                  <a:lnTo>
                    <a:pt x="634986" y="178989"/>
                  </a:lnTo>
                  <a:lnTo>
                    <a:pt x="634832" y="178889"/>
                  </a:lnTo>
                  <a:lnTo>
                    <a:pt x="636279" y="171074"/>
                  </a:lnTo>
                  <a:lnTo>
                    <a:pt x="636760" y="170489"/>
                  </a:lnTo>
                  <a:lnTo>
                    <a:pt x="636624" y="169668"/>
                  </a:lnTo>
                  <a:lnTo>
                    <a:pt x="635964" y="166503"/>
                  </a:lnTo>
                  <a:lnTo>
                    <a:pt x="635675" y="164903"/>
                  </a:lnTo>
                  <a:lnTo>
                    <a:pt x="634980" y="164137"/>
                  </a:lnTo>
                  <a:lnTo>
                    <a:pt x="634902" y="164002"/>
                  </a:lnTo>
                  <a:lnTo>
                    <a:pt x="634835" y="163811"/>
                  </a:lnTo>
                  <a:lnTo>
                    <a:pt x="634818" y="163580"/>
                  </a:lnTo>
                  <a:lnTo>
                    <a:pt x="634189" y="163211"/>
                  </a:lnTo>
                  <a:lnTo>
                    <a:pt x="633858" y="163264"/>
                  </a:lnTo>
                  <a:lnTo>
                    <a:pt x="633482" y="163302"/>
                  </a:lnTo>
                  <a:lnTo>
                    <a:pt x="633268" y="163330"/>
                  </a:lnTo>
                  <a:lnTo>
                    <a:pt x="633006" y="163366"/>
                  </a:lnTo>
                  <a:lnTo>
                    <a:pt x="632670" y="163458"/>
                  </a:lnTo>
                  <a:lnTo>
                    <a:pt x="632398" y="163506"/>
                  </a:lnTo>
                  <a:lnTo>
                    <a:pt x="631970" y="163613"/>
                  </a:lnTo>
                  <a:lnTo>
                    <a:pt x="631756" y="163669"/>
                  </a:lnTo>
                  <a:lnTo>
                    <a:pt x="631405" y="163758"/>
                  </a:lnTo>
                  <a:lnTo>
                    <a:pt x="631161" y="163213"/>
                  </a:lnTo>
                  <a:lnTo>
                    <a:pt x="631069" y="163012"/>
                  </a:lnTo>
                  <a:lnTo>
                    <a:pt x="630545" y="161850"/>
                  </a:lnTo>
                  <a:lnTo>
                    <a:pt x="630123" y="160911"/>
                  </a:lnTo>
                  <a:lnTo>
                    <a:pt x="629789" y="160170"/>
                  </a:lnTo>
                  <a:lnTo>
                    <a:pt x="629571" y="159687"/>
                  </a:lnTo>
                  <a:lnTo>
                    <a:pt x="629316" y="159124"/>
                  </a:lnTo>
                  <a:lnTo>
                    <a:pt x="629087" y="158610"/>
                  </a:lnTo>
                  <a:lnTo>
                    <a:pt x="628845" y="158076"/>
                  </a:lnTo>
                  <a:lnTo>
                    <a:pt x="628754" y="157875"/>
                  </a:lnTo>
                  <a:lnTo>
                    <a:pt x="628494" y="157297"/>
                  </a:lnTo>
                  <a:lnTo>
                    <a:pt x="628207" y="156659"/>
                  </a:lnTo>
                  <a:lnTo>
                    <a:pt x="627955" y="156099"/>
                  </a:lnTo>
                  <a:lnTo>
                    <a:pt x="627657" y="155440"/>
                  </a:lnTo>
                  <a:lnTo>
                    <a:pt x="627426" y="154928"/>
                  </a:lnTo>
                  <a:lnTo>
                    <a:pt x="627169" y="154356"/>
                  </a:lnTo>
                  <a:lnTo>
                    <a:pt x="626998" y="153977"/>
                  </a:lnTo>
                  <a:lnTo>
                    <a:pt x="626769" y="153473"/>
                  </a:lnTo>
                  <a:lnTo>
                    <a:pt x="626270" y="152366"/>
                  </a:lnTo>
                  <a:lnTo>
                    <a:pt x="626008" y="151783"/>
                  </a:lnTo>
                  <a:lnTo>
                    <a:pt x="625700" y="151099"/>
                  </a:lnTo>
                  <a:lnTo>
                    <a:pt x="625370" y="150364"/>
                  </a:lnTo>
                  <a:lnTo>
                    <a:pt x="625184" y="149954"/>
                  </a:lnTo>
                  <a:lnTo>
                    <a:pt x="624932" y="149391"/>
                  </a:lnTo>
                  <a:lnTo>
                    <a:pt x="624566" y="148656"/>
                  </a:lnTo>
                  <a:lnTo>
                    <a:pt x="624420" y="148580"/>
                  </a:lnTo>
                  <a:lnTo>
                    <a:pt x="624082" y="148361"/>
                  </a:lnTo>
                  <a:lnTo>
                    <a:pt x="623838" y="148114"/>
                  </a:lnTo>
                  <a:lnTo>
                    <a:pt x="623736" y="147969"/>
                  </a:lnTo>
                  <a:lnTo>
                    <a:pt x="623594" y="147791"/>
                  </a:lnTo>
                  <a:lnTo>
                    <a:pt x="623420" y="147572"/>
                  </a:lnTo>
                  <a:lnTo>
                    <a:pt x="623329" y="147442"/>
                  </a:lnTo>
                  <a:lnTo>
                    <a:pt x="623212" y="147241"/>
                  </a:lnTo>
                  <a:lnTo>
                    <a:pt x="623153" y="147094"/>
                  </a:lnTo>
                  <a:lnTo>
                    <a:pt x="623309" y="146608"/>
                  </a:lnTo>
                  <a:lnTo>
                    <a:pt x="623861" y="145989"/>
                  </a:lnTo>
                  <a:lnTo>
                    <a:pt x="624031" y="145801"/>
                  </a:lnTo>
                  <a:lnTo>
                    <a:pt x="624301" y="145626"/>
                  </a:lnTo>
                  <a:lnTo>
                    <a:pt x="624502" y="145458"/>
                  </a:lnTo>
                  <a:lnTo>
                    <a:pt x="624741" y="145259"/>
                  </a:lnTo>
                  <a:lnTo>
                    <a:pt x="624777" y="144936"/>
                  </a:lnTo>
                  <a:lnTo>
                    <a:pt x="624830" y="144445"/>
                  </a:lnTo>
                  <a:lnTo>
                    <a:pt x="624962" y="143252"/>
                  </a:lnTo>
                  <a:lnTo>
                    <a:pt x="624894" y="142941"/>
                  </a:lnTo>
                  <a:lnTo>
                    <a:pt x="624713" y="142137"/>
                  </a:lnTo>
                  <a:lnTo>
                    <a:pt x="624443" y="140926"/>
                  </a:lnTo>
                  <a:lnTo>
                    <a:pt x="624306" y="140315"/>
                  </a:lnTo>
                  <a:lnTo>
                    <a:pt x="624174" y="139727"/>
                  </a:lnTo>
                  <a:lnTo>
                    <a:pt x="624026" y="139061"/>
                  </a:lnTo>
                  <a:lnTo>
                    <a:pt x="623884" y="138422"/>
                  </a:lnTo>
                  <a:lnTo>
                    <a:pt x="623756" y="137860"/>
                  </a:lnTo>
                  <a:lnTo>
                    <a:pt x="623609" y="137198"/>
                  </a:lnTo>
                  <a:lnTo>
                    <a:pt x="623476" y="136603"/>
                  </a:lnTo>
                  <a:lnTo>
                    <a:pt x="623283" y="135745"/>
                  </a:lnTo>
                  <a:lnTo>
                    <a:pt x="623158" y="135185"/>
                  </a:lnTo>
                  <a:lnTo>
                    <a:pt x="623044" y="134669"/>
                  </a:lnTo>
                  <a:lnTo>
                    <a:pt x="622990" y="134430"/>
                  </a:lnTo>
                  <a:lnTo>
                    <a:pt x="621838" y="134432"/>
                  </a:lnTo>
                  <a:lnTo>
                    <a:pt x="621482" y="134435"/>
                  </a:lnTo>
                  <a:lnTo>
                    <a:pt x="621217" y="134435"/>
                  </a:lnTo>
                  <a:lnTo>
                    <a:pt x="620996" y="134445"/>
                  </a:lnTo>
                  <a:lnTo>
                    <a:pt x="620622" y="134432"/>
                  </a:lnTo>
                  <a:lnTo>
                    <a:pt x="620380" y="134442"/>
                  </a:lnTo>
                  <a:lnTo>
                    <a:pt x="620110" y="134455"/>
                  </a:lnTo>
                  <a:lnTo>
                    <a:pt x="619703" y="134468"/>
                  </a:lnTo>
                  <a:lnTo>
                    <a:pt x="619342" y="134539"/>
                  </a:lnTo>
                  <a:lnTo>
                    <a:pt x="618848" y="134732"/>
                  </a:lnTo>
                  <a:lnTo>
                    <a:pt x="617726" y="135692"/>
                  </a:lnTo>
                  <a:lnTo>
                    <a:pt x="617156" y="136048"/>
                  </a:lnTo>
                  <a:lnTo>
                    <a:pt x="616879" y="136211"/>
                  </a:lnTo>
                  <a:lnTo>
                    <a:pt x="616599" y="136356"/>
                  </a:lnTo>
                  <a:lnTo>
                    <a:pt x="616339" y="136470"/>
                  </a:lnTo>
                  <a:lnTo>
                    <a:pt x="616095" y="136605"/>
                  </a:lnTo>
                  <a:lnTo>
                    <a:pt x="615924" y="136682"/>
                  </a:lnTo>
                  <a:lnTo>
                    <a:pt x="615479" y="136801"/>
                  </a:lnTo>
                  <a:lnTo>
                    <a:pt x="613945" y="137208"/>
                  </a:lnTo>
                  <a:lnTo>
                    <a:pt x="613469" y="137335"/>
                  </a:lnTo>
                  <a:lnTo>
                    <a:pt x="613095" y="137483"/>
                  </a:lnTo>
                  <a:lnTo>
                    <a:pt x="612769" y="137623"/>
                  </a:lnTo>
                  <a:lnTo>
                    <a:pt x="612413" y="137793"/>
                  </a:lnTo>
                  <a:lnTo>
                    <a:pt x="611924" y="138274"/>
                  </a:lnTo>
                  <a:lnTo>
                    <a:pt x="611777" y="138529"/>
                  </a:lnTo>
                  <a:lnTo>
                    <a:pt x="611637" y="138804"/>
                  </a:lnTo>
                  <a:lnTo>
                    <a:pt x="611449" y="139351"/>
                  </a:lnTo>
                  <a:lnTo>
                    <a:pt x="611352" y="139592"/>
                  </a:lnTo>
                  <a:lnTo>
                    <a:pt x="611301" y="139738"/>
                  </a:lnTo>
                  <a:lnTo>
                    <a:pt x="610311" y="140928"/>
                  </a:lnTo>
                  <a:lnTo>
                    <a:pt x="610181" y="140982"/>
                  </a:lnTo>
                  <a:lnTo>
                    <a:pt x="609924" y="141081"/>
                  </a:lnTo>
                  <a:lnTo>
                    <a:pt x="609596" y="141201"/>
                  </a:lnTo>
                  <a:lnTo>
                    <a:pt x="609311" y="141353"/>
                  </a:lnTo>
                  <a:lnTo>
                    <a:pt x="608914" y="141928"/>
                  </a:lnTo>
                  <a:lnTo>
                    <a:pt x="608886" y="142124"/>
                  </a:lnTo>
                  <a:lnTo>
                    <a:pt x="608533" y="141989"/>
                  </a:lnTo>
                  <a:lnTo>
                    <a:pt x="607996" y="141783"/>
                  </a:lnTo>
                  <a:lnTo>
                    <a:pt x="607337" y="141534"/>
                  </a:lnTo>
                  <a:lnTo>
                    <a:pt x="606996" y="141404"/>
                  </a:lnTo>
                  <a:lnTo>
                    <a:pt x="606680" y="141285"/>
                  </a:lnTo>
                  <a:lnTo>
                    <a:pt x="606344" y="141155"/>
                  </a:lnTo>
                  <a:lnTo>
                    <a:pt x="606085" y="141056"/>
                  </a:lnTo>
                  <a:lnTo>
                    <a:pt x="605597" y="140871"/>
                  </a:lnTo>
                  <a:lnTo>
                    <a:pt x="605339" y="140773"/>
                  </a:lnTo>
                  <a:lnTo>
                    <a:pt x="604833" y="140580"/>
                  </a:lnTo>
                  <a:lnTo>
                    <a:pt x="604382" y="140409"/>
                  </a:lnTo>
                  <a:lnTo>
                    <a:pt x="603963" y="140249"/>
                  </a:lnTo>
                  <a:lnTo>
                    <a:pt x="603675" y="140139"/>
                  </a:lnTo>
                  <a:lnTo>
                    <a:pt x="603716" y="140524"/>
                  </a:lnTo>
                  <a:lnTo>
                    <a:pt x="603767" y="141035"/>
                  </a:lnTo>
                  <a:lnTo>
                    <a:pt x="603812" y="141475"/>
                  </a:lnTo>
                  <a:lnTo>
                    <a:pt x="603881" y="142132"/>
                  </a:lnTo>
                  <a:lnTo>
                    <a:pt x="603955" y="142857"/>
                  </a:lnTo>
                  <a:lnTo>
                    <a:pt x="604011" y="143379"/>
                  </a:lnTo>
                  <a:lnTo>
                    <a:pt x="604041" y="143687"/>
                  </a:lnTo>
                  <a:lnTo>
                    <a:pt x="604092" y="144185"/>
                  </a:lnTo>
                  <a:lnTo>
                    <a:pt x="604148" y="144720"/>
                  </a:lnTo>
                  <a:lnTo>
                    <a:pt x="603846" y="145028"/>
                  </a:lnTo>
                  <a:lnTo>
                    <a:pt x="603561" y="145320"/>
                  </a:lnTo>
                  <a:lnTo>
                    <a:pt x="603207" y="145682"/>
                  </a:lnTo>
                  <a:lnTo>
                    <a:pt x="602795" y="146101"/>
                  </a:lnTo>
                  <a:lnTo>
                    <a:pt x="602498" y="146405"/>
                  </a:lnTo>
                  <a:lnTo>
                    <a:pt x="601917" y="147002"/>
                  </a:lnTo>
                  <a:lnTo>
                    <a:pt x="601515" y="147412"/>
                  </a:lnTo>
                  <a:lnTo>
                    <a:pt x="601125" y="147811"/>
                  </a:lnTo>
                  <a:lnTo>
                    <a:pt x="600851" y="148091"/>
                  </a:lnTo>
                  <a:lnTo>
                    <a:pt x="600375" y="148618"/>
                  </a:lnTo>
                  <a:lnTo>
                    <a:pt x="600431" y="148857"/>
                  </a:lnTo>
                  <a:lnTo>
                    <a:pt x="600553" y="149208"/>
                  </a:lnTo>
                  <a:lnTo>
                    <a:pt x="600678" y="149816"/>
                  </a:lnTo>
                  <a:lnTo>
                    <a:pt x="600767" y="150239"/>
                  </a:lnTo>
                  <a:lnTo>
                    <a:pt x="600823" y="150468"/>
                  </a:lnTo>
                  <a:lnTo>
                    <a:pt x="600889" y="150740"/>
                  </a:lnTo>
                  <a:lnTo>
                    <a:pt x="601003" y="151213"/>
                  </a:lnTo>
                  <a:lnTo>
                    <a:pt x="601130" y="151743"/>
                  </a:lnTo>
                  <a:lnTo>
                    <a:pt x="601276" y="152356"/>
                  </a:lnTo>
                  <a:lnTo>
                    <a:pt x="601311" y="152501"/>
                  </a:lnTo>
                  <a:lnTo>
                    <a:pt x="601415" y="152949"/>
                  </a:lnTo>
                  <a:lnTo>
                    <a:pt x="601474" y="153185"/>
                  </a:lnTo>
                  <a:lnTo>
                    <a:pt x="601629" y="153794"/>
                  </a:lnTo>
                  <a:lnTo>
                    <a:pt x="601408" y="153964"/>
                  </a:lnTo>
                  <a:lnTo>
                    <a:pt x="600728" y="154559"/>
                  </a:lnTo>
                  <a:lnTo>
                    <a:pt x="600281" y="154931"/>
                  </a:lnTo>
                  <a:lnTo>
                    <a:pt x="599810" y="155318"/>
                  </a:lnTo>
                  <a:lnTo>
                    <a:pt x="599370" y="155682"/>
                  </a:lnTo>
                  <a:lnTo>
                    <a:pt x="598924" y="156048"/>
                  </a:lnTo>
                  <a:lnTo>
                    <a:pt x="598605" y="156313"/>
                  </a:lnTo>
                  <a:lnTo>
                    <a:pt x="598474" y="156422"/>
                  </a:lnTo>
                  <a:lnTo>
                    <a:pt x="597609" y="157135"/>
                  </a:lnTo>
                  <a:lnTo>
                    <a:pt x="597423" y="157290"/>
                  </a:lnTo>
                  <a:lnTo>
                    <a:pt x="597049" y="156959"/>
                  </a:lnTo>
                  <a:lnTo>
                    <a:pt x="596812" y="156674"/>
                  </a:lnTo>
                  <a:lnTo>
                    <a:pt x="596680" y="156437"/>
                  </a:lnTo>
                  <a:lnTo>
                    <a:pt x="596428" y="156259"/>
                  </a:lnTo>
                  <a:lnTo>
                    <a:pt x="596016" y="156140"/>
                  </a:lnTo>
                  <a:lnTo>
                    <a:pt x="595858" y="155839"/>
                  </a:lnTo>
                  <a:lnTo>
                    <a:pt x="595795" y="155679"/>
                  </a:lnTo>
                  <a:lnTo>
                    <a:pt x="595690" y="155465"/>
                  </a:lnTo>
                  <a:lnTo>
                    <a:pt x="595596" y="154872"/>
                  </a:lnTo>
                  <a:lnTo>
                    <a:pt x="595207" y="154598"/>
                  </a:lnTo>
                  <a:lnTo>
                    <a:pt x="594973" y="154432"/>
                  </a:lnTo>
                  <a:lnTo>
                    <a:pt x="594400" y="153944"/>
                  </a:lnTo>
                  <a:lnTo>
                    <a:pt x="594250" y="153824"/>
                  </a:lnTo>
                  <a:lnTo>
                    <a:pt x="593960" y="153605"/>
                  </a:lnTo>
                  <a:lnTo>
                    <a:pt x="593848" y="153465"/>
                  </a:lnTo>
                  <a:lnTo>
                    <a:pt x="593624" y="153287"/>
                  </a:lnTo>
                  <a:lnTo>
                    <a:pt x="593347" y="153147"/>
                  </a:lnTo>
                  <a:lnTo>
                    <a:pt x="592449" y="152862"/>
                  </a:lnTo>
                  <a:lnTo>
                    <a:pt x="592021" y="152732"/>
                  </a:lnTo>
                  <a:lnTo>
                    <a:pt x="591553" y="152656"/>
                  </a:lnTo>
                  <a:lnTo>
                    <a:pt x="591237" y="152600"/>
                  </a:lnTo>
                  <a:lnTo>
                    <a:pt x="591026" y="152531"/>
                  </a:lnTo>
                  <a:lnTo>
                    <a:pt x="590555" y="152473"/>
                  </a:lnTo>
                  <a:lnTo>
                    <a:pt x="590232" y="152496"/>
                  </a:lnTo>
                  <a:lnTo>
                    <a:pt x="589978" y="152493"/>
                  </a:lnTo>
                  <a:lnTo>
                    <a:pt x="589789" y="152529"/>
                  </a:lnTo>
                  <a:lnTo>
                    <a:pt x="589385" y="152547"/>
                  </a:lnTo>
                  <a:lnTo>
                    <a:pt x="589161" y="152481"/>
                  </a:lnTo>
                  <a:lnTo>
                    <a:pt x="589031" y="152450"/>
                  </a:lnTo>
                  <a:lnTo>
                    <a:pt x="588543" y="152356"/>
                  </a:lnTo>
                  <a:lnTo>
                    <a:pt x="588367" y="152371"/>
                  </a:lnTo>
                  <a:lnTo>
                    <a:pt x="588222" y="152404"/>
                  </a:lnTo>
                  <a:lnTo>
                    <a:pt x="588031" y="152404"/>
                  </a:lnTo>
                  <a:lnTo>
                    <a:pt x="587711" y="152445"/>
                  </a:lnTo>
                  <a:lnTo>
                    <a:pt x="587421" y="152427"/>
                  </a:lnTo>
                  <a:lnTo>
                    <a:pt x="587247" y="152445"/>
                  </a:lnTo>
                  <a:lnTo>
                    <a:pt x="587029" y="152430"/>
                  </a:lnTo>
                  <a:lnTo>
                    <a:pt x="586891" y="152409"/>
                  </a:lnTo>
                  <a:lnTo>
                    <a:pt x="586164" y="151911"/>
                  </a:lnTo>
                  <a:lnTo>
                    <a:pt x="586036" y="151755"/>
                  </a:lnTo>
                  <a:lnTo>
                    <a:pt x="585769" y="151432"/>
                  </a:lnTo>
                  <a:lnTo>
                    <a:pt x="585634" y="151249"/>
                  </a:lnTo>
                  <a:lnTo>
                    <a:pt x="585512" y="151078"/>
                  </a:lnTo>
                  <a:lnTo>
                    <a:pt x="585413" y="150939"/>
                  </a:lnTo>
                  <a:lnTo>
                    <a:pt x="585347" y="150732"/>
                  </a:lnTo>
                  <a:lnTo>
                    <a:pt x="585260" y="150341"/>
                  </a:lnTo>
                  <a:lnTo>
                    <a:pt x="585235" y="150106"/>
                  </a:lnTo>
                  <a:lnTo>
                    <a:pt x="585222" y="149977"/>
                  </a:lnTo>
                  <a:lnTo>
                    <a:pt x="585217" y="149745"/>
                  </a:lnTo>
                  <a:lnTo>
                    <a:pt x="585258" y="149496"/>
                  </a:lnTo>
                  <a:lnTo>
                    <a:pt x="585321" y="149099"/>
                  </a:lnTo>
                  <a:lnTo>
                    <a:pt x="585393" y="148661"/>
                  </a:lnTo>
                  <a:lnTo>
                    <a:pt x="585461" y="148363"/>
                  </a:lnTo>
                  <a:lnTo>
                    <a:pt x="585538" y="148068"/>
                  </a:lnTo>
                  <a:lnTo>
                    <a:pt x="585596" y="147801"/>
                  </a:lnTo>
                  <a:lnTo>
                    <a:pt x="585698" y="147455"/>
                  </a:lnTo>
                  <a:lnTo>
                    <a:pt x="585774" y="147193"/>
                  </a:lnTo>
                  <a:lnTo>
                    <a:pt x="585596" y="147190"/>
                  </a:lnTo>
                  <a:lnTo>
                    <a:pt x="585446" y="147188"/>
                  </a:lnTo>
                  <a:lnTo>
                    <a:pt x="585194" y="147183"/>
                  </a:lnTo>
                  <a:lnTo>
                    <a:pt x="584988" y="147178"/>
                  </a:lnTo>
                  <a:lnTo>
                    <a:pt x="584527" y="147132"/>
                  </a:lnTo>
                  <a:lnTo>
                    <a:pt x="584395" y="147122"/>
                  </a:lnTo>
                  <a:lnTo>
                    <a:pt x="583764" y="146959"/>
                  </a:lnTo>
                  <a:lnTo>
                    <a:pt x="583522" y="146832"/>
                  </a:lnTo>
                  <a:lnTo>
                    <a:pt x="583324" y="146730"/>
                  </a:lnTo>
                  <a:lnTo>
                    <a:pt x="583156" y="146618"/>
                  </a:lnTo>
                  <a:lnTo>
                    <a:pt x="582863" y="146450"/>
                  </a:lnTo>
                  <a:lnTo>
                    <a:pt x="582563" y="146229"/>
                  </a:lnTo>
                  <a:lnTo>
                    <a:pt x="582293" y="146048"/>
                  </a:lnTo>
                  <a:lnTo>
                    <a:pt x="582123" y="145870"/>
                  </a:lnTo>
                  <a:lnTo>
                    <a:pt x="581957" y="145745"/>
                  </a:lnTo>
                  <a:lnTo>
                    <a:pt x="581800" y="145605"/>
                  </a:lnTo>
                  <a:lnTo>
                    <a:pt x="582044" y="144511"/>
                  </a:lnTo>
                  <a:lnTo>
                    <a:pt x="581690" y="144544"/>
                  </a:lnTo>
                  <a:lnTo>
                    <a:pt x="580912" y="144569"/>
                  </a:lnTo>
                  <a:lnTo>
                    <a:pt x="580359" y="144544"/>
                  </a:lnTo>
                  <a:lnTo>
                    <a:pt x="580192" y="144503"/>
                  </a:lnTo>
                  <a:lnTo>
                    <a:pt x="579985" y="144458"/>
                  </a:lnTo>
                  <a:lnTo>
                    <a:pt x="579807" y="144315"/>
                  </a:lnTo>
                  <a:lnTo>
                    <a:pt x="579657" y="144083"/>
                  </a:lnTo>
                  <a:lnTo>
                    <a:pt x="579609" y="143832"/>
                  </a:lnTo>
                  <a:lnTo>
                    <a:pt x="579522" y="143595"/>
                  </a:lnTo>
                  <a:lnTo>
                    <a:pt x="579250" y="143061"/>
                  </a:lnTo>
                  <a:lnTo>
                    <a:pt x="579222" y="142755"/>
                  </a:lnTo>
                  <a:lnTo>
                    <a:pt x="579212" y="142605"/>
                  </a:lnTo>
                  <a:lnTo>
                    <a:pt x="578906" y="142018"/>
                  </a:lnTo>
                  <a:lnTo>
                    <a:pt x="577963" y="141483"/>
                  </a:lnTo>
                  <a:lnTo>
                    <a:pt x="577609" y="141307"/>
                  </a:lnTo>
                  <a:lnTo>
                    <a:pt x="577321" y="141117"/>
                  </a:lnTo>
                  <a:lnTo>
                    <a:pt x="576993" y="140804"/>
                  </a:lnTo>
                  <a:lnTo>
                    <a:pt x="576802" y="140745"/>
                  </a:lnTo>
                  <a:lnTo>
                    <a:pt x="576655" y="140732"/>
                  </a:lnTo>
                  <a:lnTo>
                    <a:pt x="576416" y="140847"/>
                  </a:lnTo>
                  <a:lnTo>
                    <a:pt x="575907" y="140811"/>
                  </a:lnTo>
                  <a:lnTo>
                    <a:pt x="575703" y="140613"/>
                  </a:lnTo>
                  <a:lnTo>
                    <a:pt x="575540" y="140391"/>
                  </a:lnTo>
                  <a:lnTo>
                    <a:pt x="575487" y="140234"/>
                  </a:lnTo>
                  <a:lnTo>
                    <a:pt x="575324" y="139923"/>
                  </a:lnTo>
                  <a:lnTo>
                    <a:pt x="575199" y="139653"/>
                  </a:lnTo>
                  <a:lnTo>
                    <a:pt x="575192" y="139491"/>
                  </a:lnTo>
                  <a:lnTo>
                    <a:pt x="575171" y="139241"/>
                  </a:lnTo>
                  <a:lnTo>
                    <a:pt x="575186" y="138941"/>
                  </a:lnTo>
                  <a:lnTo>
                    <a:pt x="574979" y="138786"/>
                  </a:lnTo>
                  <a:lnTo>
                    <a:pt x="574539" y="138558"/>
                  </a:lnTo>
                  <a:lnTo>
                    <a:pt x="574348" y="138349"/>
                  </a:lnTo>
                  <a:lnTo>
                    <a:pt x="573826" y="137782"/>
                  </a:lnTo>
                  <a:lnTo>
                    <a:pt x="574931" y="136417"/>
                  </a:lnTo>
                  <a:lnTo>
                    <a:pt x="574998" y="136264"/>
                  </a:lnTo>
                  <a:lnTo>
                    <a:pt x="575171" y="135951"/>
                  </a:lnTo>
                  <a:lnTo>
                    <a:pt x="575237" y="135776"/>
                  </a:lnTo>
                  <a:lnTo>
                    <a:pt x="575319" y="135529"/>
                  </a:lnTo>
                  <a:lnTo>
                    <a:pt x="575388" y="135272"/>
                  </a:lnTo>
                  <a:lnTo>
                    <a:pt x="575444" y="134890"/>
                  </a:lnTo>
                  <a:lnTo>
                    <a:pt x="575383" y="134709"/>
                  </a:lnTo>
                  <a:lnTo>
                    <a:pt x="575398" y="134397"/>
                  </a:lnTo>
                  <a:lnTo>
                    <a:pt x="574339" y="134185"/>
                  </a:lnTo>
                  <a:lnTo>
                    <a:pt x="574052" y="134101"/>
                  </a:lnTo>
                  <a:lnTo>
                    <a:pt x="573725" y="134049"/>
                  </a:lnTo>
                  <a:lnTo>
                    <a:pt x="571716" y="133730"/>
                  </a:lnTo>
                  <a:lnTo>
                    <a:pt x="571581" y="133709"/>
                  </a:lnTo>
                  <a:lnTo>
                    <a:pt x="571092" y="133605"/>
                  </a:lnTo>
                  <a:lnTo>
                    <a:pt x="570108" y="133450"/>
                  </a:lnTo>
                  <a:lnTo>
                    <a:pt x="569724" y="133376"/>
                  </a:lnTo>
                  <a:lnTo>
                    <a:pt x="569505" y="133384"/>
                  </a:lnTo>
                  <a:lnTo>
                    <a:pt x="569044" y="133575"/>
                  </a:lnTo>
                  <a:lnTo>
                    <a:pt x="568512" y="133811"/>
                  </a:lnTo>
                  <a:lnTo>
                    <a:pt x="567853" y="134073"/>
                  </a:lnTo>
                  <a:lnTo>
                    <a:pt x="567456" y="134221"/>
                  </a:lnTo>
                  <a:lnTo>
                    <a:pt x="567062" y="134386"/>
                  </a:lnTo>
                  <a:lnTo>
                    <a:pt x="566810" y="134455"/>
                  </a:lnTo>
                  <a:lnTo>
                    <a:pt x="566655" y="135193"/>
                  </a:lnTo>
                  <a:lnTo>
                    <a:pt x="566563" y="135564"/>
                  </a:lnTo>
                  <a:lnTo>
                    <a:pt x="566347" y="136340"/>
                  </a:lnTo>
                  <a:lnTo>
                    <a:pt x="566145" y="136755"/>
                  </a:lnTo>
                  <a:lnTo>
                    <a:pt x="565839" y="137284"/>
                  </a:lnTo>
                  <a:lnTo>
                    <a:pt x="565413" y="137440"/>
                  </a:lnTo>
                  <a:lnTo>
                    <a:pt x="565051" y="137530"/>
                  </a:lnTo>
                  <a:lnTo>
                    <a:pt x="564719" y="137571"/>
                  </a:lnTo>
                  <a:lnTo>
                    <a:pt x="564210" y="137449"/>
                  </a:lnTo>
                  <a:lnTo>
                    <a:pt x="563978" y="137767"/>
                  </a:lnTo>
                  <a:lnTo>
                    <a:pt x="563846" y="137789"/>
                  </a:lnTo>
                  <a:lnTo>
                    <a:pt x="563513" y="137720"/>
                  </a:lnTo>
                  <a:lnTo>
                    <a:pt x="563092" y="137644"/>
                  </a:lnTo>
                  <a:lnTo>
                    <a:pt x="562812" y="137180"/>
                  </a:lnTo>
                  <a:lnTo>
                    <a:pt x="562478" y="137181"/>
                  </a:lnTo>
                  <a:lnTo>
                    <a:pt x="562349" y="136816"/>
                  </a:lnTo>
                  <a:lnTo>
                    <a:pt x="562103" y="136323"/>
                  </a:lnTo>
                  <a:lnTo>
                    <a:pt x="561983" y="136106"/>
                  </a:lnTo>
                  <a:lnTo>
                    <a:pt x="561421" y="135386"/>
                  </a:lnTo>
                  <a:lnTo>
                    <a:pt x="561210" y="135272"/>
                  </a:lnTo>
                  <a:lnTo>
                    <a:pt x="560624" y="135776"/>
                  </a:lnTo>
                  <a:lnTo>
                    <a:pt x="560607" y="135926"/>
                  </a:lnTo>
                  <a:lnTo>
                    <a:pt x="560342" y="135931"/>
                  </a:lnTo>
                  <a:lnTo>
                    <a:pt x="559161" y="136188"/>
                  </a:lnTo>
                  <a:lnTo>
                    <a:pt x="559077" y="136351"/>
                  </a:lnTo>
                  <a:lnTo>
                    <a:pt x="558920" y="136600"/>
                  </a:lnTo>
                  <a:lnTo>
                    <a:pt x="558815" y="136732"/>
                  </a:lnTo>
                  <a:lnTo>
                    <a:pt x="558642" y="136954"/>
                  </a:lnTo>
                  <a:lnTo>
                    <a:pt x="558502" y="137119"/>
                  </a:lnTo>
                  <a:lnTo>
                    <a:pt x="558166" y="137666"/>
                  </a:lnTo>
                  <a:lnTo>
                    <a:pt x="557726" y="138094"/>
                  </a:lnTo>
                  <a:lnTo>
                    <a:pt x="557477" y="138340"/>
                  </a:lnTo>
                  <a:lnTo>
                    <a:pt x="557347" y="138394"/>
                  </a:lnTo>
                  <a:lnTo>
                    <a:pt x="557003" y="138417"/>
                  </a:lnTo>
                  <a:lnTo>
                    <a:pt x="556868" y="138414"/>
                  </a:lnTo>
                  <a:lnTo>
                    <a:pt x="556660" y="138427"/>
                  </a:lnTo>
                  <a:lnTo>
                    <a:pt x="556517" y="138434"/>
                  </a:lnTo>
                  <a:lnTo>
                    <a:pt x="556375" y="138412"/>
                  </a:lnTo>
                  <a:lnTo>
                    <a:pt x="556100" y="138376"/>
                  </a:lnTo>
                  <a:lnTo>
                    <a:pt x="555255" y="137842"/>
                  </a:lnTo>
                  <a:lnTo>
                    <a:pt x="555204" y="137714"/>
                  </a:lnTo>
                  <a:lnTo>
                    <a:pt x="555171" y="137585"/>
                  </a:lnTo>
                  <a:lnTo>
                    <a:pt x="555118" y="137312"/>
                  </a:lnTo>
                  <a:lnTo>
                    <a:pt x="555100" y="137045"/>
                  </a:lnTo>
                  <a:lnTo>
                    <a:pt x="555227" y="136679"/>
                  </a:lnTo>
                  <a:lnTo>
                    <a:pt x="555316" y="136552"/>
                  </a:lnTo>
                  <a:lnTo>
                    <a:pt x="555487" y="136195"/>
                  </a:lnTo>
                  <a:lnTo>
                    <a:pt x="555444" y="136066"/>
                  </a:lnTo>
                  <a:lnTo>
                    <a:pt x="555337" y="135796"/>
                  </a:lnTo>
                  <a:lnTo>
                    <a:pt x="555301" y="135651"/>
                  </a:lnTo>
                  <a:lnTo>
                    <a:pt x="555339" y="135521"/>
                  </a:lnTo>
                  <a:lnTo>
                    <a:pt x="555156" y="135531"/>
                  </a:lnTo>
                  <a:lnTo>
                    <a:pt x="554958" y="135541"/>
                  </a:lnTo>
                  <a:lnTo>
                    <a:pt x="554583" y="135569"/>
                  </a:lnTo>
                  <a:lnTo>
                    <a:pt x="554176" y="135597"/>
                  </a:lnTo>
                  <a:lnTo>
                    <a:pt x="553975" y="135613"/>
                  </a:lnTo>
                  <a:lnTo>
                    <a:pt x="553410" y="135592"/>
                  </a:lnTo>
                  <a:lnTo>
                    <a:pt x="553026" y="135534"/>
                  </a:lnTo>
                  <a:lnTo>
                    <a:pt x="552749" y="135521"/>
                  </a:lnTo>
                  <a:lnTo>
                    <a:pt x="552362" y="135399"/>
                  </a:lnTo>
                  <a:lnTo>
                    <a:pt x="551619" y="135249"/>
                  </a:lnTo>
                  <a:lnTo>
                    <a:pt x="550685" y="135063"/>
                  </a:lnTo>
                  <a:lnTo>
                    <a:pt x="550296" y="134987"/>
                  </a:lnTo>
                  <a:lnTo>
                    <a:pt x="549986" y="134905"/>
                  </a:lnTo>
                  <a:lnTo>
                    <a:pt x="549858" y="134867"/>
                  </a:lnTo>
                  <a:lnTo>
                    <a:pt x="549711" y="134821"/>
                  </a:lnTo>
                  <a:lnTo>
                    <a:pt x="549571" y="134781"/>
                  </a:lnTo>
                  <a:lnTo>
                    <a:pt x="549306" y="134653"/>
                  </a:lnTo>
                  <a:lnTo>
                    <a:pt x="548729" y="134188"/>
                  </a:lnTo>
                  <a:lnTo>
                    <a:pt x="548446" y="133969"/>
                  </a:lnTo>
                  <a:lnTo>
                    <a:pt x="548273" y="133750"/>
                  </a:lnTo>
                  <a:lnTo>
                    <a:pt x="548118" y="133778"/>
                  </a:lnTo>
                  <a:lnTo>
                    <a:pt x="546869" y="133773"/>
                  </a:lnTo>
                  <a:lnTo>
                    <a:pt x="546571" y="133748"/>
                  </a:lnTo>
                  <a:lnTo>
                    <a:pt x="546431" y="133681"/>
                  </a:lnTo>
                  <a:lnTo>
                    <a:pt x="546283" y="133717"/>
                  </a:lnTo>
                  <a:lnTo>
                    <a:pt x="545871" y="133933"/>
                  </a:lnTo>
                  <a:lnTo>
                    <a:pt x="545380" y="133282"/>
                  </a:lnTo>
                  <a:lnTo>
                    <a:pt x="545207" y="133160"/>
                  </a:lnTo>
                  <a:lnTo>
                    <a:pt x="544940" y="132969"/>
                  </a:lnTo>
                  <a:lnTo>
                    <a:pt x="544436" y="132608"/>
                  </a:lnTo>
                  <a:lnTo>
                    <a:pt x="543860" y="132473"/>
                  </a:lnTo>
                  <a:lnTo>
                    <a:pt x="542658" y="131407"/>
                  </a:lnTo>
                  <a:lnTo>
                    <a:pt x="541105" y="130630"/>
                  </a:lnTo>
                  <a:lnTo>
                    <a:pt x="538951" y="129883"/>
                  </a:lnTo>
                  <a:lnTo>
                    <a:pt x="537457" y="129732"/>
                  </a:lnTo>
                  <a:lnTo>
                    <a:pt x="536550" y="129644"/>
                  </a:lnTo>
                  <a:lnTo>
                    <a:pt x="536204" y="129615"/>
                  </a:lnTo>
                  <a:lnTo>
                    <a:pt x="536010" y="129595"/>
                  </a:lnTo>
                  <a:lnTo>
                    <a:pt x="535201" y="129510"/>
                  </a:lnTo>
                  <a:lnTo>
                    <a:pt x="534916" y="129480"/>
                  </a:lnTo>
                  <a:lnTo>
                    <a:pt x="534543" y="129449"/>
                  </a:lnTo>
                  <a:lnTo>
                    <a:pt x="534254" y="129418"/>
                  </a:lnTo>
                  <a:lnTo>
                    <a:pt x="533722" y="129646"/>
                  </a:lnTo>
                  <a:lnTo>
                    <a:pt x="533432" y="129762"/>
                  </a:lnTo>
                  <a:lnTo>
                    <a:pt x="533016" y="129949"/>
                  </a:lnTo>
                  <a:lnTo>
                    <a:pt x="532564" y="129854"/>
                  </a:lnTo>
                  <a:lnTo>
                    <a:pt x="531258" y="129592"/>
                  </a:lnTo>
                  <a:lnTo>
                    <a:pt x="530945" y="129531"/>
                  </a:lnTo>
                  <a:lnTo>
                    <a:pt x="514474" y="127030"/>
                  </a:lnTo>
                  <a:lnTo>
                    <a:pt x="513395" y="124828"/>
                  </a:lnTo>
                  <a:lnTo>
                    <a:pt x="511295" y="120541"/>
                  </a:lnTo>
                  <a:lnTo>
                    <a:pt x="500994" y="99516"/>
                  </a:lnTo>
                  <a:lnTo>
                    <a:pt x="490617" y="78337"/>
                  </a:lnTo>
                  <a:lnTo>
                    <a:pt x="477108" y="50765"/>
                  </a:lnTo>
                  <a:lnTo>
                    <a:pt x="468774" y="33807"/>
                  </a:lnTo>
                  <a:lnTo>
                    <a:pt x="452161" y="0"/>
                  </a:lnTo>
                  <a:lnTo>
                    <a:pt x="397770" y="26663"/>
                  </a:lnTo>
                  <a:lnTo>
                    <a:pt x="391749" y="29614"/>
                  </a:lnTo>
                  <a:lnTo>
                    <a:pt x="380658" y="35051"/>
                  </a:lnTo>
                  <a:lnTo>
                    <a:pt x="352735" y="48763"/>
                  </a:lnTo>
                  <a:lnTo>
                    <a:pt x="342069" y="54001"/>
                  </a:lnTo>
                  <a:lnTo>
                    <a:pt x="331982" y="58954"/>
                  </a:lnTo>
                  <a:lnTo>
                    <a:pt x="303796" y="72795"/>
                  </a:lnTo>
                  <a:lnTo>
                    <a:pt x="303241" y="73072"/>
                  </a:lnTo>
                  <a:lnTo>
                    <a:pt x="300996" y="74269"/>
                  </a:lnTo>
                  <a:lnTo>
                    <a:pt x="298807" y="75565"/>
                  </a:lnTo>
                  <a:lnTo>
                    <a:pt x="258430" y="100733"/>
                  </a:lnTo>
                  <a:lnTo>
                    <a:pt x="256408" y="102054"/>
                  </a:lnTo>
                  <a:lnTo>
                    <a:pt x="254341" y="103537"/>
                  </a:lnTo>
                  <a:lnTo>
                    <a:pt x="252343" y="105112"/>
                  </a:lnTo>
                  <a:lnTo>
                    <a:pt x="250419" y="106775"/>
                  </a:lnTo>
                  <a:lnTo>
                    <a:pt x="248570" y="108523"/>
                  </a:lnTo>
                  <a:lnTo>
                    <a:pt x="246803" y="110352"/>
                  </a:lnTo>
                  <a:lnTo>
                    <a:pt x="245119" y="112259"/>
                  </a:lnTo>
                  <a:lnTo>
                    <a:pt x="243523" y="114240"/>
                  </a:lnTo>
                  <a:lnTo>
                    <a:pt x="242018" y="116291"/>
                  </a:lnTo>
                  <a:lnTo>
                    <a:pt x="240606" y="118407"/>
                  </a:lnTo>
                  <a:lnTo>
                    <a:pt x="226492" y="140632"/>
                  </a:lnTo>
                  <a:lnTo>
                    <a:pt x="217582" y="154663"/>
                  </a:lnTo>
                  <a:lnTo>
                    <a:pt x="217368" y="155003"/>
                  </a:lnTo>
                  <a:lnTo>
                    <a:pt x="208707" y="168856"/>
                  </a:lnTo>
                  <a:lnTo>
                    <a:pt x="191502" y="196374"/>
                  </a:lnTo>
                  <a:lnTo>
                    <a:pt x="190100" y="198617"/>
                  </a:lnTo>
                  <a:lnTo>
                    <a:pt x="176856" y="219800"/>
                  </a:lnTo>
                  <a:lnTo>
                    <a:pt x="176698" y="220054"/>
                  </a:lnTo>
                  <a:lnTo>
                    <a:pt x="175410" y="222248"/>
                  </a:lnTo>
                  <a:lnTo>
                    <a:pt x="174222" y="224497"/>
                  </a:lnTo>
                  <a:lnTo>
                    <a:pt x="157493" y="257965"/>
                  </a:lnTo>
                  <a:lnTo>
                    <a:pt x="150178" y="272600"/>
                  </a:lnTo>
                  <a:lnTo>
                    <a:pt x="140573" y="291815"/>
                  </a:lnTo>
                  <a:lnTo>
                    <a:pt x="134099" y="295932"/>
                  </a:lnTo>
                  <a:lnTo>
                    <a:pt x="128886" y="299247"/>
                  </a:lnTo>
                  <a:lnTo>
                    <a:pt x="125788" y="301217"/>
                  </a:lnTo>
                  <a:lnTo>
                    <a:pt x="121977" y="303641"/>
                  </a:lnTo>
                  <a:lnTo>
                    <a:pt x="117013" y="306798"/>
                  </a:lnTo>
                  <a:lnTo>
                    <a:pt x="114928" y="308124"/>
                  </a:lnTo>
                  <a:lnTo>
                    <a:pt x="103984" y="315084"/>
                  </a:lnTo>
                  <a:lnTo>
                    <a:pt x="93595" y="320355"/>
                  </a:lnTo>
                  <a:lnTo>
                    <a:pt x="62697" y="336033"/>
                  </a:lnTo>
                  <a:lnTo>
                    <a:pt x="77346" y="363259"/>
                  </a:lnTo>
                  <a:lnTo>
                    <a:pt x="90034" y="386840"/>
                  </a:lnTo>
                  <a:lnTo>
                    <a:pt x="87429" y="396639"/>
                  </a:lnTo>
                  <a:lnTo>
                    <a:pt x="84827" y="406427"/>
                  </a:lnTo>
                  <a:lnTo>
                    <a:pt x="83944" y="409747"/>
                  </a:lnTo>
                  <a:lnTo>
                    <a:pt x="82219" y="416239"/>
                  </a:lnTo>
                  <a:lnTo>
                    <a:pt x="75772" y="440491"/>
                  </a:lnTo>
                  <a:lnTo>
                    <a:pt x="71086" y="458117"/>
                  </a:lnTo>
                  <a:lnTo>
                    <a:pt x="69052" y="461714"/>
                  </a:lnTo>
                  <a:lnTo>
                    <a:pt x="59991" y="477737"/>
                  </a:lnTo>
                  <a:lnTo>
                    <a:pt x="58677" y="480062"/>
                  </a:lnTo>
                  <a:lnTo>
                    <a:pt x="52585" y="490834"/>
                  </a:lnTo>
                  <a:lnTo>
                    <a:pt x="52245" y="491435"/>
                  </a:lnTo>
                  <a:lnTo>
                    <a:pt x="49121" y="496959"/>
                  </a:lnTo>
                  <a:lnTo>
                    <a:pt x="46984" y="500738"/>
                  </a:lnTo>
                  <a:lnTo>
                    <a:pt x="45565" y="503248"/>
                  </a:lnTo>
                  <a:lnTo>
                    <a:pt x="48176" y="511969"/>
                  </a:lnTo>
                  <a:lnTo>
                    <a:pt x="52058" y="524940"/>
                  </a:lnTo>
                  <a:lnTo>
                    <a:pt x="43407" y="531479"/>
                  </a:lnTo>
                  <a:lnTo>
                    <a:pt x="40989" y="539011"/>
                  </a:lnTo>
                  <a:lnTo>
                    <a:pt x="35569" y="548070"/>
                  </a:lnTo>
                  <a:lnTo>
                    <a:pt x="33992" y="555474"/>
                  </a:lnTo>
                  <a:lnTo>
                    <a:pt x="34857" y="559368"/>
                  </a:lnTo>
                  <a:lnTo>
                    <a:pt x="42341" y="558715"/>
                  </a:lnTo>
                  <a:lnTo>
                    <a:pt x="43610" y="558604"/>
                  </a:lnTo>
                  <a:lnTo>
                    <a:pt x="46104" y="574406"/>
                  </a:lnTo>
                  <a:lnTo>
                    <a:pt x="45042" y="574589"/>
                  </a:lnTo>
                  <a:lnTo>
                    <a:pt x="41771" y="575310"/>
                  </a:lnTo>
                  <a:lnTo>
                    <a:pt x="41491" y="575357"/>
                  </a:lnTo>
                  <a:lnTo>
                    <a:pt x="40822" y="575703"/>
                  </a:lnTo>
                  <a:lnTo>
                    <a:pt x="40664" y="575797"/>
                  </a:lnTo>
                  <a:lnTo>
                    <a:pt x="39163" y="576543"/>
                  </a:lnTo>
                  <a:lnTo>
                    <a:pt x="38951" y="576606"/>
                  </a:lnTo>
                  <a:lnTo>
                    <a:pt x="38813" y="576681"/>
                  </a:lnTo>
                  <a:lnTo>
                    <a:pt x="38993" y="577075"/>
                  </a:lnTo>
                  <a:lnTo>
                    <a:pt x="38828" y="577414"/>
                  </a:lnTo>
                  <a:lnTo>
                    <a:pt x="38797" y="577565"/>
                  </a:lnTo>
                  <a:lnTo>
                    <a:pt x="38454" y="578163"/>
                  </a:lnTo>
                  <a:lnTo>
                    <a:pt x="38478" y="578481"/>
                  </a:lnTo>
                  <a:lnTo>
                    <a:pt x="38559" y="578768"/>
                  </a:lnTo>
                  <a:lnTo>
                    <a:pt x="38508" y="578917"/>
                  </a:lnTo>
                  <a:lnTo>
                    <a:pt x="38670" y="579205"/>
                  </a:lnTo>
                  <a:lnTo>
                    <a:pt x="38349" y="579775"/>
                  </a:lnTo>
                  <a:lnTo>
                    <a:pt x="38174" y="579874"/>
                  </a:lnTo>
                  <a:lnTo>
                    <a:pt x="37910" y="580157"/>
                  </a:lnTo>
                  <a:lnTo>
                    <a:pt x="37590" y="580248"/>
                  </a:lnTo>
                  <a:lnTo>
                    <a:pt x="37402" y="580104"/>
                  </a:lnTo>
                  <a:lnTo>
                    <a:pt x="37252" y="579847"/>
                  </a:lnTo>
                  <a:lnTo>
                    <a:pt x="37247" y="579697"/>
                  </a:lnTo>
                  <a:lnTo>
                    <a:pt x="37203" y="579473"/>
                  </a:lnTo>
                  <a:lnTo>
                    <a:pt x="35428" y="581742"/>
                  </a:lnTo>
                  <a:lnTo>
                    <a:pt x="35271" y="581943"/>
                  </a:lnTo>
                  <a:lnTo>
                    <a:pt x="35031" y="582250"/>
                  </a:lnTo>
                  <a:lnTo>
                    <a:pt x="34694" y="582316"/>
                  </a:lnTo>
                  <a:lnTo>
                    <a:pt x="34330" y="582387"/>
                  </a:lnTo>
                  <a:lnTo>
                    <a:pt x="34121" y="582428"/>
                  </a:lnTo>
                  <a:lnTo>
                    <a:pt x="33886" y="582183"/>
                  </a:lnTo>
                  <a:lnTo>
                    <a:pt x="33496" y="582294"/>
                  </a:lnTo>
                  <a:lnTo>
                    <a:pt x="33127" y="582052"/>
                  </a:lnTo>
                  <a:lnTo>
                    <a:pt x="32796" y="581951"/>
                  </a:lnTo>
                  <a:lnTo>
                    <a:pt x="32516" y="582052"/>
                  </a:lnTo>
                  <a:lnTo>
                    <a:pt x="31295" y="582561"/>
                  </a:lnTo>
                  <a:lnTo>
                    <a:pt x="30951" y="582892"/>
                  </a:lnTo>
                  <a:lnTo>
                    <a:pt x="30709" y="582943"/>
                  </a:lnTo>
                  <a:lnTo>
                    <a:pt x="30239" y="583236"/>
                  </a:lnTo>
                  <a:lnTo>
                    <a:pt x="30251" y="583541"/>
                  </a:lnTo>
                  <a:lnTo>
                    <a:pt x="30328" y="583694"/>
                  </a:lnTo>
                  <a:lnTo>
                    <a:pt x="30099" y="583974"/>
                  </a:lnTo>
                  <a:lnTo>
                    <a:pt x="30124" y="585017"/>
                  </a:lnTo>
                  <a:lnTo>
                    <a:pt x="30417" y="585704"/>
                  </a:lnTo>
                  <a:lnTo>
                    <a:pt x="30557" y="585780"/>
                  </a:lnTo>
                  <a:lnTo>
                    <a:pt x="30436" y="586216"/>
                  </a:lnTo>
                  <a:lnTo>
                    <a:pt x="29927" y="587943"/>
                  </a:lnTo>
                  <a:lnTo>
                    <a:pt x="29615" y="588299"/>
                  </a:lnTo>
                  <a:lnTo>
                    <a:pt x="29272" y="588503"/>
                  </a:lnTo>
                  <a:lnTo>
                    <a:pt x="28127" y="588656"/>
                  </a:lnTo>
                  <a:lnTo>
                    <a:pt x="28114" y="588376"/>
                  </a:lnTo>
                  <a:lnTo>
                    <a:pt x="26689" y="588376"/>
                  </a:lnTo>
                  <a:lnTo>
                    <a:pt x="26600" y="588554"/>
                  </a:lnTo>
                  <a:lnTo>
                    <a:pt x="26240" y="588455"/>
                  </a:lnTo>
                  <a:lnTo>
                    <a:pt x="25887" y="588605"/>
                  </a:lnTo>
                  <a:lnTo>
                    <a:pt x="25569" y="588630"/>
                  </a:lnTo>
                  <a:lnTo>
                    <a:pt x="24855" y="587932"/>
                  </a:lnTo>
                  <a:lnTo>
                    <a:pt x="24399" y="588414"/>
                  </a:lnTo>
                  <a:lnTo>
                    <a:pt x="22681" y="588242"/>
                  </a:lnTo>
                  <a:lnTo>
                    <a:pt x="22343" y="588181"/>
                  </a:lnTo>
                  <a:lnTo>
                    <a:pt x="21332" y="588064"/>
                  </a:lnTo>
                  <a:lnTo>
                    <a:pt x="20756" y="588693"/>
                  </a:lnTo>
                  <a:lnTo>
                    <a:pt x="20515" y="588797"/>
                  </a:lnTo>
                  <a:lnTo>
                    <a:pt x="20344" y="588705"/>
                  </a:lnTo>
                  <a:lnTo>
                    <a:pt x="20137" y="588681"/>
                  </a:lnTo>
                  <a:lnTo>
                    <a:pt x="19737" y="588744"/>
                  </a:lnTo>
                  <a:lnTo>
                    <a:pt x="19542" y="588592"/>
                  </a:lnTo>
                  <a:lnTo>
                    <a:pt x="19865" y="591900"/>
                  </a:lnTo>
                  <a:lnTo>
                    <a:pt x="19410" y="593087"/>
                  </a:lnTo>
                  <a:lnTo>
                    <a:pt x="18790" y="594703"/>
                  </a:lnTo>
                  <a:lnTo>
                    <a:pt x="18763" y="594945"/>
                  </a:lnTo>
                  <a:lnTo>
                    <a:pt x="18803" y="595105"/>
                  </a:lnTo>
                  <a:lnTo>
                    <a:pt x="20868" y="599089"/>
                  </a:lnTo>
                  <a:lnTo>
                    <a:pt x="20138" y="600341"/>
                  </a:lnTo>
                  <a:lnTo>
                    <a:pt x="20008" y="600691"/>
                  </a:lnTo>
                  <a:lnTo>
                    <a:pt x="19502" y="602072"/>
                  </a:lnTo>
                  <a:lnTo>
                    <a:pt x="19319" y="602578"/>
                  </a:lnTo>
                  <a:lnTo>
                    <a:pt x="19220" y="602853"/>
                  </a:lnTo>
                  <a:lnTo>
                    <a:pt x="19055" y="603308"/>
                  </a:lnTo>
                  <a:lnTo>
                    <a:pt x="19193" y="603986"/>
                  </a:lnTo>
                  <a:lnTo>
                    <a:pt x="19048" y="604207"/>
                  </a:lnTo>
                  <a:lnTo>
                    <a:pt x="18943" y="604530"/>
                  </a:lnTo>
                  <a:lnTo>
                    <a:pt x="18903" y="604724"/>
                  </a:lnTo>
                  <a:lnTo>
                    <a:pt x="18783" y="604996"/>
                  </a:lnTo>
                  <a:lnTo>
                    <a:pt x="18628" y="605087"/>
                  </a:lnTo>
                  <a:lnTo>
                    <a:pt x="18429" y="605189"/>
                  </a:lnTo>
                  <a:lnTo>
                    <a:pt x="18188" y="605266"/>
                  </a:lnTo>
                  <a:lnTo>
                    <a:pt x="17915" y="605469"/>
                  </a:lnTo>
                  <a:lnTo>
                    <a:pt x="17788" y="605614"/>
                  </a:lnTo>
                  <a:lnTo>
                    <a:pt x="16094" y="607731"/>
                  </a:lnTo>
                  <a:lnTo>
                    <a:pt x="15628" y="607902"/>
                  </a:lnTo>
                  <a:lnTo>
                    <a:pt x="15422" y="607953"/>
                  </a:lnTo>
                  <a:lnTo>
                    <a:pt x="15068" y="608031"/>
                  </a:lnTo>
                  <a:lnTo>
                    <a:pt x="14666" y="608047"/>
                  </a:lnTo>
                  <a:lnTo>
                    <a:pt x="14437" y="607932"/>
                  </a:lnTo>
                  <a:lnTo>
                    <a:pt x="14137" y="607790"/>
                  </a:lnTo>
                  <a:lnTo>
                    <a:pt x="13923" y="607652"/>
                  </a:lnTo>
                  <a:lnTo>
                    <a:pt x="13788" y="607416"/>
                  </a:lnTo>
                  <a:lnTo>
                    <a:pt x="13686" y="607146"/>
                  </a:lnTo>
                  <a:lnTo>
                    <a:pt x="13534" y="606945"/>
                  </a:lnTo>
                  <a:lnTo>
                    <a:pt x="13251" y="606828"/>
                  </a:lnTo>
                  <a:lnTo>
                    <a:pt x="13094" y="606757"/>
                  </a:lnTo>
                  <a:lnTo>
                    <a:pt x="12959" y="606769"/>
                  </a:lnTo>
                  <a:lnTo>
                    <a:pt x="12666" y="606912"/>
                  </a:lnTo>
                  <a:lnTo>
                    <a:pt x="12447" y="606914"/>
                  </a:lnTo>
                  <a:lnTo>
                    <a:pt x="12200" y="606624"/>
                  </a:lnTo>
                  <a:lnTo>
                    <a:pt x="11809" y="606296"/>
                  </a:lnTo>
                  <a:lnTo>
                    <a:pt x="11463" y="606016"/>
                  </a:lnTo>
                  <a:lnTo>
                    <a:pt x="11254" y="605904"/>
                  </a:lnTo>
                  <a:lnTo>
                    <a:pt x="10999" y="605960"/>
                  </a:lnTo>
                  <a:lnTo>
                    <a:pt x="10806" y="606161"/>
                  </a:lnTo>
                  <a:lnTo>
                    <a:pt x="10656" y="606339"/>
                  </a:lnTo>
                  <a:lnTo>
                    <a:pt x="10346" y="606601"/>
                  </a:lnTo>
                  <a:lnTo>
                    <a:pt x="10035" y="606858"/>
                  </a:lnTo>
                  <a:lnTo>
                    <a:pt x="9745" y="607194"/>
                  </a:lnTo>
                  <a:lnTo>
                    <a:pt x="9414" y="607365"/>
                  </a:lnTo>
                  <a:lnTo>
                    <a:pt x="9155" y="607624"/>
                  </a:lnTo>
                  <a:lnTo>
                    <a:pt x="8918" y="607795"/>
                  </a:lnTo>
                  <a:lnTo>
                    <a:pt x="8806" y="608006"/>
                  </a:lnTo>
                  <a:lnTo>
                    <a:pt x="8735" y="608212"/>
                  </a:lnTo>
                  <a:lnTo>
                    <a:pt x="8631" y="608477"/>
                  </a:lnTo>
                  <a:lnTo>
                    <a:pt x="8585" y="608668"/>
                  </a:lnTo>
                  <a:lnTo>
                    <a:pt x="8600" y="608953"/>
                  </a:lnTo>
                  <a:lnTo>
                    <a:pt x="8641" y="609220"/>
                  </a:lnTo>
                  <a:lnTo>
                    <a:pt x="8465" y="609375"/>
                  </a:lnTo>
                  <a:lnTo>
                    <a:pt x="8198" y="609581"/>
                  </a:lnTo>
                  <a:lnTo>
                    <a:pt x="7938" y="609869"/>
                  </a:lnTo>
                  <a:lnTo>
                    <a:pt x="7633" y="610110"/>
                  </a:lnTo>
                  <a:lnTo>
                    <a:pt x="7335" y="610360"/>
                  </a:lnTo>
                  <a:lnTo>
                    <a:pt x="5308" y="610547"/>
                  </a:lnTo>
                  <a:lnTo>
                    <a:pt x="5416" y="611126"/>
                  </a:lnTo>
                  <a:lnTo>
                    <a:pt x="5779" y="613046"/>
                  </a:lnTo>
                  <a:lnTo>
                    <a:pt x="5807" y="613200"/>
                  </a:lnTo>
                  <a:lnTo>
                    <a:pt x="6204" y="613955"/>
                  </a:lnTo>
                  <a:lnTo>
                    <a:pt x="6567" y="614644"/>
                  </a:lnTo>
                  <a:lnTo>
                    <a:pt x="6874" y="615228"/>
                  </a:lnTo>
                  <a:lnTo>
                    <a:pt x="6970" y="615410"/>
                  </a:lnTo>
                  <a:lnTo>
                    <a:pt x="7131" y="615716"/>
                  </a:lnTo>
                  <a:lnTo>
                    <a:pt x="7249" y="616382"/>
                  </a:lnTo>
                  <a:lnTo>
                    <a:pt x="7388" y="617167"/>
                  </a:lnTo>
                  <a:lnTo>
                    <a:pt x="7241" y="617434"/>
                  </a:lnTo>
                  <a:lnTo>
                    <a:pt x="6865" y="618121"/>
                  </a:lnTo>
                  <a:lnTo>
                    <a:pt x="7109" y="618566"/>
                  </a:lnTo>
                  <a:lnTo>
                    <a:pt x="7260" y="618558"/>
                  </a:lnTo>
                  <a:lnTo>
                    <a:pt x="7910" y="619228"/>
                  </a:lnTo>
                  <a:lnTo>
                    <a:pt x="8005" y="619477"/>
                  </a:lnTo>
                  <a:lnTo>
                    <a:pt x="8427" y="620582"/>
                  </a:lnTo>
                  <a:lnTo>
                    <a:pt x="8251" y="621362"/>
                  </a:lnTo>
                  <a:lnTo>
                    <a:pt x="7988" y="621844"/>
                  </a:lnTo>
                  <a:lnTo>
                    <a:pt x="7727" y="622724"/>
                  </a:lnTo>
                  <a:lnTo>
                    <a:pt x="7641" y="623597"/>
                  </a:lnTo>
                  <a:lnTo>
                    <a:pt x="6620" y="624353"/>
                  </a:lnTo>
                  <a:lnTo>
                    <a:pt x="5827" y="624957"/>
                  </a:lnTo>
                  <a:lnTo>
                    <a:pt x="4160" y="626698"/>
                  </a:lnTo>
                  <a:lnTo>
                    <a:pt x="3984" y="626691"/>
                  </a:lnTo>
                  <a:lnTo>
                    <a:pt x="3613" y="626642"/>
                  </a:lnTo>
                  <a:lnTo>
                    <a:pt x="3063" y="626602"/>
                  </a:lnTo>
                  <a:lnTo>
                    <a:pt x="2424" y="626492"/>
                  </a:lnTo>
                  <a:lnTo>
                    <a:pt x="2272" y="626518"/>
                  </a:lnTo>
                  <a:lnTo>
                    <a:pt x="1821" y="626879"/>
                  </a:lnTo>
                  <a:lnTo>
                    <a:pt x="1763" y="627021"/>
                  </a:lnTo>
                  <a:lnTo>
                    <a:pt x="1597" y="627281"/>
                  </a:lnTo>
                  <a:lnTo>
                    <a:pt x="1335" y="627502"/>
                  </a:lnTo>
                  <a:lnTo>
                    <a:pt x="1117" y="627759"/>
                  </a:lnTo>
                  <a:lnTo>
                    <a:pt x="865" y="627930"/>
                  </a:lnTo>
                  <a:lnTo>
                    <a:pt x="712" y="628004"/>
                  </a:lnTo>
                  <a:lnTo>
                    <a:pt x="463" y="628052"/>
                  </a:lnTo>
                  <a:lnTo>
                    <a:pt x="15" y="628355"/>
                  </a:lnTo>
                  <a:lnTo>
                    <a:pt x="0" y="628551"/>
                  </a:lnTo>
                  <a:lnTo>
                    <a:pt x="1122" y="629507"/>
                  </a:lnTo>
                  <a:lnTo>
                    <a:pt x="1374" y="629731"/>
                  </a:lnTo>
                  <a:lnTo>
                    <a:pt x="1493" y="629917"/>
                  </a:lnTo>
                  <a:lnTo>
                    <a:pt x="1679" y="630324"/>
                  </a:lnTo>
                  <a:lnTo>
                    <a:pt x="1587" y="630905"/>
                  </a:lnTo>
                  <a:lnTo>
                    <a:pt x="1587" y="631340"/>
                  </a:lnTo>
                  <a:lnTo>
                    <a:pt x="1585" y="631469"/>
                  </a:lnTo>
                  <a:lnTo>
                    <a:pt x="1531" y="631650"/>
                  </a:lnTo>
                  <a:lnTo>
                    <a:pt x="1865" y="632370"/>
                  </a:lnTo>
                  <a:lnTo>
                    <a:pt x="1933" y="632541"/>
                  </a:lnTo>
                  <a:lnTo>
                    <a:pt x="1982" y="632673"/>
                  </a:lnTo>
                  <a:lnTo>
                    <a:pt x="2104" y="632905"/>
                  </a:lnTo>
                  <a:lnTo>
                    <a:pt x="2122" y="633055"/>
                  </a:lnTo>
                  <a:lnTo>
                    <a:pt x="2030" y="633475"/>
                  </a:lnTo>
                  <a:lnTo>
                    <a:pt x="2038" y="633635"/>
                  </a:lnTo>
                  <a:lnTo>
                    <a:pt x="2073" y="633826"/>
                  </a:lnTo>
                  <a:lnTo>
                    <a:pt x="2086" y="634057"/>
                  </a:lnTo>
                  <a:lnTo>
                    <a:pt x="2404" y="634635"/>
                  </a:lnTo>
                  <a:lnTo>
                    <a:pt x="2681" y="634757"/>
                  </a:lnTo>
                  <a:lnTo>
                    <a:pt x="2872" y="634874"/>
                  </a:lnTo>
                  <a:lnTo>
                    <a:pt x="2535" y="635914"/>
                  </a:lnTo>
                  <a:lnTo>
                    <a:pt x="2778" y="636090"/>
                  </a:lnTo>
                  <a:lnTo>
                    <a:pt x="3165" y="636337"/>
                  </a:lnTo>
                  <a:lnTo>
                    <a:pt x="3348" y="636525"/>
                  </a:lnTo>
                  <a:lnTo>
                    <a:pt x="3437" y="636672"/>
                  </a:lnTo>
                  <a:lnTo>
                    <a:pt x="3521" y="636902"/>
                  </a:lnTo>
                  <a:lnTo>
                    <a:pt x="3559" y="637146"/>
                  </a:lnTo>
                  <a:lnTo>
                    <a:pt x="3565" y="637418"/>
                  </a:lnTo>
                  <a:lnTo>
                    <a:pt x="3705" y="637550"/>
                  </a:lnTo>
                  <a:lnTo>
                    <a:pt x="3951" y="637690"/>
                  </a:lnTo>
                  <a:lnTo>
                    <a:pt x="3972" y="637904"/>
                  </a:lnTo>
                  <a:lnTo>
                    <a:pt x="3878" y="638240"/>
                  </a:lnTo>
                  <a:lnTo>
                    <a:pt x="3832" y="638548"/>
                  </a:lnTo>
                  <a:lnTo>
                    <a:pt x="3827" y="638835"/>
                  </a:lnTo>
                  <a:lnTo>
                    <a:pt x="3738" y="639123"/>
                  </a:lnTo>
                  <a:lnTo>
                    <a:pt x="3732" y="639413"/>
                  </a:lnTo>
                  <a:lnTo>
                    <a:pt x="3837" y="639673"/>
                  </a:lnTo>
                  <a:lnTo>
                    <a:pt x="4000" y="639917"/>
                  </a:lnTo>
                  <a:lnTo>
                    <a:pt x="4170" y="640098"/>
                  </a:lnTo>
                  <a:lnTo>
                    <a:pt x="6117" y="640634"/>
                  </a:lnTo>
                  <a:lnTo>
                    <a:pt x="6318" y="640764"/>
                  </a:lnTo>
                  <a:lnTo>
                    <a:pt x="6430" y="640894"/>
                  </a:lnTo>
                  <a:lnTo>
                    <a:pt x="6427" y="641159"/>
                  </a:lnTo>
                  <a:lnTo>
                    <a:pt x="6389" y="641611"/>
                  </a:lnTo>
                  <a:lnTo>
                    <a:pt x="6366" y="642003"/>
                  </a:lnTo>
                  <a:lnTo>
                    <a:pt x="6386" y="642245"/>
                  </a:lnTo>
                  <a:lnTo>
                    <a:pt x="6481" y="642578"/>
                  </a:lnTo>
                  <a:lnTo>
                    <a:pt x="6547" y="642861"/>
                  </a:lnTo>
                  <a:lnTo>
                    <a:pt x="6636" y="643334"/>
                  </a:lnTo>
                  <a:lnTo>
                    <a:pt x="6679" y="643647"/>
                  </a:lnTo>
                  <a:lnTo>
                    <a:pt x="6710" y="643818"/>
                  </a:lnTo>
                  <a:lnTo>
                    <a:pt x="6842" y="643978"/>
                  </a:lnTo>
                  <a:lnTo>
                    <a:pt x="6903" y="644126"/>
                  </a:lnTo>
                  <a:lnTo>
                    <a:pt x="7096" y="644283"/>
                  </a:lnTo>
                  <a:lnTo>
                    <a:pt x="7412" y="644466"/>
                  </a:lnTo>
                  <a:lnTo>
                    <a:pt x="7712" y="644678"/>
                  </a:lnTo>
                  <a:lnTo>
                    <a:pt x="7855" y="644991"/>
                  </a:lnTo>
                  <a:lnTo>
                    <a:pt x="7743" y="645271"/>
                  </a:lnTo>
                  <a:lnTo>
                    <a:pt x="7678" y="645521"/>
                  </a:lnTo>
                  <a:lnTo>
                    <a:pt x="7638" y="645853"/>
                  </a:lnTo>
                  <a:lnTo>
                    <a:pt x="7636" y="646199"/>
                  </a:lnTo>
                  <a:lnTo>
                    <a:pt x="7704" y="646400"/>
                  </a:lnTo>
                  <a:lnTo>
                    <a:pt x="7738" y="646645"/>
                  </a:lnTo>
                  <a:lnTo>
                    <a:pt x="7486" y="648654"/>
                  </a:lnTo>
                  <a:lnTo>
                    <a:pt x="8545" y="651519"/>
                  </a:lnTo>
                  <a:lnTo>
                    <a:pt x="8674" y="651769"/>
                  </a:lnTo>
                  <a:lnTo>
                    <a:pt x="8523" y="653050"/>
                  </a:lnTo>
                  <a:lnTo>
                    <a:pt x="8325" y="653375"/>
                  </a:lnTo>
                  <a:lnTo>
                    <a:pt x="7974" y="653856"/>
                  </a:lnTo>
                  <a:lnTo>
                    <a:pt x="7786" y="654110"/>
                  </a:lnTo>
                  <a:lnTo>
                    <a:pt x="7524" y="654209"/>
                  </a:lnTo>
                  <a:lnTo>
                    <a:pt x="7371" y="654278"/>
                  </a:lnTo>
                  <a:lnTo>
                    <a:pt x="7208" y="654515"/>
                  </a:lnTo>
                  <a:lnTo>
                    <a:pt x="7134" y="654642"/>
                  </a:lnTo>
                  <a:lnTo>
                    <a:pt x="7092" y="654802"/>
                  </a:lnTo>
                  <a:lnTo>
                    <a:pt x="7033" y="654965"/>
                  </a:lnTo>
                  <a:lnTo>
                    <a:pt x="6946" y="655120"/>
                  </a:lnTo>
                  <a:lnTo>
                    <a:pt x="6801" y="655316"/>
                  </a:lnTo>
                  <a:lnTo>
                    <a:pt x="6547" y="655601"/>
                  </a:lnTo>
                  <a:lnTo>
                    <a:pt x="6397" y="655667"/>
                  </a:lnTo>
                  <a:lnTo>
                    <a:pt x="5855" y="655688"/>
                  </a:lnTo>
                  <a:lnTo>
                    <a:pt x="5679" y="655721"/>
                  </a:lnTo>
                  <a:lnTo>
                    <a:pt x="5473" y="655731"/>
                  </a:lnTo>
                  <a:lnTo>
                    <a:pt x="5267" y="655823"/>
                  </a:lnTo>
                  <a:lnTo>
                    <a:pt x="5063" y="655924"/>
                  </a:lnTo>
                  <a:lnTo>
                    <a:pt x="4796" y="656092"/>
                  </a:lnTo>
                  <a:lnTo>
                    <a:pt x="4353" y="656579"/>
                  </a:lnTo>
                  <a:lnTo>
                    <a:pt x="4351" y="656846"/>
                  </a:lnTo>
                  <a:lnTo>
                    <a:pt x="4414" y="657055"/>
                  </a:lnTo>
                  <a:lnTo>
                    <a:pt x="4496" y="657274"/>
                  </a:lnTo>
                  <a:lnTo>
                    <a:pt x="4542" y="657553"/>
                  </a:lnTo>
                  <a:lnTo>
                    <a:pt x="4480" y="657915"/>
                  </a:lnTo>
                  <a:lnTo>
                    <a:pt x="4262" y="658027"/>
                  </a:lnTo>
                  <a:lnTo>
                    <a:pt x="3964" y="658180"/>
                  </a:lnTo>
                  <a:lnTo>
                    <a:pt x="3748" y="658307"/>
                  </a:lnTo>
                  <a:lnTo>
                    <a:pt x="3310" y="658630"/>
                  </a:lnTo>
                  <a:lnTo>
                    <a:pt x="3249" y="658874"/>
                  </a:lnTo>
                  <a:lnTo>
                    <a:pt x="3229" y="659040"/>
                  </a:lnTo>
                  <a:lnTo>
                    <a:pt x="3051" y="659314"/>
                  </a:lnTo>
                  <a:lnTo>
                    <a:pt x="2972" y="659449"/>
                  </a:lnTo>
                  <a:lnTo>
                    <a:pt x="2648" y="659736"/>
                  </a:lnTo>
                  <a:lnTo>
                    <a:pt x="2819" y="660133"/>
                  </a:lnTo>
                  <a:lnTo>
                    <a:pt x="2832" y="660276"/>
                  </a:lnTo>
                  <a:lnTo>
                    <a:pt x="2748" y="660566"/>
                  </a:lnTo>
                  <a:lnTo>
                    <a:pt x="2745" y="660713"/>
                  </a:lnTo>
                  <a:lnTo>
                    <a:pt x="2763" y="660851"/>
                  </a:lnTo>
                  <a:lnTo>
                    <a:pt x="2829" y="660986"/>
                  </a:lnTo>
                  <a:lnTo>
                    <a:pt x="2936" y="661153"/>
                  </a:lnTo>
                  <a:lnTo>
                    <a:pt x="2984" y="661474"/>
                  </a:lnTo>
                  <a:lnTo>
                    <a:pt x="3127" y="661632"/>
                  </a:lnTo>
                  <a:lnTo>
                    <a:pt x="3285" y="661777"/>
                  </a:lnTo>
                  <a:lnTo>
                    <a:pt x="3468" y="661975"/>
                  </a:lnTo>
                  <a:lnTo>
                    <a:pt x="3704" y="662176"/>
                  </a:lnTo>
                  <a:lnTo>
                    <a:pt x="3880" y="662329"/>
                  </a:lnTo>
                  <a:lnTo>
                    <a:pt x="4114" y="662543"/>
                  </a:lnTo>
                  <a:lnTo>
                    <a:pt x="4264" y="662721"/>
                  </a:lnTo>
                  <a:lnTo>
                    <a:pt x="4570" y="662904"/>
                  </a:lnTo>
                  <a:lnTo>
                    <a:pt x="4895" y="663097"/>
                  </a:lnTo>
                  <a:lnTo>
                    <a:pt x="5137" y="663268"/>
                  </a:lnTo>
                  <a:lnTo>
                    <a:pt x="5419" y="663500"/>
                  </a:lnTo>
                  <a:lnTo>
                    <a:pt x="6206" y="664192"/>
                  </a:lnTo>
                  <a:lnTo>
                    <a:pt x="6218" y="663922"/>
                  </a:lnTo>
                  <a:lnTo>
                    <a:pt x="6274" y="663461"/>
                  </a:lnTo>
                  <a:lnTo>
                    <a:pt x="6272" y="663217"/>
                  </a:lnTo>
                  <a:lnTo>
                    <a:pt x="6218" y="663054"/>
                  </a:lnTo>
                  <a:lnTo>
                    <a:pt x="6246" y="662721"/>
                  </a:lnTo>
                  <a:lnTo>
                    <a:pt x="6313" y="662444"/>
                  </a:lnTo>
                  <a:lnTo>
                    <a:pt x="6366" y="662273"/>
                  </a:lnTo>
                  <a:lnTo>
                    <a:pt x="6481" y="662072"/>
                  </a:lnTo>
                  <a:lnTo>
                    <a:pt x="6580" y="661851"/>
                  </a:lnTo>
                  <a:lnTo>
                    <a:pt x="6702" y="661624"/>
                  </a:lnTo>
                  <a:lnTo>
                    <a:pt x="7000" y="661166"/>
                  </a:lnTo>
                  <a:lnTo>
                    <a:pt x="7162" y="660909"/>
                  </a:lnTo>
                  <a:lnTo>
                    <a:pt x="7310" y="660731"/>
                  </a:lnTo>
                  <a:lnTo>
                    <a:pt x="7470" y="660683"/>
                  </a:lnTo>
                  <a:lnTo>
                    <a:pt x="7715" y="660561"/>
                  </a:lnTo>
                  <a:lnTo>
                    <a:pt x="7997" y="660454"/>
                  </a:lnTo>
                  <a:lnTo>
                    <a:pt x="8302" y="660329"/>
                  </a:lnTo>
                  <a:lnTo>
                    <a:pt x="8501" y="660258"/>
                  </a:lnTo>
                  <a:lnTo>
                    <a:pt x="8689" y="660166"/>
                  </a:lnTo>
                  <a:lnTo>
                    <a:pt x="8892" y="660112"/>
                  </a:lnTo>
                  <a:lnTo>
                    <a:pt x="9023" y="659759"/>
                  </a:lnTo>
                  <a:lnTo>
                    <a:pt x="9241" y="659650"/>
                  </a:lnTo>
                  <a:lnTo>
                    <a:pt x="9402" y="659558"/>
                  </a:lnTo>
                  <a:lnTo>
                    <a:pt x="9656" y="659398"/>
                  </a:lnTo>
                  <a:lnTo>
                    <a:pt x="9829" y="659212"/>
                  </a:lnTo>
                  <a:lnTo>
                    <a:pt x="10071" y="658899"/>
                  </a:lnTo>
                  <a:lnTo>
                    <a:pt x="10592" y="658268"/>
                  </a:lnTo>
                  <a:lnTo>
                    <a:pt x="10613" y="658062"/>
                  </a:lnTo>
                  <a:lnTo>
                    <a:pt x="10539" y="657930"/>
                  </a:lnTo>
                  <a:lnTo>
                    <a:pt x="10478" y="657706"/>
                  </a:lnTo>
                  <a:lnTo>
                    <a:pt x="10391" y="657311"/>
                  </a:lnTo>
                  <a:lnTo>
                    <a:pt x="10211" y="656647"/>
                  </a:lnTo>
                  <a:lnTo>
                    <a:pt x="10048" y="656062"/>
                  </a:lnTo>
                  <a:lnTo>
                    <a:pt x="10073" y="655863"/>
                  </a:lnTo>
                  <a:lnTo>
                    <a:pt x="10178" y="655678"/>
                  </a:lnTo>
                  <a:lnTo>
                    <a:pt x="10425" y="655380"/>
                  </a:lnTo>
                  <a:lnTo>
                    <a:pt x="10626" y="655225"/>
                  </a:lnTo>
                  <a:lnTo>
                    <a:pt x="10839" y="655054"/>
                  </a:lnTo>
                  <a:lnTo>
                    <a:pt x="10939" y="654846"/>
                  </a:lnTo>
                  <a:lnTo>
                    <a:pt x="11168" y="654304"/>
                  </a:lnTo>
                  <a:lnTo>
                    <a:pt x="11353" y="654026"/>
                  </a:lnTo>
                  <a:lnTo>
                    <a:pt x="11506" y="653764"/>
                  </a:lnTo>
                  <a:lnTo>
                    <a:pt x="11648" y="653522"/>
                  </a:lnTo>
                  <a:lnTo>
                    <a:pt x="11842" y="653230"/>
                  </a:lnTo>
                  <a:lnTo>
                    <a:pt x="18557" y="646433"/>
                  </a:lnTo>
                  <a:lnTo>
                    <a:pt x="18819" y="646459"/>
                  </a:lnTo>
                  <a:lnTo>
                    <a:pt x="19302" y="646489"/>
                  </a:lnTo>
                  <a:lnTo>
                    <a:pt x="19559" y="646494"/>
                  </a:lnTo>
                  <a:lnTo>
                    <a:pt x="19745" y="646360"/>
                  </a:lnTo>
                  <a:lnTo>
                    <a:pt x="19842" y="646186"/>
                  </a:lnTo>
                  <a:lnTo>
                    <a:pt x="19908" y="645970"/>
                  </a:lnTo>
                  <a:lnTo>
                    <a:pt x="19893" y="645700"/>
                  </a:lnTo>
                  <a:lnTo>
                    <a:pt x="19862" y="645388"/>
                  </a:lnTo>
                  <a:lnTo>
                    <a:pt x="19857" y="645095"/>
                  </a:lnTo>
                  <a:lnTo>
                    <a:pt x="19862" y="644945"/>
                  </a:lnTo>
                  <a:lnTo>
                    <a:pt x="20147" y="644604"/>
                  </a:lnTo>
                  <a:lnTo>
                    <a:pt x="20526" y="644380"/>
                  </a:lnTo>
                  <a:lnTo>
                    <a:pt x="20674" y="644220"/>
                  </a:lnTo>
                  <a:lnTo>
                    <a:pt x="21140" y="643886"/>
                  </a:lnTo>
                  <a:lnTo>
                    <a:pt x="21473" y="643657"/>
                  </a:lnTo>
                  <a:lnTo>
                    <a:pt x="21791" y="643489"/>
                  </a:lnTo>
                  <a:lnTo>
                    <a:pt x="22015" y="643357"/>
                  </a:lnTo>
                  <a:lnTo>
                    <a:pt x="22208" y="643161"/>
                  </a:lnTo>
                  <a:lnTo>
                    <a:pt x="22277" y="642980"/>
                  </a:lnTo>
                  <a:lnTo>
                    <a:pt x="22333" y="642734"/>
                  </a:lnTo>
                  <a:lnTo>
                    <a:pt x="22468" y="642395"/>
                  </a:lnTo>
                  <a:lnTo>
                    <a:pt x="22562" y="642197"/>
                  </a:lnTo>
                  <a:lnTo>
                    <a:pt x="23352" y="641117"/>
                  </a:lnTo>
                  <a:lnTo>
                    <a:pt x="23747" y="640239"/>
                  </a:lnTo>
                  <a:lnTo>
                    <a:pt x="23889" y="639914"/>
                  </a:lnTo>
                  <a:lnTo>
                    <a:pt x="24677" y="638109"/>
                  </a:lnTo>
                  <a:lnTo>
                    <a:pt x="25249" y="638169"/>
                  </a:lnTo>
                  <a:lnTo>
                    <a:pt x="26160" y="638266"/>
                  </a:lnTo>
                  <a:lnTo>
                    <a:pt x="27325" y="638387"/>
                  </a:lnTo>
                  <a:lnTo>
                    <a:pt x="27907" y="638450"/>
                  </a:lnTo>
                  <a:lnTo>
                    <a:pt x="28406" y="638501"/>
                  </a:lnTo>
                  <a:lnTo>
                    <a:pt x="29171" y="638586"/>
                  </a:lnTo>
                  <a:lnTo>
                    <a:pt x="29958" y="638410"/>
                  </a:lnTo>
                  <a:lnTo>
                    <a:pt x="30902" y="638198"/>
                  </a:lnTo>
                  <a:lnTo>
                    <a:pt x="31119" y="638057"/>
                  </a:lnTo>
                  <a:lnTo>
                    <a:pt x="31127" y="637869"/>
                  </a:lnTo>
                  <a:lnTo>
                    <a:pt x="31135" y="637516"/>
                  </a:lnTo>
                  <a:lnTo>
                    <a:pt x="31156" y="636870"/>
                  </a:lnTo>
                  <a:lnTo>
                    <a:pt x="31168" y="636498"/>
                  </a:lnTo>
                  <a:lnTo>
                    <a:pt x="31193" y="636315"/>
                  </a:lnTo>
                  <a:lnTo>
                    <a:pt x="31356" y="635889"/>
                  </a:lnTo>
                  <a:lnTo>
                    <a:pt x="31477" y="635497"/>
                  </a:lnTo>
                  <a:lnTo>
                    <a:pt x="31503" y="635004"/>
                  </a:lnTo>
                  <a:lnTo>
                    <a:pt x="31508" y="634648"/>
                  </a:lnTo>
                  <a:lnTo>
                    <a:pt x="31508" y="634200"/>
                  </a:lnTo>
                  <a:lnTo>
                    <a:pt x="31781" y="633889"/>
                  </a:lnTo>
                  <a:lnTo>
                    <a:pt x="31485" y="633518"/>
                  </a:lnTo>
                  <a:lnTo>
                    <a:pt x="31228" y="633118"/>
                  </a:lnTo>
                  <a:lnTo>
                    <a:pt x="31183" y="632917"/>
                  </a:lnTo>
                  <a:lnTo>
                    <a:pt x="31203" y="632729"/>
                  </a:lnTo>
                  <a:lnTo>
                    <a:pt x="31076" y="632393"/>
                  </a:lnTo>
                  <a:lnTo>
                    <a:pt x="30903" y="631948"/>
                  </a:lnTo>
                  <a:lnTo>
                    <a:pt x="30788" y="631642"/>
                  </a:lnTo>
                  <a:lnTo>
                    <a:pt x="30740" y="631385"/>
                  </a:lnTo>
                  <a:lnTo>
                    <a:pt x="30786" y="631240"/>
                  </a:lnTo>
                  <a:lnTo>
                    <a:pt x="30849" y="631067"/>
                  </a:lnTo>
                  <a:lnTo>
                    <a:pt x="31076" y="630877"/>
                  </a:lnTo>
                  <a:lnTo>
                    <a:pt x="31287" y="630716"/>
                  </a:lnTo>
                  <a:lnTo>
                    <a:pt x="31628" y="630467"/>
                  </a:lnTo>
                  <a:lnTo>
                    <a:pt x="31880" y="630337"/>
                  </a:lnTo>
                  <a:lnTo>
                    <a:pt x="32165" y="630212"/>
                  </a:lnTo>
                  <a:lnTo>
                    <a:pt x="32404" y="630113"/>
                  </a:lnTo>
                  <a:lnTo>
                    <a:pt x="32544" y="630012"/>
                  </a:lnTo>
                  <a:lnTo>
                    <a:pt x="32613" y="629490"/>
                  </a:lnTo>
                  <a:lnTo>
                    <a:pt x="32587" y="629072"/>
                  </a:lnTo>
                  <a:lnTo>
                    <a:pt x="32610" y="628759"/>
                  </a:lnTo>
                  <a:lnTo>
                    <a:pt x="32910" y="628258"/>
                  </a:lnTo>
                  <a:lnTo>
                    <a:pt x="32852" y="627892"/>
                  </a:lnTo>
                  <a:lnTo>
                    <a:pt x="32900" y="627514"/>
                  </a:lnTo>
                  <a:lnTo>
                    <a:pt x="32941" y="627263"/>
                  </a:lnTo>
                  <a:lnTo>
                    <a:pt x="33096" y="626991"/>
                  </a:lnTo>
                  <a:lnTo>
                    <a:pt x="33244" y="626709"/>
                  </a:lnTo>
                  <a:lnTo>
                    <a:pt x="33419" y="626477"/>
                  </a:lnTo>
                  <a:lnTo>
                    <a:pt x="33559" y="626245"/>
                  </a:lnTo>
                  <a:lnTo>
                    <a:pt x="33684" y="625935"/>
                  </a:lnTo>
                  <a:lnTo>
                    <a:pt x="33707" y="625782"/>
                  </a:lnTo>
                  <a:lnTo>
                    <a:pt x="33885" y="625457"/>
                  </a:lnTo>
                  <a:lnTo>
                    <a:pt x="34038" y="625164"/>
                  </a:lnTo>
                  <a:lnTo>
                    <a:pt x="34226" y="624955"/>
                  </a:lnTo>
                  <a:lnTo>
                    <a:pt x="34473" y="624612"/>
                  </a:lnTo>
                  <a:lnTo>
                    <a:pt x="34643" y="624401"/>
                  </a:lnTo>
                  <a:lnTo>
                    <a:pt x="34837" y="624128"/>
                  </a:lnTo>
                  <a:lnTo>
                    <a:pt x="34852" y="623777"/>
                  </a:lnTo>
                  <a:lnTo>
                    <a:pt x="34814" y="623492"/>
                  </a:lnTo>
                  <a:lnTo>
                    <a:pt x="34730" y="623182"/>
                  </a:lnTo>
                  <a:lnTo>
                    <a:pt x="34836" y="622920"/>
                  </a:lnTo>
                  <a:lnTo>
                    <a:pt x="34803" y="622520"/>
                  </a:lnTo>
                  <a:lnTo>
                    <a:pt x="34722" y="622174"/>
                  </a:lnTo>
                  <a:lnTo>
                    <a:pt x="34671" y="621833"/>
                  </a:lnTo>
                  <a:lnTo>
                    <a:pt x="34793" y="621042"/>
                  </a:lnTo>
                  <a:lnTo>
                    <a:pt x="34786" y="620846"/>
                  </a:lnTo>
                  <a:lnTo>
                    <a:pt x="34915" y="620650"/>
                  </a:lnTo>
                  <a:lnTo>
                    <a:pt x="35071" y="620335"/>
                  </a:lnTo>
                  <a:lnTo>
                    <a:pt x="35088" y="620052"/>
                  </a:lnTo>
                  <a:lnTo>
                    <a:pt x="35030" y="619775"/>
                  </a:lnTo>
                  <a:lnTo>
                    <a:pt x="35051" y="619641"/>
                  </a:lnTo>
                  <a:lnTo>
                    <a:pt x="35214" y="619082"/>
                  </a:lnTo>
                  <a:lnTo>
                    <a:pt x="35830" y="618916"/>
                  </a:lnTo>
                  <a:lnTo>
                    <a:pt x="36340" y="618414"/>
                  </a:lnTo>
                  <a:lnTo>
                    <a:pt x="36198" y="617346"/>
                  </a:lnTo>
                  <a:lnTo>
                    <a:pt x="36390" y="616888"/>
                  </a:lnTo>
                  <a:lnTo>
                    <a:pt x="36521" y="616651"/>
                  </a:lnTo>
                  <a:lnTo>
                    <a:pt x="37492" y="616537"/>
                  </a:lnTo>
                  <a:lnTo>
                    <a:pt x="37829" y="616242"/>
                  </a:lnTo>
                  <a:lnTo>
                    <a:pt x="38078" y="615607"/>
                  </a:lnTo>
                  <a:lnTo>
                    <a:pt x="38167" y="615380"/>
                  </a:lnTo>
                  <a:lnTo>
                    <a:pt x="38541" y="615813"/>
                  </a:lnTo>
                  <a:lnTo>
                    <a:pt x="38892" y="616258"/>
                  </a:lnTo>
                  <a:lnTo>
                    <a:pt x="39236" y="616693"/>
                  </a:lnTo>
                  <a:lnTo>
                    <a:pt x="39707" y="617256"/>
                  </a:lnTo>
                  <a:lnTo>
                    <a:pt x="39882" y="617777"/>
                  </a:lnTo>
                  <a:lnTo>
                    <a:pt x="40083" y="618368"/>
                  </a:lnTo>
                  <a:lnTo>
                    <a:pt x="40368" y="618734"/>
                  </a:lnTo>
                  <a:lnTo>
                    <a:pt x="40834" y="619253"/>
                  </a:lnTo>
                  <a:lnTo>
                    <a:pt x="41386" y="619589"/>
                  </a:lnTo>
                  <a:lnTo>
                    <a:pt x="41641" y="619810"/>
                  </a:lnTo>
                  <a:lnTo>
                    <a:pt x="42055" y="620078"/>
                  </a:lnTo>
                  <a:lnTo>
                    <a:pt x="42429" y="620355"/>
                  </a:lnTo>
                  <a:lnTo>
                    <a:pt x="42587" y="620731"/>
                  </a:lnTo>
                  <a:lnTo>
                    <a:pt x="42730" y="621154"/>
                  </a:lnTo>
                  <a:lnTo>
                    <a:pt x="42821" y="621752"/>
                  </a:lnTo>
                  <a:lnTo>
                    <a:pt x="42923" y="622253"/>
                  </a:lnTo>
                  <a:lnTo>
                    <a:pt x="42969" y="622444"/>
                  </a:lnTo>
                  <a:lnTo>
                    <a:pt x="42999" y="622632"/>
                  </a:lnTo>
                  <a:lnTo>
                    <a:pt x="42740" y="622681"/>
                  </a:lnTo>
                  <a:lnTo>
                    <a:pt x="42534" y="622762"/>
                  </a:lnTo>
                  <a:lnTo>
                    <a:pt x="42328" y="622897"/>
                  </a:lnTo>
                  <a:lnTo>
                    <a:pt x="41885" y="623190"/>
                  </a:lnTo>
                  <a:lnTo>
                    <a:pt x="42010" y="623640"/>
                  </a:lnTo>
                  <a:lnTo>
                    <a:pt x="42442" y="624029"/>
                  </a:lnTo>
                  <a:lnTo>
                    <a:pt x="42839" y="624436"/>
                  </a:lnTo>
                  <a:lnTo>
                    <a:pt x="43282" y="624719"/>
                  </a:lnTo>
                  <a:lnTo>
                    <a:pt x="43602" y="624963"/>
                  </a:lnTo>
                  <a:lnTo>
                    <a:pt x="44251" y="625019"/>
                  </a:lnTo>
                  <a:lnTo>
                    <a:pt x="44417" y="625340"/>
                  </a:lnTo>
                  <a:lnTo>
                    <a:pt x="44597" y="625630"/>
                  </a:lnTo>
                  <a:lnTo>
                    <a:pt x="44755" y="625723"/>
                  </a:lnTo>
                  <a:lnTo>
                    <a:pt x="45007" y="626133"/>
                  </a:lnTo>
                  <a:lnTo>
                    <a:pt x="45076" y="626304"/>
                  </a:lnTo>
                  <a:lnTo>
                    <a:pt x="45137" y="626611"/>
                  </a:lnTo>
                  <a:lnTo>
                    <a:pt x="45104" y="627125"/>
                  </a:lnTo>
                  <a:lnTo>
                    <a:pt x="45038" y="627784"/>
                  </a:lnTo>
                  <a:lnTo>
                    <a:pt x="45397" y="628306"/>
                  </a:lnTo>
                  <a:lnTo>
                    <a:pt x="45302" y="628477"/>
                  </a:lnTo>
                  <a:lnTo>
                    <a:pt x="44928" y="628922"/>
                  </a:lnTo>
                  <a:lnTo>
                    <a:pt x="44508" y="629454"/>
                  </a:lnTo>
                  <a:lnTo>
                    <a:pt x="44257" y="629731"/>
                  </a:lnTo>
                  <a:lnTo>
                    <a:pt x="43638" y="630423"/>
                  </a:lnTo>
                  <a:lnTo>
                    <a:pt x="43313" y="630706"/>
                  </a:lnTo>
                  <a:lnTo>
                    <a:pt x="43091" y="630937"/>
                  </a:lnTo>
                  <a:lnTo>
                    <a:pt x="42577" y="631306"/>
                  </a:lnTo>
                  <a:lnTo>
                    <a:pt x="42040" y="631667"/>
                  </a:lnTo>
                  <a:lnTo>
                    <a:pt x="41989" y="631830"/>
                  </a:lnTo>
                  <a:lnTo>
                    <a:pt x="42000" y="632186"/>
                  </a:lnTo>
                  <a:lnTo>
                    <a:pt x="42050" y="632693"/>
                  </a:lnTo>
                  <a:lnTo>
                    <a:pt x="42063" y="633039"/>
                  </a:lnTo>
                  <a:lnTo>
                    <a:pt x="42170" y="633199"/>
                  </a:lnTo>
                  <a:lnTo>
                    <a:pt x="42580" y="633695"/>
                  </a:lnTo>
                  <a:lnTo>
                    <a:pt x="42819" y="633970"/>
                  </a:lnTo>
                  <a:lnTo>
                    <a:pt x="43030" y="634270"/>
                  </a:lnTo>
                  <a:lnTo>
                    <a:pt x="43134" y="634652"/>
                  </a:lnTo>
                  <a:lnTo>
                    <a:pt x="43129" y="634838"/>
                  </a:lnTo>
                  <a:lnTo>
                    <a:pt x="42946" y="635352"/>
                  </a:lnTo>
                  <a:lnTo>
                    <a:pt x="42982" y="635527"/>
                  </a:lnTo>
                  <a:lnTo>
                    <a:pt x="43078" y="635711"/>
                  </a:lnTo>
                  <a:lnTo>
                    <a:pt x="43223" y="635866"/>
                  </a:lnTo>
                  <a:lnTo>
                    <a:pt x="43725" y="636209"/>
                  </a:lnTo>
                  <a:lnTo>
                    <a:pt x="44056" y="636431"/>
                  </a:lnTo>
                  <a:lnTo>
                    <a:pt x="44491" y="636739"/>
                  </a:lnTo>
                  <a:lnTo>
                    <a:pt x="44923" y="637024"/>
                  </a:lnTo>
                  <a:lnTo>
                    <a:pt x="45534" y="637410"/>
                  </a:lnTo>
                  <a:lnTo>
                    <a:pt x="45959" y="637734"/>
                  </a:lnTo>
                  <a:lnTo>
                    <a:pt x="46290" y="637909"/>
                  </a:lnTo>
                  <a:lnTo>
                    <a:pt x="47119" y="638492"/>
                  </a:lnTo>
                  <a:lnTo>
                    <a:pt x="47715" y="638891"/>
                  </a:lnTo>
                  <a:lnTo>
                    <a:pt x="47857" y="638968"/>
                  </a:lnTo>
                  <a:lnTo>
                    <a:pt x="47992" y="638848"/>
                  </a:lnTo>
                  <a:lnTo>
                    <a:pt x="48213" y="638652"/>
                  </a:lnTo>
                  <a:lnTo>
                    <a:pt x="48343" y="638545"/>
                  </a:lnTo>
                  <a:lnTo>
                    <a:pt x="48559" y="638492"/>
                  </a:lnTo>
                  <a:lnTo>
                    <a:pt x="49094" y="638415"/>
                  </a:lnTo>
                  <a:lnTo>
                    <a:pt x="49251" y="638342"/>
                  </a:lnTo>
                  <a:lnTo>
                    <a:pt x="49452" y="638141"/>
                  </a:lnTo>
                  <a:lnTo>
                    <a:pt x="49697" y="637830"/>
                  </a:lnTo>
                  <a:lnTo>
                    <a:pt x="49816" y="637672"/>
                  </a:lnTo>
                  <a:lnTo>
                    <a:pt x="50137" y="637415"/>
                  </a:lnTo>
                  <a:lnTo>
                    <a:pt x="50458" y="637225"/>
                  </a:lnTo>
                  <a:lnTo>
                    <a:pt x="50870" y="637075"/>
                  </a:lnTo>
                  <a:lnTo>
                    <a:pt x="51338" y="636980"/>
                  </a:lnTo>
                  <a:lnTo>
                    <a:pt x="51580" y="636935"/>
                  </a:lnTo>
                  <a:lnTo>
                    <a:pt x="52389" y="636823"/>
                  </a:lnTo>
                  <a:lnTo>
                    <a:pt x="52726" y="636693"/>
                  </a:lnTo>
                  <a:lnTo>
                    <a:pt x="53450" y="636413"/>
                  </a:lnTo>
                  <a:lnTo>
                    <a:pt x="54273" y="636386"/>
                  </a:lnTo>
                  <a:lnTo>
                    <a:pt x="55403" y="636355"/>
                  </a:lnTo>
                  <a:lnTo>
                    <a:pt x="55570" y="640208"/>
                  </a:lnTo>
                  <a:lnTo>
                    <a:pt x="59208" y="641073"/>
                  </a:lnTo>
                  <a:lnTo>
                    <a:pt x="58799" y="642043"/>
                  </a:lnTo>
                  <a:lnTo>
                    <a:pt x="57170" y="645900"/>
                  </a:lnTo>
                  <a:lnTo>
                    <a:pt x="48023" y="667557"/>
                  </a:lnTo>
                  <a:lnTo>
                    <a:pt x="47173" y="669572"/>
                  </a:lnTo>
                  <a:lnTo>
                    <a:pt x="46282" y="682523"/>
                  </a:lnTo>
                  <a:lnTo>
                    <a:pt x="60150" y="683618"/>
                  </a:lnTo>
                  <a:lnTo>
                    <a:pt x="63652" y="681595"/>
                  </a:lnTo>
                  <a:lnTo>
                    <a:pt x="65966" y="680258"/>
                  </a:lnTo>
                  <a:lnTo>
                    <a:pt x="73101" y="676137"/>
                  </a:lnTo>
                  <a:lnTo>
                    <a:pt x="86002" y="673338"/>
                  </a:lnTo>
                  <a:lnTo>
                    <a:pt x="88885" y="671323"/>
                  </a:lnTo>
                  <a:lnTo>
                    <a:pt x="94959" y="667078"/>
                  </a:lnTo>
                  <a:lnTo>
                    <a:pt x="102135" y="665042"/>
                  </a:lnTo>
                  <a:lnTo>
                    <a:pt x="101009" y="661343"/>
                  </a:lnTo>
                  <a:lnTo>
                    <a:pt x="101267" y="660903"/>
                  </a:lnTo>
                  <a:lnTo>
                    <a:pt x="101439" y="660476"/>
                  </a:lnTo>
                  <a:lnTo>
                    <a:pt x="101530" y="660214"/>
                  </a:lnTo>
                  <a:lnTo>
                    <a:pt x="101630" y="659966"/>
                  </a:lnTo>
                  <a:lnTo>
                    <a:pt x="101898" y="659521"/>
                  </a:lnTo>
                  <a:lnTo>
                    <a:pt x="101798" y="659110"/>
                  </a:lnTo>
                  <a:lnTo>
                    <a:pt x="101547" y="658883"/>
                  </a:lnTo>
                  <a:lnTo>
                    <a:pt x="101379" y="658727"/>
                  </a:lnTo>
                  <a:lnTo>
                    <a:pt x="101211" y="658578"/>
                  </a:lnTo>
                  <a:lnTo>
                    <a:pt x="100909" y="658306"/>
                  </a:lnTo>
                  <a:lnTo>
                    <a:pt x="100710" y="658125"/>
                  </a:lnTo>
                  <a:lnTo>
                    <a:pt x="100429" y="657867"/>
                  </a:lnTo>
                  <a:lnTo>
                    <a:pt x="100480" y="657620"/>
                  </a:lnTo>
                  <a:lnTo>
                    <a:pt x="100545" y="657326"/>
                  </a:lnTo>
                  <a:lnTo>
                    <a:pt x="100648" y="656842"/>
                  </a:lnTo>
                  <a:lnTo>
                    <a:pt x="100738" y="656636"/>
                  </a:lnTo>
                  <a:lnTo>
                    <a:pt x="100839" y="656402"/>
                  </a:lnTo>
                  <a:lnTo>
                    <a:pt x="101002" y="656174"/>
                  </a:lnTo>
                  <a:lnTo>
                    <a:pt x="101119" y="656009"/>
                  </a:lnTo>
                  <a:lnTo>
                    <a:pt x="101157" y="655743"/>
                  </a:lnTo>
                  <a:lnTo>
                    <a:pt x="101183" y="655538"/>
                  </a:lnTo>
                  <a:lnTo>
                    <a:pt x="101122" y="655399"/>
                  </a:lnTo>
                  <a:lnTo>
                    <a:pt x="101020" y="655187"/>
                  </a:lnTo>
                  <a:lnTo>
                    <a:pt x="100974" y="655004"/>
                  </a:lnTo>
                  <a:lnTo>
                    <a:pt x="100914" y="654734"/>
                  </a:lnTo>
                  <a:lnTo>
                    <a:pt x="100870" y="654535"/>
                  </a:lnTo>
                  <a:lnTo>
                    <a:pt x="100745" y="654267"/>
                  </a:lnTo>
                  <a:lnTo>
                    <a:pt x="100678" y="654130"/>
                  </a:lnTo>
                  <a:lnTo>
                    <a:pt x="100526" y="653821"/>
                  </a:lnTo>
                  <a:lnTo>
                    <a:pt x="100264" y="653279"/>
                  </a:lnTo>
                  <a:lnTo>
                    <a:pt x="100257" y="652987"/>
                  </a:lnTo>
                  <a:lnTo>
                    <a:pt x="100246" y="652347"/>
                  </a:lnTo>
                  <a:lnTo>
                    <a:pt x="100239" y="651954"/>
                  </a:lnTo>
                  <a:lnTo>
                    <a:pt x="100226" y="651522"/>
                  </a:lnTo>
                  <a:lnTo>
                    <a:pt x="100218" y="651179"/>
                  </a:lnTo>
                  <a:lnTo>
                    <a:pt x="100210" y="650765"/>
                  </a:lnTo>
                  <a:lnTo>
                    <a:pt x="100214" y="650565"/>
                  </a:lnTo>
                  <a:lnTo>
                    <a:pt x="100221" y="650411"/>
                  </a:lnTo>
                  <a:lnTo>
                    <a:pt x="100232" y="650122"/>
                  </a:lnTo>
                  <a:lnTo>
                    <a:pt x="100262" y="649551"/>
                  </a:lnTo>
                  <a:lnTo>
                    <a:pt x="100278" y="649174"/>
                  </a:lnTo>
                  <a:lnTo>
                    <a:pt x="100379" y="648939"/>
                  </a:lnTo>
                  <a:lnTo>
                    <a:pt x="100532" y="648527"/>
                  </a:lnTo>
                  <a:lnTo>
                    <a:pt x="100712" y="648087"/>
                  </a:lnTo>
                  <a:lnTo>
                    <a:pt x="100916" y="647594"/>
                  </a:lnTo>
                  <a:lnTo>
                    <a:pt x="100981" y="647431"/>
                  </a:lnTo>
                  <a:lnTo>
                    <a:pt x="101048" y="647262"/>
                  </a:lnTo>
                  <a:lnTo>
                    <a:pt x="101149" y="647010"/>
                  </a:lnTo>
                  <a:lnTo>
                    <a:pt x="101206" y="646869"/>
                  </a:lnTo>
                  <a:lnTo>
                    <a:pt x="101267" y="646721"/>
                  </a:lnTo>
                  <a:lnTo>
                    <a:pt x="101328" y="646574"/>
                  </a:lnTo>
                  <a:lnTo>
                    <a:pt x="101585" y="646080"/>
                  </a:lnTo>
                  <a:lnTo>
                    <a:pt x="101659" y="645935"/>
                  </a:lnTo>
                  <a:lnTo>
                    <a:pt x="101989" y="645782"/>
                  </a:lnTo>
                  <a:lnTo>
                    <a:pt x="102206" y="645677"/>
                  </a:lnTo>
                  <a:lnTo>
                    <a:pt x="102394" y="645579"/>
                  </a:lnTo>
                  <a:lnTo>
                    <a:pt x="102599" y="645486"/>
                  </a:lnTo>
                  <a:lnTo>
                    <a:pt x="102700" y="645819"/>
                  </a:lnTo>
                  <a:lnTo>
                    <a:pt x="104403" y="646071"/>
                  </a:lnTo>
                  <a:lnTo>
                    <a:pt x="105820" y="646281"/>
                  </a:lnTo>
                  <a:lnTo>
                    <a:pt x="106007" y="646312"/>
                  </a:lnTo>
                  <a:lnTo>
                    <a:pt x="106234" y="646349"/>
                  </a:lnTo>
                  <a:lnTo>
                    <a:pt x="106556" y="646402"/>
                  </a:lnTo>
                  <a:lnTo>
                    <a:pt x="107435" y="646545"/>
                  </a:lnTo>
                  <a:lnTo>
                    <a:pt x="107689" y="646526"/>
                  </a:lnTo>
                  <a:lnTo>
                    <a:pt x="108100" y="646498"/>
                  </a:lnTo>
                  <a:lnTo>
                    <a:pt x="108287" y="646424"/>
                  </a:lnTo>
                  <a:lnTo>
                    <a:pt x="108619" y="646309"/>
                  </a:lnTo>
                  <a:lnTo>
                    <a:pt x="108751" y="646270"/>
                  </a:lnTo>
                  <a:lnTo>
                    <a:pt x="109139" y="646119"/>
                  </a:lnTo>
                  <a:lnTo>
                    <a:pt x="109938" y="645834"/>
                  </a:lnTo>
                  <a:lnTo>
                    <a:pt x="110379" y="645682"/>
                  </a:lnTo>
                  <a:lnTo>
                    <a:pt x="111246" y="645387"/>
                  </a:lnTo>
                  <a:lnTo>
                    <a:pt x="111681" y="645255"/>
                  </a:lnTo>
                  <a:lnTo>
                    <a:pt x="112151" y="645108"/>
                  </a:lnTo>
                  <a:lnTo>
                    <a:pt x="112428" y="644973"/>
                  </a:lnTo>
                  <a:lnTo>
                    <a:pt x="112813" y="644796"/>
                  </a:lnTo>
                  <a:lnTo>
                    <a:pt x="113373" y="644537"/>
                  </a:lnTo>
                  <a:lnTo>
                    <a:pt x="114312" y="644106"/>
                  </a:lnTo>
                  <a:lnTo>
                    <a:pt x="114671" y="643939"/>
                  </a:lnTo>
                  <a:lnTo>
                    <a:pt x="115052" y="643762"/>
                  </a:lnTo>
                  <a:lnTo>
                    <a:pt x="115220" y="643684"/>
                  </a:lnTo>
                  <a:lnTo>
                    <a:pt x="115435" y="643585"/>
                  </a:lnTo>
                  <a:lnTo>
                    <a:pt x="115663" y="643477"/>
                  </a:lnTo>
                  <a:lnTo>
                    <a:pt x="115863" y="643384"/>
                  </a:lnTo>
                  <a:lnTo>
                    <a:pt x="116133" y="643258"/>
                  </a:lnTo>
                  <a:lnTo>
                    <a:pt x="116401" y="643133"/>
                  </a:lnTo>
                  <a:lnTo>
                    <a:pt x="116884" y="642870"/>
                  </a:lnTo>
                  <a:lnTo>
                    <a:pt x="117210" y="642517"/>
                  </a:lnTo>
                  <a:lnTo>
                    <a:pt x="117462" y="642244"/>
                  </a:lnTo>
                  <a:lnTo>
                    <a:pt x="117931" y="641733"/>
                  </a:lnTo>
                  <a:lnTo>
                    <a:pt x="118112" y="641530"/>
                  </a:lnTo>
                  <a:lnTo>
                    <a:pt x="124588" y="633853"/>
                  </a:lnTo>
                  <a:lnTo>
                    <a:pt x="125152" y="632856"/>
                  </a:lnTo>
                  <a:lnTo>
                    <a:pt x="125829" y="632952"/>
                  </a:lnTo>
                  <a:lnTo>
                    <a:pt x="126354" y="632310"/>
                  </a:lnTo>
                  <a:lnTo>
                    <a:pt x="127306" y="631076"/>
                  </a:lnTo>
                  <a:lnTo>
                    <a:pt x="127553" y="630756"/>
                  </a:lnTo>
                  <a:lnTo>
                    <a:pt x="127776" y="630472"/>
                  </a:lnTo>
                  <a:lnTo>
                    <a:pt x="129702" y="628024"/>
                  </a:lnTo>
                  <a:lnTo>
                    <a:pt x="129973" y="627678"/>
                  </a:lnTo>
                  <a:lnTo>
                    <a:pt x="132166" y="624892"/>
                  </a:lnTo>
                  <a:lnTo>
                    <a:pt x="133729" y="625040"/>
                  </a:lnTo>
                  <a:lnTo>
                    <a:pt x="135577" y="625230"/>
                  </a:lnTo>
                  <a:lnTo>
                    <a:pt x="137608" y="625413"/>
                  </a:lnTo>
                  <a:lnTo>
                    <a:pt x="138467" y="625476"/>
                  </a:lnTo>
                  <a:lnTo>
                    <a:pt x="139356" y="625540"/>
                  </a:lnTo>
                  <a:lnTo>
                    <a:pt x="140035" y="625673"/>
                  </a:lnTo>
                  <a:lnTo>
                    <a:pt x="143438" y="625874"/>
                  </a:lnTo>
                  <a:lnTo>
                    <a:pt x="146290" y="626088"/>
                  </a:lnTo>
                  <a:lnTo>
                    <a:pt x="147460" y="626182"/>
                  </a:lnTo>
                  <a:lnTo>
                    <a:pt x="148822" y="626294"/>
                  </a:lnTo>
                  <a:lnTo>
                    <a:pt x="150084" y="626423"/>
                  </a:lnTo>
                  <a:lnTo>
                    <a:pt x="151247" y="626513"/>
                  </a:lnTo>
                  <a:lnTo>
                    <a:pt x="152272" y="626596"/>
                  </a:lnTo>
                  <a:lnTo>
                    <a:pt x="153231" y="626660"/>
                  </a:lnTo>
                  <a:lnTo>
                    <a:pt x="154501" y="626762"/>
                  </a:lnTo>
                  <a:lnTo>
                    <a:pt x="156969" y="627001"/>
                  </a:lnTo>
                  <a:lnTo>
                    <a:pt x="158621" y="627095"/>
                  </a:lnTo>
                  <a:lnTo>
                    <a:pt x="159870" y="627197"/>
                  </a:lnTo>
                  <a:lnTo>
                    <a:pt x="160430" y="627253"/>
                  </a:lnTo>
                  <a:lnTo>
                    <a:pt x="161679" y="627421"/>
                  </a:lnTo>
                  <a:lnTo>
                    <a:pt x="163028" y="627589"/>
                  </a:lnTo>
                  <a:lnTo>
                    <a:pt x="164170" y="627688"/>
                  </a:lnTo>
                  <a:lnTo>
                    <a:pt x="165456" y="627805"/>
                  </a:lnTo>
                  <a:lnTo>
                    <a:pt x="165871" y="627936"/>
                  </a:lnTo>
                  <a:lnTo>
                    <a:pt x="166012" y="627981"/>
                  </a:lnTo>
                  <a:lnTo>
                    <a:pt x="166398" y="628102"/>
                  </a:lnTo>
                  <a:lnTo>
                    <a:pt x="167530" y="627979"/>
                  </a:lnTo>
                  <a:lnTo>
                    <a:pt x="167661" y="627928"/>
                  </a:lnTo>
                  <a:lnTo>
                    <a:pt x="168427" y="627850"/>
                  </a:lnTo>
                  <a:lnTo>
                    <a:pt x="169331" y="627748"/>
                  </a:lnTo>
                  <a:lnTo>
                    <a:pt x="169582" y="627721"/>
                  </a:lnTo>
                  <a:lnTo>
                    <a:pt x="170112" y="627661"/>
                  </a:lnTo>
                  <a:lnTo>
                    <a:pt x="170303" y="627640"/>
                  </a:lnTo>
                  <a:lnTo>
                    <a:pt x="170609" y="627606"/>
                  </a:lnTo>
                  <a:lnTo>
                    <a:pt x="174510" y="627081"/>
                  </a:lnTo>
                  <a:lnTo>
                    <a:pt x="174821" y="627037"/>
                  </a:lnTo>
                  <a:lnTo>
                    <a:pt x="175273" y="626973"/>
                  </a:lnTo>
                  <a:lnTo>
                    <a:pt x="176054" y="626863"/>
                  </a:lnTo>
                  <a:lnTo>
                    <a:pt x="176448" y="626807"/>
                  </a:lnTo>
                  <a:lnTo>
                    <a:pt x="176799" y="626755"/>
                  </a:lnTo>
                  <a:lnTo>
                    <a:pt x="177015" y="626727"/>
                  </a:lnTo>
                  <a:lnTo>
                    <a:pt x="177290" y="626687"/>
                  </a:lnTo>
                  <a:lnTo>
                    <a:pt x="177483" y="626660"/>
                  </a:lnTo>
                  <a:lnTo>
                    <a:pt x="177968" y="626591"/>
                  </a:lnTo>
                  <a:lnTo>
                    <a:pt x="178495" y="626517"/>
                  </a:lnTo>
                  <a:lnTo>
                    <a:pt x="178929" y="626455"/>
                  </a:lnTo>
                  <a:lnTo>
                    <a:pt x="179347" y="626396"/>
                  </a:lnTo>
                  <a:lnTo>
                    <a:pt x="180083" y="626292"/>
                  </a:lnTo>
                  <a:lnTo>
                    <a:pt x="180236" y="626270"/>
                  </a:lnTo>
                  <a:lnTo>
                    <a:pt x="180448" y="626240"/>
                  </a:lnTo>
                  <a:lnTo>
                    <a:pt x="180665" y="626209"/>
                  </a:lnTo>
                  <a:lnTo>
                    <a:pt x="181094" y="626147"/>
                  </a:lnTo>
                  <a:lnTo>
                    <a:pt x="181332" y="626028"/>
                  </a:lnTo>
                  <a:lnTo>
                    <a:pt x="181795" y="625798"/>
                  </a:lnTo>
                  <a:lnTo>
                    <a:pt x="182235" y="625578"/>
                  </a:lnTo>
                  <a:lnTo>
                    <a:pt x="182602" y="625395"/>
                  </a:lnTo>
                  <a:lnTo>
                    <a:pt x="182864" y="625265"/>
                  </a:lnTo>
                  <a:lnTo>
                    <a:pt x="183179" y="625107"/>
                  </a:lnTo>
                  <a:lnTo>
                    <a:pt x="183476" y="624958"/>
                  </a:lnTo>
                  <a:lnTo>
                    <a:pt x="183733" y="624830"/>
                  </a:lnTo>
                  <a:lnTo>
                    <a:pt x="183902" y="624745"/>
                  </a:lnTo>
                  <a:lnTo>
                    <a:pt x="184110" y="624642"/>
                  </a:lnTo>
                  <a:lnTo>
                    <a:pt x="187138" y="623128"/>
                  </a:lnTo>
                  <a:lnTo>
                    <a:pt x="189097" y="622152"/>
                  </a:lnTo>
                  <a:lnTo>
                    <a:pt x="190623" y="621390"/>
                  </a:lnTo>
                  <a:lnTo>
                    <a:pt x="193101" y="620156"/>
                  </a:lnTo>
                  <a:lnTo>
                    <a:pt x="193779" y="619818"/>
                  </a:lnTo>
                  <a:lnTo>
                    <a:pt x="202457" y="615487"/>
                  </a:lnTo>
                  <a:lnTo>
                    <a:pt x="203126" y="615452"/>
                  </a:lnTo>
                  <a:lnTo>
                    <a:pt x="205435" y="615334"/>
                  </a:lnTo>
                  <a:lnTo>
                    <a:pt x="206800" y="615262"/>
                  </a:lnTo>
                  <a:lnTo>
                    <a:pt x="207148" y="615243"/>
                  </a:lnTo>
                  <a:lnTo>
                    <a:pt x="207338" y="615234"/>
                  </a:lnTo>
                  <a:lnTo>
                    <a:pt x="207484" y="615227"/>
                  </a:lnTo>
                  <a:lnTo>
                    <a:pt x="207930" y="615205"/>
                  </a:lnTo>
                  <a:lnTo>
                    <a:pt x="208116" y="615196"/>
                  </a:lnTo>
                  <a:lnTo>
                    <a:pt x="208577" y="615174"/>
                  </a:lnTo>
                  <a:close/>
                </a:path>
              </a:pathLst>
            </a:custGeom>
            <a:solidFill>
              <a:srgbClr val="DCEDF4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g6"/>
            <p:cNvSpPr/>
            <p:nvPr/>
          </p:nvSpPr>
          <p:spPr>
            <a:xfrm>
              <a:off x="4741577" y="2020471"/>
              <a:ext cx="1068912" cy="834005"/>
            </a:xfrm>
            <a:custGeom>
              <a:avLst/>
              <a:pathLst>
                <a:path w="1068912" h="834005">
                  <a:moveTo>
                    <a:pt x="835372" y="419316"/>
                  </a:moveTo>
                  <a:lnTo>
                    <a:pt x="842874" y="421229"/>
                  </a:lnTo>
                  <a:lnTo>
                    <a:pt x="845310" y="421855"/>
                  </a:lnTo>
                  <a:lnTo>
                    <a:pt x="853070" y="423417"/>
                  </a:lnTo>
                  <a:lnTo>
                    <a:pt x="857664" y="424343"/>
                  </a:lnTo>
                  <a:lnTo>
                    <a:pt x="865736" y="425981"/>
                  </a:lnTo>
                  <a:lnTo>
                    <a:pt x="868414" y="426509"/>
                  </a:lnTo>
                  <a:lnTo>
                    <a:pt x="870842" y="431475"/>
                  </a:lnTo>
                  <a:lnTo>
                    <a:pt x="873196" y="436291"/>
                  </a:lnTo>
                  <a:lnTo>
                    <a:pt x="875633" y="441277"/>
                  </a:lnTo>
                  <a:lnTo>
                    <a:pt x="877179" y="443633"/>
                  </a:lnTo>
                  <a:lnTo>
                    <a:pt x="879322" y="446904"/>
                  </a:lnTo>
                  <a:lnTo>
                    <a:pt x="880880" y="449285"/>
                  </a:lnTo>
                  <a:lnTo>
                    <a:pt x="883539" y="453359"/>
                  </a:lnTo>
                  <a:lnTo>
                    <a:pt x="885673" y="456622"/>
                  </a:lnTo>
                  <a:lnTo>
                    <a:pt x="889156" y="461941"/>
                  </a:lnTo>
                  <a:lnTo>
                    <a:pt x="891769" y="465906"/>
                  </a:lnTo>
                  <a:lnTo>
                    <a:pt x="894287" y="469731"/>
                  </a:lnTo>
                  <a:lnTo>
                    <a:pt x="894691" y="470346"/>
                  </a:lnTo>
                  <a:lnTo>
                    <a:pt x="898975" y="476895"/>
                  </a:lnTo>
                  <a:lnTo>
                    <a:pt x="902305" y="481980"/>
                  </a:lnTo>
                  <a:lnTo>
                    <a:pt x="900158" y="490831"/>
                  </a:lnTo>
                  <a:lnTo>
                    <a:pt x="899570" y="493259"/>
                  </a:lnTo>
                  <a:lnTo>
                    <a:pt x="898672" y="496957"/>
                  </a:lnTo>
                  <a:lnTo>
                    <a:pt x="896221" y="507053"/>
                  </a:lnTo>
                  <a:lnTo>
                    <a:pt x="892035" y="516030"/>
                  </a:lnTo>
                  <a:lnTo>
                    <a:pt x="888582" y="523464"/>
                  </a:lnTo>
                  <a:lnTo>
                    <a:pt x="885153" y="530825"/>
                  </a:lnTo>
                  <a:lnTo>
                    <a:pt x="880677" y="540374"/>
                  </a:lnTo>
                  <a:lnTo>
                    <a:pt x="876379" y="549535"/>
                  </a:lnTo>
                  <a:lnTo>
                    <a:pt x="873595" y="555320"/>
                  </a:lnTo>
                  <a:lnTo>
                    <a:pt x="869425" y="563990"/>
                  </a:lnTo>
                  <a:lnTo>
                    <a:pt x="871556" y="573617"/>
                  </a:lnTo>
                  <a:lnTo>
                    <a:pt x="872654" y="578576"/>
                  </a:lnTo>
                  <a:lnTo>
                    <a:pt x="872929" y="581963"/>
                  </a:lnTo>
                  <a:lnTo>
                    <a:pt x="873796" y="592648"/>
                  </a:lnTo>
                  <a:lnTo>
                    <a:pt x="874068" y="596001"/>
                  </a:lnTo>
                  <a:lnTo>
                    <a:pt x="878375" y="601151"/>
                  </a:lnTo>
                  <a:lnTo>
                    <a:pt x="881142" y="604460"/>
                  </a:lnTo>
                  <a:lnTo>
                    <a:pt x="883911" y="606043"/>
                  </a:lnTo>
                  <a:lnTo>
                    <a:pt x="890141" y="609607"/>
                  </a:lnTo>
                  <a:lnTo>
                    <a:pt x="891983" y="610523"/>
                  </a:lnTo>
                  <a:lnTo>
                    <a:pt x="893765" y="611407"/>
                  </a:lnTo>
                  <a:lnTo>
                    <a:pt x="895434" y="612237"/>
                  </a:lnTo>
                  <a:lnTo>
                    <a:pt x="897263" y="613145"/>
                  </a:lnTo>
                  <a:lnTo>
                    <a:pt x="898164" y="613592"/>
                  </a:lnTo>
                  <a:lnTo>
                    <a:pt x="898597" y="613808"/>
                  </a:lnTo>
                  <a:lnTo>
                    <a:pt x="900692" y="614849"/>
                  </a:lnTo>
                  <a:lnTo>
                    <a:pt x="900859" y="614932"/>
                  </a:lnTo>
                  <a:lnTo>
                    <a:pt x="901868" y="616074"/>
                  </a:lnTo>
                  <a:lnTo>
                    <a:pt x="902230" y="616485"/>
                  </a:lnTo>
                  <a:lnTo>
                    <a:pt x="903934" y="618413"/>
                  </a:lnTo>
                  <a:lnTo>
                    <a:pt x="905162" y="616840"/>
                  </a:lnTo>
                  <a:lnTo>
                    <a:pt x="907335" y="609225"/>
                  </a:lnTo>
                  <a:lnTo>
                    <a:pt x="910559" y="601574"/>
                  </a:lnTo>
                  <a:lnTo>
                    <a:pt x="912018" y="600066"/>
                  </a:lnTo>
                  <a:lnTo>
                    <a:pt x="917168" y="585398"/>
                  </a:lnTo>
                  <a:lnTo>
                    <a:pt x="916539" y="584427"/>
                  </a:lnTo>
                  <a:lnTo>
                    <a:pt x="916131" y="581954"/>
                  </a:lnTo>
                  <a:lnTo>
                    <a:pt x="916178" y="581805"/>
                  </a:lnTo>
                  <a:lnTo>
                    <a:pt x="916186" y="580435"/>
                  </a:lnTo>
                  <a:lnTo>
                    <a:pt x="916123" y="580300"/>
                  </a:lnTo>
                  <a:lnTo>
                    <a:pt x="915977" y="580001"/>
                  </a:lnTo>
                  <a:lnTo>
                    <a:pt x="915712" y="579533"/>
                  </a:lnTo>
                  <a:lnTo>
                    <a:pt x="915236" y="578387"/>
                  </a:lnTo>
                  <a:lnTo>
                    <a:pt x="915243" y="578257"/>
                  </a:lnTo>
                  <a:lnTo>
                    <a:pt x="915253" y="578106"/>
                  </a:lnTo>
                  <a:lnTo>
                    <a:pt x="915331" y="577322"/>
                  </a:lnTo>
                  <a:lnTo>
                    <a:pt x="915404" y="576718"/>
                  </a:lnTo>
                  <a:lnTo>
                    <a:pt x="915413" y="576561"/>
                  </a:lnTo>
                  <a:lnTo>
                    <a:pt x="915418" y="575772"/>
                  </a:lnTo>
                  <a:lnTo>
                    <a:pt x="915455" y="575641"/>
                  </a:lnTo>
                  <a:lnTo>
                    <a:pt x="915504" y="575472"/>
                  </a:lnTo>
                  <a:lnTo>
                    <a:pt x="915541" y="575337"/>
                  </a:lnTo>
                  <a:lnTo>
                    <a:pt x="915574" y="575202"/>
                  </a:lnTo>
                  <a:lnTo>
                    <a:pt x="915632" y="574926"/>
                  </a:lnTo>
                  <a:lnTo>
                    <a:pt x="915654" y="574793"/>
                  </a:lnTo>
                  <a:lnTo>
                    <a:pt x="915673" y="574651"/>
                  </a:lnTo>
                  <a:lnTo>
                    <a:pt x="915693" y="573076"/>
                  </a:lnTo>
                  <a:lnTo>
                    <a:pt x="915502" y="572880"/>
                  </a:lnTo>
                  <a:lnTo>
                    <a:pt x="915048" y="571390"/>
                  </a:lnTo>
                  <a:lnTo>
                    <a:pt x="915184" y="571340"/>
                  </a:lnTo>
                  <a:lnTo>
                    <a:pt x="916070" y="570847"/>
                  </a:lnTo>
                  <a:lnTo>
                    <a:pt x="916985" y="569560"/>
                  </a:lnTo>
                  <a:lnTo>
                    <a:pt x="917115" y="569456"/>
                  </a:lnTo>
                  <a:lnTo>
                    <a:pt x="917548" y="569100"/>
                  </a:lnTo>
                  <a:lnTo>
                    <a:pt x="917288" y="567888"/>
                  </a:lnTo>
                  <a:lnTo>
                    <a:pt x="917554" y="566722"/>
                  </a:lnTo>
                  <a:lnTo>
                    <a:pt x="917579" y="565852"/>
                  </a:lnTo>
                  <a:lnTo>
                    <a:pt x="917515" y="565062"/>
                  </a:lnTo>
                  <a:lnTo>
                    <a:pt x="917529" y="564666"/>
                  </a:lnTo>
                  <a:lnTo>
                    <a:pt x="917538" y="564405"/>
                  </a:lnTo>
                  <a:lnTo>
                    <a:pt x="917535" y="564126"/>
                  </a:lnTo>
                  <a:lnTo>
                    <a:pt x="917326" y="563230"/>
                  </a:lnTo>
                  <a:lnTo>
                    <a:pt x="917244" y="563038"/>
                  </a:lnTo>
                  <a:lnTo>
                    <a:pt x="916887" y="562133"/>
                  </a:lnTo>
                  <a:lnTo>
                    <a:pt x="916811" y="561402"/>
                  </a:lnTo>
                  <a:lnTo>
                    <a:pt x="916899" y="560492"/>
                  </a:lnTo>
                  <a:lnTo>
                    <a:pt x="916610" y="559916"/>
                  </a:lnTo>
                  <a:lnTo>
                    <a:pt x="916449" y="559592"/>
                  </a:lnTo>
                  <a:lnTo>
                    <a:pt x="916265" y="559228"/>
                  </a:lnTo>
                  <a:lnTo>
                    <a:pt x="916480" y="556266"/>
                  </a:lnTo>
                  <a:lnTo>
                    <a:pt x="916414" y="556121"/>
                  </a:lnTo>
                  <a:lnTo>
                    <a:pt x="916351" y="555988"/>
                  </a:lnTo>
                  <a:lnTo>
                    <a:pt x="916266" y="555811"/>
                  </a:lnTo>
                  <a:lnTo>
                    <a:pt x="916160" y="555502"/>
                  </a:lnTo>
                  <a:lnTo>
                    <a:pt x="916128" y="555365"/>
                  </a:lnTo>
                  <a:lnTo>
                    <a:pt x="916091" y="555186"/>
                  </a:lnTo>
                  <a:lnTo>
                    <a:pt x="916066" y="555054"/>
                  </a:lnTo>
                  <a:lnTo>
                    <a:pt x="916039" y="554886"/>
                  </a:lnTo>
                  <a:lnTo>
                    <a:pt x="916018" y="554737"/>
                  </a:lnTo>
                  <a:lnTo>
                    <a:pt x="915984" y="554249"/>
                  </a:lnTo>
                  <a:lnTo>
                    <a:pt x="915983" y="553898"/>
                  </a:lnTo>
                  <a:lnTo>
                    <a:pt x="915982" y="553720"/>
                  </a:lnTo>
                  <a:lnTo>
                    <a:pt x="915979" y="553513"/>
                  </a:lnTo>
                  <a:lnTo>
                    <a:pt x="915976" y="553351"/>
                  </a:lnTo>
                  <a:lnTo>
                    <a:pt x="915983" y="553196"/>
                  </a:lnTo>
                  <a:lnTo>
                    <a:pt x="915997" y="553045"/>
                  </a:lnTo>
                  <a:lnTo>
                    <a:pt x="916009" y="552893"/>
                  </a:lnTo>
                  <a:lnTo>
                    <a:pt x="916460" y="550945"/>
                  </a:lnTo>
                  <a:lnTo>
                    <a:pt x="916415" y="550727"/>
                  </a:lnTo>
                  <a:lnTo>
                    <a:pt x="916367" y="550501"/>
                  </a:lnTo>
                  <a:lnTo>
                    <a:pt x="916306" y="550224"/>
                  </a:lnTo>
                  <a:lnTo>
                    <a:pt x="916275" y="550085"/>
                  </a:lnTo>
                  <a:lnTo>
                    <a:pt x="916202" y="549828"/>
                  </a:lnTo>
                  <a:lnTo>
                    <a:pt x="916118" y="549628"/>
                  </a:lnTo>
                  <a:lnTo>
                    <a:pt x="916003" y="549388"/>
                  </a:lnTo>
                  <a:lnTo>
                    <a:pt x="915893" y="549203"/>
                  </a:lnTo>
                  <a:lnTo>
                    <a:pt x="915732" y="548982"/>
                  </a:lnTo>
                  <a:lnTo>
                    <a:pt x="915370" y="548603"/>
                  </a:lnTo>
                  <a:lnTo>
                    <a:pt x="915140" y="548414"/>
                  </a:lnTo>
                  <a:lnTo>
                    <a:pt x="915001" y="548299"/>
                  </a:lnTo>
                  <a:lnTo>
                    <a:pt x="914831" y="548173"/>
                  </a:lnTo>
                  <a:lnTo>
                    <a:pt x="914691" y="548090"/>
                  </a:lnTo>
                  <a:lnTo>
                    <a:pt x="914515" y="547995"/>
                  </a:lnTo>
                  <a:lnTo>
                    <a:pt x="914352" y="547919"/>
                  </a:lnTo>
                  <a:lnTo>
                    <a:pt x="914091" y="547807"/>
                  </a:lnTo>
                  <a:lnTo>
                    <a:pt x="913855" y="547721"/>
                  </a:lnTo>
                  <a:lnTo>
                    <a:pt x="913636" y="547648"/>
                  </a:lnTo>
                  <a:lnTo>
                    <a:pt x="911459" y="546183"/>
                  </a:lnTo>
                  <a:lnTo>
                    <a:pt x="911420" y="546031"/>
                  </a:lnTo>
                  <a:lnTo>
                    <a:pt x="911341" y="545710"/>
                  </a:lnTo>
                  <a:lnTo>
                    <a:pt x="911235" y="545236"/>
                  </a:lnTo>
                  <a:lnTo>
                    <a:pt x="911008" y="544254"/>
                  </a:lnTo>
                  <a:lnTo>
                    <a:pt x="910979" y="544115"/>
                  </a:lnTo>
                  <a:lnTo>
                    <a:pt x="910945" y="543916"/>
                  </a:lnTo>
                  <a:lnTo>
                    <a:pt x="910909" y="543711"/>
                  </a:lnTo>
                  <a:lnTo>
                    <a:pt x="910836" y="543286"/>
                  </a:lnTo>
                  <a:lnTo>
                    <a:pt x="910742" y="542903"/>
                  </a:lnTo>
                  <a:lnTo>
                    <a:pt x="910684" y="542719"/>
                  </a:lnTo>
                  <a:lnTo>
                    <a:pt x="910630" y="542552"/>
                  </a:lnTo>
                  <a:lnTo>
                    <a:pt x="910422" y="541970"/>
                  </a:lnTo>
                  <a:lnTo>
                    <a:pt x="910249" y="541446"/>
                  </a:lnTo>
                  <a:lnTo>
                    <a:pt x="910105" y="540963"/>
                  </a:lnTo>
                  <a:lnTo>
                    <a:pt x="910050" y="540748"/>
                  </a:lnTo>
                  <a:lnTo>
                    <a:pt x="909997" y="540501"/>
                  </a:lnTo>
                  <a:lnTo>
                    <a:pt x="909935" y="540113"/>
                  </a:lnTo>
                  <a:lnTo>
                    <a:pt x="909894" y="539704"/>
                  </a:lnTo>
                  <a:lnTo>
                    <a:pt x="909863" y="539434"/>
                  </a:lnTo>
                  <a:lnTo>
                    <a:pt x="909852" y="539211"/>
                  </a:lnTo>
                  <a:lnTo>
                    <a:pt x="909857" y="539045"/>
                  </a:lnTo>
                  <a:lnTo>
                    <a:pt x="909873" y="538893"/>
                  </a:lnTo>
                  <a:lnTo>
                    <a:pt x="909971" y="538439"/>
                  </a:lnTo>
                  <a:lnTo>
                    <a:pt x="910072" y="537971"/>
                  </a:lnTo>
                  <a:lnTo>
                    <a:pt x="910017" y="537569"/>
                  </a:lnTo>
                  <a:lnTo>
                    <a:pt x="909887" y="536488"/>
                  </a:lnTo>
                  <a:lnTo>
                    <a:pt x="909744" y="535580"/>
                  </a:lnTo>
                  <a:lnTo>
                    <a:pt x="909647" y="535160"/>
                  </a:lnTo>
                  <a:lnTo>
                    <a:pt x="909607" y="534951"/>
                  </a:lnTo>
                  <a:lnTo>
                    <a:pt x="909579" y="534748"/>
                  </a:lnTo>
                  <a:lnTo>
                    <a:pt x="909567" y="534562"/>
                  </a:lnTo>
                  <a:lnTo>
                    <a:pt x="909563" y="534383"/>
                  </a:lnTo>
                  <a:lnTo>
                    <a:pt x="909572" y="534195"/>
                  </a:lnTo>
                  <a:lnTo>
                    <a:pt x="909585" y="534011"/>
                  </a:lnTo>
                  <a:lnTo>
                    <a:pt x="909612" y="533830"/>
                  </a:lnTo>
                  <a:lnTo>
                    <a:pt x="909654" y="533616"/>
                  </a:lnTo>
                  <a:lnTo>
                    <a:pt x="909687" y="533471"/>
                  </a:lnTo>
                  <a:lnTo>
                    <a:pt x="909930" y="532983"/>
                  </a:lnTo>
                  <a:lnTo>
                    <a:pt x="910251" y="532620"/>
                  </a:lnTo>
                  <a:lnTo>
                    <a:pt x="910432" y="532462"/>
                  </a:lnTo>
                  <a:lnTo>
                    <a:pt x="910585" y="532331"/>
                  </a:lnTo>
                  <a:lnTo>
                    <a:pt x="910734" y="532219"/>
                  </a:lnTo>
                  <a:lnTo>
                    <a:pt x="910930" y="532089"/>
                  </a:lnTo>
                  <a:lnTo>
                    <a:pt x="911068" y="532008"/>
                  </a:lnTo>
                  <a:lnTo>
                    <a:pt x="911305" y="531885"/>
                  </a:lnTo>
                  <a:lnTo>
                    <a:pt x="911707" y="531680"/>
                  </a:lnTo>
                  <a:lnTo>
                    <a:pt x="911951" y="531553"/>
                  </a:lnTo>
                  <a:lnTo>
                    <a:pt x="912146" y="531439"/>
                  </a:lnTo>
                  <a:lnTo>
                    <a:pt x="912366" y="531257"/>
                  </a:lnTo>
                  <a:lnTo>
                    <a:pt x="912477" y="531119"/>
                  </a:lnTo>
                  <a:lnTo>
                    <a:pt x="912554" y="530990"/>
                  </a:lnTo>
                  <a:lnTo>
                    <a:pt x="912627" y="530845"/>
                  </a:lnTo>
                  <a:lnTo>
                    <a:pt x="912718" y="530635"/>
                  </a:lnTo>
                  <a:lnTo>
                    <a:pt x="912995" y="530020"/>
                  </a:lnTo>
                  <a:lnTo>
                    <a:pt x="913355" y="529593"/>
                  </a:lnTo>
                  <a:lnTo>
                    <a:pt x="913640" y="529145"/>
                  </a:lnTo>
                  <a:lnTo>
                    <a:pt x="914164" y="528964"/>
                  </a:lnTo>
                  <a:lnTo>
                    <a:pt x="914312" y="528831"/>
                  </a:lnTo>
                  <a:lnTo>
                    <a:pt x="914641" y="528461"/>
                  </a:lnTo>
                  <a:lnTo>
                    <a:pt x="914739" y="528328"/>
                  </a:lnTo>
                  <a:lnTo>
                    <a:pt x="914858" y="528150"/>
                  </a:lnTo>
                  <a:lnTo>
                    <a:pt x="914976" y="527963"/>
                  </a:lnTo>
                  <a:lnTo>
                    <a:pt x="916247" y="526522"/>
                  </a:lnTo>
                  <a:lnTo>
                    <a:pt x="916773" y="525707"/>
                  </a:lnTo>
                  <a:lnTo>
                    <a:pt x="917412" y="524928"/>
                  </a:lnTo>
                  <a:lnTo>
                    <a:pt x="917458" y="524710"/>
                  </a:lnTo>
                  <a:lnTo>
                    <a:pt x="919096" y="523907"/>
                  </a:lnTo>
                  <a:lnTo>
                    <a:pt x="920138" y="524423"/>
                  </a:lnTo>
                  <a:lnTo>
                    <a:pt x="921342" y="523837"/>
                  </a:lnTo>
                  <a:lnTo>
                    <a:pt x="921736" y="523532"/>
                  </a:lnTo>
                  <a:lnTo>
                    <a:pt x="921925" y="523411"/>
                  </a:lnTo>
                  <a:lnTo>
                    <a:pt x="922075" y="523328"/>
                  </a:lnTo>
                  <a:lnTo>
                    <a:pt x="922220" y="523254"/>
                  </a:lnTo>
                  <a:lnTo>
                    <a:pt x="922368" y="523181"/>
                  </a:lnTo>
                  <a:lnTo>
                    <a:pt x="922708" y="523052"/>
                  </a:lnTo>
                  <a:lnTo>
                    <a:pt x="922868" y="523002"/>
                  </a:lnTo>
                  <a:lnTo>
                    <a:pt x="923124" y="522932"/>
                  </a:lnTo>
                  <a:lnTo>
                    <a:pt x="924096" y="522846"/>
                  </a:lnTo>
                  <a:lnTo>
                    <a:pt x="924244" y="522831"/>
                  </a:lnTo>
                  <a:lnTo>
                    <a:pt x="924394" y="522805"/>
                  </a:lnTo>
                  <a:lnTo>
                    <a:pt x="924554" y="522765"/>
                  </a:lnTo>
                  <a:lnTo>
                    <a:pt x="924982" y="522516"/>
                  </a:lnTo>
                  <a:lnTo>
                    <a:pt x="926167" y="522026"/>
                  </a:lnTo>
                  <a:lnTo>
                    <a:pt x="926770" y="521878"/>
                  </a:lnTo>
                  <a:lnTo>
                    <a:pt x="927507" y="521542"/>
                  </a:lnTo>
                  <a:lnTo>
                    <a:pt x="928395" y="520379"/>
                  </a:lnTo>
                  <a:lnTo>
                    <a:pt x="928500" y="519931"/>
                  </a:lnTo>
                  <a:lnTo>
                    <a:pt x="929084" y="519438"/>
                  </a:lnTo>
                  <a:lnTo>
                    <a:pt x="929921" y="519485"/>
                  </a:lnTo>
                  <a:lnTo>
                    <a:pt x="930942" y="519282"/>
                  </a:lnTo>
                  <a:lnTo>
                    <a:pt x="931060" y="519657"/>
                  </a:lnTo>
                  <a:lnTo>
                    <a:pt x="931390" y="520582"/>
                  </a:lnTo>
                  <a:lnTo>
                    <a:pt x="932478" y="521770"/>
                  </a:lnTo>
                  <a:lnTo>
                    <a:pt x="932631" y="521840"/>
                  </a:lnTo>
                  <a:lnTo>
                    <a:pt x="932763" y="521887"/>
                  </a:lnTo>
                  <a:lnTo>
                    <a:pt x="932913" y="521922"/>
                  </a:lnTo>
                  <a:lnTo>
                    <a:pt x="933066" y="521948"/>
                  </a:lnTo>
                  <a:lnTo>
                    <a:pt x="933212" y="521959"/>
                  </a:lnTo>
                  <a:lnTo>
                    <a:pt x="933352" y="521954"/>
                  </a:lnTo>
                  <a:lnTo>
                    <a:pt x="933521" y="521936"/>
                  </a:lnTo>
                  <a:lnTo>
                    <a:pt x="933699" y="521903"/>
                  </a:lnTo>
                  <a:lnTo>
                    <a:pt x="933888" y="521854"/>
                  </a:lnTo>
                  <a:lnTo>
                    <a:pt x="934135" y="521776"/>
                  </a:lnTo>
                  <a:lnTo>
                    <a:pt x="934507" y="521654"/>
                  </a:lnTo>
                  <a:lnTo>
                    <a:pt x="934772" y="521557"/>
                  </a:lnTo>
                  <a:lnTo>
                    <a:pt x="935010" y="521462"/>
                  </a:lnTo>
                  <a:lnTo>
                    <a:pt x="935163" y="521391"/>
                  </a:lnTo>
                  <a:lnTo>
                    <a:pt x="935293" y="521321"/>
                  </a:lnTo>
                  <a:lnTo>
                    <a:pt x="936237" y="520376"/>
                  </a:lnTo>
                  <a:lnTo>
                    <a:pt x="936345" y="520197"/>
                  </a:lnTo>
                  <a:lnTo>
                    <a:pt x="936491" y="519940"/>
                  </a:lnTo>
                  <a:lnTo>
                    <a:pt x="936804" y="519337"/>
                  </a:lnTo>
                  <a:lnTo>
                    <a:pt x="937295" y="518396"/>
                  </a:lnTo>
                  <a:lnTo>
                    <a:pt x="937366" y="518253"/>
                  </a:lnTo>
                  <a:lnTo>
                    <a:pt x="937452" y="518076"/>
                  </a:lnTo>
                  <a:lnTo>
                    <a:pt x="937519" y="517922"/>
                  </a:lnTo>
                  <a:lnTo>
                    <a:pt x="937576" y="517788"/>
                  </a:lnTo>
                  <a:lnTo>
                    <a:pt x="937659" y="517595"/>
                  </a:lnTo>
                  <a:lnTo>
                    <a:pt x="937757" y="517378"/>
                  </a:lnTo>
                  <a:lnTo>
                    <a:pt x="938064" y="516795"/>
                  </a:lnTo>
                  <a:lnTo>
                    <a:pt x="938318" y="516411"/>
                  </a:lnTo>
                  <a:lnTo>
                    <a:pt x="938537" y="516096"/>
                  </a:lnTo>
                  <a:lnTo>
                    <a:pt x="938755" y="515806"/>
                  </a:lnTo>
                  <a:lnTo>
                    <a:pt x="938937" y="515568"/>
                  </a:lnTo>
                  <a:lnTo>
                    <a:pt x="939059" y="515419"/>
                  </a:lnTo>
                  <a:lnTo>
                    <a:pt x="939174" y="515273"/>
                  </a:lnTo>
                  <a:lnTo>
                    <a:pt x="939291" y="515111"/>
                  </a:lnTo>
                  <a:lnTo>
                    <a:pt x="939439" y="514885"/>
                  </a:lnTo>
                  <a:lnTo>
                    <a:pt x="939562" y="514684"/>
                  </a:lnTo>
                  <a:lnTo>
                    <a:pt x="939702" y="514434"/>
                  </a:lnTo>
                  <a:lnTo>
                    <a:pt x="939846" y="514174"/>
                  </a:lnTo>
                  <a:lnTo>
                    <a:pt x="939972" y="513905"/>
                  </a:lnTo>
                  <a:lnTo>
                    <a:pt x="940133" y="513482"/>
                  </a:lnTo>
                  <a:lnTo>
                    <a:pt x="940171" y="513331"/>
                  </a:lnTo>
                  <a:lnTo>
                    <a:pt x="940203" y="513151"/>
                  </a:lnTo>
                  <a:lnTo>
                    <a:pt x="940248" y="512752"/>
                  </a:lnTo>
                  <a:lnTo>
                    <a:pt x="940296" y="512486"/>
                  </a:lnTo>
                  <a:lnTo>
                    <a:pt x="940377" y="512205"/>
                  </a:lnTo>
                  <a:lnTo>
                    <a:pt x="940434" y="512057"/>
                  </a:lnTo>
                  <a:lnTo>
                    <a:pt x="940492" y="511923"/>
                  </a:lnTo>
                  <a:lnTo>
                    <a:pt x="940571" y="511764"/>
                  </a:lnTo>
                  <a:lnTo>
                    <a:pt x="940699" y="511526"/>
                  </a:lnTo>
                  <a:lnTo>
                    <a:pt x="941383" y="510562"/>
                  </a:lnTo>
                  <a:lnTo>
                    <a:pt x="941529" y="510428"/>
                  </a:lnTo>
                  <a:lnTo>
                    <a:pt x="941766" y="510201"/>
                  </a:lnTo>
                  <a:lnTo>
                    <a:pt x="941883" y="510073"/>
                  </a:lnTo>
                  <a:lnTo>
                    <a:pt x="942014" y="509925"/>
                  </a:lnTo>
                  <a:lnTo>
                    <a:pt x="942203" y="509700"/>
                  </a:lnTo>
                  <a:lnTo>
                    <a:pt x="942395" y="509458"/>
                  </a:lnTo>
                  <a:lnTo>
                    <a:pt x="942508" y="509311"/>
                  </a:lnTo>
                  <a:lnTo>
                    <a:pt x="942656" y="509112"/>
                  </a:lnTo>
                  <a:lnTo>
                    <a:pt x="942767" y="508931"/>
                  </a:lnTo>
                  <a:lnTo>
                    <a:pt x="943229" y="508183"/>
                  </a:lnTo>
                  <a:lnTo>
                    <a:pt x="943720" y="507451"/>
                  </a:lnTo>
                  <a:lnTo>
                    <a:pt x="944115" y="506822"/>
                  </a:lnTo>
                  <a:lnTo>
                    <a:pt x="944319" y="506447"/>
                  </a:lnTo>
                  <a:lnTo>
                    <a:pt x="944597" y="505942"/>
                  </a:lnTo>
                  <a:lnTo>
                    <a:pt x="944782" y="505607"/>
                  </a:lnTo>
                  <a:lnTo>
                    <a:pt x="944999" y="504530"/>
                  </a:lnTo>
                  <a:lnTo>
                    <a:pt x="944969" y="504386"/>
                  </a:lnTo>
                  <a:lnTo>
                    <a:pt x="944930" y="504253"/>
                  </a:lnTo>
                  <a:lnTo>
                    <a:pt x="944881" y="504122"/>
                  </a:lnTo>
                  <a:lnTo>
                    <a:pt x="944670" y="503401"/>
                  </a:lnTo>
                  <a:lnTo>
                    <a:pt x="944659" y="503082"/>
                  </a:lnTo>
                  <a:lnTo>
                    <a:pt x="944655" y="502909"/>
                  </a:lnTo>
                  <a:lnTo>
                    <a:pt x="944799" y="502319"/>
                  </a:lnTo>
                  <a:lnTo>
                    <a:pt x="944921" y="501825"/>
                  </a:lnTo>
                  <a:lnTo>
                    <a:pt x="945335" y="501303"/>
                  </a:lnTo>
                  <a:lnTo>
                    <a:pt x="945669" y="498476"/>
                  </a:lnTo>
                  <a:lnTo>
                    <a:pt x="947221" y="496655"/>
                  </a:lnTo>
                  <a:lnTo>
                    <a:pt x="948457" y="495950"/>
                  </a:lnTo>
                  <a:lnTo>
                    <a:pt x="949472" y="495242"/>
                  </a:lnTo>
                  <a:lnTo>
                    <a:pt x="950608" y="494291"/>
                  </a:lnTo>
                  <a:lnTo>
                    <a:pt x="950911" y="493661"/>
                  </a:lnTo>
                  <a:lnTo>
                    <a:pt x="951643" y="493627"/>
                  </a:lnTo>
                  <a:lnTo>
                    <a:pt x="951729" y="493429"/>
                  </a:lnTo>
                  <a:lnTo>
                    <a:pt x="951937" y="492577"/>
                  </a:lnTo>
                  <a:lnTo>
                    <a:pt x="952277" y="490584"/>
                  </a:lnTo>
                  <a:lnTo>
                    <a:pt x="952955" y="489748"/>
                  </a:lnTo>
                  <a:lnTo>
                    <a:pt x="953520" y="488822"/>
                  </a:lnTo>
                  <a:lnTo>
                    <a:pt x="954661" y="487570"/>
                  </a:lnTo>
                  <a:lnTo>
                    <a:pt x="954948" y="487182"/>
                  </a:lnTo>
                  <a:lnTo>
                    <a:pt x="955103" y="486918"/>
                  </a:lnTo>
                  <a:lnTo>
                    <a:pt x="956075" y="485117"/>
                  </a:lnTo>
                  <a:lnTo>
                    <a:pt x="956214" y="485011"/>
                  </a:lnTo>
                  <a:lnTo>
                    <a:pt x="956393" y="484880"/>
                  </a:lnTo>
                  <a:lnTo>
                    <a:pt x="956533" y="484781"/>
                  </a:lnTo>
                  <a:lnTo>
                    <a:pt x="958936" y="484470"/>
                  </a:lnTo>
                  <a:lnTo>
                    <a:pt x="960916" y="485165"/>
                  </a:lnTo>
                  <a:lnTo>
                    <a:pt x="961757" y="485145"/>
                  </a:lnTo>
                  <a:lnTo>
                    <a:pt x="963408" y="485192"/>
                  </a:lnTo>
                  <a:lnTo>
                    <a:pt x="963536" y="485247"/>
                  </a:lnTo>
                  <a:lnTo>
                    <a:pt x="965802" y="487696"/>
                  </a:lnTo>
                  <a:lnTo>
                    <a:pt x="965931" y="487709"/>
                  </a:lnTo>
                  <a:lnTo>
                    <a:pt x="966288" y="487740"/>
                  </a:lnTo>
                  <a:lnTo>
                    <a:pt x="968765" y="486733"/>
                  </a:lnTo>
                  <a:lnTo>
                    <a:pt x="969015" y="486391"/>
                  </a:lnTo>
                  <a:lnTo>
                    <a:pt x="969449" y="485755"/>
                  </a:lnTo>
                  <a:lnTo>
                    <a:pt x="969594" y="485628"/>
                  </a:lnTo>
                  <a:lnTo>
                    <a:pt x="969869" y="485380"/>
                  </a:lnTo>
                  <a:lnTo>
                    <a:pt x="970730" y="484525"/>
                  </a:lnTo>
                  <a:lnTo>
                    <a:pt x="970930" y="484313"/>
                  </a:lnTo>
                  <a:lnTo>
                    <a:pt x="971112" y="484115"/>
                  </a:lnTo>
                  <a:lnTo>
                    <a:pt x="971480" y="483703"/>
                  </a:lnTo>
                  <a:lnTo>
                    <a:pt x="972512" y="482410"/>
                  </a:lnTo>
                  <a:lnTo>
                    <a:pt x="972626" y="482241"/>
                  </a:lnTo>
                  <a:lnTo>
                    <a:pt x="972795" y="481982"/>
                  </a:lnTo>
                  <a:lnTo>
                    <a:pt x="972934" y="481755"/>
                  </a:lnTo>
                  <a:lnTo>
                    <a:pt x="973043" y="481571"/>
                  </a:lnTo>
                  <a:lnTo>
                    <a:pt x="973155" y="481382"/>
                  </a:lnTo>
                  <a:lnTo>
                    <a:pt x="973268" y="481183"/>
                  </a:lnTo>
                  <a:lnTo>
                    <a:pt x="973380" y="480979"/>
                  </a:lnTo>
                  <a:lnTo>
                    <a:pt x="973487" y="480781"/>
                  </a:lnTo>
                  <a:lnTo>
                    <a:pt x="973569" y="480625"/>
                  </a:lnTo>
                  <a:lnTo>
                    <a:pt x="973644" y="480476"/>
                  </a:lnTo>
                  <a:lnTo>
                    <a:pt x="973716" y="480326"/>
                  </a:lnTo>
                  <a:lnTo>
                    <a:pt x="973828" y="480078"/>
                  </a:lnTo>
                  <a:lnTo>
                    <a:pt x="974337" y="478820"/>
                  </a:lnTo>
                  <a:lnTo>
                    <a:pt x="974377" y="478677"/>
                  </a:lnTo>
                  <a:lnTo>
                    <a:pt x="974411" y="478546"/>
                  </a:lnTo>
                  <a:lnTo>
                    <a:pt x="974460" y="478345"/>
                  </a:lnTo>
                  <a:lnTo>
                    <a:pt x="974509" y="478110"/>
                  </a:lnTo>
                  <a:lnTo>
                    <a:pt x="974550" y="477895"/>
                  </a:lnTo>
                  <a:lnTo>
                    <a:pt x="974641" y="477396"/>
                  </a:lnTo>
                  <a:lnTo>
                    <a:pt x="974699" y="477058"/>
                  </a:lnTo>
                  <a:lnTo>
                    <a:pt x="974786" y="476502"/>
                  </a:lnTo>
                  <a:lnTo>
                    <a:pt x="974814" y="476306"/>
                  </a:lnTo>
                  <a:lnTo>
                    <a:pt x="974921" y="475543"/>
                  </a:lnTo>
                  <a:lnTo>
                    <a:pt x="974940" y="475404"/>
                  </a:lnTo>
                  <a:lnTo>
                    <a:pt x="974962" y="475272"/>
                  </a:lnTo>
                  <a:lnTo>
                    <a:pt x="974990" y="475104"/>
                  </a:lnTo>
                  <a:lnTo>
                    <a:pt x="975020" y="474945"/>
                  </a:lnTo>
                  <a:lnTo>
                    <a:pt x="975054" y="474774"/>
                  </a:lnTo>
                  <a:lnTo>
                    <a:pt x="975096" y="474562"/>
                  </a:lnTo>
                  <a:lnTo>
                    <a:pt x="975160" y="474284"/>
                  </a:lnTo>
                  <a:lnTo>
                    <a:pt x="975251" y="473856"/>
                  </a:lnTo>
                  <a:lnTo>
                    <a:pt x="975297" y="473670"/>
                  </a:lnTo>
                  <a:lnTo>
                    <a:pt x="975384" y="473388"/>
                  </a:lnTo>
                  <a:lnTo>
                    <a:pt x="975501" y="473045"/>
                  </a:lnTo>
                  <a:lnTo>
                    <a:pt x="975564" y="472847"/>
                  </a:lnTo>
                  <a:lnTo>
                    <a:pt x="975639" y="472589"/>
                  </a:lnTo>
                  <a:lnTo>
                    <a:pt x="975656" y="472446"/>
                  </a:lnTo>
                  <a:lnTo>
                    <a:pt x="975708" y="471907"/>
                  </a:lnTo>
                  <a:lnTo>
                    <a:pt x="975809" y="471461"/>
                  </a:lnTo>
                  <a:lnTo>
                    <a:pt x="975851" y="471321"/>
                  </a:lnTo>
                  <a:lnTo>
                    <a:pt x="975904" y="471156"/>
                  </a:lnTo>
                  <a:lnTo>
                    <a:pt x="975984" y="470943"/>
                  </a:lnTo>
                  <a:lnTo>
                    <a:pt x="976133" y="470562"/>
                  </a:lnTo>
                  <a:lnTo>
                    <a:pt x="976319" y="470120"/>
                  </a:lnTo>
                  <a:lnTo>
                    <a:pt x="976439" y="469851"/>
                  </a:lnTo>
                  <a:lnTo>
                    <a:pt x="976577" y="469567"/>
                  </a:lnTo>
                  <a:lnTo>
                    <a:pt x="976670" y="469394"/>
                  </a:lnTo>
                  <a:lnTo>
                    <a:pt x="976768" y="469219"/>
                  </a:lnTo>
                  <a:lnTo>
                    <a:pt x="976901" y="469020"/>
                  </a:lnTo>
                  <a:lnTo>
                    <a:pt x="977039" y="468821"/>
                  </a:lnTo>
                  <a:lnTo>
                    <a:pt x="977236" y="468548"/>
                  </a:lnTo>
                  <a:lnTo>
                    <a:pt x="977666" y="467926"/>
                  </a:lnTo>
                  <a:lnTo>
                    <a:pt x="978022" y="467392"/>
                  </a:lnTo>
                  <a:lnTo>
                    <a:pt x="978103" y="467259"/>
                  </a:lnTo>
                  <a:lnTo>
                    <a:pt x="978297" y="466912"/>
                  </a:lnTo>
                  <a:lnTo>
                    <a:pt x="978649" y="465984"/>
                  </a:lnTo>
                  <a:lnTo>
                    <a:pt x="978394" y="464898"/>
                  </a:lnTo>
                  <a:lnTo>
                    <a:pt x="978279" y="464731"/>
                  </a:lnTo>
                  <a:lnTo>
                    <a:pt x="977828" y="464049"/>
                  </a:lnTo>
                  <a:lnTo>
                    <a:pt x="977766" y="463919"/>
                  </a:lnTo>
                  <a:lnTo>
                    <a:pt x="977700" y="463778"/>
                  </a:lnTo>
                  <a:lnTo>
                    <a:pt x="977562" y="462424"/>
                  </a:lnTo>
                  <a:lnTo>
                    <a:pt x="977488" y="461630"/>
                  </a:lnTo>
                  <a:lnTo>
                    <a:pt x="977542" y="461344"/>
                  </a:lnTo>
                  <a:lnTo>
                    <a:pt x="977559" y="461212"/>
                  </a:lnTo>
                  <a:lnTo>
                    <a:pt x="977568" y="460951"/>
                  </a:lnTo>
                  <a:lnTo>
                    <a:pt x="977551" y="460790"/>
                  </a:lnTo>
                  <a:lnTo>
                    <a:pt x="977483" y="460495"/>
                  </a:lnTo>
                  <a:lnTo>
                    <a:pt x="977400" y="460271"/>
                  </a:lnTo>
                  <a:lnTo>
                    <a:pt x="977238" y="459864"/>
                  </a:lnTo>
                  <a:lnTo>
                    <a:pt x="977187" y="459730"/>
                  </a:lnTo>
                  <a:lnTo>
                    <a:pt x="977140" y="459589"/>
                  </a:lnTo>
                  <a:lnTo>
                    <a:pt x="977085" y="459396"/>
                  </a:lnTo>
                  <a:lnTo>
                    <a:pt x="977016" y="459120"/>
                  </a:lnTo>
                  <a:lnTo>
                    <a:pt x="976958" y="458882"/>
                  </a:lnTo>
                  <a:lnTo>
                    <a:pt x="976908" y="458671"/>
                  </a:lnTo>
                  <a:lnTo>
                    <a:pt x="976838" y="458420"/>
                  </a:lnTo>
                  <a:lnTo>
                    <a:pt x="976760" y="458166"/>
                  </a:lnTo>
                  <a:lnTo>
                    <a:pt x="976709" y="457999"/>
                  </a:lnTo>
                  <a:lnTo>
                    <a:pt x="976658" y="457852"/>
                  </a:lnTo>
                  <a:lnTo>
                    <a:pt x="976610" y="457719"/>
                  </a:lnTo>
                  <a:lnTo>
                    <a:pt x="976480" y="456948"/>
                  </a:lnTo>
                  <a:lnTo>
                    <a:pt x="976403" y="456586"/>
                  </a:lnTo>
                  <a:lnTo>
                    <a:pt x="976241" y="455851"/>
                  </a:lnTo>
                  <a:lnTo>
                    <a:pt x="976172" y="455507"/>
                  </a:lnTo>
                  <a:lnTo>
                    <a:pt x="976099" y="455120"/>
                  </a:lnTo>
                  <a:lnTo>
                    <a:pt x="976023" y="454649"/>
                  </a:lnTo>
                  <a:lnTo>
                    <a:pt x="975987" y="454394"/>
                  </a:lnTo>
                  <a:lnTo>
                    <a:pt x="975959" y="454167"/>
                  </a:lnTo>
                  <a:lnTo>
                    <a:pt x="975934" y="453960"/>
                  </a:lnTo>
                  <a:lnTo>
                    <a:pt x="975916" y="453788"/>
                  </a:lnTo>
                  <a:lnTo>
                    <a:pt x="975904" y="453627"/>
                  </a:lnTo>
                  <a:lnTo>
                    <a:pt x="975887" y="453238"/>
                  </a:lnTo>
                  <a:lnTo>
                    <a:pt x="975884" y="453062"/>
                  </a:lnTo>
                  <a:lnTo>
                    <a:pt x="975890" y="452749"/>
                  </a:lnTo>
                  <a:lnTo>
                    <a:pt x="975894" y="452607"/>
                  </a:lnTo>
                  <a:lnTo>
                    <a:pt x="975906" y="452368"/>
                  </a:lnTo>
                  <a:lnTo>
                    <a:pt x="975916" y="452224"/>
                  </a:lnTo>
                  <a:lnTo>
                    <a:pt x="975931" y="452039"/>
                  </a:lnTo>
                  <a:lnTo>
                    <a:pt x="975950" y="451828"/>
                  </a:lnTo>
                  <a:lnTo>
                    <a:pt x="975974" y="451618"/>
                  </a:lnTo>
                  <a:lnTo>
                    <a:pt x="975993" y="451477"/>
                  </a:lnTo>
                  <a:lnTo>
                    <a:pt x="976035" y="451234"/>
                  </a:lnTo>
                  <a:lnTo>
                    <a:pt x="976070" y="451062"/>
                  </a:lnTo>
                  <a:lnTo>
                    <a:pt x="976105" y="450912"/>
                  </a:lnTo>
                  <a:lnTo>
                    <a:pt x="977235" y="449410"/>
                  </a:lnTo>
                  <a:lnTo>
                    <a:pt x="977379" y="448734"/>
                  </a:lnTo>
                  <a:lnTo>
                    <a:pt x="977448" y="448415"/>
                  </a:lnTo>
                  <a:lnTo>
                    <a:pt x="977690" y="447774"/>
                  </a:lnTo>
                  <a:lnTo>
                    <a:pt x="978838" y="446916"/>
                  </a:lnTo>
                  <a:lnTo>
                    <a:pt x="979551" y="446448"/>
                  </a:lnTo>
                  <a:lnTo>
                    <a:pt x="979615" y="446110"/>
                  </a:lnTo>
                  <a:lnTo>
                    <a:pt x="979648" y="445876"/>
                  </a:lnTo>
                  <a:lnTo>
                    <a:pt x="979672" y="445609"/>
                  </a:lnTo>
                  <a:lnTo>
                    <a:pt x="979688" y="445343"/>
                  </a:lnTo>
                  <a:lnTo>
                    <a:pt x="979695" y="445143"/>
                  </a:lnTo>
                  <a:lnTo>
                    <a:pt x="979696" y="444977"/>
                  </a:lnTo>
                  <a:lnTo>
                    <a:pt x="979643" y="444414"/>
                  </a:lnTo>
                  <a:lnTo>
                    <a:pt x="979610" y="444269"/>
                  </a:lnTo>
                  <a:lnTo>
                    <a:pt x="979550" y="444008"/>
                  </a:lnTo>
                  <a:lnTo>
                    <a:pt x="979502" y="443798"/>
                  </a:lnTo>
                  <a:lnTo>
                    <a:pt x="979458" y="442915"/>
                  </a:lnTo>
                  <a:lnTo>
                    <a:pt x="979586" y="442404"/>
                  </a:lnTo>
                  <a:lnTo>
                    <a:pt x="979621" y="442235"/>
                  </a:lnTo>
                  <a:lnTo>
                    <a:pt x="979331" y="440955"/>
                  </a:lnTo>
                  <a:lnTo>
                    <a:pt x="978650" y="438963"/>
                  </a:lnTo>
                  <a:lnTo>
                    <a:pt x="978867" y="438307"/>
                  </a:lnTo>
                  <a:lnTo>
                    <a:pt x="978870" y="438177"/>
                  </a:lnTo>
                  <a:lnTo>
                    <a:pt x="978864" y="438010"/>
                  </a:lnTo>
                  <a:lnTo>
                    <a:pt x="978854" y="437875"/>
                  </a:lnTo>
                  <a:lnTo>
                    <a:pt x="978828" y="437614"/>
                  </a:lnTo>
                  <a:lnTo>
                    <a:pt x="978801" y="437420"/>
                  </a:lnTo>
                  <a:lnTo>
                    <a:pt x="978772" y="437272"/>
                  </a:lnTo>
                  <a:lnTo>
                    <a:pt x="978677" y="436854"/>
                  </a:lnTo>
                  <a:lnTo>
                    <a:pt x="978334" y="436028"/>
                  </a:lnTo>
                  <a:lnTo>
                    <a:pt x="978234" y="435855"/>
                  </a:lnTo>
                  <a:lnTo>
                    <a:pt x="978047" y="435558"/>
                  </a:lnTo>
                  <a:lnTo>
                    <a:pt x="977590" y="434895"/>
                  </a:lnTo>
                  <a:lnTo>
                    <a:pt x="977391" y="434613"/>
                  </a:lnTo>
                  <a:lnTo>
                    <a:pt x="976973" y="433857"/>
                  </a:lnTo>
                  <a:lnTo>
                    <a:pt x="976880" y="433516"/>
                  </a:lnTo>
                  <a:lnTo>
                    <a:pt x="976093" y="431595"/>
                  </a:lnTo>
                  <a:lnTo>
                    <a:pt x="975002" y="430767"/>
                  </a:lnTo>
                  <a:lnTo>
                    <a:pt x="974873" y="430572"/>
                  </a:lnTo>
                  <a:lnTo>
                    <a:pt x="974708" y="430323"/>
                  </a:lnTo>
                  <a:lnTo>
                    <a:pt x="974416" y="429862"/>
                  </a:lnTo>
                  <a:lnTo>
                    <a:pt x="974129" y="429406"/>
                  </a:lnTo>
                  <a:lnTo>
                    <a:pt x="974002" y="429188"/>
                  </a:lnTo>
                  <a:lnTo>
                    <a:pt x="973626" y="428399"/>
                  </a:lnTo>
                  <a:lnTo>
                    <a:pt x="973583" y="428268"/>
                  </a:lnTo>
                  <a:lnTo>
                    <a:pt x="973518" y="428050"/>
                  </a:lnTo>
                  <a:lnTo>
                    <a:pt x="973313" y="427384"/>
                  </a:lnTo>
                  <a:lnTo>
                    <a:pt x="972945" y="426733"/>
                  </a:lnTo>
                  <a:lnTo>
                    <a:pt x="972255" y="425839"/>
                  </a:lnTo>
                  <a:lnTo>
                    <a:pt x="972097" y="424937"/>
                  </a:lnTo>
                  <a:lnTo>
                    <a:pt x="971689" y="424174"/>
                  </a:lnTo>
                  <a:lnTo>
                    <a:pt x="971528" y="423475"/>
                  </a:lnTo>
                  <a:lnTo>
                    <a:pt x="971481" y="423336"/>
                  </a:lnTo>
                  <a:lnTo>
                    <a:pt x="971424" y="423178"/>
                  </a:lnTo>
                  <a:lnTo>
                    <a:pt x="971358" y="423005"/>
                  </a:lnTo>
                  <a:lnTo>
                    <a:pt x="971299" y="422865"/>
                  </a:lnTo>
                  <a:lnTo>
                    <a:pt x="971223" y="422697"/>
                  </a:lnTo>
                  <a:lnTo>
                    <a:pt x="971071" y="422386"/>
                  </a:lnTo>
                  <a:lnTo>
                    <a:pt x="970872" y="421895"/>
                  </a:lnTo>
                  <a:lnTo>
                    <a:pt x="970831" y="421725"/>
                  </a:lnTo>
                  <a:lnTo>
                    <a:pt x="970800" y="421588"/>
                  </a:lnTo>
                  <a:lnTo>
                    <a:pt x="970459" y="420834"/>
                  </a:lnTo>
                  <a:lnTo>
                    <a:pt x="970044" y="420068"/>
                  </a:lnTo>
                  <a:lnTo>
                    <a:pt x="969940" y="419876"/>
                  </a:lnTo>
                  <a:lnTo>
                    <a:pt x="969807" y="419642"/>
                  </a:lnTo>
                  <a:lnTo>
                    <a:pt x="969689" y="419448"/>
                  </a:lnTo>
                  <a:lnTo>
                    <a:pt x="969513" y="419165"/>
                  </a:lnTo>
                  <a:lnTo>
                    <a:pt x="969226" y="418721"/>
                  </a:lnTo>
                  <a:lnTo>
                    <a:pt x="969140" y="418581"/>
                  </a:lnTo>
                  <a:lnTo>
                    <a:pt x="969005" y="418336"/>
                  </a:lnTo>
                  <a:lnTo>
                    <a:pt x="968886" y="418103"/>
                  </a:lnTo>
                  <a:lnTo>
                    <a:pt x="968815" y="417961"/>
                  </a:lnTo>
                  <a:lnTo>
                    <a:pt x="968581" y="417410"/>
                  </a:lnTo>
                  <a:lnTo>
                    <a:pt x="968506" y="417195"/>
                  </a:lnTo>
                  <a:lnTo>
                    <a:pt x="968025" y="417338"/>
                  </a:lnTo>
                  <a:lnTo>
                    <a:pt x="967897" y="417377"/>
                  </a:lnTo>
                  <a:lnTo>
                    <a:pt x="967641" y="417453"/>
                  </a:lnTo>
                  <a:lnTo>
                    <a:pt x="967097" y="417616"/>
                  </a:lnTo>
                  <a:lnTo>
                    <a:pt x="965712" y="418029"/>
                  </a:lnTo>
                  <a:lnTo>
                    <a:pt x="965427" y="418114"/>
                  </a:lnTo>
                  <a:lnTo>
                    <a:pt x="964893" y="418273"/>
                  </a:lnTo>
                  <a:lnTo>
                    <a:pt x="964078" y="418516"/>
                  </a:lnTo>
                  <a:lnTo>
                    <a:pt x="963273" y="416520"/>
                  </a:lnTo>
                  <a:lnTo>
                    <a:pt x="962609" y="414872"/>
                  </a:lnTo>
                  <a:lnTo>
                    <a:pt x="962439" y="414444"/>
                  </a:lnTo>
                  <a:lnTo>
                    <a:pt x="963543" y="413320"/>
                  </a:lnTo>
                  <a:lnTo>
                    <a:pt x="964605" y="412239"/>
                  </a:lnTo>
                  <a:lnTo>
                    <a:pt x="964981" y="411962"/>
                  </a:lnTo>
                  <a:lnTo>
                    <a:pt x="965285" y="411737"/>
                  </a:lnTo>
                  <a:lnTo>
                    <a:pt x="965826" y="411338"/>
                  </a:lnTo>
                  <a:lnTo>
                    <a:pt x="966177" y="411080"/>
                  </a:lnTo>
                  <a:lnTo>
                    <a:pt x="966650" y="410731"/>
                  </a:lnTo>
                  <a:lnTo>
                    <a:pt x="966809" y="410612"/>
                  </a:lnTo>
                  <a:lnTo>
                    <a:pt x="967374" y="410196"/>
                  </a:lnTo>
                  <a:lnTo>
                    <a:pt x="968024" y="409716"/>
                  </a:lnTo>
                  <a:lnTo>
                    <a:pt x="968191" y="409772"/>
                  </a:lnTo>
                  <a:lnTo>
                    <a:pt x="968705" y="409945"/>
                  </a:lnTo>
                  <a:lnTo>
                    <a:pt x="969451" y="410196"/>
                  </a:lnTo>
                  <a:lnTo>
                    <a:pt x="970166" y="410436"/>
                  </a:lnTo>
                  <a:lnTo>
                    <a:pt x="970859" y="410670"/>
                  </a:lnTo>
                  <a:lnTo>
                    <a:pt x="971425" y="410859"/>
                  </a:lnTo>
                  <a:lnTo>
                    <a:pt x="971725" y="410959"/>
                  </a:lnTo>
                  <a:lnTo>
                    <a:pt x="973873" y="411682"/>
                  </a:lnTo>
                  <a:lnTo>
                    <a:pt x="974502" y="411893"/>
                  </a:lnTo>
                  <a:lnTo>
                    <a:pt x="975078" y="412087"/>
                  </a:lnTo>
                  <a:lnTo>
                    <a:pt x="976117" y="412436"/>
                  </a:lnTo>
                  <a:lnTo>
                    <a:pt x="976689" y="412725"/>
                  </a:lnTo>
                  <a:lnTo>
                    <a:pt x="977542" y="413155"/>
                  </a:lnTo>
                  <a:lnTo>
                    <a:pt x="978852" y="413815"/>
                  </a:lnTo>
                  <a:lnTo>
                    <a:pt x="979575" y="414180"/>
                  </a:lnTo>
                  <a:lnTo>
                    <a:pt x="981112" y="414955"/>
                  </a:lnTo>
                  <a:lnTo>
                    <a:pt x="981692" y="415247"/>
                  </a:lnTo>
                  <a:lnTo>
                    <a:pt x="982124" y="415465"/>
                  </a:lnTo>
                  <a:lnTo>
                    <a:pt x="983656" y="416238"/>
                  </a:lnTo>
                  <a:lnTo>
                    <a:pt x="983947" y="416385"/>
                  </a:lnTo>
                  <a:lnTo>
                    <a:pt x="984379" y="416603"/>
                  </a:lnTo>
                  <a:lnTo>
                    <a:pt x="984865" y="416847"/>
                  </a:lnTo>
                  <a:lnTo>
                    <a:pt x="985342" y="417088"/>
                  </a:lnTo>
                  <a:lnTo>
                    <a:pt x="985500" y="417168"/>
                  </a:lnTo>
                  <a:lnTo>
                    <a:pt x="986128" y="417530"/>
                  </a:lnTo>
                  <a:lnTo>
                    <a:pt x="987047" y="418060"/>
                  </a:lnTo>
                  <a:lnTo>
                    <a:pt x="987725" y="418451"/>
                  </a:lnTo>
                  <a:lnTo>
                    <a:pt x="989624" y="419546"/>
                  </a:lnTo>
                  <a:lnTo>
                    <a:pt x="991219" y="420467"/>
                  </a:lnTo>
                  <a:lnTo>
                    <a:pt x="992058" y="420950"/>
                  </a:lnTo>
                  <a:lnTo>
                    <a:pt x="992190" y="421026"/>
                  </a:lnTo>
                  <a:lnTo>
                    <a:pt x="993165" y="421589"/>
                  </a:lnTo>
                  <a:lnTo>
                    <a:pt x="993390" y="421719"/>
                  </a:lnTo>
                  <a:lnTo>
                    <a:pt x="994182" y="422177"/>
                  </a:lnTo>
                  <a:lnTo>
                    <a:pt x="994432" y="422322"/>
                  </a:lnTo>
                  <a:lnTo>
                    <a:pt x="994910" y="422598"/>
                  </a:lnTo>
                  <a:lnTo>
                    <a:pt x="995539" y="422962"/>
                  </a:lnTo>
                  <a:lnTo>
                    <a:pt x="996433" y="423479"/>
                  </a:lnTo>
                  <a:lnTo>
                    <a:pt x="997092" y="423860"/>
                  </a:lnTo>
                  <a:lnTo>
                    <a:pt x="997401" y="424039"/>
                  </a:lnTo>
                  <a:lnTo>
                    <a:pt x="998460" y="424652"/>
                  </a:lnTo>
                  <a:lnTo>
                    <a:pt x="998811" y="424854"/>
                  </a:lnTo>
                  <a:lnTo>
                    <a:pt x="999227" y="425096"/>
                  </a:lnTo>
                  <a:lnTo>
                    <a:pt x="999678" y="425456"/>
                  </a:lnTo>
                  <a:lnTo>
                    <a:pt x="1000280" y="425937"/>
                  </a:lnTo>
                  <a:lnTo>
                    <a:pt x="1000706" y="426277"/>
                  </a:lnTo>
                  <a:lnTo>
                    <a:pt x="1001479" y="426892"/>
                  </a:lnTo>
                  <a:lnTo>
                    <a:pt x="1001706" y="427073"/>
                  </a:lnTo>
                  <a:lnTo>
                    <a:pt x="1003126" y="428208"/>
                  </a:lnTo>
                  <a:lnTo>
                    <a:pt x="1003721" y="428684"/>
                  </a:lnTo>
                  <a:lnTo>
                    <a:pt x="1004020" y="428921"/>
                  </a:lnTo>
                  <a:lnTo>
                    <a:pt x="1005463" y="430073"/>
                  </a:lnTo>
                  <a:lnTo>
                    <a:pt x="1006579" y="430964"/>
                  </a:lnTo>
                  <a:lnTo>
                    <a:pt x="1007533" y="431806"/>
                  </a:lnTo>
                  <a:lnTo>
                    <a:pt x="1009641" y="433451"/>
                  </a:lnTo>
                  <a:lnTo>
                    <a:pt x="1010887" y="434426"/>
                  </a:lnTo>
                  <a:lnTo>
                    <a:pt x="1012240" y="436293"/>
                  </a:lnTo>
                  <a:lnTo>
                    <a:pt x="1012884" y="436058"/>
                  </a:lnTo>
                  <a:lnTo>
                    <a:pt x="1013426" y="435861"/>
                  </a:lnTo>
                  <a:lnTo>
                    <a:pt x="1014077" y="435625"/>
                  </a:lnTo>
                  <a:lnTo>
                    <a:pt x="1015237" y="435201"/>
                  </a:lnTo>
                  <a:lnTo>
                    <a:pt x="1016062" y="434900"/>
                  </a:lnTo>
                  <a:lnTo>
                    <a:pt x="1016963" y="434571"/>
                  </a:lnTo>
                  <a:lnTo>
                    <a:pt x="1017861" y="434372"/>
                  </a:lnTo>
                  <a:lnTo>
                    <a:pt x="1018670" y="434192"/>
                  </a:lnTo>
                  <a:lnTo>
                    <a:pt x="1019162" y="434083"/>
                  </a:lnTo>
                  <a:lnTo>
                    <a:pt x="1020282" y="433834"/>
                  </a:lnTo>
                  <a:lnTo>
                    <a:pt x="1020585" y="433768"/>
                  </a:lnTo>
                  <a:lnTo>
                    <a:pt x="1022784" y="433292"/>
                  </a:lnTo>
                  <a:lnTo>
                    <a:pt x="1024814" y="432851"/>
                  </a:lnTo>
                  <a:lnTo>
                    <a:pt x="1026607" y="432481"/>
                  </a:lnTo>
                  <a:lnTo>
                    <a:pt x="1026967" y="432481"/>
                  </a:lnTo>
                  <a:lnTo>
                    <a:pt x="1028328" y="432479"/>
                  </a:lnTo>
                  <a:lnTo>
                    <a:pt x="1028991" y="432479"/>
                  </a:lnTo>
                  <a:lnTo>
                    <a:pt x="1029499" y="432478"/>
                  </a:lnTo>
                  <a:lnTo>
                    <a:pt x="1031124" y="432477"/>
                  </a:lnTo>
                  <a:lnTo>
                    <a:pt x="1032294" y="432514"/>
                  </a:lnTo>
                  <a:lnTo>
                    <a:pt x="1033834" y="432564"/>
                  </a:lnTo>
                  <a:lnTo>
                    <a:pt x="1045869" y="427798"/>
                  </a:lnTo>
                  <a:lnTo>
                    <a:pt x="1049182" y="422903"/>
                  </a:lnTo>
                  <a:lnTo>
                    <a:pt x="1049437" y="422754"/>
                  </a:lnTo>
                  <a:lnTo>
                    <a:pt x="1051364" y="419235"/>
                  </a:lnTo>
                  <a:lnTo>
                    <a:pt x="1050978" y="418171"/>
                  </a:lnTo>
                  <a:lnTo>
                    <a:pt x="1050705" y="416345"/>
                  </a:lnTo>
                  <a:lnTo>
                    <a:pt x="1048968" y="410321"/>
                  </a:lnTo>
                  <a:lnTo>
                    <a:pt x="1048983" y="405418"/>
                  </a:lnTo>
                  <a:lnTo>
                    <a:pt x="1048332" y="403980"/>
                  </a:lnTo>
                  <a:lnTo>
                    <a:pt x="1048165" y="403207"/>
                  </a:lnTo>
                  <a:lnTo>
                    <a:pt x="1048112" y="402798"/>
                  </a:lnTo>
                  <a:lnTo>
                    <a:pt x="1045846" y="397309"/>
                  </a:lnTo>
                  <a:lnTo>
                    <a:pt x="1044047" y="394215"/>
                  </a:lnTo>
                  <a:lnTo>
                    <a:pt x="1034520" y="379425"/>
                  </a:lnTo>
                  <a:lnTo>
                    <a:pt x="1029867" y="367814"/>
                  </a:lnTo>
                  <a:lnTo>
                    <a:pt x="1026407" y="363981"/>
                  </a:lnTo>
                  <a:lnTo>
                    <a:pt x="1026197" y="362412"/>
                  </a:lnTo>
                  <a:lnTo>
                    <a:pt x="1026062" y="362325"/>
                  </a:lnTo>
                  <a:lnTo>
                    <a:pt x="1025625" y="362043"/>
                  </a:lnTo>
                  <a:lnTo>
                    <a:pt x="1024841" y="361736"/>
                  </a:lnTo>
                  <a:lnTo>
                    <a:pt x="1024365" y="361130"/>
                  </a:lnTo>
                  <a:lnTo>
                    <a:pt x="1023491" y="359992"/>
                  </a:lnTo>
                  <a:lnTo>
                    <a:pt x="1023343" y="359443"/>
                  </a:lnTo>
                  <a:lnTo>
                    <a:pt x="1022711" y="358561"/>
                  </a:lnTo>
                  <a:lnTo>
                    <a:pt x="1026106" y="343999"/>
                  </a:lnTo>
                  <a:lnTo>
                    <a:pt x="1036234" y="300490"/>
                  </a:lnTo>
                  <a:lnTo>
                    <a:pt x="1042582" y="288882"/>
                  </a:lnTo>
                  <a:lnTo>
                    <a:pt x="1048000" y="278973"/>
                  </a:lnTo>
                  <a:lnTo>
                    <a:pt x="1052698" y="270383"/>
                  </a:lnTo>
                  <a:lnTo>
                    <a:pt x="1059130" y="258623"/>
                  </a:lnTo>
                  <a:lnTo>
                    <a:pt x="1063177" y="251221"/>
                  </a:lnTo>
                  <a:lnTo>
                    <a:pt x="1068912" y="242851"/>
                  </a:lnTo>
                  <a:lnTo>
                    <a:pt x="1067128" y="223886"/>
                  </a:lnTo>
                  <a:lnTo>
                    <a:pt x="1066373" y="215855"/>
                  </a:lnTo>
                  <a:lnTo>
                    <a:pt x="1067216" y="205249"/>
                  </a:lnTo>
                  <a:lnTo>
                    <a:pt x="1067716" y="198966"/>
                  </a:lnTo>
                  <a:lnTo>
                    <a:pt x="1068034" y="194977"/>
                  </a:lnTo>
                  <a:lnTo>
                    <a:pt x="1068328" y="191270"/>
                  </a:lnTo>
                  <a:lnTo>
                    <a:pt x="1068469" y="188839"/>
                  </a:lnTo>
                  <a:lnTo>
                    <a:pt x="1068505" y="186284"/>
                  </a:lnTo>
                  <a:lnTo>
                    <a:pt x="1068425" y="183729"/>
                  </a:lnTo>
                  <a:lnTo>
                    <a:pt x="1068259" y="181547"/>
                  </a:lnTo>
                  <a:lnTo>
                    <a:pt x="1068231" y="181182"/>
                  </a:lnTo>
                  <a:lnTo>
                    <a:pt x="1067915" y="178603"/>
                  </a:lnTo>
                  <a:lnTo>
                    <a:pt x="1067500" y="176125"/>
                  </a:lnTo>
                  <a:lnTo>
                    <a:pt x="1066964" y="173626"/>
                  </a:lnTo>
                  <a:lnTo>
                    <a:pt x="1066317" y="171154"/>
                  </a:lnTo>
                  <a:lnTo>
                    <a:pt x="1065559" y="168714"/>
                  </a:lnTo>
                  <a:lnTo>
                    <a:pt x="1065490" y="168510"/>
                  </a:lnTo>
                  <a:lnTo>
                    <a:pt x="1065080" y="167329"/>
                  </a:lnTo>
                  <a:lnTo>
                    <a:pt x="1064160" y="164945"/>
                  </a:lnTo>
                  <a:lnTo>
                    <a:pt x="1063134" y="162605"/>
                  </a:lnTo>
                  <a:lnTo>
                    <a:pt x="1062004" y="160313"/>
                  </a:lnTo>
                  <a:lnTo>
                    <a:pt x="1060771" y="158075"/>
                  </a:lnTo>
                  <a:lnTo>
                    <a:pt x="1059440" y="155894"/>
                  </a:lnTo>
                  <a:lnTo>
                    <a:pt x="1058011" y="153776"/>
                  </a:lnTo>
                  <a:lnTo>
                    <a:pt x="1056489" y="151723"/>
                  </a:lnTo>
                  <a:lnTo>
                    <a:pt x="1054876" y="149742"/>
                  </a:lnTo>
                  <a:lnTo>
                    <a:pt x="1053175" y="147835"/>
                  </a:lnTo>
                  <a:lnTo>
                    <a:pt x="1052504" y="147116"/>
                  </a:lnTo>
                  <a:lnTo>
                    <a:pt x="1052030" y="146614"/>
                  </a:lnTo>
                  <a:lnTo>
                    <a:pt x="1050223" y="144807"/>
                  </a:lnTo>
                  <a:lnTo>
                    <a:pt x="1048337" y="143084"/>
                  </a:lnTo>
                  <a:lnTo>
                    <a:pt x="1046375" y="141447"/>
                  </a:lnTo>
                  <a:lnTo>
                    <a:pt x="1044302" y="139795"/>
                  </a:lnTo>
                  <a:lnTo>
                    <a:pt x="1043280" y="138999"/>
                  </a:lnTo>
                  <a:lnTo>
                    <a:pt x="1041212" y="137499"/>
                  </a:lnTo>
                  <a:lnTo>
                    <a:pt x="1039078" y="136094"/>
                  </a:lnTo>
                  <a:lnTo>
                    <a:pt x="1036884" y="134786"/>
                  </a:lnTo>
                  <a:lnTo>
                    <a:pt x="1034632" y="133578"/>
                  </a:lnTo>
                  <a:lnTo>
                    <a:pt x="1030294" y="131375"/>
                  </a:lnTo>
                  <a:lnTo>
                    <a:pt x="1022434" y="127384"/>
                  </a:lnTo>
                  <a:lnTo>
                    <a:pt x="1005778" y="118926"/>
                  </a:lnTo>
                  <a:lnTo>
                    <a:pt x="997290" y="114617"/>
                  </a:lnTo>
                  <a:lnTo>
                    <a:pt x="988135" y="109968"/>
                  </a:lnTo>
                  <a:lnTo>
                    <a:pt x="983620" y="107675"/>
                  </a:lnTo>
                  <a:lnTo>
                    <a:pt x="957653" y="94490"/>
                  </a:lnTo>
                  <a:lnTo>
                    <a:pt x="928555" y="79714"/>
                  </a:lnTo>
                  <a:lnTo>
                    <a:pt x="928095" y="79483"/>
                  </a:lnTo>
                  <a:lnTo>
                    <a:pt x="925783" y="78400"/>
                  </a:lnTo>
                  <a:lnTo>
                    <a:pt x="912827" y="72682"/>
                  </a:lnTo>
                  <a:lnTo>
                    <a:pt x="910695" y="71793"/>
                  </a:lnTo>
                  <a:lnTo>
                    <a:pt x="908299" y="70912"/>
                  </a:lnTo>
                  <a:lnTo>
                    <a:pt x="905866" y="70139"/>
                  </a:lnTo>
                  <a:lnTo>
                    <a:pt x="903400" y="69477"/>
                  </a:lnTo>
                  <a:lnTo>
                    <a:pt x="900392" y="68741"/>
                  </a:lnTo>
                  <a:lnTo>
                    <a:pt x="884128" y="64763"/>
                  </a:lnTo>
                  <a:lnTo>
                    <a:pt x="869611" y="61214"/>
                  </a:lnTo>
                  <a:lnTo>
                    <a:pt x="866884" y="60546"/>
                  </a:lnTo>
                  <a:lnTo>
                    <a:pt x="853862" y="57361"/>
                  </a:lnTo>
                  <a:lnTo>
                    <a:pt x="844282" y="55018"/>
                  </a:lnTo>
                  <a:lnTo>
                    <a:pt x="820068" y="49096"/>
                  </a:lnTo>
                  <a:lnTo>
                    <a:pt x="817800" y="48143"/>
                  </a:lnTo>
                  <a:lnTo>
                    <a:pt x="816205" y="47472"/>
                  </a:lnTo>
                  <a:lnTo>
                    <a:pt x="813766" y="46447"/>
                  </a:lnTo>
                  <a:lnTo>
                    <a:pt x="798672" y="40100"/>
                  </a:lnTo>
                  <a:lnTo>
                    <a:pt x="777147" y="31050"/>
                  </a:lnTo>
                  <a:lnTo>
                    <a:pt x="739247" y="15113"/>
                  </a:lnTo>
                  <a:lnTo>
                    <a:pt x="733734" y="12795"/>
                  </a:lnTo>
                  <a:lnTo>
                    <a:pt x="713861" y="4439"/>
                  </a:lnTo>
                  <a:lnTo>
                    <a:pt x="712213" y="3776"/>
                  </a:lnTo>
                  <a:lnTo>
                    <a:pt x="709812" y="2915"/>
                  </a:lnTo>
                  <a:lnTo>
                    <a:pt x="707375" y="2164"/>
                  </a:lnTo>
                  <a:lnTo>
                    <a:pt x="704906" y="1523"/>
                  </a:lnTo>
                  <a:lnTo>
                    <a:pt x="702411" y="993"/>
                  </a:lnTo>
                  <a:lnTo>
                    <a:pt x="699895" y="577"/>
                  </a:lnTo>
                  <a:lnTo>
                    <a:pt x="697363" y="274"/>
                  </a:lnTo>
                  <a:lnTo>
                    <a:pt x="694819" y="85"/>
                  </a:lnTo>
                  <a:lnTo>
                    <a:pt x="692270" y="11"/>
                  </a:lnTo>
                  <a:lnTo>
                    <a:pt x="690577" y="0"/>
                  </a:lnTo>
                  <a:lnTo>
                    <a:pt x="688872" y="14"/>
                  </a:lnTo>
                  <a:lnTo>
                    <a:pt x="681183" y="194"/>
                  </a:lnTo>
                  <a:lnTo>
                    <a:pt x="670294" y="450"/>
                  </a:lnTo>
                  <a:lnTo>
                    <a:pt x="665150" y="571"/>
                  </a:lnTo>
                  <a:lnTo>
                    <a:pt x="660007" y="691"/>
                  </a:lnTo>
                  <a:lnTo>
                    <a:pt x="659505" y="703"/>
                  </a:lnTo>
                  <a:lnTo>
                    <a:pt x="658747" y="721"/>
                  </a:lnTo>
                  <a:lnTo>
                    <a:pt x="640058" y="1159"/>
                  </a:lnTo>
                  <a:lnTo>
                    <a:pt x="639915" y="1163"/>
                  </a:lnTo>
                  <a:lnTo>
                    <a:pt x="637404" y="1277"/>
                  </a:lnTo>
                  <a:lnTo>
                    <a:pt x="634865" y="1507"/>
                  </a:lnTo>
                  <a:lnTo>
                    <a:pt x="575148" y="8269"/>
                  </a:lnTo>
                  <a:lnTo>
                    <a:pt x="550045" y="11111"/>
                  </a:lnTo>
                  <a:lnTo>
                    <a:pt x="540710" y="12168"/>
                  </a:lnTo>
                  <a:lnTo>
                    <a:pt x="516761" y="14879"/>
                  </a:lnTo>
                  <a:lnTo>
                    <a:pt x="475730" y="19525"/>
                  </a:lnTo>
                  <a:lnTo>
                    <a:pt x="462834" y="20985"/>
                  </a:lnTo>
                  <a:lnTo>
                    <a:pt x="453247" y="22071"/>
                  </a:lnTo>
                  <a:lnTo>
                    <a:pt x="452848" y="22117"/>
                  </a:lnTo>
                  <a:lnTo>
                    <a:pt x="450326" y="22478"/>
                  </a:lnTo>
                  <a:lnTo>
                    <a:pt x="447823" y="22953"/>
                  </a:lnTo>
                  <a:lnTo>
                    <a:pt x="445343" y="23539"/>
                  </a:lnTo>
                  <a:lnTo>
                    <a:pt x="442893" y="24237"/>
                  </a:lnTo>
                  <a:lnTo>
                    <a:pt x="440476" y="25043"/>
                  </a:lnTo>
                  <a:lnTo>
                    <a:pt x="438099" y="25958"/>
                  </a:lnTo>
                  <a:lnTo>
                    <a:pt x="416379" y="34878"/>
                  </a:lnTo>
                  <a:lnTo>
                    <a:pt x="384343" y="48034"/>
                  </a:lnTo>
                  <a:lnTo>
                    <a:pt x="359217" y="58353"/>
                  </a:lnTo>
                  <a:lnTo>
                    <a:pt x="336010" y="63583"/>
                  </a:lnTo>
                  <a:lnTo>
                    <a:pt x="333636" y="64118"/>
                  </a:lnTo>
                  <a:lnTo>
                    <a:pt x="304597" y="70663"/>
                  </a:lnTo>
                  <a:lnTo>
                    <a:pt x="302149" y="71273"/>
                  </a:lnTo>
                  <a:lnTo>
                    <a:pt x="299708" y="71998"/>
                  </a:lnTo>
                  <a:lnTo>
                    <a:pt x="292194" y="74415"/>
                  </a:lnTo>
                  <a:lnTo>
                    <a:pt x="290434" y="75013"/>
                  </a:lnTo>
                  <a:lnTo>
                    <a:pt x="288057" y="75925"/>
                  </a:lnTo>
                  <a:lnTo>
                    <a:pt x="285723" y="76944"/>
                  </a:lnTo>
                  <a:lnTo>
                    <a:pt x="283438" y="78066"/>
                  </a:lnTo>
                  <a:lnTo>
                    <a:pt x="281205" y="79291"/>
                  </a:lnTo>
                  <a:lnTo>
                    <a:pt x="279030" y="80614"/>
                  </a:lnTo>
                  <a:lnTo>
                    <a:pt x="276916" y="82034"/>
                  </a:lnTo>
                  <a:lnTo>
                    <a:pt x="276215" y="82528"/>
                  </a:lnTo>
                  <a:lnTo>
                    <a:pt x="274469" y="83809"/>
                  </a:lnTo>
                  <a:lnTo>
                    <a:pt x="272481" y="85400"/>
                  </a:lnTo>
                  <a:lnTo>
                    <a:pt x="257057" y="98315"/>
                  </a:lnTo>
                  <a:lnTo>
                    <a:pt x="248354" y="105603"/>
                  </a:lnTo>
                  <a:lnTo>
                    <a:pt x="239651" y="112890"/>
                  </a:lnTo>
                  <a:lnTo>
                    <a:pt x="206906" y="140310"/>
                  </a:lnTo>
                  <a:lnTo>
                    <a:pt x="206272" y="140841"/>
                  </a:lnTo>
                  <a:lnTo>
                    <a:pt x="175129" y="166920"/>
                  </a:lnTo>
                  <a:lnTo>
                    <a:pt x="174170" y="167741"/>
                  </a:lnTo>
                  <a:lnTo>
                    <a:pt x="160142" y="180025"/>
                  </a:lnTo>
                  <a:lnTo>
                    <a:pt x="155257" y="184303"/>
                  </a:lnTo>
                  <a:lnTo>
                    <a:pt x="149582" y="189273"/>
                  </a:lnTo>
                  <a:lnTo>
                    <a:pt x="127414" y="208685"/>
                  </a:lnTo>
                  <a:lnTo>
                    <a:pt x="112777" y="221504"/>
                  </a:lnTo>
                  <a:lnTo>
                    <a:pt x="109443" y="224423"/>
                  </a:lnTo>
                  <a:lnTo>
                    <a:pt x="62577" y="247398"/>
                  </a:lnTo>
                  <a:lnTo>
                    <a:pt x="0" y="278074"/>
                  </a:lnTo>
                  <a:lnTo>
                    <a:pt x="16613" y="311881"/>
                  </a:lnTo>
                  <a:lnTo>
                    <a:pt x="24947" y="328840"/>
                  </a:lnTo>
                  <a:lnTo>
                    <a:pt x="38455" y="356412"/>
                  </a:lnTo>
                  <a:lnTo>
                    <a:pt x="48832" y="377591"/>
                  </a:lnTo>
                  <a:lnTo>
                    <a:pt x="59133" y="398616"/>
                  </a:lnTo>
                  <a:lnTo>
                    <a:pt x="61234" y="402902"/>
                  </a:lnTo>
                  <a:lnTo>
                    <a:pt x="62313" y="405105"/>
                  </a:lnTo>
                  <a:lnTo>
                    <a:pt x="78839" y="407615"/>
                  </a:lnTo>
                  <a:lnTo>
                    <a:pt x="79138" y="407675"/>
                  </a:lnTo>
                  <a:lnTo>
                    <a:pt x="80477" y="407944"/>
                  </a:lnTo>
                  <a:lnTo>
                    <a:pt x="80855" y="408023"/>
                  </a:lnTo>
                  <a:lnTo>
                    <a:pt x="81271" y="407836"/>
                  </a:lnTo>
                  <a:lnTo>
                    <a:pt x="81561" y="407720"/>
                  </a:lnTo>
                  <a:lnTo>
                    <a:pt x="82093" y="407492"/>
                  </a:lnTo>
                  <a:lnTo>
                    <a:pt x="82382" y="407524"/>
                  </a:lnTo>
                  <a:lnTo>
                    <a:pt x="82785" y="407558"/>
                  </a:lnTo>
                  <a:lnTo>
                    <a:pt x="83039" y="407585"/>
                  </a:lnTo>
                  <a:lnTo>
                    <a:pt x="83848" y="407669"/>
                  </a:lnTo>
                  <a:lnTo>
                    <a:pt x="84043" y="407690"/>
                  </a:lnTo>
                  <a:lnTo>
                    <a:pt x="84591" y="407735"/>
                  </a:lnTo>
                  <a:lnTo>
                    <a:pt x="85296" y="407806"/>
                  </a:lnTo>
                  <a:lnTo>
                    <a:pt x="86789" y="407957"/>
                  </a:lnTo>
                  <a:lnTo>
                    <a:pt x="88944" y="408705"/>
                  </a:lnTo>
                  <a:lnTo>
                    <a:pt x="90496" y="409482"/>
                  </a:lnTo>
                  <a:lnTo>
                    <a:pt x="91699" y="410547"/>
                  </a:lnTo>
                  <a:lnTo>
                    <a:pt x="92275" y="410682"/>
                  </a:lnTo>
                  <a:lnTo>
                    <a:pt x="92778" y="411043"/>
                  </a:lnTo>
                  <a:lnTo>
                    <a:pt x="93046" y="411234"/>
                  </a:lnTo>
                  <a:lnTo>
                    <a:pt x="93570" y="412013"/>
                  </a:lnTo>
                  <a:lnTo>
                    <a:pt x="93962" y="411881"/>
                  </a:lnTo>
                  <a:lnTo>
                    <a:pt x="94122" y="411791"/>
                  </a:lnTo>
                  <a:lnTo>
                    <a:pt x="94269" y="411756"/>
                  </a:lnTo>
                  <a:lnTo>
                    <a:pt x="94526" y="411868"/>
                  </a:lnTo>
                  <a:lnTo>
                    <a:pt x="95793" y="411892"/>
                  </a:lnTo>
                  <a:lnTo>
                    <a:pt x="95956" y="411853"/>
                  </a:lnTo>
                  <a:lnTo>
                    <a:pt x="96211" y="411908"/>
                  </a:lnTo>
                  <a:lnTo>
                    <a:pt x="96407" y="412120"/>
                  </a:lnTo>
                  <a:lnTo>
                    <a:pt x="96962" y="412611"/>
                  </a:lnTo>
                  <a:lnTo>
                    <a:pt x="97267" y="412835"/>
                  </a:lnTo>
                  <a:lnTo>
                    <a:pt x="97409" y="412855"/>
                  </a:lnTo>
                  <a:lnTo>
                    <a:pt x="97549" y="412896"/>
                  </a:lnTo>
                  <a:lnTo>
                    <a:pt x="97697" y="412942"/>
                  </a:lnTo>
                  <a:lnTo>
                    <a:pt x="97941" y="413015"/>
                  </a:lnTo>
                  <a:lnTo>
                    <a:pt x="98135" y="413061"/>
                  </a:lnTo>
                  <a:lnTo>
                    <a:pt x="98524" y="413138"/>
                  </a:lnTo>
                  <a:lnTo>
                    <a:pt x="99458" y="413323"/>
                  </a:lnTo>
                  <a:lnTo>
                    <a:pt x="100252" y="413512"/>
                  </a:lnTo>
                  <a:lnTo>
                    <a:pt x="100587" y="413596"/>
                  </a:lnTo>
                  <a:lnTo>
                    <a:pt x="101063" y="413662"/>
                  </a:lnTo>
                  <a:lnTo>
                    <a:pt x="101437" y="413715"/>
                  </a:lnTo>
                  <a:lnTo>
                    <a:pt x="101814" y="413687"/>
                  </a:lnTo>
                  <a:lnTo>
                    <a:pt x="102015" y="413672"/>
                  </a:lnTo>
                  <a:lnTo>
                    <a:pt x="102422" y="413644"/>
                  </a:lnTo>
                  <a:lnTo>
                    <a:pt x="102796" y="413616"/>
                  </a:lnTo>
                  <a:lnTo>
                    <a:pt x="102995" y="413606"/>
                  </a:lnTo>
                  <a:lnTo>
                    <a:pt x="103178" y="413596"/>
                  </a:lnTo>
                  <a:lnTo>
                    <a:pt x="103140" y="413725"/>
                  </a:lnTo>
                  <a:lnTo>
                    <a:pt x="103198" y="413962"/>
                  </a:lnTo>
                  <a:lnTo>
                    <a:pt x="103282" y="414140"/>
                  </a:lnTo>
                  <a:lnTo>
                    <a:pt x="103252" y="414478"/>
                  </a:lnTo>
                  <a:lnTo>
                    <a:pt x="103155" y="414626"/>
                  </a:lnTo>
                  <a:lnTo>
                    <a:pt x="102989" y="414860"/>
                  </a:lnTo>
                  <a:lnTo>
                    <a:pt x="102941" y="415252"/>
                  </a:lnTo>
                  <a:lnTo>
                    <a:pt x="102979" y="415532"/>
                  </a:lnTo>
                  <a:lnTo>
                    <a:pt x="103010" y="415659"/>
                  </a:lnTo>
                  <a:lnTo>
                    <a:pt x="103043" y="415789"/>
                  </a:lnTo>
                  <a:lnTo>
                    <a:pt x="103758" y="416384"/>
                  </a:lnTo>
                  <a:lnTo>
                    <a:pt x="104030" y="416458"/>
                  </a:lnTo>
                  <a:lnTo>
                    <a:pt x="104213" y="416486"/>
                  </a:lnTo>
                  <a:lnTo>
                    <a:pt x="104356" y="416509"/>
                  </a:lnTo>
                  <a:lnTo>
                    <a:pt x="104498" y="416501"/>
                  </a:lnTo>
                  <a:lnTo>
                    <a:pt x="104707" y="416489"/>
                  </a:lnTo>
                  <a:lnTo>
                    <a:pt x="105018" y="416499"/>
                  </a:lnTo>
                  <a:lnTo>
                    <a:pt x="105186" y="416468"/>
                  </a:lnTo>
                  <a:lnTo>
                    <a:pt x="105437" y="416280"/>
                  </a:lnTo>
                  <a:lnTo>
                    <a:pt x="105845" y="415868"/>
                  </a:lnTo>
                  <a:lnTo>
                    <a:pt x="106175" y="415435"/>
                  </a:lnTo>
                  <a:lnTo>
                    <a:pt x="106341" y="415194"/>
                  </a:lnTo>
                  <a:lnTo>
                    <a:pt x="106555" y="414934"/>
                  </a:lnTo>
                  <a:lnTo>
                    <a:pt x="106654" y="414807"/>
                  </a:lnTo>
                  <a:lnTo>
                    <a:pt x="106845" y="414565"/>
                  </a:lnTo>
                  <a:lnTo>
                    <a:pt x="106916" y="414425"/>
                  </a:lnTo>
                  <a:lnTo>
                    <a:pt x="108053" y="414104"/>
                  </a:lnTo>
                  <a:lnTo>
                    <a:pt x="108270" y="414000"/>
                  </a:lnTo>
                  <a:lnTo>
                    <a:pt x="108445" y="414000"/>
                  </a:lnTo>
                  <a:lnTo>
                    <a:pt x="108847" y="413270"/>
                  </a:lnTo>
                  <a:lnTo>
                    <a:pt x="109048" y="413346"/>
                  </a:lnTo>
                  <a:lnTo>
                    <a:pt x="109745" y="414041"/>
                  </a:lnTo>
                  <a:lnTo>
                    <a:pt x="109822" y="414181"/>
                  </a:lnTo>
                  <a:lnTo>
                    <a:pt x="110079" y="414690"/>
                  </a:lnTo>
                  <a:lnTo>
                    <a:pt x="110208" y="415110"/>
                  </a:lnTo>
                  <a:lnTo>
                    <a:pt x="110389" y="415256"/>
                  </a:lnTo>
                  <a:lnTo>
                    <a:pt x="110651" y="415254"/>
                  </a:lnTo>
                  <a:lnTo>
                    <a:pt x="110930" y="415719"/>
                  </a:lnTo>
                  <a:lnTo>
                    <a:pt x="111352" y="415795"/>
                  </a:lnTo>
                  <a:lnTo>
                    <a:pt x="111685" y="415864"/>
                  </a:lnTo>
                  <a:lnTo>
                    <a:pt x="111904" y="415828"/>
                  </a:lnTo>
                  <a:lnTo>
                    <a:pt x="112049" y="415524"/>
                  </a:lnTo>
                  <a:lnTo>
                    <a:pt x="112557" y="415646"/>
                  </a:lnTo>
                  <a:lnTo>
                    <a:pt x="112890" y="415605"/>
                  </a:lnTo>
                  <a:lnTo>
                    <a:pt x="113251" y="415514"/>
                  </a:lnTo>
                  <a:lnTo>
                    <a:pt x="113678" y="415358"/>
                  </a:lnTo>
                  <a:lnTo>
                    <a:pt x="113998" y="414805"/>
                  </a:lnTo>
                  <a:lnTo>
                    <a:pt x="114338" y="414023"/>
                  </a:lnTo>
                  <a:lnTo>
                    <a:pt x="114402" y="413639"/>
                  </a:lnTo>
                  <a:lnTo>
                    <a:pt x="114494" y="413267"/>
                  </a:lnTo>
                  <a:lnTo>
                    <a:pt x="114730" y="412507"/>
                  </a:lnTo>
                  <a:lnTo>
                    <a:pt x="114901" y="412461"/>
                  </a:lnTo>
                  <a:lnTo>
                    <a:pt x="115295" y="412295"/>
                  </a:lnTo>
                  <a:lnTo>
                    <a:pt x="115692" y="412148"/>
                  </a:lnTo>
                  <a:lnTo>
                    <a:pt x="116351" y="411886"/>
                  </a:lnTo>
                  <a:lnTo>
                    <a:pt x="116972" y="411608"/>
                  </a:lnTo>
                  <a:lnTo>
                    <a:pt x="117399" y="411456"/>
                  </a:lnTo>
                  <a:lnTo>
                    <a:pt x="117702" y="411486"/>
                  </a:lnTo>
                  <a:lnTo>
                    <a:pt x="117946" y="411524"/>
                  </a:lnTo>
                  <a:lnTo>
                    <a:pt x="118931" y="411680"/>
                  </a:lnTo>
                  <a:lnTo>
                    <a:pt x="119420" y="411784"/>
                  </a:lnTo>
                  <a:lnTo>
                    <a:pt x="119554" y="411804"/>
                  </a:lnTo>
                  <a:lnTo>
                    <a:pt x="121564" y="412124"/>
                  </a:lnTo>
                  <a:lnTo>
                    <a:pt x="121890" y="412176"/>
                  </a:lnTo>
                  <a:lnTo>
                    <a:pt x="122178" y="412260"/>
                  </a:lnTo>
                  <a:lnTo>
                    <a:pt x="123236" y="412471"/>
                  </a:lnTo>
                  <a:lnTo>
                    <a:pt x="123221" y="412784"/>
                  </a:lnTo>
                  <a:lnTo>
                    <a:pt x="123297" y="413117"/>
                  </a:lnTo>
                  <a:lnTo>
                    <a:pt x="123226" y="413346"/>
                  </a:lnTo>
                  <a:lnTo>
                    <a:pt x="123122" y="413672"/>
                  </a:lnTo>
                  <a:lnTo>
                    <a:pt x="123076" y="413850"/>
                  </a:lnTo>
                  <a:lnTo>
                    <a:pt x="122972" y="414094"/>
                  </a:lnTo>
                  <a:lnTo>
                    <a:pt x="122837" y="414339"/>
                  </a:lnTo>
                  <a:lnTo>
                    <a:pt x="121647" y="415718"/>
                  </a:lnTo>
                  <a:lnTo>
                    <a:pt x="121665" y="415856"/>
                  </a:lnTo>
                  <a:lnTo>
                    <a:pt x="122186" y="416424"/>
                  </a:lnTo>
                  <a:lnTo>
                    <a:pt x="122673" y="416798"/>
                  </a:lnTo>
                  <a:lnTo>
                    <a:pt x="123001" y="416878"/>
                  </a:lnTo>
                  <a:lnTo>
                    <a:pt x="123030" y="417177"/>
                  </a:lnTo>
                  <a:lnTo>
                    <a:pt x="122992" y="417433"/>
                  </a:lnTo>
                  <a:lnTo>
                    <a:pt x="123030" y="417565"/>
                  </a:lnTo>
                  <a:lnTo>
                    <a:pt x="123096" y="417856"/>
                  </a:lnTo>
                  <a:lnTo>
                    <a:pt x="123259" y="418181"/>
                  </a:lnTo>
                  <a:lnTo>
                    <a:pt x="123325" y="418308"/>
                  </a:lnTo>
                  <a:lnTo>
                    <a:pt x="123422" y="418512"/>
                  </a:lnTo>
                  <a:lnTo>
                    <a:pt x="123610" y="418753"/>
                  </a:lnTo>
                  <a:lnTo>
                    <a:pt x="124025" y="419026"/>
                  </a:lnTo>
                  <a:lnTo>
                    <a:pt x="124331" y="418886"/>
                  </a:lnTo>
                  <a:lnTo>
                    <a:pt x="124493" y="418807"/>
                  </a:lnTo>
                  <a:lnTo>
                    <a:pt x="124699" y="418825"/>
                  </a:lnTo>
                  <a:lnTo>
                    <a:pt x="125005" y="419049"/>
                  </a:lnTo>
                  <a:lnTo>
                    <a:pt x="125224" y="419229"/>
                  </a:lnTo>
                  <a:lnTo>
                    <a:pt x="125567" y="419440"/>
                  </a:lnTo>
                  <a:lnTo>
                    <a:pt x="126511" y="419853"/>
                  </a:lnTo>
                  <a:lnTo>
                    <a:pt x="127035" y="420402"/>
                  </a:lnTo>
                  <a:lnTo>
                    <a:pt x="127051" y="420680"/>
                  </a:lnTo>
                  <a:lnTo>
                    <a:pt x="127061" y="420830"/>
                  </a:lnTo>
                  <a:lnTo>
                    <a:pt x="127356" y="421494"/>
                  </a:lnTo>
                  <a:lnTo>
                    <a:pt x="127402" y="421779"/>
                  </a:lnTo>
                  <a:lnTo>
                    <a:pt x="127447" y="421906"/>
                  </a:lnTo>
                  <a:lnTo>
                    <a:pt x="127496" y="422158"/>
                  </a:lnTo>
                  <a:lnTo>
                    <a:pt x="127646" y="422390"/>
                  </a:lnTo>
                  <a:lnTo>
                    <a:pt x="127824" y="422532"/>
                  </a:lnTo>
                  <a:lnTo>
                    <a:pt x="128030" y="422578"/>
                  </a:lnTo>
                  <a:lnTo>
                    <a:pt x="128608" y="422652"/>
                  </a:lnTo>
                  <a:lnTo>
                    <a:pt x="129285" y="422619"/>
                  </a:lnTo>
                  <a:lnTo>
                    <a:pt x="129738" y="422606"/>
                  </a:lnTo>
                  <a:lnTo>
                    <a:pt x="129478" y="423555"/>
                  </a:lnTo>
                  <a:lnTo>
                    <a:pt x="129638" y="423680"/>
                  </a:lnTo>
                  <a:lnTo>
                    <a:pt x="129796" y="423820"/>
                  </a:lnTo>
                  <a:lnTo>
                    <a:pt x="129961" y="423944"/>
                  </a:lnTo>
                  <a:lnTo>
                    <a:pt x="130198" y="424166"/>
                  </a:lnTo>
                  <a:lnTo>
                    <a:pt x="130557" y="424415"/>
                  </a:lnTo>
                  <a:lnTo>
                    <a:pt x="130837" y="424585"/>
                  </a:lnTo>
                  <a:lnTo>
                    <a:pt x="130994" y="424692"/>
                  </a:lnTo>
                  <a:lnTo>
                    <a:pt x="131162" y="424804"/>
                  </a:lnTo>
                  <a:lnTo>
                    <a:pt x="131475" y="424967"/>
                  </a:lnTo>
                  <a:lnTo>
                    <a:pt x="132076" y="425183"/>
                  </a:lnTo>
                  <a:lnTo>
                    <a:pt x="132234" y="425196"/>
                  </a:lnTo>
                  <a:lnTo>
                    <a:pt x="132684" y="425247"/>
                  </a:lnTo>
                  <a:lnTo>
                    <a:pt x="132827" y="425252"/>
                  </a:lnTo>
                  <a:lnTo>
                    <a:pt x="133122" y="425257"/>
                  </a:lnTo>
                  <a:lnTo>
                    <a:pt x="133285" y="425262"/>
                  </a:lnTo>
                  <a:lnTo>
                    <a:pt x="133435" y="425265"/>
                  </a:lnTo>
                  <a:lnTo>
                    <a:pt x="133613" y="425267"/>
                  </a:lnTo>
                  <a:lnTo>
                    <a:pt x="133536" y="425530"/>
                  </a:lnTo>
                  <a:lnTo>
                    <a:pt x="133435" y="425876"/>
                  </a:lnTo>
                  <a:lnTo>
                    <a:pt x="133376" y="426143"/>
                  </a:lnTo>
                  <a:lnTo>
                    <a:pt x="133287" y="426496"/>
                  </a:lnTo>
                  <a:lnTo>
                    <a:pt x="133213" y="426843"/>
                  </a:lnTo>
                  <a:lnTo>
                    <a:pt x="133160" y="427173"/>
                  </a:lnTo>
                  <a:lnTo>
                    <a:pt x="133066" y="427692"/>
                  </a:lnTo>
                  <a:lnTo>
                    <a:pt x="133048" y="427919"/>
                  </a:lnTo>
                  <a:lnTo>
                    <a:pt x="133061" y="428051"/>
                  </a:lnTo>
                  <a:lnTo>
                    <a:pt x="133073" y="428181"/>
                  </a:lnTo>
                  <a:lnTo>
                    <a:pt x="133119" y="428603"/>
                  </a:lnTo>
                  <a:lnTo>
                    <a:pt x="133185" y="428807"/>
                  </a:lnTo>
                  <a:lnTo>
                    <a:pt x="133251" y="429013"/>
                  </a:lnTo>
                  <a:lnTo>
                    <a:pt x="133351" y="429153"/>
                  </a:lnTo>
                  <a:lnTo>
                    <a:pt x="133473" y="429323"/>
                  </a:lnTo>
                  <a:lnTo>
                    <a:pt x="133745" y="429672"/>
                  </a:lnTo>
                  <a:lnTo>
                    <a:pt x="133875" y="429830"/>
                  </a:lnTo>
                  <a:lnTo>
                    <a:pt x="134587" y="430463"/>
                  </a:lnTo>
                  <a:lnTo>
                    <a:pt x="134730" y="430484"/>
                  </a:lnTo>
                  <a:lnTo>
                    <a:pt x="134867" y="430504"/>
                  </a:lnTo>
                  <a:lnTo>
                    <a:pt x="135086" y="430519"/>
                  </a:lnTo>
                  <a:lnTo>
                    <a:pt x="135259" y="430502"/>
                  </a:lnTo>
                  <a:lnTo>
                    <a:pt x="135707" y="430507"/>
                  </a:lnTo>
                  <a:lnTo>
                    <a:pt x="135870" y="430479"/>
                  </a:lnTo>
                  <a:lnTo>
                    <a:pt x="136061" y="430479"/>
                  </a:lnTo>
                  <a:lnTo>
                    <a:pt x="136206" y="430446"/>
                  </a:lnTo>
                  <a:lnTo>
                    <a:pt x="136626" y="430443"/>
                  </a:lnTo>
                  <a:lnTo>
                    <a:pt x="136870" y="430525"/>
                  </a:lnTo>
                  <a:lnTo>
                    <a:pt x="137000" y="430555"/>
                  </a:lnTo>
                  <a:lnTo>
                    <a:pt x="137389" y="430649"/>
                  </a:lnTo>
                  <a:lnTo>
                    <a:pt x="137628" y="430603"/>
                  </a:lnTo>
                  <a:lnTo>
                    <a:pt x="137816" y="430568"/>
                  </a:lnTo>
                  <a:lnTo>
                    <a:pt x="138127" y="430565"/>
                  </a:lnTo>
                  <a:lnTo>
                    <a:pt x="138697" y="430545"/>
                  </a:lnTo>
                  <a:lnTo>
                    <a:pt x="138936" y="430634"/>
                  </a:lnTo>
                  <a:lnTo>
                    <a:pt x="139190" y="430710"/>
                  </a:lnTo>
                  <a:lnTo>
                    <a:pt x="139730" y="430751"/>
                  </a:lnTo>
                  <a:lnTo>
                    <a:pt x="140145" y="430873"/>
                  </a:lnTo>
                  <a:lnTo>
                    <a:pt x="141056" y="431166"/>
                  </a:lnTo>
                  <a:lnTo>
                    <a:pt x="141335" y="431290"/>
                  </a:lnTo>
                  <a:lnTo>
                    <a:pt x="141542" y="431430"/>
                  </a:lnTo>
                  <a:lnTo>
                    <a:pt x="141687" y="431540"/>
                  </a:lnTo>
                  <a:lnTo>
                    <a:pt x="141911" y="431728"/>
                  </a:lnTo>
                  <a:lnTo>
                    <a:pt x="142089" y="431899"/>
                  </a:lnTo>
                  <a:lnTo>
                    <a:pt x="142361" y="432117"/>
                  </a:lnTo>
                  <a:lnTo>
                    <a:pt x="142811" y="432507"/>
                  </a:lnTo>
                  <a:lnTo>
                    <a:pt x="143045" y="432672"/>
                  </a:lnTo>
                  <a:lnTo>
                    <a:pt x="143524" y="433351"/>
                  </a:lnTo>
                  <a:lnTo>
                    <a:pt x="143529" y="433540"/>
                  </a:lnTo>
                  <a:lnTo>
                    <a:pt x="143633" y="433754"/>
                  </a:lnTo>
                  <a:lnTo>
                    <a:pt x="143786" y="434084"/>
                  </a:lnTo>
                  <a:lnTo>
                    <a:pt x="144071" y="434306"/>
                  </a:lnTo>
                  <a:lnTo>
                    <a:pt x="144437" y="434321"/>
                  </a:lnTo>
                  <a:lnTo>
                    <a:pt x="144519" y="434512"/>
                  </a:lnTo>
                  <a:lnTo>
                    <a:pt x="144763" y="434906"/>
                  </a:lnTo>
                  <a:lnTo>
                    <a:pt x="145127" y="435252"/>
                  </a:lnTo>
                  <a:lnTo>
                    <a:pt x="145262" y="435364"/>
                  </a:lnTo>
                  <a:lnTo>
                    <a:pt x="145557" y="435120"/>
                  </a:lnTo>
                  <a:lnTo>
                    <a:pt x="146313" y="434497"/>
                  </a:lnTo>
                  <a:lnTo>
                    <a:pt x="146444" y="434388"/>
                  </a:lnTo>
                  <a:lnTo>
                    <a:pt x="146763" y="434122"/>
                  </a:lnTo>
                  <a:lnTo>
                    <a:pt x="147208" y="433756"/>
                  </a:lnTo>
                  <a:lnTo>
                    <a:pt x="147648" y="433392"/>
                  </a:lnTo>
                  <a:lnTo>
                    <a:pt x="148119" y="433005"/>
                  </a:lnTo>
                  <a:lnTo>
                    <a:pt x="148567" y="432634"/>
                  </a:lnTo>
                  <a:lnTo>
                    <a:pt x="149320" y="431972"/>
                  </a:lnTo>
                  <a:lnTo>
                    <a:pt x="149468" y="431868"/>
                  </a:lnTo>
                  <a:lnTo>
                    <a:pt x="149297" y="431201"/>
                  </a:lnTo>
                  <a:lnTo>
                    <a:pt x="149254" y="431023"/>
                  </a:lnTo>
                  <a:lnTo>
                    <a:pt x="149150" y="430575"/>
                  </a:lnTo>
                  <a:lnTo>
                    <a:pt x="149114" y="430430"/>
                  </a:lnTo>
                  <a:lnTo>
                    <a:pt x="148969" y="429817"/>
                  </a:lnTo>
                  <a:lnTo>
                    <a:pt x="148842" y="429288"/>
                  </a:lnTo>
                  <a:lnTo>
                    <a:pt x="148727" y="428815"/>
                  </a:lnTo>
                  <a:lnTo>
                    <a:pt x="148661" y="428542"/>
                  </a:lnTo>
                  <a:lnTo>
                    <a:pt x="148605" y="428313"/>
                  </a:lnTo>
                  <a:lnTo>
                    <a:pt x="148488" y="427789"/>
                  </a:lnTo>
                  <a:lnTo>
                    <a:pt x="148379" y="427206"/>
                  </a:lnTo>
                  <a:lnTo>
                    <a:pt x="148269" y="426932"/>
                  </a:lnTo>
                  <a:lnTo>
                    <a:pt x="148379" y="426537"/>
                  </a:lnTo>
                  <a:lnTo>
                    <a:pt x="148689" y="426166"/>
                  </a:lnTo>
                  <a:lnTo>
                    <a:pt x="148964" y="425886"/>
                  </a:lnTo>
                  <a:lnTo>
                    <a:pt x="149353" y="425486"/>
                  </a:lnTo>
                  <a:lnTo>
                    <a:pt x="149755" y="425077"/>
                  </a:lnTo>
                  <a:lnTo>
                    <a:pt x="150337" y="424480"/>
                  </a:lnTo>
                  <a:lnTo>
                    <a:pt x="150633" y="424176"/>
                  </a:lnTo>
                  <a:lnTo>
                    <a:pt x="151121" y="423679"/>
                  </a:lnTo>
                  <a:lnTo>
                    <a:pt x="151399" y="423395"/>
                  </a:lnTo>
                  <a:lnTo>
                    <a:pt x="151684" y="423102"/>
                  </a:lnTo>
                  <a:lnTo>
                    <a:pt x="151987" y="422794"/>
                  </a:lnTo>
                  <a:lnTo>
                    <a:pt x="151931" y="422260"/>
                  </a:lnTo>
                  <a:lnTo>
                    <a:pt x="151880" y="421761"/>
                  </a:lnTo>
                  <a:lnTo>
                    <a:pt x="151849" y="421453"/>
                  </a:lnTo>
                  <a:lnTo>
                    <a:pt x="151794" y="420932"/>
                  </a:lnTo>
                  <a:lnTo>
                    <a:pt x="151720" y="420206"/>
                  </a:lnTo>
                  <a:lnTo>
                    <a:pt x="151651" y="419550"/>
                  </a:lnTo>
                  <a:lnTo>
                    <a:pt x="151605" y="419110"/>
                  </a:lnTo>
                  <a:lnTo>
                    <a:pt x="151554" y="418598"/>
                  </a:lnTo>
                  <a:lnTo>
                    <a:pt x="151514" y="418214"/>
                  </a:lnTo>
                  <a:lnTo>
                    <a:pt x="151801" y="418323"/>
                  </a:lnTo>
                  <a:lnTo>
                    <a:pt x="152221" y="418484"/>
                  </a:lnTo>
                  <a:lnTo>
                    <a:pt x="152671" y="418654"/>
                  </a:lnTo>
                  <a:lnTo>
                    <a:pt x="153178" y="418848"/>
                  </a:lnTo>
                  <a:lnTo>
                    <a:pt x="153511" y="418975"/>
                  </a:lnTo>
                  <a:lnTo>
                    <a:pt x="153923" y="419130"/>
                  </a:lnTo>
                  <a:lnTo>
                    <a:pt x="154183" y="419229"/>
                  </a:lnTo>
                  <a:lnTo>
                    <a:pt x="154519" y="419359"/>
                  </a:lnTo>
                  <a:lnTo>
                    <a:pt x="154834" y="419479"/>
                  </a:lnTo>
                  <a:lnTo>
                    <a:pt x="155175" y="419608"/>
                  </a:lnTo>
                  <a:lnTo>
                    <a:pt x="155834" y="419858"/>
                  </a:lnTo>
                  <a:lnTo>
                    <a:pt x="156371" y="420064"/>
                  </a:lnTo>
                  <a:lnTo>
                    <a:pt x="156735" y="420130"/>
                  </a:lnTo>
                  <a:lnTo>
                    <a:pt x="157017" y="419555"/>
                  </a:lnTo>
                  <a:lnTo>
                    <a:pt x="157308" y="419318"/>
                  </a:lnTo>
                  <a:lnTo>
                    <a:pt x="157610" y="419206"/>
                  </a:lnTo>
                  <a:lnTo>
                    <a:pt x="157837" y="419130"/>
                  </a:lnTo>
                  <a:lnTo>
                    <a:pt x="158020" y="419056"/>
                  </a:lnTo>
                  <a:lnTo>
                    <a:pt x="159078" y="417993"/>
                  </a:lnTo>
                  <a:lnTo>
                    <a:pt x="159140" y="417812"/>
                  </a:lnTo>
                  <a:lnTo>
                    <a:pt x="159218" y="417621"/>
                  </a:lnTo>
                  <a:lnTo>
                    <a:pt x="159414" y="417056"/>
                  </a:lnTo>
                  <a:lnTo>
                    <a:pt x="159475" y="416878"/>
                  </a:lnTo>
                  <a:lnTo>
                    <a:pt x="159615" y="416603"/>
                  </a:lnTo>
                  <a:lnTo>
                    <a:pt x="160091" y="415995"/>
                  </a:lnTo>
                  <a:lnTo>
                    <a:pt x="160371" y="415840"/>
                  </a:lnTo>
                  <a:lnTo>
                    <a:pt x="160608" y="415697"/>
                  </a:lnTo>
                  <a:lnTo>
                    <a:pt x="161180" y="415446"/>
                  </a:lnTo>
                  <a:lnTo>
                    <a:pt x="161308" y="415410"/>
                  </a:lnTo>
                  <a:lnTo>
                    <a:pt x="161783" y="415283"/>
                  </a:lnTo>
                  <a:lnTo>
                    <a:pt x="163318" y="414876"/>
                  </a:lnTo>
                  <a:lnTo>
                    <a:pt x="163763" y="414756"/>
                  </a:lnTo>
                  <a:lnTo>
                    <a:pt x="164025" y="414636"/>
                  </a:lnTo>
                  <a:lnTo>
                    <a:pt x="164178" y="414545"/>
                  </a:lnTo>
                  <a:lnTo>
                    <a:pt x="164437" y="414430"/>
                  </a:lnTo>
                  <a:lnTo>
                    <a:pt x="164771" y="414257"/>
                  </a:lnTo>
                  <a:lnTo>
                    <a:pt x="165353" y="413909"/>
                  </a:lnTo>
                  <a:lnTo>
                    <a:pt x="166552" y="412868"/>
                  </a:lnTo>
                  <a:lnTo>
                    <a:pt x="166974" y="412682"/>
                  </a:lnTo>
                  <a:lnTo>
                    <a:pt x="167409" y="412575"/>
                  </a:lnTo>
                  <a:lnTo>
                    <a:pt x="167646" y="412530"/>
                  </a:lnTo>
                  <a:lnTo>
                    <a:pt x="168061" y="412524"/>
                  </a:lnTo>
                  <a:lnTo>
                    <a:pt x="168218" y="412517"/>
                  </a:lnTo>
                  <a:lnTo>
                    <a:pt x="168460" y="412507"/>
                  </a:lnTo>
                  <a:lnTo>
                    <a:pt x="168834" y="412519"/>
                  </a:lnTo>
                  <a:lnTo>
                    <a:pt x="169056" y="412509"/>
                  </a:lnTo>
                  <a:lnTo>
                    <a:pt x="169320" y="412509"/>
                  </a:lnTo>
                  <a:lnTo>
                    <a:pt x="169676" y="412507"/>
                  </a:lnTo>
                  <a:lnTo>
                    <a:pt x="170829" y="412504"/>
                  </a:lnTo>
                  <a:lnTo>
                    <a:pt x="170883" y="412743"/>
                  </a:lnTo>
                  <a:lnTo>
                    <a:pt x="170997" y="413260"/>
                  </a:lnTo>
                  <a:lnTo>
                    <a:pt x="171122" y="413820"/>
                  </a:lnTo>
                  <a:lnTo>
                    <a:pt x="171315" y="414677"/>
                  </a:lnTo>
                  <a:lnTo>
                    <a:pt x="171447" y="415273"/>
                  </a:lnTo>
                  <a:lnTo>
                    <a:pt x="171595" y="415934"/>
                  </a:lnTo>
                  <a:lnTo>
                    <a:pt x="171722" y="416497"/>
                  </a:lnTo>
                  <a:lnTo>
                    <a:pt x="171865" y="417135"/>
                  </a:lnTo>
                  <a:lnTo>
                    <a:pt x="172012" y="417802"/>
                  </a:lnTo>
                  <a:lnTo>
                    <a:pt x="172145" y="418390"/>
                  </a:lnTo>
                  <a:lnTo>
                    <a:pt x="172282" y="419000"/>
                  </a:lnTo>
                  <a:lnTo>
                    <a:pt x="172552" y="420212"/>
                  </a:lnTo>
                  <a:lnTo>
                    <a:pt x="172732" y="421016"/>
                  </a:lnTo>
                  <a:lnTo>
                    <a:pt x="172801" y="421326"/>
                  </a:lnTo>
                  <a:lnTo>
                    <a:pt x="172669" y="422519"/>
                  </a:lnTo>
                  <a:lnTo>
                    <a:pt x="172615" y="423011"/>
                  </a:lnTo>
                  <a:lnTo>
                    <a:pt x="172483" y="423413"/>
                  </a:lnTo>
                  <a:lnTo>
                    <a:pt x="172341" y="423532"/>
                  </a:lnTo>
                  <a:lnTo>
                    <a:pt x="172020" y="423776"/>
                  </a:lnTo>
                  <a:lnTo>
                    <a:pt x="171870" y="423876"/>
                  </a:lnTo>
                  <a:lnTo>
                    <a:pt x="171254" y="424509"/>
                  </a:lnTo>
                  <a:lnTo>
                    <a:pt x="170966" y="425011"/>
                  </a:lnTo>
                  <a:lnTo>
                    <a:pt x="170992" y="425168"/>
                  </a:lnTo>
                  <a:lnTo>
                    <a:pt x="171076" y="425382"/>
                  </a:lnTo>
                  <a:lnTo>
                    <a:pt x="171167" y="425517"/>
                  </a:lnTo>
                  <a:lnTo>
                    <a:pt x="171259" y="425647"/>
                  </a:lnTo>
                  <a:lnTo>
                    <a:pt x="171432" y="425866"/>
                  </a:lnTo>
                  <a:lnTo>
                    <a:pt x="171575" y="426044"/>
                  </a:lnTo>
                  <a:lnTo>
                    <a:pt x="171768" y="426283"/>
                  </a:lnTo>
                  <a:lnTo>
                    <a:pt x="172112" y="426580"/>
                  </a:lnTo>
                  <a:lnTo>
                    <a:pt x="172259" y="426654"/>
                  </a:lnTo>
                  <a:lnTo>
                    <a:pt x="172519" y="426911"/>
                  </a:lnTo>
                  <a:lnTo>
                    <a:pt x="172771" y="427466"/>
                  </a:lnTo>
                  <a:lnTo>
                    <a:pt x="173022" y="428028"/>
                  </a:lnTo>
                  <a:lnTo>
                    <a:pt x="173208" y="428438"/>
                  </a:lnTo>
                  <a:lnTo>
                    <a:pt x="173539" y="429173"/>
                  </a:lnTo>
                  <a:lnTo>
                    <a:pt x="173847" y="429858"/>
                  </a:lnTo>
                  <a:lnTo>
                    <a:pt x="174109" y="430441"/>
                  </a:lnTo>
                  <a:lnTo>
                    <a:pt x="174608" y="431547"/>
                  </a:lnTo>
                  <a:lnTo>
                    <a:pt x="174837" y="432051"/>
                  </a:lnTo>
                  <a:lnTo>
                    <a:pt x="175007" y="432430"/>
                  </a:lnTo>
                  <a:lnTo>
                    <a:pt x="175264" y="433003"/>
                  </a:lnTo>
                  <a:lnTo>
                    <a:pt x="175501" y="433526"/>
                  </a:lnTo>
                  <a:lnTo>
                    <a:pt x="175793" y="434173"/>
                  </a:lnTo>
                  <a:lnTo>
                    <a:pt x="176045" y="434733"/>
                  </a:lnTo>
                  <a:lnTo>
                    <a:pt x="176333" y="435372"/>
                  </a:lnTo>
                  <a:lnTo>
                    <a:pt x="176592" y="435949"/>
                  </a:lnTo>
                  <a:lnTo>
                    <a:pt x="176684" y="436150"/>
                  </a:lnTo>
                  <a:lnTo>
                    <a:pt x="176926" y="436685"/>
                  </a:lnTo>
                  <a:lnTo>
                    <a:pt x="177155" y="437199"/>
                  </a:lnTo>
                  <a:lnTo>
                    <a:pt x="177410" y="437763"/>
                  </a:lnTo>
                  <a:lnTo>
                    <a:pt x="177628" y="438245"/>
                  </a:lnTo>
                  <a:lnTo>
                    <a:pt x="177961" y="438985"/>
                  </a:lnTo>
                  <a:lnTo>
                    <a:pt x="178384" y="439924"/>
                  </a:lnTo>
                  <a:lnTo>
                    <a:pt x="178908" y="441087"/>
                  </a:lnTo>
                  <a:lnTo>
                    <a:pt x="179000" y="441288"/>
                  </a:lnTo>
                  <a:lnTo>
                    <a:pt x="179244" y="441832"/>
                  </a:lnTo>
                  <a:lnTo>
                    <a:pt x="179595" y="441743"/>
                  </a:lnTo>
                  <a:lnTo>
                    <a:pt x="179809" y="441687"/>
                  </a:lnTo>
                  <a:lnTo>
                    <a:pt x="180236" y="441581"/>
                  </a:lnTo>
                  <a:lnTo>
                    <a:pt x="180613" y="441491"/>
                  </a:lnTo>
                  <a:lnTo>
                    <a:pt x="180964" y="441430"/>
                  </a:lnTo>
                  <a:lnTo>
                    <a:pt x="181107" y="441405"/>
                  </a:lnTo>
                  <a:lnTo>
                    <a:pt x="181524" y="441374"/>
                  </a:lnTo>
                  <a:lnTo>
                    <a:pt x="181883" y="441308"/>
                  </a:lnTo>
                  <a:lnTo>
                    <a:pt x="182679" y="441476"/>
                  </a:lnTo>
                  <a:lnTo>
                    <a:pt x="182656" y="441654"/>
                  </a:lnTo>
                  <a:lnTo>
                    <a:pt x="182674" y="441886"/>
                  </a:lnTo>
                  <a:lnTo>
                    <a:pt x="182740" y="442077"/>
                  </a:lnTo>
                  <a:lnTo>
                    <a:pt x="183297" y="442807"/>
                  </a:lnTo>
                  <a:lnTo>
                    <a:pt x="183514" y="442977"/>
                  </a:lnTo>
                  <a:lnTo>
                    <a:pt x="183802" y="444577"/>
                  </a:lnTo>
                  <a:lnTo>
                    <a:pt x="184462" y="447742"/>
                  </a:lnTo>
                  <a:lnTo>
                    <a:pt x="184599" y="448564"/>
                  </a:lnTo>
                  <a:lnTo>
                    <a:pt x="182545" y="456702"/>
                  </a:lnTo>
                  <a:lnTo>
                    <a:pt x="182671" y="456964"/>
                  </a:lnTo>
                  <a:lnTo>
                    <a:pt x="183664" y="457705"/>
                  </a:lnTo>
                  <a:lnTo>
                    <a:pt x="184193" y="457820"/>
                  </a:lnTo>
                  <a:lnTo>
                    <a:pt x="184282" y="458005"/>
                  </a:lnTo>
                  <a:lnTo>
                    <a:pt x="184384" y="458209"/>
                  </a:lnTo>
                  <a:lnTo>
                    <a:pt x="184544" y="458555"/>
                  </a:lnTo>
                  <a:lnTo>
                    <a:pt x="184575" y="458692"/>
                  </a:lnTo>
                  <a:lnTo>
                    <a:pt x="187005" y="461878"/>
                  </a:lnTo>
                  <a:lnTo>
                    <a:pt x="188084" y="464423"/>
                  </a:lnTo>
                  <a:lnTo>
                    <a:pt x="189674" y="465866"/>
                  </a:lnTo>
                  <a:lnTo>
                    <a:pt x="189763" y="470204"/>
                  </a:lnTo>
                  <a:lnTo>
                    <a:pt x="190408" y="470729"/>
                  </a:lnTo>
                  <a:lnTo>
                    <a:pt x="192817" y="472687"/>
                  </a:lnTo>
                  <a:lnTo>
                    <a:pt x="194038" y="474059"/>
                  </a:lnTo>
                  <a:lnTo>
                    <a:pt x="198308" y="475639"/>
                  </a:lnTo>
                  <a:lnTo>
                    <a:pt x="199835" y="476066"/>
                  </a:lnTo>
                  <a:lnTo>
                    <a:pt x="199972" y="476105"/>
                  </a:lnTo>
                  <a:lnTo>
                    <a:pt x="206440" y="478616"/>
                  </a:lnTo>
                  <a:lnTo>
                    <a:pt x="207854" y="478182"/>
                  </a:lnTo>
                  <a:lnTo>
                    <a:pt x="209837" y="477573"/>
                  </a:lnTo>
                  <a:lnTo>
                    <a:pt x="213946" y="478464"/>
                  </a:lnTo>
                  <a:lnTo>
                    <a:pt x="215786" y="479090"/>
                  </a:lnTo>
                  <a:lnTo>
                    <a:pt x="217323" y="481140"/>
                  </a:lnTo>
                  <a:lnTo>
                    <a:pt x="219269" y="483736"/>
                  </a:lnTo>
                  <a:lnTo>
                    <a:pt x="215815" y="488296"/>
                  </a:lnTo>
                  <a:lnTo>
                    <a:pt x="212649" y="492476"/>
                  </a:lnTo>
                  <a:lnTo>
                    <a:pt x="215814" y="495026"/>
                  </a:lnTo>
                  <a:lnTo>
                    <a:pt x="218303" y="494660"/>
                  </a:lnTo>
                  <a:lnTo>
                    <a:pt x="221165" y="495021"/>
                  </a:lnTo>
                  <a:lnTo>
                    <a:pt x="223127" y="499003"/>
                  </a:lnTo>
                  <a:lnTo>
                    <a:pt x="221949" y="499802"/>
                  </a:lnTo>
                  <a:lnTo>
                    <a:pt x="221481" y="500925"/>
                  </a:lnTo>
                  <a:lnTo>
                    <a:pt x="221407" y="501102"/>
                  </a:lnTo>
                  <a:lnTo>
                    <a:pt x="220305" y="503746"/>
                  </a:lnTo>
                  <a:lnTo>
                    <a:pt x="218379" y="507273"/>
                  </a:lnTo>
                  <a:lnTo>
                    <a:pt x="215791" y="515744"/>
                  </a:lnTo>
                  <a:lnTo>
                    <a:pt x="221132" y="518311"/>
                  </a:lnTo>
                  <a:lnTo>
                    <a:pt x="224791" y="520685"/>
                  </a:lnTo>
                  <a:lnTo>
                    <a:pt x="227145" y="526002"/>
                  </a:lnTo>
                  <a:lnTo>
                    <a:pt x="227406" y="526635"/>
                  </a:lnTo>
                  <a:lnTo>
                    <a:pt x="226550" y="532882"/>
                  </a:lnTo>
                  <a:lnTo>
                    <a:pt x="229571" y="538536"/>
                  </a:lnTo>
                  <a:lnTo>
                    <a:pt x="230852" y="540918"/>
                  </a:lnTo>
                  <a:lnTo>
                    <a:pt x="231249" y="541174"/>
                  </a:lnTo>
                  <a:lnTo>
                    <a:pt x="233867" y="542785"/>
                  </a:lnTo>
                  <a:lnTo>
                    <a:pt x="234722" y="543304"/>
                  </a:lnTo>
                  <a:lnTo>
                    <a:pt x="236923" y="544645"/>
                  </a:lnTo>
                  <a:lnTo>
                    <a:pt x="239498" y="546210"/>
                  </a:lnTo>
                  <a:lnTo>
                    <a:pt x="242358" y="547950"/>
                  </a:lnTo>
                  <a:lnTo>
                    <a:pt x="245737" y="550004"/>
                  </a:lnTo>
                  <a:lnTo>
                    <a:pt x="249218" y="552123"/>
                  </a:lnTo>
                  <a:lnTo>
                    <a:pt x="250605" y="552966"/>
                  </a:lnTo>
                  <a:lnTo>
                    <a:pt x="254900" y="548894"/>
                  </a:lnTo>
                  <a:lnTo>
                    <a:pt x="257634" y="545825"/>
                  </a:lnTo>
                  <a:lnTo>
                    <a:pt x="261414" y="548248"/>
                  </a:lnTo>
                  <a:lnTo>
                    <a:pt x="263809" y="550317"/>
                  </a:lnTo>
                  <a:lnTo>
                    <a:pt x="264203" y="550658"/>
                  </a:lnTo>
                  <a:lnTo>
                    <a:pt x="264111" y="550848"/>
                  </a:lnTo>
                  <a:lnTo>
                    <a:pt x="263671" y="551785"/>
                  </a:lnTo>
                  <a:lnTo>
                    <a:pt x="261111" y="557207"/>
                  </a:lnTo>
                  <a:lnTo>
                    <a:pt x="260638" y="558207"/>
                  </a:lnTo>
                  <a:lnTo>
                    <a:pt x="260473" y="558569"/>
                  </a:lnTo>
                  <a:lnTo>
                    <a:pt x="259811" y="559121"/>
                  </a:lnTo>
                  <a:lnTo>
                    <a:pt x="258999" y="559800"/>
                  </a:lnTo>
                  <a:lnTo>
                    <a:pt x="257768" y="560823"/>
                  </a:lnTo>
                  <a:lnTo>
                    <a:pt x="256862" y="561513"/>
                  </a:lnTo>
                  <a:lnTo>
                    <a:pt x="255378" y="562645"/>
                  </a:lnTo>
                  <a:lnTo>
                    <a:pt x="254651" y="563200"/>
                  </a:lnTo>
                  <a:lnTo>
                    <a:pt x="254175" y="563591"/>
                  </a:lnTo>
                  <a:lnTo>
                    <a:pt x="254188" y="563836"/>
                  </a:lnTo>
                  <a:lnTo>
                    <a:pt x="254221" y="564591"/>
                  </a:lnTo>
                  <a:lnTo>
                    <a:pt x="254272" y="565803"/>
                  </a:lnTo>
                  <a:lnTo>
                    <a:pt x="254325" y="566993"/>
                  </a:lnTo>
                  <a:lnTo>
                    <a:pt x="254396" y="568627"/>
                  </a:lnTo>
                  <a:lnTo>
                    <a:pt x="254445" y="569708"/>
                  </a:lnTo>
                  <a:lnTo>
                    <a:pt x="254474" y="570400"/>
                  </a:lnTo>
                  <a:lnTo>
                    <a:pt x="254485" y="570650"/>
                  </a:lnTo>
                  <a:lnTo>
                    <a:pt x="254508" y="571174"/>
                  </a:lnTo>
                  <a:lnTo>
                    <a:pt x="254419" y="571441"/>
                  </a:lnTo>
                  <a:lnTo>
                    <a:pt x="253666" y="573686"/>
                  </a:lnTo>
                  <a:lnTo>
                    <a:pt x="253271" y="574864"/>
                  </a:lnTo>
                  <a:lnTo>
                    <a:pt x="252928" y="575892"/>
                  </a:lnTo>
                  <a:lnTo>
                    <a:pt x="252686" y="576609"/>
                  </a:lnTo>
                  <a:lnTo>
                    <a:pt x="252582" y="577085"/>
                  </a:lnTo>
                  <a:lnTo>
                    <a:pt x="252646" y="577734"/>
                  </a:lnTo>
                  <a:lnTo>
                    <a:pt x="252702" y="578268"/>
                  </a:lnTo>
                  <a:lnTo>
                    <a:pt x="252793" y="579184"/>
                  </a:lnTo>
                  <a:lnTo>
                    <a:pt x="252880" y="580037"/>
                  </a:lnTo>
                  <a:lnTo>
                    <a:pt x="252467" y="580337"/>
                  </a:lnTo>
                  <a:lnTo>
                    <a:pt x="251841" y="580795"/>
                  </a:lnTo>
                  <a:lnTo>
                    <a:pt x="251363" y="581144"/>
                  </a:lnTo>
                  <a:lnTo>
                    <a:pt x="250501" y="581772"/>
                  </a:lnTo>
                  <a:lnTo>
                    <a:pt x="249735" y="582332"/>
                  </a:lnTo>
                  <a:lnTo>
                    <a:pt x="249208" y="582716"/>
                  </a:lnTo>
                  <a:lnTo>
                    <a:pt x="249287" y="582958"/>
                  </a:lnTo>
                  <a:lnTo>
                    <a:pt x="249475" y="583523"/>
                  </a:lnTo>
                  <a:lnTo>
                    <a:pt x="249758" y="584380"/>
                  </a:lnTo>
                  <a:lnTo>
                    <a:pt x="251266" y="588959"/>
                  </a:lnTo>
                  <a:lnTo>
                    <a:pt x="251485" y="589622"/>
                  </a:lnTo>
                  <a:lnTo>
                    <a:pt x="251763" y="590462"/>
                  </a:lnTo>
                  <a:lnTo>
                    <a:pt x="252111" y="591523"/>
                  </a:lnTo>
                  <a:lnTo>
                    <a:pt x="252264" y="591978"/>
                  </a:lnTo>
                  <a:lnTo>
                    <a:pt x="251564" y="591785"/>
                  </a:lnTo>
                  <a:lnTo>
                    <a:pt x="249885" y="591261"/>
                  </a:lnTo>
                  <a:lnTo>
                    <a:pt x="248330" y="590777"/>
                  </a:lnTo>
                  <a:lnTo>
                    <a:pt x="247358" y="590474"/>
                  </a:lnTo>
                  <a:lnTo>
                    <a:pt x="245195" y="590273"/>
                  </a:lnTo>
                  <a:lnTo>
                    <a:pt x="243750" y="590139"/>
                  </a:lnTo>
                  <a:lnTo>
                    <a:pt x="243396" y="590105"/>
                  </a:lnTo>
                  <a:lnTo>
                    <a:pt x="243177" y="590105"/>
                  </a:lnTo>
                  <a:lnTo>
                    <a:pt x="242959" y="590141"/>
                  </a:lnTo>
                  <a:lnTo>
                    <a:pt x="242694" y="590210"/>
                  </a:lnTo>
                  <a:lnTo>
                    <a:pt x="240737" y="590721"/>
                  </a:lnTo>
                  <a:lnTo>
                    <a:pt x="239012" y="591169"/>
                  </a:lnTo>
                  <a:lnTo>
                    <a:pt x="237495" y="591566"/>
                  </a:lnTo>
                  <a:lnTo>
                    <a:pt x="236155" y="591915"/>
                  </a:lnTo>
                  <a:lnTo>
                    <a:pt x="233877" y="592507"/>
                  </a:lnTo>
                  <a:lnTo>
                    <a:pt x="231599" y="593102"/>
                  </a:lnTo>
                  <a:lnTo>
                    <a:pt x="231223" y="593200"/>
                  </a:lnTo>
                  <a:lnTo>
                    <a:pt x="231017" y="593355"/>
                  </a:lnTo>
                  <a:lnTo>
                    <a:pt x="229648" y="594390"/>
                  </a:lnTo>
                  <a:lnTo>
                    <a:pt x="228440" y="595304"/>
                  </a:lnTo>
                  <a:lnTo>
                    <a:pt x="227193" y="596245"/>
                  </a:lnTo>
                  <a:lnTo>
                    <a:pt x="225065" y="597856"/>
                  </a:lnTo>
                  <a:lnTo>
                    <a:pt x="224106" y="598604"/>
                  </a:lnTo>
                  <a:lnTo>
                    <a:pt x="223259" y="599261"/>
                  </a:lnTo>
                  <a:lnTo>
                    <a:pt x="221885" y="600332"/>
                  </a:lnTo>
                  <a:lnTo>
                    <a:pt x="220913" y="601085"/>
                  </a:lnTo>
                  <a:lnTo>
                    <a:pt x="219824" y="601932"/>
                  </a:lnTo>
                  <a:lnTo>
                    <a:pt x="219292" y="602347"/>
                  </a:lnTo>
                  <a:lnTo>
                    <a:pt x="216139" y="603116"/>
                  </a:lnTo>
                  <a:lnTo>
                    <a:pt x="214887" y="603421"/>
                  </a:lnTo>
                  <a:lnTo>
                    <a:pt x="213478" y="603764"/>
                  </a:lnTo>
                  <a:lnTo>
                    <a:pt x="212231" y="604067"/>
                  </a:lnTo>
                  <a:lnTo>
                    <a:pt x="211101" y="604345"/>
                  </a:lnTo>
                  <a:lnTo>
                    <a:pt x="210340" y="604530"/>
                  </a:lnTo>
                  <a:lnTo>
                    <a:pt x="209421" y="604754"/>
                  </a:lnTo>
                  <a:lnTo>
                    <a:pt x="209414" y="605024"/>
                  </a:lnTo>
                  <a:lnTo>
                    <a:pt x="209332" y="605713"/>
                  </a:lnTo>
                  <a:lnTo>
                    <a:pt x="209261" y="607734"/>
                  </a:lnTo>
                  <a:lnTo>
                    <a:pt x="209299" y="608291"/>
                  </a:lnTo>
                  <a:lnTo>
                    <a:pt x="209935" y="609077"/>
                  </a:lnTo>
                  <a:lnTo>
                    <a:pt x="210488" y="609840"/>
                  </a:lnTo>
                  <a:lnTo>
                    <a:pt x="211185" y="610802"/>
                  </a:lnTo>
                  <a:lnTo>
                    <a:pt x="211727" y="611550"/>
                  </a:lnTo>
                  <a:lnTo>
                    <a:pt x="212366" y="612433"/>
                  </a:lnTo>
                  <a:lnTo>
                    <a:pt x="212651" y="612828"/>
                  </a:lnTo>
                  <a:lnTo>
                    <a:pt x="212628" y="613080"/>
                  </a:lnTo>
                  <a:lnTo>
                    <a:pt x="212490" y="614499"/>
                  </a:lnTo>
                  <a:lnTo>
                    <a:pt x="212414" y="615298"/>
                  </a:lnTo>
                  <a:lnTo>
                    <a:pt x="212343" y="616021"/>
                  </a:lnTo>
                  <a:lnTo>
                    <a:pt x="212200" y="617505"/>
                  </a:lnTo>
                  <a:lnTo>
                    <a:pt x="212076" y="618802"/>
                  </a:lnTo>
                  <a:lnTo>
                    <a:pt x="211994" y="619645"/>
                  </a:lnTo>
                  <a:lnTo>
                    <a:pt x="212226" y="620062"/>
                  </a:lnTo>
                  <a:lnTo>
                    <a:pt x="212793" y="621085"/>
                  </a:lnTo>
                  <a:lnTo>
                    <a:pt x="213231" y="621876"/>
                  </a:lnTo>
                  <a:lnTo>
                    <a:pt x="213585" y="622517"/>
                  </a:lnTo>
                  <a:lnTo>
                    <a:pt x="214208" y="623640"/>
                  </a:lnTo>
                  <a:lnTo>
                    <a:pt x="214674" y="624484"/>
                  </a:lnTo>
                  <a:lnTo>
                    <a:pt x="215043" y="625148"/>
                  </a:lnTo>
                  <a:lnTo>
                    <a:pt x="215361" y="625724"/>
                  </a:lnTo>
                  <a:lnTo>
                    <a:pt x="215737" y="626405"/>
                  </a:lnTo>
                  <a:lnTo>
                    <a:pt x="216213" y="627260"/>
                  </a:lnTo>
                  <a:lnTo>
                    <a:pt x="216740" y="628215"/>
                  </a:lnTo>
                  <a:lnTo>
                    <a:pt x="216900" y="628505"/>
                  </a:lnTo>
                  <a:lnTo>
                    <a:pt x="216923" y="628657"/>
                  </a:lnTo>
                  <a:lnTo>
                    <a:pt x="216989" y="629095"/>
                  </a:lnTo>
                  <a:lnTo>
                    <a:pt x="217134" y="630052"/>
                  </a:lnTo>
                  <a:lnTo>
                    <a:pt x="217231" y="630685"/>
                  </a:lnTo>
                  <a:lnTo>
                    <a:pt x="217330" y="631347"/>
                  </a:lnTo>
                  <a:lnTo>
                    <a:pt x="217450" y="632141"/>
                  </a:lnTo>
                  <a:lnTo>
                    <a:pt x="217541" y="632736"/>
                  </a:lnTo>
                  <a:lnTo>
                    <a:pt x="217651" y="633461"/>
                  </a:lnTo>
                  <a:lnTo>
                    <a:pt x="217707" y="633828"/>
                  </a:lnTo>
                  <a:lnTo>
                    <a:pt x="217786" y="634355"/>
                  </a:lnTo>
                  <a:lnTo>
                    <a:pt x="217872" y="634925"/>
                  </a:lnTo>
                  <a:lnTo>
                    <a:pt x="217931" y="635309"/>
                  </a:lnTo>
                  <a:lnTo>
                    <a:pt x="218040" y="636044"/>
                  </a:lnTo>
                  <a:lnTo>
                    <a:pt x="218098" y="636423"/>
                  </a:lnTo>
                  <a:lnTo>
                    <a:pt x="218246" y="636459"/>
                  </a:lnTo>
                  <a:lnTo>
                    <a:pt x="218582" y="636545"/>
                  </a:lnTo>
                  <a:lnTo>
                    <a:pt x="218946" y="636637"/>
                  </a:lnTo>
                  <a:lnTo>
                    <a:pt x="219417" y="636757"/>
                  </a:lnTo>
                  <a:lnTo>
                    <a:pt x="219811" y="636856"/>
                  </a:lnTo>
                  <a:lnTo>
                    <a:pt x="220228" y="636960"/>
                  </a:lnTo>
                  <a:lnTo>
                    <a:pt x="220694" y="637080"/>
                  </a:lnTo>
                  <a:lnTo>
                    <a:pt x="221104" y="637184"/>
                  </a:lnTo>
                  <a:lnTo>
                    <a:pt x="221501" y="637283"/>
                  </a:lnTo>
                  <a:lnTo>
                    <a:pt x="222037" y="637421"/>
                  </a:lnTo>
                  <a:lnTo>
                    <a:pt x="223811" y="641077"/>
                  </a:lnTo>
                  <a:lnTo>
                    <a:pt x="224050" y="641568"/>
                  </a:lnTo>
                  <a:lnTo>
                    <a:pt x="224310" y="642103"/>
                  </a:lnTo>
                  <a:lnTo>
                    <a:pt x="224584" y="642668"/>
                  </a:lnTo>
                  <a:lnTo>
                    <a:pt x="224826" y="643166"/>
                  </a:lnTo>
                  <a:lnTo>
                    <a:pt x="224930" y="643378"/>
                  </a:lnTo>
                  <a:lnTo>
                    <a:pt x="225162" y="644001"/>
                  </a:lnTo>
                  <a:lnTo>
                    <a:pt x="225404" y="644355"/>
                  </a:lnTo>
                  <a:lnTo>
                    <a:pt x="225844" y="645263"/>
                  </a:lnTo>
                  <a:lnTo>
                    <a:pt x="226579" y="646780"/>
                  </a:lnTo>
                  <a:lnTo>
                    <a:pt x="227353" y="647795"/>
                  </a:lnTo>
                  <a:lnTo>
                    <a:pt x="230712" y="652202"/>
                  </a:lnTo>
                  <a:lnTo>
                    <a:pt x="230844" y="652462"/>
                  </a:lnTo>
                  <a:lnTo>
                    <a:pt x="230974" y="652719"/>
                  </a:lnTo>
                  <a:lnTo>
                    <a:pt x="231511" y="653792"/>
                  </a:lnTo>
                  <a:lnTo>
                    <a:pt x="231696" y="654159"/>
                  </a:lnTo>
                  <a:lnTo>
                    <a:pt x="231923" y="654612"/>
                  </a:lnTo>
                  <a:lnTo>
                    <a:pt x="232164" y="655093"/>
                  </a:lnTo>
                  <a:lnTo>
                    <a:pt x="232363" y="655484"/>
                  </a:lnTo>
                  <a:lnTo>
                    <a:pt x="232549" y="655856"/>
                  </a:lnTo>
                  <a:lnTo>
                    <a:pt x="232785" y="656324"/>
                  </a:lnTo>
                  <a:lnTo>
                    <a:pt x="232897" y="656540"/>
                  </a:lnTo>
                  <a:lnTo>
                    <a:pt x="233111" y="656935"/>
                  </a:lnTo>
                  <a:lnTo>
                    <a:pt x="233294" y="657276"/>
                  </a:lnTo>
                  <a:lnTo>
                    <a:pt x="233495" y="657619"/>
                  </a:lnTo>
                  <a:lnTo>
                    <a:pt x="233671" y="657897"/>
                  </a:lnTo>
                  <a:lnTo>
                    <a:pt x="233880" y="658222"/>
                  </a:lnTo>
                  <a:lnTo>
                    <a:pt x="234116" y="658591"/>
                  </a:lnTo>
                  <a:lnTo>
                    <a:pt x="234610" y="659362"/>
                  </a:lnTo>
                  <a:lnTo>
                    <a:pt x="234818" y="659785"/>
                  </a:lnTo>
                  <a:lnTo>
                    <a:pt x="235170" y="660334"/>
                  </a:lnTo>
                  <a:lnTo>
                    <a:pt x="235388" y="660579"/>
                  </a:lnTo>
                  <a:lnTo>
                    <a:pt x="235679" y="661029"/>
                  </a:lnTo>
                  <a:lnTo>
                    <a:pt x="236073" y="661645"/>
                  </a:lnTo>
                  <a:lnTo>
                    <a:pt x="236210" y="661858"/>
                  </a:lnTo>
                  <a:lnTo>
                    <a:pt x="236348" y="662075"/>
                  </a:lnTo>
                  <a:lnTo>
                    <a:pt x="236999" y="663090"/>
                  </a:lnTo>
                  <a:lnTo>
                    <a:pt x="237159" y="663072"/>
                  </a:lnTo>
                  <a:lnTo>
                    <a:pt x="237381" y="663047"/>
                  </a:lnTo>
                  <a:lnTo>
                    <a:pt x="237625" y="663023"/>
                  </a:lnTo>
                  <a:lnTo>
                    <a:pt x="237915" y="663105"/>
                  </a:lnTo>
                  <a:lnTo>
                    <a:pt x="238106" y="663172"/>
                  </a:lnTo>
                  <a:lnTo>
                    <a:pt x="238254" y="663258"/>
                  </a:lnTo>
                  <a:lnTo>
                    <a:pt x="238414" y="663319"/>
                  </a:lnTo>
                  <a:lnTo>
                    <a:pt x="238735" y="663456"/>
                  </a:lnTo>
                  <a:lnTo>
                    <a:pt x="239467" y="663935"/>
                  </a:lnTo>
                  <a:lnTo>
                    <a:pt x="239671" y="664141"/>
                  </a:lnTo>
                  <a:lnTo>
                    <a:pt x="239808" y="664314"/>
                  </a:lnTo>
                  <a:lnTo>
                    <a:pt x="239938" y="664591"/>
                  </a:lnTo>
                  <a:lnTo>
                    <a:pt x="240928" y="666711"/>
                  </a:lnTo>
                  <a:lnTo>
                    <a:pt x="241215" y="667327"/>
                  </a:lnTo>
                  <a:lnTo>
                    <a:pt x="241320" y="667553"/>
                  </a:lnTo>
                  <a:lnTo>
                    <a:pt x="241437" y="667802"/>
                  </a:lnTo>
                  <a:lnTo>
                    <a:pt x="241528" y="668001"/>
                  </a:lnTo>
                  <a:lnTo>
                    <a:pt x="241623" y="668166"/>
                  </a:lnTo>
                  <a:lnTo>
                    <a:pt x="241686" y="668306"/>
                  </a:lnTo>
                  <a:lnTo>
                    <a:pt x="241808" y="668571"/>
                  </a:lnTo>
                  <a:lnTo>
                    <a:pt x="242204" y="669430"/>
                  </a:lnTo>
                  <a:lnTo>
                    <a:pt x="242409" y="669871"/>
                  </a:lnTo>
                  <a:lnTo>
                    <a:pt x="242707" y="670517"/>
                  </a:lnTo>
                  <a:lnTo>
                    <a:pt x="242683" y="670692"/>
                  </a:lnTo>
                  <a:lnTo>
                    <a:pt x="242516" y="671909"/>
                  </a:lnTo>
                  <a:lnTo>
                    <a:pt x="242533" y="672059"/>
                  </a:lnTo>
                  <a:lnTo>
                    <a:pt x="242541" y="672454"/>
                  </a:lnTo>
                  <a:lnTo>
                    <a:pt x="242562" y="673721"/>
                  </a:lnTo>
                  <a:lnTo>
                    <a:pt x="242572" y="674421"/>
                  </a:lnTo>
                  <a:lnTo>
                    <a:pt x="244075" y="679828"/>
                  </a:lnTo>
                  <a:lnTo>
                    <a:pt x="244261" y="680596"/>
                  </a:lnTo>
                  <a:lnTo>
                    <a:pt x="244220" y="680978"/>
                  </a:lnTo>
                  <a:lnTo>
                    <a:pt x="243671" y="685907"/>
                  </a:lnTo>
                  <a:lnTo>
                    <a:pt x="243572" y="686798"/>
                  </a:lnTo>
                  <a:lnTo>
                    <a:pt x="243462" y="687777"/>
                  </a:lnTo>
                  <a:lnTo>
                    <a:pt x="243556" y="687958"/>
                  </a:lnTo>
                  <a:lnTo>
                    <a:pt x="243691" y="688217"/>
                  </a:lnTo>
                  <a:lnTo>
                    <a:pt x="243951" y="688716"/>
                  </a:lnTo>
                  <a:lnTo>
                    <a:pt x="244317" y="689421"/>
                  </a:lnTo>
                  <a:lnTo>
                    <a:pt x="244686" y="690131"/>
                  </a:lnTo>
                  <a:lnTo>
                    <a:pt x="244890" y="690523"/>
                  </a:lnTo>
                  <a:lnTo>
                    <a:pt x="245081" y="690892"/>
                  </a:lnTo>
                  <a:lnTo>
                    <a:pt x="245121" y="691136"/>
                  </a:lnTo>
                  <a:lnTo>
                    <a:pt x="245162" y="691378"/>
                  </a:lnTo>
                  <a:lnTo>
                    <a:pt x="245294" y="692182"/>
                  </a:lnTo>
                  <a:lnTo>
                    <a:pt x="245164" y="692467"/>
                  </a:lnTo>
                  <a:lnTo>
                    <a:pt x="244885" y="693024"/>
                  </a:lnTo>
                  <a:lnTo>
                    <a:pt x="244439" y="693907"/>
                  </a:lnTo>
                  <a:lnTo>
                    <a:pt x="243976" y="694826"/>
                  </a:lnTo>
                  <a:lnTo>
                    <a:pt x="243536" y="695699"/>
                  </a:lnTo>
                  <a:lnTo>
                    <a:pt x="243287" y="696192"/>
                  </a:lnTo>
                  <a:lnTo>
                    <a:pt x="242801" y="697151"/>
                  </a:lnTo>
                  <a:lnTo>
                    <a:pt x="242475" y="697798"/>
                  </a:lnTo>
                  <a:lnTo>
                    <a:pt x="242597" y="698266"/>
                  </a:lnTo>
                  <a:lnTo>
                    <a:pt x="242757" y="698892"/>
                  </a:lnTo>
                  <a:lnTo>
                    <a:pt x="242910" y="699485"/>
                  </a:lnTo>
                  <a:lnTo>
                    <a:pt x="243022" y="699928"/>
                  </a:lnTo>
                  <a:lnTo>
                    <a:pt x="243282" y="700930"/>
                  </a:lnTo>
                  <a:lnTo>
                    <a:pt x="243480" y="701701"/>
                  </a:lnTo>
                  <a:lnTo>
                    <a:pt x="243694" y="702538"/>
                  </a:lnTo>
                  <a:lnTo>
                    <a:pt x="243564" y="702915"/>
                  </a:lnTo>
                  <a:lnTo>
                    <a:pt x="242878" y="704894"/>
                  </a:lnTo>
                  <a:lnTo>
                    <a:pt x="242030" y="707342"/>
                  </a:lnTo>
                  <a:lnTo>
                    <a:pt x="241455" y="707610"/>
                  </a:lnTo>
                  <a:lnTo>
                    <a:pt x="241002" y="707818"/>
                  </a:lnTo>
                  <a:lnTo>
                    <a:pt x="240472" y="708065"/>
                  </a:lnTo>
                  <a:lnTo>
                    <a:pt x="239907" y="708327"/>
                  </a:lnTo>
                  <a:lnTo>
                    <a:pt x="239462" y="708533"/>
                  </a:lnTo>
                  <a:lnTo>
                    <a:pt x="238806" y="708839"/>
                  </a:lnTo>
                  <a:lnTo>
                    <a:pt x="238256" y="709096"/>
                  </a:lnTo>
                  <a:lnTo>
                    <a:pt x="237752" y="709330"/>
                  </a:lnTo>
                  <a:lnTo>
                    <a:pt x="237266" y="709554"/>
                  </a:lnTo>
                  <a:lnTo>
                    <a:pt x="236724" y="709806"/>
                  </a:lnTo>
                  <a:lnTo>
                    <a:pt x="236037" y="710131"/>
                  </a:lnTo>
                  <a:lnTo>
                    <a:pt x="235691" y="710320"/>
                  </a:lnTo>
                  <a:lnTo>
                    <a:pt x="235164" y="710762"/>
                  </a:lnTo>
                  <a:lnTo>
                    <a:pt x="234681" y="711111"/>
                  </a:lnTo>
                  <a:lnTo>
                    <a:pt x="234228" y="711437"/>
                  </a:lnTo>
                  <a:lnTo>
                    <a:pt x="233699" y="711816"/>
                  </a:lnTo>
                  <a:lnTo>
                    <a:pt x="233424" y="712014"/>
                  </a:lnTo>
                  <a:lnTo>
                    <a:pt x="233058" y="712276"/>
                  </a:lnTo>
                  <a:lnTo>
                    <a:pt x="232661" y="712564"/>
                  </a:lnTo>
                  <a:lnTo>
                    <a:pt x="232256" y="712856"/>
                  </a:lnTo>
                  <a:lnTo>
                    <a:pt x="231783" y="713197"/>
                  </a:lnTo>
                  <a:lnTo>
                    <a:pt x="231505" y="713396"/>
                  </a:lnTo>
                  <a:lnTo>
                    <a:pt x="231002" y="713757"/>
                  </a:lnTo>
                  <a:lnTo>
                    <a:pt x="230671" y="713996"/>
                  </a:lnTo>
                  <a:lnTo>
                    <a:pt x="230254" y="714297"/>
                  </a:lnTo>
                  <a:lnTo>
                    <a:pt x="229867" y="714589"/>
                  </a:lnTo>
                  <a:lnTo>
                    <a:pt x="229740" y="714734"/>
                  </a:lnTo>
                  <a:lnTo>
                    <a:pt x="229475" y="715037"/>
                  </a:lnTo>
                  <a:lnTo>
                    <a:pt x="229063" y="715508"/>
                  </a:lnTo>
                  <a:lnTo>
                    <a:pt x="228452" y="716202"/>
                  </a:lnTo>
                  <a:lnTo>
                    <a:pt x="228243" y="716439"/>
                  </a:lnTo>
                  <a:lnTo>
                    <a:pt x="227686" y="717078"/>
                  </a:lnTo>
                  <a:lnTo>
                    <a:pt x="227274" y="717549"/>
                  </a:lnTo>
                  <a:lnTo>
                    <a:pt x="226979" y="717844"/>
                  </a:lnTo>
                  <a:lnTo>
                    <a:pt x="226760" y="717874"/>
                  </a:lnTo>
                  <a:lnTo>
                    <a:pt x="226020" y="717984"/>
                  </a:lnTo>
                  <a:lnTo>
                    <a:pt x="216676" y="719350"/>
                  </a:lnTo>
                  <a:lnTo>
                    <a:pt x="209750" y="720688"/>
                  </a:lnTo>
                  <a:lnTo>
                    <a:pt x="209582" y="720722"/>
                  </a:lnTo>
                  <a:lnTo>
                    <a:pt x="208396" y="720951"/>
                  </a:lnTo>
                  <a:lnTo>
                    <a:pt x="207264" y="721169"/>
                  </a:lnTo>
                  <a:lnTo>
                    <a:pt x="206002" y="721414"/>
                  </a:lnTo>
                  <a:lnTo>
                    <a:pt x="204859" y="721625"/>
                  </a:lnTo>
                  <a:lnTo>
                    <a:pt x="204676" y="721661"/>
                  </a:lnTo>
                  <a:lnTo>
                    <a:pt x="203472" y="721887"/>
                  </a:lnTo>
                  <a:lnTo>
                    <a:pt x="202124" y="722139"/>
                  </a:lnTo>
                  <a:lnTo>
                    <a:pt x="200455" y="722452"/>
                  </a:lnTo>
                  <a:lnTo>
                    <a:pt x="199129" y="722701"/>
                  </a:lnTo>
                  <a:lnTo>
                    <a:pt x="197238" y="723057"/>
                  </a:lnTo>
                  <a:lnTo>
                    <a:pt x="196014" y="723286"/>
                  </a:lnTo>
                  <a:lnTo>
                    <a:pt x="194928" y="723490"/>
                  </a:lnTo>
                  <a:lnTo>
                    <a:pt x="193399" y="723698"/>
                  </a:lnTo>
                  <a:lnTo>
                    <a:pt x="196263" y="727478"/>
                  </a:lnTo>
                  <a:lnTo>
                    <a:pt x="198332" y="730207"/>
                  </a:lnTo>
                  <a:lnTo>
                    <a:pt x="201769" y="734743"/>
                  </a:lnTo>
                  <a:lnTo>
                    <a:pt x="206324" y="740759"/>
                  </a:lnTo>
                  <a:lnTo>
                    <a:pt x="214948" y="752094"/>
                  </a:lnTo>
                  <a:lnTo>
                    <a:pt x="216642" y="754329"/>
                  </a:lnTo>
                  <a:lnTo>
                    <a:pt x="218719" y="761826"/>
                  </a:lnTo>
                  <a:lnTo>
                    <a:pt x="219522" y="764729"/>
                  </a:lnTo>
                  <a:lnTo>
                    <a:pt x="222762" y="769001"/>
                  </a:lnTo>
                  <a:lnTo>
                    <a:pt x="227713" y="775529"/>
                  </a:lnTo>
                  <a:lnTo>
                    <a:pt x="228452" y="776504"/>
                  </a:lnTo>
                  <a:lnTo>
                    <a:pt x="237744" y="788746"/>
                  </a:lnTo>
                  <a:lnTo>
                    <a:pt x="239226" y="794944"/>
                  </a:lnTo>
                  <a:lnTo>
                    <a:pt x="240426" y="799922"/>
                  </a:lnTo>
                  <a:lnTo>
                    <a:pt x="242699" y="809784"/>
                  </a:lnTo>
                  <a:lnTo>
                    <a:pt x="244944" y="819508"/>
                  </a:lnTo>
                  <a:lnTo>
                    <a:pt x="247861" y="817654"/>
                  </a:lnTo>
                  <a:lnTo>
                    <a:pt x="250715" y="815839"/>
                  </a:lnTo>
                  <a:lnTo>
                    <a:pt x="260455" y="809649"/>
                  </a:lnTo>
                  <a:lnTo>
                    <a:pt x="266906" y="813180"/>
                  </a:lnTo>
                  <a:lnTo>
                    <a:pt x="268298" y="813941"/>
                  </a:lnTo>
                  <a:lnTo>
                    <a:pt x="271543" y="815214"/>
                  </a:lnTo>
                  <a:lnTo>
                    <a:pt x="273974" y="816159"/>
                  </a:lnTo>
                  <a:lnTo>
                    <a:pt x="276194" y="817025"/>
                  </a:lnTo>
                  <a:lnTo>
                    <a:pt x="277066" y="817366"/>
                  </a:lnTo>
                  <a:lnTo>
                    <a:pt x="278580" y="817957"/>
                  </a:lnTo>
                  <a:lnTo>
                    <a:pt x="280259" y="818616"/>
                  </a:lnTo>
                  <a:lnTo>
                    <a:pt x="283562" y="819908"/>
                  </a:lnTo>
                  <a:lnTo>
                    <a:pt x="289648" y="822294"/>
                  </a:lnTo>
                  <a:lnTo>
                    <a:pt x="297202" y="821159"/>
                  </a:lnTo>
                  <a:lnTo>
                    <a:pt x="305415" y="819925"/>
                  </a:lnTo>
                  <a:lnTo>
                    <a:pt x="311092" y="819072"/>
                  </a:lnTo>
                  <a:lnTo>
                    <a:pt x="314703" y="818531"/>
                  </a:lnTo>
                  <a:lnTo>
                    <a:pt x="315731" y="819617"/>
                  </a:lnTo>
                  <a:lnTo>
                    <a:pt x="317288" y="821259"/>
                  </a:lnTo>
                  <a:lnTo>
                    <a:pt x="321485" y="825683"/>
                  </a:lnTo>
                  <a:lnTo>
                    <a:pt x="329452" y="834005"/>
                  </a:lnTo>
                  <a:lnTo>
                    <a:pt x="334439" y="829715"/>
                  </a:lnTo>
                  <a:lnTo>
                    <a:pt x="335780" y="828562"/>
                  </a:lnTo>
                  <a:lnTo>
                    <a:pt x="343037" y="822267"/>
                  </a:lnTo>
                  <a:lnTo>
                    <a:pt x="343514" y="821853"/>
                  </a:lnTo>
                  <a:lnTo>
                    <a:pt x="345570" y="820067"/>
                  </a:lnTo>
                  <a:lnTo>
                    <a:pt x="347797" y="818133"/>
                  </a:lnTo>
                  <a:lnTo>
                    <a:pt x="350236" y="816149"/>
                  </a:lnTo>
                  <a:lnTo>
                    <a:pt x="355014" y="812282"/>
                  </a:lnTo>
                  <a:lnTo>
                    <a:pt x="365541" y="809073"/>
                  </a:lnTo>
                  <a:lnTo>
                    <a:pt x="369911" y="807742"/>
                  </a:lnTo>
                  <a:lnTo>
                    <a:pt x="378313" y="805183"/>
                  </a:lnTo>
                  <a:lnTo>
                    <a:pt x="382376" y="791622"/>
                  </a:lnTo>
                  <a:lnTo>
                    <a:pt x="382869" y="786105"/>
                  </a:lnTo>
                  <a:lnTo>
                    <a:pt x="383286" y="781442"/>
                  </a:lnTo>
                  <a:lnTo>
                    <a:pt x="384143" y="771819"/>
                  </a:lnTo>
                  <a:lnTo>
                    <a:pt x="387766" y="769258"/>
                  </a:lnTo>
                  <a:lnTo>
                    <a:pt x="393190" y="765437"/>
                  </a:lnTo>
                  <a:lnTo>
                    <a:pt x="401375" y="766112"/>
                  </a:lnTo>
                  <a:lnTo>
                    <a:pt x="404944" y="766407"/>
                  </a:lnTo>
                  <a:lnTo>
                    <a:pt x="408803" y="770447"/>
                  </a:lnTo>
                  <a:lnTo>
                    <a:pt x="416295" y="778279"/>
                  </a:lnTo>
                  <a:lnTo>
                    <a:pt x="424330" y="774277"/>
                  </a:lnTo>
                  <a:lnTo>
                    <a:pt x="425286" y="784513"/>
                  </a:lnTo>
                  <a:lnTo>
                    <a:pt x="427301" y="785013"/>
                  </a:lnTo>
                  <a:lnTo>
                    <a:pt x="427895" y="785161"/>
                  </a:lnTo>
                  <a:lnTo>
                    <a:pt x="431253" y="785995"/>
                  </a:lnTo>
                  <a:lnTo>
                    <a:pt x="432945" y="787457"/>
                  </a:lnTo>
                  <a:lnTo>
                    <a:pt x="436403" y="790439"/>
                  </a:lnTo>
                  <a:lnTo>
                    <a:pt x="439358" y="791456"/>
                  </a:lnTo>
                  <a:lnTo>
                    <a:pt x="442057" y="792391"/>
                  </a:lnTo>
                  <a:lnTo>
                    <a:pt x="444685" y="792751"/>
                  </a:lnTo>
                  <a:lnTo>
                    <a:pt x="452602" y="793839"/>
                  </a:lnTo>
                  <a:lnTo>
                    <a:pt x="455947" y="794299"/>
                  </a:lnTo>
                  <a:lnTo>
                    <a:pt x="459709" y="794787"/>
                  </a:lnTo>
                  <a:lnTo>
                    <a:pt x="462391" y="795266"/>
                  </a:lnTo>
                  <a:lnTo>
                    <a:pt x="464177" y="795587"/>
                  </a:lnTo>
                  <a:lnTo>
                    <a:pt x="471379" y="796872"/>
                  </a:lnTo>
                  <a:lnTo>
                    <a:pt x="474862" y="797497"/>
                  </a:lnTo>
                  <a:lnTo>
                    <a:pt x="482050" y="801094"/>
                  </a:lnTo>
                  <a:lnTo>
                    <a:pt x="487157" y="803645"/>
                  </a:lnTo>
                  <a:lnTo>
                    <a:pt x="494800" y="807468"/>
                  </a:lnTo>
                  <a:lnTo>
                    <a:pt x="496227" y="809996"/>
                  </a:lnTo>
                  <a:lnTo>
                    <a:pt x="497025" y="811409"/>
                  </a:lnTo>
                  <a:lnTo>
                    <a:pt x="497403" y="812079"/>
                  </a:lnTo>
                  <a:lnTo>
                    <a:pt x="499109" y="815112"/>
                  </a:lnTo>
                  <a:lnTo>
                    <a:pt x="501454" y="819349"/>
                  </a:lnTo>
                  <a:lnTo>
                    <a:pt x="505706" y="827025"/>
                  </a:lnTo>
                  <a:lnTo>
                    <a:pt x="510775" y="828397"/>
                  </a:lnTo>
                  <a:lnTo>
                    <a:pt x="510269" y="824036"/>
                  </a:lnTo>
                  <a:lnTo>
                    <a:pt x="510035" y="822033"/>
                  </a:lnTo>
                  <a:lnTo>
                    <a:pt x="509878" y="820676"/>
                  </a:lnTo>
                  <a:lnTo>
                    <a:pt x="528357" y="797943"/>
                  </a:lnTo>
                  <a:lnTo>
                    <a:pt x="527751" y="796058"/>
                  </a:lnTo>
                  <a:lnTo>
                    <a:pt x="525962" y="788639"/>
                  </a:lnTo>
                  <a:lnTo>
                    <a:pt x="525957" y="788512"/>
                  </a:lnTo>
                  <a:lnTo>
                    <a:pt x="525951" y="788352"/>
                  </a:lnTo>
                  <a:lnTo>
                    <a:pt x="525969" y="788215"/>
                  </a:lnTo>
                  <a:lnTo>
                    <a:pt x="525963" y="787920"/>
                  </a:lnTo>
                  <a:lnTo>
                    <a:pt x="525987" y="787673"/>
                  </a:lnTo>
                  <a:lnTo>
                    <a:pt x="525995" y="787433"/>
                  </a:lnTo>
                  <a:lnTo>
                    <a:pt x="526008" y="787092"/>
                  </a:lnTo>
                  <a:lnTo>
                    <a:pt x="526013" y="786603"/>
                  </a:lnTo>
                  <a:lnTo>
                    <a:pt x="526017" y="786456"/>
                  </a:lnTo>
                  <a:lnTo>
                    <a:pt x="526010" y="786064"/>
                  </a:lnTo>
                  <a:lnTo>
                    <a:pt x="525969" y="785857"/>
                  </a:lnTo>
                  <a:lnTo>
                    <a:pt x="525917" y="785605"/>
                  </a:lnTo>
                  <a:lnTo>
                    <a:pt x="525859" y="785412"/>
                  </a:lnTo>
                  <a:lnTo>
                    <a:pt x="525773" y="785160"/>
                  </a:lnTo>
                  <a:lnTo>
                    <a:pt x="525710" y="784918"/>
                  </a:lnTo>
                  <a:lnTo>
                    <a:pt x="525666" y="784748"/>
                  </a:lnTo>
                  <a:lnTo>
                    <a:pt x="525342" y="784121"/>
                  </a:lnTo>
                  <a:lnTo>
                    <a:pt x="525423" y="782899"/>
                  </a:lnTo>
                  <a:lnTo>
                    <a:pt x="525758" y="781718"/>
                  </a:lnTo>
                  <a:lnTo>
                    <a:pt x="525798" y="781585"/>
                  </a:lnTo>
                  <a:lnTo>
                    <a:pt x="525810" y="781343"/>
                  </a:lnTo>
                  <a:lnTo>
                    <a:pt x="525839" y="780642"/>
                  </a:lnTo>
                  <a:lnTo>
                    <a:pt x="525854" y="780429"/>
                  </a:lnTo>
                  <a:lnTo>
                    <a:pt x="526361" y="779927"/>
                  </a:lnTo>
                  <a:lnTo>
                    <a:pt x="525644" y="778069"/>
                  </a:lnTo>
                  <a:lnTo>
                    <a:pt x="525597" y="777834"/>
                  </a:lnTo>
                  <a:lnTo>
                    <a:pt x="525492" y="777527"/>
                  </a:lnTo>
                  <a:lnTo>
                    <a:pt x="525369" y="777252"/>
                  </a:lnTo>
                  <a:lnTo>
                    <a:pt x="525343" y="776774"/>
                  </a:lnTo>
                  <a:lnTo>
                    <a:pt x="525307" y="776616"/>
                  </a:lnTo>
                  <a:lnTo>
                    <a:pt x="525255" y="776345"/>
                  </a:lnTo>
                  <a:lnTo>
                    <a:pt x="525060" y="774736"/>
                  </a:lnTo>
                  <a:lnTo>
                    <a:pt x="525081" y="774607"/>
                  </a:lnTo>
                  <a:lnTo>
                    <a:pt x="525092" y="774424"/>
                  </a:lnTo>
                  <a:lnTo>
                    <a:pt x="525088" y="774281"/>
                  </a:lnTo>
                  <a:lnTo>
                    <a:pt x="524923" y="772367"/>
                  </a:lnTo>
                  <a:lnTo>
                    <a:pt x="524919" y="772209"/>
                  </a:lnTo>
                  <a:lnTo>
                    <a:pt x="524372" y="771463"/>
                  </a:lnTo>
                  <a:lnTo>
                    <a:pt x="524294" y="769978"/>
                  </a:lnTo>
                  <a:lnTo>
                    <a:pt x="524613" y="766821"/>
                  </a:lnTo>
                  <a:lnTo>
                    <a:pt x="524850" y="765794"/>
                  </a:lnTo>
                  <a:lnTo>
                    <a:pt x="524810" y="765649"/>
                  </a:lnTo>
                  <a:lnTo>
                    <a:pt x="524783" y="765480"/>
                  </a:lnTo>
                  <a:lnTo>
                    <a:pt x="524760" y="765277"/>
                  </a:lnTo>
                  <a:lnTo>
                    <a:pt x="524748" y="765140"/>
                  </a:lnTo>
                  <a:lnTo>
                    <a:pt x="524702" y="762848"/>
                  </a:lnTo>
                  <a:lnTo>
                    <a:pt x="524722" y="762604"/>
                  </a:lnTo>
                  <a:lnTo>
                    <a:pt x="524757" y="762464"/>
                  </a:lnTo>
                  <a:lnTo>
                    <a:pt x="524623" y="762186"/>
                  </a:lnTo>
                  <a:lnTo>
                    <a:pt x="524694" y="760964"/>
                  </a:lnTo>
                  <a:lnTo>
                    <a:pt x="524671" y="760592"/>
                  </a:lnTo>
                  <a:lnTo>
                    <a:pt x="526684" y="753917"/>
                  </a:lnTo>
                  <a:lnTo>
                    <a:pt x="526795" y="753756"/>
                  </a:lnTo>
                  <a:lnTo>
                    <a:pt x="526843" y="753540"/>
                  </a:lnTo>
                  <a:lnTo>
                    <a:pt x="527614" y="752605"/>
                  </a:lnTo>
                  <a:lnTo>
                    <a:pt x="527971" y="752380"/>
                  </a:lnTo>
                  <a:lnTo>
                    <a:pt x="529220" y="750937"/>
                  </a:lnTo>
                  <a:lnTo>
                    <a:pt x="529632" y="749975"/>
                  </a:lnTo>
                  <a:lnTo>
                    <a:pt x="529539" y="749374"/>
                  </a:lnTo>
                  <a:lnTo>
                    <a:pt x="531752" y="744641"/>
                  </a:lnTo>
                  <a:lnTo>
                    <a:pt x="532015" y="742711"/>
                  </a:lnTo>
                  <a:lnTo>
                    <a:pt x="532147" y="742206"/>
                  </a:lnTo>
                  <a:lnTo>
                    <a:pt x="533098" y="741060"/>
                  </a:lnTo>
                  <a:lnTo>
                    <a:pt x="533190" y="740919"/>
                  </a:lnTo>
                  <a:lnTo>
                    <a:pt x="533266" y="740777"/>
                  </a:lnTo>
                  <a:lnTo>
                    <a:pt x="533338" y="740649"/>
                  </a:lnTo>
                  <a:lnTo>
                    <a:pt x="534346" y="738913"/>
                  </a:lnTo>
                  <a:lnTo>
                    <a:pt x="534529" y="738752"/>
                  </a:lnTo>
                  <a:lnTo>
                    <a:pt x="534883" y="738449"/>
                  </a:lnTo>
                  <a:lnTo>
                    <a:pt x="535045" y="738320"/>
                  </a:lnTo>
                  <a:lnTo>
                    <a:pt x="535596" y="738034"/>
                  </a:lnTo>
                  <a:lnTo>
                    <a:pt x="535712" y="737901"/>
                  </a:lnTo>
                  <a:lnTo>
                    <a:pt x="535866" y="736805"/>
                  </a:lnTo>
                  <a:lnTo>
                    <a:pt x="535978" y="736666"/>
                  </a:lnTo>
                  <a:lnTo>
                    <a:pt x="536065" y="736450"/>
                  </a:lnTo>
                  <a:lnTo>
                    <a:pt x="536462" y="735993"/>
                  </a:lnTo>
                  <a:lnTo>
                    <a:pt x="536558" y="735824"/>
                  </a:lnTo>
                  <a:lnTo>
                    <a:pt x="536793" y="735660"/>
                  </a:lnTo>
                  <a:lnTo>
                    <a:pt x="537032" y="735479"/>
                  </a:lnTo>
                  <a:lnTo>
                    <a:pt x="537166" y="735377"/>
                  </a:lnTo>
                  <a:lnTo>
                    <a:pt x="537419" y="735172"/>
                  </a:lnTo>
                  <a:lnTo>
                    <a:pt x="539939" y="733099"/>
                  </a:lnTo>
                  <a:lnTo>
                    <a:pt x="540031" y="732942"/>
                  </a:lnTo>
                  <a:lnTo>
                    <a:pt x="540195" y="732777"/>
                  </a:lnTo>
                  <a:lnTo>
                    <a:pt x="541359" y="731791"/>
                  </a:lnTo>
                  <a:lnTo>
                    <a:pt x="541521" y="731670"/>
                  </a:lnTo>
                  <a:lnTo>
                    <a:pt x="541700" y="731509"/>
                  </a:lnTo>
                  <a:lnTo>
                    <a:pt x="541784" y="731366"/>
                  </a:lnTo>
                  <a:lnTo>
                    <a:pt x="541956" y="731108"/>
                  </a:lnTo>
                  <a:lnTo>
                    <a:pt x="542368" y="730651"/>
                  </a:lnTo>
                  <a:lnTo>
                    <a:pt x="542611" y="730483"/>
                  </a:lnTo>
                  <a:lnTo>
                    <a:pt x="542742" y="730326"/>
                  </a:lnTo>
                  <a:lnTo>
                    <a:pt x="542957" y="730126"/>
                  </a:lnTo>
                  <a:lnTo>
                    <a:pt x="543476" y="729651"/>
                  </a:lnTo>
                  <a:lnTo>
                    <a:pt x="543667" y="729025"/>
                  </a:lnTo>
                  <a:lnTo>
                    <a:pt x="543828" y="728735"/>
                  </a:lnTo>
                  <a:lnTo>
                    <a:pt x="544073" y="728469"/>
                  </a:lnTo>
                  <a:lnTo>
                    <a:pt x="544253" y="728373"/>
                  </a:lnTo>
                  <a:lnTo>
                    <a:pt x="544369" y="728243"/>
                  </a:lnTo>
                  <a:lnTo>
                    <a:pt x="544503" y="728125"/>
                  </a:lnTo>
                  <a:lnTo>
                    <a:pt x="544720" y="727983"/>
                  </a:lnTo>
                  <a:lnTo>
                    <a:pt x="544902" y="727865"/>
                  </a:lnTo>
                  <a:lnTo>
                    <a:pt x="545073" y="727725"/>
                  </a:lnTo>
                  <a:lnTo>
                    <a:pt x="545304" y="727539"/>
                  </a:lnTo>
                  <a:lnTo>
                    <a:pt x="545610" y="727299"/>
                  </a:lnTo>
                  <a:lnTo>
                    <a:pt x="545678" y="727168"/>
                  </a:lnTo>
                  <a:lnTo>
                    <a:pt x="545803" y="727013"/>
                  </a:lnTo>
                  <a:lnTo>
                    <a:pt x="545957" y="726841"/>
                  </a:lnTo>
                  <a:lnTo>
                    <a:pt x="545491" y="725636"/>
                  </a:lnTo>
                  <a:lnTo>
                    <a:pt x="545628" y="725573"/>
                  </a:lnTo>
                  <a:lnTo>
                    <a:pt x="545967" y="725387"/>
                  </a:lnTo>
                  <a:lnTo>
                    <a:pt x="546185" y="725156"/>
                  </a:lnTo>
                  <a:lnTo>
                    <a:pt x="546338" y="725065"/>
                  </a:lnTo>
                  <a:lnTo>
                    <a:pt x="546524" y="724988"/>
                  </a:lnTo>
                  <a:lnTo>
                    <a:pt x="546677" y="724945"/>
                  </a:lnTo>
                  <a:lnTo>
                    <a:pt x="546823" y="724963"/>
                  </a:lnTo>
                  <a:lnTo>
                    <a:pt x="547288" y="725129"/>
                  </a:lnTo>
                  <a:lnTo>
                    <a:pt x="547415" y="725174"/>
                  </a:lnTo>
                  <a:lnTo>
                    <a:pt x="548001" y="724441"/>
                  </a:lnTo>
                  <a:lnTo>
                    <a:pt x="549548" y="723511"/>
                  </a:lnTo>
                  <a:lnTo>
                    <a:pt x="549676" y="723358"/>
                  </a:lnTo>
                  <a:lnTo>
                    <a:pt x="549865" y="723168"/>
                  </a:lnTo>
                  <a:lnTo>
                    <a:pt x="549993" y="723063"/>
                  </a:lnTo>
                  <a:lnTo>
                    <a:pt x="550123" y="722978"/>
                  </a:lnTo>
                  <a:lnTo>
                    <a:pt x="550304" y="722878"/>
                  </a:lnTo>
                  <a:lnTo>
                    <a:pt x="550522" y="722781"/>
                  </a:lnTo>
                  <a:lnTo>
                    <a:pt x="550686" y="722688"/>
                  </a:lnTo>
                  <a:lnTo>
                    <a:pt x="551330" y="721823"/>
                  </a:lnTo>
                  <a:lnTo>
                    <a:pt x="551487" y="721720"/>
                  </a:lnTo>
                  <a:lnTo>
                    <a:pt x="551615" y="721582"/>
                  </a:lnTo>
                  <a:lnTo>
                    <a:pt x="551777" y="721403"/>
                  </a:lnTo>
                  <a:lnTo>
                    <a:pt x="552023" y="721213"/>
                  </a:lnTo>
                  <a:lnTo>
                    <a:pt x="552459" y="720792"/>
                  </a:lnTo>
                  <a:lnTo>
                    <a:pt x="552697" y="720501"/>
                  </a:lnTo>
                  <a:lnTo>
                    <a:pt x="552851" y="720434"/>
                  </a:lnTo>
                  <a:lnTo>
                    <a:pt x="554698" y="720992"/>
                  </a:lnTo>
                  <a:lnTo>
                    <a:pt x="555095" y="721817"/>
                  </a:lnTo>
                  <a:lnTo>
                    <a:pt x="555227" y="721870"/>
                  </a:lnTo>
                  <a:lnTo>
                    <a:pt x="555440" y="721957"/>
                  </a:lnTo>
                  <a:lnTo>
                    <a:pt x="556035" y="722007"/>
                  </a:lnTo>
                  <a:lnTo>
                    <a:pt x="563341" y="724210"/>
                  </a:lnTo>
                  <a:lnTo>
                    <a:pt x="563471" y="724230"/>
                  </a:lnTo>
                  <a:lnTo>
                    <a:pt x="564270" y="724364"/>
                  </a:lnTo>
                  <a:lnTo>
                    <a:pt x="564492" y="724464"/>
                  </a:lnTo>
                  <a:lnTo>
                    <a:pt x="564626" y="724505"/>
                  </a:lnTo>
                  <a:lnTo>
                    <a:pt x="564755" y="724529"/>
                  </a:lnTo>
                  <a:lnTo>
                    <a:pt x="568762" y="718837"/>
                  </a:lnTo>
                  <a:lnTo>
                    <a:pt x="570421" y="716607"/>
                  </a:lnTo>
                  <a:lnTo>
                    <a:pt x="570504" y="715642"/>
                  </a:lnTo>
                  <a:lnTo>
                    <a:pt x="570501" y="715514"/>
                  </a:lnTo>
                  <a:lnTo>
                    <a:pt x="570491" y="715363"/>
                  </a:lnTo>
                  <a:lnTo>
                    <a:pt x="570392" y="714251"/>
                  </a:lnTo>
                  <a:lnTo>
                    <a:pt x="570352" y="713786"/>
                  </a:lnTo>
                  <a:lnTo>
                    <a:pt x="570595" y="713050"/>
                  </a:lnTo>
                  <a:lnTo>
                    <a:pt x="570575" y="712901"/>
                  </a:lnTo>
                  <a:lnTo>
                    <a:pt x="570600" y="712772"/>
                  </a:lnTo>
                  <a:lnTo>
                    <a:pt x="570626" y="712618"/>
                  </a:lnTo>
                  <a:lnTo>
                    <a:pt x="570748" y="711872"/>
                  </a:lnTo>
                  <a:lnTo>
                    <a:pt x="571024" y="710938"/>
                  </a:lnTo>
                  <a:lnTo>
                    <a:pt x="571082" y="710756"/>
                  </a:lnTo>
                  <a:lnTo>
                    <a:pt x="571135" y="710574"/>
                  </a:lnTo>
                  <a:lnTo>
                    <a:pt x="571188" y="710333"/>
                  </a:lnTo>
                  <a:lnTo>
                    <a:pt x="571222" y="710110"/>
                  </a:lnTo>
                  <a:lnTo>
                    <a:pt x="571238" y="709852"/>
                  </a:lnTo>
                  <a:lnTo>
                    <a:pt x="571159" y="709566"/>
                  </a:lnTo>
                  <a:lnTo>
                    <a:pt x="571175" y="709411"/>
                  </a:lnTo>
                  <a:lnTo>
                    <a:pt x="571244" y="709232"/>
                  </a:lnTo>
                  <a:lnTo>
                    <a:pt x="571324" y="708991"/>
                  </a:lnTo>
                  <a:lnTo>
                    <a:pt x="571417" y="708694"/>
                  </a:lnTo>
                  <a:lnTo>
                    <a:pt x="571486" y="708487"/>
                  </a:lnTo>
                  <a:lnTo>
                    <a:pt x="571566" y="708315"/>
                  </a:lnTo>
                  <a:lnTo>
                    <a:pt x="571642" y="708154"/>
                  </a:lnTo>
                  <a:lnTo>
                    <a:pt x="571693" y="707996"/>
                  </a:lnTo>
                  <a:lnTo>
                    <a:pt x="571712" y="707830"/>
                  </a:lnTo>
                  <a:lnTo>
                    <a:pt x="571735" y="707688"/>
                  </a:lnTo>
                  <a:lnTo>
                    <a:pt x="571755" y="707498"/>
                  </a:lnTo>
                  <a:lnTo>
                    <a:pt x="571899" y="706984"/>
                  </a:lnTo>
                  <a:lnTo>
                    <a:pt x="571973" y="706738"/>
                  </a:lnTo>
                  <a:lnTo>
                    <a:pt x="572105" y="706371"/>
                  </a:lnTo>
                  <a:lnTo>
                    <a:pt x="572184" y="706146"/>
                  </a:lnTo>
                  <a:lnTo>
                    <a:pt x="572260" y="705965"/>
                  </a:lnTo>
                  <a:lnTo>
                    <a:pt x="572269" y="705745"/>
                  </a:lnTo>
                  <a:lnTo>
                    <a:pt x="572381" y="705484"/>
                  </a:lnTo>
                  <a:lnTo>
                    <a:pt x="572387" y="705344"/>
                  </a:lnTo>
                  <a:lnTo>
                    <a:pt x="572355" y="705200"/>
                  </a:lnTo>
                  <a:lnTo>
                    <a:pt x="572429" y="704937"/>
                  </a:lnTo>
                  <a:lnTo>
                    <a:pt x="572152" y="703920"/>
                  </a:lnTo>
                  <a:lnTo>
                    <a:pt x="572149" y="703758"/>
                  </a:lnTo>
                  <a:lnTo>
                    <a:pt x="572182" y="703442"/>
                  </a:lnTo>
                  <a:lnTo>
                    <a:pt x="572225" y="703289"/>
                  </a:lnTo>
                  <a:lnTo>
                    <a:pt x="572866" y="701916"/>
                  </a:lnTo>
                  <a:lnTo>
                    <a:pt x="572961" y="701575"/>
                  </a:lnTo>
                  <a:lnTo>
                    <a:pt x="573039" y="701124"/>
                  </a:lnTo>
                  <a:lnTo>
                    <a:pt x="573080" y="700840"/>
                  </a:lnTo>
                  <a:lnTo>
                    <a:pt x="573341" y="700328"/>
                  </a:lnTo>
                  <a:lnTo>
                    <a:pt x="573300" y="700073"/>
                  </a:lnTo>
                  <a:lnTo>
                    <a:pt x="573369" y="699378"/>
                  </a:lnTo>
                  <a:lnTo>
                    <a:pt x="573294" y="698100"/>
                  </a:lnTo>
                  <a:lnTo>
                    <a:pt x="573304" y="697954"/>
                  </a:lnTo>
                  <a:lnTo>
                    <a:pt x="573319" y="697795"/>
                  </a:lnTo>
                  <a:lnTo>
                    <a:pt x="573339" y="697666"/>
                  </a:lnTo>
                  <a:lnTo>
                    <a:pt x="572750" y="695310"/>
                  </a:lnTo>
                  <a:lnTo>
                    <a:pt x="572750" y="695176"/>
                  </a:lnTo>
                  <a:lnTo>
                    <a:pt x="572754" y="695035"/>
                  </a:lnTo>
                  <a:lnTo>
                    <a:pt x="573138" y="694222"/>
                  </a:lnTo>
                  <a:lnTo>
                    <a:pt x="573172" y="694040"/>
                  </a:lnTo>
                  <a:lnTo>
                    <a:pt x="573254" y="693303"/>
                  </a:lnTo>
                  <a:lnTo>
                    <a:pt x="573736" y="691440"/>
                  </a:lnTo>
                  <a:lnTo>
                    <a:pt x="575388" y="688674"/>
                  </a:lnTo>
                  <a:lnTo>
                    <a:pt x="575579" y="688391"/>
                  </a:lnTo>
                  <a:lnTo>
                    <a:pt x="575654" y="688187"/>
                  </a:lnTo>
                  <a:lnTo>
                    <a:pt x="575735" y="687996"/>
                  </a:lnTo>
                  <a:lnTo>
                    <a:pt x="575832" y="687810"/>
                  </a:lnTo>
                  <a:lnTo>
                    <a:pt x="576620" y="687414"/>
                  </a:lnTo>
                  <a:lnTo>
                    <a:pt x="576662" y="687283"/>
                  </a:lnTo>
                  <a:lnTo>
                    <a:pt x="576730" y="687070"/>
                  </a:lnTo>
                  <a:lnTo>
                    <a:pt x="576798" y="686869"/>
                  </a:lnTo>
                  <a:lnTo>
                    <a:pt x="576967" y="686159"/>
                  </a:lnTo>
                  <a:lnTo>
                    <a:pt x="577004" y="686024"/>
                  </a:lnTo>
                  <a:lnTo>
                    <a:pt x="577063" y="685880"/>
                  </a:lnTo>
                  <a:lnTo>
                    <a:pt x="577125" y="685538"/>
                  </a:lnTo>
                  <a:lnTo>
                    <a:pt x="577163" y="685393"/>
                  </a:lnTo>
                  <a:lnTo>
                    <a:pt x="577196" y="685249"/>
                  </a:lnTo>
                  <a:lnTo>
                    <a:pt x="577349" y="684650"/>
                  </a:lnTo>
                  <a:lnTo>
                    <a:pt x="577369" y="684295"/>
                  </a:lnTo>
                  <a:lnTo>
                    <a:pt x="577345" y="684158"/>
                  </a:lnTo>
                  <a:lnTo>
                    <a:pt x="577332" y="683907"/>
                  </a:lnTo>
                  <a:lnTo>
                    <a:pt x="577361" y="683754"/>
                  </a:lnTo>
                  <a:lnTo>
                    <a:pt x="577395" y="683597"/>
                  </a:lnTo>
                  <a:lnTo>
                    <a:pt x="577396" y="683242"/>
                  </a:lnTo>
                  <a:lnTo>
                    <a:pt x="577354" y="683051"/>
                  </a:lnTo>
                  <a:lnTo>
                    <a:pt x="577308" y="682899"/>
                  </a:lnTo>
                  <a:lnTo>
                    <a:pt x="577106" y="682373"/>
                  </a:lnTo>
                  <a:lnTo>
                    <a:pt x="577069" y="682219"/>
                  </a:lnTo>
                  <a:lnTo>
                    <a:pt x="576653" y="681554"/>
                  </a:lnTo>
                  <a:lnTo>
                    <a:pt x="575562" y="680297"/>
                  </a:lnTo>
                  <a:lnTo>
                    <a:pt x="574658" y="680327"/>
                  </a:lnTo>
                  <a:lnTo>
                    <a:pt x="574461" y="680142"/>
                  </a:lnTo>
                  <a:lnTo>
                    <a:pt x="574267" y="679998"/>
                  </a:lnTo>
                  <a:lnTo>
                    <a:pt x="573988" y="679833"/>
                  </a:lnTo>
                  <a:lnTo>
                    <a:pt x="573923" y="679679"/>
                  </a:lnTo>
                  <a:lnTo>
                    <a:pt x="573875" y="679459"/>
                  </a:lnTo>
                  <a:lnTo>
                    <a:pt x="573878" y="679264"/>
                  </a:lnTo>
                  <a:lnTo>
                    <a:pt x="573892" y="679038"/>
                  </a:lnTo>
                  <a:lnTo>
                    <a:pt x="573835" y="678758"/>
                  </a:lnTo>
                  <a:lnTo>
                    <a:pt x="573653" y="678490"/>
                  </a:lnTo>
                  <a:lnTo>
                    <a:pt x="573364" y="678302"/>
                  </a:lnTo>
                  <a:lnTo>
                    <a:pt x="573122" y="677888"/>
                  </a:lnTo>
                  <a:lnTo>
                    <a:pt x="573043" y="677546"/>
                  </a:lnTo>
                  <a:lnTo>
                    <a:pt x="573087" y="677266"/>
                  </a:lnTo>
                  <a:lnTo>
                    <a:pt x="573056" y="677029"/>
                  </a:lnTo>
                  <a:lnTo>
                    <a:pt x="573235" y="676249"/>
                  </a:lnTo>
                  <a:lnTo>
                    <a:pt x="573165" y="675390"/>
                  </a:lnTo>
                  <a:lnTo>
                    <a:pt x="573084" y="675178"/>
                  </a:lnTo>
                  <a:lnTo>
                    <a:pt x="573036" y="674985"/>
                  </a:lnTo>
                  <a:lnTo>
                    <a:pt x="573009" y="674653"/>
                  </a:lnTo>
                  <a:lnTo>
                    <a:pt x="573106" y="674462"/>
                  </a:lnTo>
                  <a:lnTo>
                    <a:pt x="572004" y="671663"/>
                  </a:lnTo>
                  <a:lnTo>
                    <a:pt x="571916" y="671494"/>
                  </a:lnTo>
                  <a:lnTo>
                    <a:pt x="571632" y="671127"/>
                  </a:lnTo>
                  <a:lnTo>
                    <a:pt x="571364" y="670811"/>
                  </a:lnTo>
                  <a:lnTo>
                    <a:pt x="571196" y="670546"/>
                  </a:lnTo>
                  <a:lnTo>
                    <a:pt x="571011" y="670312"/>
                  </a:lnTo>
                  <a:lnTo>
                    <a:pt x="570881" y="670075"/>
                  </a:lnTo>
                  <a:lnTo>
                    <a:pt x="570619" y="669678"/>
                  </a:lnTo>
                  <a:lnTo>
                    <a:pt x="570376" y="669332"/>
                  </a:lnTo>
                  <a:lnTo>
                    <a:pt x="569811" y="668487"/>
                  </a:lnTo>
                  <a:lnTo>
                    <a:pt x="569728" y="668284"/>
                  </a:lnTo>
                  <a:lnTo>
                    <a:pt x="569582" y="668081"/>
                  </a:lnTo>
                  <a:lnTo>
                    <a:pt x="569342" y="667603"/>
                  </a:lnTo>
                  <a:lnTo>
                    <a:pt x="569155" y="667297"/>
                  </a:lnTo>
                  <a:lnTo>
                    <a:pt x="569047" y="667109"/>
                  </a:lnTo>
                  <a:lnTo>
                    <a:pt x="569007" y="666968"/>
                  </a:lnTo>
                  <a:lnTo>
                    <a:pt x="569048" y="666756"/>
                  </a:lnTo>
                  <a:lnTo>
                    <a:pt x="569202" y="666639"/>
                  </a:lnTo>
                  <a:lnTo>
                    <a:pt x="569366" y="666504"/>
                  </a:lnTo>
                  <a:lnTo>
                    <a:pt x="569547" y="665996"/>
                  </a:lnTo>
                  <a:lnTo>
                    <a:pt x="569367" y="665627"/>
                  </a:lnTo>
                  <a:lnTo>
                    <a:pt x="569267" y="665484"/>
                  </a:lnTo>
                  <a:lnTo>
                    <a:pt x="569230" y="665211"/>
                  </a:lnTo>
                  <a:lnTo>
                    <a:pt x="569197" y="665032"/>
                  </a:lnTo>
                  <a:lnTo>
                    <a:pt x="569090" y="664736"/>
                  </a:lnTo>
                  <a:lnTo>
                    <a:pt x="569037" y="664598"/>
                  </a:lnTo>
                  <a:lnTo>
                    <a:pt x="568961" y="664462"/>
                  </a:lnTo>
                  <a:lnTo>
                    <a:pt x="568901" y="664333"/>
                  </a:lnTo>
                  <a:lnTo>
                    <a:pt x="568556" y="663556"/>
                  </a:lnTo>
                  <a:lnTo>
                    <a:pt x="568494" y="663373"/>
                  </a:lnTo>
                  <a:lnTo>
                    <a:pt x="568446" y="663194"/>
                  </a:lnTo>
                  <a:lnTo>
                    <a:pt x="568416" y="662998"/>
                  </a:lnTo>
                  <a:lnTo>
                    <a:pt x="568398" y="662833"/>
                  </a:lnTo>
                  <a:lnTo>
                    <a:pt x="568385" y="662593"/>
                  </a:lnTo>
                  <a:lnTo>
                    <a:pt x="568401" y="662373"/>
                  </a:lnTo>
                  <a:lnTo>
                    <a:pt x="568447" y="661926"/>
                  </a:lnTo>
                  <a:lnTo>
                    <a:pt x="568454" y="661645"/>
                  </a:lnTo>
                  <a:lnTo>
                    <a:pt x="568436" y="661497"/>
                  </a:lnTo>
                  <a:lnTo>
                    <a:pt x="568512" y="661088"/>
                  </a:lnTo>
                  <a:lnTo>
                    <a:pt x="568589" y="660946"/>
                  </a:lnTo>
                  <a:lnTo>
                    <a:pt x="568482" y="659996"/>
                  </a:lnTo>
                  <a:lnTo>
                    <a:pt x="567163" y="658921"/>
                  </a:lnTo>
                  <a:lnTo>
                    <a:pt x="567138" y="658746"/>
                  </a:lnTo>
                  <a:lnTo>
                    <a:pt x="567148" y="658042"/>
                  </a:lnTo>
                  <a:lnTo>
                    <a:pt x="567106" y="657647"/>
                  </a:lnTo>
                  <a:lnTo>
                    <a:pt x="567118" y="657507"/>
                  </a:lnTo>
                  <a:lnTo>
                    <a:pt x="567091" y="657341"/>
                  </a:lnTo>
                  <a:lnTo>
                    <a:pt x="567263" y="656541"/>
                  </a:lnTo>
                  <a:lnTo>
                    <a:pt x="567513" y="655733"/>
                  </a:lnTo>
                  <a:lnTo>
                    <a:pt x="567543" y="655571"/>
                  </a:lnTo>
                  <a:lnTo>
                    <a:pt x="567563" y="655398"/>
                  </a:lnTo>
                  <a:lnTo>
                    <a:pt x="567595" y="655240"/>
                  </a:lnTo>
                  <a:lnTo>
                    <a:pt x="567627" y="655019"/>
                  </a:lnTo>
                  <a:lnTo>
                    <a:pt x="567645" y="654820"/>
                  </a:lnTo>
                  <a:lnTo>
                    <a:pt x="567629" y="654630"/>
                  </a:lnTo>
                  <a:lnTo>
                    <a:pt x="567599" y="654406"/>
                  </a:lnTo>
                  <a:lnTo>
                    <a:pt x="567569" y="654273"/>
                  </a:lnTo>
                  <a:lnTo>
                    <a:pt x="567526" y="654119"/>
                  </a:lnTo>
                  <a:lnTo>
                    <a:pt x="567453" y="653824"/>
                  </a:lnTo>
                  <a:lnTo>
                    <a:pt x="567432" y="653642"/>
                  </a:lnTo>
                  <a:lnTo>
                    <a:pt x="567430" y="653474"/>
                  </a:lnTo>
                  <a:lnTo>
                    <a:pt x="567451" y="653306"/>
                  </a:lnTo>
                  <a:lnTo>
                    <a:pt x="567477" y="653147"/>
                  </a:lnTo>
                  <a:lnTo>
                    <a:pt x="567525" y="652987"/>
                  </a:lnTo>
                  <a:lnTo>
                    <a:pt x="567600" y="652537"/>
                  </a:lnTo>
                  <a:lnTo>
                    <a:pt x="567632" y="652077"/>
                  </a:lnTo>
                  <a:lnTo>
                    <a:pt x="567988" y="651154"/>
                  </a:lnTo>
                  <a:lnTo>
                    <a:pt x="568039" y="650930"/>
                  </a:lnTo>
                  <a:lnTo>
                    <a:pt x="568057" y="650793"/>
                  </a:lnTo>
                  <a:lnTo>
                    <a:pt x="568033" y="650197"/>
                  </a:lnTo>
                  <a:lnTo>
                    <a:pt x="567730" y="648977"/>
                  </a:lnTo>
                  <a:lnTo>
                    <a:pt x="567617" y="648529"/>
                  </a:lnTo>
                  <a:lnTo>
                    <a:pt x="567500" y="648397"/>
                  </a:lnTo>
                  <a:lnTo>
                    <a:pt x="567362" y="648282"/>
                  </a:lnTo>
                  <a:lnTo>
                    <a:pt x="567231" y="648127"/>
                  </a:lnTo>
                  <a:lnTo>
                    <a:pt x="567135" y="647989"/>
                  </a:lnTo>
                  <a:lnTo>
                    <a:pt x="567093" y="647862"/>
                  </a:lnTo>
                  <a:lnTo>
                    <a:pt x="566987" y="647638"/>
                  </a:lnTo>
                  <a:lnTo>
                    <a:pt x="566570" y="647324"/>
                  </a:lnTo>
                  <a:lnTo>
                    <a:pt x="566011" y="646837"/>
                  </a:lnTo>
                  <a:lnTo>
                    <a:pt x="566028" y="646602"/>
                  </a:lnTo>
                  <a:lnTo>
                    <a:pt x="566071" y="646234"/>
                  </a:lnTo>
                  <a:lnTo>
                    <a:pt x="566056" y="646081"/>
                  </a:lnTo>
                  <a:lnTo>
                    <a:pt x="565928" y="645723"/>
                  </a:lnTo>
                  <a:lnTo>
                    <a:pt x="565906" y="645588"/>
                  </a:lnTo>
                  <a:lnTo>
                    <a:pt x="565859" y="645257"/>
                  </a:lnTo>
                  <a:lnTo>
                    <a:pt x="565822" y="645088"/>
                  </a:lnTo>
                  <a:lnTo>
                    <a:pt x="564827" y="642997"/>
                  </a:lnTo>
                  <a:lnTo>
                    <a:pt x="564592" y="642535"/>
                  </a:lnTo>
                  <a:lnTo>
                    <a:pt x="564061" y="641772"/>
                  </a:lnTo>
                  <a:lnTo>
                    <a:pt x="564016" y="641479"/>
                  </a:lnTo>
                  <a:lnTo>
                    <a:pt x="563962" y="641306"/>
                  </a:lnTo>
                  <a:lnTo>
                    <a:pt x="563880" y="641097"/>
                  </a:lnTo>
                  <a:lnTo>
                    <a:pt x="563779" y="640916"/>
                  </a:lnTo>
                  <a:lnTo>
                    <a:pt x="563712" y="640756"/>
                  </a:lnTo>
                  <a:lnTo>
                    <a:pt x="563602" y="640592"/>
                  </a:lnTo>
                  <a:lnTo>
                    <a:pt x="563438" y="640201"/>
                  </a:lnTo>
                  <a:lnTo>
                    <a:pt x="563324" y="640055"/>
                  </a:lnTo>
                  <a:lnTo>
                    <a:pt x="563273" y="639831"/>
                  </a:lnTo>
                  <a:lnTo>
                    <a:pt x="563041" y="639373"/>
                  </a:lnTo>
                  <a:lnTo>
                    <a:pt x="562946" y="639241"/>
                  </a:lnTo>
                  <a:lnTo>
                    <a:pt x="562886" y="639108"/>
                  </a:lnTo>
                  <a:lnTo>
                    <a:pt x="562838" y="638963"/>
                  </a:lnTo>
                  <a:lnTo>
                    <a:pt x="562744" y="638785"/>
                  </a:lnTo>
                  <a:lnTo>
                    <a:pt x="562684" y="638639"/>
                  </a:lnTo>
                  <a:lnTo>
                    <a:pt x="562640" y="638487"/>
                  </a:lnTo>
                  <a:lnTo>
                    <a:pt x="562588" y="638354"/>
                  </a:lnTo>
                  <a:lnTo>
                    <a:pt x="562489" y="638161"/>
                  </a:lnTo>
                  <a:lnTo>
                    <a:pt x="561677" y="636893"/>
                  </a:lnTo>
                  <a:lnTo>
                    <a:pt x="561406" y="636520"/>
                  </a:lnTo>
                  <a:lnTo>
                    <a:pt x="561289" y="636389"/>
                  </a:lnTo>
                  <a:lnTo>
                    <a:pt x="561179" y="636261"/>
                  </a:lnTo>
                  <a:lnTo>
                    <a:pt x="560747" y="635819"/>
                  </a:lnTo>
                  <a:lnTo>
                    <a:pt x="560530" y="635574"/>
                  </a:lnTo>
                  <a:lnTo>
                    <a:pt x="560407" y="635384"/>
                  </a:lnTo>
                  <a:lnTo>
                    <a:pt x="560291" y="635207"/>
                  </a:lnTo>
                  <a:lnTo>
                    <a:pt x="560201" y="635043"/>
                  </a:lnTo>
                  <a:lnTo>
                    <a:pt x="560130" y="634858"/>
                  </a:lnTo>
                  <a:lnTo>
                    <a:pt x="560174" y="634124"/>
                  </a:lnTo>
                  <a:lnTo>
                    <a:pt x="560213" y="633966"/>
                  </a:lnTo>
                  <a:lnTo>
                    <a:pt x="560218" y="633815"/>
                  </a:lnTo>
                  <a:lnTo>
                    <a:pt x="560186" y="633547"/>
                  </a:lnTo>
                  <a:lnTo>
                    <a:pt x="559856" y="632809"/>
                  </a:lnTo>
                  <a:lnTo>
                    <a:pt x="560787" y="631672"/>
                  </a:lnTo>
                  <a:lnTo>
                    <a:pt x="560846" y="631503"/>
                  </a:lnTo>
                  <a:lnTo>
                    <a:pt x="560897" y="631361"/>
                  </a:lnTo>
                  <a:lnTo>
                    <a:pt x="560981" y="631168"/>
                  </a:lnTo>
                  <a:lnTo>
                    <a:pt x="561088" y="631026"/>
                  </a:lnTo>
                  <a:lnTo>
                    <a:pt x="561385" y="630621"/>
                  </a:lnTo>
                  <a:lnTo>
                    <a:pt x="561425" y="630492"/>
                  </a:lnTo>
                  <a:lnTo>
                    <a:pt x="561348" y="630245"/>
                  </a:lnTo>
                  <a:lnTo>
                    <a:pt x="561264" y="630114"/>
                  </a:lnTo>
                  <a:lnTo>
                    <a:pt x="561102" y="629945"/>
                  </a:lnTo>
                  <a:lnTo>
                    <a:pt x="560968" y="629803"/>
                  </a:lnTo>
                  <a:lnTo>
                    <a:pt x="560815" y="629613"/>
                  </a:lnTo>
                  <a:lnTo>
                    <a:pt x="560728" y="629463"/>
                  </a:lnTo>
                  <a:lnTo>
                    <a:pt x="560630" y="629263"/>
                  </a:lnTo>
                  <a:lnTo>
                    <a:pt x="560560" y="629076"/>
                  </a:lnTo>
                  <a:lnTo>
                    <a:pt x="560514" y="628860"/>
                  </a:lnTo>
                  <a:lnTo>
                    <a:pt x="560329" y="628423"/>
                  </a:lnTo>
                  <a:lnTo>
                    <a:pt x="560257" y="628251"/>
                  </a:lnTo>
                  <a:lnTo>
                    <a:pt x="560245" y="627967"/>
                  </a:lnTo>
                  <a:lnTo>
                    <a:pt x="560267" y="627811"/>
                  </a:lnTo>
                  <a:lnTo>
                    <a:pt x="560380" y="627488"/>
                  </a:lnTo>
                  <a:lnTo>
                    <a:pt x="560586" y="627248"/>
                  </a:lnTo>
                  <a:lnTo>
                    <a:pt x="560660" y="627108"/>
                  </a:lnTo>
                  <a:lnTo>
                    <a:pt x="560699" y="626919"/>
                  </a:lnTo>
                  <a:lnTo>
                    <a:pt x="560748" y="626731"/>
                  </a:lnTo>
                  <a:lnTo>
                    <a:pt x="560770" y="626592"/>
                  </a:lnTo>
                  <a:lnTo>
                    <a:pt x="560779" y="626441"/>
                  </a:lnTo>
                  <a:lnTo>
                    <a:pt x="560551" y="626083"/>
                  </a:lnTo>
                  <a:lnTo>
                    <a:pt x="560388" y="626016"/>
                  </a:lnTo>
                  <a:lnTo>
                    <a:pt x="560107" y="625878"/>
                  </a:lnTo>
                  <a:lnTo>
                    <a:pt x="559967" y="625790"/>
                  </a:lnTo>
                  <a:lnTo>
                    <a:pt x="559805" y="625677"/>
                  </a:lnTo>
                  <a:lnTo>
                    <a:pt x="559167" y="624949"/>
                  </a:lnTo>
                  <a:lnTo>
                    <a:pt x="559175" y="624819"/>
                  </a:lnTo>
                  <a:lnTo>
                    <a:pt x="559242" y="624637"/>
                  </a:lnTo>
                  <a:lnTo>
                    <a:pt x="559284" y="624447"/>
                  </a:lnTo>
                  <a:lnTo>
                    <a:pt x="559322" y="624291"/>
                  </a:lnTo>
                  <a:lnTo>
                    <a:pt x="559340" y="624149"/>
                  </a:lnTo>
                  <a:lnTo>
                    <a:pt x="559333" y="623946"/>
                  </a:lnTo>
                  <a:lnTo>
                    <a:pt x="559322" y="623743"/>
                  </a:lnTo>
                  <a:lnTo>
                    <a:pt x="559274" y="623566"/>
                  </a:lnTo>
                  <a:lnTo>
                    <a:pt x="559196" y="623425"/>
                  </a:lnTo>
                  <a:lnTo>
                    <a:pt x="559118" y="623294"/>
                  </a:lnTo>
                  <a:lnTo>
                    <a:pt x="559039" y="623149"/>
                  </a:lnTo>
                  <a:lnTo>
                    <a:pt x="558989" y="622994"/>
                  </a:lnTo>
                  <a:lnTo>
                    <a:pt x="558957" y="622819"/>
                  </a:lnTo>
                  <a:lnTo>
                    <a:pt x="559010" y="622455"/>
                  </a:lnTo>
                  <a:lnTo>
                    <a:pt x="559280" y="621735"/>
                  </a:lnTo>
                  <a:lnTo>
                    <a:pt x="559259" y="621597"/>
                  </a:lnTo>
                  <a:lnTo>
                    <a:pt x="559118" y="621004"/>
                  </a:lnTo>
                  <a:lnTo>
                    <a:pt x="559022" y="620855"/>
                  </a:lnTo>
                  <a:lnTo>
                    <a:pt x="558317" y="619797"/>
                  </a:lnTo>
                  <a:lnTo>
                    <a:pt x="558315" y="619603"/>
                  </a:lnTo>
                  <a:lnTo>
                    <a:pt x="558344" y="619402"/>
                  </a:lnTo>
                  <a:lnTo>
                    <a:pt x="558345" y="619225"/>
                  </a:lnTo>
                  <a:lnTo>
                    <a:pt x="558335" y="619066"/>
                  </a:lnTo>
                  <a:lnTo>
                    <a:pt x="558266" y="618920"/>
                  </a:lnTo>
                  <a:lnTo>
                    <a:pt x="558211" y="618762"/>
                  </a:lnTo>
                  <a:lnTo>
                    <a:pt x="558208" y="618586"/>
                  </a:lnTo>
                  <a:lnTo>
                    <a:pt x="558234" y="618423"/>
                  </a:lnTo>
                  <a:lnTo>
                    <a:pt x="558491" y="618062"/>
                  </a:lnTo>
                  <a:lnTo>
                    <a:pt x="558648" y="617955"/>
                  </a:lnTo>
                  <a:lnTo>
                    <a:pt x="558812" y="617837"/>
                  </a:lnTo>
                  <a:lnTo>
                    <a:pt x="558973" y="617749"/>
                  </a:lnTo>
                  <a:lnTo>
                    <a:pt x="559285" y="617718"/>
                  </a:lnTo>
                  <a:lnTo>
                    <a:pt x="559801" y="617069"/>
                  </a:lnTo>
                  <a:lnTo>
                    <a:pt x="559832" y="616915"/>
                  </a:lnTo>
                  <a:lnTo>
                    <a:pt x="559907" y="616739"/>
                  </a:lnTo>
                  <a:lnTo>
                    <a:pt x="559975" y="616560"/>
                  </a:lnTo>
                  <a:lnTo>
                    <a:pt x="560046" y="616428"/>
                  </a:lnTo>
                  <a:lnTo>
                    <a:pt x="560118" y="616284"/>
                  </a:lnTo>
                  <a:lnTo>
                    <a:pt x="560238" y="616148"/>
                  </a:lnTo>
                  <a:lnTo>
                    <a:pt x="560496" y="615713"/>
                  </a:lnTo>
                  <a:lnTo>
                    <a:pt x="560513" y="615512"/>
                  </a:lnTo>
                  <a:lnTo>
                    <a:pt x="560566" y="615305"/>
                  </a:lnTo>
                  <a:lnTo>
                    <a:pt x="560655" y="615101"/>
                  </a:lnTo>
                  <a:lnTo>
                    <a:pt x="560647" y="614908"/>
                  </a:lnTo>
                  <a:lnTo>
                    <a:pt x="560595" y="614746"/>
                  </a:lnTo>
                  <a:lnTo>
                    <a:pt x="560521" y="614606"/>
                  </a:lnTo>
                  <a:lnTo>
                    <a:pt x="560443" y="614450"/>
                  </a:lnTo>
                  <a:lnTo>
                    <a:pt x="560346" y="614274"/>
                  </a:lnTo>
                  <a:lnTo>
                    <a:pt x="560211" y="614044"/>
                  </a:lnTo>
                  <a:lnTo>
                    <a:pt x="560060" y="613750"/>
                  </a:lnTo>
                  <a:lnTo>
                    <a:pt x="559975" y="613490"/>
                  </a:lnTo>
                  <a:lnTo>
                    <a:pt x="559962" y="613303"/>
                  </a:lnTo>
                  <a:lnTo>
                    <a:pt x="559989" y="613111"/>
                  </a:lnTo>
                  <a:lnTo>
                    <a:pt x="560040" y="612883"/>
                  </a:lnTo>
                  <a:lnTo>
                    <a:pt x="560124" y="612672"/>
                  </a:lnTo>
                  <a:lnTo>
                    <a:pt x="560330" y="612391"/>
                  </a:lnTo>
                  <a:lnTo>
                    <a:pt x="561108" y="611347"/>
                  </a:lnTo>
                  <a:lnTo>
                    <a:pt x="561032" y="611197"/>
                  </a:lnTo>
                  <a:lnTo>
                    <a:pt x="560926" y="611049"/>
                  </a:lnTo>
                  <a:lnTo>
                    <a:pt x="560757" y="610819"/>
                  </a:lnTo>
                  <a:lnTo>
                    <a:pt x="560653" y="610682"/>
                  </a:lnTo>
                  <a:lnTo>
                    <a:pt x="560467" y="610431"/>
                  </a:lnTo>
                  <a:lnTo>
                    <a:pt x="560431" y="610300"/>
                  </a:lnTo>
                  <a:lnTo>
                    <a:pt x="560400" y="610144"/>
                  </a:lnTo>
                  <a:lnTo>
                    <a:pt x="560403" y="609960"/>
                  </a:lnTo>
                  <a:lnTo>
                    <a:pt x="560450" y="609781"/>
                  </a:lnTo>
                  <a:lnTo>
                    <a:pt x="560550" y="609619"/>
                  </a:lnTo>
                  <a:lnTo>
                    <a:pt x="560916" y="609284"/>
                  </a:lnTo>
                  <a:lnTo>
                    <a:pt x="561130" y="608850"/>
                  </a:lnTo>
                  <a:lnTo>
                    <a:pt x="561081" y="608688"/>
                  </a:lnTo>
                  <a:lnTo>
                    <a:pt x="561020" y="608515"/>
                  </a:lnTo>
                  <a:lnTo>
                    <a:pt x="560970" y="608364"/>
                  </a:lnTo>
                  <a:lnTo>
                    <a:pt x="560917" y="608229"/>
                  </a:lnTo>
                  <a:lnTo>
                    <a:pt x="560716" y="607770"/>
                  </a:lnTo>
                  <a:lnTo>
                    <a:pt x="560651" y="607580"/>
                  </a:lnTo>
                  <a:lnTo>
                    <a:pt x="560590" y="607364"/>
                  </a:lnTo>
                  <a:lnTo>
                    <a:pt x="560401" y="606968"/>
                  </a:lnTo>
                  <a:lnTo>
                    <a:pt x="560139" y="606829"/>
                  </a:lnTo>
                  <a:lnTo>
                    <a:pt x="559458" y="606433"/>
                  </a:lnTo>
                  <a:lnTo>
                    <a:pt x="559416" y="606274"/>
                  </a:lnTo>
                  <a:lnTo>
                    <a:pt x="559397" y="606014"/>
                  </a:lnTo>
                  <a:lnTo>
                    <a:pt x="559368" y="605784"/>
                  </a:lnTo>
                  <a:lnTo>
                    <a:pt x="559427" y="605522"/>
                  </a:lnTo>
                  <a:lnTo>
                    <a:pt x="559557" y="605476"/>
                  </a:lnTo>
                  <a:lnTo>
                    <a:pt x="559734" y="605416"/>
                  </a:lnTo>
                  <a:lnTo>
                    <a:pt x="560019" y="604839"/>
                  </a:lnTo>
                  <a:lnTo>
                    <a:pt x="560156" y="604725"/>
                  </a:lnTo>
                  <a:lnTo>
                    <a:pt x="560329" y="604292"/>
                  </a:lnTo>
                  <a:lnTo>
                    <a:pt x="560309" y="604133"/>
                  </a:lnTo>
                  <a:lnTo>
                    <a:pt x="560294" y="603987"/>
                  </a:lnTo>
                  <a:lnTo>
                    <a:pt x="560236" y="603715"/>
                  </a:lnTo>
                  <a:lnTo>
                    <a:pt x="560076" y="603471"/>
                  </a:lnTo>
                  <a:lnTo>
                    <a:pt x="559947" y="603392"/>
                  </a:lnTo>
                  <a:lnTo>
                    <a:pt x="559661" y="603283"/>
                  </a:lnTo>
                  <a:lnTo>
                    <a:pt x="559418" y="603147"/>
                  </a:lnTo>
                  <a:lnTo>
                    <a:pt x="559343" y="603002"/>
                  </a:lnTo>
                  <a:lnTo>
                    <a:pt x="559235" y="602862"/>
                  </a:lnTo>
                  <a:lnTo>
                    <a:pt x="559151" y="602729"/>
                  </a:lnTo>
                  <a:lnTo>
                    <a:pt x="559062" y="602513"/>
                  </a:lnTo>
                  <a:lnTo>
                    <a:pt x="558976" y="602358"/>
                  </a:lnTo>
                  <a:lnTo>
                    <a:pt x="558931" y="602199"/>
                  </a:lnTo>
                  <a:lnTo>
                    <a:pt x="558973" y="601974"/>
                  </a:lnTo>
                  <a:lnTo>
                    <a:pt x="558959" y="601837"/>
                  </a:lnTo>
                  <a:lnTo>
                    <a:pt x="558939" y="601686"/>
                  </a:lnTo>
                  <a:lnTo>
                    <a:pt x="558926" y="601446"/>
                  </a:lnTo>
                  <a:lnTo>
                    <a:pt x="558921" y="601183"/>
                  </a:lnTo>
                  <a:lnTo>
                    <a:pt x="558906" y="600942"/>
                  </a:lnTo>
                  <a:lnTo>
                    <a:pt x="558882" y="600737"/>
                  </a:lnTo>
                  <a:lnTo>
                    <a:pt x="558871" y="600523"/>
                  </a:lnTo>
                  <a:lnTo>
                    <a:pt x="558882" y="600354"/>
                  </a:lnTo>
                  <a:lnTo>
                    <a:pt x="558870" y="600163"/>
                  </a:lnTo>
                  <a:lnTo>
                    <a:pt x="558865" y="599949"/>
                  </a:lnTo>
                  <a:lnTo>
                    <a:pt x="558911" y="599751"/>
                  </a:lnTo>
                  <a:lnTo>
                    <a:pt x="559014" y="599555"/>
                  </a:lnTo>
                  <a:lnTo>
                    <a:pt x="559098" y="599386"/>
                  </a:lnTo>
                  <a:lnTo>
                    <a:pt x="559214" y="599187"/>
                  </a:lnTo>
                  <a:lnTo>
                    <a:pt x="559355" y="599015"/>
                  </a:lnTo>
                  <a:lnTo>
                    <a:pt x="559456" y="598851"/>
                  </a:lnTo>
                  <a:lnTo>
                    <a:pt x="559545" y="598678"/>
                  </a:lnTo>
                  <a:lnTo>
                    <a:pt x="559614" y="598540"/>
                  </a:lnTo>
                  <a:lnTo>
                    <a:pt x="560019" y="597766"/>
                  </a:lnTo>
                  <a:lnTo>
                    <a:pt x="560002" y="597627"/>
                  </a:lnTo>
                  <a:lnTo>
                    <a:pt x="560022" y="597496"/>
                  </a:lnTo>
                  <a:lnTo>
                    <a:pt x="560196" y="597144"/>
                  </a:lnTo>
                  <a:lnTo>
                    <a:pt x="560174" y="596979"/>
                  </a:lnTo>
                  <a:lnTo>
                    <a:pt x="560136" y="596812"/>
                  </a:lnTo>
                  <a:lnTo>
                    <a:pt x="560091" y="596614"/>
                  </a:lnTo>
                  <a:lnTo>
                    <a:pt x="560038" y="596466"/>
                  </a:lnTo>
                  <a:lnTo>
                    <a:pt x="559986" y="596278"/>
                  </a:lnTo>
                  <a:lnTo>
                    <a:pt x="559992" y="596020"/>
                  </a:lnTo>
                  <a:lnTo>
                    <a:pt x="560042" y="595718"/>
                  </a:lnTo>
                  <a:lnTo>
                    <a:pt x="560258" y="595141"/>
                  </a:lnTo>
                  <a:lnTo>
                    <a:pt x="560144" y="594870"/>
                  </a:lnTo>
                  <a:lnTo>
                    <a:pt x="559908" y="594542"/>
                  </a:lnTo>
                  <a:lnTo>
                    <a:pt x="559840" y="594384"/>
                  </a:lnTo>
                  <a:lnTo>
                    <a:pt x="559781" y="594221"/>
                  </a:lnTo>
                  <a:lnTo>
                    <a:pt x="559711" y="594012"/>
                  </a:lnTo>
                  <a:lnTo>
                    <a:pt x="559662" y="593831"/>
                  </a:lnTo>
                  <a:lnTo>
                    <a:pt x="559609" y="593638"/>
                  </a:lnTo>
                  <a:lnTo>
                    <a:pt x="559587" y="593475"/>
                  </a:lnTo>
                  <a:lnTo>
                    <a:pt x="559833" y="593123"/>
                  </a:lnTo>
                  <a:lnTo>
                    <a:pt x="559961" y="593055"/>
                  </a:lnTo>
                  <a:lnTo>
                    <a:pt x="560093" y="592977"/>
                  </a:lnTo>
                  <a:lnTo>
                    <a:pt x="560413" y="592701"/>
                  </a:lnTo>
                  <a:lnTo>
                    <a:pt x="560542" y="592492"/>
                  </a:lnTo>
                  <a:lnTo>
                    <a:pt x="560692" y="592380"/>
                  </a:lnTo>
                  <a:lnTo>
                    <a:pt x="560893" y="592312"/>
                  </a:lnTo>
                  <a:lnTo>
                    <a:pt x="561217" y="591962"/>
                  </a:lnTo>
                  <a:lnTo>
                    <a:pt x="561263" y="591830"/>
                  </a:lnTo>
                  <a:lnTo>
                    <a:pt x="561316" y="591441"/>
                  </a:lnTo>
                  <a:lnTo>
                    <a:pt x="561075" y="590768"/>
                  </a:lnTo>
                  <a:lnTo>
                    <a:pt x="561068" y="590525"/>
                  </a:lnTo>
                  <a:lnTo>
                    <a:pt x="561024" y="590392"/>
                  </a:lnTo>
                  <a:lnTo>
                    <a:pt x="560987" y="590231"/>
                  </a:lnTo>
                  <a:lnTo>
                    <a:pt x="561053" y="589826"/>
                  </a:lnTo>
                  <a:lnTo>
                    <a:pt x="561215" y="589368"/>
                  </a:lnTo>
                  <a:lnTo>
                    <a:pt x="561198" y="589131"/>
                  </a:lnTo>
                  <a:lnTo>
                    <a:pt x="561237" y="588901"/>
                  </a:lnTo>
                  <a:lnTo>
                    <a:pt x="561708" y="588447"/>
                  </a:lnTo>
                  <a:lnTo>
                    <a:pt x="561875" y="588391"/>
                  </a:lnTo>
                  <a:lnTo>
                    <a:pt x="562367" y="588195"/>
                  </a:lnTo>
                  <a:lnTo>
                    <a:pt x="562512" y="588190"/>
                  </a:lnTo>
                  <a:lnTo>
                    <a:pt x="562666" y="588141"/>
                  </a:lnTo>
                  <a:lnTo>
                    <a:pt x="563598" y="587542"/>
                  </a:lnTo>
                  <a:lnTo>
                    <a:pt x="564193" y="587195"/>
                  </a:lnTo>
                  <a:lnTo>
                    <a:pt x="564302" y="587061"/>
                  </a:lnTo>
                  <a:lnTo>
                    <a:pt x="564379" y="586893"/>
                  </a:lnTo>
                  <a:lnTo>
                    <a:pt x="564415" y="586736"/>
                  </a:lnTo>
                  <a:lnTo>
                    <a:pt x="564394" y="586579"/>
                  </a:lnTo>
                  <a:lnTo>
                    <a:pt x="564243" y="586052"/>
                  </a:lnTo>
                  <a:lnTo>
                    <a:pt x="564172" y="585920"/>
                  </a:lnTo>
                  <a:lnTo>
                    <a:pt x="564030" y="585662"/>
                  </a:lnTo>
                  <a:lnTo>
                    <a:pt x="563967" y="585504"/>
                  </a:lnTo>
                  <a:lnTo>
                    <a:pt x="563905" y="585326"/>
                  </a:lnTo>
                  <a:lnTo>
                    <a:pt x="563875" y="585152"/>
                  </a:lnTo>
                  <a:lnTo>
                    <a:pt x="563856" y="585003"/>
                  </a:lnTo>
                  <a:lnTo>
                    <a:pt x="563846" y="584860"/>
                  </a:lnTo>
                  <a:lnTo>
                    <a:pt x="563847" y="584660"/>
                  </a:lnTo>
                  <a:lnTo>
                    <a:pt x="563862" y="584476"/>
                  </a:lnTo>
                  <a:lnTo>
                    <a:pt x="563859" y="584301"/>
                  </a:lnTo>
                  <a:lnTo>
                    <a:pt x="563839" y="584141"/>
                  </a:lnTo>
                  <a:lnTo>
                    <a:pt x="563830" y="584001"/>
                  </a:lnTo>
                  <a:lnTo>
                    <a:pt x="563815" y="583830"/>
                  </a:lnTo>
                  <a:lnTo>
                    <a:pt x="563507" y="583237"/>
                  </a:lnTo>
                  <a:lnTo>
                    <a:pt x="563351" y="583217"/>
                  </a:lnTo>
                  <a:lnTo>
                    <a:pt x="563148" y="583112"/>
                  </a:lnTo>
                  <a:lnTo>
                    <a:pt x="563081" y="582970"/>
                  </a:lnTo>
                  <a:lnTo>
                    <a:pt x="563059" y="582800"/>
                  </a:lnTo>
                  <a:lnTo>
                    <a:pt x="563070" y="582591"/>
                  </a:lnTo>
                  <a:lnTo>
                    <a:pt x="563142" y="582401"/>
                  </a:lnTo>
                  <a:lnTo>
                    <a:pt x="563432" y="582010"/>
                  </a:lnTo>
                  <a:lnTo>
                    <a:pt x="563512" y="581875"/>
                  </a:lnTo>
                  <a:lnTo>
                    <a:pt x="563543" y="581748"/>
                  </a:lnTo>
                  <a:lnTo>
                    <a:pt x="563657" y="581342"/>
                  </a:lnTo>
                  <a:lnTo>
                    <a:pt x="564078" y="581081"/>
                  </a:lnTo>
                  <a:lnTo>
                    <a:pt x="564210" y="580938"/>
                  </a:lnTo>
                  <a:lnTo>
                    <a:pt x="564323" y="580782"/>
                  </a:lnTo>
                  <a:lnTo>
                    <a:pt x="564372" y="580604"/>
                  </a:lnTo>
                  <a:lnTo>
                    <a:pt x="564432" y="580384"/>
                  </a:lnTo>
                  <a:lnTo>
                    <a:pt x="564446" y="580142"/>
                  </a:lnTo>
                  <a:lnTo>
                    <a:pt x="564439" y="579967"/>
                  </a:lnTo>
                  <a:lnTo>
                    <a:pt x="564395" y="579784"/>
                  </a:lnTo>
                  <a:lnTo>
                    <a:pt x="564369" y="579614"/>
                  </a:lnTo>
                  <a:lnTo>
                    <a:pt x="564400" y="578417"/>
                  </a:lnTo>
                  <a:lnTo>
                    <a:pt x="564467" y="578227"/>
                  </a:lnTo>
                  <a:lnTo>
                    <a:pt x="564951" y="577450"/>
                  </a:lnTo>
                  <a:lnTo>
                    <a:pt x="565488" y="576786"/>
                  </a:lnTo>
                  <a:lnTo>
                    <a:pt x="565385" y="576643"/>
                  </a:lnTo>
                  <a:lnTo>
                    <a:pt x="565304" y="576504"/>
                  </a:lnTo>
                  <a:lnTo>
                    <a:pt x="565227" y="576355"/>
                  </a:lnTo>
                  <a:lnTo>
                    <a:pt x="565159" y="576193"/>
                  </a:lnTo>
                  <a:lnTo>
                    <a:pt x="564135" y="574783"/>
                  </a:lnTo>
                  <a:lnTo>
                    <a:pt x="563420" y="573599"/>
                  </a:lnTo>
                  <a:lnTo>
                    <a:pt x="563244" y="573508"/>
                  </a:lnTo>
                  <a:lnTo>
                    <a:pt x="563091" y="573498"/>
                  </a:lnTo>
                  <a:lnTo>
                    <a:pt x="562952" y="573512"/>
                  </a:lnTo>
                  <a:lnTo>
                    <a:pt x="562810" y="573582"/>
                  </a:lnTo>
                  <a:lnTo>
                    <a:pt x="562671" y="573673"/>
                  </a:lnTo>
                  <a:lnTo>
                    <a:pt x="562427" y="573884"/>
                  </a:lnTo>
                  <a:lnTo>
                    <a:pt x="562249" y="574062"/>
                  </a:lnTo>
                  <a:lnTo>
                    <a:pt x="562030" y="574223"/>
                  </a:lnTo>
                  <a:lnTo>
                    <a:pt x="561887" y="574306"/>
                  </a:lnTo>
                  <a:lnTo>
                    <a:pt x="561422" y="573811"/>
                  </a:lnTo>
                  <a:lnTo>
                    <a:pt x="561394" y="573684"/>
                  </a:lnTo>
                  <a:lnTo>
                    <a:pt x="561268" y="573486"/>
                  </a:lnTo>
                  <a:lnTo>
                    <a:pt x="561040" y="573262"/>
                  </a:lnTo>
                  <a:lnTo>
                    <a:pt x="561021" y="573129"/>
                  </a:lnTo>
                  <a:lnTo>
                    <a:pt x="561290" y="572602"/>
                  </a:lnTo>
                  <a:lnTo>
                    <a:pt x="561446" y="572527"/>
                  </a:lnTo>
                  <a:lnTo>
                    <a:pt x="561634" y="572447"/>
                  </a:lnTo>
                  <a:lnTo>
                    <a:pt x="561843" y="572373"/>
                  </a:lnTo>
                  <a:lnTo>
                    <a:pt x="562056" y="572302"/>
                  </a:lnTo>
                  <a:lnTo>
                    <a:pt x="562271" y="572112"/>
                  </a:lnTo>
                  <a:lnTo>
                    <a:pt x="562234" y="571758"/>
                  </a:lnTo>
                  <a:lnTo>
                    <a:pt x="562173" y="571622"/>
                  </a:lnTo>
                  <a:lnTo>
                    <a:pt x="562110" y="571430"/>
                  </a:lnTo>
                  <a:lnTo>
                    <a:pt x="561503" y="570854"/>
                  </a:lnTo>
                  <a:lnTo>
                    <a:pt x="561340" y="570797"/>
                  </a:lnTo>
                  <a:lnTo>
                    <a:pt x="561047" y="570728"/>
                  </a:lnTo>
                  <a:lnTo>
                    <a:pt x="560823" y="570623"/>
                  </a:lnTo>
                  <a:lnTo>
                    <a:pt x="560539" y="570515"/>
                  </a:lnTo>
                  <a:lnTo>
                    <a:pt x="560286" y="570527"/>
                  </a:lnTo>
                  <a:lnTo>
                    <a:pt x="559988" y="570583"/>
                  </a:lnTo>
                  <a:lnTo>
                    <a:pt x="559684" y="570674"/>
                  </a:lnTo>
                  <a:lnTo>
                    <a:pt x="559333" y="570750"/>
                  </a:lnTo>
                  <a:lnTo>
                    <a:pt x="559176" y="570658"/>
                  </a:lnTo>
                  <a:lnTo>
                    <a:pt x="559013" y="570507"/>
                  </a:lnTo>
                  <a:lnTo>
                    <a:pt x="558893" y="570339"/>
                  </a:lnTo>
                  <a:lnTo>
                    <a:pt x="558878" y="570206"/>
                  </a:lnTo>
                  <a:lnTo>
                    <a:pt x="558946" y="569908"/>
                  </a:lnTo>
                  <a:lnTo>
                    <a:pt x="558959" y="569679"/>
                  </a:lnTo>
                  <a:lnTo>
                    <a:pt x="559045" y="569503"/>
                  </a:lnTo>
                  <a:lnTo>
                    <a:pt x="559141" y="569299"/>
                  </a:lnTo>
                  <a:lnTo>
                    <a:pt x="559319" y="569090"/>
                  </a:lnTo>
                  <a:lnTo>
                    <a:pt x="559467" y="569008"/>
                  </a:lnTo>
                  <a:lnTo>
                    <a:pt x="559626" y="568967"/>
                  </a:lnTo>
                  <a:lnTo>
                    <a:pt x="559788" y="568957"/>
                  </a:lnTo>
                  <a:lnTo>
                    <a:pt x="559917" y="568905"/>
                  </a:lnTo>
                  <a:lnTo>
                    <a:pt x="560057" y="568812"/>
                  </a:lnTo>
                  <a:lnTo>
                    <a:pt x="560164" y="568660"/>
                  </a:lnTo>
                  <a:lnTo>
                    <a:pt x="560224" y="568517"/>
                  </a:lnTo>
                  <a:lnTo>
                    <a:pt x="560251" y="568218"/>
                  </a:lnTo>
                  <a:lnTo>
                    <a:pt x="560257" y="567876"/>
                  </a:lnTo>
                  <a:lnTo>
                    <a:pt x="560216" y="567575"/>
                  </a:lnTo>
                  <a:lnTo>
                    <a:pt x="560117" y="567281"/>
                  </a:lnTo>
                  <a:lnTo>
                    <a:pt x="559921" y="566995"/>
                  </a:lnTo>
                  <a:lnTo>
                    <a:pt x="559786" y="566942"/>
                  </a:lnTo>
                  <a:lnTo>
                    <a:pt x="559532" y="566676"/>
                  </a:lnTo>
                  <a:lnTo>
                    <a:pt x="559550" y="566546"/>
                  </a:lnTo>
                  <a:lnTo>
                    <a:pt x="559539" y="566384"/>
                  </a:lnTo>
                  <a:lnTo>
                    <a:pt x="559525" y="566232"/>
                  </a:lnTo>
                  <a:lnTo>
                    <a:pt x="559531" y="566079"/>
                  </a:lnTo>
                  <a:lnTo>
                    <a:pt x="559598" y="565933"/>
                  </a:lnTo>
                  <a:lnTo>
                    <a:pt x="559721" y="565770"/>
                  </a:lnTo>
                  <a:lnTo>
                    <a:pt x="559831" y="565633"/>
                  </a:lnTo>
                  <a:lnTo>
                    <a:pt x="559958" y="565460"/>
                  </a:lnTo>
                  <a:lnTo>
                    <a:pt x="560043" y="565282"/>
                  </a:lnTo>
                  <a:lnTo>
                    <a:pt x="560142" y="565065"/>
                  </a:lnTo>
                  <a:lnTo>
                    <a:pt x="560232" y="564825"/>
                  </a:lnTo>
                  <a:lnTo>
                    <a:pt x="560311" y="564565"/>
                  </a:lnTo>
                  <a:lnTo>
                    <a:pt x="560308" y="564367"/>
                  </a:lnTo>
                  <a:lnTo>
                    <a:pt x="560295" y="564159"/>
                  </a:lnTo>
                  <a:lnTo>
                    <a:pt x="560287" y="563978"/>
                  </a:lnTo>
                  <a:lnTo>
                    <a:pt x="560266" y="563727"/>
                  </a:lnTo>
                  <a:lnTo>
                    <a:pt x="560231" y="563482"/>
                  </a:lnTo>
                  <a:lnTo>
                    <a:pt x="560232" y="563221"/>
                  </a:lnTo>
                  <a:lnTo>
                    <a:pt x="560298" y="562961"/>
                  </a:lnTo>
                  <a:lnTo>
                    <a:pt x="560404" y="562705"/>
                  </a:lnTo>
                  <a:lnTo>
                    <a:pt x="560540" y="562504"/>
                  </a:lnTo>
                  <a:lnTo>
                    <a:pt x="560647" y="562319"/>
                  </a:lnTo>
                  <a:lnTo>
                    <a:pt x="560703" y="562145"/>
                  </a:lnTo>
                  <a:lnTo>
                    <a:pt x="560743" y="561971"/>
                  </a:lnTo>
                  <a:lnTo>
                    <a:pt x="560699" y="561801"/>
                  </a:lnTo>
                  <a:lnTo>
                    <a:pt x="560650" y="561534"/>
                  </a:lnTo>
                  <a:lnTo>
                    <a:pt x="560666" y="561339"/>
                  </a:lnTo>
                  <a:lnTo>
                    <a:pt x="560763" y="561101"/>
                  </a:lnTo>
                  <a:lnTo>
                    <a:pt x="560822" y="560868"/>
                  </a:lnTo>
                  <a:lnTo>
                    <a:pt x="560859" y="560719"/>
                  </a:lnTo>
                  <a:lnTo>
                    <a:pt x="560856" y="560521"/>
                  </a:lnTo>
                  <a:lnTo>
                    <a:pt x="560829" y="560372"/>
                  </a:lnTo>
                  <a:lnTo>
                    <a:pt x="560740" y="560010"/>
                  </a:lnTo>
                  <a:lnTo>
                    <a:pt x="560718" y="559751"/>
                  </a:lnTo>
                  <a:lnTo>
                    <a:pt x="560723" y="559474"/>
                  </a:lnTo>
                  <a:lnTo>
                    <a:pt x="560691" y="559160"/>
                  </a:lnTo>
                  <a:lnTo>
                    <a:pt x="560567" y="558087"/>
                  </a:lnTo>
                  <a:lnTo>
                    <a:pt x="560586" y="557609"/>
                  </a:lnTo>
                  <a:lnTo>
                    <a:pt x="560568" y="557362"/>
                  </a:lnTo>
                  <a:lnTo>
                    <a:pt x="560553" y="556928"/>
                  </a:lnTo>
                  <a:lnTo>
                    <a:pt x="560570" y="556625"/>
                  </a:lnTo>
                  <a:lnTo>
                    <a:pt x="560643" y="556366"/>
                  </a:lnTo>
                  <a:lnTo>
                    <a:pt x="560733" y="556162"/>
                  </a:lnTo>
                  <a:lnTo>
                    <a:pt x="560837" y="555967"/>
                  </a:lnTo>
                  <a:lnTo>
                    <a:pt x="561074" y="555678"/>
                  </a:lnTo>
                  <a:lnTo>
                    <a:pt x="561283" y="555512"/>
                  </a:lnTo>
                  <a:lnTo>
                    <a:pt x="561507" y="555345"/>
                  </a:lnTo>
                  <a:lnTo>
                    <a:pt x="561803" y="555124"/>
                  </a:lnTo>
                  <a:lnTo>
                    <a:pt x="562119" y="554902"/>
                  </a:lnTo>
                  <a:lnTo>
                    <a:pt x="562436" y="554623"/>
                  </a:lnTo>
                  <a:lnTo>
                    <a:pt x="562732" y="554391"/>
                  </a:lnTo>
                  <a:lnTo>
                    <a:pt x="562983" y="554172"/>
                  </a:lnTo>
                  <a:lnTo>
                    <a:pt x="563136" y="554006"/>
                  </a:lnTo>
                  <a:lnTo>
                    <a:pt x="563185" y="553850"/>
                  </a:lnTo>
                  <a:lnTo>
                    <a:pt x="563042" y="553521"/>
                  </a:lnTo>
                  <a:lnTo>
                    <a:pt x="562988" y="553382"/>
                  </a:lnTo>
                  <a:lnTo>
                    <a:pt x="562875" y="552901"/>
                  </a:lnTo>
                  <a:lnTo>
                    <a:pt x="562885" y="552772"/>
                  </a:lnTo>
                  <a:lnTo>
                    <a:pt x="562874" y="552611"/>
                  </a:lnTo>
                  <a:lnTo>
                    <a:pt x="562879" y="552474"/>
                  </a:lnTo>
                  <a:lnTo>
                    <a:pt x="562597" y="551472"/>
                  </a:lnTo>
                  <a:lnTo>
                    <a:pt x="562313" y="551164"/>
                  </a:lnTo>
                  <a:lnTo>
                    <a:pt x="562148" y="551048"/>
                  </a:lnTo>
                  <a:lnTo>
                    <a:pt x="561976" y="550974"/>
                  </a:lnTo>
                  <a:lnTo>
                    <a:pt x="561783" y="550884"/>
                  </a:lnTo>
                  <a:lnTo>
                    <a:pt x="561655" y="550804"/>
                  </a:lnTo>
                  <a:lnTo>
                    <a:pt x="560760" y="549968"/>
                  </a:lnTo>
                  <a:lnTo>
                    <a:pt x="560763" y="549777"/>
                  </a:lnTo>
                  <a:lnTo>
                    <a:pt x="560731" y="549646"/>
                  </a:lnTo>
                  <a:lnTo>
                    <a:pt x="560546" y="549350"/>
                  </a:lnTo>
                  <a:lnTo>
                    <a:pt x="560550" y="549075"/>
                  </a:lnTo>
                  <a:lnTo>
                    <a:pt x="560578" y="548878"/>
                  </a:lnTo>
                  <a:lnTo>
                    <a:pt x="560603" y="548677"/>
                  </a:lnTo>
                  <a:lnTo>
                    <a:pt x="560621" y="548487"/>
                  </a:lnTo>
                  <a:lnTo>
                    <a:pt x="560632" y="548283"/>
                  </a:lnTo>
                  <a:lnTo>
                    <a:pt x="560668" y="548066"/>
                  </a:lnTo>
                  <a:lnTo>
                    <a:pt x="560721" y="547839"/>
                  </a:lnTo>
                  <a:lnTo>
                    <a:pt x="560794" y="547623"/>
                  </a:lnTo>
                  <a:lnTo>
                    <a:pt x="560855" y="547463"/>
                  </a:lnTo>
                  <a:lnTo>
                    <a:pt x="560926" y="547259"/>
                  </a:lnTo>
                  <a:lnTo>
                    <a:pt x="560982" y="547052"/>
                  </a:lnTo>
                  <a:lnTo>
                    <a:pt x="561033" y="546860"/>
                  </a:lnTo>
                  <a:lnTo>
                    <a:pt x="561090" y="546681"/>
                  </a:lnTo>
                  <a:lnTo>
                    <a:pt x="561101" y="546504"/>
                  </a:lnTo>
                  <a:lnTo>
                    <a:pt x="561118" y="546221"/>
                  </a:lnTo>
                  <a:lnTo>
                    <a:pt x="561152" y="546073"/>
                  </a:lnTo>
                  <a:lnTo>
                    <a:pt x="560934" y="545297"/>
                  </a:lnTo>
                  <a:lnTo>
                    <a:pt x="560757" y="544818"/>
                  </a:lnTo>
                  <a:lnTo>
                    <a:pt x="560845" y="544575"/>
                  </a:lnTo>
                  <a:lnTo>
                    <a:pt x="560904" y="544442"/>
                  </a:lnTo>
                  <a:lnTo>
                    <a:pt x="560929" y="544310"/>
                  </a:lnTo>
                  <a:lnTo>
                    <a:pt x="560942" y="544159"/>
                  </a:lnTo>
                  <a:lnTo>
                    <a:pt x="560963" y="544021"/>
                  </a:lnTo>
                  <a:lnTo>
                    <a:pt x="560950" y="543867"/>
                  </a:lnTo>
                  <a:lnTo>
                    <a:pt x="560904" y="543740"/>
                  </a:lnTo>
                  <a:lnTo>
                    <a:pt x="560854" y="543587"/>
                  </a:lnTo>
                  <a:lnTo>
                    <a:pt x="560833" y="543368"/>
                  </a:lnTo>
                  <a:lnTo>
                    <a:pt x="560825" y="543236"/>
                  </a:lnTo>
                  <a:lnTo>
                    <a:pt x="560873" y="543099"/>
                  </a:lnTo>
                  <a:lnTo>
                    <a:pt x="561008" y="542892"/>
                  </a:lnTo>
                  <a:lnTo>
                    <a:pt x="561102" y="542710"/>
                  </a:lnTo>
                  <a:lnTo>
                    <a:pt x="561175" y="542542"/>
                  </a:lnTo>
                  <a:lnTo>
                    <a:pt x="561287" y="542327"/>
                  </a:lnTo>
                  <a:lnTo>
                    <a:pt x="561405" y="542102"/>
                  </a:lnTo>
                  <a:lnTo>
                    <a:pt x="561541" y="541862"/>
                  </a:lnTo>
                  <a:lnTo>
                    <a:pt x="561677" y="541639"/>
                  </a:lnTo>
                  <a:lnTo>
                    <a:pt x="561750" y="541467"/>
                  </a:lnTo>
                  <a:lnTo>
                    <a:pt x="561819" y="541264"/>
                  </a:lnTo>
                  <a:lnTo>
                    <a:pt x="561879" y="540984"/>
                  </a:lnTo>
                  <a:lnTo>
                    <a:pt x="561897" y="540083"/>
                  </a:lnTo>
                  <a:lnTo>
                    <a:pt x="561903" y="539873"/>
                  </a:lnTo>
                  <a:lnTo>
                    <a:pt x="561858" y="539644"/>
                  </a:lnTo>
                  <a:lnTo>
                    <a:pt x="561772" y="539400"/>
                  </a:lnTo>
                  <a:lnTo>
                    <a:pt x="561679" y="539146"/>
                  </a:lnTo>
                  <a:lnTo>
                    <a:pt x="561630" y="538916"/>
                  </a:lnTo>
                  <a:lnTo>
                    <a:pt x="561522" y="538523"/>
                  </a:lnTo>
                  <a:lnTo>
                    <a:pt x="561417" y="538386"/>
                  </a:lnTo>
                  <a:lnTo>
                    <a:pt x="561319" y="538231"/>
                  </a:lnTo>
                  <a:lnTo>
                    <a:pt x="561009" y="537848"/>
                  </a:lnTo>
                  <a:lnTo>
                    <a:pt x="560801" y="537641"/>
                  </a:lnTo>
                  <a:lnTo>
                    <a:pt x="560668" y="537492"/>
                  </a:lnTo>
                  <a:lnTo>
                    <a:pt x="560464" y="537346"/>
                  </a:lnTo>
                  <a:lnTo>
                    <a:pt x="560249" y="537176"/>
                  </a:lnTo>
                  <a:lnTo>
                    <a:pt x="560117" y="537055"/>
                  </a:lnTo>
                  <a:lnTo>
                    <a:pt x="559987" y="536929"/>
                  </a:lnTo>
                  <a:lnTo>
                    <a:pt x="559798" y="536764"/>
                  </a:lnTo>
                  <a:lnTo>
                    <a:pt x="559659" y="536665"/>
                  </a:lnTo>
                  <a:lnTo>
                    <a:pt x="559469" y="536554"/>
                  </a:lnTo>
                  <a:lnTo>
                    <a:pt x="559232" y="536463"/>
                  </a:lnTo>
                  <a:lnTo>
                    <a:pt x="559004" y="536352"/>
                  </a:lnTo>
                  <a:lnTo>
                    <a:pt x="558762" y="536221"/>
                  </a:lnTo>
                  <a:lnTo>
                    <a:pt x="558529" y="536123"/>
                  </a:lnTo>
                  <a:lnTo>
                    <a:pt x="558349" y="535995"/>
                  </a:lnTo>
                  <a:lnTo>
                    <a:pt x="558179" y="535854"/>
                  </a:lnTo>
                  <a:lnTo>
                    <a:pt x="558006" y="535758"/>
                  </a:lnTo>
                  <a:lnTo>
                    <a:pt x="557791" y="535706"/>
                  </a:lnTo>
                  <a:lnTo>
                    <a:pt x="557561" y="535574"/>
                  </a:lnTo>
                  <a:lnTo>
                    <a:pt x="557384" y="535346"/>
                  </a:lnTo>
                  <a:lnTo>
                    <a:pt x="557286" y="535179"/>
                  </a:lnTo>
                  <a:lnTo>
                    <a:pt x="557253" y="534927"/>
                  </a:lnTo>
                  <a:lnTo>
                    <a:pt x="557277" y="534703"/>
                  </a:lnTo>
                  <a:lnTo>
                    <a:pt x="557331" y="534455"/>
                  </a:lnTo>
                  <a:lnTo>
                    <a:pt x="557380" y="534298"/>
                  </a:lnTo>
                  <a:lnTo>
                    <a:pt x="557370" y="534157"/>
                  </a:lnTo>
                  <a:lnTo>
                    <a:pt x="557334" y="534007"/>
                  </a:lnTo>
                  <a:lnTo>
                    <a:pt x="557317" y="533864"/>
                  </a:lnTo>
                  <a:lnTo>
                    <a:pt x="557274" y="533627"/>
                  </a:lnTo>
                  <a:lnTo>
                    <a:pt x="557215" y="533426"/>
                  </a:lnTo>
                  <a:lnTo>
                    <a:pt x="557141" y="533262"/>
                  </a:lnTo>
                  <a:lnTo>
                    <a:pt x="557129" y="533071"/>
                  </a:lnTo>
                  <a:lnTo>
                    <a:pt x="557207" y="532862"/>
                  </a:lnTo>
                  <a:lnTo>
                    <a:pt x="557331" y="532669"/>
                  </a:lnTo>
                  <a:lnTo>
                    <a:pt x="557567" y="532499"/>
                  </a:lnTo>
                  <a:lnTo>
                    <a:pt x="557781" y="532428"/>
                  </a:lnTo>
                  <a:lnTo>
                    <a:pt x="558017" y="532331"/>
                  </a:lnTo>
                  <a:lnTo>
                    <a:pt x="558249" y="532219"/>
                  </a:lnTo>
                  <a:lnTo>
                    <a:pt x="558499" y="532146"/>
                  </a:lnTo>
                  <a:lnTo>
                    <a:pt x="558702" y="532111"/>
                  </a:lnTo>
                  <a:lnTo>
                    <a:pt x="558906" y="532095"/>
                  </a:lnTo>
                  <a:lnTo>
                    <a:pt x="559068" y="532089"/>
                  </a:lnTo>
                  <a:lnTo>
                    <a:pt x="559265" y="532079"/>
                  </a:lnTo>
                  <a:lnTo>
                    <a:pt x="559489" y="532073"/>
                  </a:lnTo>
                  <a:lnTo>
                    <a:pt x="559641" y="532052"/>
                  </a:lnTo>
                  <a:lnTo>
                    <a:pt x="559824" y="531986"/>
                  </a:lnTo>
                  <a:lnTo>
                    <a:pt x="560011" y="531901"/>
                  </a:lnTo>
                  <a:lnTo>
                    <a:pt x="560488" y="531468"/>
                  </a:lnTo>
                  <a:lnTo>
                    <a:pt x="560622" y="531353"/>
                  </a:lnTo>
                  <a:lnTo>
                    <a:pt x="560748" y="531179"/>
                  </a:lnTo>
                  <a:lnTo>
                    <a:pt x="560822" y="531031"/>
                  </a:lnTo>
                  <a:lnTo>
                    <a:pt x="560915" y="530888"/>
                  </a:lnTo>
                  <a:lnTo>
                    <a:pt x="561197" y="530711"/>
                  </a:lnTo>
                  <a:lnTo>
                    <a:pt x="561346" y="530625"/>
                  </a:lnTo>
                  <a:lnTo>
                    <a:pt x="561422" y="530488"/>
                  </a:lnTo>
                  <a:lnTo>
                    <a:pt x="561498" y="530350"/>
                  </a:lnTo>
                  <a:lnTo>
                    <a:pt x="561615" y="530204"/>
                  </a:lnTo>
                  <a:lnTo>
                    <a:pt x="561897" y="530017"/>
                  </a:lnTo>
                  <a:lnTo>
                    <a:pt x="562199" y="529821"/>
                  </a:lnTo>
                  <a:lnTo>
                    <a:pt x="562281" y="529592"/>
                  </a:lnTo>
                  <a:lnTo>
                    <a:pt x="562526" y="529303"/>
                  </a:lnTo>
                  <a:lnTo>
                    <a:pt x="562909" y="528791"/>
                  </a:lnTo>
                  <a:lnTo>
                    <a:pt x="563085" y="528479"/>
                  </a:lnTo>
                  <a:lnTo>
                    <a:pt x="563271" y="528106"/>
                  </a:lnTo>
                  <a:lnTo>
                    <a:pt x="563439" y="527645"/>
                  </a:lnTo>
                  <a:lnTo>
                    <a:pt x="563566" y="527440"/>
                  </a:lnTo>
                  <a:lnTo>
                    <a:pt x="563678" y="527257"/>
                  </a:lnTo>
                  <a:lnTo>
                    <a:pt x="563794" y="527105"/>
                  </a:lnTo>
                  <a:lnTo>
                    <a:pt x="564015" y="526901"/>
                  </a:lnTo>
                  <a:lnTo>
                    <a:pt x="564195" y="526608"/>
                  </a:lnTo>
                  <a:lnTo>
                    <a:pt x="564304" y="526371"/>
                  </a:lnTo>
                  <a:lnTo>
                    <a:pt x="564436" y="526271"/>
                  </a:lnTo>
                  <a:lnTo>
                    <a:pt x="564620" y="526184"/>
                  </a:lnTo>
                  <a:lnTo>
                    <a:pt x="564905" y="525935"/>
                  </a:lnTo>
                  <a:lnTo>
                    <a:pt x="565053" y="525781"/>
                  </a:lnTo>
                  <a:lnTo>
                    <a:pt x="565193" y="525641"/>
                  </a:lnTo>
                  <a:lnTo>
                    <a:pt x="565342" y="525493"/>
                  </a:lnTo>
                  <a:lnTo>
                    <a:pt x="565436" y="525355"/>
                  </a:lnTo>
                  <a:lnTo>
                    <a:pt x="565451" y="525173"/>
                  </a:lnTo>
                  <a:lnTo>
                    <a:pt x="565494" y="525007"/>
                  </a:lnTo>
                  <a:lnTo>
                    <a:pt x="565514" y="524829"/>
                  </a:lnTo>
                  <a:lnTo>
                    <a:pt x="565517" y="524632"/>
                  </a:lnTo>
                  <a:lnTo>
                    <a:pt x="565619" y="524408"/>
                  </a:lnTo>
                  <a:lnTo>
                    <a:pt x="565668" y="524183"/>
                  </a:lnTo>
                  <a:lnTo>
                    <a:pt x="565632" y="524033"/>
                  </a:lnTo>
                  <a:lnTo>
                    <a:pt x="565724" y="523761"/>
                  </a:lnTo>
                  <a:lnTo>
                    <a:pt x="565828" y="523625"/>
                  </a:lnTo>
                  <a:lnTo>
                    <a:pt x="565892" y="523472"/>
                  </a:lnTo>
                  <a:lnTo>
                    <a:pt x="565921" y="523305"/>
                  </a:lnTo>
                  <a:lnTo>
                    <a:pt x="565931" y="523132"/>
                  </a:lnTo>
                  <a:lnTo>
                    <a:pt x="565921" y="522940"/>
                  </a:lnTo>
                  <a:lnTo>
                    <a:pt x="565903" y="522734"/>
                  </a:lnTo>
                  <a:lnTo>
                    <a:pt x="565949" y="522515"/>
                  </a:lnTo>
                  <a:lnTo>
                    <a:pt x="565906" y="522008"/>
                  </a:lnTo>
                  <a:lnTo>
                    <a:pt x="565785" y="521880"/>
                  </a:lnTo>
                  <a:lnTo>
                    <a:pt x="565686" y="521727"/>
                  </a:lnTo>
                  <a:lnTo>
                    <a:pt x="565603" y="521589"/>
                  </a:lnTo>
                  <a:lnTo>
                    <a:pt x="565540" y="521436"/>
                  </a:lnTo>
                  <a:lnTo>
                    <a:pt x="565531" y="521274"/>
                  </a:lnTo>
                  <a:lnTo>
                    <a:pt x="565761" y="520737"/>
                  </a:lnTo>
                  <a:lnTo>
                    <a:pt x="565803" y="520588"/>
                  </a:lnTo>
                  <a:lnTo>
                    <a:pt x="565836" y="520411"/>
                  </a:lnTo>
                  <a:lnTo>
                    <a:pt x="565856" y="520192"/>
                  </a:lnTo>
                  <a:lnTo>
                    <a:pt x="565870" y="520028"/>
                  </a:lnTo>
                  <a:lnTo>
                    <a:pt x="565883" y="519824"/>
                  </a:lnTo>
                  <a:lnTo>
                    <a:pt x="565875" y="519585"/>
                  </a:lnTo>
                  <a:lnTo>
                    <a:pt x="565772" y="518951"/>
                  </a:lnTo>
                  <a:lnTo>
                    <a:pt x="565823" y="518806"/>
                  </a:lnTo>
                  <a:lnTo>
                    <a:pt x="565917" y="518623"/>
                  </a:lnTo>
                  <a:lnTo>
                    <a:pt x="566052" y="518469"/>
                  </a:lnTo>
                  <a:lnTo>
                    <a:pt x="566210" y="518323"/>
                  </a:lnTo>
                  <a:lnTo>
                    <a:pt x="566424" y="518146"/>
                  </a:lnTo>
                  <a:lnTo>
                    <a:pt x="566599" y="517993"/>
                  </a:lnTo>
                  <a:lnTo>
                    <a:pt x="566736" y="517873"/>
                  </a:lnTo>
                  <a:lnTo>
                    <a:pt x="566830" y="517741"/>
                  </a:lnTo>
                  <a:lnTo>
                    <a:pt x="566959" y="517488"/>
                  </a:lnTo>
                  <a:lnTo>
                    <a:pt x="566978" y="517343"/>
                  </a:lnTo>
                  <a:lnTo>
                    <a:pt x="566963" y="517209"/>
                  </a:lnTo>
                  <a:lnTo>
                    <a:pt x="566947" y="516915"/>
                  </a:lnTo>
                  <a:lnTo>
                    <a:pt x="566976" y="516703"/>
                  </a:lnTo>
                  <a:lnTo>
                    <a:pt x="567000" y="516420"/>
                  </a:lnTo>
                  <a:lnTo>
                    <a:pt x="567015" y="516155"/>
                  </a:lnTo>
                  <a:lnTo>
                    <a:pt x="567103" y="515919"/>
                  </a:lnTo>
                  <a:lnTo>
                    <a:pt x="567185" y="515742"/>
                  </a:lnTo>
                  <a:lnTo>
                    <a:pt x="567158" y="515435"/>
                  </a:lnTo>
                  <a:lnTo>
                    <a:pt x="567119" y="515223"/>
                  </a:lnTo>
                  <a:lnTo>
                    <a:pt x="567116" y="514848"/>
                  </a:lnTo>
                  <a:lnTo>
                    <a:pt x="567186" y="514661"/>
                  </a:lnTo>
                  <a:lnTo>
                    <a:pt x="567241" y="514486"/>
                  </a:lnTo>
                  <a:lnTo>
                    <a:pt x="567312" y="514298"/>
                  </a:lnTo>
                  <a:lnTo>
                    <a:pt x="567297" y="513888"/>
                  </a:lnTo>
                  <a:lnTo>
                    <a:pt x="567096" y="513627"/>
                  </a:lnTo>
                  <a:lnTo>
                    <a:pt x="567021" y="513467"/>
                  </a:lnTo>
                  <a:lnTo>
                    <a:pt x="566784" y="513054"/>
                  </a:lnTo>
                  <a:lnTo>
                    <a:pt x="566476" y="512722"/>
                  </a:lnTo>
                  <a:lnTo>
                    <a:pt x="566334" y="512632"/>
                  </a:lnTo>
                  <a:lnTo>
                    <a:pt x="566149" y="512536"/>
                  </a:lnTo>
                  <a:lnTo>
                    <a:pt x="565901" y="512388"/>
                  </a:lnTo>
                  <a:lnTo>
                    <a:pt x="565752" y="512236"/>
                  </a:lnTo>
                  <a:lnTo>
                    <a:pt x="565633" y="512075"/>
                  </a:lnTo>
                  <a:lnTo>
                    <a:pt x="565055" y="511355"/>
                  </a:lnTo>
                  <a:lnTo>
                    <a:pt x="565255" y="509921"/>
                  </a:lnTo>
                  <a:lnTo>
                    <a:pt x="565053" y="509634"/>
                  </a:lnTo>
                  <a:lnTo>
                    <a:pt x="564840" y="509094"/>
                  </a:lnTo>
                  <a:lnTo>
                    <a:pt x="564841" y="508965"/>
                  </a:lnTo>
                  <a:lnTo>
                    <a:pt x="564854" y="508796"/>
                  </a:lnTo>
                  <a:lnTo>
                    <a:pt x="564870" y="508634"/>
                  </a:lnTo>
                  <a:lnTo>
                    <a:pt x="564889" y="508472"/>
                  </a:lnTo>
                  <a:lnTo>
                    <a:pt x="564915" y="508300"/>
                  </a:lnTo>
                  <a:lnTo>
                    <a:pt x="564917" y="508133"/>
                  </a:lnTo>
                  <a:lnTo>
                    <a:pt x="564889" y="507923"/>
                  </a:lnTo>
                  <a:lnTo>
                    <a:pt x="564853" y="507780"/>
                  </a:lnTo>
                  <a:lnTo>
                    <a:pt x="564734" y="507509"/>
                  </a:lnTo>
                  <a:lnTo>
                    <a:pt x="564672" y="507373"/>
                  </a:lnTo>
                  <a:lnTo>
                    <a:pt x="564614" y="507219"/>
                  </a:lnTo>
                  <a:lnTo>
                    <a:pt x="564554" y="507060"/>
                  </a:lnTo>
                  <a:lnTo>
                    <a:pt x="564483" y="506907"/>
                  </a:lnTo>
                  <a:lnTo>
                    <a:pt x="564376" y="506725"/>
                  </a:lnTo>
                  <a:lnTo>
                    <a:pt x="564210" y="506460"/>
                  </a:lnTo>
                  <a:lnTo>
                    <a:pt x="564141" y="506300"/>
                  </a:lnTo>
                  <a:lnTo>
                    <a:pt x="564040" y="506137"/>
                  </a:lnTo>
                  <a:lnTo>
                    <a:pt x="563920" y="505968"/>
                  </a:lnTo>
                  <a:lnTo>
                    <a:pt x="563780" y="505772"/>
                  </a:lnTo>
                  <a:lnTo>
                    <a:pt x="563707" y="505601"/>
                  </a:lnTo>
                  <a:lnTo>
                    <a:pt x="563619" y="505436"/>
                  </a:lnTo>
                  <a:lnTo>
                    <a:pt x="563585" y="505224"/>
                  </a:lnTo>
                  <a:lnTo>
                    <a:pt x="563601" y="505002"/>
                  </a:lnTo>
                  <a:lnTo>
                    <a:pt x="563557" y="504752"/>
                  </a:lnTo>
                  <a:lnTo>
                    <a:pt x="563489" y="504538"/>
                  </a:lnTo>
                  <a:lnTo>
                    <a:pt x="563420" y="504336"/>
                  </a:lnTo>
                  <a:lnTo>
                    <a:pt x="563257" y="504137"/>
                  </a:lnTo>
                  <a:lnTo>
                    <a:pt x="563029" y="503899"/>
                  </a:lnTo>
                  <a:lnTo>
                    <a:pt x="562830" y="503671"/>
                  </a:lnTo>
                  <a:lnTo>
                    <a:pt x="562596" y="503456"/>
                  </a:lnTo>
                  <a:lnTo>
                    <a:pt x="562355" y="503269"/>
                  </a:lnTo>
                  <a:lnTo>
                    <a:pt x="562081" y="503116"/>
                  </a:lnTo>
                  <a:lnTo>
                    <a:pt x="561780" y="502975"/>
                  </a:lnTo>
                  <a:lnTo>
                    <a:pt x="561521" y="502836"/>
                  </a:lnTo>
                  <a:lnTo>
                    <a:pt x="561331" y="502710"/>
                  </a:lnTo>
                  <a:lnTo>
                    <a:pt x="561095" y="502582"/>
                  </a:lnTo>
                  <a:lnTo>
                    <a:pt x="560959" y="502516"/>
                  </a:lnTo>
                  <a:lnTo>
                    <a:pt x="560789" y="502442"/>
                  </a:lnTo>
                  <a:lnTo>
                    <a:pt x="560627" y="502351"/>
                  </a:lnTo>
                  <a:lnTo>
                    <a:pt x="560434" y="502261"/>
                  </a:lnTo>
                  <a:lnTo>
                    <a:pt x="560192" y="502206"/>
                  </a:lnTo>
                  <a:lnTo>
                    <a:pt x="559999" y="502193"/>
                  </a:lnTo>
                  <a:lnTo>
                    <a:pt x="559669" y="502187"/>
                  </a:lnTo>
                  <a:lnTo>
                    <a:pt x="559384" y="502151"/>
                  </a:lnTo>
                  <a:lnTo>
                    <a:pt x="559085" y="502123"/>
                  </a:lnTo>
                  <a:lnTo>
                    <a:pt x="558621" y="502192"/>
                  </a:lnTo>
                  <a:lnTo>
                    <a:pt x="558257" y="502282"/>
                  </a:lnTo>
                  <a:lnTo>
                    <a:pt x="557908" y="502226"/>
                  </a:lnTo>
                  <a:lnTo>
                    <a:pt x="557545" y="502098"/>
                  </a:lnTo>
                  <a:lnTo>
                    <a:pt x="557112" y="501822"/>
                  </a:lnTo>
                  <a:lnTo>
                    <a:pt x="556818" y="501510"/>
                  </a:lnTo>
                  <a:lnTo>
                    <a:pt x="556541" y="501125"/>
                  </a:lnTo>
                  <a:lnTo>
                    <a:pt x="556328" y="500712"/>
                  </a:lnTo>
                  <a:lnTo>
                    <a:pt x="556247" y="500150"/>
                  </a:lnTo>
                  <a:lnTo>
                    <a:pt x="556302" y="499874"/>
                  </a:lnTo>
                  <a:lnTo>
                    <a:pt x="556327" y="499638"/>
                  </a:lnTo>
                  <a:lnTo>
                    <a:pt x="556389" y="499435"/>
                  </a:lnTo>
                  <a:lnTo>
                    <a:pt x="556426" y="499155"/>
                  </a:lnTo>
                  <a:lnTo>
                    <a:pt x="556450" y="498965"/>
                  </a:lnTo>
                  <a:lnTo>
                    <a:pt x="556527" y="498785"/>
                  </a:lnTo>
                  <a:lnTo>
                    <a:pt x="556685" y="498620"/>
                  </a:lnTo>
                  <a:lnTo>
                    <a:pt x="556826" y="498324"/>
                  </a:lnTo>
                  <a:lnTo>
                    <a:pt x="557008" y="498051"/>
                  </a:lnTo>
                  <a:lnTo>
                    <a:pt x="557281" y="497740"/>
                  </a:lnTo>
                  <a:lnTo>
                    <a:pt x="557472" y="497464"/>
                  </a:lnTo>
                  <a:lnTo>
                    <a:pt x="557663" y="497195"/>
                  </a:lnTo>
                  <a:lnTo>
                    <a:pt x="557808" y="496951"/>
                  </a:lnTo>
                  <a:lnTo>
                    <a:pt x="557893" y="496733"/>
                  </a:lnTo>
                  <a:lnTo>
                    <a:pt x="557957" y="496515"/>
                  </a:lnTo>
                  <a:lnTo>
                    <a:pt x="558027" y="496244"/>
                  </a:lnTo>
                  <a:lnTo>
                    <a:pt x="558061" y="496052"/>
                  </a:lnTo>
                  <a:lnTo>
                    <a:pt x="558193" y="495892"/>
                  </a:lnTo>
                  <a:lnTo>
                    <a:pt x="558345" y="495774"/>
                  </a:lnTo>
                  <a:lnTo>
                    <a:pt x="558514" y="495720"/>
                  </a:lnTo>
                  <a:lnTo>
                    <a:pt x="558744" y="495633"/>
                  </a:lnTo>
                  <a:lnTo>
                    <a:pt x="558955" y="495611"/>
                  </a:lnTo>
                  <a:lnTo>
                    <a:pt x="559142" y="495517"/>
                  </a:lnTo>
                  <a:lnTo>
                    <a:pt x="559363" y="495309"/>
                  </a:lnTo>
                  <a:lnTo>
                    <a:pt x="559595" y="494974"/>
                  </a:lnTo>
                  <a:lnTo>
                    <a:pt x="559758" y="494685"/>
                  </a:lnTo>
                  <a:lnTo>
                    <a:pt x="559945" y="494364"/>
                  </a:lnTo>
                  <a:lnTo>
                    <a:pt x="560141" y="494125"/>
                  </a:lnTo>
                  <a:lnTo>
                    <a:pt x="560259" y="493916"/>
                  </a:lnTo>
                  <a:lnTo>
                    <a:pt x="560312" y="493669"/>
                  </a:lnTo>
                  <a:lnTo>
                    <a:pt x="560297" y="493406"/>
                  </a:lnTo>
                  <a:lnTo>
                    <a:pt x="560270" y="493008"/>
                  </a:lnTo>
                  <a:lnTo>
                    <a:pt x="560264" y="492612"/>
                  </a:lnTo>
                  <a:lnTo>
                    <a:pt x="560313" y="492357"/>
                  </a:lnTo>
                  <a:lnTo>
                    <a:pt x="560452" y="492125"/>
                  </a:lnTo>
                  <a:lnTo>
                    <a:pt x="560667" y="491876"/>
                  </a:lnTo>
                  <a:lnTo>
                    <a:pt x="560738" y="491624"/>
                  </a:lnTo>
                  <a:lnTo>
                    <a:pt x="560751" y="491380"/>
                  </a:lnTo>
                  <a:lnTo>
                    <a:pt x="560719" y="491191"/>
                  </a:lnTo>
                  <a:lnTo>
                    <a:pt x="560593" y="491000"/>
                  </a:lnTo>
                  <a:lnTo>
                    <a:pt x="560450" y="490823"/>
                  </a:lnTo>
                  <a:lnTo>
                    <a:pt x="560373" y="490591"/>
                  </a:lnTo>
                  <a:lnTo>
                    <a:pt x="560416" y="490423"/>
                  </a:lnTo>
                  <a:lnTo>
                    <a:pt x="560595" y="490182"/>
                  </a:lnTo>
                  <a:lnTo>
                    <a:pt x="560844" y="489842"/>
                  </a:lnTo>
                  <a:lnTo>
                    <a:pt x="561038" y="489697"/>
                  </a:lnTo>
                  <a:lnTo>
                    <a:pt x="561219" y="489497"/>
                  </a:lnTo>
                  <a:lnTo>
                    <a:pt x="561310" y="489278"/>
                  </a:lnTo>
                  <a:lnTo>
                    <a:pt x="561384" y="489006"/>
                  </a:lnTo>
                  <a:lnTo>
                    <a:pt x="561458" y="488631"/>
                  </a:lnTo>
                  <a:lnTo>
                    <a:pt x="561542" y="488326"/>
                  </a:lnTo>
                  <a:lnTo>
                    <a:pt x="561552" y="488119"/>
                  </a:lnTo>
                  <a:lnTo>
                    <a:pt x="561472" y="487924"/>
                  </a:lnTo>
                  <a:lnTo>
                    <a:pt x="561479" y="487701"/>
                  </a:lnTo>
                  <a:lnTo>
                    <a:pt x="561620" y="487426"/>
                  </a:lnTo>
                  <a:lnTo>
                    <a:pt x="561820" y="487165"/>
                  </a:lnTo>
                  <a:lnTo>
                    <a:pt x="562049" y="487001"/>
                  </a:lnTo>
                  <a:lnTo>
                    <a:pt x="562217" y="486860"/>
                  </a:lnTo>
                  <a:lnTo>
                    <a:pt x="562338" y="486671"/>
                  </a:lnTo>
                  <a:lnTo>
                    <a:pt x="562532" y="486324"/>
                  </a:lnTo>
                  <a:lnTo>
                    <a:pt x="562715" y="486030"/>
                  </a:lnTo>
                  <a:lnTo>
                    <a:pt x="562893" y="485660"/>
                  </a:lnTo>
                  <a:lnTo>
                    <a:pt x="562936" y="485410"/>
                  </a:lnTo>
                  <a:lnTo>
                    <a:pt x="563053" y="485119"/>
                  </a:lnTo>
                  <a:lnTo>
                    <a:pt x="563182" y="484887"/>
                  </a:lnTo>
                  <a:lnTo>
                    <a:pt x="563350" y="484643"/>
                  </a:lnTo>
                  <a:lnTo>
                    <a:pt x="563550" y="484319"/>
                  </a:lnTo>
                  <a:lnTo>
                    <a:pt x="563638" y="484133"/>
                  </a:lnTo>
                  <a:lnTo>
                    <a:pt x="563649" y="483930"/>
                  </a:lnTo>
                  <a:lnTo>
                    <a:pt x="563641" y="483736"/>
                  </a:lnTo>
                  <a:lnTo>
                    <a:pt x="563716" y="483567"/>
                  </a:lnTo>
                  <a:lnTo>
                    <a:pt x="563873" y="483376"/>
                  </a:lnTo>
                  <a:lnTo>
                    <a:pt x="563990" y="483172"/>
                  </a:lnTo>
                  <a:lnTo>
                    <a:pt x="564207" y="482960"/>
                  </a:lnTo>
                  <a:lnTo>
                    <a:pt x="564378" y="482761"/>
                  </a:lnTo>
                  <a:lnTo>
                    <a:pt x="564459" y="482575"/>
                  </a:lnTo>
                  <a:lnTo>
                    <a:pt x="564467" y="482357"/>
                  </a:lnTo>
                  <a:lnTo>
                    <a:pt x="564574" y="482064"/>
                  </a:lnTo>
                  <a:lnTo>
                    <a:pt x="564716" y="482004"/>
                  </a:lnTo>
                  <a:lnTo>
                    <a:pt x="564894" y="481969"/>
                  </a:lnTo>
                  <a:lnTo>
                    <a:pt x="565088" y="481858"/>
                  </a:lnTo>
                  <a:lnTo>
                    <a:pt x="565232" y="481804"/>
                  </a:lnTo>
                  <a:lnTo>
                    <a:pt x="565525" y="481910"/>
                  </a:lnTo>
                  <a:lnTo>
                    <a:pt x="565684" y="481956"/>
                  </a:lnTo>
                  <a:lnTo>
                    <a:pt x="565843" y="481975"/>
                  </a:lnTo>
                  <a:lnTo>
                    <a:pt x="566106" y="482062"/>
                  </a:lnTo>
                  <a:lnTo>
                    <a:pt x="566329" y="482121"/>
                  </a:lnTo>
                  <a:lnTo>
                    <a:pt x="566540" y="482154"/>
                  </a:lnTo>
                  <a:lnTo>
                    <a:pt x="566834" y="482124"/>
                  </a:lnTo>
                  <a:lnTo>
                    <a:pt x="567171" y="482033"/>
                  </a:lnTo>
                  <a:lnTo>
                    <a:pt x="567487" y="482047"/>
                  </a:lnTo>
                  <a:lnTo>
                    <a:pt x="567719" y="482115"/>
                  </a:lnTo>
                  <a:lnTo>
                    <a:pt x="567861" y="482179"/>
                  </a:lnTo>
                  <a:lnTo>
                    <a:pt x="568000" y="482186"/>
                  </a:lnTo>
                  <a:lnTo>
                    <a:pt x="568192" y="482132"/>
                  </a:lnTo>
                  <a:lnTo>
                    <a:pt x="568430" y="482119"/>
                  </a:lnTo>
                  <a:lnTo>
                    <a:pt x="568739" y="482073"/>
                  </a:lnTo>
                  <a:lnTo>
                    <a:pt x="569068" y="481915"/>
                  </a:lnTo>
                  <a:lnTo>
                    <a:pt x="569256" y="481699"/>
                  </a:lnTo>
                  <a:lnTo>
                    <a:pt x="569368" y="481416"/>
                  </a:lnTo>
                  <a:lnTo>
                    <a:pt x="569420" y="481156"/>
                  </a:lnTo>
                  <a:lnTo>
                    <a:pt x="569533" y="480929"/>
                  </a:lnTo>
                  <a:lnTo>
                    <a:pt x="569727" y="480771"/>
                  </a:lnTo>
                  <a:lnTo>
                    <a:pt x="570051" y="480602"/>
                  </a:lnTo>
                  <a:lnTo>
                    <a:pt x="570277" y="480583"/>
                  </a:lnTo>
                  <a:lnTo>
                    <a:pt x="570459" y="480619"/>
                  </a:lnTo>
                  <a:lnTo>
                    <a:pt x="570622" y="480599"/>
                  </a:lnTo>
                  <a:lnTo>
                    <a:pt x="570786" y="480524"/>
                  </a:lnTo>
                  <a:lnTo>
                    <a:pt x="570883" y="480368"/>
                  </a:lnTo>
                  <a:lnTo>
                    <a:pt x="570954" y="480205"/>
                  </a:lnTo>
                  <a:lnTo>
                    <a:pt x="571062" y="480004"/>
                  </a:lnTo>
                  <a:lnTo>
                    <a:pt x="571196" y="479824"/>
                  </a:lnTo>
                  <a:lnTo>
                    <a:pt x="571228" y="479638"/>
                  </a:lnTo>
                  <a:lnTo>
                    <a:pt x="571376" y="479482"/>
                  </a:lnTo>
                  <a:lnTo>
                    <a:pt x="571620" y="479323"/>
                  </a:lnTo>
                  <a:lnTo>
                    <a:pt x="571916" y="479236"/>
                  </a:lnTo>
                  <a:lnTo>
                    <a:pt x="572162" y="479240"/>
                  </a:lnTo>
                  <a:lnTo>
                    <a:pt x="572388" y="479200"/>
                  </a:lnTo>
                  <a:lnTo>
                    <a:pt x="572570" y="479114"/>
                  </a:lnTo>
                  <a:lnTo>
                    <a:pt x="572799" y="479010"/>
                  </a:lnTo>
                  <a:lnTo>
                    <a:pt x="573031" y="478867"/>
                  </a:lnTo>
                  <a:lnTo>
                    <a:pt x="573197" y="478767"/>
                  </a:lnTo>
                  <a:lnTo>
                    <a:pt x="573406" y="478668"/>
                  </a:lnTo>
                  <a:lnTo>
                    <a:pt x="573626" y="478553"/>
                  </a:lnTo>
                  <a:lnTo>
                    <a:pt x="573810" y="478474"/>
                  </a:lnTo>
                  <a:lnTo>
                    <a:pt x="573967" y="478352"/>
                  </a:lnTo>
                  <a:lnTo>
                    <a:pt x="574135" y="478194"/>
                  </a:lnTo>
                  <a:lnTo>
                    <a:pt x="574276" y="477990"/>
                  </a:lnTo>
                  <a:lnTo>
                    <a:pt x="574501" y="477736"/>
                  </a:lnTo>
                  <a:lnTo>
                    <a:pt x="574772" y="477444"/>
                  </a:lnTo>
                  <a:lnTo>
                    <a:pt x="575158" y="477054"/>
                  </a:lnTo>
                  <a:lnTo>
                    <a:pt x="575381" y="476601"/>
                  </a:lnTo>
                  <a:lnTo>
                    <a:pt x="575693" y="476178"/>
                  </a:lnTo>
                  <a:lnTo>
                    <a:pt x="575973" y="475744"/>
                  </a:lnTo>
                  <a:lnTo>
                    <a:pt x="576224" y="475369"/>
                  </a:lnTo>
                  <a:lnTo>
                    <a:pt x="576333" y="475057"/>
                  </a:lnTo>
                  <a:lnTo>
                    <a:pt x="576439" y="474728"/>
                  </a:lnTo>
                  <a:lnTo>
                    <a:pt x="576563" y="474462"/>
                  </a:lnTo>
                  <a:lnTo>
                    <a:pt x="576726" y="474130"/>
                  </a:lnTo>
                  <a:lnTo>
                    <a:pt x="576852" y="473762"/>
                  </a:lnTo>
                  <a:lnTo>
                    <a:pt x="576953" y="473408"/>
                  </a:lnTo>
                  <a:lnTo>
                    <a:pt x="576978" y="473127"/>
                  </a:lnTo>
                  <a:lnTo>
                    <a:pt x="576976" y="472899"/>
                  </a:lnTo>
                  <a:lnTo>
                    <a:pt x="576976" y="472708"/>
                  </a:lnTo>
                  <a:lnTo>
                    <a:pt x="576943" y="472368"/>
                  </a:lnTo>
                  <a:lnTo>
                    <a:pt x="576880" y="471985"/>
                  </a:lnTo>
                  <a:lnTo>
                    <a:pt x="576806" y="471714"/>
                  </a:lnTo>
                  <a:lnTo>
                    <a:pt x="576743" y="471421"/>
                  </a:lnTo>
                  <a:lnTo>
                    <a:pt x="576720" y="471140"/>
                  </a:lnTo>
                  <a:lnTo>
                    <a:pt x="576709" y="470871"/>
                  </a:lnTo>
                  <a:lnTo>
                    <a:pt x="576733" y="470609"/>
                  </a:lnTo>
                  <a:lnTo>
                    <a:pt x="576759" y="470428"/>
                  </a:lnTo>
                  <a:lnTo>
                    <a:pt x="576831" y="470213"/>
                  </a:lnTo>
                  <a:lnTo>
                    <a:pt x="577007" y="469950"/>
                  </a:lnTo>
                  <a:lnTo>
                    <a:pt x="577232" y="469743"/>
                  </a:lnTo>
                  <a:lnTo>
                    <a:pt x="577486" y="469562"/>
                  </a:lnTo>
                  <a:lnTo>
                    <a:pt x="577794" y="469388"/>
                  </a:lnTo>
                  <a:lnTo>
                    <a:pt x="578096" y="469298"/>
                  </a:lnTo>
                  <a:lnTo>
                    <a:pt x="578373" y="469320"/>
                  </a:lnTo>
                  <a:lnTo>
                    <a:pt x="578612" y="469282"/>
                  </a:lnTo>
                  <a:lnTo>
                    <a:pt x="578852" y="469196"/>
                  </a:lnTo>
                  <a:lnTo>
                    <a:pt x="579136" y="469044"/>
                  </a:lnTo>
                  <a:lnTo>
                    <a:pt x="579395" y="468864"/>
                  </a:lnTo>
                  <a:lnTo>
                    <a:pt x="579607" y="468660"/>
                  </a:lnTo>
                  <a:lnTo>
                    <a:pt x="579735" y="468463"/>
                  </a:lnTo>
                  <a:lnTo>
                    <a:pt x="579794" y="468260"/>
                  </a:lnTo>
                  <a:lnTo>
                    <a:pt x="579812" y="468038"/>
                  </a:lnTo>
                  <a:lnTo>
                    <a:pt x="579815" y="467766"/>
                  </a:lnTo>
                  <a:lnTo>
                    <a:pt x="579798" y="467493"/>
                  </a:lnTo>
                  <a:lnTo>
                    <a:pt x="579761" y="467233"/>
                  </a:lnTo>
                  <a:lnTo>
                    <a:pt x="579675" y="467017"/>
                  </a:lnTo>
                  <a:lnTo>
                    <a:pt x="579635" y="466839"/>
                  </a:lnTo>
                  <a:lnTo>
                    <a:pt x="579473" y="466445"/>
                  </a:lnTo>
                  <a:lnTo>
                    <a:pt x="579058" y="466028"/>
                  </a:lnTo>
                  <a:lnTo>
                    <a:pt x="579110" y="465897"/>
                  </a:lnTo>
                  <a:lnTo>
                    <a:pt x="579149" y="465741"/>
                  </a:lnTo>
                  <a:lnTo>
                    <a:pt x="579211" y="465581"/>
                  </a:lnTo>
                  <a:lnTo>
                    <a:pt x="579302" y="465434"/>
                  </a:lnTo>
                  <a:lnTo>
                    <a:pt x="579332" y="465260"/>
                  </a:lnTo>
                  <a:lnTo>
                    <a:pt x="579323" y="464919"/>
                  </a:lnTo>
                  <a:lnTo>
                    <a:pt x="579373" y="464773"/>
                  </a:lnTo>
                  <a:lnTo>
                    <a:pt x="579454" y="464587"/>
                  </a:lnTo>
                  <a:lnTo>
                    <a:pt x="579472" y="464391"/>
                  </a:lnTo>
                  <a:lnTo>
                    <a:pt x="579518" y="464191"/>
                  </a:lnTo>
                  <a:lnTo>
                    <a:pt x="579587" y="464016"/>
                  </a:lnTo>
                  <a:lnTo>
                    <a:pt x="579656" y="463808"/>
                  </a:lnTo>
                  <a:lnTo>
                    <a:pt x="579735" y="463598"/>
                  </a:lnTo>
                  <a:lnTo>
                    <a:pt x="579846" y="463428"/>
                  </a:lnTo>
                  <a:lnTo>
                    <a:pt x="579978" y="463292"/>
                  </a:lnTo>
                  <a:lnTo>
                    <a:pt x="580089" y="463141"/>
                  </a:lnTo>
                  <a:lnTo>
                    <a:pt x="580223" y="463033"/>
                  </a:lnTo>
                  <a:lnTo>
                    <a:pt x="580382" y="462931"/>
                  </a:lnTo>
                  <a:lnTo>
                    <a:pt x="580511" y="462863"/>
                  </a:lnTo>
                  <a:lnTo>
                    <a:pt x="580659" y="462791"/>
                  </a:lnTo>
                  <a:lnTo>
                    <a:pt x="580805" y="462753"/>
                  </a:lnTo>
                  <a:lnTo>
                    <a:pt x="580981" y="462748"/>
                  </a:lnTo>
                  <a:lnTo>
                    <a:pt x="581224" y="462720"/>
                  </a:lnTo>
                  <a:lnTo>
                    <a:pt x="581442" y="462677"/>
                  </a:lnTo>
                  <a:lnTo>
                    <a:pt x="581627" y="462550"/>
                  </a:lnTo>
                  <a:lnTo>
                    <a:pt x="581761" y="462403"/>
                  </a:lnTo>
                  <a:lnTo>
                    <a:pt x="581831" y="462257"/>
                  </a:lnTo>
                  <a:lnTo>
                    <a:pt x="581906" y="462015"/>
                  </a:lnTo>
                  <a:lnTo>
                    <a:pt x="581898" y="461777"/>
                  </a:lnTo>
                  <a:lnTo>
                    <a:pt x="581863" y="461537"/>
                  </a:lnTo>
                  <a:lnTo>
                    <a:pt x="581884" y="461287"/>
                  </a:lnTo>
                  <a:lnTo>
                    <a:pt x="581899" y="461120"/>
                  </a:lnTo>
                  <a:lnTo>
                    <a:pt x="581954" y="460965"/>
                  </a:lnTo>
                  <a:lnTo>
                    <a:pt x="582242" y="460690"/>
                  </a:lnTo>
                  <a:lnTo>
                    <a:pt x="582346" y="460534"/>
                  </a:lnTo>
                  <a:lnTo>
                    <a:pt x="582400" y="460389"/>
                  </a:lnTo>
                  <a:lnTo>
                    <a:pt x="582438" y="460167"/>
                  </a:lnTo>
                  <a:lnTo>
                    <a:pt x="582443" y="459975"/>
                  </a:lnTo>
                  <a:lnTo>
                    <a:pt x="582441" y="459773"/>
                  </a:lnTo>
                  <a:lnTo>
                    <a:pt x="582434" y="459579"/>
                  </a:lnTo>
                  <a:lnTo>
                    <a:pt x="582420" y="459313"/>
                  </a:lnTo>
                  <a:lnTo>
                    <a:pt x="582409" y="459085"/>
                  </a:lnTo>
                  <a:lnTo>
                    <a:pt x="582386" y="458891"/>
                  </a:lnTo>
                  <a:lnTo>
                    <a:pt x="582377" y="458671"/>
                  </a:lnTo>
                  <a:lnTo>
                    <a:pt x="582432" y="458492"/>
                  </a:lnTo>
                  <a:lnTo>
                    <a:pt x="582631" y="458262"/>
                  </a:lnTo>
                  <a:lnTo>
                    <a:pt x="582761" y="458212"/>
                  </a:lnTo>
                  <a:lnTo>
                    <a:pt x="583012" y="458178"/>
                  </a:lnTo>
                  <a:lnTo>
                    <a:pt x="583313" y="458145"/>
                  </a:lnTo>
                  <a:lnTo>
                    <a:pt x="583495" y="458120"/>
                  </a:lnTo>
                  <a:lnTo>
                    <a:pt x="583720" y="458052"/>
                  </a:lnTo>
                  <a:lnTo>
                    <a:pt x="583895" y="457936"/>
                  </a:lnTo>
                  <a:lnTo>
                    <a:pt x="583992" y="457795"/>
                  </a:lnTo>
                  <a:lnTo>
                    <a:pt x="584047" y="457621"/>
                  </a:lnTo>
                  <a:lnTo>
                    <a:pt x="584049" y="457398"/>
                  </a:lnTo>
                  <a:lnTo>
                    <a:pt x="584050" y="457226"/>
                  </a:lnTo>
                  <a:lnTo>
                    <a:pt x="584036" y="457075"/>
                  </a:lnTo>
                  <a:lnTo>
                    <a:pt x="584022" y="456746"/>
                  </a:lnTo>
                  <a:lnTo>
                    <a:pt x="583984" y="456469"/>
                  </a:lnTo>
                  <a:lnTo>
                    <a:pt x="583954" y="456157"/>
                  </a:lnTo>
                  <a:lnTo>
                    <a:pt x="583951" y="455937"/>
                  </a:lnTo>
                  <a:lnTo>
                    <a:pt x="583913" y="455785"/>
                  </a:lnTo>
                  <a:lnTo>
                    <a:pt x="583849" y="455630"/>
                  </a:lnTo>
                  <a:lnTo>
                    <a:pt x="583781" y="455467"/>
                  </a:lnTo>
                  <a:lnTo>
                    <a:pt x="583674" y="455266"/>
                  </a:lnTo>
                  <a:lnTo>
                    <a:pt x="583595" y="455126"/>
                  </a:lnTo>
                  <a:lnTo>
                    <a:pt x="583501" y="454958"/>
                  </a:lnTo>
                  <a:lnTo>
                    <a:pt x="583379" y="454793"/>
                  </a:lnTo>
                  <a:lnTo>
                    <a:pt x="583270" y="454643"/>
                  </a:lnTo>
                  <a:lnTo>
                    <a:pt x="582986" y="454276"/>
                  </a:lnTo>
                  <a:lnTo>
                    <a:pt x="582897" y="454149"/>
                  </a:lnTo>
                  <a:lnTo>
                    <a:pt x="582826" y="454018"/>
                  </a:lnTo>
                  <a:lnTo>
                    <a:pt x="582771" y="453854"/>
                  </a:lnTo>
                  <a:lnTo>
                    <a:pt x="582737" y="453682"/>
                  </a:lnTo>
                  <a:lnTo>
                    <a:pt x="582714" y="453530"/>
                  </a:lnTo>
                  <a:lnTo>
                    <a:pt x="582680" y="453377"/>
                  </a:lnTo>
                  <a:lnTo>
                    <a:pt x="582634" y="453219"/>
                  </a:lnTo>
                  <a:lnTo>
                    <a:pt x="582579" y="453037"/>
                  </a:lnTo>
                  <a:lnTo>
                    <a:pt x="582544" y="452846"/>
                  </a:lnTo>
                  <a:lnTo>
                    <a:pt x="582521" y="452654"/>
                  </a:lnTo>
                  <a:lnTo>
                    <a:pt x="582507" y="452489"/>
                  </a:lnTo>
                  <a:lnTo>
                    <a:pt x="582506" y="452244"/>
                  </a:lnTo>
                  <a:lnTo>
                    <a:pt x="582532" y="451946"/>
                  </a:lnTo>
                  <a:lnTo>
                    <a:pt x="582548" y="451750"/>
                  </a:lnTo>
                  <a:lnTo>
                    <a:pt x="582910" y="451285"/>
                  </a:lnTo>
                  <a:lnTo>
                    <a:pt x="583063" y="451177"/>
                  </a:lnTo>
                  <a:lnTo>
                    <a:pt x="583227" y="451122"/>
                  </a:lnTo>
                  <a:lnTo>
                    <a:pt x="583408" y="451041"/>
                  </a:lnTo>
                  <a:lnTo>
                    <a:pt x="583585" y="450939"/>
                  </a:lnTo>
                  <a:lnTo>
                    <a:pt x="583767" y="450843"/>
                  </a:lnTo>
                  <a:lnTo>
                    <a:pt x="583942" y="450737"/>
                  </a:lnTo>
                  <a:lnTo>
                    <a:pt x="584114" y="450631"/>
                  </a:lnTo>
                  <a:lnTo>
                    <a:pt x="584265" y="450532"/>
                  </a:lnTo>
                  <a:lnTo>
                    <a:pt x="584475" y="450399"/>
                  </a:lnTo>
                  <a:lnTo>
                    <a:pt x="584661" y="450220"/>
                  </a:lnTo>
                  <a:lnTo>
                    <a:pt x="584801" y="450076"/>
                  </a:lnTo>
                  <a:lnTo>
                    <a:pt x="585015" y="449825"/>
                  </a:lnTo>
                  <a:lnTo>
                    <a:pt x="585146" y="449608"/>
                  </a:lnTo>
                  <a:lnTo>
                    <a:pt x="585342" y="449342"/>
                  </a:lnTo>
                  <a:lnTo>
                    <a:pt x="585498" y="449136"/>
                  </a:lnTo>
                  <a:lnTo>
                    <a:pt x="585639" y="448889"/>
                  </a:lnTo>
                  <a:lnTo>
                    <a:pt x="585730" y="448677"/>
                  </a:lnTo>
                  <a:lnTo>
                    <a:pt x="585838" y="448419"/>
                  </a:lnTo>
                  <a:lnTo>
                    <a:pt x="586172" y="448146"/>
                  </a:lnTo>
                  <a:lnTo>
                    <a:pt x="586393" y="448098"/>
                  </a:lnTo>
                  <a:lnTo>
                    <a:pt x="586629" y="448014"/>
                  </a:lnTo>
                  <a:lnTo>
                    <a:pt x="586842" y="447908"/>
                  </a:lnTo>
                  <a:lnTo>
                    <a:pt x="587043" y="447760"/>
                  </a:lnTo>
                  <a:lnTo>
                    <a:pt x="587206" y="447621"/>
                  </a:lnTo>
                  <a:lnTo>
                    <a:pt x="587382" y="447410"/>
                  </a:lnTo>
                  <a:lnTo>
                    <a:pt x="587555" y="447217"/>
                  </a:lnTo>
                  <a:lnTo>
                    <a:pt x="587789" y="446949"/>
                  </a:lnTo>
                  <a:lnTo>
                    <a:pt x="588010" y="446734"/>
                  </a:lnTo>
                  <a:lnTo>
                    <a:pt x="588205" y="446573"/>
                  </a:lnTo>
                  <a:lnTo>
                    <a:pt x="588373" y="446372"/>
                  </a:lnTo>
                  <a:lnTo>
                    <a:pt x="588478" y="446206"/>
                  </a:lnTo>
                  <a:lnTo>
                    <a:pt x="588585" y="445998"/>
                  </a:lnTo>
                  <a:lnTo>
                    <a:pt x="588685" y="445833"/>
                  </a:lnTo>
                  <a:lnTo>
                    <a:pt x="588791" y="445686"/>
                  </a:lnTo>
                  <a:lnTo>
                    <a:pt x="589044" y="445408"/>
                  </a:lnTo>
                  <a:lnTo>
                    <a:pt x="589178" y="445296"/>
                  </a:lnTo>
                  <a:lnTo>
                    <a:pt x="589355" y="445160"/>
                  </a:lnTo>
                  <a:lnTo>
                    <a:pt x="589551" y="445021"/>
                  </a:lnTo>
                  <a:lnTo>
                    <a:pt x="589781" y="444867"/>
                  </a:lnTo>
                  <a:lnTo>
                    <a:pt x="589955" y="444698"/>
                  </a:lnTo>
                  <a:lnTo>
                    <a:pt x="590088" y="444545"/>
                  </a:lnTo>
                  <a:lnTo>
                    <a:pt x="590174" y="444357"/>
                  </a:lnTo>
                  <a:lnTo>
                    <a:pt x="590261" y="444142"/>
                  </a:lnTo>
                  <a:lnTo>
                    <a:pt x="590303" y="443959"/>
                  </a:lnTo>
                  <a:lnTo>
                    <a:pt x="590342" y="443765"/>
                  </a:lnTo>
                  <a:lnTo>
                    <a:pt x="590353" y="443596"/>
                  </a:lnTo>
                  <a:lnTo>
                    <a:pt x="590349" y="443444"/>
                  </a:lnTo>
                  <a:lnTo>
                    <a:pt x="590397" y="443278"/>
                  </a:lnTo>
                  <a:lnTo>
                    <a:pt x="590473" y="443118"/>
                  </a:lnTo>
                  <a:lnTo>
                    <a:pt x="590599" y="442948"/>
                  </a:lnTo>
                  <a:lnTo>
                    <a:pt x="590689" y="442781"/>
                  </a:lnTo>
                  <a:lnTo>
                    <a:pt x="590745" y="442576"/>
                  </a:lnTo>
                  <a:lnTo>
                    <a:pt x="590789" y="442423"/>
                  </a:lnTo>
                  <a:lnTo>
                    <a:pt x="590877" y="442267"/>
                  </a:lnTo>
                  <a:lnTo>
                    <a:pt x="590991" y="442090"/>
                  </a:lnTo>
                  <a:lnTo>
                    <a:pt x="591123" y="441929"/>
                  </a:lnTo>
                  <a:lnTo>
                    <a:pt x="591226" y="441796"/>
                  </a:lnTo>
                  <a:lnTo>
                    <a:pt x="591356" y="441647"/>
                  </a:lnTo>
                  <a:lnTo>
                    <a:pt x="591615" y="441485"/>
                  </a:lnTo>
                  <a:lnTo>
                    <a:pt x="591860" y="441608"/>
                  </a:lnTo>
                  <a:lnTo>
                    <a:pt x="592011" y="441686"/>
                  </a:lnTo>
                  <a:lnTo>
                    <a:pt x="592141" y="441696"/>
                  </a:lnTo>
                  <a:lnTo>
                    <a:pt x="592279" y="441668"/>
                  </a:lnTo>
                  <a:lnTo>
                    <a:pt x="592505" y="441559"/>
                  </a:lnTo>
                  <a:lnTo>
                    <a:pt x="592755" y="441169"/>
                  </a:lnTo>
                  <a:lnTo>
                    <a:pt x="592795" y="441017"/>
                  </a:lnTo>
                  <a:lnTo>
                    <a:pt x="592862" y="440875"/>
                  </a:lnTo>
                  <a:lnTo>
                    <a:pt x="592937" y="440733"/>
                  </a:lnTo>
                  <a:lnTo>
                    <a:pt x="592966" y="440508"/>
                  </a:lnTo>
                  <a:lnTo>
                    <a:pt x="592967" y="440347"/>
                  </a:lnTo>
                  <a:lnTo>
                    <a:pt x="592978" y="440193"/>
                  </a:lnTo>
                  <a:lnTo>
                    <a:pt x="593016" y="440051"/>
                  </a:lnTo>
                  <a:lnTo>
                    <a:pt x="593130" y="439899"/>
                  </a:lnTo>
                  <a:lnTo>
                    <a:pt x="593293" y="439714"/>
                  </a:lnTo>
                  <a:lnTo>
                    <a:pt x="593488" y="439510"/>
                  </a:lnTo>
                  <a:lnTo>
                    <a:pt x="593657" y="439329"/>
                  </a:lnTo>
                  <a:lnTo>
                    <a:pt x="593794" y="439190"/>
                  </a:lnTo>
                  <a:lnTo>
                    <a:pt x="593912" y="439021"/>
                  </a:lnTo>
                  <a:lnTo>
                    <a:pt x="594032" y="438803"/>
                  </a:lnTo>
                  <a:lnTo>
                    <a:pt x="594150" y="438590"/>
                  </a:lnTo>
                  <a:lnTo>
                    <a:pt x="594250" y="438365"/>
                  </a:lnTo>
                  <a:lnTo>
                    <a:pt x="594313" y="438215"/>
                  </a:lnTo>
                  <a:lnTo>
                    <a:pt x="594377" y="437994"/>
                  </a:lnTo>
                  <a:lnTo>
                    <a:pt x="594400" y="437737"/>
                  </a:lnTo>
                  <a:lnTo>
                    <a:pt x="594418" y="437473"/>
                  </a:lnTo>
                  <a:lnTo>
                    <a:pt x="594415" y="437235"/>
                  </a:lnTo>
                  <a:lnTo>
                    <a:pt x="594424" y="436999"/>
                  </a:lnTo>
                  <a:lnTo>
                    <a:pt x="594449" y="436808"/>
                  </a:lnTo>
                  <a:lnTo>
                    <a:pt x="594489" y="436599"/>
                  </a:lnTo>
                  <a:lnTo>
                    <a:pt x="594594" y="436284"/>
                  </a:lnTo>
                  <a:lnTo>
                    <a:pt x="594682" y="435984"/>
                  </a:lnTo>
                  <a:lnTo>
                    <a:pt x="594746" y="435722"/>
                  </a:lnTo>
                  <a:lnTo>
                    <a:pt x="594800" y="435547"/>
                  </a:lnTo>
                  <a:lnTo>
                    <a:pt x="594888" y="435373"/>
                  </a:lnTo>
                  <a:lnTo>
                    <a:pt x="595003" y="435239"/>
                  </a:lnTo>
                  <a:lnTo>
                    <a:pt x="595093" y="435057"/>
                  </a:lnTo>
                  <a:lnTo>
                    <a:pt x="595147" y="434861"/>
                  </a:lnTo>
                  <a:lnTo>
                    <a:pt x="595156" y="434609"/>
                  </a:lnTo>
                  <a:lnTo>
                    <a:pt x="595148" y="434384"/>
                  </a:lnTo>
                  <a:lnTo>
                    <a:pt x="595129" y="434139"/>
                  </a:lnTo>
                  <a:lnTo>
                    <a:pt x="595076" y="433967"/>
                  </a:lnTo>
                  <a:lnTo>
                    <a:pt x="595022" y="433807"/>
                  </a:lnTo>
                  <a:lnTo>
                    <a:pt x="594960" y="433570"/>
                  </a:lnTo>
                  <a:lnTo>
                    <a:pt x="594935" y="433381"/>
                  </a:lnTo>
                  <a:lnTo>
                    <a:pt x="594943" y="433168"/>
                  </a:lnTo>
                  <a:lnTo>
                    <a:pt x="594956" y="432990"/>
                  </a:lnTo>
                  <a:lnTo>
                    <a:pt x="595002" y="432795"/>
                  </a:lnTo>
                  <a:lnTo>
                    <a:pt x="595075" y="432602"/>
                  </a:lnTo>
                  <a:lnTo>
                    <a:pt x="595166" y="432386"/>
                  </a:lnTo>
                  <a:lnTo>
                    <a:pt x="595281" y="432135"/>
                  </a:lnTo>
                  <a:lnTo>
                    <a:pt x="595428" y="431813"/>
                  </a:lnTo>
                  <a:lnTo>
                    <a:pt x="595515" y="431487"/>
                  </a:lnTo>
                  <a:lnTo>
                    <a:pt x="595574" y="431218"/>
                  </a:lnTo>
                  <a:lnTo>
                    <a:pt x="595630" y="430859"/>
                  </a:lnTo>
                  <a:lnTo>
                    <a:pt x="595601" y="430390"/>
                  </a:lnTo>
                  <a:lnTo>
                    <a:pt x="595614" y="430057"/>
                  </a:lnTo>
                  <a:lnTo>
                    <a:pt x="595597" y="429812"/>
                  </a:lnTo>
                  <a:lnTo>
                    <a:pt x="595551" y="429489"/>
                  </a:lnTo>
                  <a:lnTo>
                    <a:pt x="595549" y="429297"/>
                  </a:lnTo>
                  <a:lnTo>
                    <a:pt x="595542" y="429120"/>
                  </a:lnTo>
                  <a:lnTo>
                    <a:pt x="595563" y="428957"/>
                  </a:lnTo>
                  <a:lnTo>
                    <a:pt x="595582" y="428820"/>
                  </a:lnTo>
                  <a:lnTo>
                    <a:pt x="595597" y="428669"/>
                  </a:lnTo>
                  <a:lnTo>
                    <a:pt x="595617" y="428503"/>
                  </a:lnTo>
                  <a:lnTo>
                    <a:pt x="595632" y="428345"/>
                  </a:lnTo>
                  <a:lnTo>
                    <a:pt x="595634" y="428197"/>
                  </a:lnTo>
                  <a:lnTo>
                    <a:pt x="595615" y="428053"/>
                  </a:lnTo>
                  <a:lnTo>
                    <a:pt x="594911" y="427132"/>
                  </a:lnTo>
                  <a:lnTo>
                    <a:pt x="594571" y="426767"/>
                  </a:lnTo>
                  <a:lnTo>
                    <a:pt x="594467" y="426637"/>
                  </a:lnTo>
                  <a:lnTo>
                    <a:pt x="594353" y="426484"/>
                  </a:lnTo>
                  <a:lnTo>
                    <a:pt x="594289" y="426344"/>
                  </a:lnTo>
                  <a:lnTo>
                    <a:pt x="594234" y="426205"/>
                  </a:lnTo>
                  <a:lnTo>
                    <a:pt x="594199" y="426047"/>
                  </a:lnTo>
                  <a:lnTo>
                    <a:pt x="594151" y="425855"/>
                  </a:lnTo>
                  <a:lnTo>
                    <a:pt x="594105" y="425670"/>
                  </a:lnTo>
                  <a:lnTo>
                    <a:pt x="594072" y="425506"/>
                  </a:lnTo>
                  <a:lnTo>
                    <a:pt x="594053" y="425366"/>
                  </a:lnTo>
                  <a:lnTo>
                    <a:pt x="594012" y="425216"/>
                  </a:lnTo>
                  <a:lnTo>
                    <a:pt x="593963" y="425060"/>
                  </a:lnTo>
                  <a:lnTo>
                    <a:pt x="593951" y="424929"/>
                  </a:lnTo>
                  <a:lnTo>
                    <a:pt x="594002" y="424796"/>
                  </a:lnTo>
                  <a:lnTo>
                    <a:pt x="594184" y="424545"/>
                  </a:lnTo>
                  <a:lnTo>
                    <a:pt x="594309" y="424415"/>
                  </a:lnTo>
                  <a:lnTo>
                    <a:pt x="594472" y="424267"/>
                  </a:lnTo>
                  <a:lnTo>
                    <a:pt x="594660" y="424113"/>
                  </a:lnTo>
                  <a:lnTo>
                    <a:pt x="594819" y="423993"/>
                  </a:lnTo>
                  <a:lnTo>
                    <a:pt x="595097" y="423748"/>
                  </a:lnTo>
                  <a:lnTo>
                    <a:pt x="595205" y="423603"/>
                  </a:lnTo>
                  <a:lnTo>
                    <a:pt x="595372" y="423345"/>
                  </a:lnTo>
                  <a:lnTo>
                    <a:pt x="595479" y="423158"/>
                  </a:lnTo>
                  <a:lnTo>
                    <a:pt x="595625" y="422904"/>
                  </a:lnTo>
                  <a:lnTo>
                    <a:pt x="595953" y="422504"/>
                  </a:lnTo>
                  <a:lnTo>
                    <a:pt x="596055" y="422364"/>
                  </a:lnTo>
                  <a:lnTo>
                    <a:pt x="596140" y="422228"/>
                  </a:lnTo>
                  <a:lnTo>
                    <a:pt x="596244" y="422060"/>
                  </a:lnTo>
                  <a:lnTo>
                    <a:pt x="596322" y="421921"/>
                  </a:lnTo>
                  <a:lnTo>
                    <a:pt x="596410" y="421749"/>
                  </a:lnTo>
                  <a:lnTo>
                    <a:pt x="596481" y="421590"/>
                  </a:lnTo>
                  <a:lnTo>
                    <a:pt x="596544" y="421409"/>
                  </a:lnTo>
                  <a:lnTo>
                    <a:pt x="596590" y="421238"/>
                  </a:lnTo>
                  <a:lnTo>
                    <a:pt x="596651" y="421068"/>
                  </a:lnTo>
                  <a:lnTo>
                    <a:pt x="596720" y="420920"/>
                  </a:lnTo>
                  <a:lnTo>
                    <a:pt x="596808" y="420727"/>
                  </a:lnTo>
                  <a:lnTo>
                    <a:pt x="596887" y="420528"/>
                  </a:lnTo>
                  <a:lnTo>
                    <a:pt x="596959" y="420360"/>
                  </a:lnTo>
                  <a:lnTo>
                    <a:pt x="597047" y="420215"/>
                  </a:lnTo>
                  <a:lnTo>
                    <a:pt x="597139" y="420081"/>
                  </a:lnTo>
                  <a:lnTo>
                    <a:pt x="597261" y="419933"/>
                  </a:lnTo>
                  <a:lnTo>
                    <a:pt x="597357" y="419780"/>
                  </a:lnTo>
                  <a:lnTo>
                    <a:pt x="597493" y="419520"/>
                  </a:lnTo>
                  <a:lnTo>
                    <a:pt x="597559" y="419382"/>
                  </a:lnTo>
                  <a:lnTo>
                    <a:pt x="597605" y="419251"/>
                  </a:lnTo>
                  <a:lnTo>
                    <a:pt x="597627" y="419090"/>
                  </a:lnTo>
                  <a:lnTo>
                    <a:pt x="597637" y="418821"/>
                  </a:lnTo>
                  <a:lnTo>
                    <a:pt x="597665" y="418664"/>
                  </a:lnTo>
                  <a:lnTo>
                    <a:pt x="597692" y="418532"/>
                  </a:lnTo>
                  <a:lnTo>
                    <a:pt x="597703" y="418379"/>
                  </a:lnTo>
                  <a:lnTo>
                    <a:pt x="597707" y="418206"/>
                  </a:lnTo>
                  <a:lnTo>
                    <a:pt x="597674" y="418019"/>
                  </a:lnTo>
                  <a:lnTo>
                    <a:pt x="597634" y="417843"/>
                  </a:lnTo>
                  <a:lnTo>
                    <a:pt x="597600" y="417686"/>
                  </a:lnTo>
                  <a:lnTo>
                    <a:pt x="597514" y="417411"/>
                  </a:lnTo>
                  <a:lnTo>
                    <a:pt x="597445" y="417140"/>
                  </a:lnTo>
                  <a:lnTo>
                    <a:pt x="597402" y="416976"/>
                  </a:lnTo>
                  <a:lnTo>
                    <a:pt x="597370" y="416800"/>
                  </a:lnTo>
                  <a:lnTo>
                    <a:pt x="597352" y="416652"/>
                  </a:lnTo>
                  <a:lnTo>
                    <a:pt x="597337" y="416493"/>
                  </a:lnTo>
                  <a:lnTo>
                    <a:pt x="597316" y="416315"/>
                  </a:lnTo>
                  <a:lnTo>
                    <a:pt x="597288" y="416173"/>
                  </a:lnTo>
                  <a:lnTo>
                    <a:pt x="597257" y="416021"/>
                  </a:lnTo>
                  <a:lnTo>
                    <a:pt x="597198" y="415762"/>
                  </a:lnTo>
                  <a:lnTo>
                    <a:pt x="597147" y="415469"/>
                  </a:lnTo>
                  <a:lnTo>
                    <a:pt x="597134" y="415317"/>
                  </a:lnTo>
                  <a:lnTo>
                    <a:pt x="597134" y="415159"/>
                  </a:lnTo>
                  <a:lnTo>
                    <a:pt x="597139" y="414989"/>
                  </a:lnTo>
                  <a:lnTo>
                    <a:pt x="597149" y="414847"/>
                  </a:lnTo>
                  <a:lnTo>
                    <a:pt x="597163" y="414633"/>
                  </a:lnTo>
                  <a:lnTo>
                    <a:pt x="597179" y="414465"/>
                  </a:lnTo>
                  <a:lnTo>
                    <a:pt x="597199" y="414320"/>
                  </a:lnTo>
                  <a:lnTo>
                    <a:pt x="597244" y="414142"/>
                  </a:lnTo>
                  <a:lnTo>
                    <a:pt x="597305" y="413989"/>
                  </a:lnTo>
                  <a:lnTo>
                    <a:pt x="597351" y="413583"/>
                  </a:lnTo>
                  <a:lnTo>
                    <a:pt x="597357" y="413441"/>
                  </a:lnTo>
                  <a:lnTo>
                    <a:pt x="597393" y="413300"/>
                  </a:lnTo>
                  <a:lnTo>
                    <a:pt x="597469" y="413166"/>
                  </a:lnTo>
                  <a:lnTo>
                    <a:pt x="597660" y="412953"/>
                  </a:lnTo>
                  <a:lnTo>
                    <a:pt x="597865" y="412830"/>
                  </a:lnTo>
                  <a:lnTo>
                    <a:pt x="598065" y="412728"/>
                  </a:lnTo>
                  <a:lnTo>
                    <a:pt x="598241" y="412643"/>
                  </a:lnTo>
                  <a:lnTo>
                    <a:pt x="598428" y="412549"/>
                  </a:lnTo>
                  <a:lnTo>
                    <a:pt x="598634" y="412437"/>
                  </a:lnTo>
                  <a:lnTo>
                    <a:pt x="598901" y="412190"/>
                  </a:lnTo>
                  <a:lnTo>
                    <a:pt x="598992" y="412046"/>
                  </a:lnTo>
                  <a:lnTo>
                    <a:pt x="599155" y="411647"/>
                  </a:lnTo>
                  <a:lnTo>
                    <a:pt x="599272" y="411511"/>
                  </a:lnTo>
                  <a:lnTo>
                    <a:pt x="599426" y="411386"/>
                  </a:lnTo>
                  <a:lnTo>
                    <a:pt x="599599" y="411249"/>
                  </a:lnTo>
                  <a:lnTo>
                    <a:pt x="599739" y="411158"/>
                  </a:lnTo>
                  <a:lnTo>
                    <a:pt x="599884" y="411073"/>
                  </a:lnTo>
                  <a:lnTo>
                    <a:pt x="600025" y="411003"/>
                  </a:lnTo>
                  <a:lnTo>
                    <a:pt x="600165" y="410956"/>
                  </a:lnTo>
                  <a:lnTo>
                    <a:pt x="600325" y="410904"/>
                  </a:lnTo>
                  <a:lnTo>
                    <a:pt x="600493" y="410849"/>
                  </a:lnTo>
                  <a:lnTo>
                    <a:pt x="600627" y="410815"/>
                  </a:lnTo>
                  <a:lnTo>
                    <a:pt x="600785" y="410777"/>
                  </a:lnTo>
                  <a:lnTo>
                    <a:pt x="600972" y="410743"/>
                  </a:lnTo>
                  <a:lnTo>
                    <a:pt x="601182" y="410722"/>
                  </a:lnTo>
                  <a:lnTo>
                    <a:pt x="601368" y="410698"/>
                  </a:lnTo>
                  <a:lnTo>
                    <a:pt x="601535" y="410676"/>
                  </a:lnTo>
                  <a:lnTo>
                    <a:pt x="601718" y="410651"/>
                  </a:lnTo>
                  <a:lnTo>
                    <a:pt x="601975" y="410613"/>
                  </a:lnTo>
                  <a:lnTo>
                    <a:pt x="602160" y="410571"/>
                  </a:lnTo>
                  <a:lnTo>
                    <a:pt x="602368" y="410534"/>
                  </a:lnTo>
                  <a:lnTo>
                    <a:pt x="602577" y="410497"/>
                  </a:lnTo>
                  <a:lnTo>
                    <a:pt x="602798" y="410417"/>
                  </a:lnTo>
                  <a:lnTo>
                    <a:pt x="602991" y="410344"/>
                  </a:lnTo>
                  <a:lnTo>
                    <a:pt x="603166" y="410284"/>
                  </a:lnTo>
                  <a:lnTo>
                    <a:pt x="603354" y="410225"/>
                  </a:lnTo>
                  <a:lnTo>
                    <a:pt x="603554" y="410127"/>
                  </a:lnTo>
                  <a:lnTo>
                    <a:pt x="603764" y="410049"/>
                  </a:lnTo>
                  <a:lnTo>
                    <a:pt x="603972" y="409967"/>
                  </a:lnTo>
                  <a:lnTo>
                    <a:pt x="604132" y="409894"/>
                  </a:lnTo>
                  <a:lnTo>
                    <a:pt x="604302" y="409820"/>
                  </a:lnTo>
                  <a:lnTo>
                    <a:pt x="604459" y="409752"/>
                  </a:lnTo>
                  <a:lnTo>
                    <a:pt x="604652" y="409681"/>
                  </a:lnTo>
                  <a:lnTo>
                    <a:pt x="604823" y="409623"/>
                  </a:lnTo>
                  <a:lnTo>
                    <a:pt x="604982" y="409573"/>
                  </a:lnTo>
                  <a:lnTo>
                    <a:pt x="605142" y="409500"/>
                  </a:lnTo>
                  <a:lnTo>
                    <a:pt x="605289" y="409417"/>
                  </a:lnTo>
                  <a:lnTo>
                    <a:pt x="605655" y="409052"/>
                  </a:lnTo>
                  <a:lnTo>
                    <a:pt x="605776" y="408916"/>
                  </a:lnTo>
                  <a:lnTo>
                    <a:pt x="605950" y="408733"/>
                  </a:lnTo>
                  <a:lnTo>
                    <a:pt x="606094" y="408577"/>
                  </a:lnTo>
                  <a:lnTo>
                    <a:pt x="606240" y="408408"/>
                  </a:lnTo>
                  <a:lnTo>
                    <a:pt x="606382" y="408253"/>
                  </a:lnTo>
                  <a:lnTo>
                    <a:pt x="606533" y="408116"/>
                  </a:lnTo>
                  <a:lnTo>
                    <a:pt x="606725" y="407952"/>
                  </a:lnTo>
                  <a:lnTo>
                    <a:pt x="606868" y="407836"/>
                  </a:lnTo>
                  <a:lnTo>
                    <a:pt x="607082" y="407692"/>
                  </a:lnTo>
                  <a:lnTo>
                    <a:pt x="607233" y="407617"/>
                  </a:lnTo>
                  <a:lnTo>
                    <a:pt x="607435" y="407500"/>
                  </a:lnTo>
                  <a:lnTo>
                    <a:pt x="607608" y="407403"/>
                  </a:lnTo>
                  <a:lnTo>
                    <a:pt x="607808" y="407276"/>
                  </a:lnTo>
                  <a:lnTo>
                    <a:pt x="608024" y="407109"/>
                  </a:lnTo>
                  <a:lnTo>
                    <a:pt x="608229" y="406956"/>
                  </a:lnTo>
                  <a:lnTo>
                    <a:pt x="608408" y="406815"/>
                  </a:lnTo>
                  <a:lnTo>
                    <a:pt x="608673" y="406633"/>
                  </a:lnTo>
                  <a:lnTo>
                    <a:pt x="608979" y="406410"/>
                  </a:lnTo>
                  <a:lnTo>
                    <a:pt x="609375" y="406120"/>
                  </a:lnTo>
                  <a:lnTo>
                    <a:pt x="609644" y="405958"/>
                  </a:lnTo>
                  <a:lnTo>
                    <a:pt x="609921" y="405813"/>
                  </a:lnTo>
                  <a:lnTo>
                    <a:pt x="610159" y="405702"/>
                  </a:lnTo>
                  <a:lnTo>
                    <a:pt x="610577" y="405300"/>
                  </a:lnTo>
                  <a:lnTo>
                    <a:pt x="610783" y="405115"/>
                  </a:lnTo>
                  <a:lnTo>
                    <a:pt x="610980" y="404969"/>
                  </a:lnTo>
                  <a:lnTo>
                    <a:pt x="611180" y="404865"/>
                  </a:lnTo>
                  <a:lnTo>
                    <a:pt x="611378" y="404780"/>
                  </a:lnTo>
                  <a:lnTo>
                    <a:pt x="611561" y="404694"/>
                  </a:lnTo>
                  <a:lnTo>
                    <a:pt x="611753" y="404617"/>
                  </a:lnTo>
                  <a:lnTo>
                    <a:pt x="612028" y="404507"/>
                  </a:lnTo>
                  <a:lnTo>
                    <a:pt x="612297" y="404410"/>
                  </a:lnTo>
                  <a:lnTo>
                    <a:pt x="612516" y="404343"/>
                  </a:lnTo>
                  <a:lnTo>
                    <a:pt x="612765" y="404239"/>
                  </a:lnTo>
                  <a:lnTo>
                    <a:pt x="613034" y="404116"/>
                  </a:lnTo>
                  <a:lnTo>
                    <a:pt x="613221" y="403991"/>
                  </a:lnTo>
                  <a:lnTo>
                    <a:pt x="613411" y="403894"/>
                  </a:lnTo>
                  <a:lnTo>
                    <a:pt x="613610" y="403831"/>
                  </a:lnTo>
                  <a:lnTo>
                    <a:pt x="613821" y="403766"/>
                  </a:lnTo>
                  <a:lnTo>
                    <a:pt x="614107" y="403668"/>
                  </a:lnTo>
                  <a:lnTo>
                    <a:pt x="614389" y="403556"/>
                  </a:lnTo>
                  <a:lnTo>
                    <a:pt x="614553" y="403434"/>
                  </a:lnTo>
                  <a:lnTo>
                    <a:pt x="614834" y="403255"/>
                  </a:lnTo>
                  <a:lnTo>
                    <a:pt x="615094" y="403146"/>
                  </a:lnTo>
                  <a:lnTo>
                    <a:pt x="615482" y="403083"/>
                  </a:lnTo>
                  <a:lnTo>
                    <a:pt x="615730" y="402991"/>
                  </a:lnTo>
                  <a:lnTo>
                    <a:pt x="616002" y="402753"/>
                  </a:lnTo>
                  <a:lnTo>
                    <a:pt x="616181" y="402527"/>
                  </a:lnTo>
                  <a:lnTo>
                    <a:pt x="616327" y="402351"/>
                  </a:lnTo>
                  <a:lnTo>
                    <a:pt x="616569" y="402260"/>
                  </a:lnTo>
                  <a:lnTo>
                    <a:pt x="616772" y="402312"/>
                  </a:lnTo>
                  <a:lnTo>
                    <a:pt x="616935" y="402434"/>
                  </a:lnTo>
                  <a:lnTo>
                    <a:pt x="617115" y="402662"/>
                  </a:lnTo>
                  <a:lnTo>
                    <a:pt x="617212" y="402877"/>
                  </a:lnTo>
                  <a:lnTo>
                    <a:pt x="617323" y="403094"/>
                  </a:lnTo>
                  <a:lnTo>
                    <a:pt x="617413" y="403295"/>
                  </a:lnTo>
                  <a:lnTo>
                    <a:pt x="617538" y="403534"/>
                  </a:lnTo>
                  <a:lnTo>
                    <a:pt x="617684" y="403704"/>
                  </a:lnTo>
                  <a:lnTo>
                    <a:pt x="617880" y="403920"/>
                  </a:lnTo>
                  <a:lnTo>
                    <a:pt x="618118" y="404220"/>
                  </a:lnTo>
                  <a:lnTo>
                    <a:pt x="618272" y="404413"/>
                  </a:lnTo>
                  <a:lnTo>
                    <a:pt x="618465" y="404645"/>
                  </a:lnTo>
                  <a:lnTo>
                    <a:pt x="618582" y="404845"/>
                  </a:lnTo>
                  <a:lnTo>
                    <a:pt x="618755" y="405110"/>
                  </a:lnTo>
                  <a:lnTo>
                    <a:pt x="618931" y="405406"/>
                  </a:lnTo>
                  <a:lnTo>
                    <a:pt x="619062" y="405619"/>
                  </a:lnTo>
                  <a:lnTo>
                    <a:pt x="619177" y="405781"/>
                  </a:lnTo>
                  <a:lnTo>
                    <a:pt x="619324" y="405957"/>
                  </a:lnTo>
                  <a:lnTo>
                    <a:pt x="619448" y="406113"/>
                  </a:lnTo>
                  <a:lnTo>
                    <a:pt x="619594" y="406259"/>
                  </a:lnTo>
                  <a:lnTo>
                    <a:pt x="619762" y="406367"/>
                  </a:lnTo>
                  <a:lnTo>
                    <a:pt x="619957" y="406464"/>
                  </a:lnTo>
                  <a:lnTo>
                    <a:pt x="620167" y="406559"/>
                  </a:lnTo>
                  <a:lnTo>
                    <a:pt x="620392" y="406684"/>
                  </a:lnTo>
                  <a:lnTo>
                    <a:pt x="620612" y="406817"/>
                  </a:lnTo>
                  <a:lnTo>
                    <a:pt x="620940" y="406952"/>
                  </a:lnTo>
                  <a:lnTo>
                    <a:pt x="621151" y="407021"/>
                  </a:lnTo>
                  <a:lnTo>
                    <a:pt x="621415" y="407051"/>
                  </a:lnTo>
                  <a:lnTo>
                    <a:pt x="621644" y="407001"/>
                  </a:lnTo>
                  <a:lnTo>
                    <a:pt x="621893" y="406893"/>
                  </a:lnTo>
                  <a:lnTo>
                    <a:pt x="622130" y="406772"/>
                  </a:lnTo>
                  <a:lnTo>
                    <a:pt x="622316" y="406655"/>
                  </a:lnTo>
                  <a:lnTo>
                    <a:pt x="622533" y="406502"/>
                  </a:lnTo>
                  <a:lnTo>
                    <a:pt x="622706" y="406378"/>
                  </a:lnTo>
                  <a:lnTo>
                    <a:pt x="622952" y="406125"/>
                  </a:lnTo>
                  <a:lnTo>
                    <a:pt x="623072" y="405965"/>
                  </a:lnTo>
                  <a:lnTo>
                    <a:pt x="623186" y="405812"/>
                  </a:lnTo>
                  <a:lnTo>
                    <a:pt x="623340" y="405629"/>
                  </a:lnTo>
                  <a:lnTo>
                    <a:pt x="623480" y="405517"/>
                  </a:lnTo>
                  <a:lnTo>
                    <a:pt x="623638" y="405400"/>
                  </a:lnTo>
                  <a:lnTo>
                    <a:pt x="623809" y="405303"/>
                  </a:lnTo>
                  <a:lnTo>
                    <a:pt x="624020" y="405129"/>
                  </a:lnTo>
                  <a:lnTo>
                    <a:pt x="624246" y="404905"/>
                  </a:lnTo>
                  <a:lnTo>
                    <a:pt x="624451" y="404681"/>
                  </a:lnTo>
                  <a:lnTo>
                    <a:pt x="624646" y="404429"/>
                  </a:lnTo>
                  <a:lnTo>
                    <a:pt x="624823" y="404171"/>
                  </a:lnTo>
                  <a:lnTo>
                    <a:pt x="625033" y="403872"/>
                  </a:lnTo>
                  <a:lnTo>
                    <a:pt x="625219" y="403611"/>
                  </a:lnTo>
                  <a:lnTo>
                    <a:pt x="625366" y="403395"/>
                  </a:lnTo>
                  <a:lnTo>
                    <a:pt x="625586" y="403175"/>
                  </a:lnTo>
                  <a:lnTo>
                    <a:pt x="625796" y="403035"/>
                  </a:lnTo>
                  <a:lnTo>
                    <a:pt x="626047" y="402860"/>
                  </a:lnTo>
                  <a:lnTo>
                    <a:pt x="626228" y="402699"/>
                  </a:lnTo>
                  <a:lnTo>
                    <a:pt x="626429" y="402516"/>
                  </a:lnTo>
                  <a:lnTo>
                    <a:pt x="626629" y="402344"/>
                  </a:lnTo>
                  <a:lnTo>
                    <a:pt x="626840" y="402170"/>
                  </a:lnTo>
                  <a:lnTo>
                    <a:pt x="627062" y="402016"/>
                  </a:lnTo>
                  <a:lnTo>
                    <a:pt x="627276" y="401911"/>
                  </a:lnTo>
                  <a:lnTo>
                    <a:pt x="627485" y="401840"/>
                  </a:lnTo>
                  <a:lnTo>
                    <a:pt x="627746" y="401804"/>
                  </a:lnTo>
                  <a:lnTo>
                    <a:pt x="627989" y="401758"/>
                  </a:lnTo>
                  <a:lnTo>
                    <a:pt x="628235" y="401699"/>
                  </a:lnTo>
                  <a:lnTo>
                    <a:pt x="628434" y="401649"/>
                  </a:lnTo>
                  <a:lnTo>
                    <a:pt x="628666" y="401574"/>
                  </a:lnTo>
                  <a:lnTo>
                    <a:pt x="628975" y="401484"/>
                  </a:lnTo>
                  <a:lnTo>
                    <a:pt x="629398" y="401440"/>
                  </a:lnTo>
                  <a:lnTo>
                    <a:pt x="630242" y="401351"/>
                  </a:lnTo>
                  <a:lnTo>
                    <a:pt x="630855" y="401080"/>
                  </a:lnTo>
                  <a:lnTo>
                    <a:pt x="631195" y="400885"/>
                  </a:lnTo>
                  <a:lnTo>
                    <a:pt x="631375" y="400807"/>
                  </a:lnTo>
                  <a:lnTo>
                    <a:pt x="631601" y="400692"/>
                  </a:lnTo>
                  <a:lnTo>
                    <a:pt x="631883" y="400581"/>
                  </a:lnTo>
                  <a:lnTo>
                    <a:pt x="632118" y="400512"/>
                  </a:lnTo>
                  <a:lnTo>
                    <a:pt x="632327" y="400474"/>
                  </a:lnTo>
                  <a:lnTo>
                    <a:pt x="632558" y="400439"/>
                  </a:lnTo>
                  <a:lnTo>
                    <a:pt x="632829" y="400403"/>
                  </a:lnTo>
                  <a:lnTo>
                    <a:pt x="633091" y="400354"/>
                  </a:lnTo>
                  <a:lnTo>
                    <a:pt x="633344" y="400322"/>
                  </a:lnTo>
                  <a:lnTo>
                    <a:pt x="633558" y="400335"/>
                  </a:lnTo>
                  <a:lnTo>
                    <a:pt x="633795" y="400434"/>
                  </a:lnTo>
                  <a:lnTo>
                    <a:pt x="634072" y="400664"/>
                  </a:lnTo>
                  <a:lnTo>
                    <a:pt x="634168" y="400799"/>
                  </a:lnTo>
                  <a:lnTo>
                    <a:pt x="634230" y="400959"/>
                  </a:lnTo>
                  <a:lnTo>
                    <a:pt x="634252" y="401126"/>
                  </a:lnTo>
                  <a:lnTo>
                    <a:pt x="634243" y="401337"/>
                  </a:lnTo>
                  <a:lnTo>
                    <a:pt x="634245" y="401567"/>
                  </a:lnTo>
                  <a:lnTo>
                    <a:pt x="634257" y="401792"/>
                  </a:lnTo>
                  <a:lnTo>
                    <a:pt x="634294" y="401997"/>
                  </a:lnTo>
                  <a:lnTo>
                    <a:pt x="634349" y="402144"/>
                  </a:lnTo>
                  <a:lnTo>
                    <a:pt x="634437" y="402291"/>
                  </a:lnTo>
                  <a:lnTo>
                    <a:pt x="634519" y="402425"/>
                  </a:lnTo>
                  <a:lnTo>
                    <a:pt x="634545" y="402574"/>
                  </a:lnTo>
                  <a:lnTo>
                    <a:pt x="634556" y="402737"/>
                  </a:lnTo>
                  <a:lnTo>
                    <a:pt x="634539" y="402872"/>
                  </a:lnTo>
                  <a:lnTo>
                    <a:pt x="634578" y="403032"/>
                  </a:lnTo>
                  <a:lnTo>
                    <a:pt x="634567" y="403178"/>
                  </a:lnTo>
                  <a:lnTo>
                    <a:pt x="634557" y="403385"/>
                  </a:lnTo>
                  <a:lnTo>
                    <a:pt x="634509" y="403665"/>
                  </a:lnTo>
                  <a:lnTo>
                    <a:pt x="634470" y="403973"/>
                  </a:lnTo>
                  <a:lnTo>
                    <a:pt x="634501" y="404245"/>
                  </a:lnTo>
                  <a:lnTo>
                    <a:pt x="634611" y="404524"/>
                  </a:lnTo>
                  <a:lnTo>
                    <a:pt x="634731" y="404778"/>
                  </a:lnTo>
                  <a:lnTo>
                    <a:pt x="634881" y="405026"/>
                  </a:lnTo>
                  <a:lnTo>
                    <a:pt x="635050" y="405293"/>
                  </a:lnTo>
                  <a:lnTo>
                    <a:pt x="635209" y="405624"/>
                  </a:lnTo>
                  <a:lnTo>
                    <a:pt x="635356" y="405789"/>
                  </a:lnTo>
                  <a:lnTo>
                    <a:pt x="635647" y="406008"/>
                  </a:lnTo>
                  <a:lnTo>
                    <a:pt x="636038" y="406316"/>
                  </a:lnTo>
                  <a:lnTo>
                    <a:pt x="636316" y="406525"/>
                  </a:lnTo>
                  <a:lnTo>
                    <a:pt x="636554" y="406728"/>
                  </a:lnTo>
                  <a:lnTo>
                    <a:pt x="636873" y="406981"/>
                  </a:lnTo>
                  <a:lnTo>
                    <a:pt x="637184" y="407148"/>
                  </a:lnTo>
                  <a:lnTo>
                    <a:pt x="637403" y="407269"/>
                  </a:lnTo>
                  <a:lnTo>
                    <a:pt x="637774" y="407386"/>
                  </a:lnTo>
                  <a:lnTo>
                    <a:pt x="638161" y="407438"/>
                  </a:lnTo>
                  <a:lnTo>
                    <a:pt x="638633" y="407404"/>
                  </a:lnTo>
                  <a:lnTo>
                    <a:pt x="638977" y="407317"/>
                  </a:lnTo>
                  <a:lnTo>
                    <a:pt x="639321" y="407170"/>
                  </a:lnTo>
                  <a:lnTo>
                    <a:pt x="639730" y="406934"/>
                  </a:lnTo>
                  <a:lnTo>
                    <a:pt x="640174" y="406630"/>
                  </a:lnTo>
                  <a:lnTo>
                    <a:pt x="640324" y="406534"/>
                  </a:lnTo>
                  <a:lnTo>
                    <a:pt x="640477" y="406414"/>
                  </a:lnTo>
                  <a:lnTo>
                    <a:pt x="640610" y="406300"/>
                  </a:lnTo>
                  <a:lnTo>
                    <a:pt x="640761" y="406169"/>
                  </a:lnTo>
                  <a:lnTo>
                    <a:pt x="640941" y="406022"/>
                  </a:lnTo>
                  <a:lnTo>
                    <a:pt x="641098" y="405879"/>
                  </a:lnTo>
                  <a:lnTo>
                    <a:pt x="641308" y="405629"/>
                  </a:lnTo>
                  <a:lnTo>
                    <a:pt x="641427" y="405453"/>
                  </a:lnTo>
                  <a:lnTo>
                    <a:pt x="641513" y="405273"/>
                  </a:lnTo>
                  <a:lnTo>
                    <a:pt x="641572" y="405144"/>
                  </a:lnTo>
                  <a:lnTo>
                    <a:pt x="642258" y="404552"/>
                  </a:lnTo>
                  <a:lnTo>
                    <a:pt x="642426" y="404521"/>
                  </a:lnTo>
                  <a:lnTo>
                    <a:pt x="642581" y="404502"/>
                  </a:lnTo>
                  <a:lnTo>
                    <a:pt x="642741" y="404488"/>
                  </a:lnTo>
                  <a:lnTo>
                    <a:pt x="642919" y="404455"/>
                  </a:lnTo>
                  <a:lnTo>
                    <a:pt x="643085" y="404411"/>
                  </a:lnTo>
                  <a:lnTo>
                    <a:pt x="643254" y="404358"/>
                  </a:lnTo>
                  <a:lnTo>
                    <a:pt x="643435" y="404306"/>
                  </a:lnTo>
                  <a:lnTo>
                    <a:pt x="643624" y="404256"/>
                  </a:lnTo>
                  <a:lnTo>
                    <a:pt x="643811" y="404214"/>
                  </a:lnTo>
                  <a:lnTo>
                    <a:pt x="643976" y="404168"/>
                  </a:lnTo>
                  <a:lnTo>
                    <a:pt x="644148" y="404113"/>
                  </a:lnTo>
                  <a:lnTo>
                    <a:pt x="644310" y="404063"/>
                  </a:lnTo>
                  <a:lnTo>
                    <a:pt x="644477" y="404016"/>
                  </a:lnTo>
                  <a:lnTo>
                    <a:pt x="644755" y="404005"/>
                  </a:lnTo>
                  <a:lnTo>
                    <a:pt x="645205" y="404059"/>
                  </a:lnTo>
                  <a:lnTo>
                    <a:pt x="645347" y="404074"/>
                  </a:lnTo>
                  <a:lnTo>
                    <a:pt x="645543" y="404084"/>
                  </a:lnTo>
                  <a:lnTo>
                    <a:pt x="645724" y="404091"/>
                  </a:lnTo>
                  <a:lnTo>
                    <a:pt x="646005" y="404150"/>
                  </a:lnTo>
                  <a:lnTo>
                    <a:pt x="646153" y="404208"/>
                  </a:lnTo>
                  <a:lnTo>
                    <a:pt x="646353" y="404293"/>
                  </a:lnTo>
                  <a:lnTo>
                    <a:pt x="646536" y="404352"/>
                  </a:lnTo>
                  <a:lnTo>
                    <a:pt x="646733" y="404397"/>
                  </a:lnTo>
                  <a:lnTo>
                    <a:pt x="646890" y="404444"/>
                  </a:lnTo>
                  <a:lnTo>
                    <a:pt x="647093" y="404524"/>
                  </a:lnTo>
                  <a:lnTo>
                    <a:pt x="647258" y="404590"/>
                  </a:lnTo>
                  <a:lnTo>
                    <a:pt x="647446" y="404674"/>
                  </a:lnTo>
                  <a:lnTo>
                    <a:pt x="647625" y="404755"/>
                  </a:lnTo>
                  <a:lnTo>
                    <a:pt x="647755" y="404860"/>
                  </a:lnTo>
                  <a:lnTo>
                    <a:pt x="647952" y="405129"/>
                  </a:lnTo>
                  <a:lnTo>
                    <a:pt x="648080" y="405261"/>
                  </a:lnTo>
                  <a:lnTo>
                    <a:pt x="648229" y="405395"/>
                  </a:lnTo>
                  <a:lnTo>
                    <a:pt x="648379" y="405520"/>
                  </a:lnTo>
                  <a:lnTo>
                    <a:pt x="648509" y="405610"/>
                  </a:lnTo>
                  <a:lnTo>
                    <a:pt x="648669" y="405768"/>
                  </a:lnTo>
                  <a:lnTo>
                    <a:pt x="648816" y="405942"/>
                  </a:lnTo>
                  <a:lnTo>
                    <a:pt x="648936" y="406098"/>
                  </a:lnTo>
                  <a:lnTo>
                    <a:pt x="649150" y="406403"/>
                  </a:lnTo>
                  <a:lnTo>
                    <a:pt x="649275" y="406540"/>
                  </a:lnTo>
                  <a:lnTo>
                    <a:pt x="649727" y="406973"/>
                  </a:lnTo>
                  <a:lnTo>
                    <a:pt x="649855" y="407114"/>
                  </a:lnTo>
                  <a:lnTo>
                    <a:pt x="649945" y="407262"/>
                  </a:lnTo>
                  <a:lnTo>
                    <a:pt x="650056" y="407518"/>
                  </a:lnTo>
                  <a:lnTo>
                    <a:pt x="650112" y="407675"/>
                  </a:lnTo>
                  <a:lnTo>
                    <a:pt x="650212" y="407835"/>
                  </a:lnTo>
                  <a:lnTo>
                    <a:pt x="650320" y="407972"/>
                  </a:lnTo>
                  <a:lnTo>
                    <a:pt x="650463" y="408115"/>
                  </a:lnTo>
                  <a:lnTo>
                    <a:pt x="650605" y="408289"/>
                  </a:lnTo>
                  <a:lnTo>
                    <a:pt x="650736" y="408507"/>
                  </a:lnTo>
                  <a:lnTo>
                    <a:pt x="650842" y="408680"/>
                  </a:lnTo>
                  <a:lnTo>
                    <a:pt x="651018" y="408868"/>
                  </a:lnTo>
                  <a:lnTo>
                    <a:pt x="651180" y="408988"/>
                  </a:lnTo>
                  <a:lnTo>
                    <a:pt x="651361" y="409113"/>
                  </a:lnTo>
                  <a:lnTo>
                    <a:pt x="651527" y="409237"/>
                  </a:lnTo>
                  <a:lnTo>
                    <a:pt x="651926" y="409610"/>
                  </a:lnTo>
                  <a:lnTo>
                    <a:pt x="652058" y="409681"/>
                  </a:lnTo>
                  <a:lnTo>
                    <a:pt x="652230" y="409729"/>
                  </a:lnTo>
                  <a:lnTo>
                    <a:pt x="652397" y="409827"/>
                  </a:lnTo>
                  <a:lnTo>
                    <a:pt x="652539" y="409924"/>
                  </a:lnTo>
                  <a:lnTo>
                    <a:pt x="652679" y="410037"/>
                  </a:lnTo>
                  <a:lnTo>
                    <a:pt x="652936" y="410299"/>
                  </a:lnTo>
                  <a:lnTo>
                    <a:pt x="653072" y="410438"/>
                  </a:lnTo>
                  <a:lnTo>
                    <a:pt x="653216" y="410557"/>
                  </a:lnTo>
                  <a:lnTo>
                    <a:pt x="653488" y="410696"/>
                  </a:lnTo>
                  <a:lnTo>
                    <a:pt x="653623" y="410715"/>
                  </a:lnTo>
                  <a:lnTo>
                    <a:pt x="653763" y="410706"/>
                  </a:lnTo>
                  <a:lnTo>
                    <a:pt x="653941" y="410657"/>
                  </a:lnTo>
                  <a:lnTo>
                    <a:pt x="654149" y="410567"/>
                  </a:lnTo>
                  <a:lnTo>
                    <a:pt x="654331" y="410454"/>
                  </a:lnTo>
                  <a:lnTo>
                    <a:pt x="654502" y="410341"/>
                  </a:lnTo>
                  <a:lnTo>
                    <a:pt x="654703" y="410182"/>
                  </a:lnTo>
                  <a:lnTo>
                    <a:pt x="654832" y="410032"/>
                  </a:lnTo>
                  <a:lnTo>
                    <a:pt x="654982" y="409773"/>
                  </a:lnTo>
                  <a:lnTo>
                    <a:pt x="655108" y="409501"/>
                  </a:lnTo>
                  <a:lnTo>
                    <a:pt x="655269" y="409226"/>
                  </a:lnTo>
                  <a:lnTo>
                    <a:pt x="655417" y="409021"/>
                  </a:lnTo>
                  <a:lnTo>
                    <a:pt x="655499" y="408880"/>
                  </a:lnTo>
                  <a:lnTo>
                    <a:pt x="655563" y="408723"/>
                  </a:lnTo>
                  <a:lnTo>
                    <a:pt x="655637" y="408548"/>
                  </a:lnTo>
                  <a:lnTo>
                    <a:pt x="655701" y="408393"/>
                  </a:lnTo>
                  <a:lnTo>
                    <a:pt x="655894" y="408129"/>
                  </a:lnTo>
                  <a:lnTo>
                    <a:pt x="656062" y="408057"/>
                  </a:lnTo>
                  <a:lnTo>
                    <a:pt x="656219" y="407998"/>
                  </a:lnTo>
                  <a:lnTo>
                    <a:pt x="656412" y="407924"/>
                  </a:lnTo>
                  <a:lnTo>
                    <a:pt x="656589" y="407873"/>
                  </a:lnTo>
                  <a:lnTo>
                    <a:pt x="656833" y="407821"/>
                  </a:lnTo>
                  <a:lnTo>
                    <a:pt x="657056" y="407779"/>
                  </a:lnTo>
                  <a:lnTo>
                    <a:pt x="657248" y="407733"/>
                  </a:lnTo>
                  <a:lnTo>
                    <a:pt x="657485" y="407691"/>
                  </a:lnTo>
                  <a:lnTo>
                    <a:pt x="657719" y="407677"/>
                  </a:lnTo>
                  <a:lnTo>
                    <a:pt x="657936" y="407696"/>
                  </a:lnTo>
                  <a:lnTo>
                    <a:pt x="658168" y="407731"/>
                  </a:lnTo>
                  <a:lnTo>
                    <a:pt x="658337" y="407754"/>
                  </a:lnTo>
                  <a:lnTo>
                    <a:pt x="658652" y="407771"/>
                  </a:lnTo>
                  <a:lnTo>
                    <a:pt x="658927" y="407755"/>
                  </a:lnTo>
                  <a:lnTo>
                    <a:pt x="659159" y="407677"/>
                  </a:lnTo>
                  <a:lnTo>
                    <a:pt x="659336" y="407589"/>
                  </a:lnTo>
                  <a:lnTo>
                    <a:pt x="659526" y="407456"/>
                  </a:lnTo>
                  <a:lnTo>
                    <a:pt x="659722" y="407250"/>
                  </a:lnTo>
                  <a:lnTo>
                    <a:pt x="659943" y="406988"/>
                  </a:lnTo>
                  <a:lnTo>
                    <a:pt x="660111" y="406741"/>
                  </a:lnTo>
                  <a:lnTo>
                    <a:pt x="660230" y="406539"/>
                  </a:lnTo>
                  <a:lnTo>
                    <a:pt x="660363" y="406327"/>
                  </a:lnTo>
                  <a:lnTo>
                    <a:pt x="660456" y="406145"/>
                  </a:lnTo>
                  <a:lnTo>
                    <a:pt x="660549" y="405955"/>
                  </a:lnTo>
                  <a:lnTo>
                    <a:pt x="660620" y="405755"/>
                  </a:lnTo>
                  <a:lnTo>
                    <a:pt x="660675" y="405566"/>
                  </a:lnTo>
                  <a:lnTo>
                    <a:pt x="660716" y="405348"/>
                  </a:lnTo>
                  <a:lnTo>
                    <a:pt x="660746" y="405084"/>
                  </a:lnTo>
                  <a:lnTo>
                    <a:pt x="660803" y="404790"/>
                  </a:lnTo>
                  <a:lnTo>
                    <a:pt x="660885" y="404532"/>
                  </a:lnTo>
                  <a:lnTo>
                    <a:pt x="660971" y="404348"/>
                  </a:lnTo>
                  <a:lnTo>
                    <a:pt x="661037" y="404160"/>
                  </a:lnTo>
                  <a:lnTo>
                    <a:pt x="661084" y="404002"/>
                  </a:lnTo>
                  <a:lnTo>
                    <a:pt x="661144" y="403875"/>
                  </a:lnTo>
                  <a:lnTo>
                    <a:pt x="661182" y="403730"/>
                  </a:lnTo>
                  <a:lnTo>
                    <a:pt x="661207" y="403580"/>
                  </a:lnTo>
                  <a:lnTo>
                    <a:pt x="661221" y="403451"/>
                  </a:lnTo>
                  <a:lnTo>
                    <a:pt x="661525" y="402904"/>
                  </a:lnTo>
                  <a:lnTo>
                    <a:pt x="661662" y="402774"/>
                  </a:lnTo>
                  <a:lnTo>
                    <a:pt x="661851" y="402650"/>
                  </a:lnTo>
                  <a:lnTo>
                    <a:pt x="662058" y="402571"/>
                  </a:lnTo>
                  <a:lnTo>
                    <a:pt x="662269" y="402536"/>
                  </a:lnTo>
                  <a:lnTo>
                    <a:pt x="662499" y="402494"/>
                  </a:lnTo>
                  <a:lnTo>
                    <a:pt x="662681" y="402476"/>
                  </a:lnTo>
                  <a:lnTo>
                    <a:pt x="662839" y="402448"/>
                  </a:lnTo>
                  <a:lnTo>
                    <a:pt x="663019" y="402417"/>
                  </a:lnTo>
                  <a:lnTo>
                    <a:pt x="663166" y="402394"/>
                  </a:lnTo>
                  <a:lnTo>
                    <a:pt x="663352" y="402357"/>
                  </a:lnTo>
                  <a:lnTo>
                    <a:pt x="663566" y="402296"/>
                  </a:lnTo>
                  <a:lnTo>
                    <a:pt x="663764" y="402189"/>
                  </a:lnTo>
                  <a:lnTo>
                    <a:pt x="663928" y="402064"/>
                  </a:lnTo>
                  <a:lnTo>
                    <a:pt x="664100" y="401922"/>
                  </a:lnTo>
                  <a:lnTo>
                    <a:pt x="664301" y="401789"/>
                  </a:lnTo>
                  <a:lnTo>
                    <a:pt x="664448" y="401707"/>
                  </a:lnTo>
                  <a:lnTo>
                    <a:pt x="664603" y="401632"/>
                  </a:lnTo>
                  <a:lnTo>
                    <a:pt x="664861" y="401491"/>
                  </a:lnTo>
                  <a:lnTo>
                    <a:pt x="665121" y="401310"/>
                  </a:lnTo>
                  <a:lnTo>
                    <a:pt x="665282" y="401180"/>
                  </a:lnTo>
                  <a:lnTo>
                    <a:pt x="665434" y="401046"/>
                  </a:lnTo>
                  <a:lnTo>
                    <a:pt x="665575" y="400899"/>
                  </a:lnTo>
                  <a:lnTo>
                    <a:pt x="665703" y="400718"/>
                  </a:lnTo>
                  <a:lnTo>
                    <a:pt x="665836" y="400531"/>
                  </a:lnTo>
                  <a:lnTo>
                    <a:pt x="665979" y="400356"/>
                  </a:lnTo>
                  <a:lnTo>
                    <a:pt x="666146" y="400168"/>
                  </a:lnTo>
                  <a:lnTo>
                    <a:pt x="666313" y="400016"/>
                  </a:lnTo>
                  <a:lnTo>
                    <a:pt x="666499" y="399908"/>
                  </a:lnTo>
                  <a:lnTo>
                    <a:pt x="666707" y="399796"/>
                  </a:lnTo>
                  <a:lnTo>
                    <a:pt x="666907" y="399663"/>
                  </a:lnTo>
                  <a:lnTo>
                    <a:pt x="667137" y="399527"/>
                  </a:lnTo>
                  <a:lnTo>
                    <a:pt x="667350" y="399408"/>
                  </a:lnTo>
                  <a:lnTo>
                    <a:pt x="667580" y="399239"/>
                  </a:lnTo>
                  <a:lnTo>
                    <a:pt x="667788" y="399061"/>
                  </a:lnTo>
                  <a:lnTo>
                    <a:pt x="667939" y="398917"/>
                  </a:lnTo>
                  <a:lnTo>
                    <a:pt x="668113" y="398692"/>
                  </a:lnTo>
                  <a:lnTo>
                    <a:pt x="668318" y="398485"/>
                  </a:lnTo>
                  <a:lnTo>
                    <a:pt x="668497" y="398324"/>
                  </a:lnTo>
                  <a:lnTo>
                    <a:pt x="668658" y="398199"/>
                  </a:lnTo>
                  <a:lnTo>
                    <a:pt x="668838" y="398093"/>
                  </a:lnTo>
                  <a:lnTo>
                    <a:pt x="669005" y="397982"/>
                  </a:lnTo>
                  <a:lnTo>
                    <a:pt x="669183" y="397835"/>
                  </a:lnTo>
                  <a:lnTo>
                    <a:pt x="669349" y="397660"/>
                  </a:lnTo>
                  <a:lnTo>
                    <a:pt x="669461" y="397497"/>
                  </a:lnTo>
                  <a:lnTo>
                    <a:pt x="669603" y="397275"/>
                  </a:lnTo>
                  <a:lnTo>
                    <a:pt x="669771" y="397056"/>
                  </a:lnTo>
                  <a:lnTo>
                    <a:pt x="669935" y="396875"/>
                  </a:lnTo>
                  <a:lnTo>
                    <a:pt x="670132" y="396687"/>
                  </a:lnTo>
                  <a:lnTo>
                    <a:pt x="670450" y="396460"/>
                  </a:lnTo>
                  <a:lnTo>
                    <a:pt x="670606" y="396365"/>
                  </a:lnTo>
                  <a:lnTo>
                    <a:pt x="670755" y="396273"/>
                  </a:lnTo>
                  <a:lnTo>
                    <a:pt x="670921" y="396191"/>
                  </a:lnTo>
                  <a:lnTo>
                    <a:pt x="671059" y="396138"/>
                  </a:lnTo>
                  <a:lnTo>
                    <a:pt x="671211" y="396100"/>
                  </a:lnTo>
                  <a:lnTo>
                    <a:pt x="671382" y="396047"/>
                  </a:lnTo>
                  <a:lnTo>
                    <a:pt x="671553" y="395991"/>
                  </a:lnTo>
                  <a:lnTo>
                    <a:pt x="671769" y="395918"/>
                  </a:lnTo>
                  <a:lnTo>
                    <a:pt x="672029" y="395825"/>
                  </a:lnTo>
                  <a:lnTo>
                    <a:pt x="672250" y="395741"/>
                  </a:lnTo>
                  <a:lnTo>
                    <a:pt x="672426" y="395642"/>
                  </a:lnTo>
                  <a:lnTo>
                    <a:pt x="672630" y="395508"/>
                  </a:lnTo>
                  <a:lnTo>
                    <a:pt x="672811" y="395424"/>
                  </a:lnTo>
                  <a:lnTo>
                    <a:pt x="672996" y="395346"/>
                  </a:lnTo>
                  <a:lnTo>
                    <a:pt x="673241" y="395252"/>
                  </a:lnTo>
                  <a:lnTo>
                    <a:pt x="673449" y="395178"/>
                  </a:lnTo>
                  <a:lnTo>
                    <a:pt x="673638" y="395108"/>
                  </a:lnTo>
                  <a:lnTo>
                    <a:pt x="673903" y="395032"/>
                  </a:lnTo>
                  <a:lnTo>
                    <a:pt x="674226" y="394915"/>
                  </a:lnTo>
                  <a:lnTo>
                    <a:pt x="674490" y="394791"/>
                  </a:lnTo>
                  <a:lnTo>
                    <a:pt x="674926" y="394559"/>
                  </a:lnTo>
                  <a:lnTo>
                    <a:pt x="675130" y="394444"/>
                  </a:lnTo>
                  <a:lnTo>
                    <a:pt x="675354" y="394318"/>
                  </a:lnTo>
                  <a:lnTo>
                    <a:pt x="675595" y="394206"/>
                  </a:lnTo>
                  <a:lnTo>
                    <a:pt x="675759" y="394137"/>
                  </a:lnTo>
                  <a:lnTo>
                    <a:pt x="675927" y="394054"/>
                  </a:lnTo>
                  <a:lnTo>
                    <a:pt x="676056" y="393934"/>
                  </a:lnTo>
                  <a:lnTo>
                    <a:pt x="676194" y="393767"/>
                  </a:lnTo>
                  <a:lnTo>
                    <a:pt x="676340" y="393578"/>
                  </a:lnTo>
                  <a:lnTo>
                    <a:pt x="676513" y="393353"/>
                  </a:lnTo>
                  <a:lnTo>
                    <a:pt x="676636" y="393189"/>
                  </a:lnTo>
                  <a:lnTo>
                    <a:pt x="676745" y="393026"/>
                  </a:lnTo>
                  <a:lnTo>
                    <a:pt x="676826" y="392855"/>
                  </a:lnTo>
                  <a:lnTo>
                    <a:pt x="676902" y="392640"/>
                  </a:lnTo>
                  <a:lnTo>
                    <a:pt x="676928" y="392488"/>
                  </a:lnTo>
                  <a:lnTo>
                    <a:pt x="676907" y="392170"/>
                  </a:lnTo>
                  <a:lnTo>
                    <a:pt x="676834" y="391947"/>
                  </a:lnTo>
                  <a:lnTo>
                    <a:pt x="676724" y="391685"/>
                  </a:lnTo>
                  <a:lnTo>
                    <a:pt x="676639" y="391463"/>
                  </a:lnTo>
                  <a:lnTo>
                    <a:pt x="676532" y="391246"/>
                  </a:lnTo>
                  <a:lnTo>
                    <a:pt x="676429" y="391046"/>
                  </a:lnTo>
                  <a:lnTo>
                    <a:pt x="676300" y="390824"/>
                  </a:lnTo>
                  <a:lnTo>
                    <a:pt x="676191" y="390661"/>
                  </a:lnTo>
                  <a:lnTo>
                    <a:pt x="676035" y="390535"/>
                  </a:lnTo>
                  <a:lnTo>
                    <a:pt x="675886" y="390488"/>
                  </a:lnTo>
                  <a:lnTo>
                    <a:pt x="675719" y="390440"/>
                  </a:lnTo>
                  <a:lnTo>
                    <a:pt x="675529" y="390370"/>
                  </a:lnTo>
                  <a:lnTo>
                    <a:pt x="675368" y="390195"/>
                  </a:lnTo>
                  <a:lnTo>
                    <a:pt x="675245" y="389997"/>
                  </a:lnTo>
                  <a:lnTo>
                    <a:pt x="675123" y="389766"/>
                  </a:lnTo>
                  <a:lnTo>
                    <a:pt x="675006" y="389490"/>
                  </a:lnTo>
                  <a:lnTo>
                    <a:pt x="674920" y="389259"/>
                  </a:lnTo>
                  <a:lnTo>
                    <a:pt x="674857" y="389098"/>
                  </a:lnTo>
                  <a:lnTo>
                    <a:pt x="674788" y="388934"/>
                  </a:lnTo>
                  <a:lnTo>
                    <a:pt x="674637" y="388743"/>
                  </a:lnTo>
                  <a:lnTo>
                    <a:pt x="674392" y="388599"/>
                  </a:lnTo>
                  <a:lnTo>
                    <a:pt x="674235" y="388558"/>
                  </a:lnTo>
                  <a:lnTo>
                    <a:pt x="674048" y="388519"/>
                  </a:lnTo>
                  <a:lnTo>
                    <a:pt x="673818" y="388452"/>
                  </a:lnTo>
                  <a:lnTo>
                    <a:pt x="673591" y="388376"/>
                  </a:lnTo>
                  <a:lnTo>
                    <a:pt x="673421" y="388289"/>
                  </a:lnTo>
                  <a:lnTo>
                    <a:pt x="673244" y="388193"/>
                  </a:lnTo>
                  <a:lnTo>
                    <a:pt x="673088" y="388089"/>
                  </a:lnTo>
                  <a:lnTo>
                    <a:pt x="672998" y="387950"/>
                  </a:lnTo>
                  <a:lnTo>
                    <a:pt x="672948" y="387793"/>
                  </a:lnTo>
                  <a:lnTo>
                    <a:pt x="672931" y="387617"/>
                  </a:lnTo>
                  <a:lnTo>
                    <a:pt x="672930" y="387410"/>
                  </a:lnTo>
                  <a:lnTo>
                    <a:pt x="672931" y="387234"/>
                  </a:lnTo>
                  <a:lnTo>
                    <a:pt x="672917" y="386965"/>
                  </a:lnTo>
                  <a:lnTo>
                    <a:pt x="672921" y="386813"/>
                  </a:lnTo>
                  <a:lnTo>
                    <a:pt x="672996" y="386657"/>
                  </a:lnTo>
                  <a:lnTo>
                    <a:pt x="673143" y="386444"/>
                  </a:lnTo>
                  <a:lnTo>
                    <a:pt x="673240" y="386270"/>
                  </a:lnTo>
                  <a:lnTo>
                    <a:pt x="673353" y="386063"/>
                  </a:lnTo>
                  <a:lnTo>
                    <a:pt x="673558" y="385736"/>
                  </a:lnTo>
                  <a:lnTo>
                    <a:pt x="673698" y="385432"/>
                  </a:lnTo>
                  <a:lnTo>
                    <a:pt x="673802" y="385119"/>
                  </a:lnTo>
                  <a:lnTo>
                    <a:pt x="673964" y="384840"/>
                  </a:lnTo>
                  <a:lnTo>
                    <a:pt x="674173" y="384620"/>
                  </a:lnTo>
                  <a:lnTo>
                    <a:pt x="674582" y="384286"/>
                  </a:lnTo>
                  <a:lnTo>
                    <a:pt x="674760" y="384112"/>
                  </a:lnTo>
                  <a:lnTo>
                    <a:pt x="674937" y="383905"/>
                  </a:lnTo>
                  <a:lnTo>
                    <a:pt x="675126" y="383672"/>
                  </a:lnTo>
                  <a:lnTo>
                    <a:pt x="675433" y="383169"/>
                  </a:lnTo>
                  <a:lnTo>
                    <a:pt x="675673" y="383023"/>
                  </a:lnTo>
                  <a:lnTo>
                    <a:pt x="675922" y="382945"/>
                  </a:lnTo>
                  <a:lnTo>
                    <a:pt x="676148" y="382900"/>
                  </a:lnTo>
                  <a:lnTo>
                    <a:pt x="676339" y="382869"/>
                  </a:lnTo>
                  <a:lnTo>
                    <a:pt x="676530" y="382944"/>
                  </a:lnTo>
                  <a:lnTo>
                    <a:pt x="676718" y="383055"/>
                  </a:lnTo>
                  <a:lnTo>
                    <a:pt x="677029" y="383338"/>
                  </a:lnTo>
                  <a:lnTo>
                    <a:pt x="677169" y="383341"/>
                  </a:lnTo>
                  <a:lnTo>
                    <a:pt x="677346" y="383244"/>
                  </a:lnTo>
                  <a:lnTo>
                    <a:pt x="677518" y="383177"/>
                  </a:lnTo>
                  <a:lnTo>
                    <a:pt x="677796" y="383133"/>
                  </a:lnTo>
                  <a:lnTo>
                    <a:pt x="678055" y="383109"/>
                  </a:lnTo>
                  <a:lnTo>
                    <a:pt x="678329" y="382986"/>
                  </a:lnTo>
                  <a:lnTo>
                    <a:pt x="678574" y="382891"/>
                  </a:lnTo>
                  <a:lnTo>
                    <a:pt x="678859" y="382766"/>
                  </a:lnTo>
                  <a:lnTo>
                    <a:pt x="679118" y="382599"/>
                  </a:lnTo>
                  <a:lnTo>
                    <a:pt x="679347" y="382377"/>
                  </a:lnTo>
                  <a:lnTo>
                    <a:pt x="679616" y="382190"/>
                  </a:lnTo>
                  <a:lnTo>
                    <a:pt x="679855" y="381975"/>
                  </a:lnTo>
                  <a:lnTo>
                    <a:pt x="680027" y="381803"/>
                  </a:lnTo>
                  <a:lnTo>
                    <a:pt x="680154" y="381577"/>
                  </a:lnTo>
                  <a:lnTo>
                    <a:pt x="680322" y="381325"/>
                  </a:lnTo>
                  <a:lnTo>
                    <a:pt x="680474" y="381054"/>
                  </a:lnTo>
                  <a:lnTo>
                    <a:pt x="680639" y="380700"/>
                  </a:lnTo>
                  <a:lnTo>
                    <a:pt x="680817" y="380388"/>
                  </a:lnTo>
                  <a:lnTo>
                    <a:pt x="681056" y="380031"/>
                  </a:lnTo>
                  <a:lnTo>
                    <a:pt x="681235" y="379771"/>
                  </a:lnTo>
                  <a:lnTo>
                    <a:pt x="681550" y="379461"/>
                  </a:lnTo>
                  <a:lnTo>
                    <a:pt x="681841" y="379219"/>
                  </a:lnTo>
                  <a:lnTo>
                    <a:pt x="682030" y="378958"/>
                  </a:lnTo>
                  <a:lnTo>
                    <a:pt x="682174" y="378677"/>
                  </a:lnTo>
                  <a:lnTo>
                    <a:pt x="682274" y="378370"/>
                  </a:lnTo>
                  <a:lnTo>
                    <a:pt x="682419" y="378031"/>
                  </a:lnTo>
                  <a:lnTo>
                    <a:pt x="682531" y="377733"/>
                  </a:lnTo>
                  <a:lnTo>
                    <a:pt x="682616" y="377441"/>
                  </a:lnTo>
                  <a:lnTo>
                    <a:pt x="682728" y="376994"/>
                  </a:lnTo>
                  <a:lnTo>
                    <a:pt x="682792" y="376682"/>
                  </a:lnTo>
                  <a:lnTo>
                    <a:pt x="682882" y="376484"/>
                  </a:lnTo>
                  <a:lnTo>
                    <a:pt x="682924" y="376340"/>
                  </a:lnTo>
                  <a:lnTo>
                    <a:pt x="682916" y="376182"/>
                  </a:lnTo>
                  <a:lnTo>
                    <a:pt x="683057" y="375781"/>
                  </a:lnTo>
                  <a:lnTo>
                    <a:pt x="683070" y="375462"/>
                  </a:lnTo>
                  <a:lnTo>
                    <a:pt x="683095" y="375181"/>
                  </a:lnTo>
                  <a:lnTo>
                    <a:pt x="683410" y="374693"/>
                  </a:lnTo>
                  <a:lnTo>
                    <a:pt x="683620" y="374508"/>
                  </a:lnTo>
                  <a:lnTo>
                    <a:pt x="683789" y="374348"/>
                  </a:lnTo>
                  <a:lnTo>
                    <a:pt x="683912" y="374186"/>
                  </a:lnTo>
                  <a:lnTo>
                    <a:pt x="683987" y="374016"/>
                  </a:lnTo>
                  <a:lnTo>
                    <a:pt x="684148" y="373788"/>
                  </a:lnTo>
                  <a:lnTo>
                    <a:pt x="684348" y="373611"/>
                  </a:lnTo>
                  <a:lnTo>
                    <a:pt x="684573" y="373388"/>
                  </a:lnTo>
                  <a:lnTo>
                    <a:pt x="684805" y="373169"/>
                  </a:lnTo>
                  <a:lnTo>
                    <a:pt x="684981" y="372933"/>
                  </a:lnTo>
                  <a:lnTo>
                    <a:pt x="685142" y="372705"/>
                  </a:lnTo>
                  <a:lnTo>
                    <a:pt x="685384" y="372524"/>
                  </a:lnTo>
                  <a:lnTo>
                    <a:pt x="685683" y="372356"/>
                  </a:lnTo>
                  <a:lnTo>
                    <a:pt x="685922" y="372255"/>
                  </a:lnTo>
                  <a:lnTo>
                    <a:pt x="686130" y="372174"/>
                  </a:lnTo>
                  <a:lnTo>
                    <a:pt x="686450" y="372094"/>
                  </a:lnTo>
                  <a:lnTo>
                    <a:pt x="686688" y="372053"/>
                  </a:lnTo>
                  <a:lnTo>
                    <a:pt x="686974" y="372018"/>
                  </a:lnTo>
                  <a:lnTo>
                    <a:pt x="687211" y="371965"/>
                  </a:lnTo>
                  <a:lnTo>
                    <a:pt x="687488" y="371869"/>
                  </a:lnTo>
                  <a:lnTo>
                    <a:pt x="687740" y="371844"/>
                  </a:lnTo>
                  <a:lnTo>
                    <a:pt x="688017" y="371840"/>
                  </a:lnTo>
                  <a:lnTo>
                    <a:pt x="688206" y="371793"/>
                  </a:lnTo>
                  <a:lnTo>
                    <a:pt x="688355" y="371720"/>
                  </a:lnTo>
                  <a:lnTo>
                    <a:pt x="688532" y="371600"/>
                  </a:lnTo>
                  <a:lnTo>
                    <a:pt x="688740" y="371436"/>
                  </a:lnTo>
                  <a:lnTo>
                    <a:pt x="688990" y="371248"/>
                  </a:lnTo>
                  <a:lnTo>
                    <a:pt x="689233" y="371085"/>
                  </a:lnTo>
                  <a:lnTo>
                    <a:pt x="689589" y="370974"/>
                  </a:lnTo>
                  <a:lnTo>
                    <a:pt x="689957" y="370917"/>
                  </a:lnTo>
                  <a:lnTo>
                    <a:pt x="690199" y="370921"/>
                  </a:lnTo>
                  <a:lnTo>
                    <a:pt x="690518" y="370909"/>
                  </a:lnTo>
                  <a:lnTo>
                    <a:pt x="690903" y="370883"/>
                  </a:lnTo>
                  <a:lnTo>
                    <a:pt x="691173" y="370850"/>
                  </a:lnTo>
                  <a:lnTo>
                    <a:pt x="691443" y="370782"/>
                  </a:lnTo>
                  <a:lnTo>
                    <a:pt x="691727" y="370655"/>
                  </a:lnTo>
                  <a:lnTo>
                    <a:pt x="691980" y="370502"/>
                  </a:lnTo>
                  <a:lnTo>
                    <a:pt x="692171" y="370391"/>
                  </a:lnTo>
                  <a:lnTo>
                    <a:pt x="692455" y="370275"/>
                  </a:lnTo>
                  <a:lnTo>
                    <a:pt x="692763" y="370223"/>
                  </a:lnTo>
                  <a:lnTo>
                    <a:pt x="692992" y="370215"/>
                  </a:lnTo>
                  <a:lnTo>
                    <a:pt x="693250" y="370181"/>
                  </a:lnTo>
                  <a:lnTo>
                    <a:pt x="693533" y="370076"/>
                  </a:lnTo>
                  <a:lnTo>
                    <a:pt x="693779" y="369958"/>
                  </a:lnTo>
                  <a:lnTo>
                    <a:pt x="693996" y="369809"/>
                  </a:lnTo>
                  <a:lnTo>
                    <a:pt x="694177" y="369591"/>
                  </a:lnTo>
                  <a:lnTo>
                    <a:pt x="694353" y="369288"/>
                  </a:lnTo>
                  <a:lnTo>
                    <a:pt x="694478" y="369002"/>
                  </a:lnTo>
                  <a:lnTo>
                    <a:pt x="694580" y="368660"/>
                  </a:lnTo>
                  <a:lnTo>
                    <a:pt x="694610" y="368326"/>
                  </a:lnTo>
                  <a:lnTo>
                    <a:pt x="694581" y="367968"/>
                  </a:lnTo>
                  <a:lnTo>
                    <a:pt x="694552" y="367739"/>
                  </a:lnTo>
                  <a:lnTo>
                    <a:pt x="694591" y="367518"/>
                  </a:lnTo>
                  <a:lnTo>
                    <a:pt x="694665" y="367325"/>
                  </a:lnTo>
                  <a:lnTo>
                    <a:pt x="694812" y="366992"/>
                  </a:lnTo>
                  <a:lnTo>
                    <a:pt x="694952" y="366564"/>
                  </a:lnTo>
                  <a:lnTo>
                    <a:pt x="694980" y="366193"/>
                  </a:lnTo>
                  <a:lnTo>
                    <a:pt x="694957" y="365829"/>
                  </a:lnTo>
                  <a:lnTo>
                    <a:pt x="694951" y="365473"/>
                  </a:lnTo>
                  <a:lnTo>
                    <a:pt x="694952" y="365133"/>
                  </a:lnTo>
                  <a:lnTo>
                    <a:pt x="694931" y="364873"/>
                  </a:lnTo>
                  <a:lnTo>
                    <a:pt x="694861" y="364696"/>
                  </a:lnTo>
                  <a:lnTo>
                    <a:pt x="694706" y="364462"/>
                  </a:lnTo>
                  <a:lnTo>
                    <a:pt x="694598" y="364249"/>
                  </a:lnTo>
                  <a:lnTo>
                    <a:pt x="694423" y="363918"/>
                  </a:lnTo>
                  <a:lnTo>
                    <a:pt x="694345" y="363634"/>
                  </a:lnTo>
                  <a:lnTo>
                    <a:pt x="694308" y="363407"/>
                  </a:lnTo>
                  <a:lnTo>
                    <a:pt x="694286" y="363120"/>
                  </a:lnTo>
                  <a:lnTo>
                    <a:pt x="694320" y="362857"/>
                  </a:lnTo>
                  <a:lnTo>
                    <a:pt x="694383" y="362605"/>
                  </a:lnTo>
                  <a:lnTo>
                    <a:pt x="694438" y="362360"/>
                  </a:lnTo>
                  <a:lnTo>
                    <a:pt x="694536" y="362066"/>
                  </a:lnTo>
                  <a:lnTo>
                    <a:pt x="694565" y="361684"/>
                  </a:lnTo>
                  <a:lnTo>
                    <a:pt x="694597" y="361415"/>
                  </a:lnTo>
                  <a:lnTo>
                    <a:pt x="694633" y="361052"/>
                  </a:lnTo>
                  <a:lnTo>
                    <a:pt x="694677" y="360686"/>
                  </a:lnTo>
                  <a:lnTo>
                    <a:pt x="694686" y="360315"/>
                  </a:lnTo>
                  <a:lnTo>
                    <a:pt x="694684" y="359938"/>
                  </a:lnTo>
                  <a:lnTo>
                    <a:pt x="694716" y="359531"/>
                  </a:lnTo>
                  <a:lnTo>
                    <a:pt x="694802" y="359135"/>
                  </a:lnTo>
                  <a:lnTo>
                    <a:pt x="694987" y="358843"/>
                  </a:lnTo>
                  <a:lnTo>
                    <a:pt x="695206" y="358595"/>
                  </a:lnTo>
                  <a:lnTo>
                    <a:pt x="695400" y="358420"/>
                  </a:lnTo>
                  <a:lnTo>
                    <a:pt x="695671" y="358226"/>
                  </a:lnTo>
                  <a:lnTo>
                    <a:pt x="695852" y="358038"/>
                  </a:lnTo>
                  <a:lnTo>
                    <a:pt x="696058" y="357790"/>
                  </a:lnTo>
                  <a:lnTo>
                    <a:pt x="696168" y="357598"/>
                  </a:lnTo>
                  <a:lnTo>
                    <a:pt x="696279" y="357350"/>
                  </a:lnTo>
                  <a:lnTo>
                    <a:pt x="696274" y="357130"/>
                  </a:lnTo>
                  <a:lnTo>
                    <a:pt x="696258" y="356876"/>
                  </a:lnTo>
                  <a:lnTo>
                    <a:pt x="696289" y="356640"/>
                  </a:lnTo>
                  <a:lnTo>
                    <a:pt x="696426" y="356412"/>
                  </a:lnTo>
                  <a:lnTo>
                    <a:pt x="696640" y="356157"/>
                  </a:lnTo>
                  <a:lnTo>
                    <a:pt x="696859" y="356013"/>
                  </a:lnTo>
                  <a:lnTo>
                    <a:pt x="697169" y="355904"/>
                  </a:lnTo>
                  <a:lnTo>
                    <a:pt x="697450" y="355854"/>
                  </a:lnTo>
                  <a:lnTo>
                    <a:pt x="697695" y="355738"/>
                  </a:lnTo>
                  <a:lnTo>
                    <a:pt x="697916" y="355542"/>
                  </a:lnTo>
                  <a:lnTo>
                    <a:pt x="698052" y="355308"/>
                  </a:lnTo>
                  <a:lnTo>
                    <a:pt x="698151" y="355129"/>
                  </a:lnTo>
                  <a:lnTo>
                    <a:pt x="698316" y="354909"/>
                  </a:lnTo>
                  <a:lnTo>
                    <a:pt x="698502" y="354733"/>
                  </a:lnTo>
                  <a:lnTo>
                    <a:pt x="698719" y="354490"/>
                  </a:lnTo>
                  <a:lnTo>
                    <a:pt x="698919" y="354228"/>
                  </a:lnTo>
                  <a:lnTo>
                    <a:pt x="699166" y="353922"/>
                  </a:lnTo>
                  <a:lnTo>
                    <a:pt x="699418" y="353637"/>
                  </a:lnTo>
                  <a:lnTo>
                    <a:pt x="699727" y="353445"/>
                  </a:lnTo>
                  <a:lnTo>
                    <a:pt x="700081" y="353347"/>
                  </a:lnTo>
                  <a:lnTo>
                    <a:pt x="700471" y="353282"/>
                  </a:lnTo>
                  <a:lnTo>
                    <a:pt x="700803" y="353284"/>
                  </a:lnTo>
                  <a:lnTo>
                    <a:pt x="700978" y="353275"/>
                  </a:lnTo>
                  <a:lnTo>
                    <a:pt x="701206" y="353220"/>
                  </a:lnTo>
                  <a:lnTo>
                    <a:pt x="701483" y="353025"/>
                  </a:lnTo>
                  <a:lnTo>
                    <a:pt x="701734" y="352874"/>
                  </a:lnTo>
                  <a:lnTo>
                    <a:pt x="701983" y="352794"/>
                  </a:lnTo>
                  <a:lnTo>
                    <a:pt x="702248" y="352793"/>
                  </a:lnTo>
                  <a:lnTo>
                    <a:pt x="702491" y="352751"/>
                  </a:lnTo>
                  <a:lnTo>
                    <a:pt x="702778" y="352669"/>
                  </a:lnTo>
                  <a:lnTo>
                    <a:pt x="703049" y="352581"/>
                  </a:lnTo>
                  <a:lnTo>
                    <a:pt x="703322" y="352470"/>
                  </a:lnTo>
                  <a:lnTo>
                    <a:pt x="703559" y="352319"/>
                  </a:lnTo>
                  <a:lnTo>
                    <a:pt x="703798" y="352157"/>
                  </a:lnTo>
                  <a:lnTo>
                    <a:pt x="704054" y="351971"/>
                  </a:lnTo>
                  <a:lnTo>
                    <a:pt x="704315" y="351828"/>
                  </a:lnTo>
                  <a:lnTo>
                    <a:pt x="704513" y="351754"/>
                  </a:lnTo>
                  <a:lnTo>
                    <a:pt x="704698" y="351699"/>
                  </a:lnTo>
                  <a:lnTo>
                    <a:pt x="704913" y="351648"/>
                  </a:lnTo>
                  <a:lnTo>
                    <a:pt x="705235" y="351605"/>
                  </a:lnTo>
                  <a:lnTo>
                    <a:pt x="705504" y="351577"/>
                  </a:lnTo>
                  <a:lnTo>
                    <a:pt x="705705" y="351537"/>
                  </a:lnTo>
                  <a:lnTo>
                    <a:pt x="706030" y="351494"/>
                  </a:lnTo>
                  <a:lnTo>
                    <a:pt x="706344" y="351483"/>
                  </a:lnTo>
                  <a:lnTo>
                    <a:pt x="706629" y="351466"/>
                  </a:lnTo>
                  <a:lnTo>
                    <a:pt x="706940" y="351460"/>
                  </a:lnTo>
                  <a:lnTo>
                    <a:pt x="707228" y="351500"/>
                  </a:lnTo>
                  <a:lnTo>
                    <a:pt x="707440" y="351547"/>
                  </a:lnTo>
                  <a:lnTo>
                    <a:pt x="707671" y="351614"/>
                  </a:lnTo>
                  <a:lnTo>
                    <a:pt x="707889" y="351705"/>
                  </a:lnTo>
                  <a:lnTo>
                    <a:pt x="708121" y="351802"/>
                  </a:lnTo>
                  <a:lnTo>
                    <a:pt x="708353" y="351938"/>
                  </a:lnTo>
                  <a:lnTo>
                    <a:pt x="708594" y="352120"/>
                  </a:lnTo>
                  <a:lnTo>
                    <a:pt x="708806" y="352291"/>
                  </a:lnTo>
                  <a:lnTo>
                    <a:pt x="708978" y="352456"/>
                  </a:lnTo>
                  <a:lnTo>
                    <a:pt x="709189" y="352705"/>
                  </a:lnTo>
                  <a:lnTo>
                    <a:pt x="709440" y="352877"/>
                  </a:lnTo>
                  <a:lnTo>
                    <a:pt x="709734" y="352783"/>
                  </a:lnTo>
                  <a:lnTo>
                    <a:pt x="710062" y="352898"/>
                  </a:lnTo>
                  <a:lnTo>
                    <a:pt x="710249" y="353013"/>
                  </a:lnTo>
                  <a:lnTo>
                    <a:pt x="710397" y="353112"/>
                  </a:lnTo>
                  <a:lnTo>
                    <a:pt x="710512" y="353260"/>
                  </a:lnTo>
                  <a:lnTo>
                    <a:pt x="710646" y="353382"/>
                  </a:lnTo>
                  <a:lnTo>
                    <a:pt x="710898" y="353511"/>
                  </a:lnTo>
                  <a:lnTo>
                    <a:pt x="711091" y="353616"/>
                  </a:lnTo>
                  <a:lnTo>
                    <a:pt x="711299" y="353630"/>
                  </a:lnTo>
                  <a:lnTo>
                    <a:pt x="711560" y="353756"/>
                  </a:lnTo>
                  <a:lnTo>
                    <a:pt x="711831" y="353866"/>
                  </a:lnTo>
                  <a:lnTo>
                    <a:pt x="712064" y="353912"/>
                  </a:lnTo>
                  <a:lnTo>
                    <a:pt x="712250" y="353955"/>
                  </a:lnTo>
                  <a:lnTo>
                    <a:pt x="712503" y="353894"/>
                  </a:lnTo>
                  <a:lnTo>
                    <a:pt x="712713" y="353803"/>
                  </a:lnTo>
                  <a:lnTo>
                    <a:pt x="712860" y="353675"/>
                  </a:lnTo>
                  <a:lnTo>
                    <a:pt x="712957" y="353508"/>
                  </a:lnTo>
                  <a:lnTo>
                    <a:pt x="713186" y="353221"/>
                  </a:lnTo>
                  <a:lnTo>
                    <a:pt x="713361" y="353119"/>
                  </a:lnTo>
                  <a:lnTo>
                    <a:pt x="713730" y="352832"/>
                  </a:lnTo>
                  <a:lnTo>
                    <a:pt x="714002" y="352556"/>
                  </a:lnTo>
                  <a:lnTo>
                    <a:pt x="714294" y="352366"/>
                  </a:lnTo>
                  <a:lnTo>
                    <a:pt x="714514" y="352137"/>
                  </a:lnTo>
                  <a:lnTo>
                    <a:pt x="714642" y="351878"/>
                  </a:lnTo>
                  <a:lnTo>
                    <a:pt x="714759" y="351587"/>
                  </a:lnTo>
                  <a:lnTo>
                    <a:pt x="714951" y="351287"/>
                  </a:lnTo>
                  <a:lnTo>
                    <a:pt x="715273" y="351010"/>
                  </a:lnTo>
                  <a:lnTo>
                    <a:pt x="715520" y="350753"/>
                  </a:lnTo>
                  <a:lnTo>
                    <a:pt x="715701" y="350420"/>
                  </a:lnTo>
                  <a:lnTo>
                    <a:pt x="715822" y="350096"/>
                  </a:lnTo>
                  <a:lnTo>
                    <a:pt x="716081" y="349779"/>
                  </a:lnTo>
                  <a:lnTo>
                    <a:pt x="716306" y="349576"/>
                  </a:lnTo>
                  <a:lnTo>
                    <a:pt x="716541" y="349366"/>
                  </a:lnTo>
                  <a:lnTo>
                    <a:pt x="716841" y="349145"/>
                  </a:lnTo>
                  <a:lnTo>
                    <a:pt x="717114" y="348987"/>
                  </a:lnTo>
                  <a:lnTo>
                    <a:pt x="717313" y="348861"/>
                  </a:lnTo>
                  <a:lnTo>
                    <a:pt x="717544" y="348752"/>
                  </a:lnTo>
                  <a:lnTo>
                    <a:pt x="717945" y="348574"/>
                  </a:lnTo>
                  <a:lnTo>
                    <a:pt x="718292" y="348413"/>
                  </a:lnTo>
                  <a:lnTo>
                    <a:pt x="718628" y="348225"/>
                  </a:lnTo>
                  <a:lnTo>
                    <a:pt x="718843" y="348096"/>
                  </a:lnTo>
                  <a:lnTo>
                    <a:pt x="719183" y="347959"/>
                  </a:lnTo>
                  <a:lnTo>
                    <a:pt x="719528" y="347873"/>
                  </a:lnTo>
                  <a:lnTo>
                    <a:pt x="719967" y="347849"/>
                  </a:lnTo>
                  <a:lnTo>
                    <a:pt x="720361" y="347759"/>
                  </a:lnTo>
                  <a:lnTo>
                    <a:pt x="720791" y="347509"/>
                  </a:lnTo>
                  <a:lnTo>
                    <a:pt x="721061" y="347190"/>
                  </a:lnTo>
                  <a:lnTo>
                    <a:pt x="721488" y="346872"/>
                  </a:lnTo>
                  <a:lnTo>
                    <a:pt x="721718" y="346757"/>
                  </a:lnTo>
                  <a:lnTo>
                    <a:pt x="722032" y="346651"/>
                  </a:lnTo>
                  <a:lnTo>
                    <a:pt x="722394" y="346490"/>
                  </a:lnTo>
                  <a:lnTo>
                    <a:pt x="722647" y="346319"/>
                  </a:lnTo>
                  <a:lnTo>
                    <a:pt x="722936" y="346086"/>
                  </a:lnTo>
                  <a:lnTo>
                    <a:pt x="723211" y="345810"/>
                  </a:lnTo>
                  <a:lnTo>
                    <a:pt x="723351" y="345604"/>
                  </a:lnTo>
                  <a:lnTo>
                    <a:pt x="723794" y="345414"/>
                  </a:lnTo>
                  <a:lnTo>
                    <a:pt x="724072" y="345230"/>
                  </a:lnTo>
                  <a:lnTo>
                    <a:pt x="724278" y="345143"/>
                  </a:lnTo>
                  <a:lnTo>
                    <a:pt x="724618" y="345032"/>
                  </a:lnTo>
                  <a:lnTo>
                    <a:pt x="725026" y="344894"/>
                  </a:lnTo>
                  <a:lnTo>
                    <a:pt x="725423" y="344776"/>
                  </a:lnTo>
                  <a:lnTo>
                    <a:pt x="725798" y="344643"/>
                  </a:lnTo>
                  <a:lnTo>
                    <a:pt x="726170" y="344513"/>
                  </a:lnTo>
                  <a:lnTo>
                    <a:pt x="726536" y="344395"/>
                  </a:lnTo>
                  <a:lnTo>
                    <a:pt x="726895" y="344266"/>
                  </a:lnTo>
                  <a:lnTo>
                    <a:pt x="727244" y="344090"/>
                  </a:lnTo>
                  <a:lnTo>
                    <a:pt x="727577" y="343886"/>
                  </a:lnTo>
                  <a:lnTo>
                    <a:pt x="727834" y="343621"/>
                  </a:lnTo>
                  <a:lnTo>
                    <a:pt x="728095" y="343348"/>
                  </a:lnTo>
                  <a:lnTo>
                    <a:pt x="728419" y="343075"/>
                  </a:lnTo>
                  <a:lnTo>
                    <a:pt x="728702" y="342905"/>
                  </a:lnTo>
                  <a:lnTo>
                    <a:pt x="729009" y="342772"/>
                  </a:lnTo>
                  <a:lnTo>
                    <a:pt x="729405" y="342658"/>
                  </a:lnTo>
                  <a:lnTo>
                    <a:pt x="729623" y="342540"/>
                  </a:lnTo>
                  <a:lnTo>
                    <a:pt x="729820" y="342375"/>
                  </a:lnTo>
                  <a:lnTo>
                    <a:pt x="729999" y="342207"/>
                  </a:lnTo>
                  <a:lnTo>
                    <a:pt x="730255" y="342023"/>
                  </a:lnTo>
                  <a:lnTo>
                    <a:pt x="730539" y="341893"/>
                  </a:lnTo>
                  <a:lnTo>
                    <a:pt x="730921" y="341757"/>
                  </a:lnTo>
                  <a:lnTo>
                    <a:pt x="731126" y="341736"/>
                  </a:lnTo>
                  <a:lnTo>
                    <a:pt x="731292" y="341733"/>
                  </a:lnTo>
                  <a:lnTo>
                    <a:pt x="731530" y="342345"/>
                  </a:lnTo>
                  <a:lnTo>
                    <a:pt x="731658" y="342676"/>
                  </a:lnTo>
                  <a:lnTo>
                    <a:pt x="732479" y="344797"/>
                  </a:lnTo>
                  <a:lnTo>
                    <a:pt x="734674" y="350438"/>
                  </a:lnTo>
                  <a:lnTo>
                    <a:pt x="735243" y="351900"/>
                  </a:lnTo>
                  <a:lnTo>
                    <a:pt x="737327" y="359030"/>
                  </a:lnTo>
                  <a:lnTo>
                    <a:pt x="738363" y="362952"/>
                  </a:lnTo>
                  <a:lnTo>
                    <a:pt x="742012" y="366756"/>
                  </a:lnTo>
                  <a:lnTo>
                    <a:pt x="742691" y="367469"/>
                  </a:lnTo>
                  <a:lnTo>
                    <a:pt x="744535" y="369259"/>
                  </a:lnTo>
                  <a:lnTo>
                    <a:pt x="748830" y="373454"/>
                  </a:lnTo>
                  <a:lnTo>
                    <a:pt x="754002" y="378495"/>
                  </a:lnTo>
                  <a:lnTo>
                    <a:pt x="760822" y="385138"/>
                  </a:lnTo>
                  <a:lnTo>
                    <a:pt x="770413" y="388601"/>
                  </a:lnTo>
                  <a:lnTo>
                    <a:pt x="775610" y="390476"/>
                  </a:lnTo>
                  <a:lnTo>
                    <a:pt x="780932" y="392398"/>
                  </a:lnTo>
                  <a:lnTo>
                    <a:pt x="781184" y="396624"/>
                  </a:lnTo>
                  <a:lnTo>
                    <a:pt x="781473" y="401504"/>
                  </a:lnTo>
                  <a:lnTo>
                    <a:pt x="787992" y="406573"/>
                  </a:lnTo>
                  <a:lnTo>
                    <a:pt x="790449" y="408476"/>
                  </a:lnTo>
                  <a:lnTo>
                    <a:pt x="794664" y="409449"/>
                  </a:lnTo>
                  <a:lnTo>
                    <a:pt x="799443" y="410553"/>
                  </a:lnTo>
                  <a:lnTo>
                    <a:pt x="802248" y="411201"/>
                  </a:lnTo>
                  <a:lnTo>
                    <a:pt x="811671" y="413435"/>
                  </a:lnTo>
                  <a:lnTo>
                    <a:pt x="816031" y="414465"/>
                  </a:lnTo>
                  <a:lnTo>
                    <a:pt x="820744" y="415573"/>
                  </a:lnTo>
                  <a:lnTo>
                    <a:pt x="829001" y="417688"/>
                  </a:lnTo>
                  <a:lnTo>
                    <a:pt x="832883" y="418682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g7"/>
            <p:cNvSpPr/>
            <p:nvPr/>
          </p:nvSpPr>
          <p:spPr>
            <a:xfrm>
              <a:off x="3166528" y="5000861"/>
              <a:ext cx="439840" cy="493244"/>
            </a:xfrm>
            <a:custGeom>
              <a:avLst/>
              <a:pathLst>
                <a:path w="439840" h="493244">
                  <a:moveTo>
                    <a:pt x="64304" y="55784"/>
                  </a:moveTo>
                  <a:lnTo>
                    <a:pt x="60137" y="62382"/>
                  </a:lnTo>
                  <a:lnTo>
                    <a:pt x="54617" y="71240"/>
                  </a:lnTo>
                  <a:lnTo>
                    <a:pt x="52266" y="75487"/>
                  </a:lnTo>
                  <a:lnTo>
                    <a:pt x="53126" y="75873"/>
                  </a:lnTo>
                  <a:lnTo>
                    <a:pt x="54541" y="76512"/>
                  </a:lnTo>
                  <a:lnTo>
                    <a:pt x="54503" y="77772"/>
                  </a:lnTo>
                  <a:lnTo>
                    <a:pt x="54442" y="79662"/>
                  </a:lnTo>
                  <a:lnTo>
                    <a:pt x="54404" y="80874"/>
                  </a:lnTo>
                  <a:lnTo>
                    <a:pt x="54358" y="82276"/>
                  </a:lnTo>
                  <a:lnTo>
                    <a:pt x="54279" y="84752"/>
                  </a:lnTo>
                  <a:lnTo>
                    <a:pt x="53426" y="85843"/>
                  </a:lnTo>
                  <a:lnTo>
                    <a:pt x="52918" y="86484"/>
                  </a:lnTo>
                  <a:lnTo>
                    <a:pt x="52498" y="87110"/>
                  </a:lnTo>
                  <a:lnTo>
                    <a:pt x="52027" y="87818"/>
                  </a:lnTo>
                  <a:lnTo>
                    <a:pt x="51292" y="89235"/>
                  </a:lnTo>
                  <a:lnTo>
                    <a:pt x="50571" y="90627"/>
                  </a:lnTo>
                  <a:lnTo>
                    <a:pt x="47696" y="92337"/>
                  </a:lnTo>
                  <a:lnTo>
                    <a:pt x="38340" y="87802"/>
                  </a:lnTo>
                  <a:lnTo>
                    <a:pt x="33897" y="91210"/>
                  </a:lnTo>
                  <a:lnTo>
                    <a:pt x="32998" y="91899"/>
                  </a:lnTo>
                  <a:lnTo>
                    <a:pt x="31587" y="92982"/>
                  </a:lnTo>
                  <a:lnTo>
                    <a:pt x="31240" y="93247"/>
                  </a:lnTo>
                  <a:lnTo>
                    <a:pt x="16073" y="104881"/>
                  </a:lnTo>
                  <a:lnTo>
                    <a:pt x="11304" y="108764"/>
                  </a:lnTo>
                  <a:lnTo>
                    <a:pt x="11617" y="108818"/>
                  </a:lnTo>
                  <a:lnTo>
                    <a:pt x="26167" y="111268"/>
                  </a:lnTo>
                  <a:lnTo>
                    <a:pt x="37722" y="119536"/>
                  </a:lnTo>
                  <a:lnTo>
                    <a:pt x="37417" y="120719"/>
                  </a:lnTo>
                  <a:lnTo>
                    <a:pt x="37226" y="121258"/>
                  </a:lnTo>
                  <a:lnTo>
                    <a:pt x="37058" y="121795"/>
                  </a:lnTo>
                  <a:lnTo>
                    <a:pt x="36768" y="122724"/>
                  </a:lnTo>
                  <a:lnTo>
                    <a:pt x="36353" y="124055"/>
                  </a:lnTo>
                  <a:lnTo>
                    <a:pt x="35863" y="125665"/>
                  </a:lnTo>
                  <a:lnTo>
                    <a:pt x="35132" y="127963"/>
                  </a:lnTo>
                  <a:lnTo>
                    <a:pt x="34592" y="129688"/>
                  </a:lnTo>
                  <a:lnTo>
                    <a:pt x="34730" y="130971"/>
                  </a:lnTo>
                  <a:lnTo>
                    <a:pt x="34913" y="132665"/>
                  </a:lnTo>
                  <a:lnTo>
                    <a:pt x="35038" y="133846"/>
                  </a:lnTo>
                  <a:lnTo>
                    <a:pt x="35226" y="135604"/>
                  </a:lnTo>
                  <a:lnTo>
                    <a:pt x="35277" y="136780"/>
                  </a:lnTo>
                  <a:lnTo>
                    <a:pt x="35483" y="137996"/>
                  </a:lnTo>
                  <a:lnTo>
                    <a:pt x="35585" y="138531"/>
                  </a:lnTo>
                  <a:lnTo>
                    <a:pt x="35875" y="140085"/>
                  </a:lnTo>
                  <a:lnTo>
                    <a:pt x="35910" y="140284"/>
                  </a:lnTo>
                  <a:lnTo>
                    <a:pt x="36558" y="141393"/>
                  </a:lnTo>
                  <a:lnTo>
                    <a:pt x="36783" y="141780"/>
                  </a:lnTo>
                  <a:lnTo>
                    <a:pt x="38267" y="144314"/>
                  </a:lnTo>
                  <a:lnTo>
                    <a:pt x="39877" y="147072"/>
                  </a:lnTo>
                  <a:lnTo>
                    <a:pt x="40175" y="147286"/>
                  </a:lnTo>
                  <a:lnTo>
                    <a:pt x="41669" y="148365"/>
                  </a:lnTo>
                  <a:lnTo>
                    <a:pt x="43012" y="149337"/>
                  </a:lnTo>
                  <a:lnTo>
                    <a:pt x="44987" y="150767"/>
                  </a:lnTo>
                  <a:lnTo>
                    <a:pt x="45745" y="151312"/>
                  </a:lnTo>
                  <a:lnTo>
                    <a:pt x="46341" y="151747"/>
                  </a:lnTo>
                  <a:lnTo>
                    <a:pt x="47226" y="152396"/>
                  </a:lnTo>
                  <a:lnTo>
                    <a:pt x="47557" y="152619"/>
                  </a:lnTo>
                  <a:lnTo>
                    <a:pt x="47503" y="152819"/>
                  </a:lnTo>
                  <a:lnTo>
                    <a:pt x="47198" y="153910"/>
                  </a:lnTo>
                  <a:lnTo>
                    <a:pt x="46865" y="155057"/>
                  </a:lnTo>
                  <a:lnTo>
                    <a:pt x="46566" y="156174"/>
                  </a:lnTo>
                  <a:lnTo>
                    <a:pt x="46362" y="156864"/>
                  </a:lnTo>
                  <a:lnTo>
                    <a:pt x="46232" y="157301"/>
                  </a:lnTo>
                  <a:lnTo>
                    <a:pt x="45812" y="158563"/>
                  </a:lnTo>
                  <a:lnTo>
                    <a:pt x="45546" y="159176"/>
                  </a:lnTo>
                  <a:lnTo>
                    <a:pt x="45165" y="160324"/>
                  </a:lnTo>
                  <a:lnTo>
                    <a:pt x="44831" y="161391"/>
                  </a:lnTo>
                  <a:lnTo>
                    <a:pt x="44637" y="162062"/>
                  </a:lnTo>
                  <a:lnTo>
                    <a:pt x="44436" y="162497"/>
                  </a:lnTo>
                  <a:lnTo>
                    <a:pt x="44285" y="162970"/>
                  </a:lnTo>
                  <a:lnTo>
                    <a:pt x="44078" y="163609"/>
                  </a:lnTo>
                  <a:lnTo>
                    <a:pt x="43744" y="164715"/>
                  </a:lnTo>
                  <a:lnTo>
                    <a:pt x="43382" y="165869"/>
                  </a:lnTo>
                  <a:lnTo>
                    <a:pt x="43008" y="167020"/>
                  </a:lnTo>
                  <a:lnTo>
                    <a:pt x="42641" y="168118"/>
                  </a:lnTo>
                  <a:lnTo>
                    <a:pt x="42112" y="169793"/>
                  </a:lnTo>
                  <a:lnTo>
                    <a:pt x="41757" y="170895"/>
                  </a:lnTo>
                  <a:lnTo>
                    <a:pt x="41371" y="172065"/>
                  </a:lnTo>
                  <a:lnTo>
                    <a:pt x="41045" y="173164"/>
                  </a:lnTo>
                  <a:lnTo>
                    <a:pt x="40685" y="174247"/>
                  </a:lnTo>
                  <a:lnTo>
                    <a:pt x="40332" y="175339"/>
                  </a:lnTo>
                  <a:lnTo>
                    <a:pt x="39892" y="176817"/>
                  </a:lnTo>
                  <a:lnTo>
                    <a:pt x="39280" y="178731"/>
                  </a:lnTo>
                  <a:lnTo>
                    <a:pt x="39182" y="179268"/>
                  </a:lnTo>
                  <a:lnTo>
                    <a:pt x="38943" y="180586"/>
                  </a:lnTo>
                  <a:lnTo>
                    <a:pt x="38884" y="180907"/>
                  </a:lnTo>
                  <a:lnTo>
                    <a:pt x="38636" y="182269"/>
                  </a:lnTo>
                  <a:lnTo>
                    <a:pt x="38578" y="182574"/>
                  </a:lnTo>
                  <a:lnTo>
                    <a:pt x="38402" y="183501"/>
                  </a:lnTo>
                  <a:lnTo>
                    <a:pt x="38029" y="185463"/>
                  </a:lnTo>
                  <a:lnTo>
                    <a:pt x="37896" y="186138"/>
                  </a:lnTo>
                  <a:lnTo>
                    <a:pt x="37762" y="186867"/>
                  </a:lnTo>
                  <a:lnTo>
                    <a:pt x="37722" y="187077"/>
                  </a:lnTo>
                  <a:lnTo>
                    <a:pt x="37391" y="188813"/>
                  </a:lnTo>
                  <a:lnTo>
                    <a:pt x="36980" y="190975"/>
                  </a:lnTo>
                  <a:lnTo>
                    <a:pt x="36590" y="193025"/>
                  </a:lnTo>
                  <a:lnTo>
                    <a:pt x="36369" y="194185"/>
                  </a:lnTo>
                  <a:lnTo>
                    <a:pt x="36124" y="195474"/>
                  </a:lnTo>
                  <a:lnTo>
                    <a:pt x="35732" y="197533"/>
                  </a:lnTo>
                  <a:lnTo>
                    <a:pt x="35676" y="197831"/>
                  </a:lnTo>
                  <a:lnTo>
                    <a:pt x="35201" y="200325"/>
                  </a:lnTo>
                  <a:lnTo>
                    <a:pt x="35164" y="200517"/>
                  </a:lnTo>
                  <a:lnTo>
                    <a:pt x="35117" y="200767"/>
                  </a:lnTo>
                  <a:lnTo>
                    <a:pt x="34375" y="204666"/>
                  </a:lnTo>
                  <a:lnTo>
                    <a:pt x="34269" y="205223"/>
                  </a:lnTo>
                  <a:lnTo>
                    <a:pt x="34013" y="206570"/>
                  </a:lnTo>
                  <a:lnTo>
                    <a:pt x="33619" y="208641"/>
                  </a:lnTo>
                  <a:lnTo>
                    <a:pt x="33344" y="210089"/>
                  </a:lnTo>
                  <a:lnTo>
                    <a:pt x="33221" y="210736"/>
                  </a:lnTo>
                  <a:lnTo>
                    <a:pt x="33172" y="210994"/>
                  </a:lnTo>
                  <a:lnTo>
                    <a:pt x="32898" y="212433"/>
                  </a:lnTo>
                  <a:lnTo>
                    <a:pt x="32627" y="213859"/>
                  </a:lnTo>
                  <a:lnTo>
                    <a:pt x="32282" y="215671"/>
                  </a:lnTo>
                  <a:lnTo>
                    <a:pt x="31552" y="216581"/>
                  </a:lnTo>
                  <a:lnTo>
                    <a:pt x="30230" y="218231"/>
                  </a:lnTo>
                  <a:lnTo>
                    <a:pt x="29470" y="219179"/>
                  </a:lnTo>
                  <a:lnTo>
                    <a:pt x="28692" y="220151"/>
                  </a:lnTo>
                  <a:lnTo>
                    <a:pt x="28070" y="220927"/>
                  </a:lnTo>
                  <a:lnTo>
                    <a:pt x="26198" y="223264"/>
                  </a:lnTo>
                  <a:lnTo>
                    <a:pt x="24847" y="224949"/>
                  </a:lnTo>
                  <a:lnTo>
                    <a:pt x="24060" y="225932"/>
                  </a:lnTo>
                  <a:lnTo>
                    <a:pt x="22969" y="227293"/>
                  </a:lnTo>
                  <a:lnTo>
                    <a:pt x="22262" y="228175"/>
                  </a:lnTo>
                  <a:lnTo>
                    <a:pt x="21916" y="228607"/>
                  </a:lnTo>
                  <a:lnTo>
                    <a:pt x="21727" y="228843"/>
                  </a:lnTo>
                  <a:lnTo>
                    <a:pt x="15803" y="247715"/>
                  </a:lnTo>
                  <a:lnTo>
                    <a:pt x="0" y="267867"/>
                  </a:lnTo>
                  <a:lnTo>
                    <a:pt x="12761" y="264915"/>
                  </a:lnTo>
                  <a:lnTo>
                    <a:pt x="23107" y="262500"/>
                  </a:lnTo>
                  <a:lnTo>
                    <a:pt x="33033" y="265490"/>
                  </a:lnTo>
                  <a:lnTo>
                    <a:pt x="34395" y="265900"/>
                  </a:lnTo>
                  <a:lnTo>
                    <a:pt x="37420" y="266813"/>
                  </a:lnTo>
                  <a:lnTo>
                    <a:pt x="39476" y="267436"/>
                  </a:lnTo>
                  <a:lnTo>
                    <a:pt x="42985" y="269925"/>
                  </a:lnTo>
                  <a:lnTo>
                    <a:pt x="45852" y="271930"/>
                  </a:lnTo>
                  <a:lnTo>
                    <a:pt x="48138" y="270778"/>
                  </a:lnTo>
                  <a:lnTo>
                    <a:pt x="49990" y="269859"/>
                  </a:lnTo>
                  <a:lnTo>
                    <a:pt x="51822" y="268953"/>
                  </a:lnTo>
                  <a:lnTo>
                    <a:pt x="51962" y="268884"/>
                  </a:lnTo>
                  <a:lnTo>
                    <a:pt x="55685" y="267042"/>
                  </a:lnTo>
                  <a:lnTo>
                    <a:pt x="56115" y="266828"/>
                  </a:lnTo>
                  <a:lnTo>
                    <a:pt x="59463" y="265172"/>
                  </a:lnTo>
                  <a:lnTo>
                    <a:pt x="61619" y="264103"/>
                  </a:lnTo>
                  <a:lnTo>
                    <a:pt x="62138" y="263846"/>
                  </a:lnTo>
                  <a:lnTo>
                    <a:pt x="62690" y="263699"/>
                  </a:lnTo>
                  <a:lnTo>
                    <a:pt x="63990" y="263352"/>
                  </a:lnTo>
                  <a:lnTo>
                    <a:pt x="69716" y="261826"/>
                  </a:lnTo>
                  <a:lnTo>
                    <a:pt x="74500" y="260553"/>
                  </a:lnTo>
                  <a:lnTo>
                    <a:pt x="75454" y="260299"/>
                  </a:lnTo>
                  <a:lnTo>
                    <a:pt x="75772" y="260256"/>
                  </a:lnTo>
                  <a:lnTo>
                    <a:pt x="76141" y="260207"/>
                  </a:lnTo>
                  <a:lnTo>
                    <a:pt x="76393" y="260177"/>
                  </a:lnTo>
                  <a:lnTo>
                    <a:pt x="77904" y="259721"/>
                  </a:lnTo>
                  <a:lnTo>
                    <a:pt x="79561" y="259223"/>
                  </a:lnTo>
                  <a:lnTo>
                    <a:pt x="80675" y="258887"/>
                  </a:lnTo>
                  <a:lnTo>
                    <a:pt x="81589" y="258612"/>
                  </a:lnTo>
                  <a:lnTo>
                    <a:pt x="82176" y="258434"/>
                  </a:lnTo>
                  <a:lnTo>
                    <a:pt x="82332" y="258342"/>
                  </a:lnTo>
                  <a:lnTo>
                    <a:pt x="82828" y="258044"/>
                  </a:lnTo>
                  <a:lnTo>
                    <a:pt x="84294" y="257388"/>
                  </a:lnTo>
                  <a:lnTo>
                    <a:pt x="84640" y="257217"/>
                  </a:lnTo>
                  <a:lnTo>
                    <a:pt x="84988" y="256836"/>
                  </a:lnTo>
                  <a:lnTo>
                    <a:pt x="85388" y="256543"/>
                  </a:lnTo>
                  <a:lnTo>
                    <a:pt x="85515" y="256340"/>
                  </a:lnTo>
                  <a:lnTo>
                    <a:pt x="85581" y="256212"/>
                  </a:lnTo>
                  <a:lnTo>
                    <a:pt x="85790" y="256062"/>
                  </a:lnTo>
                  <a:lnTo>
                    <a:pt x="86108" y="255757"/>
                  </a:lnTo>
                  <a:lnTo>
                    <a:pt x="86637" y="255273"/>
                  </a:lnTo>
                  <a:lnTo>
                    <a:pt x="86797" y="255258"/>
                  </a:lnTo>
                  <a:lnTo>
                    <a:pt x="86968" y="255210"/>
                  </a:lnTo>
                  <a:lnTo>
                    <a:pt x="87210" y="255149"/>
                  </a:lnTo>
                  <a:lnTo>
                    <a:pt x="87502" y="254968"/>
                  </a:lnTo>
                  <a:lnTo>
                    <a:pt x="87937" y="254538"/>
                  </a:lnTo>
                  <a:lnTo>
                    <a:pt x="88682" y="253939"/>
                  </a:lnTo>
                  <a:lnTo>
                    <a:pt x="89171" y="253477"/>
                  </a:lnTo>
                  <a:lnTo>
                    <a:pt x="89311" y="253418"/>
                  </a:lnTo>
                  <a:lnTo>
                    <a:pt x="89551" y="253454"/>
                  </a:lnTo>
                  <a:lnTo>
                    <a:pt x="89698" y="253500"/>
                  </a:lnTo>
                  <a:lnTo>
                    <a:pt x="89892" y="253525"/>
                  </a:lnTo>
                  <a:lnTo>
                    <a:pt x="90222" y="253558"/>
                  </a:lnTo>
                  <a:lnTo>
                    <a:pt x="90370" y="253589"/>
                  </a:lnTo>
                  <a:lnTo>
                    <a:pt x="90629" y="253658"/>
                  </a:lnTo>
                  <a:lnTo>
                    <a:pt x="90828" y="253668"/>
                  </a:lnTo>
                  <a:lnTo>
                    <a:pt x="91090" y="253775"/>
                  </a:lnTo>
                  <a:lnTo>
                    <a:pt x="91240" y="253795"/>
                  </a:lnTo>
                  <a:lnTo>
                    <a:pt x="91406" y="253810"/>
                  </a:lnTo>
                  <a:lnTo>
                    <a:pt x="91599" y="253823"/>
                  </a:lnTo>
                  <a:lnTo>
                    <a:pt x="91729" y="253818"/>
                  </a:lnTo>
                  <a:lnTo>
                    <a:pt x="91869" y="253813"/>
                  </a:lnTo>
                  <a:lnTo>
                    <a:pt x="92042" y="253968"/>
                  </a:lnTo>
                  <a:lnTo>
                    <a:pt x="92187" y="253927"/>
                  </a:lnTo>
                  <a:lnTo>
                    <a:pt x="92535" y="253749"/>
                  </a:lnTo>
                  <a:lnTo>
                    <a:pt x="92701" y="253701"/>
                  </a:lnTo>
                  <a:lnTo>
                    <a:pt x="92892" y="253472"/>
                  </a:lnTo>
                  <a:lnTo>
                    <a:pt x="93179" y="253375"/>
                  </a:lnTo>
                  <a:lnTo>
                    <a:pt x="93334" y="253314"/>
                  </a:lnTo>
                  <a:lnTo>
                    <a:pt x="94014" y="253449"/>
                  </a:lnTo>
                  <a:lnTo>
                    <a:pt x="94240" y="253607"/>
                  </a:lnTo>
                  <a:lnTo>
                    <a:pt x="94416" y="253563"/>
                  </a:lnTo>
                  <a:lnTo>
                    <a:pt x="95072" y="253701"/>
                  </a:lnTo>
                  <a:lnTo>
                    <a:pt x="95312" y="253724"/>
                  </a:lnTo>
                  <a:lnTo>
                    <a:pt x="95680" y="253731"/>
                  </a:lnTo>
                  <a:lnTo>
                    <a:pt x="96055" y="253831"/>
                  </a:lnTo>
                  <a:lnTo>
                    <a:pt x="96184" y="253884"/>
                  </a:lnTo>
                  <a:lnTo>
                    <a:pt x="96436" y="254039"/>
                  </a:lnTo>
                  <a:lnTo>
                    <a:pt x="96708" y="254301"/>
                  </a:lnTo>
                  <a:lnTo>
                    <a:pt x="96815" y="254474"/>
                  </a:lnTo>
                  <a:lnTo>
                    <a:pt x="97052" y="254754"/>
                  </a:lnTo>
                  <a:lnTo>
                    <a:pt x="97207" y="254821"/>
                  </a:lnTo>
                  <a:lnTo>
                    <a:pt x="97551" y="255243"/>
                  </a:lnTo>
                  <a:lnTo>
                    <a:pt x="97772" y="256065"/>
                  </a:lnTo>
                  <a:lnTo>
                    <a:pt x="98016" y="256487"/>
                  </a:lnTo>
                  <a:lnTo>
                    <a:pt x="98334" y="257225"/>
                  </a:lnTo>
                  <a:lnTo>
                    <a:pt x="100663" y="257485"/>
                  </a:lnTo>
                  <a:lnTo>
                    <a:pt x="100574" y="257357"/>
                  </a:lnTo>
                  <a:lnTo>
                    <a:pt x="100459" y="257129"/>
                  </a:lnTo>
                  <a:lnTo>
                    <a:pt x="100431" y="256955"/>
                  </a:lnTo>
                  <a:lnTo>
                    <a:pt x="100049" y="256192"/>
                  </a:lnTo>
                  <a:lnTo>
                    <a:pt x="99800" y="255943"/>
                  </a:lnTo>
                  <a:lnTo>
                    <a:pt x="99749" y="255770"/>
                  </a:lnTo>
                  <a:lnTo>
                    <a:pt x="99640" y="255553"/>
                  </a:lnTo>
                  <a:lnTo>
                    <a:pt x="99520" y="255304"/>
                  </a:lnTo>
                  <a:lnTo>
                    <a:pt x="99444" y="255057"/>
                  </a:lnTo>
                  <a:lnTo>
                    <a:pt x="99141" y="254724"/>
                  </a:lnTo>
                  <a:lnTo>
                    <a:pt x="98617" y="254200"/>
                  </a:lnTo>
                  <a:lnTo>
                    <a:pt x="98477" y="254022"/>
                  </a:lnTo>
                  <a:lnTo>
                    <a:pt x="98200" y="253767"/>
                  </a:lnTo>
                  <a:lnTo>
                    <a:pt x="98212" y="253615"/>
                  </a:lnTo>
                  <a:lnTo>
                    <a:pt x="104161" y="253685"/>
                  </a:lnTo>
                  <a:lnTo>
                    <a:pt x="107161" y="255047"/>
                  </a:lnTo>
                  <a:lnTo>
                    <a:pt x="108334" y="255581"/>
                  </a:lnTo>
                  <a:lnTo>
                    <a:pt x="114395" y="258494"/>
                  </a:lnTo>
                  <a:lnTo>
                    <a:pt x="115633" y="258679"/>
                  </a:lnTo>
                  <a:lnTo>
                    <a:pt x="117404" y="258943"/>
                  </a:lnTo>
                  <a:lnTo>
                    <a:pt x="117829" y="258913"/>
                  </a:lnTo>
                  <a:lnTo>
                    <a:pt x="118308" y="258880"/>
                  </a:lnTo>
                  <a:lnTo>
                    <a:pt x="119322" y="258815"/>
                  </a:lnTo>
                  <a:lnTo>
                    <a:pt x="119940" y="258776"/>
                  </a:lnTo>
                  <a:lnTo>
                    <a:pt x="120398" y="258745"/>
                  </a:lnTo>
                  <a:lnTo>
                    <a:pt x="120873" y="258714"/>
                  </a:lnTo>
                  <a:lnTo>
                    <a:pt x="121632" y="258664"/>
                  </a:lnTo>
                  <a:lnTo>
                    <a:pt x="122346" y="258625"/>
                  </a:lnTo>
                  <a:lnTo>
                    <a:pt x="122895" y="258581"/>
                  </a:lnTo>
                  <a:lnTo>
                    <a:pt x="123253" y="258560"/>
                  </a:lnTo>
                  <a:lnTo>
                    <a:pt x="123805" y="258526"/>
                  </a:lnTo>
                  <a:lnTo>
                    <a:pt x="124784" y="258463"/>
                  </a:lnTo>
                  <a:lnTo>
                    <a:pt x="124967" y="258448"/>
                  </a:lnTo>
                  <a:lnTo>
                    <a:pt x="125187" y="258435"/>
                  </a:lnTo>
                  <a:lnTo>
                    <a:pt x="125372" y="258428"/>
                  </a:lnTo>
                  <a:lnTo>
                    <a:pt x="125566" y="258414"/>
                  </a:lnTo>
                  <a:lnTo>
                    <a:pt x="125763" y="258400"/>
                  </a:lnTo>
                  <a:lnTo>
                    <a:pt x="126328" y="258365"/>
                  </a:lnTo>
                  <a:lnTo>
                    <a:pt x="127045" y="258315"/>
                  </a:lnTo>
                  <a:lnTo>
                    <a:pt x="127717" y="258271"/>
                  </a:lnTo>
                  <a:lnTo>
                    <a:pt x="128091" y="258253"/>
                  </a:lnTo>
                  <a:lnTo>
                    <a:pt x="128282" y="258242"/>
                  </a:lnTo>
                  <a:lnTo>
                    <a:pt x="128639" y="258206"/>
                  </a:lnTo>
                  <a:lnTo>
                    <a:pt x="128778" y="258265"/>
                  </a:lnTo>
                  <a:lnTo>
                    <a:pt x="129171" y="258428"/>
                  </a:lnTo>
                  <a:lnTo>
                    <a:pt x="129524" y="258573"/>
                  </a:lnTo>
                  <a:lnTo>
                    <a:pt x="130316" y="258899"/>
                  </a:lnTo>
                  <a:lnTo>
                    <a:pt x="130593" y="259018"/>
                  </a:lnTo>
                  <a:lnTo>
                    <a:pt x="131279" y="259299"/>
                  </a:lnTo>
                  <a:lnTo>
                    <a:pt x="132009" y="259598"/>
                  </a:lnTo>
                  <a:lnTo>
                    <a:pt x="132508" y="259803"/>
                  </a:lnTo>
                  <a:lnTo>
                    <a:pt x="132944" y="259983"/>
                  </a:lnTo>
                  <a:lnTo>
                    <a:pt x="133593" y="260245"/>
                  </a:lnTo>
                  <a:lnTo>
                    <a:pt x="133748" y="260318"/>
                  </a:lnTo>
                  <a:lnTo>
                    <a:pt x="134352" y="260561"/>
                  </a:lnTo>
                  <a:lnTo>
                    <a:pt x="134719" y="260711"/>
                  </a:lnTo>
                  <a:lnTo>
                    <a:pt x="135491" y="261032"/>
                  </a:lnTo>
                  <a:lnTo>
                    <a:pt x="135698" y="261118"/>
                  </a:lnTo>
                  <a:lnTo>
                    <a:pt x="137978" y="262061"/>
                  </a:lnTo>
                  <a:lnTo>
                    <a:pt x="138701" y="262366"/>
                  </a:lnTo>
                  <a:lnTo>
                    <a:pt x="140773" y="262763"/>
                  </a:lnTo>
                  <a:lnTo>
                    <a:pt x="141284" y="262865"/>
                  </a:lnTo>
                  <a:lnTo>
                    <a:pt x="141857" y="262979"/>
                  </a:lnTo>
                  <a:lnTo>
                    <a:pt x="142724" y="263115"/>
                  </a:lnTo>
                  <a:lnTo>
                    <a:pt x="143172" y="263069"/>
                  </a:lnTo>
                  <a:lnTo>
                    <a:pt x="143475" y="263038"/>
                  </a:lnTo>
                  <a:lnTo>
                    <a:pt x="144123" y="262964"/>
                  </a:lnTo>
                  <a:lnTo>
                    <a:pt x="144917" y="262881"/>
                  </a:lnTo>
                  <a:lnTo>
                    <a:pt x="145503" y="262813"/>
                  </a:lnTo>
                  <a:lnTo>
                    <a:pt x="145864" y="262777"/>
                  </a:lnTo>
                  <a:lnTo>
                    <a:pt x="146962" y="262644"/>
                  </a:lnTo>
                  <a:lnTo>
                    <a:pt x="147387" y="262598"/>
                  </a:lnTo>
                  <a:lnTo>
                    <a:pt x="147659" y="262566"/>
                  </a:lnTo>
                  <a:lnTo>
                    <a:pt x="147883" y="262541"/>
                  </a:lnTo>
                  <a:lnTo>
                    <a:pt x="148415" y="262481"/>
                  </a:lnTo>
                  <a:lnTo>
                    <a:pt x="149142" y="262401"/>
                  </a:lnTo>
                  <a:lnTo>
                    <a:pt x="149806" y="262319"/>
                  </a:lnTo>
                  <a:lnTo>
                    <a:pt x="150539" y="262242"/>
                  </a:lnTo>
                  <a:lnTo>
                    <a:pt x="151427" y="262142"/>
                  </a:lnTo>
                  <a:lnTo>
                    <a:pt x="151812" y="262095"/>
                  </a:lnTo>
                  <a:lnTo>
                    <a:pt x="152688" y="262001"/>
                  </a:lnTo>
                  <a:lnTo>
                    <a:pt x="153239" y="261874"/>
                  </a:lnTo>
                  <a:lnTo>
                    <a:pt x="153985" y="261842"/>
                  </a:lnTo>
                  <a:lnTo>
                    <a:pt x="154321" y="261909"/>
                  </a:lnTo>
                  <a:lnTo>
                    <a:pt x="154473" y="261934"/>
                  </a:lnTo>
                  <a:lnTo>
                    <a:pt x="154961" y="262034"/>
                  </a:lnTo>
                  <a:lnTo>
                    <a:pt x="155115" y="262064"/>
                  </a:lnTo>
                  <a:lnTo>
                    <a:pt x="155261" y="262096"/>
                  </a:lnTo>
                  <a:lnTo>
                    <a:pt x="155430" y="262128"/>
                  </a:lnTo>
                  <a:lnTo>
                    <a:pt x="155708" y="262181"/>
                  </a:lnTo>
                  <a:lnTo>
                    <a:pt x="156134" y="262265"/>
                  </a:lnTo>
                  <a:lnTo>
                    <a:pt x="156746" y="262392"/>
                  </a:lnTo>
                  <a:lnTo>
                    <a:pt x="157192" y="262477"/>
                  </a:lnTo>
                  <a:lnTo>
                    <a:pt x="158051" y="262652"/>
                  </a:lnTo>
                  <a:lnTo>
                    <a:pt x="158347" y="262714"/>
                  </a:lnTo>
                  <a:lnTo>
                    <a:pt x="158767" y="262797"/>
                  </a:lnTo>
                  <a:lnTo>
                    <a:pt x="159855" y="263015"/>
                  </a:lnTo>
                  <a:lnTo>
                    <a:pt x="160551" y="263152"/>
                  </a:lnTo>
                  <a:lnTo>
                    <a:pt x="160967" y="263234"/>
                  </a:lnTo>
                  <a:lnTo>
                    <a:pt x="161200" y="263284"/>
                  </a:lnTo>
                  <a:lnTo>
                    <a:pt x="161806" y="263406"/>
                  </a:lnTo>
                  <a:lnTo>
                    <a:pt x="162587" y="263583"/>
                  </a:lnTo>
                  <a:lnTo>
                    <a:pt x="164028" y="263904"/>
                  </a:lnTo>
                  <a:lnTo>
                    <a:pt x="164598" y="264034"/>
                  </a:lnTo>
                  <a:lnTo>
                    <a:pt x="165537" y="264248"/>
                  </a:lnTo>
                  <a:lnTo>
                    <a:pt x="166082" y="264373"/>
                  </a:lnTo>
                  <a:lnTo>
                    <a:pt x="166448" y="264457"/>
                  </a:lnTo>
                  <a:lnTo>
                    <a:pt x="166953" y="264573"/>
                  </a:lnTo>
                  <a:lnTo>
                    <a:pt x="167163" y="264615"/>
                  </a:lnTo>
                  <a:lnTo>
                    <a:pt x="167414" y="264558"/>
                  </a:lnTo>
                  <a:lnTo>
                    <a:pt x="167913" y="264436"/>
                  </a:lnTo>
                  <a:lnTo>
                    <a:pt x="168194" y="264366"/>
                  </a:lnTo>
                  <a:lnTo>
                    <a:pt x="168354" y="264327"/>
                  </a:lnTo>
                  <a:lnTo>
                    <a:pt x="168655" y="264254"/>
                  </a:lnTo>
                  <a:lnTo>
                    <a:pt x="169312" y="264071"/>
                  </a:lnTo>
                  <a:lnTo>
                    <a:pt x="169596" y="264000"/>
                  </a:lnTo>
                  <a:lnTo>
                    <a:pt x="169830" y="263942"/>
                  </a:lnTo>
                  <a:lnTo>
                    <a:pt x="170249" y="263837"/>
                  </a:lnTo>
                  <a:lnTo>
                    <a:pt x="170720" y="263719"/>
                  </a:lnTo>
                  <a:lnTo>
                    <a:pt x="171584" y="263506"/>
                  </a:lnTo>
                  <a:lnTo>
                    <a:pt x="172279" y="263330"/>
                  </a:lnTo>
                  <a:lnTo>
                    <a:pt x="172872" y="263190"/>
                  </a:lnTo>
                  <a:lnTo>
                    <a:pt x="173899" y="262936"/>
                  </a:lnTo>
                  <a:lnTo>
                    <a:pt x="174211" y="262863"/>
                  </a:lnTo>
                  <a:lnTo>
                    <a:pt x="174788" y="262720"/>
                  </a:lnTo>
                  <a:lnTo>
                    <a:pt x="175166" y="262623"/>
                  </a:lnTo>
                  <a:lnTo>
                    <a:pt x="175621" y="262510"/>
                  </a:lnTo>
                  <a:lnTo>
                    <a:pt x="176329" y="262330"/>
                  </a:lnTo>
                  <a:lnTo>
                    <a:pt x="176515" y="262466"/>
                  </a:lnTo>
                  <a:lnTo>
                    <a:pt x="177196" y="262936"/>
                  </a:lnTo>
                  <a:lnTo>
                    <a:pt x="178131" y="263595"/>
                  </a:lnTo>
                  <a:lnTo>
                    <a:pt x="178701" y="263996"/>
                  </a:lnTo>
                  <a:lnTo>
                    <a:pt x="179218" y="264356"/>
                  </a:lnTo>
                  <a:lnTo>
                    <a:pt x="179463" y="264523"/>
                  </a:lnTo>
                  <a:lnTo>
                    <a:pt x="180151" y="265005"/>
                  </a:lnTo>
                  <a:lnTo>
                    <a:pt x="181216" y="265756"/>
                  </a:lnTo>
                  <a:lnTo>
                    <a:pt x="182476" y="266649"/>
                  </a:lnTo>
                  <a:lnTo>
                    <a:pt x="182774" y="267008"/>
                  </a:lnTo>
                  <a:lnTo>
                    <a:pt x="186497" y="270946"/>
                  </a:lnTo>
                  <a:lnTo>
                    <a:pt x="187689" y="272059"/>
                  </a:lnTo>
                  <a:lnTo>
                    <a:pt x="188403" y="272123"/>
                  </a:lnTo>
                  <a:lnTo>
                    <a:pt x="188745" y="272166"/>
                  </a:lnTo>
                  <a:lnTo>
                    <a:pt x="188892" y="272183"/>
                  </a:lnTo>
                  <a:lnTo>
                    <a:pt x="190314" y="273092"/>
                  </a:lnTo>
                  <a:lnTo>
                    <a:pt x="190902" y="273312"/>
                  </a:lnTo>
                  <a:lnTo>
                    <a:pt x="191473" y="273868"/>
                  </a:lnTo>
                  <a:lnTo>
                    <a:pt x="192186" y="274569"/>
                  </a:lnTo>
                  <a:lnTo>
                    <a:pt x="193520" y="275881"/>
                  </a:lnTo>
                  <a:lnTo>
                    <a:pt x="194232" y="276581"/>
                  </a:lnTo>
                  <a:lnTo>
                    <a:pt x="194626" y="277005"/>
                  </a:lnTo>
                  <a:lnTo>
                    <a:pt x="195206" y="277625"/>
                  </a:lnTo>
                  <a:lnTo>
                    <a:pt x="196902" y="279444"/>
                  </a:lnTo>
                  <a:lnTo>
                    <a:pt x="197174" y="279732"/>
                  </a:lnTo>
                  <a:lnTo>
                    <a:pt x="198312" y="280954"/>
                  </a:lnTo>
                  <a:lnTo>
                    <a:pt x="199813" y="282558"/>
                  </a:lnTo>
                  <a:lnTo>
                    <a:pt x="200525" y="283324"/>
                  </a:lnTo>
                  <a:lnTo>
                    <a:pt x="201064" y="283897"/>
                  </a:lnTo>
                  <a:lnTo>
                    <a:pt x="201593" y="284459"/>
                  </a:lnTo>
                  <a:lnTo>
                    <a:pt x="202087" y="284988"/>
                  </a:lnTo>
                  <a:lnTo>
                    <a:pt x="202292" y="285208"/>
                  </a:lnTo>
                  <a:lnTo>
                    <a:pt x="202422" y="285353"/>
                  </a:lnTo>
                  <a:lnTo>
                    <a:pt x="202979" y="285948"/>
                  </a:lnTo>
                  <a:lnTo>
                    <a:pt x="203272" y="286259"/>
                  </a:lnTo>
                  <a:lnTo>
                    <a:pt x="203535" y="286541"/>
                  </a:lnTo>
                  <a:lnTo>
                    <a:pt x="204406" y="287441"/>
                  </a:lnTo>
                  <a:lnTo>
                    <a:pt x="204971" y="288095"/>
                  </a:lnTo>
                  <a:lnTo>
                    <a:pt x="207038" y="291154"/>
                  </a:lnTo>
                  <a:lnTo>
                    <a:pt x="207286" y="291414"/>
                  </a:lnTo>
                  <a:lnTo>
                    <a:pt x="207603" y="292671"/>
                  </a:lnTo>
                  <a:lnTo>
                    <a:pt x="207743" y="293079"/>
                  </a:lnTo>
                  <a:lnTo>
                    <a:pt x="208138" y="294215"/>
                  </a:lnTo>
                  <a:lnTo>
                    <a:pt x="208246" y="294525"/>
                  </a:lnTo>
                  <a:lnTo>
                    <a:pt x="208494" y="295149"/>
                  </a:lnTo>
                  <a:lnTo>
                    <a:pt x="208755" y="295780"/>
                  </a:lnTo>
                  <a:lnTo>
                    <a:pt x="208978" y="296343"/>
                  </a:lnTo>
                  <a:lnTo>
                    <a:pt x="209128" y="296700"/>
                  </a:lnTo>
                  <a:lnTo>
                    <a:pt x="209239" y="297087"/>
                  </a:lnTo>
                  <a:lnTo>
                    <a:pt x="209330" y="297620"/>
                  </a:lnTo>
                  <a:lnTo>
                    <a:pt x="209377" y="298048"/>
                  </a:lnTo>
                  <a:lnTo>
                    <a:pt x="209371" y="298399"/>
                  </a:lnTo>
                  <a:lnTo>
                    <a:pt x="209348" y="298970"/>
                  </a:lnTo>
                  <a:lnTo>
                    <a:pt x="209372" y="299417"/>
                  </a:lnTo>
                  <a:lnTo>
                    <a:pt x="209382" y="299671"/>
                  </a:lnTo>
                  <a:lnTo>
                    <a:pt x="209398" y="300075"/>
                  </a:lnTo>
                  <a:lnTo>
                    <a:pt x="209405" y="300262"/>
                  </a:lnTo>
                  <a:lnTo>
                    <a:pt x="209445" y="300568"/>
                  </a:lnTo>
                  <a:lnTo>
                    <a:pt x="209450" y="300799"/>
                  </a:lnTo>
                  <a:lnTo>
                    <a:pt x="209453" y="300952"/>
                  </a:lnTo>
                  <a:lnTo>
                    <a:pt x="209454" y="301082"/>
                  </a:lnTo>
                  <a:lnTo>
                    <a:pt x="209416" y="301960"/>
                  </a:lnTo>
                  <a:lnTo>
                    <a:pt x="209405" y="302438"/>
                  </a:lnTo>
                  <a:lnTo>
                    <a:pt x="209384" y="302682"/>
                  </a:lnTo>
                  <a:lnTo>
                    <a:pt x="209424" y="302875"/>
                  </a:lnTo>
                  <a:lnTo>
                    <a:pt x="209512" y="303307"/>
                  </a:lnTo>
                  <a:lnTo>
                    <a:pt x="209487" y="303507"/>
                  </a:lnTo>
                  <a:lnTo>
                    <a:pt x="209457" y="303900"/>
                  </a:lnTo>
                  <a:lnTo>
                    <a:pt x="209419" y="304425"/>
                  </a:lnTo>
                  <a:lnTo>
                    <a:pt x="209373" y="304897"/>
                  </a:lnTo>
                  <a:lnTo>
                    <a:pt x="209330" y="305159"/>
                  </a:lnTo>
                  <a:lnTo>
                    <a:pt x="209354" y="305731"/>
                  </a:lnTo>
                  <a:lnTo>
                    <a:pt x="209363" y="305930"/>
                  </a:lnTo>
                  <a:lnTo>
                    <a:pt x="209345" y="306230"/>
                  </a:lnTo>
                  <a:lnTo>
                    <a:pt x="209344" y="306639"/>
                  </a:lnTo>
                  <a:lnTo>
                    <a:pt x="209172" y="307042"/>
                  </a:lnTo>
                  <a:lnTo>
                    <a:pt x="209399" y="308074"/>
                  </a:lnTo>
                  <a:lnTo>
                    <a:pt x="209407" y="308222"/>
                  </a:lnTo>
                  <a:lnTo>
                    <a:pt x="209430" y="308387"/>
                  </a:lnTo>
                  <a:lnTo>
                    <a:pt x="209550" y="309569"/>
                  </a:lnTo>
                  <a:lnTo>
                    <a:pt x="209494" y="310549"/>
                  </a:lnTo>
                  <a:lnTo>
                    <a:pt x="209463" y="311045"/>
                  </a:lnTo>
                  <a:lnTo>
                    <a:pt x="209423" y="311678"/>
                  </a:lnTo>
                  <a:lnTo>
                    <a:pt x="209371" y="312500"/>
                  </a:lnTo>
                  <a:lnTo>
                    <a:pt x="209362" y="312629"/>
                  </a:lnTo>
                  <a:lnTo>
                    <a:pt x="209406" y="313025"/>
                  </a:lnTo>
                  <a:lnTo>
                    <a:pt x="209434" y="313285"/>
                  </a:lnTo>
                  <a:lnTo>
                    <a:pt x="209476" y="313691"/>
                  </a:lnTo>
                  <a:lnTo>
                    <a:pt x="209508" y="313999"/>
                  </a:lnTo>
                  <a:lnTo>
                    <a:pt x="209583" y="314179"/>
                  </a:lnTo>
                  <a:lnTo>
                    <a:pt x="209693" y="314456"/>
                  </a:lnTo>
                  <a:lnTo>
                    <a:pt x="209763" y="314614"/>
                  </a:lnTo>
                  <a:lnTo>
                    <a:pt x="209830" y="314797"/>
                  </a:lnTo>
                  <a:lnTo>
                    <a:pt x="209956" y="315134"/>
                  </a:lnTo>
                  <a:lnTo>
                    <a:pt x="210057" y="315403"/>
                  </a:lnTo>
                  <a:lnTo>
                    <a:pt x="210128" y="315591"/>
                  </a:lnTo>
                  <a:lnTo>
                    <a:pt x="210220" y="315832"/>
                  </a:lnTo>
                  <a:lnTo>
                    <a:pt x="210368" y="316223"/>
                  </a:lnTo>
                  <a:lnTo>
                    <a:pt x="210488" y="316540"/>
                  </a:lnTo>
                  <a:lnTo>
                    <a:pt x="210497" y="316876"/>
                  </a:lnTo>
                  <a:lnTo>
                    <a:pt x="210874" y="318648"/>
                  </a:lnTo>
                  <a:lnTo>
                    <a:pt x="210626" y="318817"/>
                  </a:lnTo>
                  <a:lnTo>
                    <a:pt x="210386" y="318974"/>
                  </a:lnTo>
                  <a:lnTo>
                    <a:pt x="210024" y="319174"/>
                  </a:lnTo>
                  <a:lnTo>
                    <a:pt x="209695" y="319389"/>
                  </a:lnTo>
                  <a:lnTo>
                    <a:pt x="209556" y="319483"/>
                  </a:lnTo>
                  <a:lnTo>
                    <a:pt x="209377" y="319648"/>
                  </a:lnTo>
                  <a:lnTo>
                    <a:pt x="209074" y="319866"/>
                  </a:lnTo>
                  <a:lnTo>
                    <a:pt x="208743" y="320139"/>
                  </a:lnTo>
                  <a:lnTo>
                    <a:pt x="208598" y="320560"/>
                  </a:lnTo>
                  <a:lnTo>
                    <a:pt x="208756" y="321190"/>
                  </a:lnTo>
                  <a:lnTo>
                    <a:pt x="209008" y="321691"/>
                  </a:lnTo>
                  <a:lnTo>
                    <a:pt x="209046" y="321854"/>
                  </a:lnTo>
                  <a:lnTo>
                    <a:pt x="209056" y="322678"/>
                  </a:lnTo>
                  <a:lnTo>
                    <a:pt x="210849" y="323124"/>
                  </a:lnTo>
                  <a:lnTo>
                    <a:pt x="211083" y="323013"/>
                  </a:lnTo>
                  <a:lnTo>
                    <a:pt x="211342" y="322910"/>
                  </a:lnTo>
                  <a:lnTo>
                    <a:pt x="211644" y="322777"/>
                  </a:lnTo>
                  <a:lnTo>
                    <a:pt x="211793" y="322722"/>
                  </a:lnTo>
                  <a:lnTo>
                    <a:pt x="212055" y="322675"/>
                  </a:lnTo>
                  <a:lnTo>
                    <a:pt x="212353" y="322631"/>
                  </a:lnTo>
                  <a:lnTo>
                    <a:pt x="212926" y="322475"/>
                  </a:lnTo>
                  <a:lnTo>
                    <a:pt x="213164" y="322717"/>
                  </a:lnTo>
                  <a:lnTo>
                    <a:pt x="213493" y="323060"/>
                  </a:lnTo>
                  <a:lnTo>
                    <a:pt x="213675" y="323249"/>
                  </a:lnTo>
                  <a:lnTo>
                    <a:pt x="214060" y="323642"/>
                  </a:lnTo>
                  <a:lnTo>
                    <a:pt x="214207" y="323793"/>
                  </a:lnTo>
                  <a:lnTo>
                    <a:pt x="214432" y="324112"/>
                  </a:lnTo>
                  <a:lnTo>
                    <a:pt x="214630" y="324525"/>
                  </a:lnTo>
                  <a:lnTo>
                    <a:pt x="214704" y="324667"/>
                  </a:lnTo>
                  <a:lnTo>
                    <a:pt x="214819" y="324888"/>
                  </a:lnTo>
                  <a:lnTo>
                    <a:pt x="214926" y="325094"/>
                  </a:lnTo>
                  <a:lnTo>
                    <a:pt x="215090" y="325409"/>
                  </a:lnTo>
                  <a:lnTo>
                    <a:pt x="215264" y="325527"/>
                  </a:lnTo>
                  <a:lnTo>
                    <a:pt x="215522" y="325702"/>
                  </a:lnTo>
                  <a:lnTo>
                    <a:pt x="215830" y="325908"/>
                  </a:lnTo>
                  <a:lnTo>
                    <a:pt x="215988" y="326014"/>
                  </a:lnTo>
                  <a:lnTo>
                    <a:pt x="216224" y="326171"/>
                  </a:lnTo>
                  <a:lnTo>
                    <a:pt x="216402" y="326291"/>
                  </a:lnTo>
                  <a:lnTo>
                    <a:pt x="217025" y="326711"/>
                  </a:lnTo>
                  <a:lnTo>
                    <a:pt x="217534" y="327055"/>
                  </a:lnTo>
                  <a:lnTo>
                    <a:pt x="217683" y="327517"/>
                  </a:lnTo>
                  <a:lnTo>
                    <a:pt x="217821" y="327959"/>
                  </a:lnTo>
                  <a:lnTo>
                    <a:pt x="217917" y="328261"/>
                  </a:lnTo>
                  <a:lnTo>
                    <a:pt x="217886" y="328519"/>
                  </a:lnTo>
                  <a:lnTo>
                    <a:pt x="217863" y="328767"/>
                  </a:lnTo>
                  <a:lnTo>
                    <a:pt x="217882" y="328905"/>
                  </a:lnTo>
                  <a:lnTo>
                    <a:pt x="217940" y="329212"/>
                  </a:lnTo>
                  <a:lnTo>
                    <a:pt x="218098" y="329239"/>
                  </a:lnTo>
                  <a:lnTo>
                    <a:pt x="218257" y="329269"/>
                  </a:lnTo>
                  <a:lnTo>
                    <a:pt x="218551" y="329329"/>
                  </a:lnTo>
                  <a:lnTo>
                    <a:pt x="218828" y="329368"/>
                  </a:lnTo>
                  <a:lnTo>
                    <a:pt x="219057" y="329417"/>
                  </a:lnTo>
                  <a:lnTo>
                    <a:pt x="219194" y="329458"/>
                  </a:lnTo>
                  <a:lnTo>
                    <a:pt x="219523" y="329550"/>
                  </a:lnTo>
                  <a:lnTo>
                    <a:pt x="219797" y="329626"/>
                  </a:lnTo>
                  <a:lnTo>
                    <a:pt x="219992" y="329676"/>
                  </a:lnTo>
                  <a:lnTo>
                    <a:pt x="220279" y="329755"/>
                  </a:lnTo>
                  <a:lnTo>
                    <a:pt x="220935" y="329927"/>
                  </a:lnTo>
                  <a:lnTo>
                    <a:pt x="221197" y="329989"/>
                  </a:lnTo>
                  <a:lnTo>
                    <a:pt x="221443" y="330042"/>
                  </a:lnTo>
                  <a:lnTo>
                    <a:pt x="221580" y="330081"/>
                  </a:lnTo>
                  <a:lnTo>
                    <a:pt x="222658" y="330387"/>
                  </a:lnTo>
                  <a:lnTo>
                    <a:pt x="223260" y="330548"/>
                  </a:lnTo>
                  <a:lnTo>
                    <a:pt x="224338" y="330654"/>
                  </a:lnTo>
                  <a:lnTo>
                    <a:pt x="224582" y="330981"/>
                  </a:lnTo>
                  <a:lnTo>
                    <a:pt x="225027" y="331672"/>
                  </a:lnTo>
                  <a:lnTo>
                    <a:pt x="224980" y="332085"/>
                  </a:lnTo>
                  <a:lnTo>
                    <a:pt x="225180" y="332857"/>
                  </a:lnTo>
                  <a:lnTo>
                    <a:pt x="225237" y="333148"/>
                  </a:lnTo>
                  <a:lnTo>
                    <a:pt x="226495" y="334081"/>
                  </a:lnTo>
                  <a:lnTo>
                    <a:pt x="226854" y="334442"/>
                  </a:lnTo>
                  <a:lnTo>
                    <a:pt x="227303" y="334893"/>
                  </a:lnTo>
                  <a:lnTo>
                    <a:pt x="227659" y="335413"/>
                  </a:lnTo>
                  <a:lnTo>
                    <a:pt x="227955" y="335721"/>
                  </a:lnTo>
                  <a:lnTo>
                    <a:pt x="228074" y="335860"/>
                  </a:lnTo>
                  <a:lnTo>
                    <a:pt x="228174" y="336004"/>
                  </a:lnTo>
                  <a:lnTo>
                    <a:pt x="228320" y="336137"/>
                  </a:lnTo>
                  <a:lnTo>
                    <a:pt x="228475" y="336279"/>
                  </a:lnTo>
                  <a:lnTo>
                    <a:pt x="228593" y="336438"/>
                  </a:lnTo>
                  <a:lnTo>
                    <a:pt x="228809" y="336648"/>
                  </a:lnTo>
                  <a:lnTo>
                    <a:pt x="229166" y="336907"/>
                  </a:lnTo>
                  <a:lnTo>
                    <a:pt x="229302" y="336994"/>
                  </a:lnTo>
                  <a:lnTo>
                    <a:pt x="230087" y="337476"/>
                  </a:lnTo>
                  <a:lnTo>
                    <a:pt x="230511" y="337723"/>
                  </a:lnTo>
                  <a:lnTo>
                    <a:pt x="230899" y="337956"/>
                  </a:lnTo>
                  <a:lnTo>
                    <a:pt x="231252" y="338194"/>
                  </a:lnTo>
                  <a:lnTo>
                    <a:pt x="231386" y="338268"/>
                  </a:lnTo>
                  <a:lnTo>
                    <a:pt x="231795" y="338492"/>
                  </a:lnTo>
                  <a:lnTo>
                    <a:pt x="232074" y="338649"/>
                  </a:lnTo>
                  <a:lnTo>
                    <a:pt x="233328" y="339379"/>
                  </a:lnTo>
                  <a:lnTo>
                    <a:pt x="233734" y="339624"/>
                  </a:lnTo>
                  <a:lnTo>
                    <a:pt x="234256" y="340045"/>
                  </a:lnTo>
                  <a:lnTo>
                    <a:pt x="234456" y="340598"/>
                  </a:lnTo>
                  <a:lnTo>
                    <a:pt x="234850" y="341694"/>
                  </a:lnTo>
                  <a:lnTo>
                    <a:pt x="235005" y="342006"/>
                  </a:lnTo>
                  <a:lnTo>
                    <a:pt x="235307" y="342624"/>
                  </a:lnTo>
                  <a:lnTo>
                    <a:pt x="235560" y="343145"/>
                  </a:lnTo>
                  <a:lnTo>
                    <a:pt x="235808" y="343669"/>
                  </a:lnTo>
                  <a:lnTo>
                    <a:pt x="235643" y="343936"/>
                  </a:lnTo>
                  <a:lnTo>
                    <a:pt x="235248" y="344531"/>
                  </a:lnTo>
                  <a:lnTo>
                    <a:pt x="235059" y="344825"/>
                  </a:lnTo>
                  <a:lnTo>
                    <a:pt x="234740" y="345338"/>
                  </a:lnTo>
                  <a:lnTo>
                    <a:pt x="232791" y="348188"/>
                  </a:lnTo>
                  <a:lnTo>
                    <a:pt x="234024" y="348845"/>
                  </a:lnTo>
                  <a:lnTo>
                    <a:pt x="234723" y="349312"/>
                  </a:lnTo>
                  <a:lnTo>
                    <a:pt x="234669" y="349633"/>
                  </a:lnTo>
                  <a:lnTo>
                    <a:pt x="234606" y="349945"/>
                  </a:lnTo>
                  <a:lnTo>
                    <a:pt x="234577" y="350080"/>
                  </a:lnTo>
                  <a:lnTo>
                    <a:pt x="234524" y="350350"/>
                  </a:lnTo>
                  <a:lnTo>
                    <a:pt x="234489" y="350514"/>
                  </a:lnTo>
                  <a:lnTo>
                    <a:pt x="234410" y="350908"/>
                  </a:lnTo>
                  <a:lnTo>
                    <a:pt x="234329" y="351338"/>
                  </a:lnTo>
                  <a:lnTo>
                    <a:pt x="234305" y="351465"/>
                  </a:lnTo>
                  <a:lnTo>
                    <a:pt x="234244" y="351814"/>
                  </a:lnTo>
                  <a:lnTo>
                    <a:pt x="234202" y="352194"/>
                  </a:lnTo>
                  <a:lnTo>
                    <a:pt x="234193" y="352327"/>
                  </a:lnTo>
                  <a:lnTo>
                    <a:pt x="234170" y="352587"/>
                  </a:lnTo>
                  <a:lnTo>
                    <a:pt x="234131" y="352974"/>
                  </a:lnTo>
                  <a:lnTo>
                    <a:pt x="234088" y="353410"/>
                  </a:lnTo>
                  <a:lnTo>
                    <a:pt x="234072" y="353652"/>
                  </a:lnTo>
                  <a:lnTo>
                    <a:pt x="233842" y="354004"/>
                  </a:lnTo>
                  <a:lnTo>
                    <a:pt x="233798" y="354149"/>
                  </a:lnTo>
                  <a:lnTo>
                    <a:pt x="233396" y="355460"/>
                  </a:lnTo>
                  <a:lnTo>
                    <a:pt x="233215" y="355949"/>
                  </a:lnTo>
                  <a:lnTo>
                    <a:pt x="232935" y="356761"/>
                  </a:lnTo>
                  <a:lnTo>
                    <a:pt x="232801" y="357224"/>
                  </a:lnTo>
                  <a:lnTo>
                    <a:pt x="232574" y="357965"/>
                  </a:lnTo>
                  <a:lnTo>
                    <a:pt x="232636" y="358544"/>
                  </a:lnTo>
                  <a:lnTo>
                    <a:pt x="232915" y="359479"/>
                  </a:lnTo>
                  <a:lnTo>
                    <a:pt x="233000" y="360453"/>
                  </a:lnTo>
                  <a:lnTo>
                    <a:pt x="232975" y="360947"/>
                  </a:lnTo>
                  <a:lnTo>
                    <a:pt x="232929" y="362217"/>
                  </a:lnTo>
                  <a:lnTo>
                    <a:pt x="232945" y="362625"/>
                  </a:lnTo>
                  <a:lnTo>
                    <a:pt x="232964" y="362919"/>
                  </a:lnTo>
                  <a:lnTo>
                    <a:pt x="233003" y="363096"/>
                  </a:lnTo>
                  <a:lnTo>
                    <a:pt x="233040" y="363270"/>
                  </a:lnTo>
                  <a:lnTo>
                    <a:pt x="233371" y="364799"/>
                  </a:lnTo>
                  <a:lnTo>
                    <a:pt x="233285" y="365727"/>
                  </a:lnTo>
                  <a:lnTo>
                    <a:pt x="233192" y="366295"/>
                  </a:lnTo>
                  <a:lnTo>
                    <a:pt x="233034" y="367265"/>
                  </a:lnTo>
                  <a:lnTo>
                    <a:pt x="232625" y="367890"/>
                  </a:lnTo>
                  <a:lnTo>
                    <a:pt x="233284" y="369419"/>
                  </a:lnTo>
                  <a:lnTo>
                    <a:pt x="233662" y="369942"/>
                  </a:lnTo>
                  <a:lnTo>
                    <a:pt x="234430" y="370435"/>
                  </a:lnTo>
                  <a:lnTo>
                    <a:pt x="234710" y="370677"/>
                  </a:lnTo>
                  <a:lnTo>
                    <a:pt x="234849" y="371008"/>
                  </a:lnTo>
                  <a:lnTo>
                    <a:pt x="235095" y="371176"/>
                  </a:lnTo>
                  <a:lnTo>
                    <a:pt x="235425" y="371369"/>
                  </a:lnTo>
                  <a:lnTo>
                    <a:pt x="235611" y="371484"/>
                  </a:lnTo>
                  <a:lnTo>
                    <a:pt x="235914" y="371710"/>
                  </a:lnTo>
                  <a:lnTo>
                    <a:pt x="236460" y="372059"/>
                  </a:lnTo>
                  <a:lnTo>
                    <a:pt x="236664" y="372184"/>
                  </a:lnTo>
                  <a:lnTo>
                    <a:pt x="237139" y="372456"/>
                  </a:lnTo>
                  <a:lnTo>
                    <a:pt x="238196" y="373112"/>
                  </a:lnTo>
                  <a:lnTo>
                    <a:pt x="239337" y="373868"/>
                  </a:lnTo>
                  <a:lnTo>
                    <a:pt x="240190" y="374096"/>
                  </a:lnTo>
                  <a:lnTo>
                    <a:pt x="240730" y="373889"/>
                  </a:lnTo>
                  <a:lnTo>
                    <a:pt x="240995" y="373750"/>
                  </a:lnTo>
                  <a:lnTo>
                    <a:pt x="241662" y="373461"/>
                  </a:lnTo>
                  <a:lnTo>
                    <a:pt x="241906" y="373537"/>
                  </a:lnTo>
                  <a:lnTo>
                    <a:pt x="241965" y="373901"/>
                  </a:lnTo>
                  <a:lnTo>
                    <a:pt x="242008" y="374218"/>
                  </a:lnTo>
                  <a:lnTo>
                    <a:pt x="242334" y="375021"/>
                  </a:lnTo>
                  <a:lnTo>
                    <a:pt x="243208" y="375696"/>
                  </a:lnTo>
                  <a:lnTo>
                    <a:pt x="243568" y="375839"/>
                  </a:lnTo>
                  <a:lnTo>
                    <a:pt x="243818" y="375934"/>
                  </a:lnTo>
                  <a:lnTo>
                    <a:pt x="244303" y="376095"/>
                  </a:lnTo>
                  <a:lnTo>
                    <a:pt x="244667" y="376202"/>
                  </a:lnTo>
                  <a:lnTo>
                    <a:pt x="245254" y="376381"/>
                  </a:lnTo>
                  <a:lnTo>
                    <a:pt x="246032" y="376675"/>
                  </a:lnTo>
                  <a:lnTo>
                    <a:pt x="246959" y="376948"/>
                  </a:lnTo>
                  <a:lnTo>
                    <a:pt x="247401" y="377180"/>
                  </a:lnTo>
                  <a:lnTo>
                    <a:pt x="247837" y="377427"/>
                  </a:lnTo>
                  <a:lnTo>
                    <a:pt x="248423" y="377725"/>
                  </a:lnTo>
                  <a:lnTo>
                    <a:pt x="248994" y="378059"/>
                  </a:lnTo>
                  <a:lnTo>
                    <a:pt x="249330" y="378257"/>
                  </a:lnTo>
                  <a:lnTo>
                    <a:pt x="249722" y="378500"/>
                  </a:lnTo>
                  <a:lnTo>
                    <a:pt x="250007" y="378652"/>
                  </a:lnTo>
                  <a:lnTo>
                    <a:pt x="251154" y="379340"/>
                  </a:lnTo>
                  <a:lnTo>
                    <a:pt x="251512" y="379587"/>
                  </a:lnTo>
                  <a:lnTo>
                    <a:pt x="252266" y="380071"/>
                  </a:lnTo>
                  <a:lnTo>
                    <a:pt x="252461" y="380285"/>
                  </a:lnTo>
                  <a:lnTo>
                    <a:pt x="252757" y="380612"/>
                  </a:lnTo>
                  <a:lnTo>
                    <a:pt x="253136" y="381028"/>
                  </a:lnTo>
                  <a:lnTo>
                    <a:pt x="253705" y="381655"/>
                  </a:lnTo>
                  <a:lnTo>
                    <a:pt x="253988" y="381967"/>
                  </a:lnTo>
                  <a:lnTo>
                    <a:pt x="254600" y="382638"/>
                  </a:lnTo>
                  <a:lnTo>
                    <a:pt x="254832" y="382892"/>
                  </a:lnTo>
                  <a:lnTo>
                    <a:pt x="255138" y="383220"/>
                  </a:lnTo>
                  <a:lnTo>
                    <a:pt x="255388" y="383319"/>
                  </a:lnTo>
                  <a:lnTo>
                    <a:pt x="255848" y="383499"/>
                  </a:lnTo>
                  <a:lnTo>
                    <a:pt x="256358" y="383700"/>
                  </a:lnTo>
                  <a:lnTo>
                    <a:pt x="256664" y="383823"/>
                  </a:lnTo>
                  <a:lnTo>
                    <a:pt x="257119" y="384005"/>
                  </a:lnTo>
                  <a:lnTo>
                    <a:pt x="257270" y="384062"/>
                  </a:lnTo>
                  <a:lnTo>
                    <a:pt x="256750" y="384762"/>
                  </a:lnTo>
                  <a:lnTo>
                    <a:pt x="256597" y="384905"/>
                  </a:lnTo>
                  <a:lnTo>
                    <a:pt x="256298" y="385520"/>
                  </a:lnTo>
                  <a:lnTo>
                    <a:pt x="255962" y="386047"/>
                  </a:lnTo>
                  <a:lnTo>
                    <a:pt x="255399" y="387009"/>
                  </a:lnTo>
                  <a:lnTo>
                    <a:pt x="255136" y="387423"/>
                  </a:lnTo>
                  <a:lnTo>
                    <a:pt x="254997" y="387631"/>
                  </a:lnTo>
                  <a:lnTo>
                    <a:pt x="254905" y="387772"/>
                  </a:lnTo>
                  <a:lnTo>
                    <a:pt x="254803" y="387962"/>
                  </a:lnTo>
                  <a:lnTo>
                    <a:pt x="254718" y="388115"/>
                  </a:lnTo>
                  <a:lnTo>
                    <a:pt x="254628" y="388283"/>
                  </a:lnTo>
                  <a:lnTo>
                    <a:pt x="254558" y="388451"/>
                  </a:lnTo>
                  <a:lnTo>
                    <a:pt x="254468" y="388668"/>
                  </a:lnTo>
                  <a:lnTo>
                    <a:pt x="254341" y="388967"/>
                  </a:lnTo>
                  <a:lnTo>
                    <a:pt x="254249" y="389278"/>
                  </a:lnTo>
                  <a:lnTo>
                    <a:pt x="254109" y="389497"/>
                  </a:lnTo>
                  <a:lnTo>
                    <a:pt x="253734" y="390085"/>
                  </a:lnTo>
                  <a:lnTo>
                    <a:pt x="253581" y="390358"/>
                  </a:lnTo>
                  <a:lnTo>
                    <a:pt x="253449" y="390629"/>
                  </a:lnTo>
                  <a:lnTo>
                    <a:pt x="253401" y="390997"/>
                  </a:lnTo>
                  <a:lnTo>
                    <a:pt x="253390" y="391149"/>
                  </a:lnTo>
                  <a:lnTo>
                    <a:pt x="253372" y="391352"/>
                  </a:lnTo>
                  <a:lnTo>
                    <a:pt x="253339" y="391515"/>
                  </a:lnTo>
                  <a:lnTo>
                    <a:pt x="253283" y="391749"/>
                  </a:lnTo>
                  <a:lnTo>
                    <a:pt x="253247" y="391903"/>
                  </a:lnTo>
                  <a:lnTo>
                    <a:pt x="253233" y="393328"/>
                  </a:lnTo>
                  <a:lnTo>
                    <a:pt x="253214" y="393625"/>
                  </a:lnTo>
                  <a:lnTo>
                    <a:pt x="253216" y="393890"/>
                  </a:lnTo>
                  <a:lnTo>
                    <a:pt x="253171" y="394585"/>
                  </a:lnTo>
                  <a:lnTo>
                    <a:pt x="253185" y="394752"/>
                  </a:lnTo>
                  <a:lnTo>
                    <a:pt x="253198" y="394953"/>
                  </a:lnTo>
                  <a:lnTo>
                    <a:pt x="253167" y="395287"/>
                  </a:lnTo>
                  <a:lnTo>
                    <a:pt x="253222" y="396024"/>
                  </a:lnTo>
                  <a:lnTo>
                    <a:pt x="253214" y="396601"/>
                  </a:lnTo>
                  <a:lnTo>
                    <a:pt x="253189" y="396935"/>
                  </a:lnTo>
                  <a:lnTo>
                    <a:pt x="253130" y="397198"/>
                  </a:lnTo>
                  <a:lnTo>
                    <a:pt x="252978" y="397420"/>
                  </a:lnTo>
                  <a:lnTo>
                    <a:pt x="253006" y="397706"/>
                  </a:lnTo>
                  <a:lnTo>
                    <a:pt x="252388" y="398355"/>
                  </a:lnTo>
                  <a:lnTo>
                    <a:pt x="252239" y="398460"/>
                  </a:lnTo>
                  <a:lnTo>
                    <a:pt x="252044" y="398582"/>
                  </a:lnTo>
                  <a:lnTo>
                    <a:pt x="252161" y="398768"/>
                  </a:lnTo>
                  <a:lnTo>
                    <a:pt x="252315" y="399016"/>
                  </a:lnTo>
                  <a:lnTo>
                    <a:pt x="252398" y="399162"/>
                  </a:lnTo>
                  <a:lnTo>
                    <a:pt x="252458" y="399804"/>
                  </a:lnTo>
                  <a:lnTo>
                    <a:pt x="252269" y="400101"/>
                  </a:lnTo>
                  <a:lnTo>
                    <a:pt x="251993" y="400519"/>
                  </a:lnTo>
                  <a:lnTo>
                    <a:pt x="251842" y="400740"/>
                  </a:lnTo>
                  <a:lnTo>
                    <a:pt x="251841" y="401079"/>
                  </a:lnTo>
                  <a:lnTo>
                    <a:pt x="251877" y="401267"/>
                  </a:lnTo>
                  <a:lnTo>
                    <a:pt x="252012" y="401295"/>
                  </a:lnTo>
                  <a:lnTo>
                    <a:pt x="252145" y="401323"/>
                  </a:lnTo>
                  <a:lnTo>
                    <a:pt x="252368" y="401374"/>
                  </a:lnTo>
                  <a:lnTo>
                    <a:pt x="253029" y="401567"/>
                  </a:lnTo>
                  <a:lnTo>
                    <a:pt x="253263" y="401651"/>
                  </a:lnTo>
                  <a:lnTo>
                    <a:pt x="253494" y="401660"/>
                  </a:lnTo>
                  <a:lnTo>
                    <a:pt x="253652" y="401716"/>
                  </a:lnTo>
                  <a:lnTo>
                    <a:pt x="253847" y="401758"/>
                  </a:lnTo>
                  <a:lnTo>
                    <a:pt x="254032" y="401799"/>
                  </a:lnTo>
                  <a:lnTo>
                    <a:pt x="253839" y="402072"/>
                  </a:lnTo>
                  <a:lnTo>
                    <a:pt x="253401" y="402651"/>
                  </a:lnTo>
                  <a:lnTo>
                    <a:pt x="253247" y="402906"/>
                  </a:lnTo>
                  <a:lnTo>
                    <a:pt x="252752" y="403696"/>
                  </a:lnTo>
                  <a:lnTo>
                    <a:pt x="252503" y="403821"/>
                  </a:lnTo>
                  <a:lnTo>
                    <a:pt x="252175" y="404739"/>
                  </a:lnTo>
                  <a:lnTo>
                    <a:pt x="252116" y="404870"/>
                  </a:lnTo>
                  <a:lnTo>
                    <a:pt x="251930" y="405269"/>
                  </a:lnTo>
                  <a:lnTo>
                    <a:pt x="251823" y="405490"/>
                  </a:lnTo>
                  <a:lnTo>
                    <a:pt x="251719" y="405664"/>
                  </a:lnTo>
                  <a:lnTo>
                    <a:pt x="251599" y="405985"/>
                  </a:lnTo>
                  <a:lnTo>
                    <a:pt x="251392" y="406441"/>
                  </a:lnTo>
                  <a:lnTo>
                    <a:pt x="251330" y="406590"/>
                  </a:lnTo>
                  <a:lnTo>
                    <a:pt x="251044" y="407226"/>
                  </a:lnTo>
                  <a:lnTo>
                    <a:pt x="250708" y="407983"/>
                  </a:lnTo>
                  <a:lnTo>
                    <a:pt x="250345" y="408734"/>
                  </a:lnTo>
                  <a:lnTo>
                    <a:pt x="250648" y="408801"/>
                  </a:lnTo>
                  <a:lnTo>
                    <a:pt x="252955" y="409311"/>
                  </a:lnTo>
                  <a:lnTo>
                    <a:pt x="253762" y="409604"/>
                  </a:lnTo>
                  <a:lnTo>
                    <a:pt x="254483" y="409866"/>
                  </a:lnTo>
                  <a:lnTo>
                    <a:pt x="254739" y="409966"/>
                  </a:lnTo>
                  <a:lnTo>
                    <a:pt x="255535" y="410237"/>
                  </a:lnTo>
                  <a:lnTo>
                    <a:pt x="256262" y="410487"/>
                  </a:lnTo>
                  <a:lnTo>
                    <a:pt x="257392" y="410888"/>
                  </a:lnTo>
                  <a:lnTo>
                    <a:pt x="258018" y="411100"/>
                  </a:lnTo>
                  <a:lnTo>
                    <a:pt x="258415" y="411254"/>
                  </a:lnTo>
                  <a:lnTo>
                    <a:pt x="258939" y="411445"/>
                  </a:lnTo>
                  <a:lnTo>
                    <a:pt x="259160" y="411524"/>
                  </a:lnTo>
                  <a:lnTo>
                    <a:pt x="259738" y="411694"/>
                  </a:lnTo>
                  <a:lnTo>
                    <a:pt x="260439" y="411940"/>
                  </a:lnTo>
                  <a:lnTo>
                    <a:pt x="260394" y="412450"/>
                  </a:lnTo>
                  <a:lnTo>
                    <a:pt x="260311" y="413402"/>
                  </a:lnTo>
                  <a:lnTo>
                    <a:pt x="260224" y="414454"/>
                  </a:lnTo>
                  <a:lnTo>
                    <a:pt x="260204" y="414807"/>
                  </a:lnTo>
                  <a:lnTo>
                    <a:pt x="260158" y="415211"/>
                  </a:lnTo>
                  <a:lnTo>
                    <a:pt x="260115" y="415614"/>
                  </a:lnTo>
                  <a:lnTo>
                    <a:pt x="260093" y="416047"/>
                  </a:lnTo>
                  <a:lnTo>
                    <a:pt x="259968" y="417563"/>
                  </a:lnTo>
                  <a:lnTo>
                    <a:pt x="259954" y="417720"/>
                  </a:lnTo>
                  <a:lnTo>
                    <a:pt x="259880" y="418763"/>
                  </a:lnTo>
                  <a:lnTo>
                    <a:pt x="259855" y="419030"/>
                  </a:lnTo>
                  <a:lnTo>
                    <a:pt x="259843" y="419161"/>
                  </a:lnTo>
                  <a:lnTo>
                    <a:pt x="260363" y="420588"/>
                  </a:lnTo>
                  <a:lnTo>
                    <a:pt x="260477" y="420890"/>
                  </a:lnTo>
                  <a:lnTo>
                    <a:pt x="260526" y="421021"/>
                  </a:lnTo>
                  <a:lnTo>
                    <a:pt x="260690" y="421447"/>
                  </a:lnTo>
                  <a:lnTo>
                    <a:pt x="260802" y="421739"/>
                  </a:lnTo>
                  <a:lnTo>
                    <a:pt x="260982" y="422215"/>
                  </a:lnTo>
                  <a:lnTo>
                    <a:pt x="261179" y="422681"/>
                  </a:lnTo>
                  <a:lnTo>
                    <a:pt x="261375" y="423166"/>
                  </a:lnTo>
                  <a:lnTo>
                    <a:pt x="261569" y="423586"/>
                  </a:lnTo>
                  <a:lnTo>
                    <a:pt x="261703" y="423866"/>
                  </a:lnTo>
                  <a:lnTo>
                    <a:pt x="261932" y="424463"/>
                  </a:lnTo>
                  <a:lnTo>
                    <a:pt x="261950" y="424639"/>
                  </a:lnTo>
                  <a:lnTo>
                    <a:pt x="261962" y="424815"/>
                  </a:lnTo>
                  <a:lnTo>
                    <a:pt x="261976" y="424985"/>
                  </a:lnTo>
                  <a:lnTo>
                    <a:pt x="262005" y="425193"/>
                  </a:lnTo>
                  <a:lnTo>
                    <a:pt x="262066" y="425742"/>
                  </a:lnTo>
                  <a:lnTo>
                    <a:pt x="262109" y="426123"/>
                  </a:lnTo>
                  <a:lnTo>
                    <a:pt x="262146" y="426541"/>
                  </a:lnTo>
                  <a:lnTo>
                    <a:pt x="262183" y="426876"/>
                  </a:lnTo>
                  <a:lnTo>
                    <a:pt x="262209" y="427125"/>
                  </a:lnTo>
                  <a:lnTo>
                    <a:pt x="262283" y="427796"/>
                  </a:lnTo>
                  <a:lnTo>
                    <a:pt x="262302" y="427978"/>
                  </a:lnTo>
                  <a:lnTo>
                    <a:pt x="262334" y="428261"/>
                  </a:lnTo>
                  <a:lnTo>
                    <a:pt x="262652" y="429865"/>
                  </a:lnTo>
                  <a:lnTo>
                    <a:pt x="263142" y="431999"/>
                  </a:lnTo>
                  <a:lnTo>
                    <a:pt x="263214" y="432469"/>
                  </a:lnTo>
                  <a:lnTo>
                    <a:pt x="263252" y="432638"/>
                  </a:lnTo>
                  <a:lnTo>
                    <a:pt x="263302" y="432856"/>
                  </a:lnTo>
                  <a:lnTo>
                    <a:pt x="263412" y="433223"/>
                  </a:lnTo>
                  <a:lnTo>
                    <a:pt x="263527" y="433726"/>
                  </a:lnTo>
                  <a:lnTo>
                    <a:pt x="263569" y="433886"/>
                  </a:lnTo>
                  <a:lnTo>
                    <a:pt x="263657" y="434228"/>
                  </a:lnTo>
                  <a:lnTo>
                    <a:pt x="263737" y="434673"/>
                  </a:lnTo>
                  <a:lnTo>
                    <a:pt x="263790" y="434819"/>
                  </a:lnTo>
                  <a:lnTo>
                    <a:pt x="263912" y="435208"/>
                  </a:lnTo>
                  <a:lnTo>
                    <a:pt x="263986" y="435573"/>
                  </a:lnTo>
                  <a:lnTo>
                    <a:pt x="264050" y="435819"/>
                  </a:lnTo>
                  <a:lnTo>
                    <a:pt x="264406" y="436742"/>
                  </a:lnTo>
                  <a:lnTo>
                    <a:pt x="264691" y="437729"/>
                  </a:lnTo>
                  <a:lnTo>
                    <a:pt x="264743" y="438479"/>
                  </a:lnTo>
                  <a:lnTo>
                    <a:pt x="264919" y="438938"/>
                  </a:lnTo>
                  <a:lnTo>
                    <a:pt x="265091" y="439648"/>
                  </a:lnTo>
                  <a:lnTo>
                    <a:pt x="265210" y="440099"/>
                  </a:lnTo>
                  <a:lnTo>
                    <a:pt x="265283" y="440394"/>
                  </a:lnTo>
                  <a:lnTo>
                    <a:pt x="265336" y="441153"/>
                  </a:lnTo>
                  <a:lnTo>
                    <a:pt x="265384" y="441416"/>
                  </a:lnTo>
                  <a:lnTo>
                    <a:pt x="265895" y="442793"/>
                  </a:lnTo>
                  <a:lnTo>
                    <a:pt x="265918" y="443111"/>
                  </a:lnTo>
                  <a:lnTo>
                    <a:pt x="265961" y="443546"/>
                  </a:lnTo>
                  <a:lnTo>
                    <a:pt x="266009" y="444024"/>
                  </a:lnTo>
                  <a:lnTo>
                    <a:pt x="266027" y="444466"/>
                  </a:lnTo>
                  <a:lnTo>
                    <a:pt x="266038" y="444749"/>
                  </a:lnTo>
                  <a:lnTo>
                    <a:pt x="266043" y="444969"/>
                  </a:lnTo>
                  <a:lnTo>
                    <a:pt x="266071" y="445397"/>
                  </a:lnTo>
                  <a:lnTo>
                    <a:pt x="266111" y="445952"/>
                  </a:lnTo>
                  <a:lnTo>
                    <a:pt x="266471" y="446975"/>
                  </a:lnTo>
                  <a:lnTo>
                    <a:pt x="266628" y="447446"/>
                  </a:lnTo>
                  <a:lnTo>
                    <a:pt x="266704" y="447610"/>
                  </a:lnTo>
                  <a:lnTo>
                    <a:pt x="266831" y="448136"/>
                  </a:lnTo>
                  <a:lnTo>
                    <a:pt x="266902" y="448370"/>
                  </a:lnTo>
                  <a:lnTo>
                    <a:pt x="266969" y="448700"/>
                  </a:lnTo>
                  <a:lnTo>
                    <a:pt x="267217" y="448965"/>
                  </a:lnTo>
                  <a:lnTo>
                    <a:pt x="267723" y="449469"/>
                  </a:lnTo>
                  <a:lnTo>
                    <a:pt x="267867" y="449612"/>
                  </a:lnTo>
                  <a:lnTo>
                    <a:pt x="268367" y="450409"/>
                  </a:lnTo>
                  <a:lnTo>
                    <a:pt x="268906" y="450935"/>
                  </a:lnTo>
                  <a:lnTo>
                    <a:pt x="272729" y="454656"/>
                  </a:lnTo>
                  <a:lnTo>
                    <a:pt x="270226" y="458456"/>
                  </a:lnTo>
                  <a:lnTo>
                    <a:pt x="270008" y="458786"/>
                  </a:lnTo>
                  <a:lnTo>
                    <a:pt x="268803" y="460615"/>
                  </a:lnTo>
                  <a:lnTo>
                    <a:pt x="268674" y="460862"/>
                  </a:lnTo>
                  <a:lnTo>
                    <a:pt x="268397" y="461392"/>
                  </a:lnTo>
                  <a:lnTo>
                    <a:pt x="268167" y="461833"/>
                  </a:lnTo>
                  <a:lnTo>
                    <a:pt x="267962" y="462225"/>
                  </a:lnTo>
                  <a:lnTo>
                    <a:pt x="267753" y="462627"/>
                  </a:lnTo>
                  <a:lnTo>
                    <a:pt x="267510" y="463092"/>
                  </a:lnTo>
                  <a:lnTo>
                    <a:pt x="267314" y="463373"/>
                  </a:lnTo>
                  <a:lnTo>
                    <a:pt x="266752" y="464185"/>
                  </a:lnTo>
                  <a:lnTo>
                    <a:pt x="266564" y="464455"/>
                  </a:lnTo>
                  <a:lnTo>
                    <a:pt x="266222" y="464897"/>
                  </a:lnTo>
                  <a:lnTo>
                    <a:pt x="266043" y="465127"/>
                  </a:lnTo>
                  <a:lnTo>
                    <a:pt x="265887" y="465329"/>
                  </a:lnTo>
                  <a:lnTo>
                    <a:pt x="265482" y="465851"/>
                  </a:lnTo>
                  <a:lnTo>
                    <a:pt x="264992" y="466483"/>
                  </a:lnTo>
                  <a:lnTo>
                    <a:pt x="265002" y="466884"/>
                  </a:lnTo>
                  <a:lnTo>
                    <a:pt x="265015" y="467403"/>
                  </a:lnTo>
                  <a:lnTo>
                    <a:pt x="265026" y="467831"/>
                  </a:lnTo>
                  <a:lnTo>
                    <a:pt x="265034" y="468148"/>
                  </a:lnTo>
                  <a:lnTo>
                    <a:pt x="265046" y="468645"/>
                  </a:lnTo>
                  <a:lnTo>
                    <a:pt x="265058" y="468796"/>
                  </a:lnTo>
                  <a:lnTo>
                    <a:pt x="265106" y="469329"/>
                  </a:lnTo>
                  <a:lnTo>
                    <a:pt x="265138" y="469691"/>
                  </a:lnTo>
                  <a:lnTo>
                    <a:pt x="265216" y="469934"/>
                  </a:lnTo>
                  <a:lnTo>
                    <a:pt x="265351" y="469926"/>
                  </a:lnTo>
                  <a:lnTo>
                    <a:pt x="265488" y="469918"/>
                  </a:lnTo>
                  <a:lnTo>
                    <a:pt x="265626" y="469909"/>
                  </a:lnTo>
                  <a:lnTo>
                    <a:pt x="265778" y="469905"/>
                  </a:lnTo>
                  <a:lnTo>
                    <a:pt x="265916" y="469902"/>
                  </a:lnTo>
                  <a:lnTo>
                    <a:pt x="266053" y="469898"/>
                  </a:lnTo>
                  <a:lnTo>
                    <a:pt x="266219" y="469891"/>
                  </a:lnTo>
                  <a:lnTo>
                    <a:pt x="266681" y="469864"/>
                  </a:lnTo>
                  <a:lnTo>
                    <a:pt x="268628" y="469764"/>
                  </a:lnTo>
                  <a:lnTo>
                    <a:pt x="274020" y="470152"/>
                  </a:lnTo>
                  <a:lnTo>
                    <a:pt x="274245" y="470250"/>
                  </a:lnTo>
                  <a:lnTo>
                    <a:pt x="274397" y="470317"/>
                  </a:lnTo>
                  <a:lnTo>
                    <a:pt x="274650" y="470230"/>
                  </a:lnTo>
                  <a:lnTo>
                    <a:pt x="274796" y="470179"/>
                  </a:lnTo>
                  <a:lnTo>
                    <a:pt x="274963" y="470121"/>
                  </a:lnTo>
                  <a:lnTo>
                    <a:pt x="275095" y="470074"/>
                  </a:lnTo>
                  <a:lnTo>
                    <a:pt x="275420" y="469960"/>
                  </a:lnTo>
                  <a:lnTo>
                    <a:pt x="279415" y="473157"/>
                  </a:lnTo>
                  <a:lnTo>
                    <a:pt x="279569" y="473381"/>
                  </a:lnTo>
                  <a:lnTo>
                    <a:pt x="279725" y="473635"/>
                  </a:lnTo>
                  <a:lnTo>
                    <a:pt x="285836" y="487954"/>
                  </a:lnTo>
                  <a:lnTo>
                    <a:pt x="290564" y="493182"/>
                  </a:lnTo>
                  <a:lnTo>
                    <a:pt x="292602" y="492823"/>
                  </a:lnTo>
                  <a:lnTo>
                    <a:pt x="292735" y="492801"/>
                  </a:lnTo>
                  <a:lnTo>
                    <a:pt x="293868" y="492601"/>
                  </a:lnTo>
                  <a:lnTo>
                    <a:pt x="296801" y="492595"/>
                  </a:lnTo>
                  <a:lnTo>
                    <a:pt x="296993" y="492597"/>
                  </a:lnTo>
                  <a:lnTo>
                    <a:pt x="298114" y="492660"/>
                  </a:lnTo>
                  <a:lnTo>
                    <a:pt x="301903" y="492894"/>
                  </a:lnTo>
                  <a:lnTo>
                    <a:pt x="303420" y="493002"/>
                  </a:lnTo>
                  <a:lnTo>
                    <a:pt x="305236" y="493153"/>
                  </a:lnTo>
                  <a:lnTo>
                    <a:pt x="305420" y="493169"/>
                  </a:lnTo>
                  <a:lnTo>
                    <a:pt x="306270" y="493244"/>
                  </a:lnTo>
                  <a:lnTo>
                    <a:pt x="307498" y="491199"/>
                  </a:lnTo>
                  <a:lnTo>
                    <a:pt x="313490" y="478257"/>
                  </a:lnTo>
                  <a:lnTo>
                    <a:pt x="319052" y="480182"/>
                  </a:lnTo>
                  <a:lnTo>
                    <a:pt x="327943" y="482533"/>
                  </a:lnTo>
                  <a:lnTo>
                    <a:pt x="331088" y="481924"/>
                  </a:lnTo>
                  <a:lnTo>
                    <a:pt x="331603" y="481223"/>
                  </a:lnTo>
                  <a:lnTo>
                    <a:pt x="331611" y="480723"/>
                  </a:lnTo>
                  <a:lnTo>
                    <a:pt x="331641" y="480506"/>
                  </a:lnTo>
                  <a:lnTo>
                    <a:pt x="331710" y="480268"/>
                  </a:lnTo>
                  <a:lnTo>
                    <a:pt x="331851" y="480152"/>
                  </a:lnTo>
                  <a:lnTo>
                    <a:pt x="331882" y="479946"/>
                  </a:lnTo>
                  <a:lnTo>
                    <a:pt x="332627" y="479844"/>
                  </a:lnTo>
                  <a:lnTo>
                    <a:pt x="332904" y="479308"/>
                  </a:lnTo>
                  <a:lnTo>
                    <a:pt x="333351" y="479412"/>
                  </a:lnTo>
                  <a:lnTo>
                    <a:pt x="333766" y="479473"/>
                  </a:lnTo>
                  <a:lnTo>
                    <a:pt x="334262" y="479510"/>
                  </a:lnTo>
                  <a:lnTo>
                    <a:pt x="334649" y="479504"/>
                  </a:lnTo>
                  <a:lnTo>
                    <a:pt x="335053" y="479567"/>
                  </a:lnTo>
                  <a:lnTo>
                    <a:pt x="335203" y="479558"/>
                  </a:lnTo>
                  <a:lnTo>
                    <a:pt x="335484" y="479597"/>
                  </a:lnTo>
                  <a:lnTo>
                    <a:pt x="335850" y="479699"/>
                  </a:lnTo>
                  <a:lnTo>
                    <a:pt x="336005" y="479747"/>
                  </a:lnTo>
                  <a:lnTo>
                    <a:pt x="336587" y="479984"/>
                  </a:lnTo>
                  <a:lnTo>
                    <a:pt x="336899" y="480103"/>
                  </a:lnTo>
                  <a:lnTo>
                    <a:pt x="337094" y="480150"/>
                  </a:lnTo>
                  <a:lnTo>
                    <a:pt x="337301" y="480175"/>
                  </a:lnTo>
                  <a:lnTo>
                    <a:pt x="337744" y="480314"/>
                  </a:lnTo>
                  <a:lnTo>
                    <a:pt x="338325" y="480109"/>
                  </a:lnTo>
                  <a:lnTo>
                    <a:pt x="338693" y="479982"/>
                  </a:lnTo>
                  <a:lnTo>
                    <a:pt x="339064" y="479961"/>
                  </a:lnTo>
                  <a:lnTo>
                    <a:pt x="339263" y="479996"/>
                  </a:lnTo>
                  <a:lnTo>
                    <a:pt x="339758" y="480083"/>
                  </a:lnTo>
                  <a:lnTo>
                    <a:pt x="340333" y="480216"/>
                  </a:lnTo>
                  <a:lnTo>
                    <a:pt x="340587" y="480320"/>
                  </a:lnTo>
                  <a:lnTo>
                    <a:pt x="340633" y="481167"/>
                  </a:lnTo>
                  <a:lnTo>
                    <a:pt x="340636" y="481308"/>
                  </a:lnTo>
                  <a:lnTo>
                    <a:pt x="340656" y="481447"/>
                  </a:lnTo>
                  <a:lnTo>
                    <a:pt x="340715" y="481677"/>
                  </a:lnTo>
                  <a:lnTo>
                    <a:pt x="340800" y="481948"/>
                  </a:lnTo>
                  <a:lnTo>
                    <a:pt x="340877" y="482114"/>
                  </a:lnTo>
                  <a:lnTo>
                    <a:pt x="341003" y="482292"/>
                  </a:lnTo>
                  <a:lnTo>
                    <a:pt x="341253" y="482474"/>
                  </a:lnTo>
                  <a:lnTo>
                    <a:pt x="341406" y="482532"/>
                  </a:lnTo>
                  <a:lnTo>
                    <a:pt x="341584" y="482568"/>
                  </a:lnTo>
                  <a:lnTo>
                    <a:pt x="341763" y="482580"/>
                  </a:lnTo>
                  <a:lnTo>
                    <a:pt x="341932" y="482587"/>
                  </a:lnTo>
                  <a:lnTo>
                    <a:pt x="342690" y="482775"/>
                  </a:lnTo>
                  <a:lnTo>
                    <a:pt x="342840" y="482747"/>
                  </a:lnTo>
                  <a:lnTo>
                    <a:pt x="343023" y="482680"/>
                  </a:lnTo>
                  <a:lnTo>
                    <a:pt x="343162" y="482629"/>
                  </a:lnTo>
                  <a:lnTo>
                    <a:pt x="343460" y="482552"/>
                  </a:lnTo>
                  <a:lnTo>
                    <a:pt x="343556" y="482341"/>
                  </a:lnTo>
                  <a:lnTo>
                    <a:pt x="343923" y="482254"/>
                  </a:lnTo>
                  <a:lnTo>
                    <a:pt x="343852" y="482106"/>
                  </a:lnTo>
                  <a:lnTo>
                    <a:pt x="343916" y="481490"/>
                  </a:lnTo>
                  <a:lnTo>
                    <a:pt x="344066" y="481185"/>
                  </a:lnTo>
                  <a:lnTo>
                    <a:pt x="344517" y="481125"/>
                  </a:lnTo>
                  <a:lnTo>
                    <a:pt x="345476" y="480811"/>
                  </a:lnTo>
                  <a:lnTo>
                    <a:pt x="345795" y="480683"/>
                  </a:lnTo>
                  <a:lnTo>
                    <a:pt x="346023" y="480646"/>
                  </a:lnTo>
                  <a:lnTo>
                    <a:pt x="346240" y="480615"/>
                  </a:lnTo>
                  <a:lnTo>
                    <a:pt x="346381" y="480609"/>
                  </a:lnTo>
                  <a:lnTo>
                    <a:pt x="346667" y="480537"/>
                  </a:lnTo>
                  <a:lnTo>
                    <a:pt x="346986" y="480412"/>
                  </a:lnTo>
                  <a:lnTo>
                    <a:pt x="347456" y="480238"/>
                  </a:lnTo>
                  <a:lnTo>
                    <a:pt x="347728" y="480103"/>
                  </a:lnTo>
                  <a:lnTo>
                    <a:pt x="348202" y="479867"/>
                  </a:lnTo>
                  <a:lnTo>
                    <a:pt x="348473" y="479630"/>
                  </a:lnTo>
                  <a:lnTo>
                    <a:pt x="348693" y="479531"/>
                  </a:lnTo>
                  <a:lnTo>
                    <a:pt x="349130" y="479352"/>
                  </a:lnTo>
                  <a:lnTo>
                    <a:pt x="349521" y="479046"/>
                  </a:lnTo>
                  <a:lnTo>
                    <a:pt x="349474" y="478915"/>
                  </a:lnTo>
                  <a:lnTo>
                    <a:pt x="349375" y="478616"/>
                  </a:lnTo>
                  <a:lnTo>
                    <a:pt x="349308" y="478385"/>
                  </a:lnTo>
                  <a:lnTo>
                    <a:pt x="349189" y="477863"/>
                  </a:lnTo>
                  <a:lnTo>
                    <a:pt x="349082" y="477505"/>
                  </a:lnTo>
                  <a:lnTo>
                    <a:pt x="349031" y="477208"/>
                  </a:lnTo>
                  <a:lnTo>
                    <a:pt x="348998" y="477075"/>
                  </a:lnTo>
                  <a:lnTo>
                    <a:pt x="348884" y="476552"/>
                  </a:lnTo>
                  <a:lnTo>
                    <a:pt x="348851" y="476384"/>
                  </a:lnTo>
                  <a:lnTo>
                    <a:pt x="348814" y="476193"/>
                  </a:lnTo>
                  <a:lnTo>
                    <a:pt x="348705" y="475950"/>
                  </a:lnTo>
                  <a:lnTo>
                    <a:pt x="348652" y="475815"/>
                  </a:lnTo>
                  <a:lnTo>
                    <a:pt x="348439" y="475413"/>
                  </a:lnTo>
                  <a:lnTo>
                    <a:pt x="348300" y="475221"/>
                  </a:lnTo>
                  <a:lnTo>
                    <a:pt x="348240" y="475069"/>
                  </a:lnTo>
                  <a:lnTo>
                    <a:pt x="348126" y="474839"/>
                  </a:lnTo>
                  <a:lnTo>
                    <a:pt x="348051" y="474690"/>
                  </a:lnTo>
                  <a:lnTo>
                    <a:pt x="347866" y="474239"/>
                  </a:lnTo>
                  <a:lnTo>
                    <a:pt x="347820" y="473989"/>
                  </a:lnTo>
                  <a:lnTo>
                    <a:pt x="347744" y="473234"/>
                  </a:lnTo>
                  <a:lnTo>
                    <a:pt x="347728" y="473105"/>
                  </a:lnTo>
                  <a:lnTo>
                    <a:pt x="347706" y="472822"/>
                  </a:lnTo>
                  <a:lnTo>
                    <a:pt x="347638" y="472491"/>
                  </a:lnTo>
                  <a:lnTo>
                    <a:pt x="347466" y="472153"/>
                  </a:lnTo>
                  <a:lnTo>
                    <a:pt x="347355" y="471923"/>
                  </a:lnTo>
                  <a:lnTo>
                    <a:pt x="347280" y="471776"/>
                  </a:lnTo>
                  <a:lnTo>
                    <a:pt x="346912" y="471037"/>
                  </a:lnTo>
                  <a:lnTo>
                    <a:pt x="346760" y="470506"/>
                  </a:lnTo>
                  <a:lnTo>
                    <a:pt x="346605" y="470215"/>
                  </a:lnTo>
                  <a:lnTo>
                    <a:pt x="346490" y="470000"/>
                  </a:lnTo>
                  <a:lnTo>
                    <a:pt x="346394" y="469872"/>
                  </a:lnTo>
                  <a:lnTo>
                    <a:pt x="346290" y="469680"/>
                  </a:lnTo>
                  <a:lnTo>
                    <a:pt x="346158" y="469398"/>
                  </a:lnTo>
                  <a:lnTo>
                    <a:pt x="346062" y="469190"/>
                  </a:lnTo>
                  <a:lnTo>
                    <a:pt x="345923" y="468890"/>
                  </a:lnTo>
                  <a:lnTo>
                    <a:pt x="345789" y="468611"/>
                  </a:lnTo>
                  <a:lnTo>
                    <a:pt x="345619" y="468242"/>
                  </a:lnTo>
                  <a:lnTo>
                    <a:pt x="345384" y="467719"/>
                  </a:lnTo>
                  <a:lnTo>
                    <a:pt x="344954" y="467220"/>
                  </a:lnTo>
                  <a:lnTo>
                    <a:pt x="344733" y="467020"/>
                  </a:lnTo>
                  <a:lnTo>
                    <a:pt x="344430" y="466612"/>
                  </a:lnTo>
                  <a:lnTo>
                    <a:pt x="344303" y="466438"/>
                  </a:lnTo>
                  <a:lnTo>
                    <a:pt x="342529" y="464179"/>
                  </a:lnTo>
                  <a:lnTo>
                    <a:pt x="342312" y="463867"/>
                  </a:lnTo>
                  <a:lnTo>
                    <a:pt x="342080" y="463507"/>
                  </a:lnTo>
                  <a:lnTo>
                    <a:pt x="341909" y="463357"/>
                  </a:lnTo>
                  <a:lnTo>
                    <a:pt x="341494" y="462993"/>
                  </a:lnTo>
                  <a:lnTo>
                    <a:pt x="341261" y="462720"/>
                  </a:lnTo>
                  <a:lnTo>
                    <a:pt x="340519" y="462040"/>
                  </a:lnTo>
                  <a:lnTo>
                    <a:pt x="340381" y="461787"/>
                  </a:lnTo>
                  <a:lnTo>
                    <a:pt x="340303" y="461639"/>
                  </a:lnTo>
                  <a:lnTo>
                    <a:pt x="340215" y="461486"/>
                  </a:lnTo>
                  <a:lnTo>
                    <a:pt x="340120" y="461305"/>
                  </a:lnTo>
                  <a:lnTo>
                    <a:pt x="340051" y="461177"/>
                  </a:lnTo>
                  <a:lnTo>
                    <a:pt x="339124" y="459667"/>
                  </a:lnTo>
                  <a:lnTo>
                    <a:pt x="339005" y="459497"/>
                  </a:lnTo>
                  <a:lnTo>
                    <a:pt x="338899" y="459341"/>
                  </a:lnTo>
                  <a:lnTo>
                    <a:pt x="338844" y="459207"/>
                  </a:lnTo>
                  <a:lnTo>
                    <a:pt x="338665" y="458885"/>
                  </a:lnTo>
                  <a:lnTo>
                    <a:pt x="338585" y="458688"/>
                  </a:lnTo>
                  <a:lnTo>
                    <a:pt x="338349" y="458255"/>
                  </a:lnTo>
                  <a:lnTo>
                    <a:pt x="337941" y="457488"/>
                  </a:lnTo>
                  <a:lnTo>
                    <a:pt x="337900" y="457355"/>
                  </a:lnTo>
                  <a:lnTo>
                    <a:pt x="337733" y="457005"/>
                  </a:lnTo>
                  <a:lnTo>
                    <a:pt x="337664" y="456871"/>
                  </a:lnTo>
                  <a:lnTo>
                    <a:pt x="337594" y="456740"/>
                  </a:lnTo>
                  <a:lnTo>
                    <a:pt x="337397" y="456362"/>
                  </a:lnTo>
                  <a:lnTo>
                    <a:pt x="337255" y="456082"/>
                  </a:lnTo>
                  <a:lnTo>
                    <a:pt x="336955" y="455472"/>
                  </a:lnTo>
                  <a:lnTo>
                    <a:pt x="336613" y="454786"/>
                  </a:lnTo>
                  <a:lnTo>
                    <a:pt x="336363" y="454210"/>
                  </a:lnTo>
                  <a:lnTo>
                    <a:pt x="336056" y="453673"/>
                  </a:lnTo>
                  <a:lnTo>
                    <a:pt x="335344" y="452267"/>
                  </a:lnTo>
                  <a:lnTo>
                    <a:pt x="335148" y="451858"/>
                  </a:lnTo>
                  <a:lnTo>
                    <a:pt x="334917" y="451397"/>
                  </a:lnTo>
                  <a:lnTo>
                    <a:pt x="333749" y="449655"/>
                  </a:lnTo>
                  <a:lnTo>
                    <a:pt x="331196" y="446674"/>
                  </a:lnTo>
                  <a:lnTo>
                    <a:pt x="331331" y="446690"/>
                  </a:lnTo>
                  <a:lnTo>
                    <a:pt x="331611" y="446719"/>
                  </a:lnTo>
                  <a:lnTo>
                    <a:pt x="332700" y="446102"/>
                  </a:lnTo>
                  <a:lnTo>
                    <a:pt x="333682" y="445754"/>
                  </a:lnTo>
                  <a:lnTo>
                    <a:pt x="334120" y="445780"/>
                  </a:lnTo>
                  <a:lnTo>
                    <a:pt x="335041" y="445725"/>
                  </a:lnTo>
                  <a:lnTo>
                    <a:pt x="334698" y="443860"/>
                  </a:lnTo>
                  <a:lnTo>
                    <a:pt x="334679" y="443722"/>
                  </a:lnTo>
                  <a:lnTo>
                    <a:pt x="334525" y="442698"/>
                  </a:lnTo>
                  <a:lnTo>
                    <a:pt x="334492" y="442567"/>
                  </a:lnTo>
                  <a:lnTo>
                    <a:pt x="334303" y="441875"/>
                  </a:lnTo>
                  <a:lnTo>
                    <a:pt x="334271" y="441743"/>
                  </a:lnTo>
                  <a:lnTo>
                    <a:pt x="334131" y="441002"/>
                  </a:lnTo>
                  <a:lnTo>
                    <a:pt x="334384" y="440770"/>
                  </a:lnTo>
                  <a:lnTo>
                    <a:pt x="334611" y="440625"/>
                  </a:lnTo>
                  <a:lnTo>
                    <a:pt x="334895" y="440286"/>
                  </a:lnTo>
                  <a:lnTo>
                    <a:pt x="335062" y="440097"/>
                  </a:lnTo>
                  <a:lnTo>
                    <a:pt x="335431" y="439710"/>
                  </a:lnTo>
                  <a:lnTo>
                    <a:pt x="335683" y="439515"/>
                  </a:lnTo>
                  <a:lnTo>
                    <a:pt x="335947" y="439385"/>
                  </a:lnTo>
                  <a:lnTo>
                    <a:pt x="336151" y="439317"/>
                  </a:lnTo>
                  <a:lnTo>
                    <a:pt x="336431" y="439225"/>
                  </a:lnTo>
                  <a:lnTo>
                    <a:pt x="336688" y="439187"/>
                  </a:lnTo>
                  <a:lnTo>
                    <a:pt x="336897" y="439133"/>
                  </a:lnTo>
                  <a:lnTo>
                    <a:pt x="337118" y="439072"/>
                  </a:lnTo>
                  <a:lnTo>
                    <a:pt x="337319" y="438963"/>
                  </a:lnTo>
                  <a:lnTo>
                    <a:pt x="337600" y="438864"/>
                  </a:lnTo>
                  <a:lnTo>
                    <a:pt x="337875" y="438757"/>
                  </a:lnTo>
                  <a:lnTo>
                    <a:pt x="338003" y="438713"/>
                  </a:lnTo>
                  <a:lnTo>
                    <a:pt x="338950" y="438189"/>
                  </a:lnTo>
                  <a:lnTo>
                    <a:pt x="339316" y="438006"/>
                  </a:lnTo>
                  <a:lnTo>
                    <a:pt x="339687" y="437871"/>
                  </a:lnTo>
                  <a:lnTo>
                    <a:pt x="339818" y="437833"/>
                  </a:lnTo>
                  <a:lnTo>
                    <a:pt x="339947" y="437795"/>
                  </a:lnTo>
                  <a:lnTo>
                    <a:pt x="340080" y="437757"/>
                  </a:lnTo>
                  <a:lnTo>
                    <a:pt x="340865" y="437520"/>
                  </a:lnTo>
                  <a:lnTo>
                    <a:pt x="341325" y="437350"/>
                  </a:lnTo>
                  <a:lnTo>
                    <a:pt x="341285" y="437218"/>
                  </a:lnTo>
                  <a:lnTo>
                    <a:pt x="340880" y="435872"/>
                  </a:lnTo>
                  <a:lnTo>
                    <a:pt x="340841" y="435740"/>
                  </a:lnTo>
                  <a:lnTo>
                    <a:pt x="340775" y="435518"/>
                  </a:lnTo>
                  <a:lnTo>
                    <a:pt x="340651" y="434587"/>
                  </a:lnTo>
                  <a:lnTo>
                    <a:pt x="340644" y="434451"/>
                  </a:lnTo>
                  <a:lnTo>
                    <a:pt x="340648" y="434313"/>
                  </a:lnTo>
                  <a:lnTo>
                    <a:pt x="340887" y="432901"/>
                  </a:lnTo>
                  <a:lnTo>
                    <a:pt x="341571" y="432236"/>
                  </a:lnTo>
                  <a:lnTo>
                    <a:pt x="341702" y="432139"/>
                  </a:lnTo>
                  <a:lnTo>
                    <a:pt x="342091" y="431864"/>
                  </a:lnTo>
                  <a:lnTo>
                    <a:pt x="342622" y="431279"/>
                  </a:lnTo>
                  <a:lnTo>
                    <a:pt x="342596" y="431018"/>
                  </a:lnTo>
                  <a:lnTo>
                    <a:pt x="342510" y="430788"/>
                  </a:lnTo>
                  <a:lnTo>
                    <a:pt x="342303" y="430492"/>
                  </a:lnTo>
                  <a:lnTo>
                    <a:pt x="342143" y="430148"/>
                  </a:lnTo>
                  <a:lnTo>
                    <a:pt x="347723" y="426605"/>
                  </a:lnTo>
                  <a:lnTo>
                    <a:pt x="348360" y="427669"/>
                  </a:lnTo>
                  <a:lnTo>
                    <a:pt x="348446" y="427826"/>
                  </a:lnTo>
                  <a:lnTo>
                    <a:pt x="348510" y="427960"/>
                  </a:lnTo>
                  <a:lnTo>
                    <a:pt x="348781" y="428486"/>
                  </a:lnTo>
                  <a:lnTo>
                    <a:pt x="348907" y="428840"/>
                  </a:lnTo>
                  <a:lnTo>
                    <a:pt x="348973" y="428997"/>
                  </a:lnTo>
                  <a:lnTo>
                    <a:pt x="349052" y="429186"/>
                  </a:lnTo>
                  <a:lnTo>
                    <a:pt x="349370" y="429810"/>
                  </a:lnTo>
                  <a:lnTo>
                    <a:pt x="349395" y="429961"/>
                  </a:lnTo>
                  <a:lnTo>
                    <a:pt x="349469" y="430380"/>
                  </a:lnTo>
                  <a:lnTo>
                    <a:pt x="349767" y="430999"/>
                  </a:lnTo>
                  <a:lnTo>
                    <a:pt x="350012" y="431575"/>
                  </a:lnTo>
                  <a:lnTo>
                    <a:pt x="350922" y="431409"/>
                  </a:lnTo>
                  <a:lnTo>
                    <a:pt x="351378" y="430926"/>
                  </a:lnTo>
                  <a:lnTo>
                    <a:pt x="352068" y="430813"/>
                  </a:lnTo>
                  <a:lnTo>
                    <a:pt x="353300" y="430948"/>
                  </a:lnTo>
                  <a:lnTo>
                    <a:pt x="354594" y="431115"/>
                  </a:lnTo>
                  <a:lnTo>
                    <a:pt x="355721" y="431266"/>
                  </a:lnTo>
                  <a:lnTo>
                    <a:pt x="357301" y="431570"/>
                  </a:lnTo>
                  <a:lnTo>
                    <a:pt x="357829" y="430283"/>
                  </a:lnTo>
                  <a:lnTo>
                    <a:pt x="358335" y="429184"/>
                  </a:lnTo>
                  <a:lnTo>
                    <a:pt x="358968" y="427855"/>
                  </a:lnTo>
                  <a:lnTo>
                    <a:pt x="359401" y="427319"/>
                  </a:lnTo>
                  <a:lnTo>
                    <a:pt x="360111" y="427089"/>
                  </a:lnTo>
                  <a:lnTo>
                    <a:pt x="360476" y="426966"/>
                  </a:lnTo>
                  <a:lnTo>
                    <a:pt x="360770" y="426815"/>
                  </a:lnTo>
                  <a:lnTo>
                    <a:pt x="360917" y="426674"/>
                  </a:lnTo>
                  <a:lnTo>
                    <a:pt x="360991" y="426480"/>
                  </a:lnTo>
                  <a:lnTo>
                    <a:pt x="361037" y="426330"/>
                  </a:lnTo>
                  <a:lnTo>
                    <a:pt x="361094" y="426032"/>
                  </a:lnTo>
                  <a:lnTo>
                    <a:pt x="361130" y="425678"/>
                  </a:lnTo>
                  <a:lnTo>
                    <a:pt x="361195" y="425437"/>
                  </a:lnTo>
                  <a:lnTo>
                    <a:pt x="361214" y="425191"/>
                  </a:lnTo>
                  <a:lnTo>
                    <a:pt x="361285" y="424946"/>
                  </a:lnTo>
                  <a:lnTo>
                    <a:pt x="361333" y="424808"/>
                  </a:lnTo>
                  <a:lnTo>
                    <a:pt x="361242" y="424679"/>
                  </a:lnTo>
                  <a:lnTo>
                    <a:pt x="361503" y="424564"/>
                  </a:lnTo>
                  <a:lnTo>
                    <a:pt x="361587" y="424355"/>
                  </a:lnTo>
                  <a:lnTo>
                    <a:pt x="361698" y="423904"/>
                  </a:lnTo>
                  <a:lnTo>
                    <a:pt x="362908" y="423841"/>
                  </a:lnTo>
                  <a:lnTo>
                    <a:pt x="363614" y="423921"/>
                  </a:lnTo>
                  <a:lnTo>
                    <a:pt x="364682" y="423831"/>
                  </a:lnTo>
                  <a:lnTo>
                    <a:pt x="365719" y="424647"/>
                  </a:lnTo>
                  <a:lnTo>
                    <a:pt x="365952" y="424728"/>
                  </a:lnTo>
                  <a:lnTo>
                    <a:pt x="366159" y="424853"/>
                  </a:lnTo>
                  <a:lnTo>
                    <a:pt x="366621" y="425068"/>
                  </a:lnTo>
                  <a:lnTo>
                    <a:pt x="367200" y="425321"/>
                  </a:lnTo>
                  <a:lnTo>
                    <a:pt x="367386" y="425491"/>
                  </a:lnTo>
                  <a:lnTo>
                    <a:pt x="367566" y="425714"/>
                  </a:lnTo>
                  <a:lnTo>
                    <a:pt x="367709" y="425475"/>
                  </a:lnTo>
                  <a:lnTo>
                    <a:pt x="367607" y="425100"/>
                  </a:lnTo>
                  <a:lnTo>
                    <a:pt x="368391" y="425027"/>
                  </a:lnTo>
                  <a:lnTo>
                    <a:pt x="368542" y="425106"/>
                  </a:lnTo>
                  <a:lnTo>
                    <a:pt x="368763" y="425189"/>
                  </a:lnTo>
                  <a:lnTo>
                    <a:pt x="368903" y="425242"/>
                  </a:lnTo>
                  <a:lnTo>
                    <a:pt x="369797" y="425054"/>
                  </a:lnTo>
                  <a:lnTo>
                    <a:pt x="370649" y="425281"/>
                  </a:lnTo>
                  <a:lnTo>
                    <a:pt x="370931" y="425307"/>
                  </a:lnTo>
                  <a:lnTo>
                    <a:pt x="371109" y="425279"/>
                  </a:lnTo>
                  <a:lnTo>
                    <a:pt x="371389" y="425238"/>
                  </a:lnTo>
                  <a:lnTo>
                    <a:pt x="372915" y="424496"/>
                  </a:lnTo>
                  <a:lnTo>
                    <a:pt x="373522" y="424731"/>
                  </a:lnTo>
                  <a:lnTo>
                    <a:pt x="373687" y="424882"/>
                  </a:lnTo>
                  <a:lnTo>
                    <a:pt x="374285" y="425347"/>
                  </a:lnTo>
                  <a:lnTo>
                    <a:pt x="374460" y="425414"/>
                  </a:lnTo>
                  <a:lnTo>
                    <a:pt x="374589" y="425458"/>
                  </a:lnTo>
                  <a:lnTo>
                    <a:pt x="374729" y="425513"/>
                  </a:lnTo>
                  <a:lnTo>
                    <a:pt x="375641" y="426030"/>
                  </a:lnTo>
                  <a:lnTo>
                    <a:pt x="375851" y="426505"/>
                  </a:lnTo>
                  <a:lnTo>
                    <a:pt x="375892" y="426836"/>
                  </a:lnTo>
                  <a:lnTo>
                    <a:pt x="376670" y="426545"/>
                  </a:lnTo>
                  <a:lnTo>
                    <a:pt x="376851" y="426483"/>
                  </a:lnTo>
                  <a:lnTo>
                    <a:pt x="377476" y="424894"/>
                  </a:lnTo>
                  <a:lnTo>
                    <a:pt x="377810" y="424993"/>
                  </a:lnTo>
                  <a:lnTo>
                    <a:pt x="377982" y="424998"/>
                  </a:lnTo>
                  <a:lnTo>
                    <a:pt x="378178" y="425085"/>
                  </a:lnTo>
                  <a:lnTo>
                    <a:pt x="378207" y="425335"/>
                  </a:lnTo>
                  <a:lnTo>
                    <a:pt x="378511" y="425463"/>
                  </a:lnTo>
                  <a:lnTo>
                    <a:pt x="378797" y="425772"/>
                  </a:lnTo>
                  <a:lnTo>
                    <a:pt x="379072" y="426189"/>
                  </a:lnTo>
                  <a:lnTo>
                    <a:pt x="379253" y="426323"/>
                  </a:lnTo>
                  <a:lnTo>
                    <a:pt x="379590" y="425709"/>
                  </a:lnTo>
                  <a:lnTo>
                    <a:pt x="379714" y="425440"/>
                  </a:lnTo>
                  <a:lnTo>
                    <a:pt x="379918" y="425004"/>
                  </a:lnTo>
                  <a:lnTo>
                    <a:pt x="380745" y="424541"/>
                  </a:lnTo>
                  <a:lnTo>
                    <a:pt x="383144" y="424810"/>
                  </a:lnTo>
                  <a:lnTo>
                    <a:pt x="383429" y="424872"/>
                  </a:lnTo>
                  <a:lnTo>
                    <a:pt x="383839" y="425034"/>
                  </a:lnTo>
                  <a:lnTo>
                    <a:pt x="384088" y="425471"/>
                  </a:lnTo>
                  <a:lnTo>
                    <a:pt x="384391" y="425464"/>
                  </a:lnTo>
                  <a:lnTo>
                    <a:pt x="384543" y="425412"/>
                  </a:lnTo>
                  <a:lnTo>
                    <a:pt x="384792" y="425418"/>
                  </a:lnTo>
                  <a:lnTo>
                    <a:pt x="384925" y="425479"/>
                  </a:lnTo>
                  <a:lnTo>
                    <a:pt x="385270" y="425334"/>
                  </a:lnTo>
                  <a:lnTo>
                    <a:pt x="385491" y="425361"/>
                  </a:lnTo>
                  <a:lnTo>
                    <a:pt x="386018" y="425577"/>
                  </a:lnTo>
                  <a:lnTo>
                    <a:pt x="386237" y="425804"/>
                  </a:lnTo>
                  <a:lnTo>
                    <a:pt x="386502" y="425936"/>
                  </a:lnTo>
                  <a:lnTo>
                    <a:pt x="386664" y="425975"/>
                  </a:lnTo>
                  <a:lnTo>
                    <a:pt x="386836" y="425999"/>
                  </a:lnTo>
                  <a:lnTo>
                    <a:pt x="387213" y="426036"/>
                  </a:lnTo>
                  <a:lnTo>
                    <a:pt x="387451" y="426062"/>
                  </a:lnTo>
                  <a:lnTo>
                    <a:pt x="387763" y="426139"/>
                  </a:lnTo>
                  <a:lnTo>
                    <a:pt x="388068" y="426299"/>
                  </a:lnTo>
                  <a:lnTo>
                    <a:pt x="388214" y="426384"/>
                  </a:lnTo>
                  <a:lnTo>
                    <a:pt x="390360" y="428821"/>
                  </a:lnTo>
                  <a:lnTo>
                    <a:pt x="390588" y="429191"/>
                  </a:lnTo>
                  <a:lnTo>
                    <a:pt x="390751" y="429557"/>
                  </a:lnTo>
                  <a:lnTo>
                    <a:pt x="391086" y="431425"/>
                  </a:lnTo>
                  <a:lnTo>
                    <a:pt x="392196" y="439975"/>
                  </a:lnTo>
                  <a:lnTo>
                    <a:pt x="392225" y="440237"/>
                  </a:lnTo>
                  <a:lnTo>
                    <a:pt x="392061" y="440821"/>
                  </a:lnTo>
                  <a:lnTo>
                    <a:pt x="392014" y="441020"/>
                  </a:lnTo>
                  <a:lnTo>
                    <a:pt x="391951" y="441340"/>
                  </a:lnTo>
                  <a:lnTo>
                    <a:pt x="391876" y="441664"/>
                  </a:lnTo>
                  <a:lnTo>
                    <a:pt x="391727" y="442256"/>
                  </a:lnTo>
                  <a:lnTo>
                    <a:pt x="391678" y="442511"/>
                  </a:lnTo>
                  <a:lnTo>
                    <a:pt x="391637" y="442657"/>
                  </a:lnTo>
                  <a:lnTo>
                    <a:pt x="391554" y="442937"/>
                  </a:lnTo>
                  <a:lnTo>
                    <a:pt x="392102" y="454106"/>
                  </a:lnTo>
                  <a:lnTo>
                    <a:pt x="392138" y="454528"/>
                  </a:lnTo>
                  <a:lnTo>
                    <a:pt x="392124" y="454814"/>
                  </a:lnTo>
                  <a:lnTo>
                    <a:pt x="392109" y="455385"/>
                  </a:lnTo>
                  <a:lnTo>
                    <a:pt x="392140" y="455788"/>
                  </a:lnTo>
                  <a:lnTo>
                    <a:pt x="392163" y="455959"/>
                  </a:lnTo>
                  <a:lnTo>
                    <a:pt x="392207" y="456163"/>
                  </a:lnTo>
                  <a:lnTo>
                    <a:pt x="392295" y="456581"/>
                  </a:lnTo>
                  <a:lnTo>
                    <a:pt x="392517" y="456828"/>
                  </a:lnTo>
                  <a:lnTo>
                    <a:pt x="392694" y="457136"/>
                  </a:lnTo>
                  <a:lnTo>
                    <a:pt x="393602" y="458276"/>
                  </a:lnTo>
                  <a:lnTo>
                    <a:pt x="393167" y="458519"/>
                  </a:lnTo>
                  <a:lnTo>
                    <a:pt x="393129" y="458718"/>
                  </a:lnTo>
                  <a:lnTo>
                    <a:pt x="393215" y="459153"/>
                  </a:lnTo>
                  <a:lnTo>
                    <a:pt x="393350" y="459243"/>
                  </a:lnTo>
                  <a:lnTo>
                    <a:pt x="393390" y="459591"/>
                  </a:lnTo>
                  <a:lnTo>
                    <a:pt x="393578" y="460036"/>
                  </a:lnTo>
                  <a:lnTo>
                    <a:pt x="393845" y="460026"/>
                  </a:lnTo>
                  <a:lnTo>
                    <a:pt x="395050" y="461272"/>
                  </a:lnTo>
                  <a:lnTo>
                    <a:pt x="394837" y="461442"/>
                  </a:lnTo>
                  <a:lnTo>
                    <a:pt x="394704" y="461957"/>
                  </a:lnTo>
                  <a:lnTo>
                    <a:pt x="395170" y="462896"/>
                  </a:lnTo>
                  <a:lnTo>
                    <a:pt x="395813" y="462857"/>
                  </a:lnTo>
                  <a:lnTo>
                    <a:pt x="396020" y="463572"/>
                  </a:lnTo>
                  <a:lnTo>
                    <a:pt x="396558" y="463817"/>
                  </a:lnTo>
                  <a:lnTo>
                    <a:pt x="396536" y="464039"/>
                  </a:lnTo>
                  <a:lnTo>
                    <a:pt x="396741" y="464221"/>
                  </a:lnTo>
                  <a:lnTo>
                    <a:pt x="396813" y="464503"/>
                  </a:lnTo>
                  <a:lnTo>
                    <a:pt x="396666" y="464626"/>
                  </a:lnTo>
                  <a:lnTo>
                    <a:pt x="396943" y="464790"/>
                  </a:lnTo>
                  <a:lnTo>
                    <a:pt x="399368" y="466474"/>
                  </a:lnTo>
                  <a:lnTo>
                    <a:pt x="400485" y="463268"/>
                  </a:lnTo>
                  <a:lnTo>
                    <a:pt x="400693" y="462671"/>
                  </a:lnTo>
                  <a:lnTo>
                    <a:pt x="401150" y="461361"/>
                  </a:lnTo>
                  <a:lnTo>
                    <a:pt x="401258" y="461052"/>
                  </a:lnTo>
                  <a:lnTo>
                    <a:pt x="401356" y="460769"/>
                  </a:lnTo>
                  <a:lnTo>
                    <a:pt x="402010" y="458894"/>
                  </a:lnTo>
                  <a:lnTo>
                    <a:pt x="402092" y="458660"/>
                  </a:lnTo>
                  <a:lnTo>
                    <a:pt x="402923" y="456275"/>
                  </a:lnTo>
                  <a:lnTo>
                    <a:pt x="402573" y="452916"/>
                  </a:lnTo>
                  <a:lnTo>
                    <a:pt x="402529" y="452501"/>
                  </a:lnTo>
                  <a:lnTo>
                    <a:pt x="402387" y="451138"/>
                  </a:lnTo>
                  <a:lnTo>
                    <a:pt x="403178" y="449701"/>
                  </a:lnTo>
                  <a:lnTo>
                    <a:pt x="404352" y="447566"/>
                  </a:lnTo>
                  <a:lnTo>
                    <a:pt x="404368" y="446930"/>
                  </a:lnTo>
                  <a:lnTo>
                    <a:pt x="403299" y="445209"/>
                  </a:lnTo>
                  <a:lnTo>
                    <a:pt x="402750" y="444325"/>
                  </a:lnTo>
                  <a:lnTo>
                    <a:pt x="403022" y="442333"/>
                  </a:lnTo>
                  <a:lnTo>
                    <a:pt x="403089" y="441847"/>
                  </a:lnTo>
                  <a:lnTo>
                    <a:pt x="405025" y="439906"/>
                  </a:lnTo>
                  <a:lnTo>
                    <a:pt x="404387" y="437653"/>
                  </a:lnTo>
                  <a:lnTo>
                    <a:pt x="403460" y="434378"/>
                  </a:lnTo>
                  <a:lnTo>
                    <a:pt x="403363" y="434034"/>
                  </a:lnTo>
                  <a:lnTo>
                    <a:pt x="403820" y="427941"/>
                  </a:lnTo>
                  <a:lnTo>
                    <a:pt x="402877" y="426554"/>
                  </a:lnTo>
                  <a:lnTo>
                    <a:pt x="401389" y="424289"/>
                  </a:lnTo>
                  <a:lnTo>
                    <a:pt x="399936" y="422117"/>
                  </a:lnTo>
                  <a:lnTo>
                    <a:pt x="398751" y="420347"/>
                  </a:lnTo>
                  <a:lnTo>
                    <a:pt x="397714" y="418797"/>
                  </a:lnTo>
                  <a:lnTo>
                    <a:pt x="395400" y="418144"/>
                  </a:lnTo>
                  <a:lnTo>
                    <a:pt x="392070" y="417205"/>
                  </a:lnTo>
                  <a:lnTo>
                    <a:pt x="391536" y="417015"/>
                  </a:lnTo>
                  <a:lnTo>
                    <a:pt x="390829" y="416633"/>
                  </a:lnTo>
                  <a:lnTo>
                    <a:pt x="390522" y="416408"/>
                  </a:lnTo>
                  <a:lnTo>
                    <a:pt x="390013" y="416037"/>
                  </a:lnTo>
                  <a:lnTo>
                    <a:pt x="389007" y="415137"/>
                  </a:lnTo>
                  <a:lnTo>
                    <a:pt x="388119" y="414072"/>
                  </a:lnTo>
                  <a:lnTo>
                    <a:pt x="387929" y="413774"/>
                  </a:lnTo>
                  <a:lnTo>
                    <a:pt x="387588" y="412862"/>
                  </a:lnTo>
                  <a:lnTo>
                    <a:pt x="392530" y="403090"/>
                  </a:lnTo>
                  <a:lnTo>
                    <a:pt x="392445" y="402862"/>
                  </a:lnTo>
                  <a:lnTo>
                    <a:pt x="392378" y="402601"/>
                  </a:lnTo>
                  <a:lnTo>
                    <a:pt x="392245" y="401599"/>
                  </a:lnTo>
                  <a:lnTo>
                    <a:pt x="392298" y="401244"/>
                  </a:lnTo>
                  <a:lnTo>
                    <a:pt x="392408" y="400690"/>
                  </a:lnTo>
                  <a:lnTo>
                    <a:pt x="392436" y="400125"/>
                  </a:lnTo>
                  <a:lnTo>
                    <a:pt x="392424" y="399996"/>
                  </a:lnTo>
                  <a:lnTo>
                    <a:pt x="391682" y="399587"/>
                  </a:lnTo>
                  <a:lnTo>
                    <a:pt x="391451" y="399612"/>
                  </a:lnTo>
                  <a:lnTo>
                    <a:pt x="391700" y="398664"/>
                  </a:lnTo>
                  <a:lnTo>
                    <a:pt x="391649" y="398200"/>
                  </a:lnTo>
                  <a:lnTo>
                    <a:pt x="393243" y="396734"/>
                  </a:lnTo>
                  <a:lnTo>
                    <a:pt x="393757" y="396150"/>
                  </a:lnTo>
                  <a:lnTo>
                    <a:pt x="394028" y="391633"/>
                  </a:lnTo>
                  <a:lnTo>
                    <a:pt x="393891" y="391176"/>
                  </a:lnTo>
                  <a:lnTo>
                    <a:pt x="394392" y="390956"/>
                  </a:lnTo>
                  <a:lnTo>
                    <a:pt x="394605" y="390702"/>
                  </a:lnTo>
                  <a:lnTo>
                    <a:pt x="395104" y="390373"/>
                  </a:lnTo>
                  <a:lnTo>
                    <a:pt x="395980" y="390969"/>
                  </a:lnTo>
                  <a:lnTo>
                    <a:pt x="396222" y="391172"/>
                  </a:lnTo>
                  <a:lnTo>
                    <a:pt x="396649" y="391350"/>
                  </a:lnTo>
                  <a:lnTo>
                    <a:pt x="396844" y="390833"/>
                  </a:lnTo>
                  <a:lnTo>
                    <a:pt x="398476" y="387111"/>
                  </a:lnTo>
                  <a:lnTo>
                    <a:pt x="398749" y="386773"/>
                  </a:lnTo>
                  <a:lnTo>
                    <a:pt x="398765" y="386530"/>
                  </a:lnTo>
                  <a:lnTo>
                    <a:pt x="398696" y="386291"/>
                  </a:lnTo>
                  <a:lnTo>
                    <a:pt x="398571" y="385941"/>
                  </a:lnTo>
                  <a:lnTo>
                    <a:pt x="398500" y="385741"/>
                  </a:lnTo>
                  <a:lnTo>
                    <a:pt x="398427" y="385541"/>
                  </a:lnTo>
                  <a:lnTo>
                    <a:pt x="398361" y="385342"/>
                  </a:lnTo>
                  <a:lnTo>
                    <a:pt x="398381" y="385053"/>
                  </a:lnTo>
                  <a:lnTo>
                    <a:pt x="398406" y="384925"/>
                  </a:lnTo>
                  <a:lnTo>
                    <a:pt x="398437" y="384704"/>
                  </a:lnTo>
                  <a:lnTo>
                    <a:pt x="398574" y="379212"/>
                  </a:lnTo>
                  <a:lnTo>
                    <a:pt x="398580" y="379013"/>
                  </a:lnTo>
                  <a:lnTo>
                    <a:pt x="396250" y="369392"/>
                  </a:lnTo>
                  <a:lnTo>
                    <a:pt x="396235" y="369247"/>
                  </a:lnTo>
                  <a:lnTo>
                    <a:pt x="396267" y="368865"/>
                  </a:lnTo>
                  <a:lnTo>
                    <a:pt x="401688" y="361554"/>
                  </a:lnTo>
                  <a:lnTo>
                    <a:pt x="403895" y="357022"/>
                  </a:lnTo>
                  <a:lnTo>
                    <a:pt x="403911" y="356858"/>
                  </a:lnTo>
                  <a:lnTo>
                    <a:pt x="403920" y="355892"/>
                  </a:lnTo>
                  <a:lnTo>
                    <a:pt x="403925" y="355754"/>
                  </a:lnTo>
                  <a:lnTo>
                    <a:pt x="403686" y="354356"/>
                  </a:lnTo>
                  <a:lnTo>
                    <a:pt x="403667" y="353860"/>
                  </a:lnTo>
                  <a:lnTo>
                    <a:pt x="403638" y="353729"/>
                  </a:lnTo>
                  <a:lnTo>
                    <a:pt x="403572" y="353463"/>
                  </a:lnTo>
                  <a:lnTo>
                    <a:pt x="401978" y="350707"/>
                  </a:lnTo>
                  <a:lnTo>
                    <a:pt x="401808" y="350504"/>
                  </a:lnTo>
                  <a:lnTo>
                    <a:pt x="400587" y="346901"/>
                  </a:lnTo>
                  <a:lnTo>
                    <a:pt x="400872" y="345597"/>
                  </a:lnTo>
                  <a:lnTo>
                    <a:pt x="400845" y="345419"/>
                  </a:lnTo>
                  <a:lnTo>
                    <a:pt x="400950" y="345078"/>
                  </a:lnTo>
                  <a:lnTo>
                    <a:pt x="401274" y="343955"/>
                  </a:lnTo>
                  <a:lnTo>
                    <a:pt x="401494" y="343416"/>
                  </a:lnTo>
                  <a:lnTo>
                    <a:pt x="402136" y="342948"/>
                  </a:lnTo>
                  <a:lnTo>
                    <a:pt x="402316" y="342285"/>
                  </a:lnTo>
                  <a:lnTo>
                    <a:pt x="402532" y="342265"/>
                  </a:lnTo>
                  <a:lnTo>
                    <a:pt x="403613" y="341711"/>
                  </a:lnTo>
                  <a:lnTo>
                    <a:pt x="403822" y="341598"/>
                  </a:lnTo>
                  <a:lnTo>
                    <a:pt x="410142" y="338906"/>
                  </a:lnTo>
                  <a:lnTo>
                    <a:pt x="411649" y="337607"/>
                  </a:lnTo>
                  <a:lnTo>
                    <a:pt x="413745" y="330340"/>
                  </a:lnTo>
                  <a:lnTo>
                    <a:pt x="413944" y="330238"/>
                  </a:lnTo>
                  <a:lnTo>
                    <a:pt x="413994" y="330001"/>
                  </a:lnTo>
                  <a:lnTo>
                    <a:pt x="414027" y="329868"/>
                  </a:lnTo>
                  <a:lnTo>
                    <a:pt x="414316" y="328542"/>
                  </a:lnTo>
                  <a:lnTo>
                    <a:pt x="414202" y="327575"/>
                  </a:lnTo>
                  <a:lnTo>
                    <a:pt x="414208" y="327307"/>
                  </a:lnTo>
                  <a:lnTo>
                    <a:pt x="414212" y="326909"/>
                  </a:lnTo>
                  <a:lnTo>
                    <a:pt x="414282" y="326539"/>
                  </a:lnTo>
                  <a:lnTo>
                    <a:pt x="414396" y="325999"/>
                  </a:lnTo>
                  <a:lnTo>
                    <a:pt x="414818" y="325470"/>
                  </a:lnTo>
                  <a:lnTo>
                    <a:pt x="415046" y="325493"/>
                  </a:lnTo>
                  <a:lnTo>
                    <a:pt x="415211" y="325512"/>
                  </a:lnTo>
                  <a:lnTo>
                    <a:pt x="415344" y="325526"/>
                  </a:lnTo>
                  <a:lnTo>
                    <a:pt x="415477" y="325540"/>
                  </a:lnTo>
                  <a:lnTo>
                    <a:pt x="415610" y="325555"/>
                  </a:lnTo>
                  <a:lnTo>
                    <a:pt x="415851" y="325580"/>
                  </a:lnTo>
                  <a:lnTo>
                    <a:pt x="417250" y="325062"/>
                  </a:lnTo>
                  <a:lnTo>
                    <a:pt x="419264" y="325984"/>
                  </a:lnTo>
                  <a:lnTo>
                    <a:pt x="420528" y="325300"/>
                  </a:lnTo>
                  <a:lnTo>
                    <a:pt x="420794" y="326237"/>
                  </a:lnTo>
                  <a:lnTo>
                    <a:pt x="420892" y="326556"/>
                  </a:lnTo>
                  <a:lnTo>
                    <a:pt x="420932" y="326686"/>
                  </a:lnTo>
                  <a:lnTo>
                    <a:pt x="420975" y="326817"/>
                  </a:lnTo>
                  <a:lnTo>
                    <a:pt x="421015" y="326947"/>
                  </a:lnTo>
                  <a:lnTo>
                    <a:pt x="421058" y="327097"/>
                  </a:lnTo>
                  <a:lnTo>
                    <a:pt x="421103" y="327245"/>
                  </a:lnTo>
                  <a:lnTo>
                    <a:pt x="421143" y="327376"/>
                  </a:lnTo>
                  <a:lnTo>
                    <a:pt x="421187" y="327505"/>
                  </a:lnTo>
                  <a:lnTo>
                    <a:pt x="421226" y="327639"/>
                  </a:lnTo>
                  <a:lnTo>
                    <a:pt x="421266" y="327767"/>
                  </a:lnTo>
                  <a:lnTo>
                    <a:pt x="421307" y="327901"/>
                  </a:lnTo>
                  <a:lnTo>
                    <a:pt x="421346" y="328032"/>
                  </a:lnTo>
                  <a:lnTo>
                    <a:pt x="421389" y="328160"/>
                  </a:lnTo>
                  <a:lnTo>
                    <a:pt x="421468" y="328418"/>
                  </a:lnTo>
                  <a:lnTo>
                    <a:pt x="421508" y="328550"/>
                  </a:lnTo>
                  <a:lnTo>
                    <a:pt x="421548" y="328680"/>
                  </a:lnTo>
                  <a:lnTo>
                    <a:pt x="421588" y="328809"/>
                  </a:lnTo>
                  <a:lnTo>
                    <a:pt x="421627" y="328939"/>
                  </a:lnTo>
                  <a:lnTo>
                    <a:pt x="421670" y="329072"/>
                  </a:lnTo>
                  <a:lnTo>
                    <a:pt x="421710" y="329203"/>
                  </a:lnTo>
                  <a:lnTo>
                    <a:pt x="421785" y="329425"/>
                  </a:lnTo>
                  <a:lnTo>
                    <a:pt x="423125" y="328214"/>
                  </a:lnTo>
                  <a:lnTo>
                    <a:pt x="423587" y="327694"/>
                  </a:lnTo>
                  <a:lnTo>
                    <a:pt x="423771" y="327487"/>
                  </a:lnTo>
                  <a:lnTo>
                    <a:pt x="423951" y="327285"/>
                  </a:lnTo>
                  <a:lnTo>
                    <a:pt x="424184" y="327024"/>
                  </a:lnTo>
                  <a:lnTo>
                    <a:pt x="424458" y="326716"/>
                  </a:lnTo>
                  <a:lnTo>
                    <a:pt x="424920" y="326198"/>
                  </a:lnTo>
                  <a:lnTo>
                    <a:pt x="425561" y="325478"/>
                  </a:lnTo>
                  <a:lnTo>
                    <a:pt x="426019" y="324969"/>
                  </a:lnTo>
                  <a:lnTo>
                    <a:pt x="426454" y="324478"/>
                  </a:lnTo>
                  <a:lnTo>
                    <a:pt x="426915" y="323959"/>
                  </a:lnTo>
                  <a:lnTo>
                    <a:pt x="427285" y="323545"/>
                  </a:lnTo>
                  <a:lnTo>
                    <a:pt x="427560" y="323234"/>
                  </a:lnTo>
                  <a:lnTo>
                    <a:pt x="427835" y="322928"/>
                  </a:lnTo>
                  <a:lnTo>
                    <a:pt x="428107" y="322623"/>
                  </a:lnTo>
                  <a:lnTo>
                    <a:pt x="428291" y="322417"/>
                  </a:lnTo>
                  <a:lnTo>
                    <a:pt x="428566" y="322109"/>
                  </a:lnTo>
                  <a:lnTo>
                    <a:pt x="428753" y="321902"/>
                  </a:lnTo>
                  <a:lnTo>
                    <a:pt x="428939" y="321693"/>
                  </a:lnTo>
                  <a:lnTo>
                    <a:pt x="429110" y="321498"/>
                  </a:lnTo>
                  <a:lnTo>
                    <a:pt x="429280" y="321308"/>
                  </a:lnTo>
                  <a:lnTo>
                    <a:pt x="429554" y="321000"/>
                  </a:lnTo>
                  <a:lnTo>
                    <a:pt x="429738" y="320797"/>
                  </a:lnTo>
                  <a:lnTo>
                    <a:pt x="429922" y="320591"/>
                  </a:lnTo>
                  <a:lnTo>
                    <a:pt x="430106" y="320383"/>
                  </a:lnTo>
                  <a:lnTo>
                    <a:pt x="430382" y="320077"/>
                  </a:lnTo>
                  <a:lnTo>
                    <a:pt x="430567" y="319862"/>
                  </a:lnTo>
                  <a:lnTo>
                    <a:pt x="430783" y="319623"/>
                  </a:lnTo>
                  <a:lnTo>
                    <a:pt x="431062" y="319310"/>
                  </a:lnTo>
                  <a:lnTo>
                    <a:pt x="431247" y="319104"/>
                  </a:lnTo>
                  <a:lnTo>
                    <a:pt x="431441" y="318884"/>
                  </a:lnTo>
                  <a:lnTo>
                    <a:pt x="431625" y="318678"/>
                  </a:lnTo>
                  <a:lnTo>
                    <a:pt x="431904" y="318366"/>
                  </a:lnTo>
                  <a:lnTo>
                    <a:pt x="432087" y="318160"/>
                  </a:lnTo>
                  <a:lnTo>
                    <a:pt x="432269" y="317956"/>
                  </a:lnTo>
                  <a:lnTo>
                    <a:pt x="432454" y="317749"/>
                  </a:lnTo>
                  <a:lnTo>
                    <a:pt x="432637" y="317546"/>
                  </a:lnTo>
                  <a:lnTo>
                    <a:pt x="432911" y="317238"/>
                  </a:lnTo>
                  <a:lnTo>
                    <a:pt x="433093" y="317032"/>
                  </a:lnTo>
                  <a:lnTo>
                    <a:pt x="433275" y="316828"/>
                  </a:lnTo>
                  <a:lnTo>
                    <a:pt x="433462" y="316620"/>
                  </a:lnTo>
                  <a:lnTo>
                    <a:pt x="433647" y="316412"/>
                  </a:lnTo>
                  <a:lnTo>
                    <a:pt x="433828" y="316205"/>
                  </a:lnTo>
                  <a:lnTo>
                    <a:pt x="434011" y="316000"/>
                  </a:lnTo>
                  <a:lnTo>
                    <a:pt x="434272" y="315710"/>
                  </a:lnTo>
                  <a:lnTo>
                    <a:pt x="434407" y="315556"/>
                  </a:lnTo>
                  <a:lnTo>
                    <a:pt x="434590" y="315349"/>
                  </a:lnTo>
                  <a:lnTo>
                    <a:pt x="434858" y="315049"/>
                  </a:lnTo>
                  <a:lnTo>
                    <a:pt x="435129" y="314742"/>
                  </a:lnTo>
                  <a:lnTo>
                    <a:pt x="435402" y="314435"/>
                  </a:lnTo>
                  <a:lnTo>
                    <a:pt x="435586" y="314228"/>
                  </a:lnTo>
                  <a:lnTo>
                    <a:pt x="435771" y="314021"/>
                  </a:lnTo>
                  <a:lnTo>
                    <a:pt x="435948" y="313822"/>
                  </a:lnTo>
                  <a:lnTo>
                    <a:pt x="436080" y="313813"/>
                  </a:lnTo>
                  <a:lnTo>
                    <a:pt x="436220" y="313804"/>
                  </a:lnTo>
                  <a:lnTo>
                    <a:pt x="436481" y="313790"/>
                  </a:lnTo>
                  <a:lnTo>
                    <a:pt x="436755" y="313773"/>
                  </a:lnTo>
                  <a:lnTo>
                    <a:pt x="437031" y="313756"/>
                  </a:lnTo>
                  <a:lnTo>
                    <a:pt x="437303" y="313741"/>
                  </a:lnTo>
                  <a:lnTo>
                    <a:pt x="437574" y="313725"/>
                  </a:lnTo>
                  <a:lnTo>
                    <a:pt x="437844" y="313710"/>
                  </a:lnTo>
                  <a:lnTo>
                    <a:pt x="437982" y="313701"/>
                  </a:lnTo>
                  <a:lnTo>
                    <a:pt x="438116" y="313695"/>
                  </a:lnTo>
                  <a:lnTo>
                    <a:pt x="438306" y="313683"/>
                  </a:lnTo>
                  <a:lnTo>
                    <a:pt x="438215" y="313426"/>
                  </a:lnTo>
                  <a:lnTo>
                    <a:pt x="438127" y="313167"/>
                  </a:lnTo>
                  <a:lnTo>
                    <a:pt x="438038" y="312907"/>
                  </a:lnTo>
                  <a:lnTo>
                    <a:pt x="437954" y="312664"/>
                  </a:lnTo>
                  <a:lnTo>
                    <a:pt x="437886" y="312473"/>
                  </a:lnTo>
                  <a:lnTo>
                    <a:pt x="437772" y="312062"/>
                  </a:lnTo>
                  <a:lnTo>
                    <a:pt x="437764" y="311790"/>
                  </a:lnTo>
                  <a:lnTo>
                    <a:pt x="437761" y="311514"/>
                  </a:lnTo>
                  <a:lnTo>
                    <a:pt x="437753" y="311261"/>
                  </a:lnTo>
                  <a:lnTo>
                    <a:pt x="437762" y="310927"/>
                  </a:lnTo>
                  <a:lnTo>
                    <a:pt x="437775" y="310517"/>
                  </a:lnTo>
                  <a:lnTo>
                    <a:pt x="437784" y="310242"/>
                  </a:lnTo>
                  <a:lnTo>
                    <a:pt x="437788" y="310106"/>
                  </a:lnTo>
                  <a:lnTo>
                    <a:pt x="437796" y="309817"/>
                  </a:lnTo>
                  <a:lnTo>
                    <a:pt x="437807" y="309581"/>
                  </a:lnTo>
                  <a:lnTo>
                    <a:pt x="437815" y="309426"/>
                  </a:lnTo>
                  <a:lnTo>
                    <a:pt x="437843" y="309216"/>
                  </a:lnTo>
                  <a:lnTo>
                    <a:pt x="437888" y="308920"/>
                  </a:lnTo>
                  <a:lnTo>
                    <a:pt x="437810" y="308534"/>
                  </a:lnTo>
                  <a:lnTo>
                    <a:pt x="437730" y="308133"/>
                  </a:lnTo>
                  <a:lnTo>
                    <a:pt x="437647" y="307729"/>
                  </a:lnTo>
                  <a:lnTo>
                    <a:pt x="437594" y="307462"/>
                  </a:lnTo>
                  <a:lnTo>
                    <a:pt x="437484" y="306978"/>
                  </a:lnTo>
                  <a:lnTo>
                    <a:pt x="437349" y="306590"/>
                  </a:lnTo>
                  <a:lnTo>
                    <a:pt x="437212" y="306202"/>
                  </a:lnTo>
                  <a:lnTo>
                    <a:pt x="437077" y="305817"/>
                  </a:lnTo>
                  <a:lnTo>
                    <a:pt x="436989" y="305557"/>
                  </a:lnTo>
                  <a:lnTo>
                    <a:pt x="436900" y="305300"/>
                  </a:lnTo>
                  <a:lnTo>
                    <a:pt x="436715" y="304842"/>
                  </a:lnTo>
                  <a:lnTo>
                    <a:pt x="436607" y="304599"/>
                  </a:lnTo>
                  <a:lnTo>
                    <a:pt x="436475" y="304309"/>
                  </a:lnTo>
                  <a:lnTo>
                    <a:pt x="436361" y="304057"/>
                  </a:lnTo>
                  <a:lnTo>
                    <a:pt x="436248" y="303806"/>
                  </a:lnTo>
                  <a:lnTo>
                    <a:pt x="436149" y="303588"/>
                  </a:lnTo>
                  <a:lnTo>
                    <a:pt x="436047" y="303359"/>
                  </a:lnTo>
                  <a:lnTo>
                    <a:pt x="435913" y="303059"/>
                  </a:lnTo>
                  <a:lnTo>
                    <a:pt x="435843" y="302869"/>
                  </a:lnTo>
                  <a:lnTo>
                    <a:pt x="435746" y="302632"/>
                  </a:lnTo>
                  <a:lnTo>
                    <a:pt x="435674" y="302195"/>
                  </a:lnTo>
                  <a:lnTo>
                    <a:pt x="435875" y="302004"/>
                  </a:lnTo>
                  <a:lnTo>
                    <a:pt x="436276" y="301634"/>
                  </a:lnTo>
                  <a:lnTo>
                    <a:pt x="436774" y="301167"/>
                  </a:lnTo>
                  <a:lnTo>
                    <a:pt x="437175" y="300794"/>
                  </a:lnTo>
                  <a:lnTo>
                    <a:pt x="437579" y="300419"/>
                  </a:lnTo>
                  <a:lnTo>
                    <a:pt x="437978" y="300045"/>
                  </a:lnTo>
                  <a:lnTo>
                    <a:pt x="438382" y="299670"/>
                  </a:lnTo>
                  <a:lnTo>
                    <a:pt x="438680" y="299395"/>
                  </a:lnTo>
                  <a:lnTo>
                    <a:pt x="438983" y="299113"/>
                  </a:lnTo>
                  <a:lnTo>
                    <a:pt x="439284" y="298832"/>
                  </a:lnTo>
                  <a:lnTo>
                    <a:pt x="439484" y="298646"/>
                  </a:lnTo>
                  <a:lnTo>
                    <a:pt x="439840" y="297324"/>
                  </a:lnTo>
                  <a:lnTo>
                    <a:pt x="439428" y="296937"/>
                  </a:lnTo>
                  <a:lnTo>
                    <a:pt x="439273" y="296868"/>
                  </a:lnTo>
                  <a:lnTo>
                    <a:pt x="439234" y="296739"/>
                  </a:lnTo>
                  <a:lnTo>
                    <a:pt x="439153" y="296458"/>
                  </a:lnTo>
                  <a:lnTo>
                    <a:pt x="439198" y="296238"/>
                  </a:lnTo>
                  <a:lnTo>
                    <a:pt x="439247" y="296034"/>
                  </a:lnTo>
                  <a:lnTo>
                    <a:pt x="439015" y="295646"/>
                  </a:lnTo>
                  <a:lnTo>
                    <a:pt x="438954" y="295385"/>
                  </a:lnTo>
                  <a:lnTo>
                    <a:pt x="439198" y="295186"/>
                  </a:lnTo>
                  <a:lnTo>
                    <a:pt x="439432" y="295136"/>
                  </a:lnTo>
                  <a:lnTo>
                    <a:pt x="439647" y="295029"/>
                  </a:lnTo>
                  <a:lnTo>
                    <a:pt x="439572" y="294659"/>
                  </a:lnTo>
                  <a:lnTo>
                    <a:pt x="439536" y="294462"/>
                  </a:lnTo>
                  <a:lnTo>
                    <a:pt x="439198" y="294092"/>
                  </a:lnTo>
                  <a:lnTo>
                    <a:pt x="438866" y="293666"/>
                  </a:lnTo>
                  <a:lnTo>
                    <a:pt x="438762" y="293487"/>
                  </a:lnTo>
                  <a:lnTo>
                    <a:pt x="438420" y="293114"/>
                  </a:lnTo>
                  <a:lnTo>
                    <a:pt x="437874" y="292983"/>
                  </a:lnTo>
                  <a:lnTo>
                    <a:pt x="437363" y="292880"/>
                  </a:lnTo>
                  <a:lnTo>
                    <a:pt x="437016" y="292746"/>
                  </a:lnTo>
                  <a:lnTo>
                    <a:pt x="436785" y="292664"/>
                  </a:lnTo>
                  <a:lnTo>
                    <a:pt x="436383" y="292338"/>
                  </a:lnTo>
                  <a:lnTo>
                    <a:pt x="436192" y="292105"/>
                  </a:lnTo>
                  <a:lnTo>
                    <a:pt x="435947" y="291577"/>
                  </a:lnTo>
                  <a:lnTo>
                    <a:pt x="435814" y="291259"/>
                  </a:lnTo>
                  <a:lnTo>
                    <a:pt x="435734" y="291028"/>
                  </a:lnTo>
                  <a:lnTo>
                    <a:pt x="435412" y="290133"/>
                  </a:lnTo>
                  <a:lnTo>
                    <a:pt x="435242" y="289654"/>
                  </a:lnTo>
                  <a:lnTo>
                    <a:pt x="434810" y="288358"/>
                  </a:lnTo>
                  <a:lnTo>
                    <a:pt x="434549" y="288324"/>
                  </a:lnTo>
                  <a:lnTo>
                    <a:pt x="433971" y="288513"/>
                  </a:lnTo>
                  <a:lnTo>
                    <a:pt x="433829" y="288513"/>
                  </a:lnTo>
                  <a:lnTo>
                    <a:pt x="433621" y="288480"/>
                  </a:lnTo>
                  <a:lnTo>
                    <a:pt x="433345" y="288435"/>
                  </a:lnTo>
                  <a:lnTo>
                    <a:pt x="432916" y="288413"/>
                  </a:lnTo>
                  <a:lnTo>
                    <a:pt x="432748" y="288399"/>
                  </a:lnTo>
                  <a:lnTo>
                    <a:pt x="432608" y="288388"/>
                  </a:lnTo>
                  <a:lnTo>
                    <a:pt x="432284" y="288235"/>
                  </a:lnTo>
                  <a:lnTo>
                    <a:pt x="431964" y="288014"/>
                  </a:lnTo>
                  <a:lnTo>
                    <a:pt x="431433" y="287488"/>
                  </a:lnTo>
                  <a:lnTo>
                    <a:pt x="431124" y="287211"/>
                  </a:lnTo>
                  <a:lnTo>
                    <a:pt x="429679" y="286176"/>
                  </a:lnTo>
                  <a:lnTo>
                    <a:pt x="429333" y="286253"/>
                  </a:lnTo>
                  <a:lnTo>
                    <a:pt x="428431" y="286345"/>
                  </a:lnTo>
                  <a:lnTo>
                    <a:pt x="428214" y="286395"/>
                  </a:lnTo>
                  <a:lnTo>
                    <a:pt x="427887" y="286223"/>
                  </a:lnTo>
                  <a:lnTo>
                    <a:pt x="427493" y="286138"/>
                  </a:lnTo>
                  <a:lnTo>
                    <a:pt x="427045" y="286031"/>
                  </a:lnTo>
                  <a:lnTo>
                    <a:pt x="426705" y="285952"/>
                  </a:lnTo>
                  <a:lnTo>
                    <a:pt x="426443" y="285895"/>
                  </a:lnTo>
                  <a:lnTo>
                    <a:pt x="426216" y="285844"/>
                  </a:lnTo>
                  <a:lnTo>
                    <a:pt x="425705" y="285483"/>
                  </a:lnTo>
                  <a:lnTo>
                    <a:pt x="425661" y="284959"/>
                  </a:lnTo>
                  <a:lnTo>
                    <a:pt x="425589" y="284645"/>
                  </a:lnTo>
                  <a:lnTo>
                    <a:pt x="425089" y="284505"/>
                  </a:lnTo>
                  <a:lnTo>
                    <a:pt x="422948" y="281989"/>
                  </a:lnTo>
                  <a:lnTo>
                    <a:pt x="421999" y="281295"/>
                  </a:lnTo>
                  <a:lnTo>
                    <a:pt x="421529" y="281079"/>
                  </a:lnTo>
                  <a:lnTo>
                    <a:pt x="421027" y="280648"/>
                  </a:lnTo>
                  <a:lnTo>
                    <a:pt x="420861" y="280467"/>
                  </a:lnTo>
                  <a:lnTo>
                    <a:pt x="419972" y="279809"/>
                  </a:lnTo>
                  <a:lnTo>
                    <a:pt x="419521" y="279234"/>
                  </a:lnTo>
                  <a:lnTo>
                    <a:pt x="419236" y="278884"/>
                  </a:lnTo>
                  <a:lnTo>
                    <a:pt x="419122" y="278666"/>
                  </a:lnTo>
                  <a:lnTo>
                    <a:pt x="418606" y="278104"/>
                  </a:lnTo>
                  <a:lnTo>
                    <a:pt x="417793" y="277133"/>
                  </a:lnTo>
                  <a:lnTo>
                    <a:pt x="417019" y="276097"/>
                  </a:lnTo>
                  <a:lnTo>
                    <a:pt x="416713" y="275854"/>
                  </a:lnTo>
                  <a:lnTo>
                    <a:pt x="416327" y="275558"/>
                  </a:lnTo>
                  <a:lnTo>
                    <a:pt x="415731" y="274996"/>
                  </a:lnTo>
                  <a:lnTo>
                    <a:pt x="415454" y="274806"/>
                  </a:lnTo>
                  <a:lnTo>
                    <a:pt x="415346" y="274677"/>
                  </a:lnTo>
                  <a:lnTo>
                    <a:pt x="415139" y="274522"/>
                  </a:lnTo>
                  <a:lnTo>
                    <a:pt x="413787" y="273452"/>
                  </a:lnTo>
                  <a:lnTo>
                    <a:pt x="413435" y="273153"/>
                  </a:lnTo>
                  <a:lnTo>
                    <a:pt x="410461" y="271016"/>
                  </a:lnTo>
                  <a:lnTo>
                    <a:pt x="409288" y="270390"/>
                  </a:lnTo>
                  <a:lnTo>
                    <a:pt x="409123" y="270614"/>
                  </a:lnTo>
                  <a:lnTo>
                    <a:pt x="408822" y="270838"/>
                  </a:lnTo>
                  <a:lnTo>
                    <a:pt x="408583" y="270773"/>
                  </a:lnTo>
                  <a:lnTo>
                    <a:pt x="408295" y="270638"/>
                  </a:lnTo>
                  <a:lnTo>
                    <a:pt x="408066" y="270590"/>
                  </a:lnTo>
                  <a:lnTo>
                    <a:pt x="407862" y="270676"/>
                  </a:lnTo>
                  <a:lnTo>
                    <a:pt x="407661" y="270807"/>
                  </a:lnTo>
                  <a:lnTo>
                    <a:pt x="407586" y="270946"/>
                  </a:lnTo>
                  <a:lnTo>
                    <a:pt x="406561" y="271059"/>
                  </a:lnTo>
                  <a:lnTo>
                    <a:pt x="406212" y="270637"/>
                  </a:lnTo>
                  <a:lnTo>
                    <a:pt x="405674" y="270058"/>
                  </a:lnTo>
                  <a:lnTo>
                    <a:pt x="405532" y="270015"/>
                  </a:lnTo>
                  <a:lnTo>
                    <a:pt x="405203" y="269746"/>
                  </a:lnTo>
                  <a:lnTo>
                    <a:pt x="405066" y="269655"/>
                  </a:lnTo>
                  <a:lnTo>
                    <a:pt x="404524" y="269233"/>
                  </a:lnTo>
                  <a:lnTo>
                    <a:pt x="404233" y="268899"/>
                  </a:lnTo>
                  <a:lnTo>
                    <a:pt x="403235" y="266843"/>
                  </a:lnTo>
                  <a:lnTo>
                    <a:pt x="401072" y="263369"/>
                  </a:lnTo>
                  <a:lnTo>
                    <a:pt x="401026" y="263224"/>
                  </a:lnTo>
                  <a:lnTo>
                    <a:pt x="400968" y="262946"/>
                  </a:lnTo>
                  <a:lnTo>
                    <a:pt x="401040" y="261463"/>
                  </a:lnTo>
                  <a:lnTo>
                    <a:pt x="401104" y="261161"/>
                  </a:lnTo>
                  <a:lnTo>
                    <a:pt x="401176" y="260884"/>
                  </a:lnTo>
                  <a:lnTo>
                    <a:pt x="401408" y="260436"/>
                  </a:lnTo>
                  <a:lnTo>
                    <a:pt x="401609" y="260104"/>
                  </a:lnTo>
                  <a:lnTo>
                    <a:pt x="401824" y="259695"/>
                  </a:lnTo>
                  <a:lnTo>
                    <a:pt x="402117" y="259084"/>
                  </a:lnTo>
                  <a:lnTo>
                    <a:pt x="402766" y="258383"/>
                  </a:lnTo>
                  <a:lnTo>
                    <a:pt x="402631" y="258152"/>
                  </a:lnTo>
                  <a:lnTo>
                    <a:pt x="402550" y="258011"/>
                  </a:lnTo>
                  <a:lnTo>
                    <a:pt x="402438" y="257816"/>
                  </a:lnTo>
                  <a:lnTo>
                    <a:pt x="401993" y="257029"/>
                  </a:lnTo>
                  <a:lnTo>
                    <a:pt x="401805" y="256679"/>
                  </a:lnTo>
                  <a:lnTo>
                    <a:pt x="401697" y="256470"/>
                  </a:lnTo>
                  <a:lnTo>
                    <a:pt x="401609" y="256308"/>
                  </a:lnTo>
                  <a:lnTo>
                    <a:pt x="401523" y="256150"/>
                  </a:lnTo>
                  <a:lnTo>
                    <a:pt x="401373" y="255875"/>
                  </a:lnTo>
                  <a:lnTo>
                    <a:pt x="401071" y="255320"/>
                  </a:lnTo>
                  <a:lnTo>
                    <a:pt x="400883" y="254982"/>
                  </a:lnTo>
                  <a:lnTo>
                    <a:pt x="400789" y="254828"/>
                  </a:lnTo>
                  <a:lnTo>
                    <a:pt x="400605" y="254495"/>
                  </a:lnTo>
                  <a:lnTo>
                    <a:pt x="400512" y="254324"/>
                  </a:lnTo>
                  <a:lnTo>
                    <a:pt x="400404" y="254126"/>
                  </a:lnTo>
                  <a:lnTo>
                    <a:pt x="400311" y="253955"/>
                  </a:lnTo>
                  <a:lnTo>
                    <a:pt x="400182" y="253738"/>
                  </a:lnTo>
                  <a:lnTo>
                    <a:pt x="400035" y="253473"/>
                  </a:lnTo>
                  <a:lnTo>
                    <a:pt x="399883" y="253201"/>
                  </a:lnTo>
                  <a:lnTo>
                    <a:pt x="399671" y="252824"/>
                  </a:lnTo>
                  <a:lnTo>
                    <a:pt x="399416" y="252349"/>
                  </a:lnTo>
                  <a:lnTo>
                    <a:pt x="399331" y="252190"/>
                  </a:lnTo>
                  <a:lnTo>
                    <a:pt x="399243" y="252030"/>
                  </a:lnTo>
                  <a:lnTo>
                    <a:pt x="399144" y="251858"/>
                  </a:lnTo>
                  <a:lnTo>
                    <a:pt x="399035" y="251665"/>
                  </a:lnTo>
                  <a:lnTo>
                    <a:pt x="398854" y="251328"/>
                  </a:lnTo>
                  <a:lnTo>
                    <a:pt x="398774" y="251185"/>
                  </a:lnTo>
                  <a:lnTo>
                    <a:pt x="398652" y="250970"/>
                  </a:lnTo>
                  <a:lnTo>
                    <a:pt x="398425" y="250542"/>
                  </a:lnTo>
                  <a:lnTo>
                    <a:pt x="398351" y="250405"/>
                  </a:lnTo>
                  <a:lnTo>
                    <a:pt x="398175" y="250091"/>
                  </a:lnTo>
                  <a:lnTo>
                    <a:pt x="398086" y="249910"/>
                  </a:lnTo>
                  <a:lnTo>
                    <a:pt x="397788" y="249343"/>
                  </a:lnTo>
                  <a:lnTo>
                    <a:pt x="397650" y="248985"/>
                  </a:lnTo>
                  <a:lnTo>
                    <a:pt x="397496" y="248582"/>
                  </a:lnTo>
                  <a:lnTo>
                    <a:pt x="397426" y="248397"/>
                  </a:lnTo>
                  <a:lnTo>
                    <a:pt x="397257" y="247942"/>
                  </a:lnTo>
                  <a:lnTo>
                    <a:pt x="397152" y="247664"/>
                  </a:lnTo>
                  <a:lnTo>
                    <a:pt x="397013" y="247312"/>
                  </a:lnTo>
                  <a:lnTo>
                    <a:pt x="396916" y="247066"/>
                  </a:lnTo>
                  <a:lnTo>
                    <a:pt x="396728" y="246640"/>
                  </a:lnTo>
                  <a:lnTo>
                    <a:pt x="396649" y="246448"/>
                  </a:lnTo>
                  <a:lnTo>
                    <a:pt x="396490" y="246079"/>
                  </a:lnTo>
                  <a:lnTo>
                    <a:pt x="396395" y="245858"/>
                  </a:lnTo>
                  <a:lnTo>
                    <a:pt x="396287" y="245574"/>
                  </a:lnTo>
                  <a:lnTo>
                    <a:pt x="396244" y="245436"/>
                  </a:lnTo>
                  <a:lnTo>
                    <a:pt x="396164" y="245186"/>
                  </a:lnTo>
                  <a:lnTo>
                    <a:pt x="395993" y="244645"/>
                  </a:lnTo>
                  <a:lnTo>
                    <a:pt x="395821" y="244246"/>
                  </a:lnTo>
                  <a:lnTo>
                    <a:pt x="395750" y="244058"/>
                  </a:lnTo>
                  <a:lnTo>
                    <a:pt x="395610" y="243723"/>
                  </a:lnTo>
                  <a:lnTo>
                    <a:pt x="395407" y="243193"/>
                  </a:lnTo>
                  <a:lnTo>
                    <a:pt x="395279" y="242899"/>
                  </a:lnTo>
                  <a:lnTo>
                    <a:pt x="395176" y="242587"/>
                  </a:lnTo>
                  <a:lnTo>
                    <a:pt x="395114" y="242444"/>
                  </a:lnTo>
                  <a:lnTo>
                    <a:pt x="394921" y="241994"/>
                  </a:lnTo>
                  <a:lnTo>
                    <a:pt x="394769" y="241713"/>
                  </a:lnTo>
                  <a:lnTo>
                    <a:pt x="394659" y="241487"/>
                  </a:lnTo>
                  <a:lnTo>
                    <a:pt x="394549" y="241262"/>
                  </a:lnTo>
                  <a:lnTo>
                    <a:pt x="394446" y="241052"/>
                  </a:lnTo>
                  <a:lnTo>
                    <a:pt x="394370" y="240914"/>
                  </a:lnTo>
                  <a:lnTo>
                    <a:pt x="394202" y="240548"/>
                  </a:lnTo>
                  <a:lnTo>
                    <a:pt x="394139" y="240412"/>
                  </a:lnTo>
                  <a:lnTo>
                    <a:pt x="393845" y="239569"/>
                  </a:lnTo>
                  <a:lnTo>
                    <a:pt x="393816" y="239398"/>
                  </a:lnTo>
                  <a:lnTo>
                    <a:pt x="393677" y="238837"/>
                  </a:lnTo>
                  <a:lnTo>
                    <a:pt x="393635" y="238633"/>
                  </a:lnTo>
                  <a:lnTo>
                    <a:pt x="393527" y="238216"/>
                  </a:lnTo>
                  <a:lnTo>
                    <a:pt x="393507" y="238053"/>
                  </a:lnTo>
                  <a:lnTo>
                    <a:pt x="393507" y="237757"/>
                  </a:lnTo>
                  <a:lnTo>
                    <a:pt x="393483" y="237465"/>
                  </a:lnTo>
                  <a:lnTo>
                    <a:pt x="393425" y="237214"/>
                  </a:lnTo>
                  <a:lnTo>
                    <a:pt x="393298" y="236776"/>
                  </a:lnTo>
                  <a:lnTo>
                    <a:pt x="393215" y="236432"/>
                  </a:lnTo>
                  <a:lnTo>
                    <a:pt x="393159" y="236188"/>
                  </a:lnTo>
                  <a:lnTo>
                    <a:pt x="393046" y="235883"/>
                  </a:lnTo>
                  <a:lnTo>
                    <a:pt x="392972" y="235657"/>
                  </a:lnTo>
                  <a:lnTo>
                    <a:pt x="392502" y="234897"/>
                  </a:lnTo>
                  <a:lnTo>
                    <a:pt x="392332" y="234702"/>
                  </a:lnTo>
                  <a:lnTo>
                    <a:pt x="392112" y="234507"/>
                  </a:lnTo>
                  <a:lnTo>
                    <a:pt x="391682" y="233821"/>
                  </a:lnTo>
                  <a:lnTo>
                    <a:pt x="391465" y="233494"/>
                  </a:lnTo>
                  <a:lnTo>
                    <a:pt x="391366" y="233292"/>
                  </a:lnTo>
                  <a:lnTo>
                    <a:pt x="391135" y="232579"/>
                  </a:lnTo>
                  <a:lnTo>
                    <a:pt x="391104" y="232396"/>
                  </a:lnTo>
                  <a:lnTo>
                    <a:pt x="391065" y="232181"/>
                  </a:lnTo>
                  <a:lnTo>
                    <a:pt x="391025" y="231981"/>
                  </a:lnTo>
                  <a:lnTo>
                    <a:pt x="390968" y="231741"/>
                  </a:lnTo>
                  <a:lnTo>
                    <a:pt x="390869" y="231391"/>
                  </a:lnTo>
                  <a:lnTo>
                    <a:pt x="390793" y="231128"/>
                  </a:lnTo>
                  <a:lnTo>
                    <a:pt x="390487" y="230565"/>
                  </a:lnTo>
                  <a:lnTo>
                    <a:pt x="390373" y="230148"/>
                  </a:lnTo>
                  <a:lnTo>
                    <a:pt x="390292" y="229812"/>
                  </a:lnTo>
                  <a:lnTo>
                    <a:pt x="390053" y="229349"/>
                  </a:lnTo>
                  <a:lnTo>
                    <a:pt x="389818" y="228962"/>
                  </a:lnTo>
                  <a:lnTo>
                    <a:pt x="389532" y="228570"/>
                  </a:lnTo>
                  <a:lnTo>
                    <a:pt x="389417" y="228311"/>
                  </a:lnTo>
                  <a:lnTo>
                    <a:pt x="389192" y="227830"/>
                  </a:lnTo>
                  <a:lnTo>
                    <a:pt x="389002" y="227394"/>
                  </a:lnTo>
                  <a:lnTo>
                    <a:pt x="388953" y="227230"/>
                  </a:lnTo>
                  <a:lnTo>
                    <a:pt x="388817" y="226927"/>
                  </a:lnTo>
                  <a:lnTo>
                    <a:pt x="388695" y="226608"/>
                  </a:lnTo>
                  <a:lnTo>
                    <a:pt x="388606" y="226469"/>
                  </a:lnTo>
                  <a:lnTo>
                    <a:pt x="388461" y="226052"/>
                  </a:lnTo>
                  <a:lnTo>
                    <a:pt x="388402" y="225912"/>
                  </a:lnTo>
                  <a:lnTo>
                    <a:pt x="388343" y="225776"/>
                  </a:lnTo>
                  <a:lnTo>
                    <a:pt x="388298" y="224352"/>
                  </a:lnTo>
                  <a:lnTo>
                    <a:pt x="388292" y="224151"/>
                  </a:lnTo>
                  <a:lnTo>
                    <a:pt x="388270" y="223682"/>
                  </a:lnTo>
                  <a:lnTo>
                    <a:pt x="388291" y="223146"/>
                  </a:lnTo>
                  <a:lnTo>
                    <a:pt x="388264" y="222950"/>
                  </a:lnTo>
                  <a:lnTo>
                    <a:pt x="388246" y="222753"/>
                  </a:lnTo>
                  <a:lnTo>
                    <a:pt x="388217" y="222444"/>
                  </a:lnTo>
                  <a:lnTo>
                    <a:pt x="388217" y="222091"/>
                  </a:lnTo>
                  <a:lnTo>
                    <a:pt x="388184" y="221904"/>
                  </a:lnTo>
                  <a:lnTo>
                    <a:pt x="388135" y="221502"/>
                  </a:lnTo>
                  <a:lnTo>
                    <a:pt x="388138" y="220937"/>
                  </a:lnTo>
                  <a:lnTo>
                    <a:pt x="388100" y="220623"/>
                  </a:lnTo>
                  <a:lnTo>
                    <a:pt x="388067" y="220443"/>
                  </a:lnTo>
                  <a:lnTo>
                    <a:pt x="388049" y="220209"/>
                  </a:lnTo>
                  <a:lnTo>
                    <a:pt x="388062" y="219823"/>
                  </a:lnTo>
                  <a:lnTo>
                    <a:pt x="388075" y="219007"/>
                  </a:lnTo>
                  <a:lnTo>
                    <a:pt x="388034" y="218782"/>
                  </a:lnTo>
                  <a:lnTo>
                    <a:pt x="388013" y="218580"/>
                  </a:lnTo>
                  <a:lnTo>
                    <a:pt x="388000" y="218327"/>
                  </a:lnTo>
                  <a:lnTo>
                    <a:pt x="387997" y="218023"/>
                  </a:lnTo>
                  <a:lnTo>
                    <a:pt x="387955" y="217810"/>
                  </a:lnTo>
                  <a:lnTo>
                    <a:pt x="387921" y="217667"/>
                  </a:lnTo>
                  <a:lnTo>
                    <a:pt x="387834" y="217144"/>
                  </a:lnTo>
                  <a:lnTo>
                    <a:pt x="387734" y="216713"/>
                  </a:lnTo>
                  <a:lnTo>
                    <a:pt x="387653" y="216341"/>
                  </a:lnTo>
                  <a:lnTo>
                    <a:pt x="387553" y="215714"/>
                  </a:lnTo>
                  <a:lnTo>
                    <a:pt x="387554" y="215349"/>
                  </a:lnTo>
                  <a:lnTo>
                    <a:pt x="387563" y="215076"/>
                  </a:lnTo>
                  <a:lnTo>
                    <a:pt x="387570" y="214945"/>
                  </a:lnTo>
                  <a:lnTo>
                    <a:pt x="387591" y="214531"/>
                  </a:lnTo>
                  <a:lnTo>
                    <a:pt x="387608" y="214132"/>
                  </a:lnTo>
                  <a:lnTo>
                    <a:pt x="387595" y="213918"/>
                  </a:lnTo>
                  <a:lnTo>
                    <a:pt x="387632" y="213585"/>
                  </a:lnTo>
                  <a:lnTo>
                    <a:pt x="387599" y="213416"/>
                  </a:lnTo>
                  <a:lnTo>
                    <a:pt x="387537" y="213155"/>
                  </a:lnTo>
                  <a:lnTo>
                    <a:pt x="387508" y="212987"/>
                  </a:lnTo>
                  <a:lnTo>
                    <a:pt x="387552" y="212676"/>
                  </a:lnTo>
                  <a:lnTo>
                    <a:pt x="387450" y="212252"/>
                  </a:lnTo>
                  <a:lnTo>
                    <a:pt x="387396" y="212010"/>
                  </a:lnTo>
                  <a:lnTo>
                    <a:pt x="387359" y="211545"/>
                  </a:lnTo>
                  <a:lnTo>
                    <a:pt x="387311" y="211363"/>
                  </a:lnTo>
                  <a:lnTo>
                    <a:pt x="387221" y="211003"/>
                  </a:lnTo>
                  <a:lnTo>
                    <a:pt x="387172" y="210405"/>
                  </a:lnTo>
                  <a:lnTo>
                    <a:pt x="387165" y="210141"/>
                  </a:lnTo>
                  <a:lnTo>
                    <a:pt x="387132" y="209562"/>
                  </a:lnTo>
                  <a:lnTo>
                    <a:pt x="387066" y="209183"/>
                  </a:lnTo>
                  <a:lnTo>
                    <a:pt x="387046" y="209017"/>
                  </a:lnTo>
                  <a:lnTo>
                    <a:pt x="387021" y="208811"/>
                  </a:lnTo>
                  <a:lnTo>
                    <a:pt x="387014" y="208683"/>
                  </a:lnTo>
                  <a:lnTo>
                    <a:pt x="387013" y="208074"/>
                  </a:lnTo>
                  <a:lnTo>
                    <a:pt x="387052" y="207875"/>
                  </a:lnTo>
                  <a:lnTo>
                    <a:pt x="387050" y="207611"/>
                  </a:lnTo>
                  <a:lnTo>
                    <a:pt x="387012" y="207156"/>
                  </a:lnTo>
                  <a:lnTo>
                    <a:pt x="387002" y="206993"/>
                  </a:lnTo>
                  <a:lnTo>
                    <a:pt x="386964" y="206738"/>
                  </a:lnTo>
                  <a:lnTo>
                    <a:pt x="386940" y="206551"/>
                  </a:lnTo>
                  <a:lnTo>
                    <a:pt x="386950" y="206322"/>
                  </a:lnTo>
                  <a:lnTo>
                    <a:pt x="386864" y="203698"/>
                  </a:lnTo>
                  <a:lnTo>
                    <a:pt x="386858" y="203459"/>
                  </a:lnTo>
                  <a:lnTo>
                    <a:pt x="386853" y="203306"/>
                  </a:lnTo>
                  <a:lnTo>
                    <a:pt x="386764" y="202568"/>
                  </a:lnTo>
                  <a:lnTo>
                    <a:pt x="386676" y="202002"/>
                  </a:lnTo>
                  <a:lnTo>
                    <a:pt x="386509" y="201289"/>
                  </a:lnTo>
                  <a:lnTo>
                    <a:pt x="386563" y="200945"/>
                  </a:lnTo>
                  <a:lnTo>
                    <a:pt x="386601" y="199945"/>
                  </a:lnTo>
                  <a:lnTo>
                    <a:pt x="386530" y="199730"/>
                  </a:lnTo>
                  <a:lnTo>
                    <a:pt x="386445" y="199209"/>
                  </a:lnTo>
                  <a:lnTo>
                    <a:pt x="386475" y="198890"/>
                  </a:lnTo>
                  <a:lnTo>
                    <a:pt x="386488" y="198526"/>
                  </a:lnTo>
                  <a:lnTo>
                    <a:pt x="386493" y="198377"/>
                  </a:lnTo>
                  <a:lnTo>
                    <a:pt x="386513" y="197961"/>
                  </a:lnTo>
                  <a:lnTo>
                    <a:pt x="386645" y="197505"/>
                  </a:lnTo>
                  <a:lnTo>
                    <a:pt x="386758" y="197080"/>
                  </a:lnTo>
                  <a:lnTo>
                    <a:pt x="386832" y="196911"/>
                  </a:lnTo>
                  <a:lnTo>
                    <a:pt x="387072" y="196241"/>
                  </a:lnTo>
                  <a:lnTo>
                    <a:pt x="387059" y="195940"/>
                  </a:lnTo>
                  <a:lnTo>
                    <a:pt x="386981" y="195511"/>
                  </a:lnTo>
                  <a:lnTo>
                    <a:pt x="386911" y="194642"/>
                  </a:lnTo>
                  <a:lnTo>
                    <a:pt x="386826" y="193959"/>
                  </a:lnTo>
                  <a:lnTo>
                    <a:pt x="386605" y="193176"/>
                  </a:lnTo>
                  <a:lnTo>
                    <a:pt x="386455" y="192508"/>
                  </a:lnTo>
                  <a:lnTo>
                    <a:pt x="386409" y="192333"/>
                  </a:lnTo>
                  <a:lnTo>
                    <a:pt x="386366" y="192169"/>
                  </a:lnTo>
                  <a:lnTo>
                    <a:pt x="386344" y="191960"/>
                  </a:lnTo>
                  <a:lnTo>
                    <a:pt x="386298" y="191570"/>
                  </a:lnTo>
                  <a:lnTo>
                    <a:pt x="386229" y="191233"/>
                  </a:lnTo>
                  <a:lnTo>
                    <a:pt x="386341" y="190759"/>
                  </a:lnTo>
                  <a:lnTo>
                    <a:pt x="386260" y="190596"/>
                  </a:lnTo>
                  <a:lnTo>
                    <a:pt x="386081" y="190234"/>
                  </a:lnTo>
                  <a:lnTo>
                    <a:pt x="385754" y="189908"/>
                  </a:lnTo>
                  <a:lnTo>
                    <a:pt x="385640" y="189427"/>
                  </a:lnTo>
                  <a:lnTo>
                    <a:pt x="385530" y="188241"/>
                  </a:lnTo>
                  <a:lnTo>
                    <a:pt x="385495" y="187821"/>
                  </a:lnTo>
                  <a:lnTo>
                    <a:pt x="385472" y="187159"/>
                  </a:lnTo>
                  <a:lnTo>
                    <a:pt x="385335" y="186019"/>
                  </a:lnTo>
                  <a:lnTo>
                    <a:pt x="385332" y="185739"/>
                  </a:lnTo>
                  <a:lnTo>
                    <a:pt x="385275" y="185361"/>
                  </a:lnTo>
                  <a:lnTo>
                    <a:pt x="385259" y="185157"/>
                  </a:lnTo>
                  <a:lnTo>
                    <a:pt x="385225" y="184843"/>
                  </a:lnTo>
                  <a:lnTo>
                    <a:pt x="385213" y="184676"/>
                  </a:lnTo>
                  <a:lnTo>
                    <a:pt x="385149" y="184279"/>
                  </a:lnTo>
                  <a:lnTo>
                    <a:pt x="385219" y="184108"/>
                  </a:lnTo>
                  <a:lnTo>
                    <a:pt x="385238" y="183846"/>
                  </a:lnTo>
                  <a:lnTo>
                    <a:pt x="385265" y="183693"/>
                  </a:lnTo>
                  <a:lnTo>
                    <a:pt x="385238" y="183460"/>
                  </a:lnTo>
                  <a:lnTo>
                    <a:pt x="385000" y="182709"/>
                  </a:lnTo>
                  <a:lnTo>
                    <a:pt x="383126" y="181080"/>
                  </a:lnTo>
                  <a:lnTo>
                    <a:pt x="382697" y="180711"/>
                  </a:lnTo>
                  <a:lnTo>
                    <a:pt x="382432" y="180483"/>
                  </a:lnTo>
                  <a:lnTo>
                    <a:pt x="382027" y="180142"/>
                  </a:lnTo>
                  <a:lnTo>
                    <a:pt x="381593" y="179775"/>
                  </a:lnTo>
                  <a:lnTo>
                    <a:pt x="381010" y="179146"/>
                  </a:lnTo>
                  <a:lnTo>
                    <a:pt x="378871" y="172939"/>
                  </a:lnTo>
                  <a:lnTo>
                    <a:pt x="378488" y="172782"/>
                  </a:lnTo>
                  <a:lnTo>
                    <a:pt x="378239" y="172670"/>
                  </a:lnTo>
                  <a:lnTo>
                    <a:pt x="377866" y="172486"/>
                  </a:lnTo>
                  <a:lnTo>
                    <a:pt x="377700" y="172415"/>
                  </a:lnTo>
                  <a:lnTo>
                    <a:pt x="377526" y="172330"/>
                  </a:lnTo>
                  <a:lnTo>
                    <a:pt x="377344" y="172147"/>
                  </a:lnTo>
                  <a:lnTo>
                    <a:pt x="377277" y="171824"/>
                  </a:lnTo>
                  <a:lnTo>
                    <a:pt x="377231" y="171550"/>
                  </a:lnTo>
                  <a:lnTo>
                    <a:pt x="377202" y="171307"/>
                  </a:lnTo>
                  <a:lnTo>
                    <a:pt x="377184" y="171159"/>
                  </a:lnTo>
                  <a:lnTo>
                    <a:pt x="377255" y="170932"/>
                  </a:lnTo>
                  <a:lnTo>
                    <a:pt x="377204" y="170746"/>
                  </a:lnTo>
                  <a:lnTo>
                    <a:pt x="377165" y="170300"/>
                  </a:lnTo>
                  <a:lnTo>
                    <a:pt x="377095" y="170027"/>
                  </a:lnTo>
                  <a:lnTo>
                    <a:pt x="377050" y="169850"/>
                  </a:lnTo>
                  <a:lnTo>
                    <a:pt x="377004" y="169684"/>
                  </a:lnTo>
                  <a:lnTo>
                    <a:pt x="376956" y="169520"/>
                  </a:lnTo>
                  <a:lnTo>
                    <a:pt x="376881" y="169287"/>
                  </a:lnTo>
                  <a:lnTo>
                    <a:pt x="376830" y="169116"/>
                  </a:lnTo>
                  <a:lnTo>
                    <a:pt x="376751" y="168847"/>
                  </a:lnTo>
                  <a:lnTo>
                    <a:pt x="376702" y="168699"/>
                  </a:lnTo>
                  <a:lnTo>
                    <a:pt x="376623" y="168445"/>
                  </a:lnTo>
                  <a:lnTo>
                    <a:pt x="376531" y="168086"/>
                  </a:lnTo>
                  <a:lnTo>
                    <a:pt x="376433" y="167710"/>
                  </a:lnTo>
                  <a:lnTo>
                    <a:pt x="376376" y="167524"/>
                  </a:lnTo>
                  <a:lnTo>
                    <a:pt x="376315" y="167299"/>
                  </a:lnTo>
                  <a:lnTo>
                    <a:pt x="376273" y="166956"/>
                  </a:lnTo>
                  <a:lnTo>
                    <a:pt x="376213" y="166790"/>
                  </a:lnTo>
                  <a:lnTo>
                    <a:pt x="376166" y="166603"/>
                  </a:lnTo>
                  <a:lnTo>
                    <a:pt x="376136" y="166171"/>
                  </a:lnTo>
                  <a:lnTo>
                    <a:pt x="375820" y="165031"/>
                  </a:lnTo>
                  <a:lnTo>
                    <a:pt x="375763" y="164847"/>
                  </a:lnTo>
                  <a:lnTo>
                    <a:pt x="375659" y="164530"/>
                  </a:lnTo>
                  <a:lnTo>
                    <a:pt x="375602" y="164361"/>
                  </a:lnTo>
                  <a:lnTo>
                    <a:pt x="375521" y="163913"/>
                  </a:lnTo>
                  <a:lnTo>
                    <a:pt x="375494" y="163406"/>
                  </a:lnTo>
                  <a:lnTo>
                    <a:pt x="375458" y="163238"/>
                  </a:lnTo>
                  <a:lnTo>
                    <a:pt x="375421" y="163086"/>
                  </a:lnTo>
                  <a:lnTo>
                    <a:pt x="375373" y="162758"/>
                  </a:lnTo>
                  <a:lnTo>
                    <a:pt x="375297" y="162424"/>
                  </a:lnTo>
                  <a:lnTo>
                    <a:pt x="375188" y="161914"/>
                  </a:lnTo>
                  <a:lnTo>
                    <a:pt x="375158" y="161773"/>
                  </a:lnTo>
                  <a:lnTo>
                    <a:pt x="375127" y="161630"/>
                  </a:lnTo>
                  <a:lnTo>
                    <a:pt x="375048" y="161263"/>
                  </a:lnTo>
                  <a:lnTo>
                    <a:pt x="374640" y="160012"/>
                  </a:lnTo>
                  <a:lnTo>
                    <a:pt x="374610" y="159852"/>
                  </a:lnTo>
                  <a:lnTo>
                    <a:pt x="374431" y="159175"/>
                  </a:lnTo>
                  <a:lnTo>
                    <a:pt x="374330" y="158544"/>
                  </a:lnTo>
                  <a:lnTo>
                    <a:pt x="373745" y="157257"/>
                  </a:lnTo>
                  <a:lnTo>
                    <a:pt x="373556" y="156899"/>
                  </a:lnTo>
                  <a:lnTo>
                    <a:pt x="373243" y="156303"/>
                  </a:lnTo>
                  <a:lnTo>
                    <a:pt x="372905" y="155661"/>
                  </a:lnTo>
                  <a:lnTo>
                    <a:pt x="372836" y="155530"/>
                  </a:lnTo>
                  <a:lnTo>
                    <a:pt x="372516" y="154887"/>
                  </a:lnTo>
                  <a:lnTo>
                    <a:pt x="372210" y="154249"/>
                  </a:lnTo>
                  <a:lnTo>
                    <a:pt x="372137" y="154096"/>
                  </a:lnTo>
                  <a:lnTo>
                    <a:pt x="372061" y="153938"/>
                  </a:lnTo>
                  <a:lnTo>
                    <a:pt x="371950" y="153705"/>
                  </a:lnTo>
                  <a:lnTo>
                    <a:pt x="371786" y="153363"/>
                  </a:lnTo>
                  <a:lnTo>
                    <a:pt x="371692" y="153167"/>
                  </a:lnTo>
                  <a:lnTo>
                    <a:pt x="371508" y="152782"/>
                  </a:lnTo>
                  <a:lnTo>
                    <a:pt x="371372" y="152498"/>
                  </a:lnTo>
                  <a:lnTo>
                    <a:pt x="371169" y="152074"/>
                  </a:lnTo>
                  <a:lnTo>
                    <a:pt x="370592" y="151090"/>
                  </a:lnTo>
                  <a:lnTo>
                    <a:pt x="370280" y="151033"/>
                  </a:lnTo>
                  <a:lnTo>
                    <a:pt x="370067" y="151008"/>
                  </a:lnTo>
                  <a:lnTo>
                    <a:pt x="369784" y="150917"/>
                  </a:lnTo>
                  <a:lnTo>
                    <a:pt x="369651" y="150866"/>
                  </a:lnTo>
                  <a:lnTo>
                    <a:pt x="369491" y="150809"/>
                  </a:lnTo>
                  <a:lnTo>
                    <a:pt x="369344" y="150769"/>
                  </a:lnTo>
                  <a:lnTo>
                    <a:pt x="368825" y="150629"/>
                  </a:lnTo>
                  <a:lnTo>
                    <a:pt x="368552" y="150617"/>
                  </a:lnTo>
                  <a:lnTo>
                    <a:pt x="368106" y="150544"/>
                  </a:lnTo>
                  <a:lnTo>
                    <a:pt x="367814" y="150504"/>
                  </a:lnTo>
                  <a:lnTo>
                    <a:pt x="367396" y="150388"/>
                  </a:lnTo>
                  <a:lnTo>
                    <a:pt x="367037" y="150281"/>
                  </a:lnTo>
                  <a:lnTo>
                    <a:pt x="366698" y="150217"/>
                  </a:lnTo>
                  <a:lnTo>
                    <a:pt x="366440" y="150156"/>
                  </a:lnTo>
                  <a:lnTo>
                    <a:pt x="366030" y="149956"/>
                  </a:lnTo>
                  <a:lnTo>
                    <a:pt x="365878" y="149845"/>
                  </a:lnTo>
                  <a:lnTo>
                    <a:pt x="365701" y="149767"/>
                  </a:lnTo>
                  <a:lnTo>
                    <a:pt x="365182" y="149620"/>
                  </a:lnTo>
                  <a:lnTo>
                    <a:pt x="364870" y="149581"/>
                  </a:lnTo>
                  <a:lnTo>
                    <a:pt x="364710" y="149557"/>
                  </a:lnTo>
                  <a:lnTo>
                    <a:pt x="364449" y="149543"/>
                  </a:lnTo>
                  <a:lnTo>
                    <a:pt x="364187" y="149454"/>
                  </a:lnTo>
                  <a:lnTo>
                    <a:pt x="364002" y="149411"/>
                  </a:lnTo>
                  <a:lnTo>
                    <a:pt x="363431" y="149234"/>
                  </a:lnTo>
                  <a:lnTo>
                    <a:pt x="363146" y="149159"/>
                  </a:lnTo>
                  <a:lnTo>
                    <a:pt x="362858" y="149096"/>
                  </a:lnTo>
                  <a:lnTo>
                    <a:pt x="362590" y="149026"/>
                  </a:lnTo>
                  <a:lnTo>
                    <a:pt x="362356" y="148945"/>
                  </a:lnTo>
                  <a:lnTo>
                    <a:pt x="362210" y="148904"/>
                  </a:lnTo>
                  <a:lnTo>
                    <a:pt x="361899" y="148854"/>
                  </a:lnTo>
                  <a:lnTo>
                    <a:pt x="361199" y="148745"/>
                  </a:lnTo>
                  <a:lnTo>
                    <a:pt x="360704" y="148716"/>
                  </a:lnTo>
                  <a:lnTo>
                    <a:pt x="360543" y="148750"/>
                  </a:lnTo>
                  <a:lnTo>
                    <a:pt x="360388" y="148792"/>
                  </a:lnTo>
                  <a:lnTo>
                    <a:pt x="359919" y="148872"/>
                  </a:lnTo>
                  <a:lnTo>
                    <a:pt x="359754" y="148863"/>
                  </a:lnTo>
                  <a:lnTo>
                    <a:pt x="359602" y="148866"/>
                  </a:lnTo>
                  <a:lnTo>
                    <a:pt x="359294" y="148885"/>
                  </a:lnTo>
                  <a:lnTo>
                    <a:pt x="358953" y="148905"/>
                  </a:lnTo>
                  <a:lnTo>
                    <a:pt x="358526" y="148998"/>
                  </a:lnTo>
                  <a:lnTo>
                    <a:pt x="358257" y="149019"/>
                  </a:lnTo>
                  <a:lnTo>
                    <a:pt x="358118" y="149023"/>
                  </a:lnTo>
                  <a:lnTo>
                    <a:pt x="357925" y="149028"/>
                  </a:lnTo>
                  <a:lnTo>
                    <a:pt x="357733" y="149015"/>
                  </a:lnTo>
                  <a:lnTo>
                    <a:pt x="357208" y="149047"/>
                  </a:lnTo>
                  <a:lnTo>
                    <a:pt x="356923" y="149099"/>
                  </a:lnTo>
                  <a:lnTo>
                    <a:pt x="356337" y="149112"/>
                  </a:lnTo>
                  <a:lnTo>
                    <a:pt x="356158" y="149138"/>
                  </a:lnTo>
                  <a:lnTo>
                    <a:pt x="355561" y="149136"/>
                  </a:lnTo>
                  <a:lnTo>
                    <a:pt x="355219" y="149269"/>
                  </a:lnTo>
                  <a:lnTo>
                    <a:pt x="355041" y="149398"/>
                  </a:lnTo>
                  <a:lnTo>
                    <a:pt x="354849" y="149511"/>
                  </a:lnTo>
                  <a:lnTo>
                    <a:pt x="354492" y="149387"/>
                  </a:lnTo>
                  <a:lnTo>
                    <a:pt x="354252" y="149297"/>
                  </a:lnTo>
                  <a:lnTo>
                    <a:pt x="353443" y="149172"/>
                  </a:lnTo>
                  <a:lnTo>
                    <a:pt x="353271" y="149143"/>
                  </a:lnTo>
                  <a:lnTo>
                    <a:pt x="352727" y="148939"/>
                  </a:lnTo>
                  <a:lnTo>
                    <a:pt x="352395" y="149086"/>
                  </a:lnTo>
                  <a:lnTo>
                    <a:pt x="352469" y="149422"/>
                  </a:lnTo>
                  <a:lnTo>
                    <a:pt x="352487" y="149640"/>
                  </a:lnTo>
                  <a:lnTo>
                    <a:pt x="352521" y="149841"/>
                  </a:lnTo>
                  <a:lnTo>
                    <a:pt x="352583" y="149996"/>
                  </a:lnTo>
                  <a:lnTo>
                    <a:pt x="352681" y="150212"/>
                  </a:lnTo>
                  <a:lnTo>
                    <a:pt x="352835" y="150496"/>
                  </a:lnTo>
                  <a:lnTo>
                    <a:pt x="352925" y="150660"/>
                  </a:lnTo>
                  <a:lnTo>
                    <a:pt x="353145" y="150988"/>
                  </a:lnTo>
                  <a:lnTo>
                    <a:pt x="352389" y="160822"/>
                  </a:lnTo>
                  <a:lnTo>
                    <a:pt x="351487" y="161323"/>
                  </a:lnTo>
                  <a:lnTo>
                    <a:pt x="351060" y="161563"/>
                  </a:lnTo>
                  <a:lnTo>
                    <a:pt x="349811" y="162210"/>
                  </a:lnTo>
                  <a:lnTo>
                    <a:pt x="349013" y="162589"/>
                  </a:lnTo>
                  <a:lnTo>
                    <a:pt x="344758" y="166460"/>
                  </a:lnTo>
                  <a:lnTo>
                    <a:pt x="344600" y="166585"/>
                  </a:lnTo>
                  <a:lnTo>
                    <a:pt x="344319" y="166912"/>
                  </a:lnTo>
                  <a:lnTo>
                    <a:pt x="343005" y="161910"/>
                  </a:lnTo>
                  <a:lnTo>
                    <a:pt x="342298" y="162688"/>
                  </a:lnTo>
                  <a:lnTo>
                    <a:pt x="341689" y="163364"/>
                  </a:lnTo>
                  <a:lnTo>
                    <a:pt x="341483" y="163593"/>
                  </a:lnTo>
                  <a:lnTo>
                    <a:pt x="341300" y="163826"/>
                  </a:lnTo>
                  <a:lnTo>
                    <a:pt x="340957" y="164471"/>
                  </a:lnTo>
                  <a:lnTo>
                    <a:pt x="340809" y="164754"/>
                  </a:lnTo>
                  <a:lnTo>
                    <a:pt x="340399" y="165591"/>
                  </a:lnTo>
                  <a:lnTo>
                    <a:pt x="340267" y="165881"/>
                  </a:lnTo>
                  <a:lnTo>
                    <a:pt x="340207" y="166011"/>
                  </a:lnTo>
                  <a:lnTo>
                    <a:pt x="340103" y="166250"/>
                  </a:lnTo>
                  <a:lnTo>
                    <a:pt x="340004" y="166412"/>
                  </a:lnTo>
                  <a:lnTo>
                    <a:pt x="339868" y="166646"/>
                  </a:lnTo>
                  <a:lnTo>
                    <a:pt x="339745" y="166864"/>
                  </a:lnTo>
                  <a:lnTo>
                    <a:pt x="339666" y="166994"/>
                  </a:lnTo>
                  <a:lnTo>
                    <a:pt x="339553" y="167199"/>
                  </a:lnTo>
                  <a:lnTo>
                    <a:pt x="339441" y="167418"/>
                  </a:lnTo>
                  <a:lnTo>
                    <a:pt x="339288" y="167685"/>
                  </a:lnTo>
                  <a:lnTo>
                    <a:pt x="339158" y="167916"/>
                  </a:lnTo>
                  <a:lnTo>
                    <a:pt x="339053" y="168099"/>
                  </a:lnTo>
                  <a:lnTo>
                    <a:pt x="338935" y="168306"/>
                  </a:lnTo>
                  <a:lnTo>
                    <a:pt x="338850" y="168456"/>
                  </a:lnTo>
                  <a:lnTo>
                    <a:pt x="338770" y="168600"/>
                  </a:lnTo>
                  <a:lnTo>
                    <a:pt x="337639" y="172214"/>
                  </a:lnTo>
                  <a:lnTo>
                    <a:pt x="337738" y="172936"/>
                  </a:lnTo>
                  <a:lnTo>
                    <a:pt x="338277" y="187115"/>
                  </a:lnTo>
                  <a:lnTo>
                    <a:pt x="338112" y="187679"/>
                  </a:lnTo>
                  <a:lnTo>
                    <a:pt x="338321" y="197085"/>
                  </a:lnTo>
                  <a:lnTo>
                    <a:pt x="338405" y="197235"/>
                  </a:lnTo>
                  <a:lnTo>
                    <a:pt x="338443" y="197362"/>
                  </a:lnTo>
                  <a:lnTo>
                    <a:pt x="338430" y="197490"/>
                  </a:lnTo>
                  <a:lnTo>
                    <a:pt x="338402" y="197926"/>
                  </a:lnTo>
                  <a:lnTo>
                    <a:pt x="338327" y="198181"/>
                  </a:lnTo>
                  <a:lnTo>
                    <a:pt x="338325" y="198595"/>
                  </a:lnTo>
                  <a:lnTo>
                    <a:pt x="338054" y="198582"/>
                  </a:lnTo>
                  <a:lnTo>
                    <a:pt x="337785" y="198570"/>
                  </a:lnTo>
                  <a:lnTo>
                    <a:pt x="337629" y="198562"/>
                  </a:lnTo>
                  <a:lnTo>
                    <a:pt x="336669" y="198646"/>
                  </a:lnTo>
                  <a:lnTo>
                    <a:pt x="336095" y="198767"/>
                  </a:lnTo>
                  <a:lnTo>
                    <a:pt x="335727" y="198789"/>
                  </a:lnTo>
                  <a:lnTo>
                    <a:pt x="334658" y="198857"/>
                  </a:lnTo>
                  <a:lnTo>
                    <a:pt x="334159" y="198888"/>
                  </a:lnTo>
                  <a:lnTo>
                    <a:pt x="333821" y="198706"/>
                  </a:lnTo>
                  <a:lnTo>
                    <a:pt x="332363" y="197908"/>
                  </a:lnTo>
                  <a:lnTo>
                    <a:pt x="323686" y="192989"/>
                  </a:lnTo>
                  <a:lnTo>
                    <a:pt x="323490" y="193190"/>
                  </a:lnTo>
                  <a:lnTo>
                    <a:pt x="323177" y="193319"/>
                  </a:lnTo>
                  <a:lnTo>
                    <a:pt x="323032" y="193291"/>
                  </a:lnTo>
                  <a:lnTo>
                    <a:pt x="322867" y="193027"/>
                  </a:lnTo>
                  <a:lnTo>
                    <a:pt x="322992" y="192818"/>
                  </a:lnTo>
                  <a:lnTo>
                    <a:pt x="322898" y="192561"/>
                  </a:lnTo>
                  <a:lnTo>
                    <a:pt x="322862" y="192355"/>
                  </a:lnTo>
                  <a:lnTo>
                    <a:pt x="319597" y="190528"/>
                  </a:lnTo>
                  <a:lnTo>
                    <a:pt x="318661" y="190001"/>
                  </a:lnTo>
                  <a:lnTo>
                    <a:pt x="317770" y="189503"/>
                  </a:lnTo>
                  <a:lnTo>
                    <a:pt x="317508" y="189340"/>
                  </a:lnTo>
                  <a:lnTo>
                    <a:pt x="317302" y="189202"/>
                  </a:lnTo>
                  <a:lnTo>
                    <a:pt x="316630" y="188757"/>
                  </a:lnTo>
                  <a:lnTo>
                    <a:pt x="313671" y="186795"/>
                  </a:lnTo>
                  <a:lnTo>
                    <a:pt x="312444" y="185983"/>
                  </a:lnTo>
                  <a:lnTo>
                    <a:pt x="312134" y="185513"/>
                  </a:lnTo>
                  <a:lnTo>
                    <a:pt x="311948" y="185299"/>
                  </a:lnTo>
                  <a:lnTo>
                    <a:pt x="309699" y="184093"/>
                  </a:lnTo>
                  <a:lnTo>
                    <a:pt x="309434" y="183927"/>
                  </a:lnTo>
                  <a:lnTo>
                    <a:pt x="308953" y="183736"/>
                  </a:lnTo>
                  <a:lnTo>
                    <a:pt x="308816" y="183721"/>
                  </a:lnTo>
                  <a:lnTo>
                    <a:pt x="308605" y="183390"/>
                  </a:lnTo>
                  <a:lnTo>
                    <a:pt x="308897" y="183019"/>
                  </a:lnTo>
                  <a:lnTo>
                    <a:pt x="309035" y="182902"/>
                  </a:lnTo>
                  <a:lnTo>
                    <a:pt x="309210" y="182724"/>
                  </a:lnTo>
                  <a:lnTo>
                    <a:pt x="309338" y="182584"/>
                  </a:lnTo>
                  <a:lnTo>
                    <a:pt x="309447" y="182441"/>
                  </a:lnTo>
                  <a:lnTo>
                    <a:pt x="309757" y="182164"/>
                  </a:lnTo>
                  <a:lnTo>
                    <a:pt x="309897" y="182049"/>
                  </a:lnTo>
                  <a:lnTo>
                    <a:pt x="310025" y="181968"/>
                  </a:lnTo>
                  <a:lnTo>
                    <a:pt x="310131" y="181714"/>
                  </a:lnTo>
                  <a:lnTo>
                    <a:pt x="310126" y="181561"/>
                  </a:lnTo>
                  <a:lnTo>
                    <a:pt x="310121" y="181388"/>
                  </a:lnTo>
                  <a:lnTo>
                    <a:pt x="310076" y="181128"/>
                  </a:lnTo>
                  <a:lnTo>
                    <a:pt x="310050" y="180948"/>
                  </a:lnTo>
                  <a:lnTo>
                    <a:pt x="310045" y="180821"/>
                  </a:lnTo>
                  <a:lnTo>
                    <a:pt x="310081" y="180632"/>
                  </a:lnTo>
                  <a:lnTo>
                    <a:pt x="310106" y="180502"/>
                  </a:lnTo>
                  <a:lnTo>
                    <a:pt x="310032" y="180307"/>
                  </a:lnTo>
                  <a:lnTo>
                    <a:pt x="309877" y="180220"/>
                  </a:lnTo>
                  <a:lnTo>
                    <a:pt x="309699" y="180230"/>
                  </a:lnTo>
                  <a:lnTo>
                    <a:pt x="309452" y="180118"/>
                  </a:lnTo>
                  <a:lnTo>
                    <a:pt x="309332" y="179981"/>
                  </a:lnTo>
                  <a:lnTo>
                    <a:pt x="309289" y="179836"/>
                  </a:lnTo>
                  <a:lnTo>
                    <a:pt x="309294" y="179668"/>
                  </a:lnTo>
                  <a:lnTo>
                    <a:pt x="309429" y="174847"/>
                  </a:lnTo>
                  <a:lnTo>
                    <a:pt x="309359" y="174400"/>
                  </a:lnTo>
                  <a:lnTo>
                    <a:pt x="309333" y="174249"/>
                  </a:lnTo>
                  <a:lnTo>
                    <a:pt x="309096" y="173087"/>
                  </a:lnTo>
                  <a:lnTo>
                    <a:pt x="309053" y="172778"/>
                  </a:lnTo>
                  <a:lnTo>
                    <a:pt x="308742" y="172852"/>
                  </a:lnTo>
                  <a:lnTo>
                    <a:pt x="308591" y="172877"/>
                  </a:lnTo>
                  <a:lnTo>
                    <a:pt x="308353" y="172945"/>
                  </a:lnTo>
                  <a:lnTo>
                    <a:pt x="307653" y="173144"/>
                  </a:lnTo>
                  <a:lnTo>
                    <a:pt x="306362" y="173511"/>
                  </a:lnTo>
                  <a:lnTo>
                    <a:pt x="305561" y="173653"/>
                  </a:lnTo>
                  <a:lnTo>
                    <a:pt x="305021" y="173710"/>
                  </a:lnTo>
                  <a:lnTo>
                    <a:pt x="303991" y="173674"/>
                  </a:lnTo>
                  <a:lnTo>
                    <a:pt x="301948" y="173649"/>
                  </a:lnTo>
                  <a:lnTo>
                    <a:pt x="301179" y="173655"/>
                  </a:lnTo>
                  <a:lnTo>
                    <a:pt x="300849" y="173658"/>
                  </a:lnTo>
                  <a:lnTo>
                    <a:pt x="300304" y="173656"/>
                  </a:lnTo>
                  <a:lnTo>
                    <a:pt x="299007" y="173645"/>
                  </a:lnTo>
                  <a:lnTo>
                    <a:pt x="298019" y="173642"/>
                  </a:lnTo>
                  <a:lnTo>
                    <a:pt x="294897" y="174636"/>
                  </a:lnTo>
                  <a:lnTo>
                    <a:pt x="294674" y="174701"/>
                  </a:lnTo>
                  <a:lnTo>
                    <a:pt x="294095" y="174738"/>
                  </a:lnTo>
                  <a:lnTo>
                    <a:pt x="293540" y="174672"/>
                  </a:lnTo>
                  <a:lnTo>
                    <a:pt x="291185" y="173893"/>
                  </a:lnTo>
                  <a:lnTo>
                    <a:pt x="290965" y="173753"/>
                  </a:lnTo>
                  <a:lnTo>
                    <a:pt x="290786" y="173544"/>
                  </a:lnTo>
                  <a:lnTo>
                    <a:pt x="289379" y="171867"/>
                  </a:lnTo>
                  <a:lnTo>
                    <a:pt x="288734" y="171100"/>
                  </a:lnTo>
                  <a:lnTo>
                    <a:pt x="288596" y="170935"/>
                  </a:lnTo>
                  <a:lnTo>
                    <a:pt x="288272" y="170546"/>
                  </a:lnTo>
                  <a:lnTo>
                    <a:pt x="287704" y="170023"/>
                  </a:lnTo>
                  <a:lnTo>
                    <a:pt x="287107" y="169527"/>
                  </a:lnTo>
                  <a:lnTo>
                    <a:pt x="286876" y="169374"/>
                  </a:lnTo>
                  <a:lnTo>
                    <a:pt x="286661" y="169309"/>
                  </a:lnTo>
                  <a:lnTo>
                    <a:pt x="285400" y="169130"/>
                  </a:lnTo>
                  <a:lnTo>
                    <a:pt x="284565" y="168744"/>
                  </a:lnTo>
                  <a:lnTo>
                    <a:pt x="284429" y="168708"/>
                  </a:lnTo>
                  <a:lnTo>
                    <a:pt x="284268" y="168627"/>
                  </a:lnTo>
                  <a:lnTo>
                    <a:pt x="282509" y="164552"/>
                  </a:lnTo>
                  <a:lnTo>
                    <a:pt x="282497" y="164362"/>
                  </a:lnTo>
                  <a:lnTo>
                    <a:pt x="282417" y="164101"/>
                  </a:lnTo>
                  <a:lnTo>
                    <a:pt x="282408" y="163972"/>
                  </a:lnTo>
                  <a:lnTo>
                    <a:pt x="282475" y="163463"/>
                  </a:lnTo>
                  <a:lnTo>
                    <a:pt x="282500" y="163259"/>
                  </a:lnTo>
                  <a:lnTo>
                    <a:pt x="282521" y="163045"/>
                  </a:lnTo>
                  <a:lnTo>
                    <a:pt x="282543" y="162851"/>
                  </a:lnTo>
                  <a:lnTo>
                    <a:pt x="282564" y="162661"/>
                  </a:lnTo>
                  <a:lnTo>
                    <a:pt x="286515" y="153963"/>
                  </a:lnTo>
                  <a:lnTo>
                    <a:pt x="286558" y="153746"/>
                  </a:lnTo>
                  <a:lnTo>
                    <a:pt x="286563" y="153615"/>
                  </a:lnTo>
                  <a:lnTo>
                    <a:pt x="286451" y="153289"/>
                  </a:lnTo>
                  <a:lnTo>
                    <a:pt x="286352" y="153061"/>
                  </a:lnTo>
                  <a:lnTo>
                    <a:pt x="286108" y="152795"/>
                  </a:lnTo>
                  <a:lnTo>
                    <a:pt x="285798" y="152504"/>
                  </a:lnTo>
                  <a:lnTo>
                    <a:pt x="285441" y="152036"/>
                  </a:lnTo>
                  <a:lnTo>
                    <a:pt x="285368" y="151861"/>
                  </a:lnTo>
                  <a:lnTo>
                    <a:pt x="285316" y="151667"/>
                  </a:lnTo>
                  <a:lnTo>
                    <a:pt x="285346" y="151497"/>
                  </a:lnTo>
                  <a:lnTo>
                    <a:pt x="285371" y="150800"/>
                  </a:lnTo>
                  <a:lnTo>
                    <a:pt x="285245" y="150245"/>
                  </a:lnTo>
                  <a:lnTo>
                    <a:pt x="285216" y="150017"/>
                  </a:lnTo>
                  <a:lnTo>
                    <a:pt x="285120" y="149813"/>
                  </a:lnTo>
                  <a:lnTo>
                    <a:pt x="284969" y="149650"/>
                  </a:lnTo>
                  <a:lnTo>
                    <a:pt x="284761" y="149543"/>
                  </a:lnTo>
                  <a:lnTo>
                    <a:pt x="284558" y="149482"/>
                  </a:lnTo>
                  <a:lnTo>
                    <a:pt x="284344" y="149442"/>
                  </a:lnTo>
                  <a:lnTo>
                    <a:pt x="283923" y="149381"/>
                  </a:lnTo>
                  <a:lnTo>
                    <a:pt x="283497" y="149324"/>
                  </a:lnTo>
                  <a:lnTo>
                    <a:pt x="282880" y="149213"/>
                  </a:lnTo>
                  <a:lnTo>
                    <a:pt x="282483" y="149115"/>
                  </a:lnTo>
                  <a:lnTo>
                    <a:pt x="282005" y="149008"/>
                  </a:lnTo>
                  <a:lnTo>
                    <a:pt x="281501" y="148789"/>
                  </a:lnTo>
                  <a:lnTo>
                    <a:pt x="281070" y="148545"/>
                  </a:lnTo>
                  <a:lnTo>
                    <a:pt x="280565" y="148172"/>
                  </a:lnTo>
                  <a:lnTo>
                    <a:pt x="280207" y="147884"/>
                  </a:lnTo>
                  <a:lnTo>
                    <a:pt x="279931" y="147646"/>
                  </a:lnTo>
                  <a:lnTo>
                    <a:pt x="279547" y="147246"/>
                  </a:lnTo>
                  <a:lnTo>
                    <a:pt x="279262" y="146798"/>
                  </a:lnTo>
                  <a:lnTo>
                    <a:pt x="279013" y="146274"/>
                  </a:lnTo>
                  <a:lnTo>
                    <a:pt x="278931" y="146018"/>
                  </a:lnTo>
                  <a:lnTo>
                    <a:pt x="277783" y="144052"/>
                  </a:lnTo>
                  <a:lnTo>
                    <a:pt x="277784" y="143630"/>
                  </a:lnTo>
                  <a:lnTo>
                    <a:pt x="277314" y="141237"/>
                  </a:lnTo>
                  <a:lnTo>
                    <a:pt x="277652" y="140399"/>
                  </a:lnTo>
                  <a:lnTo>
                    <a:pt x="277728" y="140211"/>
                  </a:lnTo>
                  <a:lnTo>
                    <a:pt x="278091" y="138950"/>
                  </a:lnTo>
                  <a:lnTo>
                    <a:pt x="277934" y="138556"/>
                  </a:lnTo>
                  <a:lnTo>
                    <a:pt x="277861" y="138360"/>
                  </a:lnTo>
                  <a:lnTo>
                    <a:pt x="277785" y="138159"/>
                  </a:lnTo>
                  <a:lnTo>
                    <a:pt x="277656" y="137819"/>
                  </a:lnTo>
                  <a:lnTo>
                    <a:pt x="277475" y="137385"/>
                  </a:lnTo>
                  <a:lnTo>
                    <a:pt x="277339" y="137059"/>
                  </a:lnTo>
                  <a:lnTo>
                    <a:pt x="277267" y="136888"/>
                  </a:lnTo>
                  <a:lnTo>
                    <a:pt x="277193" y="136322"/>
                  </a:lnTo>
                  <a:lnTo>
                    <a:pt x="277151" y="136094"/>
                  </a:lnTo>
                  <a:lnTo>
                    <a:pt x="277107" y="135799"/>
                  </a:lnTo>
                  <a:lnTo>
                    <a:pt x="277076" y="135605"/>
                  </a:lnTo>
                  <a:lnTo>
                    <a:pt x="277037" y="135351"/>
                  </a:lnTo>
                  <a:lnTo>
                    <a:pt x="277005" y="135129"/>
                  </a:lnTo>
                  <a:lnTo>
                    <a:pt x="276952" y="134791"/>
                  </a:lnTo>
                  <a:lnTo>
                    <a:pt x="276900" y="134532"/>
                  </a:lnTo>
                  <a:lnTo>
                    <a:pt x="276843" y="134145"/>
                  </a:lnTo>
                  <a:lnTo>
                    <a:pt x="276798" y="133890"/>
                  </a:lnTo>
                  <a:lnTo>
                    <a:pt x="276615" y="133442"/>
                  </a:lnTo>
                  <a:lnTo>
                    <a:pt x="276348" y="133248"/>
                  </a:lnTo>
                  <a:lnTo>
                    <a:pt x="276082" y="133047"/>
                  </a:lnTo>
                  <a:lnTo>
                    <a:pt x="275693" y="132762"/>
                  </a:lnTo>
                  <a:lnTo>
                    <a:pt x="275115" y="132328"/>
                  </a:lnTo>
                  <a:lnTo>
                    <a:pt x="274934" y="132190"/>
                  </a:lnTo>
                  <a:lnTo>
                    <a:pt x="274438" y="131805"/>
                  </a:lnTo>
                  <a:lnTo>
                    <a:pt x="272501" y="128838"/>
                  </a:lnTo>
                  <a:lnTo>
                    <a:pt x="272514" y="128498"/>
                  </a:lnTo>
                  <a:lnTo>
                    <a:pt x="272527" y="128194"/>
                  </a:lnTo>
                  <a:lnTo>
                    <a:pt x="272538" y="128009"/>
                  </a:lnTo>
                  <a:lnTo>
                    <a:pt x="272548" y="127650"/>
                  </a:lnTo>
                  <a:lnTo>
                    <a:pt x="272562" y="127415"/>
                  </a:lnTo>
                  <a:lnTo>
                    <a:pt x="272568" y="126994"/>
                  </a:lnTo>
                  <a:lnTo>
                    <a:pt x="272586" y="126732"/>
                  </a:lnTo>
                  <a:lnTo>
                    <a:pt x="272596" y="126382"/>
                  </a:lnTo>
                  <a:lnTo>
                    <a:pt x="272601" y="126166"/>
                  </a:lnTo>
                  <a:lnTo>
                    <a:pt x="272609" y="125843"/>
                  </a:lnTo>
                  <a:lnTo>
                    <a:pt x="272640" y="125609"/>
                  </a:lnTo>
                  <a:lnTo>
                    <a:pt x="272645" y="125349"/>
                  </a:lnTo>
                  <a:lnTo>
                    <a:pt x="272662" y="125173"/>
                  </a:lnTo>
                  <a:lnTo>
                    <a:pt x="272686" y="124762"/>
                  </a:lnTo>
                  <a:lnTo>
                    <a:pt x="272722" y="124111"/>
                  </a:lnTo>
                  <a:lnTo>
                    <a:pt x="272870" y="123887"/>
                  </a:lnTo>
                  <a:lnTo>
                    <a:pt x="273165" y="123445"/>
                  </a:lnTo>
                  <a:lnTo>
                    <a:pt x="273423" y="123056"/>
                  </a:lnTo>
                  <a:lnTo>
                    <a:pt x="273728" y="122642"/>
                  </a:lnTo>
                  <a:lnTo>
                    <a:pt x="274472" y="121478"/>
                  </a:lnTo>
                  <a:lnTo>
                    <a:pt x="274652" y="120539"/>
                  </a:lnTo>
                  <a:lnTo>
                    <a:pt x="274731" y="120127"/>
                  </a:lnTo>
                  <a:lnTo>
                    <a:pt x="274810" y="119658"/>
                  </a:lnTo>
                  <a:lnTo>
                    <a:pt x="274839" y="119477"/>
                  </a:lnTo>
                  <a:lnTo>
                    <a:pt x="274890" y="119169"/>
                  </a:lnTo>
                  <a:lnTo>
                    <a:pt x="274911" y="119035"/>
                  </a:lnTo>
                  <a:lnTo>
                    <a:pt x="274932" y="118901"/>
                  </a:lnTo>
                  <a:lnTo>
                    <a:pt x="275170" y="117353"/>
                  </a:lnTo>
                  <a:lnTo>
                    <a:pt x="275392" y="115799"/>
                  </a:lnTo>
                  <a:lnTo>
                    <a:pt x="275429" y="115543"/>
                  </a:lnTo>
                  <a:lnTo>
                    <a:pt x="274807" y="114680"/>
                  </a:lnTo>
                  <a:lnTo>
                    <a:pt x="274432" y="114207"/>
                  </a:lnTo>
                  <a:lnTo>
                    <a:pt x="272565" y="111676"/>
                  </a:lnTo>
                  <a:lnTo>
                    <a:pt x="272001" y="110917"/>
                  </a:lnTo>
                  <a:lnTo>
                    <a:pt x="271747" y="110115"/>
                  </a:lnTo>
                  <a:lnTo>
                    <a:pt x="271501" y="109258"/>
                  </a:lnTo>
                  <a:lnTo>
                    <a:pt x="270861" y="107035"/>
                  </a:lnTo>
                  <a:lnTo>
                    <a:pt x="270568" y="106018"/>
                  </a:lnTo>
                  <a:lnTo>
                    <a:pt x="266071" y="104027"/>
                  </a:lnTo>
                  <a:lnTo>
                    <a:pt x="263908" y="103869"/>
                  </a:lnTo>
                  <a:lnTo>
                    <a:pt x="260408" y="102644"/>
                  </a:lnTo>
                  <a:lnTo>
                    <a:pt x="258665" y="99664"/>
                  </a:lnTo>
                  <a:lnTo>
                    <a:pt x="258073" y="98598"/>
                  </a:lnTo>
                  <a:lnTo>
                    <a:pt x="257946" y="98372"/>
                  </a:lnTo>
                  <a:lnTo>
                    <a:pt x="257799" y="98109"/>
                  </a:lnTo>
                  <a:lnTo>
                    <a:pt x="257807" y="97818"/>
                  </a:lnTo>
                  <a:lnTo>
                    <a:pt x="257818" y="97468"/>
                  </a:lnTo>
                  <a:lnTo>
                    <a:pt x="257816" y="97221"/>
                  </a:lnTo>
                  <a:lnTo>
                    <a:pt x="257819" y="96817"/>
                  </a:lnTo>
                  <a:lnTo>
                    <a:pt x="257316" y="96527"/>
                  </a:lnTo>
                  <a:lnTo>
                    <a:pt x="256733" y="96190"/>
                  </a:lnTo>
                  <a:lnTo>
                    <a:pt x="256624" y="95871"/>
                  </a:lnTo>
                  <a:lnTo>
                    <a:pt x="256437" y="95690"/>
                  </a:lnTo>
                  <a:lnTo>
                    <a:pt x="256152" y="95498"/>
                  </a:lnTo>
                  <a:lnTo>
                    <a:pt x="256077" y="95663"/>
                  </a:lnTo>
                  <a:lnTo>
                    <a:pt x="254109" y="94079"/>
                  </a:lnTo>
                  <a:lnTo>
                    <a:pt x="253706" y="93620"/>
                  </a:lnTo>
                  <a:lnTo>
                    <a:pt x="251738" y="91544"/>
                  </a:lnTo>
                  <a:lnTo>
                    <a:pt x="248205" y="89351"/>
                  </a:lnTo>
                  <a:lnTo>
                    <a:pt x="248008" y="89293"/>
                  </a:lnTo>
                  <a:lnTo>
                    <a:pt x="247741" y="89214"/>
                  </a:lnTo>
                  <a:lnTo>
                    <a:pt x="247340" y="89095"/>
                  </a:lnTo>
                  <a:lnTo>
                    <a:pt x="247212" y="89058"/>
                  </a:lnTo>
                  <a:lnTo>
                    <a:pt x="246753" y="88922"/>
                  </a:lnTo>
                  <a:lnTo>
                    <a:pt x="246400" y="88818"/>
                  </a:lnTo>
                  <a:lnTo>
                    <a:pt x="246109" y="88732"/>
                  </a:lnTo>
                  <a:lnTo>
                    <a:pt x="245824" y="88648"/>
                  </a:lnTo>
                  <a:lnTo>
                    <a:pt x="245519" y="88558"/>
                  </a:lnTo>
                  <a:lnTo>
                    <a:pt x="245299" y="88493"/>
                  </a:lnTo>
                  <a:lnTo>
                    <a:pt x="245095" y="88433"/>
                  </a:lnTo>
                  <a:lnTo>
                    <a:pt x="244947" y="88389"/>
                  </a:lnTo>
                  <a:lnTo>
                    <a:pt x="244768" y="88336"/>
                  </a:lnTo>
                  <a:lnTo>
                    <a:pt x="244483" y="88252"/>
                  </a:lnTo>
                  <a:lnTo>
                    <a:pt x="244197" y="88168"/>
                  </a:lnTo>
                  <a:lnTo>
                    <a:pt x="243963" y="88100"/>
                  </a:lnTo>
                  <a:lnTo>
                    <a:pt x="241586" y="86306"/>
                  </a:lnTo>
                  <a:lnTo>
                    <a:pt x="241434" y="86192"/>
                  </a:lnTo>
                  <a:lnTo>
                    <a:pt x="240983" y="85853"/>
                  </a:lnTo>
                  <a:lnTo>
                    <a:pt x="240618" y="85583"/>
                  </a:lnTo>
                  <a:lnTo>
                    <a:pt x="240390" y="85410"/>
                  </a:lnTo>
                  <a:lnTo>
                    <a:pt x="239460" y="84716"/>
                  </a:lnTo>
                  <a:lnTo>
                    <a:pt x="239065" y="84412"/>
                  </a:lnTo>
                  <a:lnTo>
                    <a:pt x="238771" y="84184"/>
                  </a:lnTo>
                  <a:lnTo>
                    <a:pt x="238252" y="83771"/>
                  </a:lnTo>
                  <a:lnTo>
                    <a:pt x="237700" y="83311"/>
                  </a:lnTo>
                  <a:lnTo>
                    <a:pt x="237595" y="82785"/>
                  </a:lnTo>
                  <a:lnTo>
                    <a:pt x="237147" y="82868"/>
                  </a:lnTo>
                  <a:lnTo>
                    <a:pt x="236771" y="82722"/>
                  </a:lnTo>
                  <a:lnTo>
                    <a:pt x="236534" y="82398"/>
                  </a:lnTo>
                  <a:lnTo>
                    <a:pt x="236284" y="82257"/>
                  </a:lnTo>
                  <a:lnTo>
                    <a:pt x="235954" y="82089"/>
                  </a:lnTo>
                  <a:lnTo>
                    <a:pt x="235466" y="81809"/>
                  </a:lnTo>
                  <a:lnTo>
                    <a:pt x="234672" y="81070"/>
                  </a:lnTo>
                  <a:lnTo>
                    <a:pt x="234519" y="80724"/>
                  </a:lnTo>
                  <a:lnTo>
                    <a:pt x="234536" y="80536"/>
                  </a:lnTo>
                  <a:lnTo>
                    <a:pt x="234264" y="80418"/>
                  </a:lnTo>
                  <a:lnTo>
                    <a:pt x="233664" y="80448"/>
                  </a:lnTo>
                  <a:lnTo>
                    <a:pt x="232548" y="79813"/>
                  </a:lnTo>
                  <a:lnTo>
                    <a:pt x="232248" y="79413"/>
                  </a:lnTo>
                  <a:lnTo>
                    <a:pt x="231299" y="79264"/>
                  </a:lnTo>
                  <a:lnTo>
                    <a:pt x="227720" y="76360"/>
                  </a:lnTo>
                  <a:lnTo>
                    <a:pt x="226089" y="75092"/>
                  </a:lnTo>
                  <a:lnTo>
                    <a:pt x="224944" y="74218"/>
                  </a:lnTo>
                  <a:lnTo>
                    <a:pt x="224256" y="73676"/>
                  </a:lnTo>
                  <a:lnTo>
                    <a:pt x="223776" y="73396"/>
                  </a:lnTo>
                  <a:lnTo>
                    <a:pt x="221757" y="72695"/>
                  </a:lnTo>
                  <a:lnTo>
                    <a:pt x="221804" y="72192"/>
                  </a:lnTo>
                  <a:lnTo>
                    <a:pt x="221906" y="71109"/>
                  </a:lnTo>
                  <a:lnTo>
                    <a:pt x="221307" y="70323"/>
                  </a:lnTo>
                  <a:lnTo>
                    <a:pt x="221103" y="69802"/>
                  </a:lnTo>
                  <a:lnTo>
                    <a:pt x="221107" y="69592"/>
                  </a:lnTo>
                  <a:lnTo>
                    <a:pt x="221088" y="69310"/>
                  </a:lnTo>
                  <a:lnTo>
                    <a:pt x="220959" y="68856"/>
                  </a:lnTo>
                  <a:lnTo>
                    <a:pt x="220158" y="68131"/>
                  </a:lnTo>
                  <a:lnTo>
                    <a:pt x="219977" y="68100"/>
                  </a:lnTo>
                  <a:lnTo>
                    <a:pt x="219651" y="67981"/>
                  </a:lnTo>
                  <a:lnTo>
                    <a:pt x="219713" y="67314"/>
                  </a:lnTo>
                  <a:lnTo>
                    <a:pt x="219587" y="67178"/>
                  </a:lnTo>
                  <a:lnTo>
                    <a:pt x="219389" y="66454"/>
                  </a:lnTo>
                  <a:lnTo>
                    <a:pt x="219280" y="66061"/>
                  </a:lnTo>
                  <a:lnTo>
                    <a:pt x="219231" y="65538"/>
                  </a:lnTo>
                  <a:lnTo>
                    <a:pt x="219132" y="65253"/>
                  </a:lnTo>
                  <a:lnTo>
                    <a:pt x="219071" y="64913"/>
                  </a:lnTo>
                  <a:lnTo>
                    <a:pt x="219176" y="64533"/>
                  </a:lnTo>
                  <a:lnTo>
                    <a:pt x="219239" y="64158"/>
                  </a:lnTo>
                  <a:lnTo>
                    <a:pt x="219342" y="64008"/>
                  </a:lnTo>
                  <a:lnTo>
                    <a:pt x="218908" y="63123"/>
                  </a:lnTo>
                  <a:lnTo>
                    <a:pt x="218566" y="62918"/>
                  </a:lnTo>
                  <a:lnTo>
                    <a:pt x="218189" y="62871"/>
                  </a:lnTo>
                  <a:lnTo>
                    <a:pt x="217228" y="62733"/>
                  </a:lnTo>
                  <a:lnTo>
                    <a:pt x="216288" y="62614"/>
                  </a:lnTo>
                  <a:lnTo>
                    <a:pt x="215983" y="62578"/>
                  </a:lnTo>
                  <a:lnTo>
                    <a:pt x="215761" y="62521"/>
                  </a:lnTo>
                  <a:lnTo>
                    <a:pt x="215343" y="62417"/>
                  </a:lnTo>
                  <a:lnTo>
                    <a:pt x="215035" y="62339"/>
                  </a:lnTo>
                  <a:lnTo>
                    <a:pt x="214807" y="62283"/>
                  </a:lnTo>
                  <a:lnTo>
                    <a:pt x="214367" y="62171"/>
                  </a:lnTo>
                  <a:lnTo>
                    <a:pt x="213803" y="62012"/>
                  </a:lnTo>
                  <a:lnTo>
                    <a:pt x="213362" y="61895"/>
                  </a:lnTo>
                  <a:lnTo>
                    <a:pt x="212707" y="61731"/>
                  </a:lnTo>
                  <a:lnTo>
                    <a:pt x="212228" y="61606"/>
                  </a:lnTo>
                  <a:lnTo>
                    <a:pt x="211201" y="61333"/>
                  </a:lnTo>
                  <a:lnTo>
                    <a:pt x="210348" y="61199"/>
                  </a:lnTo>
                  <a:lnTo>
                    <a:pt x="208989" y="60950"/>
                  </a:lnTo>
                  <a:lnTo>
                    <a:pt x="208353" y="60830"/>
                  </a:lnTo>
                  <a:lnTo>
                    <a:pt x="207635" y="60400"/>
                  </a:lnTo>
                  <a:lnTo>
                    <a:pt x="207183" y="60128"/>
                  </a:lnTo>
                  <a:lnTo>
                    <a:pt x="206631" y="59797"/>
                  </a:lnTo>
                  <a:lnTo>
                    <a:pt x="206354" y="59630"/>
                  </a:lnTo>
                  <a:lnTo>
                    <a:pt x="206091" y="59473"/>
                  </a:lnTo>
                  <a:lnTo>
                    <a:pt x="205627" y="59195"/>
                  </a:lnTo>
                  <a:lnTo>
                    <a:pt x="205089" y="58872"/>
                  </a:lnTo>
                  <a:lnTo>
                    <a:pt x="204497" y="58517"/>
                  </a:lnTo>
                  <a:lnTo>
                    <a:pt x="204171" y="58322"/>
                  </a:lnTo>
                  <a:lnTo>
                    <a:pt x="203877" y="58145"/>
                  </a:lnTo>
                  <a:lnTo>
                    <a:pt x="202592" y="57375"/>
                  </a:lnTo>
                  <a:lnTo>
                    <a:pt x="201749" y="56869"/>
                  </a:lnTo>
                  <a:lnTo>
                    <a:pt x="201490" y="56714"/>
                  </a:lnTo>
                  <a:lnTo>
                    <a:pt x="200910" y="56366"/>
                  </a:lnTo>
                  <a:lnTo>
                    <a:pt x="200326" y="56015"/>
                  </a:lnTo>
                  <a:lnTo>
                    <a:pt x="199666" y="55620"/>
                  </a:lnTo>
                  <a:lnTo>
                    <a:pt x="199249" y="55369"/>
                  </a:lnTo>
                  <a:lnTo>
                    <a:pt x="198766" y="55080"/>
                  </a:lnTo>
                  <a:lnTo>
                    <a:pt x="198324" y="54815"/>
                  </a:lnTo>
                  <a:lnTo>
                    <a:pt x="198010" y="54626"/>
                  </a:lnTo>
                  <a:lnTo>
                    <a:pt x="197601" y="54381"/>
                  </a:lnTo>
                  <a:lnTo>
                    <a:pt x="194946" y="53282"/>
                  </a:lnTo>
                  <a:lnTo>
                    <a:pt x="192379" y="52219"/>
                  </a:lnTo>
                  <a:lnTo>
                    <a:pt x="189632" y="50348"/>
                  </a:lnTo>
                  <a:lnTo>
                    <a:pt x="187245" y="48722"/>
                  </a:lnTo>
                  <a:lnTo>
                    <a:pt x="187619" y="48097"/>
                  </a:lnTo>
                  <a:lnTo>
                    <a:pt x="187769" y="47857"/>
                  </a:lnTo>
                  <a:lnTo>
                    <a:pt x="187328" y="47466"/>
                  </a:lnTo>
                  <a:lnTo>
                    <a:pt x="186794" y="46998"/>
                  </a:lnTo>
                  <a:lnTo>
                    <a:pt x="186621" y="46851"/>
                  </a:lnTo>
                  <a:lnTo>
                    <a:pt x="185974" y="46275"/>
                  </a:lnTo>
                  <a:lnTo>
                    <a:pt x="185409" y="45770"/>
                  </a:lnTo>
                  <a:lnTo>
                    <a:pt x="184428" y="44905"/>
                  </a:lnTo>
                  <a:lnTo>
                    <a:pt x="185030" y="41178"/>
                  </a:lnTo>
                  <a:lnTo>
                    <a:pt x="184912" y="40903"/>
                  </a:lnTo>
                  <a:lnTo>
                    <a:pt x="184425" y="39765"/>
                  </a:lnTo>
                  <a:lnTo>
                    <a:pt x="184585" y="39427"/>
                  </a:lnTo>
                  <a:lnTo>
                    <a:pt x="184482" y="38801"/>
                  </a:lnTo>
                  <a:lnTo>
                    <a:pt x="184425" y="38353"/>
                  </a:lnTo>
                  <a:lnTo>
                    <a:pt x="183780" y="37766"/>
                  </a:lnTo>
                  <a:lnTo>
                    <a:pt x="183311" y="37331"/>
                  </a:lnTo>
                  <a:lnTo>
                    <a:pt x="182889" y="36786"/>
                  </a:lnTo>
                  <a:lnTo>
                    <a:pt x="182379" y="36109"/>
                  </a:lnTo>
                  <a:lnTo>
                    <a:pt x="182200" y="35877"/>
                  </a:lnTo>
                  <a:lnTo>
                    <a:pt x="182190" y="35555"/>
                  </a:lnTo>
                  <a:lnTo>
                    <a:pt x="182191" y="35294"/>
                  </a:lnTo>
                  <a:lnTo>
                    <a:pt x="182132" y="34957"/>
                  </a:lnTo>
                  <a:lnTo>
                    <a:pt x="181417" y="34218"/>
                  </a:lnTo>
                  <a:lnTo>
                    <a:pt x="181022" y="33810"/>
                  </a:lnTo>
                  <a:lnTo>
                    <a:pt x="180244" y="32999"/>
                  </a:lnTo>
                  <a:lnTo>
                    <a:pt x="179315" y="32043"/>
                  </a:lnTo>
                  <a:lnTo>
                    <a:pt x="178759" y="31394"/>
                  </a:lnTo>
                  <a:lnTo>
                    <a:pt x="177184" y="30995"/>
                  </a:lnTo>
                  <a:lnTo>
                    <a:pt x="177095" y="30718"/>
                  </a:lnTo>
                  <a:lnTo>
                    <a:pt x="177019" y="30481"/>
                  </a:lnTo>
                  <a:lnTo>
                    <a:pt x="176930" y="30206"/>
                  </a:lnTo>
                  <a:lnTo>
                    <a:pt x="176876" y="30046"/>
                  </a:lnTo>
                  <a:lnTo>
                    <a:pt x="176808" y="29830"/>
                  </a:lnTo>
                  <a:lnTo>
                    <a:pt x="176719" y="29555"/>
                  </a:lnTo>
                  <a:lnTo>
                    <a:pt x="176642" y="29323"/>
                  </a:lnTo>
                  <a:lnTo>
                    <a:pt x="176528" y="29120"/>
                  </a:lnTo>
                  <a:lnTo>
                    <a:pt x="176403" y="28893"/>
                  </a:lnTo>
                  <a:lnTo>
                    <a:pt x="176281" y="28674"/>
                  </a:lnTo>
                  <a:lnTo>
                    <a:pt x="176200" y="28532"/>
                  </a:lnTo>
                  <a:lnTo>
                    <a:pt x="176105" y="28361"/>
                  </a:lnTo>
                  <a:lnTo>
                    <a:pt x="175960" y="28260"/>
                  </a:lnTo>
                  <a:lnTo>
                    <a:pt x="175767" y="28122"/>
                  </a:lnTo>
                  <a:lnTo>
                    <a:pt x="175602" y="28003"/>
                  </a:lnTo>
                  <a:lnTo>
                    <a:pt x="175334" y="27763"/>
                  </a:lnTo>
                  <a:lnTo>
                    <a:pt x="175182" y="27601"/>
                  </a:lnTo>
                  <a:lnTo>
                    <a:pt x="175057" y="27466"/>
                  </a:lnTo>
                  <a:lnTo>
                    <a:pt x="174937" y="27333"/>
                  </a:lnTo>
                  <a:lnTo>
                    <a:pt x="174752" y="27143"/>
                  </a:lnTo>
                  <a:lnTo>
                    <a:pt x="174515" y="26901"/>
                  </a:lnTo>
                  <a:lnTo>
                    <a:pt x="174078" y="26385"/>
                  </a:lnTo>
                  <a:lnTo>
                    <a:pt x="173932" y="26336"/>
                  </a:lnTo>
                  <a:lnTo>
                    <a:pt x="173787" y="26282"/>
                  </a:lnTo>
                  <a:lnTo>
                    <a:pt x="173602" y="26219"/>
                  </a:lnTo>
                  <a:lnTo>
                    <a:pt x="173398" y="26145"/>
                  </a:lnTo>
                  <a:lnTo>
                    <a:pt x="173238" y="26087"/>
                  </a:lnTo>
                  <a:lnTo>
                    <a:pt x="173075" y="26028"/>
                  </a:lnTo>
                  <a:lnTo>
                    <a:pt x="172673" y="25883"/>
                  </a:lnTo>
                  <a:lnTo>
                    <a:pt x="172520" y="25830"/>
                  </a:lnTo>
                  <a:lnTo>
                    <a:pt x="172322" y="25761"/>
                  </a:lnTo>
                  <a:lnTo>
                    <a:pt x="172164" y="25702"/>
                  </a:lnTo>
                  <a:lnTo>
                    <a:pt x="171945" y="25626"/>
                  </a:lnTo>
                  <a:lnTo>
                    <a:pt x="171767" y="25529"/>
                  </a:lnTo>
                  <a:lnTo>
                    <a:pt x="171573" y="25425"/>
                  </a:lnTo>
                  <a:lnTo>
                    <a:pt x="171436" y="25351"/>
                  </a:lnTo>
                  <a:lnTo>
                    <a:pt x="171210" y="25130"/>
                  </a:lnTo>
                  <a:lnTo>
                    <a:pt x="170294" y="25112"/>
                  </a:lnTo>
                  <a:lnTo>
                    <a:pt x="169955" y="25140"/>
                  </a:lnTo>
                  <a:lnTo>
                    <a:pt x="169815" y="25010"/>
                  </a:lnTo>
                  <a:lnTo>
                    <a:pt x="169734" y="24830"/>
                  </a:lnTo>
                  <a:lnTo>
                    <a:pt x="169716" y="24440"/>
                  </a:lnTo>
                  <a:lnTo>
                    <a:pt x="169767" y="24178"/>
                  </a:lnTo>
                  <a:lnTo>
                    <a:pt x="169675" y="23926"/>
                  </a:lnTo>
                  <a:lnTo>
                    <a:pt x="169690" y="23634"/>
                  </a:lnTo>
                  <a:lnTo>
                    <a:pt x="169693" y="23477"/>
                  </a:lnTo>
                  <a:lnTo>
                    <a:pt x="168853" y="23386"/>
                  </a:lnTo>
                  <a:lnTo>
                    <a:pt x="168194" y="23326"/>
                  </a:lnTo>
                  <a:lnTo>
                    <a:pt x="167319" y="22891"/>
                  </a:lnTo>
                  <a:lnTo>
                    <a:pt x="165840" y="22160"/>
                  </a:lnTo>
                  <a:lnTo>
                    <a:pt x="165693" y="22168"/>
                  </a:lnTo>
                  <a:lnTo>
                    <a:pt x="165380" y="22193"/>
                  </a:lnTo>
                  <a:lnTo>
                    <a:pt x="165171" y="22295"/>
                  </a:lnTo>
                  <a:lnTo>
                    <a:pt x="164678" y="22534"/>
                  </a:lnTo>
                  <a:lnTo>
                    <a:pt x="164008" y="22858"/>
                  </a:lnTo>
                  <a:lnTo>
                    <a:pt x="163622" y="22850"/>
                  </a:lnTo>
                  <a:lnTo>
                    <a:pt x="163398" y="22776"/>
                  </a:lnTo>
                  <a:lnTo>
                    <a:pt x="162980" y="22636"/>
                  </a:lnTo>
                  <a:lnTo>
                    <a:pt x="162797" y="22575"/>
                  </a:lnTo>
                  <a:lnTo>
                    <a:pt x="162403" y="22550"/>
                  </a:lnTo>
                  <a:lnTo>
                    <a:pt x="162265" y="22534"/>
                  </a:lnTo>
                  <a:lnTo>
                    <a:pt x="162138" y="22514"/>
                  </a:lnTo>
                  <a:lnTo>
                    <a:pt x="161863" y="22473"/>
                  </a:lnTo>
                  <a:lnTo>
                    <a:pt x="161627" y="22384"/>
                  </a:lnTo>
                  <a:lnTo>
                    <a:pt x="161276" y="22252"/>
                  </a:lnTo>
                  <a:lnTo>
                    <a:pt x="161108" y="22188"/>
                  </a:lnTo>
                  <a:lnTo>
                    <a:pt x="160845" y="22033"/>
                  </a:lnTo>
                  <a:lnTo>
                    <a:pt x="160683" y="21908"/>
                  </a:lnTo>
                  <a:lnTo>
                    <a:pt x="160553" y="21812"/>
                  </a:lnTo>
                  <a:lnTo>
                    <a:pt x="160387" y="21455"/>
                  </a:lnTo>
                  <a:lnTo>
                    <a:pt x="160212" y="21071"/>
                  </a:lnTo>
                  <a:lnTo>
                    <a:pt x="159894" y="20382"/>
                  </a:lnTo>
                  <a:lnTo>
                    <a:pt x="159820" y="20244"/>
                  </a:lnTo>
                  <a:lnTo>
                    <a:pt x="159438" y="19766"/>
                  </a:lnTo>
                  <a:lnTo>
                    <a:pt x="159151" y="19578"/>
                  </a:lnTo>
                  <a:lnTo>
                    <a:pt x="158825" y="19466"/>
                  </a:lnTo>
                  <a:lnTo>
                    <a:pt x="158522" y="19361"/>
                  </a:lnTo>
                  <a:lnTo>
                    <a:pt x="158364" y="19308"/>
                  </a:lnTo>
                  <a:lnTo>
                    <a:pt x="150929" y="13071"/>
                  </a:lnTo>
                  <a:lnTo>
                    <a:pt x="150822" y="12781"/>
                  </a:lnTo>
                  <a:lnTo>
                    <a:pt x="150230" y="11165"/>
                  </a:lnTo>
                  <a:lnTo>
                    <a:pt x="149805" y="10356"/>
                  </a:lnTo>
                  <a:lnTo>
                    <a:pt x="144367" y="0"/>
                  </a:lnTo>
                  <a:lnTo>
                    <a:pt x="138703" y="2346"/>
                  </a:lnTo>
                  <a:lnTo>
                    <a:pt x="135899" y="4285"/>
                  </a:lnTo>
                  <a:lnTo>
                    <a:pt x="130298" y="9336"/>
                  </a:lnTo>
                  <a:lnTo>
                    <a:pt x="133670" y="10923"/>
                  </a:lnTo>
                  <a:lnTo>
                    <a:pt x="139039" y="16114"/>
                  </a:lnTo>
                  <a:lnTo>
                    <a:pt x="138484" y="16924"/>
                  </a:lnTo>
                  <a:lnTo>
                    <a:pt x="137469" y="18400"/>
                  </a:lnTo>
                  <a:lnTo>
                    <a:pt x="136764" y="19427"/>
                  </a:lnTo>
                  <a:lnTo>
                    <a:pt x="136352" y="20023"/>
                  </a:lnTo>
                  <a:lnTo>
                    <a:pt x="136100" y="20392"/>
                  </a:lnTo>
                  <a:lnTo>
                    <a:pt x="136021" y="20562"/>
                  </a:lnTo>
                  <a:lnTo>
                    <a:pt x="135932" y="20728"/>
                  </a:lnTo>
                  <a:lnTo>
                    <a:pt x="135685" y="21188"/>
                  </a:lnTo>
                  <a:lnTo>
                    <a:pt x="135135" y="22211"/>
                  </a:lnTo>
                  <a:lnTo>
                    <a:pt x="134845" y="22756"/>
                  </a:lnTo>
                  <a:lnTo>
                    <a:pt x="134718" y="22712"/>
                  </a:lnTo>
                  <a:lnTo>
                    <a:pt x="134367" y="22595"/>
                  </a:lnTo>
                  <a:lnTo>
                    <a:pt x="133738" y="22382"/>
                  </a:lnTo>
                  <a:lnTo>
                    <a:pt x="133423" y="22280"/>
                  </a:lnTo>
                  <a:lnTo>
                    <a:pt x="133120" y="22272"/>
                  </a:lnTo>
                  <a:lnTo>
                    <a:pt x="132517" y="22254"/>
                  </a:lnTo>
                  <a:lnTo>
                    <a:pt x="131957" y="22242"/>
                  </a:lnTo>
                  <a:lnTo>
                    <a:pt x="131344" y="22224"/>
                  </a:lnTo>
                  <a:lnTo>
                    <a:pt x="130937" y="22214"/>
                  </a:lnTo>
                  <a:lnTo>
                    <a:pt x="130888" y="22346"/>
                  </a:lnTo>
                  <a:lnTo>
                    <a:pt x="130878" y="22593"/>
                  </a:lnTo>
                  <a:lnTo>
                    <a:pt x="130726" y="22603"/>
                  </a:lnTo>
                  <a:lnTo>
                    <a:pt x="130522" y="22735"/>
                  </a:lnTo>
                  <a:lnTo>
                    <a:pt x="130107" y="23074"/>
                  </a:lnTo>
                  <a:lnTo>
                    <a:pt x="129977" y="23199"/>
                  </a:lnTo>
                  <a:lnTo>
                    <a:pt x="129723" y="23438"/>
                  </a:lnTo>
                  <a:lnTo>
                    <a:pt x="129708" y="23684"/>
                  </a:lnTo>
                  <a:lnTo>
                    <a:pt x="129690" y="23903"/>
                  </a:lnTo>
                  <a:lnTo>
                    <a:pt x="129654" y="24333"/>
                  </a:lnTo>
                  <a:lnTo>
                    <a:pt x="129624" y="24761"/>
                  </a:lnTo>
                  <a:lnTo>
                    <a:pt x="129781" y="24982"/>
                  </a:lnTo>
                  <a:lnTo>
                    <a:pt x="130206" y="25540"/>
                  </a:lnTo>
                  <a:lnTo>
                    <a:pt x="130451" y="25771"/>
                  </a:lnTo>
                  <a:lnTo>
                    <a:pt x="130904" y="26201"/>
                  </a:lnTo>
                  <a:lnTo>
                    <a:pt x="131075" y="26355"/>
                  </a:lnTo>
                  <a:lnTo>
                    <a:pt x="131041" y="26568"/>
                  </a:lnTo>
                  <a:lnTo>
                    <a:pt x="130809" y="27367"/>
                  </a:lnTo>
                  <a:lnTo>
                    <a:pt x="130644" y="27934"/>
                  </a:lnTo>
                  <a:lnTo>
                    <a:pt x="130484" y="28481"/>
                  </a:lnTo>
                  <a:lnTo>
                    <a:pt x="130318" y="29043"/>
                  </a:lnTo>
                  <a:lnTo>
                    <a:pt x="130158" y="29603"/>
                  </a:lnTo>
                  <a:lnTo>
                    <a:pt x="129993" y="30168"/>
                  </a:lnTo>
                  <a:lnTo>
                    <a:pt x="129835" y="30708"/>
                  </a:lnTo>
                  <a:lnTo>
                    <a:pt x="129667" y="31293"/>
                  </a:lnTo>
                  <a:lnTo>
                    <a:pt x="129504" y="31853"/>
                  </a:lnTo>
                  <a:lnTo>
                    <a:pt x="129331" y="32443"/>
                  </a:lnTo>
                  <a:lnTo>
                    <a:pt x="129163" y="33018"/>
                  </a:lnTo>
                  <a:lnTo>
                    <a:pt x="129066" y="33356"/>
                  </a:lnTo>
                  <a:lnTo>
                    <a:pt x="129005" y="33563"/>
                  </a:lnTo>
                  <a:lnTo>
                    <a:pt x="128967" y="33692"/>
                  </a:lnTo>
                  <a:lnTo>
                    <a:pt x="128817" y="33575"/>
                  </a:lnTo>
                  <a:lnTo>
                    <a:pt x="128636" y="33438"/>
                  </a:lnTo>
                  <a:lnTo>
                    <a:pt x="128400" y="33306"/>
                  </a:lnTo>
                  <a:lnTo>
                    <a:pt x="128082" y="33214"/>
                  </a:lnTo>
                  <a:lnTo>
                    <a:pt x="127583" y="33074"/>
                  </a:lnTo>
                  <a:lnTo>
                    <a:pt x="127054" y="32921"/>
                  </a:lnTo>
                  <a:lnTo>
                    <a:pt x="126924" y="32931"/>
                  </a:lnTo>
                  <a:lnTo>
                    <a:pt x="126453" y="32967"/>
                  </a:lnTo>
                  <a:lnTo>
                    <a:pt x="125784" y="33015"/>
                  </a:lnTo>
                  <a:lnTo>
                    <a:pt x="125629" y="33005"/>
                  </a:lnTo>
                  <a:lnTo>
                    <a:pt x="125242" y="32982"/>
                  </a:lnTo>
                  <a:lnTo>
                    <a:pt x="124646" y="32942"/>
                  </a:lnTo>
                  <a:lnTo>
                    <a:pt x="124079" y="32901"/>
                  </a:lnTo>
                  <a:lnTo>
                    <a:pt x="123608" y="32873"/>
                  </a:lnTo>
                  <a:lnTo>
                    <a:pt x="123239" y="32250"/>
                  </a:lnTo>
                  <a:lnTo>
                    <a:pt x="122932" y="31730"/>
                  </a:lnTo>
                  <a:lnTo>
                    <a:pt x="122641" y="31239"/>
                  </a:lnTo>
                  <a:lnTo>
                    <a:pt x="122339" y="30733"/>
                  </a:lnTo>
                  <a:lnTo>
                    <a:pt x="122051" y="30247"/>
                  </a:lnTo>
                  <a:lnTo>
                    <a:pt x="121934" y="30048"/>
                  </a:lnTo>
                  <a:lnTo>
                    <a:pt x="121624" y="29842"/>
                  </a:lnTo>
                  <a:lnTo>
                    <a:pt x="121130" y="29519"/>
                  </a:lnTo>
                  <a:lnTo>
                    <a:pt x="120629" y="29191"/>
                  </a:lnTo>
                  <a:lnTo>
                    <a:pt x="120178" y="28893"/>
                  </a:lnTo>
                  <a:lnTo>
                    <a:pt x="119893" y="28707"/>
                  </a:lnTo>
                  <a:lnTo>
                    <a:pt x="119904" y="28949"/>
                  </a:lnTo>
                  <a:lnTo>
                    <a:pt x="119843" y="29171"/>
                  </a:lnTo>
                  <a:lnTo>
                    <a:pt x="119652" y="29508"/>
                  </a:lnTo>
                  <a:lnTo>
                    <a:pt x="119542" y="29662"/>
                  </a:lnTo>
                  <a:lnTo>
                    <a:pt x="119362" y="29791"/>
                  </a:lnTo>
                  <a:lnTo>
                    <a:pt x="119069" y="30003"/>
                  </a:lnTo>
                  <a:lnTo>
                    <a:pt x="118290" y="30560"/>
                  </a:lnTo>
                  <a:lnTo>
                    <a:pt x="117662" y="31013"/>
                  </a:lnTo>
                  <a:lnTo>
                    <a:pt x="117448" y="31165"/>
                  </a:lnTo>
                  <a:lnTo>
                    <a:pt x="117229" y="31461"/>
                  </a:lnTo>
                  <a:lnTo>
                    <a:pt x="116855" y="31967"/>
                  </a:lnTo>
                  <a:lnTo>
                    <a:pt x="116504" y="32435"/>
                  </a:lnTo>
                  <a:lnTo>
                    <a:pt x="116313" y="32695"/>
                  </a:lnTo>
                  <a:lnTo>
                    <a:pt x="115993" y="33125"/>
                  </a:lnTo>
                  <a:lnTo>
                    <a:pt x="115468" y="33827"/>
                  </a:lnTo>
                  <a:lnTo>
                    <a:pt x="115143" y="34275"/>
                  </a:lnTo>
                  <a:lnTo>
                    <a:pt x="114792" y="34743"/>
                  </a:lnTo>
                  <a:lnTo>
                    <a:pt x="114478" y="35165"/>
                  </a:lnTo>
                  <a:lnTo>
                    <a:pt x="114066" y="35718"/>
                  </a:lnTo>
                  <a:lnTo>
                    <a:pt x="113725" y="36181"/>
                  </a:lnTo>
                  <a:lnTo>
                    <a:pt x="113356" y="36677"/>
                  </a:lnTo>
                  <a:lnTo>
                    <a:pt x="112641" y="37644"/>
                  </a:lnTo>
                  <a:lnTo>
                    <a:pt x="112186" y="38255"/>
                  </a:lnTo>
                  <a:lnTo>
                    <a:pt x="111695" y="38919"/>
                  </a:lnTo>
                  <a:lnTo>
                    <a:pt x="110929" y="39947"/>
                  </a:lnTo>
                  <a:lnTo>
                    <a:pt x="110570" y="40433"/>
                  </a:lnTo>
                  <a:lnTo>
                    <a:pt x="110333" y="40748"/>
                  </a:lnTo>
                  <a:lnTo>
                    <a:pt x="110122" y="41033"/>
                  </a:lnTo>
                  <a:lnTo>
                    <a:pt x="109847" y="41400"/>
                  </a:lnTo>
                  <a:lnTo>
                    <a:pt x="107868" y="44023"/>
                  </a:lnTo>
                  <a:lnTo>
                    <a:pt x="101702" y="52196"/>
                  </a:lnTo>
                  <a:lnTo>
                    <a:pt x="93596" y="48921"/>
                  </a:lnTo>
                  <a:lnTo>
                    <a:pt x="87293" y="49494"/>
                  </a:lnTo>
                  <a:lnTo>
                    <a:pt x="84639" y="45672"/>
                  </a:lnTo>
                  <a:lnTo>
                    <a:pt x="83906" y="44883"/>
                  </a:lnTo>
                  <a:lnTo>
                    <a:pt x="82517" y="43379"/>
                  </a:lnTo>
                  <a:lnTo>
                    <a:pt x="81886" y="42700"/>
                  </a:lnTo>
                  <a:lnTo>
                    <a:pt x="80394" y="41092"/>
                  </a:lnTo>
                  <a:lnTo>
                    <a:pt x="76486" y="41842"/>
                  </a:lnTo>
                  <a:lnTo>
                    <a:pt x="69102" y="47654"/>
                  </a:lnTo>
                  <a:close/>
                </a:path>
              </a:pathLst>
            </a:custGeom>
            <a:solidFill>
              <a:srgbClr val="BCD0D9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g8"/>
            <p:cNvSpPr/>
            <p:nvPr/>
          </p:nvSpPr>
          <p:spPr>
            <a:xfrm>
              <a:off x="3099789" y="5254176"/>
              <a:ext cx="387266" cy="467467"/>
            </a:xfrm>
            <a:custGeom>
              <a:avLst/>
              <a:pathLst>
                <a:path w="387266" h="467467">
                  <a:moveTo>
                    <a:pt x="273461" y="384270"/>
                  </a:moveTo>
                  <a:lnTo>
                    <a:pt x="273828" y="385115"/>
                  </a:lnTo>
                  <a:lnTo>
                    <a:pt x="273955" y="385540"/>
                  </a:lnTo>
                  <a:lnTo>
                    <a:pt x="274140" y="386011"/>
                  </a:lnTo>
                  <a:lnTo>
                    <a:pt x="274203" y="386155"/>
                  </a:lnTo>
                  <a:lnTo>
                    <a:pt x="274340" y="386530"/>
                  </a:lnTo>
                  <a:lnTo>
                    <a:pt x="274425" y="386820"/>
                  </a:lnTo>
                  <a:lnTo>
                    <a:pt x="274474" y="387066"/>
                  </a:lnTo>
                  <a:lnTo>
                    <a:pt x="274658" y="387470"/>
                  </a:lnTo>
                  <a:lnTo>
                    <a:pt x="274790" y="387782"/>
                  </a:lnTo>
                  <a:lnTo>
                    <a:pt x="275028" y="388246"/>
                  </a:lnTo>
                  <a:lnTo>
                    <a:pt x="275076" y="388762"/>
                  </a:lnTo>
                  <a:lnTo>
                    <a:pt x="275103" y="389052"/>
                  </a:lnTo>
                  <a:lnTo>
                    <a:pt x="275132" y="389475"/>
                  </a:lnTo>
                  <a:lnTo>
                    <a:pt x="275235" y="390261"/>
                  </a:lnTo>
                  <a:lnTo>
                    <a:pt x="275260" y="390448"/>
                  </a:lnTo>
                  <a:lnTo>
                    <a:pt x="275283" y="390627"/>
                  </a:lnTo>
                  <a:lnTo>
                    <a:pt x="275348" y="391124"/>
                  </a:lnTo>
                  <a:lnTo>
                    <a:pt x="275501" y="392105"/>
                  </a:lnTo>
                  <a:lnTo>
                    <a:pt x="275571" y="392603"/>
                  </a:lnTo>
                  <a:lnTo>
                    <a:pt x="275588" y="392776"/>
                  </a:lnTo>
                  <a:lnTo>
                    <a:pt x="275623" y="392928"/>
                  </a:lnTo>
                  <a:lnTo>
                    <a:pt x="275708" y="393326"/>
                  </a:lnTo>
                  <a:lnTo>
                    <a:pt x="275674" y="393467"/>
                  </a:lnTo>
                  <a:lnTo>
                    <a:pt x="275660" y="393707"/>
                  </a:lnTo>
                  <a:lnTo>
                    <a:pt x="275703" y="394127"/>
                  </a:lnTo>
                  <a:lnTo>
                    <a:pt x="275703" y="394261"/>
                  </a:lnTo>
                  <a:lnTo>
                    <a:pt x="275693" y="394503"/>
                  </a:lnTo>
                  <a:lnTo>
                    <a:pt x="275641" y="395149"/>
                  </a:lnTo>
                  <a:lnTo>
                    <a:pt x="275599" y="395873"/>
                  </a:lnTo>
                  <a:lnTo>
                    <a:pt x="275586" y="396017"/>
                  </a:lnTo>
                  <a:lnTo>
                    <a:pt x="275583" y="396148"/>
                  </a:lnTo>
                  <a:lnTo>
                    <a:pt x="275558" y="396295"/>
                  </a:lnTo>
                  <a:lnTo>
                    <a:pt x="275543" y="396491"/>
                  </a:lnTo>
                  <a:lnTo>
                    <a:pt x="275534" y="396655"/>
                  </a:lnTo>
                  <a:lnTo>
                    <a:pt x="275513" y="396821"/>
                  </a:lnTo>
                  <a:lnTo>
                    <a:pt x="275500" y="397079"/>
                  </a:lnTo>
                  <a:lnTo>
                    <a:pt x="275484" y="397223"/>
                  </a:lnTo>
                  <a:lnTo>
                    <a:pt x="275466" y="397361"/>
                  </a:lnTo>
                  <a:lnTo>
                    <a:pt x="275447" y="397557"/>
                  </a:lnTo>
                  <a:lnTo>
                    <a:pt x="275431" y="397835"/>
                  </a:lnTo>
                  <a:lnTo>
                    <a:pt x="275358" y="398212"/>
                  </a:lnTo>
                  <a:lnTo>
                    <a:pt x="275307" y="398757"/>
                  </a:lnTo>
                  <a:lnTo>
                    <a:pt x="275239" y="399262"/>
                  </a:lnTo>
                  <a:lnTo>
                    <a:pt x="275188" y="399583"/>
                  </a:lnTo>
                  <a:lnTo>
                    <a:pt x="275179" y="399817"/>
                  </a:lnTo>
                  <a:lnTo>
                    <a:pt x="275188" y="399984"/>
                  </a:lnTo>
                  <a:lnTo>
                    <a:pt x="275215" y="400463"/>
                  </a:lnTo>
                  <a:lnTo>
                    <a:pt x="275212" y="400727"/>
                  </a:lnTo>
                  <a:lnTo>
                    <a:pt x="275201" y="401790"/>
                  </a:lnTo>
                  <a:lnTo>
                    <a:pt x="275198" y="401921"/>
                  </a:lnTo>
                  <a:lnTo>
                    <a:pt x="275449" y="402041"/>
                  </a:lnTo>
                  <a:lnTo>
                    <a:pt x="275683" y="402141"/>
                  </a:lnTo>
                  <a:lnTo>
                    <a:pt x="276280" y="402365"/>
                  </a:lnTo>
                  <a:lnTo>
                    <a:pt x="276472" y="402418"/>
                  </a:lnTo>
                  <a:lnTo>
                    <a:pt x="276951" y="402556"/>
                  </a:lnTo>
                  <a:lnTo>
                    <a:pt x="277122" y="402524"/>
                  </a:lnTo>
                  <a:lnTo>
                    <a:pt x="277327" y="402491"/>
                  </a:lnTo>
                  <a:lnTo>
                    <a:pt x="277491" y="402503"/>
                  </a:lnTo>
                  <a:lnTo>
                    <a:pt x="277096" y="403124"/>
                  </a:lnTo>
                  <a:lnTo>
                    <a:pt x="277020" y="403260"/>
                  </a:lnTo>
                  <a:lnTo>
                    <a:pt x="276728" y="403652"/>
                  </a:lnTo>
                  <a:lnTo>
                    <a:pt x="276501" y="403933"/>
                  </a:lnTo>
                  <a:lnTo>
                    <a:pt x="276098" y="404435"/>
                  </a:lnTo>
                  <a:lnTo>
                    <a:pt x="275998" y="404565"/>
                  </a:lnTo>
                  <a:lnTo>
                    <a:pt x="275852" y="404750"/>
                  </a:lnTo>
                  <a:lnTo>
                    <a:pt x="275559" y="405095"/>
                  </a:lnTo>
                  <a:lnTo>
                    <a:pt x="275933" y="405288"/>
                  </a:lnTo>
                  <a:lnTo>
                    <a:pt x="276250" y="405444"/>
                  </a:lnTo>
                  <a:lnTo>
                    <a:pt x="276616" y="405610"/>
                  </a:lnTo>
                  <a:lnTo>
                    <a:pt x="276839" y="405742"/>
                  </a:lnTo>
                  <a:lnTo>
                    <a:pt x="277218" y="405917"/>
                  </a:lnTo>
                  <a:lnTo>
                    <a:pt x="277445" y="406025"/>
                  </a:lnTo>
                  <a:lnTo>
                    <a:pt x="277688" y="406170"/>
                  </a:lnTo>
                  <a:lnTo>
                    <a:pt x="278445" y="406622"/>
                  </a:lnTo>
                  <a:lnTo>
                    <a:pt x="278653" y="406697"/>
                  </a:lnTo>
                  <a:lnTo>
                    <a:pt x="278815" y="406759"/>
                  </a:lnTo>
                  <a:lnTo>
                    <a:pt x="279002" y="406861"/>
                  </a:lnTo>
                  <a:lnTo>
                    <a:pt x="279566" y="407169"/>
                  </a:lnTo>
                  <a:lnTo>
                    <a:pt x="279776" y="407288"/>
                  </a:lnTo>
                  <a:lnTo>
                    <a:pt x="280319" y="407574"/>
                  </a:lnTo>
                  <a:lnTo>
                    <a:pt x="280683" y="407665"/>
                  </a:lnTo>
                  <a:lnTo>
                    <a:pt x="280822" y="407676"/>
                  </a:lnTo>
                  <a:lnTo>
                    <a:pt x="280980" y="407702"/>
                  </a:lnTo>
                  <a:lnTo>
                    <a:pt x="281139" y="407720"/>
                  </a:lnTo>
                  <a:lnTo>
                    <a:pt x="281571" y="407781"/>
                  </a:lnTo>
                  <a:lnTo>
                    <a:pt x="281825" y="407826"/>
                  </a:lnTo>
                  <a:lnTo>
                    <a:pt x="282024" y="407854"/>
                  </a:lnTo>
                  <a:lnTo>
                    <a:pt x="282349" y="407878"/>
                  </a:lnTo>
                  <a:lnTo>
                    <a:pt x="282769" y="407912"/>
                  </a:lnTo>
                  <a:lnTo>
                    <a:pt x="282948" y="407925"/>
                  </a:lnTo>
                  <a:lnTo>
                    <a:pt x="283102" y="407928"/>
                  </a:lnTo>
                  <a:lnTo>
                    <a:pt x="283552" y="407949"/>
                  </a:lnTo>
                  <a:lnTo>
                    <a:pt x="283732" y="407947"/>
                  </a:lnTo>
                  <a:lnTo>
                    <a:pt x="283940" y="407974"/>
                  </a:lnTo>
                  <a:lnTo>
                    <a:pt x="284375" y="408065"/>
                  </a:lnTo>
                  <a:lnTo>
                    <a:pt x="284988" y="408034"/>
                  </a:lnTo>
                  <a:lnTo>
                    <a:pt x="285143" y="408061"/>
                  </a:lnTo>
                  <a:lnTo>
                    <a:pt x="285309" y="408069"/>
                  </a:lnTo>
                  <a:lnTo>
                    <a:pt x="285810" y="408129"/>
                  </a:lnTo>
                  <a:lnTo>
                    <a:pt x="286059" y="408157"/>
                  </a:lnTo>
                  <a:lnTo>
                    <a:pt x="286893" y="408358"/>
                  </a:lnTo>
                  <a:lnTo>
                    <a:pt x="287118" y="408750"/>
                  </a:lnTo>
                  <a:lnTo>
                    <a:pt x="287257" y="409033"/>
                  </a:lnTo>
                  <a:lnTo>
                    <a:pt x="287540" y="409513"/>
                  </a:lnTo>
                  <a:lnTo>
                    <a:pt x="287718" y="409773"/>
                  </a:lnTo>
                  <a:lnTo>
                    <a:pt x="288289" y="410487"/>
                  </a:lnTo>
                  <a:lnTo>
                    <a:pt x="288457" y="410827"/>
                  </a:lnTo>
                  <a:lnTo>
                    <a:pt x="288498" y="410955"/>
                  </a:lnTo>
                  <a:lnTo>
                    <a:pt x="288642" y="411302"/>
                  </a:lnTo>
                  <a:lnTo>
                    <a:pt x="288711" y="411531"/>
                  </a:lnTo>
                  <a:lnTo>
                    <a:pt x="288724" y="411672"/>
                  </a:lnTo>
                  <a:lnTo>
                    <a:pt x="288770" y="411865"/>
                  </a:lnTo>
                  <a:lnTo>
                    <a:pt x="288919" y="412201"/>
                  </a:lnTo>
                  <a:lnTo>
                    <a:pt x="289175" y="412501"/>
                  </a:lnTo>
                  <a:lnTo>
                    <a:pt x="289419" y="412868"/>
                  </a:lnTo>
                  <a:lnTo>
                    <a:pt x="289503" y="413041"/>
                  </a:lnTo>
                  <a:lnTo>
                    <a:pt x="289583" y="413170"/>
                  </a:lnTo>
                  <a:lnTo>
                    <a:pt x="289808" y="413658"/>
                  </a:lnTo>
                  <a:lnTo>
                    <a:pt x="290048" y="414009"/>
                  </a:lnTo>
                  <a:lnTo>
                    <a:pt x="290237" y="414234"/>
                  </a:lnTo>
                  <a:lnTo>
                    <a:pt x="290583" y="414791"/>
                  </a:lnTo>
                  <a:lnTo>
                    <a:pt x="290633" y="414981"/>
                  </a:lnTo>
                  <a:lnTo>
                    <a:pt x="290736" y="415347"/>
                  </a:lnTo>
                  <a:lnTo>
                    <a:pt x="291255" y="415056"/>
                  </a:lnTo>
                  <a:lnTo>
                    <a:pt x="291410" y="415034"/>
                  </a:lnTo>
                  <a:lnTo>
                    <a:pt x="291981" y="414790"/>
                  </a:lnTo>
                  <a:lnTo>
                    <a:pt x="292732" y="414035"/>
                  </a:lnTo>
                  <a:lnTo>
                    <a:pt x="293348" y="412596"/>
                  </a:lnTo>
                  <a:lnTo>
                    <a:pt x="294879" y="412271"/>
                  </a:lnTo>
                  <a:lnTo>
                    <a:pt x="295159" y="412512"/>
                  </a:lnTo>
                  <a:lnTo>
                    <a:pt x="295297" y="412654"/>
                  </a:lnTo>
                  <a:lnTo>
                    <a:pt x="295632" y="412947"/>
                  </a:lnTo>
                  <a:lnTo>
                    <a:pt x="295993" y="413191"/>
                  </a:lnTo>
                  <a:lnTo>
                    <a:pt x="296256" y="413313"/>
                  </a:lnTo>
                  <a:lnTo>
                    <a:pt x="296393" y="413357"/>
                  </a:lnTo>
                  <a:lnTo>
                    <a:pt x="296543" y="413466"/>
                  </a:lnTo>
                  <a:lnTo>
                    <a:pt x="296710" y="413592"/>
                  </a:lnTo>
                  <a:lnTo>
                    <a:pt x="296864" y="413733"/>
                  </a:lnTo>
                  <a:lnTo>
                    <a:pt x="297057" y="413922"/>
                  </a:lnTo>
                  <a:lnTo>
                    <a:pt x="297547" y="414253"/>
                  </a:lnTo>
                  <a:lnTo>
                    <a:pt x="297869" y="414503"/>
                  </a:lnTo>
                  <a:lnTo>
                    <a:pt x="298030" y="414604"/>
                  </a:lnTo>
                  <a:lnTo>
                    <a:pt x="298324" y="414912"/>
                  </a:lnTo>
                  <a:lnTo>
                    <a:pt x="298897" y="415509"/>
                  </a:lnTo>
                  <a:lnTo>
                    <a:pt x="299372" y="415965"/>
                  </a:lnTo>
                  <a:lnTo>
                    <a:pt x="299674" y="416301"/>
                  </a:lnTo>
                  <a:lnTo>
                    <a:pt x="299668" y="416699"/>
                  </a:lnTo>
                  <a:lnTo>
                    <a:pt x="299957" y="416751"/>
                  </a:lnTo>
                  <a:lnTo>
                    <a:pt x="300194" y="417074"/>
                  </a:lnTo>
                  <a:lnTo>
                    <a:pt x="302103" y="419687"/>
                  </a:lnTo>
                  <a:lnTo>
                    <a:pt x="303099" y="421051"/>
                  </a:lnTo>
                  <a:lnTo>
                    <a:pt x="307033" y="425997"/>
                  </a:lnTo>
                  <a:lnTo>
                    <a:pt x="313055" y="433568"/>
                  </a:lnTo>
                  <a:lnTo>
                    <a:pt x="314868" y="435847"/>
                  </a:lnTo>
                  <a:lnTo>
                    <a:pt x="318417" y="440248"/>
                  </a:lnTo>
                  <a:lnTo>
                    <a:pt x="324241" y="447471"/>
                  </a:lnTo>
                  <a:lnTo>
                    <a:pt x="329812" y="454379"/>
                  </a:lnTo>
                  <a:lnTo>
                    <a:pt x="335454" y="461376"/>
                  </a:lnTo>
                  <a:lnTo>
                    <a:pt x="338773" y="465490"/>
                  </a:lnTo>
                  <a:lnTo>
                    <a:pt x="340367" y="467467"/>
                  </a:lnTo>
                  <a:lnTo>
                    <a:pt x="357458" y="451300"/>
                  </a:lnTo>
                  <a:lnTo>
                    <a:pt x="359519" y="449351"/>
                  </a:lnTo>
                  <a:lnTo>
                    <a:pt x="387266" y="437771"/>
                  </a:lnTo>
                  <a:lnTo>
                    <a:pt x="365501" y="385535"/>
                  </a:lnTo>
                  <a:lnTo>
                    <a:pt x="364569" y="374774"/>
                  </a:lnTo>
                  <a:lnTo>
                    <a:pt x="363903" y="365095"/>
                  </a:lnTo>
                  <a:lnTo>
                    <a:pt x="363613" y="360876"/>
                  </a:lnTo>
                  <a:lnTo>
                    <a:pt x="363567" y="360243"/>
                  </a:lnTo>
                  <a:lnTo>
                    <a:pt x="363496" y="359257"/>
                  </a:lnTo>
                  <a:lnTo>
                    <a:pt x="363328" y="356641"/>
                  </a:lnTo>
                  <a:lnTo>
                    <a:pt x="363291" y="356102"/>
                  </a:lnTo>
                  <a:lnTo>
                    <a:pt x="363545" y="353568"/>
                  </a:lnTo>
                  <a:lnTo>
                    <a:pt x="365953" y="353248"/>
                  </a:lnTo>
                  <a:lnTo>
                    <a:pt x="366567" y="348137"/>
                  </a:lnTo>
                  <a:lnTo>
                    <a:pt x="373444" y="357820"/>
                  </a:lnTo>
                  <a:lnTo>
                    <a:pt x="373918" y="353551"/>
                  </a:lnTo>
                  <a:lnTo>
                    <a:pt x="374238" y="350674"/>
                  </a:lnTo>
                  <a:lnTo>
                    <a:pt x="372517" y="348125"/>
                  </a:lnTo>
                  <a:lnTo>
                    <a:pt x="372241" y="347876"/>
                  </a:lnTo>
                  <a:lnTo>
                    <a:pt x="372212" y="347673"/>
                  </a:lnTo>
                  <a:lnTo>
                    <a:pt x="371071" y="347333"/>
                  </a:lnTo>
                  <a:lnTo>
                    <a:pt x="371225" y="346667"/>
                  </a:lnTo>
                  <a:lnTo>
                    <a:pt x="371401" y="346462"/>
                  </a:lnTo>
                  <a:lnTo>
                    <a:pt x="371483" y="346167"/>
                  </a:lnTo>
                  <a:lnTo>
                    <a:pt x="371616" y="345936"/>
                  </a:lnTo>
                  <a:lnTo>
                    <a:pt x="371732" y="345740"/>
                  </a:lnTo>
                  <a:lnTo>
                    <a:pt x="372178" y="345395"/>
                  </a:lnTo>
                  <a:lnTo>
                    <a:pt x="372322" y="345340"/>
                  </a:lnTo>
                  <a:lnTo>
                    <a:pt x="372682" y="345198"/>
                  </a:lnTo>
                  <a:lnTo>
                    <a:pt x="373012" y="345076"/>
                  </a:lnTo>
                  <a:lnTo>
                    <a:pt x="373195" y="345256"/>
                  </a:lnTo>
                  <a:lnTo>
                    <a:pt x="373331" y="345469"/>
                  </a:lnTo>
                  <a:lnTo>
                    <a:pt x="373755" y="345971"/>
                  </a:lnTo>
                  <a:lnTo>
                    <a:pt x="374333" y="346670"/>
                  </a:lnTo>
                  <a:lnTo>
                    <a:pt x="375293" y="343925"/>
                  </a:lnTo>
                  <a:lnTo>
                    <a:pt x="375314" y="343772"/>
                  </a:lnTo>
                  <a:lnTo>
                    <a:pt x="375340" y="341827"/>
                  </a:lnTo>
                  <a:lnTo>
                    <a:pt x="375562" y="341040"/>
                  </a:lnTo>
                  <a:lnTo>
                    <a:pt x="375624" y="340821"/>
                  </a:lnTo>
                  <a:lnTo>
                    <a:pt x="375678" y="340357"/>
                  </a:lnTo>
                  <a:lnTo>
                    <a:pt x="375760" y="340110"/>
                  </a:lnTo>
                  <a:lnTo>
                    <a:pt x="375958" y="339528"/>
                  </a:lnTo>
                  <a:lnTo>
                    <a:pt x="375941" y="339240"/>
                  </a:lnTo>
                  <a:lnTo>
                    <a:pt x="375934" y="339113"/>
                  </a:lnTo>
                  <a:lnTo>
                    <a:pt x="375893" y="338722"/>
                  </a:lnTo>
                  <a:lnTo>
                    <a:pt x="375864" y="338501"/>
                  </a:lnTo>
                  <a:lnTo>
                    <a:pt x="375846" y="338323"/>
                  </a:lnTo>
                  <a:lnTo>
                    <a:pt x="375851" y="338195"/>
                  </a:lnTo>
                  <a:lnTo>
                    <a:pt x="375855" y="337702"/>
                  </a:lnTo>
                  <a:lnTo>
                    <a:pt x="375661" y="336892"/>
                  </a:lnTo>
                  <a:lnTo>
                    <a:pt x="375709" y="336750"/>
                  </a:lnTo>
                  <a:lnTo>
                    <a:pt x="375964" y="336774"/>
                  </a:lnTo>
                  <a:lnTo>
                    <a:pt x="376874" y="336751"/>
                  </a:lnTo>
                  <a:lnTo>
                    <a:pt x="377464" y="336066"/>
                  </a:lnTo>
                  <a:lnTo>
                    <a:pt x="377541" y="335844"/>
                  </a:lnTo>
                  <a:lnTo>
                    <a:pt x="377562" y="335713"/>
                  </a:lnTo>
                  <a:lnTo>
                    <a:pt x="377684" y="335194"/>
                  </a:lnTo>
                  <a:lnTo>
                    <a:pt x="377875" y="334402"/>
                  </a:lnTo>
                  <a:lnTo>
                    <a:pt x="377969" y="334054"/>
                  </a:lnTo>
                  <a:lnTo>
                    <a:pt x="378020" y="333818"/>
                  </a:lnTo>
                  <a:lnTo>
                    <a:pt x="378113" y="333312"/>
                  </a:lnTo>
                  <a:lnTo>
                    <a:pt x="378251" y="332449"/>
                  </a:lnTo>
                  <a:lnTo>
                    <a:pt x="378226" y="331993"/>
                  </a:lnTo>
                  <a:lnTo>
                    <a:pt x="378237" y="331849"/>
                  </a:lnTo>
                  <a:lnTo>
                    <a:pt x="378289" y="331695"/>
                  </a:lnTo>
                  <a:lnTo>
                    <a:pt x="378301" y="331552"/>
                  </a:lnTo>
                  <a:lnTo>
                    <a:pt x="378349" y="331417"/>
                  </a:lnTo>
                  <a:lnTo>
                    <a:pt x="378617" y="330616"/>
                  </a:lnTo>
                  <a:lnTo>
                    <a:pt x="378775" y="329771"/>
                  </a:lnTo>
                  <a:lnTo>
                    <a:pt x="378804" y="329398"/>
                  </a:lnTo>
                  <a:lnTo>
                    <a:pt x="378751" y="329250"/>
                  </a:lnTo>
                  <a:lnTo>
                    <a:pt x="378683" y="329044"/>
                  </a:lnTo>
                  <a:lnTo>
                    <a:pt x="378457" y="328188"/>
                  </a:lnTo>
                  <a:lnTo>
                    <a:pt x="378413" y="327962"/>
                  </a:lnTo>
                  <a:lnTo>
                    <a:pt x="378307" y="327336"/>
                  </a:lnTo>
                  <a:lnTo>
                    <a:pt x="378099" y="326479"/>
                  </a:lnTo>
                  <a:lnTo>
                    <a:pt x="378069" y="326270"/>
                  </a:lnTo>
                  <a:lnTo>
                    <a:pt x="378040" y="326051"/>
                  </a:lnTo>
                  <a:lnTo>
                    <a:pt x="377795" y="325306"/>
                  </a:lnTo>
                  <a:lnTo>
                    <a:pt x="377578" y="325009"/>
                  </a:lnTo>
                  <a:lnTo>
                    <a:pt x="377401" y="324733"/>
                  </a:lnTo>
                  <a:lnTo>
                    <a:pt x="377063" y="324210"/>
                  </a:lnTo>
                  <a:lnTo>
                    <a:pt x="375838" y="322304"/>
                  </a:lnTo>
                  <a:lnTo>
                    <a:pt x="375327" y="321576"/>
                  </a:lnTo>
                  <a:lnTo>
                    <a:pt x="375056" y="321275"/>
                  </a:lnTo>
                  <a:lnTo>
                    <a:pt x="374705" y="320881"/>
                  </a:lnTo>
                  <a:lnTo>
                    <a:pt x="374442" y="320589"/>
                  </a:lnTo>
                  <a:lnTo>
                    <a:pt x="374300" y="320430"/>
                  </a:lnTo>
                  <a:lnTo>
                    <a:pt x="374411" y="320215"/>
                  </a:lnTo>
                  <a:lnTo>
                    <a:pt x="374870" y="319360"/>
                  </a:lnTo>
                  <a:lnTo>
                    <a:pt x="375098" y="318956"/>
                  </a:lnTo>
                  <a:lnTo>
                    <a:pt x="375205" y="318794"/>
                  </a:lnTo>
                  <a:lnTo>
                    <a:pt x="375363" y="318548"/>
                  </a:lnTo>
                  <a:lnTo>
                    <a:pt x="375507" y="318247"/>
                  </a:lnTo>
                  <a:lnTo>
                    <a:pt x="375589" y="318093"/>
                  </a:lnTo>
                  <a:lnTo>
                    <a:pt x="375702" y="317894"/>
                  </a:lnTo>
                  <a:lnTo>
                    <a:pt x="375796" y="317549"/>
                  </a:lnTo>
                  <a:lnTo>
                    <a:pt x="375837" y="317142"/>
                  </a:lnTo>
                  <a:lnTo>
                    <a:pt x="375839" y="317007"/>
                  </a:lnTo>
                  <a:lnTo>
                    <a:pt x="375844" y="316719"/>
                  </a:lnTo>
                  <a:lnTo>
                    <a:pt x="375849" y="316491"/>
                  </a:lnTo>
                  <a:lnTo>
                    <a:pt x="375860" y="315971"/>
                  </a:lnTo>
                  <a:lnTo>
                    <a:pt x="375863" y="315784"/>
                  </a:lnTo>
                  <a:lnTo>
                    <a:pt x="375872" y="315490"/>
                  </a:lnTo>
                  <a:lnTo>
                    <a:pt x="375876" y="315344"/>
                  </a:lnTo>
                  <a:lnTo>
                    <a:pt x="375883" y="315190"/>
                  </a:lnTo>
                  <a:lnTo>
                    <a:pt x="375883" y="314978"/>
                  </a:lnTo>
                  <a:lnTo>
                    <a:pt x="375883" y="314727"/>
                  </a:lnTo>
                  <a:lnTo>
                    <a:pt x="375877" y="314041"/>
                  </a:lnTo>
                  <a:lnTo>
                    <a:pt x="375865" y="313443"/>
                  </a:lnTo>
                  <a:lnTo>
                    <a:pt x="375851" y="313008"/>
                  </a:lnTo>
                  <a:lnTo>
                    <a:pt x="375762" y="312717"/>
                  </a:lnTo>
                  <a:lnTo>
                    <a:pt x="375528" y="312520"/>
                  </a:lnTo>
                  <a:lnTo>
                    <a:pt x="375751" y="311859"/>
                  </a:lnTo>
                  <a:lnTo>
                    <a:pt x="376065" y="311482"/>
                  </a:lnTo>
                  <a:lnTo>
                    <a:pt x="376293" y="311211"/>
                  </a:lnTo>
                  <a:lnTo>
                    <a:pt x="376615" y="310817"/>
                  </a:lnTo>
                  <a:lnTo>
                    <a:pt x="377103" y="310823"/>
                  </a:lnTo>
                  <a:lnTo>
                    <a:pt x="378025" y="310895"/>
                  </a:lnTo>
                  <a:lnTo>
                    <a:pt x="378283" y="310914"/>
                  </a:lnTo>
                  <a:lnTo>
                    <a:pt x="378419" y="310920"/>
                  </a:lnTo>
                  <a:lnTo>
                    <a:pt x="379323" y="310948"/>
                  </a:lnTo>
                  <a:lnTo>
                    <a:pt x="379504" y="310742"/>
                  </a:lnTo>
                  <a:lnTo>
                    <a:pt x="379765" y="310827"/>
                  </a:lnTo>
                  <a:lnTo>
                    <a:pt x="380019" y="310966"/>
                  </a:lnTo>
                  <a:lnTo>
                    <a:pt x="382045" y="310324"/>
                  </a:lnTo>
                  <a:lnTo>
                    <a:pt x="384599" y="309908"/>
                  </a:lnTo>
                  <a:lnTo>
                    <a:pt x="386355" y="307839"/>
                  </a:lnTo>
                  <a:lnTo>
                    <a:pt x="386351" y="307574"/>
                  </a:lnTo>
                  <a:lnTo>
                    <a:pt x="385908" y="305991"/>
                  </a:lnTo>
                  <a:lnTo>
                    <a:pt x="385595" y="304700"/>
                  </a:lnTo>
                  <a:lnTo>
                    <a:pt x="385446" y="304275"/>
                  </a:lnTo>
                  <a:lnTo>
                    <a:pt x="385054" y="303151"/>
                  </a:lnTo>
                  <a:lnTo>
                    <a:pt x="384221" y="301747"/>
                  </a:lnTo>
                  <a:lnTo>
                    <a:pt x="383761" y="300975"/>
                  </a:lnTo>
                  <a:lnTo>
                    <a:pt x="383248" y="300131"/>
                  </a:lnTo>
                  <a:lnTo>
                    <a:pt x="382975" y="299652"/>
                  </a:lnTo>
                  <a:lnTo>
                    <a:pt x="382879" y="299418"/>
                  </a:lnTo>
                  <a:lnTo>
                    <a:pt x="382772" y="299046"/>
                  </a:lnTo>
                  <a:lnTo>
                    <a:pt x="382696" y="298794"/>
                  </a:lnTo>
                  <a:lnTo>
                    <a:pt x="382554" y="298303"/>
                  </a:lnTo>
                  <a:lnTo>
                    <a:pt x="382497" y="298117"/>
                  </a:lnTo>
                  <a:lnTo>
                    <a:pt x="382335" y="297713"/>
                  </a:lnTo>
                  <a:lnTo>
                    <a:pt x="382237" y="297529"/>
                  </a:lnTo>
                  <a:lnTo>
                    <a:pt x="382095" y="297351"/>
                  </a:lnTo>
                  <a:lnTo>
                    <a:pt x="381741" y="296927"/>
                  </a:lnTo>
                  <a:lnTo>
                    <a:pt x="381630" y="296375"/>
                  </a:lnTo>
                  <a:lnTo>
                    <a:pt x="381982" y="296441"/>
                  </a:lnTo>
                  <a:lnTo>
                    <a:pt x="382276" y="296330"/>
                  </a:lnTo>
                  <a:lnTo>
                    <a:pt x="382659" y="296153"/>
                  </a:lnTo>
                  <a:lnTo>
                    <a:pt x="382886" y="296025"/>
                  </a:lnTo>
                  <a:lnTo>
                    <a:pt x="383192" y="295889"/>
                  </a:lnTo>
                  <a:lnTo>
                    <a:pt x="383489" y="295769"/>
                  </a:lnTo>
                  <a:lnTo>
                    <a:pt x="383622" y="295721"/>
                  </a:lnTo>
                  <a:lnTo>
                    <a:pt x="384651" y="295268"/>
                  </a:lnTo>
                  <a:lnTo>
                    <a:pt x="384571" y="295072"/>
                  </a:lnTo>
                  <a:lnTo>
                    <a:pt x="384519" y="294904"/>
                  </a:lnTo>
                  <a:lnTo>
                    <a:pt x="384477" y="294758"/>
                  </a:lnTo>
                  <a:lnTo>
                    <a:pt x="384425" y="294542"/>
                  </a:lnTo>
                  <a:lnTo>
                    <a:pt x="384404" y="294404"/>
                  </a:lnTo>
                  <a:lnTo>
                    <a:pt x="384464" y="294121"/>
                  </a:lnTo>
                  <a:lnTo>
                    <a:pt x="384497" y="293856"/>
                  </a:lnTo>
                  <a:lnTo>
                    <a:pt x="384443" y="293590"/>
                  </a:lnTo>
                  <a:lnTo>
                    <a:pt x="384411" y="293462"/>
                  </a:lnTo>
                  <a:lnTo>
                    <a:pt x="384375" y="293273"/>
                  </a:lnTo>
                  <a:lnTo>
                    <a:pt x="384317" y="293140"/>
                  </a:lnTo>
                  <a:lnTo>
                    <a:pt x="384327" y="292980"/>
                  </a:lnTo>
                  <a:lnTo>
                    <a:pt x="384332" y="292832"/>
                  </a:lnTo>
                  <a:lnTo>
                    <a:pt x="384361" y="291621"/>
                  </a:lnTo>
                  <a:lnTo>
                    <a:pt x="384258" y="291176"/>
                  </a:lnTo>
                  <a:lnTo>
                    <a:pt x="384239" y="291029"/>
                  </a:lnTo>
                  <a:lnTo>
                    <a:pt x="384216" y="290878"/>
                  </a:lnTo>
                  <a:lnTo>
                    <a:pt x="384194" y="290727"/>
                  </a:lnTo>
                  <a:lnTo>
                    <a:pt x="384162" y="290500"/>
                  </a:lnTo>
                  <a:lnTo>
                    <a:pt x="384122" y="290199"/>
                  </a:lnTo>
                  <a:lnTo>
                    <a:pt x="384102" y="290054"/>
                  </a:lnTo>
                  <a:lnTo>
                    <a:pt x="384085" y="289912"/>
                  </a:lnTo>
                  <a:lnTo>
                    <a:pt x="384110" y="289650"/>
                  </a:lnTo>
                  <a:lnTo>
                    <a:pt x="384123" y="289507"/>
                  </a:lnTo>
                  <a:lnTo>
                    <a:pt x="384154" y="289197"/>
                  </a:lnTo>
                  <a:lnTo>
                    <a:pt x="384194" y="288816"/>
                  </a:lnTo>
                  <a:lnTo>
                    <a:pt x="384210" y="288662"/>
                  </a:lnTo>
                  <a:lnTo>
                    <a:pt x="384242" y="288364"/>
                  </a:lnTo>
                  <a:lnTo>
                    <a:pt x="384284" y="287955"/>
                  </a:lnTo>
                  <a:lnTo>
                    <a:pt x="384205" y="287343"/>
                  </a:lnTo>
                  <a:lnTo>
                    <a:pt x="384159" y="287000"/>
                  </a:lnTo>
                  <a:lnTo>
                    <a:pt x="384079" y="286368"/>
                  </a:lnTo>
                  <a:lnTo>
                    <a:pt x="383720" y="286003"/>
                  </a:lnTo>
                  <a:lnTo>
                    <a:pt x="383332" y="285610"/>
                  </a:lnTo>
                  <a:lnTo>
                    <a:pt x="382862" y="285139"/>
                  </a:lnTo>
                  <a:lnTo>
                    <a:pt x="382102" y="284030"/>
                  </a:lnTo>
                  <a:lnTo>
                    <a:pt x="381857" y="283760"/>
                  </a:lnTo>
                  <a:lnTo>
                    <a:pt x="381721" y="283582"/>
                  </a:lnTo>
                  <a:lnTo>
                    <a:pt x="381411" y="283182"/>
                  </a:lnTo>
                  <a:lnTo>
                    <a:pt x="381078" y="282425"/>
                  </a:lnTo>
                  <a:lnTo>
                    <a:pt x="380920" y="282279"/>
                  </a:lnTo>
                  <a:lnTo>
                    <a:pt x="380747" y="282007"/>
                  </a:lnTo>
                  <a:lnTo>
                    <a:pt x="380540" y="281660"/>
                  </a:lnTo>
                  <a:lnTo>
                    <a:pt x="380142" y="281187"/>
                  </a:lnTo>
                  <a:lnTo>
                    <a:pt x="379943" y="280989"/>
                  </a:lnTo>
                  <a:lnTo>
                    <a:pt x="379703" y="280311"/>
                  </a:lnTo>
                  <a:lnTo>
                    <a:pt x="378844" y="279525"/>
                  </a:lnTo>
                  <a:lnTo>
                    <a:pt x="378311" y="279037"/>
                  </a:lnTo>
                  <a:lnTo>
                    <a:pt x="377911" y="278670"/>
                  </a:lnTo>
                  <a:lnTo>
                    <a:pt x="377249" y="278063"/>
                  </a:lnTo>
                  <a:lnTo>
                    <a:pt x="377083" y="277909"/>
                  </a:lnTo>
                  <a:lnTo>
                    <a:pt x="376575" y="277442"/>
                  </a:lnTo>
                  <a:lnTo>
                    <a:pt x="376220" y="277088"/>
                  </a:lnTo>
                  <a:lnTo>
                    <a:pt x="376307" y="276018"/>
                  </a:lnTo>
                  <a:lnTo>
                    <a:pt x="376344" y="275560"/>
                  </a:lnTo>
                  <a:lnTo>
                    <a:pt x="376373" y="275217"/>
                  </a:lnTo>
                  <a:lnTo>
                    <a:pt x="376054" y="274587"/>
                  </a:lnTo>
                  <a:lnTo>
                    <a:pt x="375626" y="273740"/>
                  </a:lnTo>
                  <a:lnTo>
                    <a:pt x="375475" y="273459"/>
                  </a:lnTo>
                  <a:lnTo>
                    <a:pt x="375238" y="273016"/>
                  </a:lnTo>
                  <a:lnTo>
                    <a:pt x="373288" y="269386"/>
                  </a:lnTo>
                  <a:lnTo>
                    <a:pt x="372516" y="267950"/>
                  </a:lnTo>
                  <a:lnTo>
                    <a:pt x="372081" y="267155"/>
                  </a:lnTo>
                  <a:lnTo>
                    <a:pt x="369892" y="265099"/>
                  </a:lnTo>
                  <a:lnTo>
                    <a:pt x="369527" y="264756"/>
                  </a:lnTo>
                  <a:lnTo>
                    <a:pt x="369232" y="264326"/>
                  </a:lnTo>
                  <a:lnTo>
                    <a:pt x="369457" y="263930"/>
                  </a:lnTo>
                  <a:lnTo>
                    <a:pt x="369690" y="263521"/>
                  </a:lnTo>
                  <a:lnTo>
                    <a:pt x="370268" y="262503"/>
                  </a:lnTo>
                  <a:lnTo>
                    <a:pt x="370473" y="262136"/>
                  </a:lnTo>
                  <a:lnTo>
                    <a:pt x="371979" y="259494"/>
                  </a:lnTo>
                  <a:lnTo>
                    <a:pt x="372238" y="259202"/>
                  </a:lnTo>
                  <a:lnTo>
                    <a:pt x="373711" y="257545"/>
                  </a:lnTo>
                  <a:lnTo>
                    <a:pt x="373174" y="255843"/>
                  </a:lnTo>
                  <a:lnTo>
                    <a:pt x="373026" y="255394"/>
                  </a:lnTo>
                  <a:lnTo>
                    <a:pt x="372866" y="254910"/>
                  </a:lnTo>
                  <a:lnTo>
                    <a:pt x="372604" y="253851"/>
                  </a:lnTo>
                  <a:lnTo>
                    <a:pt x="372515" y="252630"/>
                  </a:lnTo>
                  <a:lnTo>
                    <a:pt x="372424" y="251385"/>
                  </a:lnTo>
                  <a:lnTo>
                    <a:pt x="372363" y="250549"/>
                  </a:lnTo>
                  <a:lnTo>
                    <a:pt x="372340" y="250240"/>
                  </a:lnTo>
                  <a:lnTo>
                    <a:pt x="372408" y="250013"/>
                  </a:lnTo>
                  <a:lnTo>
                    <a:pt x="372596" y="249406"/>
                  </a:lnTo>
                  <a:lnTo>
                    <a:pt x="373500" y="248881"/>
                  </a:lnTo>
                  <a:lnTo>
                    <a:pt x="373607" y="248406"/>
                  </a:lnTo>
                  <a:lnTo>
                    <a:pt x="373664" y="248153"/>
                  </a:lnTo>
                  <a:lnTo>
                    <a:pt x="373766" y="247698"/>
                  </a:lnTo>
                  <a:lnTo>
                    <a:pt x="373892" y="247136"/>
                  </a:lnTo>
                  <a:lnTo>
                    <a:pt x="374034" y="246499"/>
                  </a:lnTo>
                  <a:lnTo>
                    <a:pt x="374106" y="246151"/>
                  </a:lnTo>
                  <a:lnTo>
                    <a:pt x="374112" y="246016"/>
                  </a:lnTo>
                  <a:lnTo>
                    <a:pt x="374125" y="245743"/>
                  </a:lnTo>
                  <a:lnTo>
                    <a:pt x="374139" y="245448"/>
                  </a:lnTo>
                  <a:lnTo>
                    <a:pt x="374223" y="243643"/>
                  </a:lnTo>
                  <a:lnTo>
                    <a:pt x="374271" y="242694"/>
                  </a:lnTo>
                  <a:lnTo>
                    <a:pt x="374379" y="240529"/>
                  </a:lnTo>
                  <a:lnTo>
                    <a:pt x="374400" y="240052"/>
                  </a:lnTo>
                  <a:lnTo>
                    <a:pt x="373008" y="239929"/>
                  </a:lnTo>
                  <a:lnTo>
                    <a:pt x="372158" y="239855"/>
                  </a:lnTo>
                  <a:lnTo>
                    <a:pt x="371975" y="239838"/>
                  </a:lnTo>
                  <a:lnTo>
                    <a:pt x="370158" y="239687"/>
                  </a:lnTo>
                  <a:lnTo>
                    <a:pt x="368642" y="239579"/>
                  </a:lnTo>
                  <a:lnTo>
                    <a:pt x="364853" y="239345"/>
                  </a:lnTo>
                  <a:lnTo>
                    <a:pt x="363690" y="239280"/>
                  </a:lnTo>
                  <a:lnTo>
                    <a:pt x="363525" y="239281"/>
                  </a:lnTo>
                  <a:lnTo>
                    <a:pt x="360607" y="239287"/>
                  </a:lnTo>
                  <a:lnTo>
                    <a:pt x="359474" y="239486"/>
                  </a:lnTo>
                  <a:lnTo>
                    <a:pt x="359341" y="239509"/>
                  </a:lnTo>
                  <a:lnTo>
                    <a:pt x="357302" y="239867"/>
                  </a:lnTo>
                  <a:lnTo>
                    <a:pt x="346655" y="220628"/>
                  </a:lnTo>
                  <a:lnTo>
                    <a:pt x="346414" y="220241"/>
                  </a:lnTo>
                  <a:lnTo>
                    <a:pt x="346308" y="220066"/>
                  </a:lnTo>
                  <a:lnTo>
                    <a:pt x="342326" y="216587"/>
                  </a:lnTo>
                  <a:lnTo>
                    <a:pt x="342159" y="216645"/>
                  </a:lnTo>
                  <a:lnTo>
                    <a:pt x="341834" y="216760"/>
                  </a:lnTo>
                  <a:lnTo>
                    <a:pt x="341702" y="216806"/>
                  </a:lnTo>
                  <a:lnTo>
                    <a:pt x="341534" y="216864"/>
                  </a:lnTo>
                  <a:lnTo>
                    <a:pt x="341388" y="216916"/>
                  </a:lnTo>
                  <a:lnTo>
                    <a:pt x="341136" y="217003"/>
                  </a:lnTo>
                  <a:lnTo>
                    <a:pt x="340984" y="216936"/>
                  </a:lnTo>
                  <a:lnTo>
                    <a:pt x="335495" y="216443"/>
                  </a:lnTo>
                  <a:lnTo>
                    <a:pt x="333556" y="216544"/>
                  </a:lnTo>
                  <a:lnTo>
                    <a:pt x="333095" y="216570"/>
                  </a:lnTo>
                  <a:lnTo>
                    <a:pt x="332957" y="216576"/>
                  </a:lnTo>
                  <a:lnTo>
                    <a:pt x="332792" y="216583"/>
                  </a:lnTo>
                  <a:lnTo>
                    <a:pt x="332655" y="216587"/>
                  </a:lnTo>
                  <a:lnTo>
                    <a:pt x="332517" y="216590"/>
                  </a:lnTo>
                  <a:lnTo>
                    <a:pt x="332365" y="216594"/>
                  </a:lnTo>
                  <a:lnTo>
                    <a:pt x="332227" y="216603"/>
                  </a:lnTo>
                  <a:lnTo>
                    <a:pt x="332090" y="216611"/>
                  </a:lnTo>
                  <a:lnTo>
                    <a:pt x="331901" y="216627"/>
                  </a:lnTo>
                  <a:lnTo>
                    <a:pt x="331877" y="216377"/>
                  </a:lnTo>
                  <a:lnTo>
                    <a:pt x="331845" y="216014"/>
                  </a:lnTo>
                  <a:lnTo>
                    <a:pt x="331797" y="215481"/>
                  </a:lnTo>
                  <a:lnTo>
                    <a:pt x="331785" y="215330"/>
                  </a:lnTo>
                  <a:lnTo>
                    <a:pt x="331773" y="214833"/>
                  </a:lnTo>
                  <a:lnTo>
                    <a:pt x="331765" y="214517"/>
                  </a:lnTo>
                  <a:lnTo>
                    <a:pt x="331754" y="214088"/>
                  </a:lnTo>
                  <a:lnTo>
                    <a:pt x="331741" y="213570"/>
                  </a:lnTo>
                  <a:lnTo>
                    <a:pt x="331731" y="213169"/>
                  </a:lnTo>
                  <a:lnTo>
                    <a:pt x="332221" y="212537"/>
                  </a:lnTo>
                  <a:lnTo>
                    <a:pt x="332625" y="212014"/>
                  </a:lnTo>
                  <a:lnTo>
                    <a:pt x="332782" y="211813"/>
                  </a:lnTo>
                  <a:lnTo>
                    <a:pt x="333040" y="211480"/>
                  </a:lnTo>
                  <a:lnTo>
                    <a:pt x="333302" y="211141"/>
                  </a:lnTo>
                  <a:lnTo>
                    <a:pt x="333569" y="210756"/>
                  </a:lnTo>
                  <a:lnTo>
                    <a:pt x="334053" y="210059"/>
                  </a:lnTo>
                  <a:lnTo>
                    <a:pt x="334248" y="209777"/>
                  </a:lnTo>
                  <a:lnTo>
                    <a:pt x="334491" y="209312"/>
                  </a:lnTo>
                  <a:lnTo>
                    <a:pt x="334701" y="208910"/>
                  </a:lnTo>
                  <a:lnTo>
                    <a:pt x="334906" y="208518"/>
                  </a:lnTo>
                  <a:lnTo>
                    <a:pt x="335194" y="207966"/>
                  </a:lnTo>
                  <a:lnTo>
                    <a:pt x="335412" y="207548"/>
                  </a:lnTo>
                  <a:lnTo>
                    <a:pt x="335542" y="207300"/>
                  </a:lnTo>
                  <a:lnTo>
                    <a:pt x="336747" y="205471"/>
                  </a:lnTo>
                  <a:lnTo>
                    <a:pt x="336964" y="205141"/>
                  </a:lnTo>
                  <a:lnTo>
                    <a:pt x="339467" y="201341"/>
                  </a:lnTo>
                  <a:lnTo>
                    <a:pt x="335644" y="197621"/>
                  </a:lnTo>
                  <a:lnTo>
                    <a:pt x="335106" y="197094"/>
                  </a:lnTo>
                  <a:lnTo>
                    <a:pt x="334606" y="196297"/>
                  </a:lnTo>
                  <a:lnTo>
                    <a:pt x="334462" y="196154"/>
                  </a:lnTo>
                  <a:lnTo>
                    <a:pt x="333956" y="195651"/>
                  </a:lnTo>
                  <a:lnTo>
                    <a:pt x="333707" y="195385"/>
                  </a:lnTo>
                  <a:lnTo>
                    <a:pt x="333641" y="195056"/>
                  </a:lnTo>
                  <a:lnTo>
                    <a:pt x="333569" y="194821"/>
                  </a:lnTo>
                  <a:lnTo>
                    <a:pt x="333443" y="194295"/>
                  </a:lnTo>
                  <a:lnTo>
                    <a:pt x="333367" y="194131"/>
                  </a:lnTo>
                  <a:lnTo>
                    <a:pt x="333210" y="193660"/>
                  </a:lnTo>
                  <a:lnTo>
                    <a:pt x="332850" y="192637"/>
                  </a:lnTo>
                  <a:lnTo>
                    <a:pt x="332809" y="192083"/>
                  </a:lnTo>
                  <a:lnTo>
                    <a:pt x="332781" y="191655"/>
                  </a:lnTo>
                  <a:lnTo>
                    <a:pt x="332777" y="191435"/>
                  </a:lnTo>
                  <a:lnTo>
                    <a:pt x="332765" y="191152"/>
                  </a:lnTo>
                  <a:lnTo>
                    <a:pt x="332748" y="190710"/>
                  </a:lnTo>
                  <a:lnTo>
                    <a:pt x="332700" y="190231"/>
                  </a:lnTo>
                  <a:lnTo>
                    <a:pt x="332657" y="189797"/>
                  </a:lnTo>
                  <a:lnTo>
                    <a:pt x="332603" y="189411"/>
                  </a:lnTo>
                  <a:lnTo>
                    <a:pt x="332123" y="188102"/>
                  </a:lnTo>
                  <a:lnTo>
                    <a:pt x="332074" y="187838"/>
                  </a:lnTo>
                  <a:lnTo>
                    <a:pt x="332021" y="187079"/>
                  </a:lnTo>
                  <a:lnTo>
                    <a:pt x="331949" y="186784"/>
                  </a:lnTo>
                  <a:lnTo>
                    <a:pt x="331830" y="186334"/>
                  </a:lnTo>
                  <a:lnTo>
                    <a:pt x="331657" y="185624"/>
                  </a:lnTo>
                  <a:lnTo>
                    <a:pt x="331482" y="185165"/>
                  </a:lnTo>
                  <a:lnTo>
                    <a:pt x="331430" y="184414"/>
                  </a:lnTo>
                  <a:lnTo>
                    <a:pt x="331144" y="183428"/>
                  </a:lnTo>
                  <a:lnTo>
                    <a:pt x="330789" y="182504"/>
                  </a:lnTo>
                  <a:lnTo>
                    <a:pt x="330724" y="182258"/>
                  </a:lnTo>
                  <a:lnTo>
                    <a:pt x="330651" y="181893"/>
                  </a:lnTo>
                  <a:lnTo>
                    <a:pt x="330529" y="181504"/>
                  </a:lnTo>
                  <a:lnTo>
                    <a:pt x="330476" y="181359"/>
                  </a:lnTo>
                  <a:lnTo>
                    <a:pt x="330382" y="180827"/>
                  </a:lnTo>
                  <a:lnTo>
                    <a:pt x="330308" y="180572"/>
                  </a:lnTo>
                  <a:lnTo>
                    <a:pt x="330211" y="180217"/>
                  </a:lnTo>
                  <a:lnTo>
                    <a:pt x="330150" y="179909"/>
                  </a:lnTo>
                  <a:lnTo>
                    <a:pt x="330041" y="179541"/>
                  </a:lnTo>
                  <a:lnTo>
                    <a:pt x="329991" y="179323"/>
                  </a:lnTo>
                  <a:lnTo>
                    <a:pt x="329952" y="179155"/>
                  </a:lnTo>
                  <a:lnTo>
                    <a:pt x="329881" y="178684"/>
                  </a:lnTo>
                  <a:lnTo>
                    <a:pt x="329390" y="176550"/>
                  </a:lnTo>
                  <a:lnTo>
                    <a:pt x="329073" y="174947"/>
                  </a:lnTo>
                  <a:lnTo>
                    <a:pt x="329040" y="174664"/>
                  </a:lnTo>
                  <a:lnTo>
                    <a:pt x="329021" y="174482"/>
                  </a:lnTo>
                  <a:lnTo>
                    <a:pt x="328948" y="173810"/>
                  </a:lnTo>
                  <a:lnTo>
                    <a:pt x="328921" y="173562"/>
                  </a:lnTo>
                  <a:lnTo>
                    <a:pt x="328884" y="173226"/>
                  </a:lnTo>
                  <a:lnTo>
                    <a:pt x="328845" y="172769"/>
                  </a:lnTo>
                  <a:lnTo>
                    <a:pt x="328805" y="172428"/>
                  </a:lnTo>
                  <a:lnTo>
                    <a:pt x="328736" y="171825"/>
                  </a:lnTo>
                  <a:lnTo>
                    <a:pt x="328715" y="171670"/>
                  </a:lnTo>
                  <a:lnTo>
                    <a:pt x="328701" y="171501"/>
                  </a:lnTo>
                  <a:lnTo>
                    <a:pt x="328689" y="171324"/>
                  </a:lnTo>
                  <a:lnTo>
                    <a:pt x="328619" y="171002"/>
                  </a:lnTo>
                  <a:lnTo>
                    <a:pt x="328442" y="170552"/>
                  </a:lnTo>
                  <a:lnTo>
                    <a:pt x="328307" y="170272"/>
                  </a:lnTo>
                  <a:lnTo>
                    <a:pt x="328114" y="169852"/>
                  </a:lnTo>
                  <a:lnTo>
                    <a:pt x="327917" y="169366"/>
                  </a:lnTo>
                  <a:lnTo>
                    <a:pt x="327721" y="168900"/>
                  </a:lnTo>
                  <a:lnTo>
                    <a:pt x="327540" y="168425"/>
                  </a:lnTo>
                  <a:lnTo>
                    <a:pt x="327429" y="168132"/>
                  </a:lnTo>
                  <a:lnTo>
                    <a:pt x="327265" y="167706"/>
                  </a:lnTo>
                  <a:lnTo>
                    <a:pt x="327196" y="167517"/>
                  </a:lnTo>
                  <a:lnTo>
                    <a:pt x="327102" y="167273"/>
                  </a:lnTo>
                  <a:lnTo>
                    <a:pt x="326581" y="165847"/>
                  </a:lnTo>
                  <a:lnTo>
                    <a:pt x="326605" y="165598"/>
                  </a:lnTo>
                  <a:lnTo>
                    <a:pt x="326619" y="165449"/>
                  </a:lnTo>
                  <a:lnTo>
                    <a:pt x="326692" y="164405"/>
                  </a:lnTo>
                  <a:lnTo>
                    <a:pt x="326707" y="164248"/>
                  </a:lnTo>
                  <a:lnTo>
                    <a:pt x="326838" y="162615"/>
                  </a:lnTo>
                  <a:lnTo>
                    <a:pt x="326854" y="162299"/>
                  </a:lnTo>
                  <a:lnTo>
                    <a:pt x="326896" y="161896"/>
                  </a:lnTo>
                  <a:lnTo>
                    <a:pt x="326943" y="161492"/>
                  </a:lnTo>
                  <a:lnTo>
                    <a:pt x="326963" y="161139"/>
                  </a:lnTo>
                  <a:lnTo>
                    <a:pt x="327049" y="160087"/>
                  </a:lnTo>
                  <a:lnTo>
                    <a:pt x="327133" y="159135"/>
                  </a:lnTo>
                  <a:lnTo>
                    <a:pt x="327047" y="158580"/>
                  </a:lnTo>
                  <a:lnTo>
                    <a:pt x="326477" y="158379"/>
                  </a:lnTo>
                  <a:lnTo>
                    <a:pt x="325899" y="158209"/>
                  </a:lnTo>
                  <a:lnTo>
                    <a:pt x="325553" y="158084"/>
                  </a:lnTo>
                  <a:lnTo>
                    <a:pt x="325153" y="157940"/>
                  </a:lnTo>
                  <a:lnTo>
                    <a:pt x="324757" y="157786"/>
                  </a:lnTo>
                  <a:lnTo>
                    <a:pt x="324130" y="157574"/>
                  </a:lnTo>
                  <a:lnTo>
                    <a:pt x="323001" y="157172"/>
                  </a:lnTo>
                  <a:lnTo>
                    <a:pt x="322211" y="156901"/>
                  </a:lnTo>
                  <a:lnTo>
                    <a:pt x="321477" y="156652"/>
                  </a:lnTo>
                  <a:lnTo>
                    <a:pt x="321222" y="156552"/>
                  </a:lnTo>
                  <a:lnTo>
                    <a:pt x="320350" y="156234"/>
                  </a:lnTo>
                  <a:lnTo>
                    <a:pt x="319694" y="155996"/>
                  </a:lnTo>
                  <a:lnTo>
                    <a:pt x="317386" y="155486"/>
                  </a:lnTo>
                  <a:lnTo>
                    <a:pt x="317084" y="155420"/>
                  </a:lnTo>
                  <a:lnTo>
                    <a:pt x="317446" y="154669"/>
                  </a:lnTo>
                  <a:lnTo>
                    <a:pt x="317782" y="153911"/>
                  </a:lnTo>
                  <a:lnTo>
                    <a:pt x="318069" y="153275"/>
                  </a:lnTo>
                  <a:lnTo>
                    <a:pt x="318131" y="153126"/>
                  </a:lnTo>
                  <a:lnTo>
                    <a:pt x="318338" y="152671"/>
                  </a:lnTo>
                  <a:lnTo>
                    <a:pt x="318457" y="152350"/>
                  </a:lnTo>
                  <a:lnTo>
                    <a:pt x="318561" y="152176"/>
                  </a:lnTo>
                  <a:lnTo>
                    <a:pt x="318668" y="151954"/>
                  </a:lnTo>
                  <a:lnTo>
                    <a:pt x="318855" y="151556"/>
                  </a:lnTo>
                  <a:lnTo>
                    <a:pt x="318914" y="151425"/>
                  </a:lnTo>
                  <a:lnTo>
                    <a:pt x="319242" y="150506"/>
                  </a:lnTo>
                  <a:lnTo>
                    <a:pt x="319491" y="150382"/>
                  </a:lnTo>
                  <a:lnTo>
                    <a:pt x="319985" y="149592"/>
                  </a:lnTo>
                  <a:lnTo>
                    <a:pt x="320140" y="149336"/>
                  </a:lnTo>
                  <a:lnTo>
                    <a:pt x="320577" y="148758"/>
                  </a:lnTo>
                  <a:lnTo>
                    <a:pt x="320770" y="148484"/>
                  </a:lnTo>
                  <a:lnTo>
                    <a:pt x="320586" y="148443"/>
                  </a:lnTo>
                  <a:lnTo>
                    <a:pt x="320390" y="148401"/>
                  </a:lnTo>
                  <a:lnTo>
                    <a:pt x="320233" y="148346"/>
                  </a:lnTo>
                  <a:lnTo>
                    <a:pt x="320001" y="148336"/>
                  </a:lnTo>
                  <a:lnTo>
                    <a:pt x="319383" y="148128"/>
                  </a:lnTo>
                  <a:lnTo>
                    <a:pt x="319013" y="148036"/>
                  </a:lnTo>
                  <a:lnTo>
                    <a:pt x="318883" y="148008"/>
                  </a:lnTo>
                  <a:lnTo>
                    <a:pt x="318750" y="147981"/>
                  </a:lnTo>
                  <a:lnTo>
                    <a:pt x="318548" y="147899"/>
                  </a:lnTo>
                  <a:lnTo>
                    <a:pt x="318600" y="147653"/>
                  </a:lnTo>
                  <a:lnTo>
                    <a:pt x="318581" y="147425"/>
                  </a:lnTo>
                  <a:lnTo>
                    <a:pt x="318731" y="147204"/>
                  </a:lnTo>
                  <a:lnTo>
                    <a:pt x="319008" y="146786"/>
                  </a:lnTo>
                  <a:lnTo>
                    <a:pt x="319349" y="146221"/>
                  </a:lnTo>
                  <a:lnTo>
                    <a:pt x="319137" y="145847"/>
                  </a:lnTo>
                  <a:lnTo>
                    <a:pt x="318983" y="145589"/>
                  </a:lnTo>
                  <a:lnTo>
                    <a:pt x="318900" y="145454"/>
                  </a:lnTo>
                  <a:lnTo>
                    <a:pt x="318851" y="145227"/>
                  </a:lnTo>
                  <a:lnTo>
                    <a:pt x="318978" y="145145"/>
                  </a:lnTo>
                  <a:lnTo>
                    <a:pt x="319753" y="144559"/>
                  </a:lnTo>
                  <a:lnTo>
                    <a:pt x="319745" y="144391"/>
                  </a:lnTo>
                  <a:lnTo>
                    <a:pt x="319716" y="144105"/>
                  </a:lnTo>
                  <a:lnTo>
                    <a:pt x="319868" y="143884"/>
                  </a:lnTo>
                  <a:lnTo>
                    <a:pt x="319927" y="143621"/>
                  </a:lnTo>
                  <a:lnTo>
                    <a:pt x="319957" y="143171"/>
                  </a:lnTo>
                  <a:lnTo>
                    <a:pt x="320013" y="142614"/>
                  </a:lnTo>
                  <a:lnTo>
                    <a:pt x="319905" y="141972"/>
                  </a:lnTo>
                  <a:lnTo>
                    <a:pt x="319939" y="141603"/>
                  </a:lnTo>
                  <a:lnTo>
                    <a:pt x="319924" y="141437"/>
                  </a:lnTo>
                  <a:lnTo>
                    <a:pt x="319940" y="140745"/>
                  </a:lnTo>
                  <a:lnTo>
                    <a:pt x="319953" y="140478"/>
                  </a:lnTo>
                  <a:lnTo>
                    <a:pt x="319964" y="140183"/>
                  </a:lnTo>
                  <a:lnTo>
                    <a:pt x="319952" y="138731"/>
                  </a:lnTo>
                  <a:lnTo>
                    <a:pt x="319985" y="138588"/>
                  </a:lnTo>
                  <a:lnTo>
                    <a:pt x="320022" y="138434"/>
                  </a:lnTo>
                  <a:lnTo>
                    <a:pt x="320077" y="138200"/>
                  </a:lnTo>
                  <a:lnTo>
                    <a:pt x="320110" y="138037"/>
                  </a:lnTo>
                  <a:lnTo>
                    <a:pt x="320129" y="137835"/>
                  </a:lnTo>
                  <a:lnTo>
                    <a:pt x="320158" y="137454"/>
                  </a:lnTo>
                  <a:lnTo>
                    <a:pt x="320235" y="137217"/>
                  </a:lnTo>
                  <a:lnTo>
                    <a:pt x="320381" y="136929"/>
                  </a:lnTo>
                  <a:lnTo>
                    <a:pt x="320746" y="136325"/>
                  </a:lnTo>
                  <a:lnTo>
                    <a:pt x="320891" y="136106"/>
                  </a:lnTo>
                  <a:lnTo>
                    <a:pt x="320988" y="135963"/>
                  </a:lnTo>
                  <a:lnTo>
                    <a:pt x="321150" y="135481"/>
                  </a:lnTo>
                  <a:lnTo>
                    <a:pt x="321207" y="135353"/>
                  </a:lnTo>
                  <a:lnTo>
                    <a:pt x="321297" y="135136"/>
                  </a:lnTo>
                  <a:lnTo>
                    <a:pt x="321367" y="134968"/>
                  </a:lnTo>
                  <a:lnTo>
                    <a:pt x="321456" y="134800"/>
                  </a:lnTo>
                  <a:lnTo>
                    <a:pt x="321541" y="134647"/>
                  </a:lnTo>
                  <a:lnTo>
                    <a:pt x="321644" y="134457"/>
                  </a:lnTo>
                  <a:lnTo>
                    <a:pt x="321735" y="134316"/>
                  </a:lnTo>
                  <a:lnTo>
                    <a:pt x="321874" y="134109"/>
                  </a:lnTo>
                  <a:lnTo>
                    <a:pt x="322137" y="133695"/>
                  </a:lnTo>
                  <a:lnTo>
                    <a:pt x="322701" y="132733"/>
                  </a:lnTo>
                  <a:lnTo>
                    <a:pt x="323036" y="132205"/>
                  </a:lnTo>
                  <a:lnTo>
                    <a:pt x="323336" y="131591"/>
                  </a:lnTo>
                  <a:lnTo>
                    <a:pt x="324141" y="130807"/>
                  </a:lnTo>
                  <a:lnTo>
                    <a:pt x="324009" y="130748"/>
                  </a:lnTo>
                  <a:lnTo>
                    <a:pt x="323858" y="130691"/>
                  </a:lnTo>
                  <a:lnTo>
                    <a:pt x="323403" y="130508"/>
                  </a:lnTo>
                  <a:lnTo>
                    <a:pt x="322976" y="130337"/>
                  </a:lnTo>
                  <a:lnTo>
                    <a:pt x="322563" y="130175"/>
                  </a:lnTo>
                  <a:lnTo>
                    <a:pt x="322127" y="130004"/>
                  </a:lnTo>
                  <a:lnTo>
                    <a:pt x="321877" y="129906"/>
                  </a:lnTo>
                  <a:lnTo>
                    <a:pt x="321571" y="129578"/>
                  </a:lnTo>
                  <a:lnTo>
                    <a:pt x="321339" y="129324"/>
                  </a:lnTo>
                  <a:lnTo>
                    <a:pt x="320726" y="128652"/>
                  </a:lnTo>
                  <a:lnTo>
                    <a:pt x="320444" y="128340"/>
                  </a:lnTo>
                  <a:lnTo>
                    <a:pt x="319874" y="127713"/>
                  </a:lnTo>
                  <a:lnTo>
                    <a:pt x="319496" y="127297"/>
                  </a:lnTo>
                  <a:lnTo>
                    <a:pt x="319200" y="126970"/>
                  </a:lnTo>
                  <a:lnTo>
                    <a:pt x="319005" y="126757"/>
                  </a:lnTo>
                  <a:lnTo>
                    <a:pt x="318251" y="126272"/>
                  </a:lnTo>
                  <a:lnTo>
                    <a:pt x="317892" y="126025"/>
                  </a:lnTo>
                  <a:lnTo>
                    <a:pt x="316745" y="125337"/>
                  </a:lnTo>
                  <a:lnTo>
                    <a:pt x="316461" y="125186"/>
                  </a:lnTo>
                  <a:lnTo>
                    <a:pt x="316068" y="124943"/>
                  </a:lnTo>
                  <a:lnTo>
                    <a:pt x="315732" y="124744"/>
                  </a:lnTo>
                  <a:lnTo>
                    <a:pt x="315161" y="124410"/>
                  </a:lnTo>
                  <a:lnTo>
                    <a:pt x="314575" y="124113"/>
                  </a:lnTo>
                  <a:lnTo>
                    <a:pt x="314140" y="123865"/>
                  </a:lnTo>
                  <a:lnTo>
                    <a:pt x="313698" y="123633"/>
                  </a:lnTo>
                  <a:lnTo>
                    <a:pt x="312770" y="123360"/>
                  </a:lnTo>
                  <a:lnTo>
                    <a:pt x="311993" y="123066"/>
                  </a:lnTo>
                  <a:lnTo>
                    <a:pt x="311406" y="122887"/>
                  </a:lnTo>
                  <a:lnTo>
                    <a:pt x="311041" y="122781"/>
                  </a:lnTo>
                  <a:lnTo>
                    <a:pt x="310557" y="122620"/>
                  </a:lnTo>
                  <a:lnTo>
                    <a:pt x="310307" y="122525"/>
                  </a:lnTo>
                  <a:lnTo>
                    <a:pt x="309945" y="122380"/>
                  </a:lnTo>
                  <a:lnTo>
                    <a:pt x="309073" y="121706"/>
                  </a:lnTo>
                  <a:lnTo>
                    <a:pt x="308747" y="120904"/>
                  </a:lnTo>
                  <a:lnTo>
                    <a:pt x="308703" y="120587"/>
                  </a:lnTo>
                  <a:lnTo>
                    <a:pt x="308644" y="120223"/>
                  </a:lnTo>
                  <a:lnTo>
                    <a:pt x="308401" y="120146"/>
                  </a:lnTo>
                  <a:lnTo>
                    <a:pt x="307734" y="120435"/>
                  </a:lnTo>
                  <a:lnTo>
                    <a:pt x="307468" y="120575"/>
                  </a:lnTo>
                  <a:lnTo>
                    <a:pt x="306928" y="120781"/>
                  </a:lnTo>
                  <a:lnTo>
                    <a:pt x="306076" y="120553"/>
                  </a:lnTo>
                  <a:lnTo>
                    <a:pt x="304935" y="119798"/>
                  </a:lnTo>
                  <a:lnTo>
                    <a:pt x="303878" y="119141"/>
                  </a:lnTo>
                  <a:lnTo>
                    <a:pt x="303402" y="118870"/>
                  </a:lnTo>
                  <a:lnTo>
                    <a:pt x="303199" y="118745"/>
                  </a:lnTo>
                  <a:lnTo>
                    <a:pt x="302652" y="118396"/>
                  </a:lnTo>
                  <a:lnTo>
                    <a:pt x="302349" y="118170"/>
                  </a:lnTo>
                  <a:lnTo>
                    <a:pt x="302164" y="118054"/>
                  </a:lnTo>
                  <a:lnTo>
                    <a:pt x="301813" y="117849"/>
                  </a:lnTo>
                  <a:lnTo>
                    <a:pt x="301588" y="117694"/>
                  </a:lnTo>
                  <a:lnTo>
                    <a:pt x="301448" y="117363"/>
                  </a:lnTo>
                  <a:lnTo>
                    <a:pt x="301169" y="117120"/>
                  </a:lnTo>
                  <a:lnTo>
                    <a:pt x="300401" y="116628"/>
                  </a:lnTo>
                  <a:lnTo>
                    <a:pt x="299387" y="115654"/>
                  </a:lnTo>
                  <a:lnTo>
                    <a:pt x="299364" y="114576"/>
                  </a:lnTo>
                  <a:lnTo>
                    <a:pt x="299773" y="113950"/>
                  </a:lnTo>
                  <a:lnTo>
                    <a:pt x="299931" y="112980"/>
                  </a:lnTo>
                  <a:lnTo>
                    <a:pt x="300023" y="112413"/>
                  </a:lnTo>
                  <a:lnTo>
                    <a:pt x="300110" y="111484"/>
                  </a:lnTo>
                  <a:lnTo>
                    <a:pt x="299779" y="109955"/>
                  </a:lnTo>
                  <a:lnTo>
                    <a:pt x="299741" y="109781"/>
                  </a:lnTo>
                  <a:lnTo>
                    <a:pt x="299703" y="109604"/>
                  </a:lnTo>
                  <a:lnTo>
                    <a:pt x="299684" y="109311"/>
                  </a:lnTo>
                  <a:lnTo>
                    <a:pt x="299668" y="108903"/>
                  </a:lnTo>
                  <a:lnTo>
                    <a:pt x="299714" y="107633"/>
                  </a:lnTo>
                  <a:lnTo>
                    <a:pt x="299738" y="107138"/>
                  </a:lnTo>
                  <a:lnTo>
                    <a:pt x="299654" y="106164"/>
                  </a:lnTo>
                  <a:lnTo>
                    <a:pt x="299375" y="105229"/>
                  </a:lnTo>
                  <a:lnTo>
                    <a:pt x="299313" y="104651"/>
                  </a:lnTo>
                  <a:lnTo>
                    <a:pt x="299540" y="103910"/>
                  </a:lnTo>
                  <a:lnTo>
                    <a:pt x="299673" y="103446"/>
                  </a:lnTo>
                  <a:lnTo>
                    <a:pt x="299954" y="102634"/>
                  </a:lnTo>
                  <a:lnTo>
                    <a:pt x="300135" y="102145"/>
                  </a:lnTo>
                  <a:lnTo>
                    <a:pt x="300537" y="100835"/>
                  </a:lnTo>
                  <a:lnTo>
                    <a:pt x="300641" y="100535"/>
                  </a:lnTo>
                  <a:lnTo>
                    <a:pt x="300812" y="100282"/>
                  </a:lnTo>
                  <a:lnTo>
                    <a:pt x="300827" y="100096"/>
                  </a:lnTo>
                  <a:lnTo>
                    <a:pt x="300884" y="99518"/>
                  </a:lnTo>
                  <a:lnTo>
                    <a:pt x="300919" y="99147"/>
                  </a:lnTo>
                  <a:lnTo>
                    <a:pt x="300931" y="99012"/>
                  </a:lnTo>
                  <a:lnTo>
                    <a:pt x="300953" y="98755"/>
                  </a:lnTo>
                  <a:lnTo>
                    <a:pt x="300983" y="98499"/>
                  </a:lnTo>
                  <a:lnTo>
                    <a:pt x="301044" y="98150"/>
                  </a:lnTo>
                  <a:lnTo>
                    <a:pt x="301095" y="97897"/>
                  </a:lnTo>
                  <a:lnTo>
                    <a:pt x="301149" y="97593"/>
                  </a:lnTo>
                  <a:lnTo>
                    <a:pt x="301227" y="97200"/>
                  </a:lnTo>
                  <a:lnTo>
                    <a:pt x="301263" y="97035"/>
                  </a:lnTo>
                  <a:lnTo>
                    <a:pt x="301315" y="96765"/>
                  </a:lnTo>
                  <a:lnTo>
                    <a:pt x="301345" y="96631"/>
                  </a:lnTo>
                  <a:lnTo>
                    <a:pt x="301407" y="96318"/>
                  </a:lnTo>
                  <a:lnTo>
                    <a:pt x="301397" y="95879"/>
                  </a:lnTo>
                  <a:lnTo>
                    <a:pt x="300730" y="95509"/>
                  </a:lnTo>
                  <a:lnTo>
                    <a:pt x="299530" y="94873"/>
                  </a:lnTo>
                  <a:lnTo>
                    <a:pt x="301478" y="92023"/>
                  </a:lnTo>
                  <a:lnTo>
                    <a:pt x="301841" y="91444"/>
                  </a:lnTo>
                  <a:lnTo>
                    <a:pt x="302008" y="91190"/>
                  </a:lnTo>
                  <a:lnTo>
                    <a:pt x="302381" y="90622"/>
                  </a:lnTo>
                  <a:lnTo>
                    <a:pt x="302424" y="90102"/>
                  </a:lnTo>
                  <a:lnTo>
                    <a:pt x="302299" y="89830"/>
                  </a:lnTo>
                  <a:lnTo>
                    <a:pt x="302045" y="89310"/>
                  </a:lnTo>
                  <a:lnTo>
                    <a:pt x="301743" y="88691"/>
                  </a:lnTo>
                  <a:lnTo>
                    <a:pt x="301589" y="88380"/>
                  </a:lnTo>
                  <a:lnTo>
                    <a:pt x="301141" y="87133"/>
                  </a:lnTo>
                  <a:lnTo>
                    <a:pt x="300995" y="86730"/>
                  </a:lnTo>
                  <a:lnTo>
                    <a:pt x="300473" y="86309"/>
                  </a:lnTo>
                  <a:lnTo>
                    <a:pt x="299200" y="85598"/>
                  </a:lnTo>
                  <a:lnTo>
                    <a:pt x="298813" y="85335"/>
                  </a:lnTo>
                  <a:lnTo>
                    <a:pt x="298533" y="85178"/>
                  </a:lnTo>
                  <a:lnTo>
                    <a:pt x="298124" y="84953"/>
                  </a:lnTo>
                  <a:lnTo>
                    <a:pt x="297990" y="84879"/>
                  </a:lnTo>
                  <a:lnTo>
                    <a:pt x="297517" y="84560"/>
                  </a:lnTo>
                  <a:lnTo>
                    <a:pt x="297250" y="84408"/>
                  </a:lnTo>
                  <a:lnTo>
                    <a:pt x="296749" y="84118"/>
                  </a:lnTo>
                  <a:lnTo>
                    <a:pt x="296041" y="83680"/>
                  </a:lnTo>
                  <a:lnTo>
                    <a:pt x="295905" y="83592"/>
                  </a:lnTo>
                  <a:lnTo>
                    <a:pt x="295548" y="83334"/>
                  </a:lnTo>
                  <a:lnTo>
                    <a:pt x="295331" y="83123"/>
                  </a:lnTo>
                  <a:lnTo>
                    <a:pt x="295213" y="82965"/>
                  </a:lnTo>
                  <a:lnTo>
                    <a:pt x="295059" y="82823"/>
                  </a:lnTo>
                  <a:lnTo>
                    <a:pt x="294912" y="82689"/>
                  </a:lnTo>
                  <a:lnTo>
                    <a:pt x="294813" y="82546"/>
                  </a:lnTo>
                  <a:lnTo>
                    <a:pt x="294534" y="82228"/>
                  </a:lnTo>
                  <a:lnTo>
                    <a:pt x="294398" y="82098"/>
                  </a:lnTo>
                  <a:lnTo>
                    <a:pt x="294042" y="81579"/>
                  </a:lnTo>
                  <a:lnTo>
                    <a:pt x="293593" y="81127"/>
                  </a:lnTo>
                  <a:lnTo>
                    <a:pt x="293234" y="80766"/>
                  </a:lnTo>
                  <a:lnTo>
                    <a:pt x="291975" y="79833"/>
                  </a:lnTo>
                  <a:lnTo>
                    <a:pt x="291918" y="79543"/>
                  </a:lnTo>
                  <a:lnTo>
                    <a:pt x="291719" y="78771"/>
                  </a:lnTo>
                  <a:lnTo>
                    <a:pt x="291625" y="78159"/>
                  </a:lnTo>
                  <a:lnTo>
                    <a:pt x="291321" y="77666"/>
                  </a:lnTo>
                  <a:lnTo>
                    <a:pt x="290906" y="77318"/>
                  </a:lnTo>
                  <a:lnTo>
                    <a:pt x="289998" y="77234"/>
                  </a:lnTo>
                  <a:lnTo>
                    <a:pt x="289396" y="77072"/>
                  </a:lnTo>
                  <a:lnTo>
                    <a:pt x="288319" y="76766"/>
                  </a:lnTo>
                  <a:lnTo>
                    <a:pt x="288181" y="76727"/>
                  </a:lnTo>
                  <a:lnTo>
                    <a:pt x="287935" y="76675"/>
                  </a:lnTo>
                  <a:lnTo>
                    <a:pt x="287669" y="76611"/>
                  </a:lnTo>
                  <a:lnTo>
                    <a:pt x="287018" y="76441"/>
                  </a:lnTo>
                  <a:lnTo>
                    <a:pt x="286730" y="76361"/>
                  </a:lnTo>
                  <a:lnTo>
                    <a:pt x="286536" y="76311"/>
                  </a:lnTo>
                  <a:lnTo>
                    <a:pt x="286262" y="76236"/>
                  </a:lnTo>
                  <a:lnTo>
                    <a:pt x="285933" y="76143"/>
                  </a:lnTo>
                  <a:lnTo>
                    <a:pt x="285796" y="76102"/>
                  </a:lnTo>
                  <a:lnTo>
                    <a:pt x="285566" y="76054"/>
                  </a:lnTo>
                  <a:lnTo>
                    <a:pt x="285290" y="76014"/>
                  </a:lnTo>
                  <a:lnTo>
                    <a:pt x="284995" y="75955"/>
                  </a:lnTo>
                  <a:lnTo>
                    <a:pt x="284836" y="75925"/>
                  </a:lnTo>
                  <a:lnTo>
                    <a:pt x="284679" y="75897"/>
                  </a:lnTo>
                  <a:lnTo>
                    <a:pt x="284620" y="75590"/>
                  </a:lnTo>
                  <a:lnTo>
                    <a:pt x="284601" y="75452"/>
                  </a:lnTo>
                  <a:lnTo>
                    <a:pt x="284624" y="75205"/>
                  </a:lnTo>
                  <a:lnTo>
                    <a:pt x="284656" y="74947"/>
                  </a:lnTo>
                  <a:lnTo>
                    <a:pt x="284559" y="74644"/>
                  </a:lnTo>
                  <a:lnTo>
                    <a:pt x="284421" y="74202"/>
                  </a:lnTo>
                  <a:lnTo>
                    <a:pt x="284272" y="73741"/>
                  </a:lnTo>
                  <a:lnTo>
                    <a:pt x="283764" y="73396"/>
                  </a:lnTo>
                  <a:lnTo>
                    <a:pt x="283141" y="72977"/>
                  </a:lnTo>
                  <a:lnTo>
                    <a:pt x="282904" y="72816"/>
                  </a:lnTo>
                  <a:lnTo>
                    <a:pt x="282701" y="72682"/>
                  </a:lnTo>
                  <a:lnTo>
                    <a:pt x="282568" y="72594"/>
                  </a:lnTo>
                  <a:lnTo>
                    <a:pt x="282195" y="72342"/>
                  </a:lnTo>
                  <a:lnTo>
                    <a:pt x="282003" y="72212"/>
                  </a:lnTo>
                  <a:lnTo>
                    <a:pt x="281743" y="71936"/>
                  </a:lnTo>
                  <a:lnTo>
                    <a:pt x="281664" y="71779"/>
                  </a:lnTo>
                  <a:lnTo>
                    <a:pt x="281557" y="71573"/>
                  </a:lnTo>
                  <a:lnTo>
                    <a:pt x="281443" y="71353"/>
                  </a:lnTo>
                  <a:lnTo>
                    <a:pt x="281267" y="71001"/>
                  </a:lnTo>
                  <a:lnTo>
                    <a:pt x="281086" y="70616"/>
                  </a:lnTo>
                  <a:lnTo>
                    <a:pt x="280946" y="70479"/>
                  </a:lnTo>
                  <a:lnTo>
                    <a:pt x="280711" y="70232"/>
                  </a:lnTo>
                  <a:lnTo>
                    <a:pt x="280413" y="69934"/>
                  </a:lnTo>
                  <a:lnTo>
                    <a:pt x="280038" y="69540"/>
                  </a:lnTo>
                  <a:lnTo>
                    <a:pt x="279796" y="69291"/>
                  </a:lnTo>
                  <a:lnTo>
                    <a:pt x="279571" y="69199"/>
                  </a:lnTo>
                  <a:lnTo>
                    <a:pt x="279092" y="69317"/>
                  </a:lnTo>
                  <a:lnTo>
                    <a:pt x="278794" y="69360"/>
                  </a:lnTo>
                  <a:lnTo>
                    <a:pt x="278532" y="69407"/>
                  </a:lnTo>
                  <a:lnTo>
                    <a:pt x="278219" y="69538"/>
                  </a:lnTo>
                  <a:lnTo>
                    <a:pt x="278081" y="69595"/>
                  </a:lnTo>
                  <a:lnTo>
                    <a:pt x="277821" y="69698"/>
                  </a:lnTo>
                  <a:lnTo>
                    <a:pt x="275840" y="69742"/>
                  </a:lnTo>
                  <a:lnTo>
                    <a:pt x="275778" y="68718"/>
                  </a:lnTo>
                  <a:lnTo>
                    <a:pt x="275785" y="68539"/>
                  </a:lnTo>
                  <a:lnTo>
                    <a:pt x="275589" y="68022"/>
                  </a:lnTo>
                  <a:lnTo>
                    <a:pt x="275374" y="67529"/>
                  </a:lnTo>
                  <a:lnTo>
                    <a:pt x="275352" y="66899"/>
                  </a:lnTo>
                  <a:lnTo>
                    <a:pt x="275482" y="66824"/>
                  </a:lnTo>
                  <a:lnTo>
                    <a:pt x="275813" y="66551"/>
                  </a:lnTo>
                  <a:lnTo>
                    <a:pt x="276116" y="66333"/>
                  </a:lnTo>
                  <a:lnTo>
                    <a:pt x="276295" y="66169"/>
                  </a:lnTo>
                  <a:lnTo>
                    <a:pt x="276434" y="66074"/>
                  </a:lnTo>
                  <a:lnTo>
                    <a:pt x="276762" y="65859"/>
                  </a:lnTo>
                  <a:lnTo>
                    <a:pt x="277124" y="65659"/>
                  </a:lnTo>
                  <a:lnTo>
                    <a:pt x="277364" y="65502"/>
                  </a:lnTo>
                  <a:lnTo>
                    <a:pt x="277221" y="63871"/>
                  </a:lnTo>
                  <a:lnTo>
                    <a:pt x="277236" y="63562"/>
                  </a:lnTo>
                  <a:lnTo>
                    <a:pt x="277227" y="63226"/>
                  </a:lnTo>
                  <a:lnTo>
                    <a:pt x="277107" y="62908"/>
                  </a:lnTo>
                  <a:lnTo>
                    <a:pt x="276958" y="62517"/>
                  </a:lnTo>
                  <a:lnTo>
                    <a:pt x="276867" y="62276"/>
                  </a:lnTo>
                  <a:lnTo>
                    <a:pt x="276796" y="62088"/>
                  </a:lnTo>
                  <a:lnTo>
                    <a:pt x="276695" y="61819"/>
                  </a:lnTo>
                  <a:lnTo>
                    <a:pt x="276558" y="61452"/>
                  </a:lnTo>
                  <a:lnTo>
                    <a:pt x="276502" y="61299"/>
                  </a:lnTo>
                  <a:lnTo>
                    <a:pt x="276432" y="61141"/>
                  </a:lnTo>
                  <a:lnTo>
                    <a:pt x="276321" y="60865"/>
                  </a:lnTo>
                  <a:lnTo>
                    <a:pt x="276247" y="60685"/>
                  </a:lnTo>
                  <a:lnTo>
                    <a:pt x="276215" y="60377"/>
                  </a:lnTo>
                  <a:lnTo>
                    <a:pt x="276169" y="59940"/>
                  </a:lnTo>
                  <a:lnTo>
                    <a:pt x="276131" y="59591"/>
                  </a:lnTo>
                  <a:lnTo>
                    <a:pt x="276101" y="59314"/>
                  </a:lnTo>
                  <a:lnTo>
                    <a:pt x="276109" y="59186"/>
                  </a:lnTo>
                  <a:lnTo>
                    <a:pt x="276161" y="58363"/>
                  </a:lnTo>
                  <a:lnTo>
                    <a:pt x="276201" y="57731"/>
                  </a:lnTo>
                  <a:lnTo>
                    <a:pt x="276233" y="57234"/>
                  </a:lnTo>
                  <a:lnTo>
                    <a:pt x="276289" y="56254"/>
                  </a:lnTo>
                  <a:lnTo>
                    <a:pt x="276169" y="55073"/>
                  </a:lnTo>
                  <a:lnTo>
                    <a:pt x="276146" y="54907"/>
                  </a:lnTo>
                  <a:lnTo>
                    <a:pt x="276137" y="54759"/>
                  </a:lnTo>
                  <a:lnTo>
                    <a:pt x="275911" y="53728"/>
                  </a:lnTo>
                  <a:lnTo>
                    <a:pt x="276082" y="53325"/>
                  </a:lnTo>
                  <a:lnTo>
                    <a:pt x="276084" y="52915"/>
                  </a:lnTo>
                  <a:lnTo>
                    <a:pt x="276101" y="52615"/>
                  </a:lnTo>
                  <a:lnTo>
                    <a:pt x="276093" y="52416"/>
                  </a:lnTo>
                  <a:lnTo>
                    <a:pt x="276069" y="51844"/>
                  </a:lnTo>
                  <a:lnTo>
                    <a:pt x="276112" y="51583"/>
                  </a:lnTo>
                  <a:lnTo>
                    <a:pt x="276165" y="51002"/>
                  </a:lnTo>
                  <a:lnTo>
                    <a:pt x="276195" y="50586"/>
                  </a:lnTo>
                  <a:lnTo>
                    <a:pt x="276227" y="50169"/>
                  </a:lnTo>
                  <a:lnTo>
                    <a:pt x="276251" y="49993"/>
                  </a:lnTo>
                  <a:lnTo>
                    <a:pt x="276163" y="49560"/>
                  </a:lnTo>
                  <a:lnTo>
                    <a:pt x="276122" y="49367"/>
                  </a:lnTo>
                  <a:lnTo>
                    <a:pt x="276147" y="49091"/>
                  </a:lnTo>
                  <a:lnTo>
                    <a:pt x="276155" y="48645"/>
                  </a:lnTo>
                  <a:lnTo>
                    <a:pt x="276193" y="47768"/>
                  </a:lnTo>
                  <a:lnTo>
                    <a:pt x="276192" y="47637"/>
                  </a:lnTo>
                  <a:lnTo>
                    <a:pt x="276188" y="47450"/>
                  </a:lnTo>
                  <a:lnTo>
                    <a:pt x="276184" y="47253"/>
                  </a:lnTo>
                  <a:lnTo>
                    <a:pt x="276144" y="46948"/>
                  </a:lnTo>
                  <a:lnTo>
                    <a:pt x="276137" y="46760"/>
                  </a:lnTo>
                  <a:lnTo>
                    <a:pt x="276119" y="46322"/>
                  </a:lnTo>
                  <a:lnTo>
                    <a:pt x="276111" y="46103"/>
                  </a:lnTo>
                  <a:lnTo>
                    <a:pt x="276087" y="45655"/>
                  </a:lnTo>
                  <a:lnTo>
                    <a:pt x="276110" y="45084"/>
                  </a:lnTo>
                  <a:lnTo>
                    <a:pt x="276116" y="44733"/>
                  </a:lnTo>
                  <a:lnTo>
                    <a:pt x="276068" y="44306"/>
                  </a:lnTo>
                  <a:lnTo>
                    <a:pt x="275978" y="43773"/>
                  </a:lnTo>
                  <a:lnTo>
                    <a:pt x="275867" y="43385"/>
                  </a:lnTo>
                  <a:lnTo>
                    <a:pt x="275717" y="43028"/>
                  </a:lnTo>
                  <a:lnTo>
                    <a:pt x="275494" y="42465"/>
                  </a:lnTo>
                  <a:lnTo>
                    <a:pt x="275233" y="41834"/>
                  </a:lnTo>
                  <a:lnTo>
                    <a:pt x="274984" y="41210"/>
                  </a:lnTo>
                  <a:lnTo>
                    <a:pt x="274876" y="40900"/>
                  </a:lnTo>
                  <a:lnTo>
                    <a:pt x="274482" y="39764"/>
                  </a:lnTo>
                  <a:lnTo>
                    <a:pt x="274342" y="39357"/>
                  </a:lnTo>
                  <a:lnTo>
                    <a:pt x="274024" y="38099"/>
                  </a:lnTo>
                  <a:lnTo>
                    <a:pt x="272183" y="35266"/>
                  </a:lnTo>
                  <a:lnTo>
                    <a:pt x="271709" y="34780"/>
                  </a:lnTo>
                  <a:lnTo>
                    <a:pt x="271145" y="34127"/>
                  </a:lnTo>
                  <a:lnTo>
                    <a:pt x="270274" y="33226"/>
                  </a:lnTo>
                  <a:lnTo>
                    <a:pt x="270011" y="32945"/>
                  </a:lnTo>
                  <a:lnTo>
                    <a:pt x="269661" y="32573"/>
                  </a:lnTo>
                  <a:lnTo>
                    <a:pt x="269160" y="32039"/>
                  </a:lnTo>
                  <a:lnTo>
                    <a:pt x="269031" y="31894"/>
                  </a:lnTo>
                  <a:lnTo>
                    <a:pt x="268825" y="31674"/>
                  </a:lnTo>
                  <a:lnTo>
                    <a:pt x="268332" y="31144"/>
                  </a:lnTo>
                  <a:lnTo>
                    <a:pt x="267803" y="30582"/>
                  </a:lnTo>
                  <a:lnTo>
                    <a:pt x="267195" y="29936"/>
                  </a:lnTo>
                  <a:lnTo>
                    <a:pt x="266551" y="29244"/>
                  </a:lnTo>
                  <a:lnTo>
                    <a:pt x="265012" y="27599"/>
                  </a:lnTo>
                  <a:lnTo>
                    <a:pt x="263913" y="26418"/>
                  </a:lnTo>
                  <a:lnTo>
                    <a:pt x="263641" y="26129"/>
                  </a:lnTo>
                  <a:lnTo>
                    <a:pt x="261945" y="24311"/>
                  </a:lnTo>
                  <a:lnTo>
                    <a:pt x="261364" y="23691"/>
                  </a:lnTo>
                  <a:lnTo>
                    <a:pt x="260966" y="23262"/>
                  </a:lnTo>
                  <a:lnTo>
                    <a:pt x="260259" y="22567"/>
                  </a:lnTo>
                  <a:lnTo>
                    <a:pt x="258925" y="21254"/>
                  </a:lnTo>
                  <a:lnTo>
                    <a:pt x="258212" y="20553"/>
                  </a:lnTo>
                  <a:lnTo>
                    <a:pt x="257641" y="19997"/>
                  </a:lnTo>
                  <a:lnTo>
                    <a:pt x="257052" y="19777"/>
                  </a:lnTo>
                  <a:lnTo>
                    <a:pt x="255631" y="18869"/>
                  </a:lnTo>
                  <a:lnTo>
                    <a:pt x="255367" y="18837"/>
                  </a:lnTo>
                  <a:lnTo>
                    <a:pt x="255142" y="18809"/>
                  </a:lnTo>
                  <a:lnTo>
                    <a:pt x="254428" y="18744"/>
                  </a:lnTo>
                  <a:lnTo>
                    <a:pt x="253235" y="17632"/>
                  </a:lnTo>
                  <a:lnTo>
                    <a:pt x="249513" y="13694"/>
                  </a:lnTo>
                  <a:lnTo>
                    <a:pt x="249177" y="13308"/>
                  </a:lnTo>
                  <a:lnTo>
                    <a:pt x="247954" y="12442"/>
                  </a:lnTo>
                  <a:lnTo>
                    <a:pt x="246890" y="11690"/>
                  </a:lnTo>
                  <a:lnTo>
                    <a:pt x="246202" y="11208"/>
                  </a:lnTo>
                  <a:lnTo>
                    <a:pt x="245957" y="11042"/>
                  </a:lnTo>
                  <a:lnTo>
                    <a:pt x="245440" y="10682"/>
                  </a:lnTo>
                  <a:lnTo>
                    <a:pt x="244869" y="10280"/>
                  </a:lnTo>
                  <a:lnTo>
                    <a:pt x="243935" y="9622"/>
                  </a:lnTo>
                  <a:lnTo>
                    <a:pt x="243254" y="9151"/>
                  </a:lnTo>
                  <a:lnTo>
                    <a:pt x="243067" y="9015"/>
                  </a:lnTo>
                  <a:lnTo>
                    <a:pt x="242359" y="9195"/>
                  </a:lnTo>
                  <a:lnTo>
                    <a:pt x="241904" y="9308"/>
                  </a:lnTo>
                  <a:lnTo>
                    <a:pt x="241527" y="9405"/>
                  </a:lnTo>
                  <a:lnTo>
                    <a:pt x="240950" y="9549"/>
                  </a:lnTo>
                  <a:lnTo>
                    <a:pt x="240638" y="9621"/>
                  </a:lnTo>
                  <a:lnTo>
                    <a:pt x="239611" y="9875"/>
                  </a:lnTo>
                  <a:lnTo>
                    <a:pt x="239018" y="10016"/>
                  </a:lnTo>
                  <a:lnTo>
                    <a:pt x="238322" y="10191"/>
                  </a:lnTo>
                  <a:lnTo>
                    <a:pt x="237459" y="10404"/>
                  </a:lnTo>
                  <a:lnTo>
                    <a:pt x="236987" y="10522"/>
                  </a:lnTo>
                  <a:lnTo>
                    <a:pt x="236569" y="10627"/>
                  </a:lnTo>
                  <a:lnTo>
                    <a:pt x="236334" y="10686"/>
                  </a:lnTo>
                  <a:lnTo>
                    <a:pt x="236051" y="10756"/>
                  </a:lnTo>
                  <a:lnTo>
                    <a:pt x="235394" y="10939"/>
                  </a:lnTo>
                  <a:lnTo>
                    <a:pt x="235092" y="11012"/>
                  </a:lnTo>
                  <a:lnTo>
                    <a:pt x="234881" y="11064"/>
                  </a:lnTo>
                  <a:lnTo>
                    <a:pt x="234544" y="11146"/>
                  </a:lnTo>
                  <a:lnTo>
                    <a:pt x="234153" y="11243"/>
                  </a:lnTo>
                  <a:lnTo>
                    <a:pt x="233902" y="11301"/>
                  </a:lnTo>
                  <a:lnTo>
                    <a:pt x="233692" y="11258"/>
                  </a:lnTo>
                  <a:lnTo>
                    <a:pt x="233187" y="11142"/>
                  </a:lnTo>
                  <a:lnTo>
                    <a:pt x="232820" y="11058"/>
                  </a:lnTo>
                  <a:lnTo>
                    <a:pt x="232185" y="10911"/>
                  </a:lnTo>
                  <a:lnTo>
                    <a:pt x="231336" y="10719"/>
                  </a:lnTo>
                  <a:lnTo>
                    <a:pt x="230767" y="10590"/>
                  </a:lnTo>
                  <a:lnTo>
                    <a:pt x="229305" y="10264"/>
                  </a:lnTo>
                  <a:lnTo>
                    <a:pt x="228545" y="10091"/>
                  </a:lnTo>
                  <a:lnTo>
                    <a:pt x="227939" y="9969"/>
                  </a:lnTo>
                  <a:lnTo>
                    <a:pt x="227706" y="9920"/>
                  </a:lnTo>
                  <a:lnTo>
                    <a:pt x="227289" y="9838"/>
                  </a:lnTo>
                  <a:lnTo>
                    <a:pt x="226594" y="9700"/>
                  </a:lnTo>
                  <a:lnTo>
                    <a:pt x="225506" y="9483"/>
                  </a:lnTo>
                  <a:lnTo>
                    <a:pt x="225086" y="9400"/>
                  </a:lnTo>
                  <a:lnTo>
                    <a:pt x="224790" y="9338"/>
                  </a:lnTo>
                  <a:lnTo>
                    <a:pt x="223835" y="9145"/>
                  </a:lnTo>
                  <a:lnTo>
                    <a:pt x="223484" y="9078"/>
                  </a:lnTo>
                  <a:lnTo>
                    <a:pt x="222873" y="8951"/>
                  </a:lnTo>
                  <a:lnTo>
                    <a:pt x="222447" y="8867"/>
                  </a:lnTo>
                  <a:lnTo>
                    <a:pt x="222169" y="8814"/>
                  </a:lnTo>
                  <a:lnTo>
                    <a:pt x="222000" y="8781"/>
                  </a:lnTo>
                  <a:lnTo>
                    <a:pt x="221854" y="8749"/>
                  </a:lnTo>
                  <a:lnTo>
                    <a:pt x="221699" y="8719"/>
                  </a:lnTo>
                  <a:lnTo>
                    <a:pt x="221212" y="8620"/>
                  </a:lnTo>
                  <a:lnTo>
                    <a:pt x="221060" y="8595"/>
                  </a:lnTo>
                  <a:lnTo>
                    <a:pt x="220724" y="8528"/>
                  </a:lnTo>
                  <a:lnTo>
                    <a:pt x="219977" y="8559"/>
                  </a:lnTo>
                  <a:lnTo>
                    <a:pt x="219427" y="8687"/>
                  </a:lnTo>
                  <a:lnTo>
                    <a:pt x="218550" y="8780"/>
                  </a:lnTo>
                  <a:lnTo>
                    <a:pt x="218165" y="8828"/>
                  </a:lnTo>
                  <a:lnTo>
                    <a:pt x="217278" y="8927"/>
                  </a:lnTo>
                  <a:lnTo>
                    <a:pt x="216469" y="9013"/>
                  </a:lnTo>
                  <a:lnTo>
                    <a:pt x="215880" y="9086"/>
                  </a:lnTo>
                  <a:lnTo>
                    <a:pt x="215153" y="9166"/>
                  </a:lnTo>
                  <a:lnTo>
                    <a:pt x="214621" y="9226"/>
                  </a:lnTo>
                  <a:lnTo>
                    <a:pt x="214398" y="9251"/>
                  </a:lnTo>
                  <a:lnTo>
                    <a:pt x="214126" y="9283"/>
                  </a:lnTo>
                  <a:lnTo>
                    <a:pt x="213701" y="9329"/>
                  </a:lnTo>
                  <a:lnTo>
                    <a:pt x="212498" y="9475"/>
                  </a:lnTo>
                  <a:lnTo>
                    <a:pt x="212242" y="9498"/>
                  </a:lnTo>
                  <a:lnTo>
                    <a:pt x="211655" y="9566"/>
                  </a:lnTo>
                  <a:lnTo>
                    <a:pt x="210862" y="9649"/>
                  </a:lnTo>
                  <a:lnTo>
                    <a:pt x="210214" y="9723"/>
                  </a:lnTo>
                  <a:lnTo>
                    <a:pt x="209911" y="9754"/>
                  </a:lnTo>
                  <a:lnTo>
                    <a:pt x="209356" y="9818"/>
                  </a:lnTo>
                  <a:lnTo>
                    <a:pt x="208596" y="9664"/>
                  </a:lnTo>
                  <a:lnTo>
                    <a:pt x="208022" y="9550"/>
                  </a:lnTo>
                  <a:lnTo>
                    <a:pt x="207511" y="9449"/>
                  </a:lnTo>
                  <a:lnTo>
                    <a:pt x="205440" y="9052"/>
                  </a:lnTo>
                  <a:lnTo>
                    <a:pt x="204717" y="8746"/>
                  </a:lnTo>
                  <a:lnTo>
                    <a:pt x="202436" y="7803"/>
                  </a:lnTo>
                  <a:lnTo>
                    <a:pt x="202230" y="7718"/>
                  </a:lnTo>
                  <a:lnTo>
                    <a:pt x="201458" y="7396"/>
                  </a:lnTo>
                  <a:lnTo>
                    <a:pt x="201066" y="7236"/>
                  </a:lnTo>
                  <a:lnTo>
                    <a:pt x="200487" y="7003"/>
                  </a:lnTo>
                  <a:lnTo>
                    <a:pt x="200331" y="6931"/>
                  </a:lnTo>
                  <a:lnTo>
                    <a:pt x="199682" y="6669"/>
                  </a:lnTo>
                  <a:lnTo>
                    <a:pt x="199246" y="6488"/>
                  </a:lnTo>
                  <a:lnTo>
                    <a:pt x="198748" y="6284"/>
                  </a:lnTo>
                  <a:lnTo>
                    <a:pt x="198018" y="5985"/>
                  </a:lnTo>
                  <a:lnTo>
                    <a:pt x="197332" y="5704"/>
                  </a:lnTo>
                  <a:lnTo>
                    <a:pt x="197055" y="5585"/>
                  </a:lnTo>
                  <a:lnTo>
                    <a:pt x="196263" y="5259"/>
                  </a:lnTo>
                  <a:lnTo>
                    <a:pt x="195910" y="5113"/>
                  </a:lnTo>
                  <a:lnTo>
                    <a:pt x="195516" y="4950"/>
                  </a:lnTo>
                  <a:lnTo>
                    <a:pt x="195377" y="4892"/>
                  </a:lnTo>
                  <a:lnTo>
                    <a:pt x="195021" y="4927"/>
                  </a:lnTo>
                  <a:lnTo>
                    <a:pt x="194829" y="4939"/>
                  </a:lnTo>
                  <a:lnTo>
                    <a:pt x="194456" y="4956"/>
                  </a:lnTo>
                  <a:lnTo>
                    <a:pt x="193783" y="5000"/>
                  </a:lnTo>
                  <a:lnTo>
                    <a:pt x="193066" y="5050"/>
                  </a:lnTo>
                  <a:lnTo>
                    <a:pt x="192502" y="5086"/>
                  </a:lnTo>
                  <a:lnTo>
                    <a:pt x="192305" y="5099"/>
                  </a:lnTo>
                  <a:lnTo>
                    <a:pt x="192111" y="5113"/>
                  </a:lnTo>
                  <a:lnTo>
                    <a:pt x="191926" y="5120"/>
                  </a:lnTo>
                  <a:lnTo>
                    <a:pt x="191705" y="5133"/>
                  </a:lnTo>
                  <a:lnTo>
                    <a:pt x="191523" y="5149"/>
                  </a:lnTo>
                  <a:lnTo>
                    <a:pt x="190544" y="5211"/>
                  </a:lnTo>
                  <a:lnTo>
                    <a:pt x="189991" y="5246"/>
                  </a:lnTo>
                  <a:lnTo>
                    <a:pt x="189634" y="5267"/>
                  </a:lnTo>
                  <a:lnTo>
                    <a:pt x="189085" y="5310"/>
                  </a:lnTo>
                  <a:lnTo>
                    <a:pt x="188371" y="5349"/>
                  </a:lnTo>
                  <a:lnTo>
                    <a:pt x="187612" y="5400"/>
                  </a:lnTo>
                  <a:lnTo>
                    <a:pt x="187137" y="5431"/>
                  </a:lnTo>
                  <a:lnTo>
                    <a:pt x="186678" y="5461"/>
                  </a:lnTo>
                  <a:lnTo>
                    <a:pt x="186061" y="5501"/>
                  </a:lnTo>
                  <a:lnTo>
                    <a:pt x="185047" y="5566"/>
                  </a:lnTo>
                  <a:lnTo>
                    <a:pt x="184568" y="5599"/>
                  </a:lnTo>
                  <a:lnTo>
                    <a:pt x="184143" y="5628"/>
                  </a:lnTo>
                  <a:lnTo>
                    <a:pt x="182372" y="5364"/>
                  </a:lnTo>
                  <a:lnTo>
                    <a:pt x="181134" y="5180"/>
                  </a:lnTo>
                  <a:lnTo>
                    <a:pt x="175073" y="2266"/>
                  </a:lnTo>
                  <a:lnTo>
                    <a:pt x="173899" y="1733"/>
                  </a:lnTo>
                  <a:lnTo>
                    <a:pt x="170900" y="370"/>
                  </a:lnTo>
                  <a:lnTo>
                    <a:pt x="164951" y="301"/>
                  </a:lnTo>
                  <a:lnTo>
                    <a:pt x="164938" y="452"/>
                  </a:lnTo>
                  <a:lnTo>
                    <a:pt x="165216" y="707"/>
                  </a:lnTo>
                  <a:lnTo>
                    <a:pt x="165699" y="1297"/>
                  </a:lnTo>
                  <a:lnTo>
                    <a:pt x="166060" y="1582"/>
                  </a:lnTo>
                  <a:lnTo>
                    <a:pt x="166238" y="1839"/>
                  </a:lnTo>
                  <a:lnTo>
                    <a:pt x="166338" y="2112"/>
                  </a:lnTo>
                  <a:lnTo>
                    <a:pt x="166343" y="2325"/>
                  </a:lnTo>
                  <a:lnTo>
                    <a:pt x="166488" y="2455"/>
                  </a:lnTo>
                  <a:lnTo>
                    <a:pt x="166612" y="2740"/>
                  </a:lnTo>
                  <a:lnTo>
                    <a:pt x="167147" y="3491"/>
                  </a:lnTo>
                  <a:lnTo>
                    <a:pt x="167170" y="3641"/>
                  </a:lnTo>
                  <a:lnTo>
                    <a:pt x="167198" y="3814"/>
                  </a:lnTo>
                  <a:lnTo>
                    <a:pt x="167312" y="4043"/>
                  </a:lnTo>
                  <a:lnTo>
                    <a:pt x="167363" y="4274"/>
                  </a:lnTo>
                  <a:lnTo>
                    <a:pt x="164786" y="3310"/>
                  </a:lnTo>
                  <a:lnTo>
                    <a:pt x="164668" y="2939"/>
                  </a:lnTo>
                  <a:lnTo>
                    <a:pt x="164330" y="2066"/>
                  </a:lnTo>
                  <a:lnTo>
                    <a:pt x="164073" y="1598"/>
                  </a:lnTo>
                  <a:lnTo>
                    <a:pt x="163946" y="1506"/>
                  </a:lnTo>
                  <a:lnTo>
                    <a:pt x="163653" y="1302"/>
                  </a:lnTo>
                  <a:lnTo>
                    <a:pt x="163554" y="1160"/>
                  </a:lnTo>
                  <a:lnTo>
                    <a:pt x="163307" y="847"/>
                  </a:lnTo>
                  <a:lnTo>
                    <a:pt x="163060" y="603"/>
                  </a:lnTo>
                  <a:lnTo>
                    <a:pt x="162923" y="570"/>
                  </a:lnTo>
                  <a:lnTo>
                    <a:pt x="162574" y="407"/>
                  </a:lnTo>
                  <a:lnTo>
                    <a:pt x="162188" y="409"/>
                  </a:lnTo>
                  <a:lnTo>
                    <a:pt x="161938" y="358"/>
                  </a:lnTo>
                  <a:lnTo>
                    <a:pt x="161366" y="363"/>
                  </a:lnTo>
                  <a:lnTo>
                    <a:pt x="161154" y="249"/>
                  </a:lnTo>
                  <a:lnTo>
                    <a:pt x="160892" y="193"/>
                  </a:lnTo>
                  <a:lnTo>
                    <a:pt x="160215" y="81"/>
                  </a:lnTo>
                  <a:lnTo>
                    <a:pt x="160073" y="0"/>
                  </a:lnTo>
                  <a:lnTo>
                    <a:pt x="159839" y="124"/>
                  </a:lnTo>
                  <a:lnTo>
                    <a:pt x="159506" y="223"/>
                  </a:lnTo>
                  <a:lnTo>
                    <a:pt x="159439" y="386"/>
                  </a:lnTo>
                  <a:lnTo>
                    <a:pt x="159076" y="521"/>
                  </a:lnTo>
                  <a:lnTo>
                    <a:pt x="158925" y="613"/>
                  </a:lnTo>
                  <a:lnTo>
                    <a:pt x="158663" y="648"/>
                  </a:lnTo>
                  <a:lnTo>
                    <a:pt x="158607" y="498"/>
                  </a:lnTo>
                  <a:lnTo>
                    <a:pt x="158467" y="503"/>
                  </a:lnTo>
                  <a:lnTo>
                    <a:pt x="158338" y="508"/>
                  </a:lnTo>
                  <a:lnTo>
                    <a:pt x="158144" y="496"/>
                  </a:lnTo>
                  <a:lnTo>
                    <a:pt x="157979" y="480"/>
                  </a:lnTo>
                  <a:lnTo>
                    <a:pt x="157717" y="396"/>
                  </a:lnTo>
                  <a:lnTo>
                    <a:pt x="157567" y="353"/>
                  </a:lnTo>
                  <a:lnTo>
                    <a:pt x="157284" y="318"/>
                  </a:lnTo>
                  <a:lnTo>
                    <a:pt x="157109" y="274"/>
                  </a:lnTo>
                  <a:lnTo>
                    <a:pt x="156872" y="223"/>
                  </a:lnTo>
                  <a:lnTo>
                    <a:pt x="156630" y="211"/>
                  </a:lnTo>
                  <a:lnTo>
                    <a:pt x="156437" y="185"/>
                  </a:lnTo>
                  <a:lnTo>
                    <a:pt x="156289" y="140"/>
                  </a:lnTo>
                  <a:lnTo>
                    <a:pt x="156050" y="104"/>
                  </a:lnTo>
                  <a:lnTo>
                    <a:pt x="155577" y="516"/>
                  </a:lnTo>
                  <a:lnTo>
                    <a:pt x="154857" y="1116"/>
                  </a:lnTo>
                  <a:lnTo>
                    <a:pt x="154320" y="1501"/>
                  </a:lnTo>
                  <a:lnTo>
                    <a:pt x="154078" y="1814"/>
                  </a:lnTo>
                  <a:lnTo>
                    <a:pt x="153864" y="1849"/>
                  </a:lnTo>
                  <a:lnTo>
                    <a:pt x="153706" y="1895"/>
                  </a:lnTo>
                  <a:lnTo>
                    <a:pt x="153536" y="1944"/>
                  </a:lnTo>
                  <a:lnTo>
                    <a:pt x="153009" y="2363"/>
                  </a:lnTo>
                  <a:lnTo>
                    <a:pt x="152686" y="2600"/>
                  </a:lnTo>
                  <a:lnTo>
                    <a:pt x="152460" y="2809"/>
                  </a:lnTo>
                  <a:lnTo>
                    <a:pt x="152320" y="2898"/>
                  </a:lnTo>
                  <a:lnTo>
                    <a:pt x="152254" y="3025"/>
                  </a:lnTo>
                  <a:lnTo>
                    <a:pt x="151943" y="3356"/>
                  </a:lnTo>
                  <a:lnTo>
                    <a:pt x="151495" y="3740"/>
                  </a:lnTo>
                  <a:lnTo>
                    <a:pt x="151200" y="4030"/>
                  </a:lnTo>
                  <a:lnTo>
                    <a:pt x="150747" y="4000"/>
                  </a:lnTo>
                  <a:lnTo>
                    <a:pt x="149567" y="4730"/>
                  </a:lnTo>
                  <a:lnTo>
                    <a:pt x="149070" y="5028"/>
                  </a:lnTo>
                  <a:lnTo>
                    <a:pt x="148915" y="5119"/>
                  </a:lnTo>
                  <a:lnTo>
                    <a:pt x="148327" y="5297"/>
                  </a:lnTo>
                  <a:lnTo>
                    <a:pt x="147414" y="5572"/>
                  </a:lnTo>
                  <a:lnTo>
                    <a:pt x="146299" y="5908"/>
                  </a:lnTo>
                  <a:lnTo>
                    <a:pt x="144643" y="6407"/>
                  </a:lnTo>
                  <a:lnTo>
                    <a:pt x="143110" y="6865"/>
                  </a:lnTo>
                  <a:lnTo>
                    <a:pt x="142879" y="6893"/>
                  </a:lnTo>
                  <a:lnTo>
                    <a:pt x="142510" y="6941"/>
                  </a:lnTo>
                  <a:lnTo>
                    <a:pt x="142192" y="6984"/>
                  </a:lnTo>
                  <a:lnTo>
                    <a:pt x="141238" y="7239"/>
                  </a:lnTo>
                  <a:lnTo>
                    <a:pt x="136454" y="8511"/>
                  </a:lnTo>
                  <a:lnTo>
                    <a:pt x="130729" y="10038"/>
                  </a:lnTo>
                  <a:lnTo>
                    <a:pt x="129428" y="10384"/>
                  </a:lnTo>
                  <a:lnTo>
                    <a:pt x="128876" y="10532"/>
                  </a:lnTo>
                  <a:lnTo>
                    <a:pt x="128357" y="10789"/>
                  </a:lnTo>
                  <a:lnTo>
                    <a:pt x="126202" y="11857"/>
                  </a:lnTo>
                  <a:lnTo>
                    <a:pt x="122853" y="13514"/>
                  </a:lnTo>
                  <a:lnTo>
                    <a:pt x="122423" y="13727"/>
                  </a:lnTo>
                  <a:lnTo>
                    <a:pt x="118701" y="15570"/>
                  </a:lnTo>
                  <a:lnTo>
                    <a:pt x="118561" y="15638"/>
                  </a:lnTo>
                  <a:lnTo>
                    <a:pt x="116729" y="16544"/>
                  </a:lnTo>
                  <a:lnTo>
                    <a:pt x="114876" y="17463"/>
                  </a:lnTo>
                  <a:lnTo>
                    <a:pt x="112591" y="18616"/>
                  </a:lnTo>
                  <a:lnTo>
                    <a:pt x="109724" y="16610"/>
                  </a:lnTo>
                  <a:lnTo>
                    <a:pt x="106215" y="14122"/>
                  </a:lnTo>
                  <a:lnTo>
                    <a:pt x="104159" y="13498"/>
                  </a:lnTo>
                  <a:lnTo>
                    <a:pt x="101133" y="12585"/>
                  </a:lnTo>
                  <a:lnTo>
                    <a:pt x="99772" y="12175"/>
                  </a:lnTo>
                  <a:lnTo>
                    <a:pt x="89846" y="9186"/>
                  </a:lnTo>
                  <a:lnTo>
                    <a:pt x="79500" y="11600"/>
                  </a:lnTo>
                  <a:lnTo>
                    <a:pt x="66738" y="14552"/>
                  </a:lnTo>
                  <a:lnTo>
                    <a:pt x="66548" y="14807"/>
                  </a:lnTo>
                  <a:lnTo>
                    <a:pt x="66227" y="15234"/>
                  </a:lnTo>
                  <a:lnTo>
                    <a:pt x="65881" y="15715"/>
                  </a:lnTo>
                  <a:lnTo>
                    <a:pt x="65197" y="16662"/>
                  </a:lnTo>
                  <a:lnTo>
                    <a:pt x="64530" y="17588"/>
                  </a:lnTo>
                  <a:lnTo>
                    <a:pt x="63805" y="18555"/>
                  </a:lnTo>
                  <a:lnTo>
                    <a:pt x="63108" y="19481"/>
                  </a:lnTo>
                  <a:lnTo>
                    <a:pt x="62431" y="20420"/>
                  </a:lnTo>
                  <a:lnTo>
                    <a:pt x="62075" y="20903"/>
                  </a:lnTo>
                  <a:lnTo>
                    <a:pt x="61726" y="21404"/>
                  </a:lnTo>
                  <a:lnTo>
                    <a:pt x="60947" y="22499"/>
                  </a:lnTo>
                  <a:lnTo>
                    <a:pt x="60698" y="22847"/>
                  </a:lnTo>
                  <a:lnTo>
                    <a:pt x="60393" y="23318"/>
                  </a:lnTo>
                  <a:lnTo>
                    <a:pt x="59734" y="24348"/>
                  </a:lnTo>
                  <a:lnTo>
                    <a:pt x="59431" y="24817"/>
                  </a:lnTo>
                  <a:lnTo>
                    <a:pt x="59090" y="25351"/>
                  </a:lnTo>
                  <a:lnTo>
                    <a:pt x="58930" y="25677"/>
                  </a:lnTo>
                  <a:lnTo>
                    <a:pt x="58851" y="26015"/>
                  </a:lnTo>
                  <a:lnTo>
                    <a:pt x="58813" y="26229"/>
                  </a:lnTo>
                  <a:lnTo>
                    <a:pt x="58693" y="26850"/>
                  </a:lnTo>
                  <a:lnTo>
                    <a:pt x="58474" y="28008"/>
                  </a:lnTo>
                  <a:lnTo>
                    <a:pt x="58355" y="28570"/>
                  </a:lnTo>
                  <a:lnTo>
                    <a:pt x="58248" y="29140"/>
                  </a:lnTo>
                  <a:lnTo>
                    <a:pt x="58144" y="29695"/>
                  </a:lnTo>
                  <a:lnTo>
                    <a:pt x="57912" y="30885"/>
                  </a:lnTo>
                  <a:lnTo>
                    <a:pt x="57803" y="31430"/>
                  </a:lnTo>
                  <a:lnTo>
                    <a:pt x="57571" y="32578"/>
                  </a:lnTo>
                  <a:lnTo>
                    <a:pt x="57451" y="33168"/>
                  </a:lnTo>
                  <a:lnTo>
                    <a:pt x="57345" y="33705"/>
                  </a:lnTo>
                  <a:lnTo>
                    <a:pt x="57116" y="34860"/>
                  </a:lnTo>
                  <a:lnTo>
                    <a:pt x="57004" y="35433"/>
                  </a:lnTo>
                  <a:lnTo>
                    <a:pt x="56894" y="35972"/>
                  </a:lnTo>
                  <a:lnTo>
                    <a:pt x="56848" y="36201"/>
                  </a:lnTo>
                  <a:lnTo>
                    <a:pt x="56685" y="36288"/>
                  </a:lnTo>
                  <a:lnTo>
                    <a:pt x="56192" y="36547"/>
                  </a:lnTo>
                  <a:lnTo>
                    <a:pt x="55981" y="36654"/>
                  </a:lnTo>
                  <a:lnTo>
                    <a:pt x="54731" y="37242"/>
                  </a:lnTo>
                  <a:lnTo>
                    <a:pt x="54299" y="37445"/>
                  </a:lnTo>
                  <a:lnTo>
                    <a:pt x="53372" y="37883"/>
                  </a:lnTo>
                  <a:lnTo>
                    <a:pt x="52879" y="38120"/>
                  </a:lnTo>
                  <a:lnTo>
                    <a:pt x="51797" y="38641"/>
                  </a:lnTo>
                  <a:lnTo>
                    <a:pt x="50438" y="39290"/>
                  </a:lnTo>
                  <a:lnTo>
                    <a:pt x="49454" y="39763"/>
                  </a:lnTo>
                  <a:lnTo>
                    <a:pt x="48617" y="40196"/>
                  </a:lnTo>
                  <a:lnTo>
                    <a:pt x="47754" y="40644"/>
                  </a:lnTo>
                  <a:lnTo>
                    <a:pt x="47176" y="40766"/>
                  </a:lnTo>
                  <a:lnTo>
                    <a:pt x="44220" y="41405"/>
                  </a:lnTo>
                  <a:lnTo>
                    <a:pt x="42889" y="42018"/>
                  </a:lnTo>
                  <a:lnTo>
                    <a:pt x="42492" y="42219"/>
                  </a:lnTo>
                  <a:lnTo>
                    <a:pt x="42332" y="42346"/>
                  </a:lnTo>
                  <a:lnTo>
                    <a:pt x="42003" y="42453"/>
                  </a:lnTo>
                  <a:lnTo>
                    <a:pt x="41495" y="42623"/>
                  </a:lnTo>
                  <a:lnTo>
                    <a:pt x="41042" y="42809"/>
                  </a:lnTo>
                  <a:lnTo>
                    <a:pt x="40734" y="42987"/>
                  </a:lnTo>
                  <a:lnTo>
                    <a:pt x="40273" y="43259"/>
                  </a:lnTo>
                  <a:lnTo>
                    <a:pt x="39879" y="43491"/>
                  </a:lnTo>
                  <a:lnTo>
                    <a:pt x="39505" y="43649"/>
                  </a:lnTo>
                  <a:lnTo>
                    <a:pt x="39288" y="43687"/>
                  </a:lnTo>
                  <a:lnTo>
                    <a:pt x="39082" y="43636"/>
                  </a:lnTo>
                  <a:lnTo>
                    <a:pt x="38736" y="43481"/>
                  </a:lnTo>
                  <a:lnTo>
                    <a:pt x="38362" y="43272"/>
                  </a:lnTo>
                  <a:lnTo>
                    <a:pt x="37965" y="43066"/>
                  </a:lnTo>
                  <a:lnTo>
                    <a:pt x="37797" y="42962"/>
                  </a:lnTo>
                  <a:lnTo>
                    <a:pt x="37596" y="42773"/>
                  </a:lnTo>
                  <a:lnTo>
                    <a:pt x="37406" y="42819"/>
                  </a:lnTo>
                  <a:lnTo>
                    <a:pt x="37057" y="42847"/>
                  </a:lnTo>
                  <a:lnTo>
                    <a:pt x="36741" y="42840"/>
                  </a:lnTo>
                  <a:lnTo>
                    <a:pt x="36362" y="42852"/>
                  </a:lnTo>
                  <a:lnTo>
                    <a:pt x="36037" y="42868"/>
                  </a:lnTo>
                  <a:lnTo>
                    <a:pt x="35741" y="42903"/>
                  </a:lnTo>
                  <a:lnTo>
                    <a:pt x="35617" y="42715"/>
                  </a:lnTo>
                  <a:lnTo>
                    <a:pt x="35332" y="42651"/>
                  </a:lnTo>
                  <a:lnTo>
                    <a:pt x="35184" y="42529"/>
                  </a:lnTo>
                  <a:lnTo>
                    <a:pt x="35029" y="42417"/>
                  </a:lnTo>
                  <a:lnTo>
                    <a:pt x="34871" y="42394"/>
                  </a:lnTo>
                  <a:lnTo>
                    <a:pt x="34642" y="42397"/>
                  </a:lnTo>
                  <a:lnTo>
                    <a:pt x="34479" y="42443"/>
                  </a:lnTo>
                  <a:lnTo>
                    <a:pt x="34077" y="42684"/>
                  </a:lnTo>
                  <a:lnTo>
                    <a:pt x="33698" y="42896"/>
                  </a:lnTo>
                  <a:lnTo>
                    <a:pt x="33469" y="42977"/>
                  </a:lnTo>
                  <a:lnTo>
                    <a:pt x="33034" y="43142"/>
                  </a:lnTo>
                  <a:lnTo>
                    <a:pt x="32744" y="43193"/>
                  </a:lnTo>
                  <a:lnTo>
                    <a:pt x="32189" y="43265"/>
                  </a:lnTo>
                  <a:lnTo>
                    <a:pt x="31955" y="43305"/>
                  </a:lnTo>
                  <a:lnTo>
                    <a:pt x="31670" y="43420"/>
                  </a:lnTo>
                  <a:lnTo>
                    <a:pt x="31456" y="43552"/>
                  </a:lnTo>
                  <a:lnTo>
                    <a:pt x="31118" y="43957"/>
                  </a:lnTo>
                  <a:lnTo>
                    <a:pt x="30973" y="44344"/>
                  </a:lnTo>
                  <a:lnTo>
                    <a:pt x="30833" y="44690"/>
                  </a:lnTo>
                  <a:lnTo>
                    <a:pt x="30764" y="44863"/>
                  </a:lnTo>
                  <a:lnTo>
                    <a:pt x="30691" y="44995"/>
                  </a:lnTo>
                  <a:lnTo>
                    <a:pt x="30490" y="45366"/>
                  </a:lnTo>
                  <a:lnTo>
                    <a:pt x="30367" y="45501"/>
                  </a:lnTo>
                  <a:lnTo>
                    <a:pt x="29617" y="46127"/>
                  </a:lnTo>
                  <a:lnTo>
                    <a:pt x="28726" y="46847"/>
                  </a:lnTo>
                  <a:lnTo>
                    <a:pt x="28263" y="47221"/>
                  </a:lnTo>
                  <a:lnTo>
                    <a:pt x="28014" y="47417"/>
                  </a:lnTo>
                  <a:lnTo>
                    <a:pt x="27316" y="47954"/>
                  </a:lnTo>
                  <a:lnTo>
                    <a:pt x="26843" y="48316"/>
                  </a:lnTo>
                  <a:lnTo>
                    <a:pt x="26227" y="48791"/>
                  </a:lnTo>
                  <a:lnTo>
                    <a:pt x="25617" y="49695"/>
                  </a:lnTo>
                  <a:lnTo>
                    <a:pt x="24970" y="50649"/>
                  </a:lnTo>
                  <a:lnTo>
                    <a:pt x="24609" y="51143"/>
                  </a:lnTo>
                  <a:lnTo>
                    <a:pt x="24258" y="51631"/>
                  </a:lnTo>
                  <a:lnTo>
                    <a:pt x="23950" y="52061"/>
                  </a:lnTo>
                  <a:lnTo>
                    <a:pt x="23263" y="53023"/>
                  </a:lnTo>
                  <a:lnTo>
                    <a:pt x="23095" y="53255"/>
                  </a:lnTo>
                  <a:lnTo>
                    <a:pt x="22574" y="53982"/>
                  </a:lnTo>
                  <a:lnTo>
                    <a:pt x="22238" y="54435"/>
                  </a:lnTo>
                  <a:lnTo>
                    <a:pt x="21882" y="54933"/>
                  </a:lnTo>
                  <a:lnTo>
                    <a:pt x="21572" y="55340"/>
                  </a:lnTo>
                  <a:lnTo>
                    <a:pt x="21177" y="55889"/>
                  </a:lnTo>
                  <a:lnTo>
                    <a:pt x="20490" y="56838"/>
                  </a:lnTo>
                  <a:lnTo>
                    <a:pt x="19808" y="57762"/>
                  </a:lnTo>
                  <a:lnTo>
                    <a:pt x="18780" y="59238"/>
                  </a:lnTo>
                  <a:lnTo>
                    <a:pt x="18007" y="60268"/>
                  </a:lnTo>
                  <a:lnTo>
                    <a:pt x="17785" y="60607"/>
                  </a:lnTo>
                  <a:lnTo>
                    <a:pt x="17406" y="61134"/>
                  </a:lnTo>
                  <a:lnTo>
                    <a:pt x="17045" y="61643"/>
                  </a:lnTo>
                  <a:lnTo>
                    <a:pt x="16712" y="62106"/>
                  </a:lnTo>
                  <a:lnTo>
                    <a:pt x="16388" y="62579"/>
                  </a:lnTo>
                  <a:lnTo>
                    <a:pt x="16045" y="63065"/>
                  </a:lnTo>
                  <a:lnTo>
                    <a:pt x="15798" y="63416"/>
                  </a:lnTo>
                  <a:lnTo>
                    <a:pt x="15699" y="63559"/>
                  </a:lnTo>
                  <a:lnTo>
                    <a:pt x="15075" y="64437"/>
                  </a:lnTo>
                  <a:lnTo>
                    <a:pt x="14791" y="64862"/>
                  </a:lnTo>
                  <a:lnTo>
                    <a:pt x="14656" y="65063"/>
                  </a:lnTo>
                  <a:lnTo>
                    <a:pt x="14572" y="65200"/>
                  </a:lnTo>
                  <a:lnTo>
                    <a:pt x="14055" y="66047"/>
                  </a:lnTo>
                  <a:lnTo>
                    <a:pt x="13417" y="67053"/>
                  </a:lnTo>
                  <a:lnTo>
                    <a:pt x="13088" y="67549"/>
                  </a:lnTo>
                  <a:lnTo>
                    <a:pt x="12826" y="67989"/>
                  </a:lnTo>
                  <a:lnTo>
                    <a:pt x="12488" y="68523"/>
                  </a:lnTo>
                  <a:lnTo>
                    <a:pt x="12208" y="68958"/>
                  </a:lnTo>
                  <a:lnTo>
                    <a:pt x="11852" y="69516"/>
                  </a:lnTo>
                  <a:lnTo>
                    <a:pt x="11686" y="69750"/>
                  </a:lnTo>
                  <a:lnTo>
                    <a:pt x="11481" y="70037"/>
                  </a:lnTo>
                  <a:lnTo>
                    <a:pt x="11398" y="70166"/>
                  </a:lnTo>
                  <a:lnTo>
                    <a:pt x="11301" y="70398"/>
                  </a:lnTo>
                  <a:lnTo>
                    <a:pt x="11280" y="70693"/>
                  </a:lnTo>
                  <a:lnTo>
                    <a:pt x="11367" y="70986"/>
                  </a:lnTo>
                  <a:lnTo>
                    <a:pt x="11403" y="71161"/>
                  </a:lnTo>
                  <a:lnTo>
                    <a:pt x="11451" y="71434"/>
                  </a:lnTo>
                  <a:lnTo>
                    <a:pt x="11494" y="71630"/>
                  </a:lnTo>
                  <a:lnTo>
                    <a:pt x="11550" y="71828"/>
                  </a:lnTo>
                  <a:lnTo>
                    <a:pt x="11614" y="72054"/>
                  </a:lnTo>
                  <a:lnTo>
                    <a:pt x="11665" y="72230"/>
                  </a:lnTo>
                  <a:lnTo>
                    <a:pt x="11922" y="72688"/>
                  </a:lnTo>
                  <a:lnTo>
                    <a:pt x="12115" y="73044"/>
                  </a:lnTo>
                  <a:lnTo>
                    <a:pt x="12204" y="73271"/>
                  </a:lnTo>
                  <a:lnTo>
                    <a:pt x="12306" y="73449"/>
                  </a:lnTo>
                  <a:lnTo>
                    <a:pt x="12525" y="73836"/>
                  </a:lnTo>
                  <a:lnTo>
                    <a:pt x="12499" y="74057"/>
                  </a:lnTo>
                  <a:lnTo>
                    <a:pt x="12459" y="74329"/>
                  </a:lnTo>
                  <a:lnTo>
                    <a:pt x="12387" y="74594"/>
                  </a:lnTo>
                  <a:lnTo>
                    <a:pt x="12191" y="74881"/>
                  </a:lnTo>
                  <a:lnTo>
                    <a:pt x="12018" y="75194"/>
                  </a:lnTo>
                  <a:lnTo>
                    <a:pt x="11845" y="75505"/>
                  </a:lnTo>
                  <a:lnTo>
                    <a:pt x="11721" y="75726"/>
                  </a:lnTo>
                  <a:lnTo>
                    <a:pt x="11532" y="75943"/>
                  </a:lnTo>
                  <a:lnTo>
                    <a:pt x="11309" y="76113"/>
                  </a:lnTo>
                  <a:lnTo>
                    <a:pt x="11138" y="76301"/>
                  </a:lnTo>
                  <a:lnTo>
                    <a:pt x="10393" y="76897"/>
                  </a:lnTo>
                  <a:lnTo>
                    <a:pt x="10248" y="77065"/>
                  </a:lnTo>
                  <a:lnTo>
                    <a:pt x="10046" y="77304"/>
                  </a:lnTo>
                  <a:lnTo>
                    <a:pt x="9919" y="77507"/>
                  </a:lnTo>
                  <a:lnTo>
                    <a:pt x="9828" y="77663"/>
                  </a:lnTo>
                  <a:lnTo>
                    <a:pt x="9604" y="78019"/>
                  </a:lnTo>
                  <a:lnTo>
                    <a:pt x="9873" y="78467"/>
                  </a:lnTo>
                  <a:lnTo>
                    <a:pt x="9873" y="78742"/>
                  </a:lnTo>
                  <a:lnTo>
                    <a:pt x="10123" y="79083"/>
                  </a:lnTo>
                  <a:lnTo>
                    <a:pt x="9858" y="79935"/>
                  </a:lnTo>
                  <a:lnTo>
                    <a:pt x="10078" y="80098"/>
                  </a:lnTo>
                  <a:lnTo>
                    <a:pt x="10735" y="80339"/>
                  </a:lnTo>
                  <a:lnTo>
                    <a:pt x="11395" y="80687"/>
                  </a:lnTo>
                  <a:lnTo>
                    <a:pt x="11414" y="80824"/>
                  </a:lnTo>
                  <a:lnTo>
                    <a:pt x="11302" y="81128"/>
                  </a:lnTo>
                  <a:lnTo>
                    <a:pt x="11023" y="81481"/>
                  </a:lnTo>
                  <a:lnTo>
                    <a:pt x="10860" y="81792"/>
                  </a:lnTo>
                  <a:lnTo>
                    <a:pt x="10870" y="81927"/>
                  </a:lnTo>
                  <a:lnTo>
                    <a:pt x="11123" y="82389"/>
                  </a:lnTo>
                  <a:lnTo>
                    <a:pt x="11581" y="82995"/>
                  </a:lnTo>
                  <a:lnTo>
                    <a:pt x="11686" y="83231"/>
                  </a:lnTo>
                  <a:lnTo>
                    <a:pt x="11675" y="84326"/>
                  </a:lnTo>
                  <a:lnTo>
                    <a:pt x="11257" y="85158"/>
                  </a:lnTo>
                  <a:lnTo>
                    <a:pt x="11140" y="85400"/>
                  </a:lnTo>
                  <a:lnTo>
                    <a:pt x="9903" y="85662"/>
                  </a:lnTo>
                  <a:lnTo>
                    <a:pt x="9285" y="86256"/>
                  </a:lnTo>
                  <a:lnTo>
                    <a:pt x="8649" y="86819"/>
                  </a:lnTo>
                  <a:lnTo>
                    <a:pt x="8670" y="87117"/>
                  </a:lnTo>
                  <a:lnTo>
                    <a:pt x="8679" y="87342"/>
                  </a:lnTo>
                  <a:lnTo>
                    <a:pt x="8692" y="87663"/>
                  </a:lnTo>
                  <a:lnTo>
                    <a:pt x="8781" y="89892"/>
                  </a:lnTo>
                  <a:lnTo>
                    <a:pt x="8494" y="90179"/>
                  </a:lnTo>
                  <a:lnTo>
                    <a:pt x="7782" y="90828"/>
                  </a:lnTo>
                  <a:lnTo>
                    <a:pt x="6662" y="91851"/>
                  </a:lnTo>
                  <a:lnTo>
                    <a:pt x="5622" y="92816"/>
                  </a:lnTo>
                  <a:lnTo>
                    <a:pt x="4497" y="93859"/>
                  </a:lnTo>
                  <a:lnTo>
                    <a:pt x="3629" y="94663"/>
                  </a:lnTo>
                  <a:lnTo>
                    <a:pt x="2777" y="95409"/>
                  </a:lnTo>
                  <a:lnTo>
                    <a:pt x="1871" y="96246"/>
                  </a:lnTo>
                  <a:lnTo>
                    <a:pt x="1268" y="96801"/>
                  </a:lnTo>
                  <a:lnTo>
                    <a:pt x="813" y="97237"/>
                  </a:lnTo>
                  <a:lnTo>
                    <a:pt x="1158" y="98697"/>
                  </a:lnTo>
                  <a:lnTo>
                    <a:pt x="1190" y="98831"/>
                  </a:lnTo>
                  <a:lnTo>
                    <a:pt x="2170" y="102965"/>
                  </a:lnTo>
                  <a:lnTo>
                    <a:pt x="2071" y="104634"/>
                  </a:lnTo>
                  <a:lnTo>
                    <a:pt x="1953" y="106622"/>
                  </a:lnTo>
                  <a:lnTo>
                    <a:pt x="1915" y="107258"/>
                  </a:lnTo>
                  <a:lnTo>
                    <a:pt x="1716" y="110624"/>
                  </a:lnTo>
                  <a:lnTo>
                    <a:pt x="1665" y="111484"/>
                  </a:lnTo>
                  <a:lnTo>
                    <a:pt x="1645" y="111813"/>
                  </a:lnTo>
                  <a:lnTo>
                    <a:pt x="1600" y="112582"/>
                  </a:lnTo>
                  <a:lnTo>
                    <a:pt x="1483" y="114549"/>
                  </a:lnTo>
                  <a:lnTo>
                    <a:pt x="1465" y="114863"/>
                  </a:lnTo>
                  <a:lnTo>
                    <a:pt x="1339" y="116978"/>
                  </a:lnTo>
                  <a:lnTo>
                    <a:pt x="519" y="119226"/>
                  </a:lnTo>
                  <a:lnTo>
                    <a:pt x="0" y="120648"/>
                  </a:lnTo>
                  <a:lnTo>
                    <a:pt x="1196" y="121365"/>
                  </a:lnTo>
                  <a:lnTo>
                    <a:pt x="6775" y="124707"/>
                  </a:lnTo>
                  <a:lnTo>
                    <a:pt x="7121" y="124915"/>
                  </a:lnTo>
                  <a:lnTo>
                    <a:pt x="7701" y="125262"/>
                  </a:lnTo>
                  <a:lnTo>
                    <a:pt x="8223" y="125575"/>
                  </a:lnTo>
                  <a:lnTo>
                    <a:pt x="8467" y="125721"/>
                  </a:lnTo>
                  <a:lnTo>
                    <a:pt x="8665" y="125840"/>
                  </a:lnTo>
                  <a:lnTo>
                    <a:pt x="8800" y="125945"/>
                  </a:lnTo>
                  <a:lnTo>
                    <a:pt x="13788" y="129826"/>
                  </a:lnTo>
                  <a:lnTo>
                    <a:pt x="13978" y="130294"/>
                  </a:lnTo>
                  <a:lnTo>
                    <a:pt x="14152" y="130409"/>
                  </a:lnTo>
                  <a:lnTo>
                    <a:pt x="14429" y="130587"/>
                  </a:lnTo>
                  <a:lnTo>
                    <a:pt x="14951" y="131136"/>
                  </a:lnTo>
                  <a:lnTo>
                    <a:pt x="15078" y="131233"/>
                  </a:lnTo>
                  <a:lnTo>
                    <a:pt x="15305" y="131442"/>
                  </a:lnTo>
                  <a:lnTo>
                    <a:pt x="15462" y="131592"/>
                  </a:lnTo>
                  <a:lnTo>
                    <a:pt x="15714" y="131793"/>
                  </a:lnTo>
                  <a:lnTo>
                    <a:pt x="15915" y="131983"/>
                  </a:lnTo>
                  <a:lnTo>
                    <a:pt x="16083" y="132157"/>
                  </a:lnTo>
                  <a:lnTo>
                    <a:pt x="16256" y="132289"/>
                  </a:lnTo>
                  <a:lnTo>
                    <a:pt x="16470" y="132485"/>
                  </a:lnTo>
                  <a:lnTo>
                    <a:pt x="16892" y="132767"/>
                  </a:lnTo>
                  <a:lnTo>
                    <a:pt x="17019" y="132782"/>
                  </a:lnTo>
                  <a:lnTo>
                    <a:pt x="17299" y="132653"/>
                  </a:lnTo>
                  <a:lnTo>
                    <a:pt x="17986" y="132426"/>
                  </a:lnTo>
                  <a:lnTo>
                    <a:pt x="18241" y="132838"/>
                  </a:lnTo>
                  <a:lnTo>
                    <a:pt x="18521" y="133062"/>
                  </a:lnTo>
                  <a:lnTo>
                    <a:pt x="18824" y="133327"/>
                  </a:lnTo>
                  <a:lnTo>
                    <a:pt x="19287" y="133475"/>
                  </a:lnTo>
                  <a:lnTo>
                    <a:pt x="19638" y="133569"/>
                  </a:lnTo>
                  <a:lnTo>
                    <a:pt x="19852" y="133686"/>
                  </a:lnTo>
                  <a:lnTo>
                    <a:pt x="19981" y="133757"/>
                  </a:lnTo>
                  <a:lnTo>
                    <a:pt x="20215" y="133869"/>
                  </a:lnTo>
                  <a:lnTo>
                    <a:pt x="20452" y="134070"/>
                  </a:lnTo>
                  <a:lnTo>
                    <a:pt x="21022" y="134543"/>
                  </a:lnTo>
                  <a:lnTo>
                    <a:pt x="21157" y="134643"/>
                  </a:lnTo>
                  <a:lnTo>
                    <a:pt x="21401" y="134793"/>
                  </a:lnTo>
                  <a:lnTo>
                    <a:pt x="21953" y="135210"/>
                  </a:lnTo>
                  <a:lnTo>
                    <a:pt x="22493" y="135584"/>
                  </a:lnTo>
                  <a:lnTo>
                    <a:pt x="22857" y="135841"/>
                  </a:lnTo>
                  <a:lnTo>
                    <a:pt x="23088" y="136001"/>
                  </a:lnTo>
                  <a:lnTo>
                    <a:pt x="23264" y="136123"/>
                  </a:lnTo>
                  <a:lnTo>
                    <a:pt x="24167" y="136011"/>
                  </a:lnTo>
                  <a:lnTo>
                    <a:pt x="24231" y="135872"/>
                  </a:lnTo>
                  <a:lnTo>
                    <a:pt x="24999" y="135612"/>
                  </a:lnTo>
                  <a:lnTo>
                    <a:pt x="25241" y="135648"/>
                  </a:lnTo>
                  <a:lnTo>
                    <a:pt x="25526" y="135729"/>
                  </a:lnTo>
                  <a:lnTo>
                    <a:pt x="25882" y="135938"/>
                  </a:lnTo>
                  <a:lnTo>
                    <a:pt x="26009" y="136055"/>
                  </a:lnTo>
                  <a:lnTo>
                    <a:pt x="26187" y="136223"/>
                  </a:lnTo>
                  <a:lnTo>
                    <a:pt x="26396" y="136467"/>
                  </a:lnTo>
                  <a:lnTo>
                    <a:pt x="26490" y="136597"/>
                  </a:lnTo>
                  <a:lnTo>
                    <a:pt x="26892" y="137052"/>
                  </a:lnTo>
                  <a:lnTo>
                    <a:pt x="27256" y="137337"/>
                  </a:lnTo>
                  <a:lnTo>
                    <a:pt x="27775" y="137788"/>
                  </a:lnTo>
                  <a:lnTo>
                    <a:pt x="27851" y="137950"/>
                  </a:lnTo>
                  <a:lnTo>
                    <a:pt x="27902" y="138620"/>
                  </a:lnTo>
                  <a:lnTo>
                    <a:pt x="27803" y="138856"/>
                  </a:lnTo>
                  <a:lnTo>
                    <a:pt x="27747" y="139039"/>
                  </a:lnTo>
                  <a:lnTo>
                    <a:pt x="27862" y="139223"/>
                  </a:lnTo>
                  <a:lnTo>
                    <a:pt x="28561" y="139961"/>
                  </a:lnTo>
                  <a:lnTo>
                    <a:pt x="28806" y="140184"/>
                  </a:lnTo>
                  <a:lnTo>
                    <a:pt x="29009" y="140345"/>
                  </a:lnTo>
                  <a:lnTo>
                    <a:pt x="29528" y="140251"/>
                  </a:lnTo>
                  <a:lnTo>
                    <a:pt x="29775" y="139991"/>
                  </a:lnTo>
                  <a:lnTo>
                    <a:pt x="29775" y="139841"/>
                  </a:lnTo>
                  <a:lnTo>
                    <a:pt x="29813" y="139642"/>
                  </a:lnTo>
                  <a:lnTo>
                    <a:pt x="29984" y="139495"/>
                  </a:lnTo>
                  <a:lnTo>
                    <a:pt x="30215" y="139360"/>
                  </a:lnTo>
                  <a:lnTo>
                    <a:pt x="30526" y="139301"/>
                  </a:lnTo>
                  <a:lnTo>
                    <a:pt x="30683" y="139726"/>
                  </a:lnTo>
                  <a:lnTo>
                    <a:pt x="30668" y="139854"/>
                  </a:lnTo>
                  <a:lnTo>
                    <a:pt x="30648" y="139983"/>
                  </a:lnTo>
                  <a:lnTo>
                    <a:pt x="30780" y="140149"/>
                  </a:lnTo>
                  <a:lnTo>
                    <a:pt x="30961" y="140335"/>
                  </a:lnTo>
                  <a:lnTo>
                    <a:pt x="31154" y="140467"/>
                  </a:lnTo>
                  <a:lnTo>
                    <a:pt x="31332" y="140599"/>
                  </a:lnTo>
                  <a:lnTo>
                    <a:pt x="31549" y="140752"/>
                  </a:lnTo>
                  <a:lnTo>
                    <a:pt x="31996" y="141022"/>
                  </a:lnTo>
                  <a:lnTo>
                    <a:pt x="32124" y="141123"/>
                  </a:lnTo>
                  <a:lnTo>
                    <a:pt x="32531" y="141413"/>
                  </a:lnTo>
                  <a:lnTo>
                    <a:pt x="32780" y="141497"/>
                  </a:lnTo>
                  <a:lnTo>
                    <a:pt x="33065" y="141642"/>
                  </a:lnTo>
                  <a:lnTo>
                    <a:pt x="33388" y="141800"/>
                  </a:lnTo>
                  <a:lnTo>
                    <a:pt x="33773" y="141966"/>
                  </a:lnTo>
                  <a:lnTo>
                    <a:pt x="34030" y="142149"/>
                  </a:lnTo>
                  <a:lnTo>
                    <a:pt x="34218" y="142284"/>
                  </a:lnTo>
                  <a:lnTo>
                    <a:pt x="34442" y="142617"/>
                  </a:lnTo>
                  <a:lnTo>
                    <a:pt x="34587" y="142721"/>
                  </a:lnTo>
                  <a:lnTo>
                    <a:pt x="34714" y="142787"/>
                  </a:lnTo>
                  <a:lnTo>
                    <a:pt x="34788" y="143215"/>
                  </a:lnTo>
                  <a:lnTo>
                    <a:pt x="34597" y="143551"/>
                  </a:lnTo>
                  <a:lnTo>
                    <a:pt x="34798" y="143630"/>
                  </a:lnTo>
                  <a:lnTo>
                    <a:pt x="35024" y="143694"/>
                  </a:lnTo>
                  <a:lnTo>
                    <a:pt x="35287" y="143792"/>
                  </a:lnTo>
                  <a:lnTo>
                    <a:pt x="37091" y="144227"/>
                  </a:lnTo>
                  <a:lnTo>
                    <a:pt x="38098" y="144431"/>
                  </a:lnTo>
                  <a:lnTo>
                    <a:pt x="38194" y="144012"/>
                  </a:lnTo>
                  <a:lnTo>
                    <a:pt x="38413" y="143198"/>
                  </a:lnTo>
                  <a:lnTo>
                    <a:pt x="38562" y="142606"/>
                  </a:lnTo>
                  <a:lnTo>
                    <a:pt x="38598" y="142456"/>
                  </a:lnTo>
                  <a:lnTo>
                    <a:pt x="39079" y="140544"/>
                  </a:lnTo>
                  <a:lnTo>
                    <a:pt x="39395" y="140428"/>
                  </a:lnTo>
                  <a:lnTo>
                    <a:pt x="39545" y="140373"/>
                  </a:lnTo>
                  <a:lnTo>
                    <a:pt x="40745" y="139932"/>
                  </a:lnTo>
                  <a:lnTo>
                    <a:pt x="40371" y="138080"/>
                  </a:lnTo>
                  <a:lnTo>
                    <a:pt x="40383" y="137810"/>
                  </a:lnTo>
                  <a:lnTo>
                    <a:pt x="40274" y="137365"/>
                  </a:lnTo>
                  <a:lnTo>
                    <a:pt x="40332" y="137202"/>
                  </a:lnTo>
                  <a:lnTo>
                    <a:pt x="40749" y="137362"/>
                  </a:lnTo>
                  <a:lnTo>
                    <a:pt x="41062" y="137462"/>
                  </a:lnTo>
                  <a:lnTo>
                    <a:pt x="41202" y="137556"/>
                  </a:lnTo>
                  <a:lnTo>
                    <a:pt x="41342" y="137586"/>
                  </a:lnTo>
                  <a:lnTo>
                    <a:pt x="41671" y="137764"/>
                  </a:lnTo>
                  <a:lnTo>
                    <a:pt x="41691" y="137930"/>
                  </a:lnTo>
                  <a:lnTo>
                    <a:pt x="41793" y="138077"/>
                  </a:lnTo>
                  <a:lnTo>
                    <a:pt x="43261" y="138253"/>
                  </a:lnTo>
                  <a:lnTo>
                    <a:pt x="43594" y="138113"/>
                  </a:lnTo>
                  <a:lnTo>
                    <a:pt x="43727" y="138143"/>
                  </a:lnTo>
                  <a:lnTo>
                    <a:pt x="43854" y="138166"/>
                  </a:lnTo>
                  <a:lnTo>
                    <a:pt x="44197" y="138177"/>
                  </a:lnTo>
                  <a:lnTo>
                    <a:pt x="44360" y="138146"/>
                  </a:lnTo>
                  <a:lnTo>
                    <a:pt x="45129" y="137955"/>
                  </a:lnTo>
                  <a:lnTo>
                    <a:pt x="45482" y="137996"/>
                  </a:lnTo>
                  <a:lnTo>
                    <a:pt x="45665" y="137978"/>
                  </a:lnTo>
                  <a:lnTo>
                    <a:pt x="45795" y="138001"/>
                  </a:lnTo>
                  <a:lnTo>
                    <a:pt x="45950" y="138177"/>
                  </a:lnTo>
                  <a:lnTo>
                    <a:pt x="45737" y="138479"/>
                  </a:lnTo>
                  <a:lnTo>
                    <a:pt x="46562" y="142892"/>
                  </a:lnTo>
                  <a:lnTo>
                    <a:pt x="46733" y="143010"/>
                  </a:lnTo>
                  <a:lnTo>
                    <a:pt x="46747" y="142883"/>
                  </a:lnTo>
                  <a:lnTo>
                    <a:pt x="46739" y="141891"/>
                  </a:lnTo>
                  <a:lnTo>
                    <a:pt x="47237" y="141419"/>
                  </a:lnTo>
                  <a:lnTo>
                    <a:pt x="47579" y="141753"/>
                  </a:lnTo>
                  <a:lnTo>
                    <a:pt x="48010" y="142023"/>
                  </a:lnTo>
                  <a:lnTo>
                    <a:pt x="48137" y="142077"/>
                  </a:lnTo>
                  <a:lnTo>
                    <a:pt x="48546" y="142107"/>
                  </a:lnTo>
                  <a:lnTo>
                    <a:pt x="48739" y="142168"/>
                  </a:lnTo>
                  <a:lnTo>
                    <a:pt x="49485" y="142891"/>
                  </a:lnTo>
                  <a:lnTo>
                    <a:pt x="49626" y="143035"/>
                  </a:lnTo>
                  <a:lnTo>
                    <a:pt x="50889" y="144576"/>
                  </a:lnTo>
                  <a:lnTo>
                    <a:pt x="51206" y="144912"/>
                  </a:lnTo>
                  <a:lnTo>
                    <a:pt x="50890" y="145180"/>
                  </a:lnTo>
                  <a:lnTo>
                    <a:pt x="50744" y="145296"/>
                  </a:lnTo>
                  <a:lnTo>
                    <a:pt x="50589" y="145444"/>
                  </a:lnTo>
                  <a:lnTo>
                    <a:pt x="50200" y="145795"/>
                  </a:lnTo>
                  <a:lnTo>
                    <a:pt x="49763" y="146161"/>
                  </a:lnTo>
                  <a:lnTo>
                    <a:pt x="50103" y="146772"/>
                  </a:lnTo>
                  <a:lnTo>
                    <a:pt x="50386" y="147156"/>
                  </a:lnTo>
                  <a:lnTo>
                    <a:pt x="50729" y="147703"/>
                  </a:lnTo>
                  <a:lnTo>
                    <a:pt x="51037" y="148334"/>
                  </a:lnTo>
                  <a:lnTo>
                    <a:pt x="51340" y="148958"/>
                  </a:lnTo>
                  <a:lnTo>
                    <a:pt x="51673" y="149586"/>
                  </a:lnTo>
                  <a:lnTo>
                    <a:pt x="51742" y="149767"/>
                  </a:lnTo>
                  <a:lnTo>
                    <a:pt x="51877" y="150031"/>
                  </a:lnTo>
                  <a:lnTo>
                    <a:pt x="52134" y="150533"/>
                  </a:lnTo>
                  <a:lnTo>
                    <a:pt x="52561" y="151495"/>
                  </a:lnTo>
                  <a:lnTo>
                    <a:pt x="52874" y="152133"/>
                  </a:lnTo>
                  <a:lnTo>
                    <a:pt x="53149" y="152769"/>
                  </a:lnTo>
                  <a:lnTo>
                    <a:pt x="53264" y="152963"/>
                  </a:lnTo>
                  <a:lnTo>
                    <a:pt x="53414" y="153263"/>
                  </a:lnTo>
                  <a:lnTo>
                    <a:pt x="53635" y="153540"/>
                  </a:lnTo>
                  <a:lnTo>
                    <a:pt x="54083" y="153762"/>
                  </a:lnTo>
                  <a:lnTo>
                    <a:pt x="54691" y="154062"/>
                  </a:lnTo>
                  <a:lnTo>
                    <a:pt x="55355" y="154388"/>
                  </a:lnTo>
                  <a:lnTo>
                    <a:pt x="55963" y="154698"/>
                  </a:lnTo>
                  <a:lnTo>
                    <a:pt x="56566" y="154991"/>
                  </a:lnTo>
                  <a:lnTo>
                    <a:pt x="57213" y="155306"/>
                  </a:lnTo>
                  <a:lnTo>
                    <a:pt x="57755" y="155981"/>
                  </a:lnTo>
                  <a:lnTo>
                    <a:pt x="57706" y="156472"/>
                  </a:lnTo>
                  <a:lnTo>
                    <a:pt x="57681" y="156797"/>
                  </a:lnTo>
                  <a:lnTo>
                    <a:pt x="57645" y="156960"/>
                  </a:lnTo>
                  <a:lnTo>
                    <a:pt x="57587" y="157095"/>
                  </a:lnTo>
                  <a:lnTo>
                    <a:pt x="56984" y="157690"/>
                  </a:lnTo>
                  <a:lnTo>
                    <a:pt x="57236" y="157983"/>
                  </a:lnTo>
                  <a:lnTo>
                    <a:pt x="57607" y="158370"/>
                  </a:lnTo>
                  <a:lnTo>
                    <a:pt x="57737" y="158515"/>
                  </a:lnTo>
                  <a:lnTo>
                    <a:pt x="57920" y="158741"/>
                  </a:lnTo>
                  <a:lnTo>
                    <a:pt x="58307" y="159014"/>
                  </a:lnTo>
                  <a:lnTo>
                    <a:pt x="58543" y="159174"/>
                  </a:lnTo>
                  <a:lnTo>
                    <a:pt x="58778" y="159441"/>
                  </a:lnTo>
                  <a:lnTo>
                    <a:pt x="58841" y="159599"/>
                  </a:lnTo>
                  <a:lnTo>
                    <a:pt x="58948" y="159726"/>
                  </a:lnTo>
                  <a:lnTo>
                    <a:pt x="59314" y="160129"/>
                  </a:lnTo>
                  <a:lnTo>
                    <a:pt x="58714" y="160828"/>
                  </a:lnTo>
                  <a:lnTo>
                    <a:pt x="57536" y="162070"/>
                  </a:lnTo>
                  <a:lnTo>
                    <a:pt x="57406" y="162207"/>
                  </a:lnTo>
                  <a:lnTo>
                    <a:pt x="57263" y="162355"/>
                  </a:lnTo>
                  <a:lnTo>
                    <a:pt x="57070" y="162559"/>
                  </a:lnTo>
                  <a:lnTo>
                    <a:pt x="56421" y="163244"/>
                  </a:lnTo>
                  <a:lnTo>
                    <a:pt x="56094" y="163589"/>
                  </a:lnTo>
                  <a:lnTo>
                    <a:pt x="55790" y="163909"/>
                  </a:lnTo>
                  <a:lnTo>
                    <a:pt x="54579" y="165184"/>
                  </a:lnTo>
                  <a:lnTo>
                    <a:pt x="53215" y="166624"/>
                  </a:lnTo>
                  <a:lnTo>
                    <a:pt x="53419" y="167772"/>
                  </a:lnTo>
                  <a:lnTo>
                    <a:pt x="53464" y="168029"/>
                  </a:lnTo>
                  <a:lnTo>
                    <a:pt x="53610" y="168857"/>
                  </a:lnTo>
                  <a:lnTo>
                    <a:pt x="53788" y="169861"/>
                  </a:lnTo>
                  <a:lnTo>
                    <a:pt x="54029" y="171233"/>
                  </a:lnTo>
                  <a:lnTo>
                    <a:pt x="54182" y="172102"/>
                  </a:lnTo>
                  <a:lnTo>
                    <a:pt x="54220" y="172318"/>
                  </a:lnTo>
                  <a:lnTo>
                    <a:pt x="54271" y="172612"/>
                  </a:lnTo>
                  <a:lnTo>
                    <a:pt x="54474" y="173740"/>
                  </a:lnTo>
                  <a:lnTo>
                    <a:pt x="54539" y="174107"/>
                  </a:lnTo>
                  <a:lnTo>
                    <a:pt x="54654" y="174765"/>
                  </a:lnTo>
                  <a:lnTo>
                    <a:pt x="54762" y="175370"/>
                  </a:lnTo>
                  <a:lnTo>
                    <a:pt x="55006" y="176757"/>
                  </a:lnTo>
                  <a:lnTo>
                    <a:pt x="55133" y="177546"/>
                  </a:lnTo>
                  <a:lnTo>
                    <a:pt x="55613" y="178095"/>
                  </a:lnTo>
                  <a:lnTo>
                    <a:pt x="55722" y="178224"/>
                  </a:lnTo>
                  <a:lnTo>
                    <a:pt x="56012" y="178566"/>
                  </a:lnTo>
                  <a:lnTo>
                    <a:pt x="56260" y="178859"/>
                  </a:lnTo>
                  <a:lnTo>
                    <a:pt x="56587" y="179244"/>
                  </a:lnTo>
                  <a:lnTo>
                    <a:pt x="57041" y="179780"/>
                  </a:lnTo>
                  <a:lnTo>
                    <a:pt x="57376" y="180175"/>
                  </a:lnTo>
                  <a:lnTo>
                    <a:pt x="57914" y="180810"/>
                  </a:lnTo>
                  <a:lnTo>
                    <a:pt x="58221" y="181172"/>
                  </a:lnTo>
                  <a:lnTo>
                    <a:pt x="58734" y="181777"/>
                  </a:lnTo>
                  <a:lnTo>
                    <a:pt x="59114" y="182226"/>
                  </a:lnTo>
                  <a:lnTo>
                    <a:pt x="59347" y="182501"/>
                  </a:lnTo>
                  <a:lnTo>
                    <a:pt x="59624" y="182828"/>
                  </a:lnTo>
                  <a:lnTo>
                    <a:pt x="60195" y="183501"/>
                  </a:lnTo>
                  <a:lnTo>
                    <a:pt x="60477" y="183835"/>
                  </a:lnTo>
                  <a:lnTo>
                    <a:pt x="60779" y="184191"/>
                  </a:lnTo>
                  <a:lnTo>
                    <a:pt x="61337" y="184850"/>
                  </a:lnTo>
                  <a:lnTo>
                    <a:pt x="61482" y="186111"/>
                  </a:lnTo>
                  <a:lnTo>
                    <a:pt x="61542" y="186634"/>
                  </a:lnTo>
                  <a:lnTo>
                    <a:pt x="61651" y="187576"/>
                  </a:lnTo>
                  <a:lnTo>
                    <a:pt x="61668" y="187726"/>
                  </a:lnTo>
                  <a:lnTo>
                    <a:pt x="61701" y="188012"/>
                  </a:lnTo>
                  <a:lnTo>
                    <a:pt x="61758" y="188508"/>
                  </a:lnTo>
                  <a:lnTo>
                    <a:pt x="61779" y="188694"/>
                  </a:lnTo>
                  <a:lnTo>
                    <a:pt x="61822" y="189067"/>
                  </a:lnTo>
                  <a:lnTo>
                    <a:pt x="61863" y="189426"/>
                  </a:lnTo>
                  <a:lnTo>
                    <a:pt x="61918" y="189904"/>
                  </a:lnTo>
                  <a:lnTo>
                    <a:pt x="61994" y="190564"/>
                  </a:lnTo>
                  <a:lnTo>
                    <a:pt x="62042" y="190983"/>
                  </a:lnTo>
                  <a:lnTo>
                    <a:pt x="62072" y="191247"/>
                  </a:lnTo>
                  <a:lnTo>
                    <a:pt x="62389" y="191676"/>
                  </a:lnTo>
                  <a:lnTo>
                    <a:pt x="62589" y="191948"/>
                  </a:lnTo>
                  <a:lnTo>
                    <a:pt x="63091" y="192627"/>
                  </a:lnTo>
                  <a:lnTo>
                    <a:pt x="63418" y="193072"/>
                  </a:lnTo>
                  <a:lnTo>
                    <a:pt x="63750" y="193521"/>
                  </a:lnTo>
                  <a:lnTo>
                    <a:pt x="64046" y="193923"/>
                  </a:lnTo>
                  <a:lnTo>
                    <a:pt x="64494" y="194530"/>
                  </a:lnTo>
                  <a:lnTo>
                    <a:pt x="64796" y="194939"/>
                  </a:lnTo>
                  <a:lnTo>
                    <a:pt x="65217" y="195510"/>
                  </a:lnTo>
                  <a:lnTo>
                    <a:pt x="65447" y="195821"/>
                  </a:lnTo>
                  <a:lnTo>
                    <a:pt x="65985" y="196550"/>
                  </a:lnTo>
                  <a:lnTo>
                    <a:pt x="65811" y="196659"/>
                  </a:lnTo>
                  <a:lnTo>
                    <a:pt x="65455" y="196885"/>
                  </a:lnTo>
                  <a:lnTo>
                    <a:pt x="64995" y="197175"/>
                  </a:lnTo>
                  <a:lnTo>
                    <a:pt x="64693" y="197366"/>
                  </a:lnTo>
                  <a:lnTo>
                    <a:pt x="64202" y="197676"/>
                  </a:lnTo>
                  <a:lnTo>
                    <a:pt x="63518" y="198108"/>
                  </a:lnTo>
                  <a:lnTo>
                    <a:pt x="63209" y="198304"/>
                  </a:lnTo>
                  <a:lnTo>
                    <a:pt x="62904" y="198496"/>
                  </a:lnTo>
                  <a:lnTo>
                    <a:pt x="62353" y="198845"/>
                  </a:lnTo>
                  <a:lnTo>
                    <a:pt x="62008" y="199063"/>
                  </a:lnTo>
                  <a:lnTo>
                    <a:pt x="61440" y="199422"/>
                  </a:lnTo>
                  <a:lnTo>
                    <a:pt x="61175" y="199590"/>
                  </a:lnTo>
                  <a:lnTo>
                    <a:pt x="61012" y="199692"/>
                  </a:lnTo>
                  <a:lnTo>
                    <a:pt x="60569" y="199972"/>
                  </a:lnTo>
                  <a:lnTo>
                    <a:pt x="60238" y="200182"/>
                  </a:lnTo>
                  <a:lnTo>
                    <a:pt x="60083" y="200280"/>
                  </a:lnTo>
                  <a:lnTo>
                    <a:pt x="59798" y="200460"/>
                  </a:lnTo>
                  <a:lnTo>
                    <a:pt x="59493" y="200652"/>
                  </a:lnTo>
                  <a:lnTo>
                    <a:pt x="59326" y="200758"/>
                  </a:lnTo>
                  <a:lnTo>
                    <a:pt x="59114" y="201038"/>
                  </a:lnTo>
                  <a:lnTo>
                    <a:pt x="58684" y="201603"/>
                  </a:lnTo>
                  <a:lnTo>
                    <a:pt x="56686" y="202204"/>
                  </a:lnTo>
                  <a:lnTo>
                    <a:pt x="57352" y="202454"/>
                  </a:lnTo>
                  <a:lnTo>
                    <a:pt x="57818" y="202628"/>
                  </a:lnTo>
                  <a:lnTo>
                    <a:pt x="58516" y="203186"/>
                  </a:lnTo>
                  <a:lnTo>
                    <a:pt x="58757" y="203379"/>
                  </a:lnTo>
                  <a:lnTo>
                    <a:pt x="58869" y="203594"/>
                  </a:lnTo>
                  <a:lnTo>
                    <a:pt x="58795" y="203937"/>
                  </a:lnTo>
                  <a:lnTo>
                    <a:pt x="58622" y="204222"/>
                  </a:lnTo>
                  <a:lnTo>
                    <a:pt x="58299" y="204861"/>
                  </a:lnTo>
                  <a:lnTo>
                    <a:pt x="58200" y="205075"/>
                  </a:lnTo>
                  <a:lnTo>
                    <a:pt x="57991" y="205535"/>
                  </a:lnTo>
                  <a:lnTo>
                    <a:pt x="57907" y="205754"/>
                  </a:lnTo>
                  <a:lnTo>
                    <a:pt x="57816" y="205930"/>
                  </a:lnTo>
                  <a:lnTo>
                    <a:pt x="57645" y="206126"/>
                  </a:lnTo>
                  <a:lnTo>
                    <a:pt x="57523" y="206306"/>
                  </a:lnTo>
                  <a:lnTo>
                    <a:pt x="57421" y="206441"/>
                  </a:lnTo>
                  <a:lnTo>
                    <a:pt x="57147" y="206688"/>
                  </a:lnTo>
                  <a:lnTo>
                    <a:pt x="56653" y="207121"/>
                  </a:lnTo>
                  <a:lnTo>
                    <a:pt x="56480" y="207294"/>
                  </a:lnTo>
                  <a:lnTo>
                    <a:pt x="56111" y="207645"/>
                  </a:lnTo>
                  <a:lnTo>
                    <a:pt x="55638" y="208149"/>
                  </a:lnTo>
                  <a:lnTo>
                    <a:pt x="55187" y="208675"/>
                  </a:lnTo>
                  <a:lnTo>
                    <a:pt x="55012" y="208851"/>
                  </a:lnTo>
                  <a:lnTo>
                    <a:pt x="54671" y="209195"/>
                  </a:lnTo>
                  <a:lnTo>
                    <a:pt x="54505" y="209360"/>
                  </a:lnTo>
                  <a:lnTo>
                    <a:pt x="54203" y="209701"/>
                  </a:lnTo>
                  <a:lnTo>
                    <a:pt x="53790" y="210098"/>
                  </a:lnTo>
                  <a:lnTo>
                    <a:pt x="53294" y="210579"/>
                  </a:lnTo>
                  <a:lnTo>
                    <a:pt x="52895" y="210973"/>
                  </a:lnTo>
                  <a:lnTo>
                    <a:pt x="52488" y="211373"/>
                  </a:lnTo>
                  <a:lnTo>
                    <a:pt x="52197" y="211892"/>
                  </a:lnTo>
                  <a:lnTo>
                    <a:pt x="51902" y="212419"/>
                  </a:lnTo>
                  <a:lnTo>
                    <a:pt x="51729" y="212770"/>
                  </a:lnTo>
                  <a:lnTo>
                    <a:pt x="51676" y="212938"/>
                  </a:lnTo>
                  <a:lnTo>
                    <a:pt x="52073" y="213365"/>
                  </a:lnTo>
                  <a:lnTo>
                    <a:pt x="52544" y="213793"/>
                  </a:lnTo>
                  <a:lnTo>
                    <a:pt x="52946" y="214156"/>
                  </a:lnTo>
                  <a:lnTo>
                    <a:pt x="53366" y="214541"/>
                  </a:lnTo>
                  <a:lnTo>
                    <a:pt x="53562" y="214714"/>
                  </a:lnTo>
                  <a:lnTo>
                    <a:pt x="54004" y="215116"/>
                  </a:lnTo>
                  <a:lnTo>
                    <a:pt x="54669" y="215716"/>
                  </a:lnTo>
                  <a:lnTo>
                    <a:pt x="55081" y="216103"/>
                  </a:lnTo>
                  <a:lnTo>
                    <a:pt x="55529" y="216523"/>
                  </a:lnTo>
                  <a:lnTo>
                    <a:pt x="55768" y="216749"/>
                  </a:lnTo>
                  <a:lnTo>
                    <a:pt x="56068" y="217037"/>
                  </a:lnTo>
                  <a:lnTo>
                    <a:pt x="56384" y="217357"/>
                  </a:lnTo>
                  <a:lnTo>
                    <a:pt x="56518" y="217505"/>
                  </a:lnTo>
                  <a:lnTo>
                    <a:pt x="56811" y="217810"/>
                  </a:lnTo>
                  <a:lnTo>
                    <a:pt x="57203" y="218207"/>
                  </a:lnTo>
                  <a:lnTo>
                    <a:pt x="57633" y="218668"/>
                  </a:lnTo>
                  <a:lnTo>
                    <a:pt x="57864" y="218915"/>
                  </a:lnTo>
                  <a:lnTo>
                    <a:pt x="58007" y="219065"/>
                  </a:lnTo>
                  <a:lnTo>
                    <a:pt x="58144" y="219212"/>
                  </a:lnTo>
                  <a:lnTo>
                    <a:pt x="58691" y="219760"/>
                  </a:lnTo>
                  <a:lnTo>
                    <a:pt x="58829" y="219907"/>
                  </a:lnTo>
                  <a:lnTo>
                    <a:pt x="58956" y="220067"/>
                  </a:lnTo>
                  <a:lnTo>
                    <a:pt x="58954" y="220218"/>
                  </a:lnTo>
                  <a:lnTo>
                    <a:pt x="58948" y="220614"/>
                  </a:lnTo>
                  <a:lnTo>
                    <a:pt x="58937" y="220764"/>
                  </a:lnTo>
                  <a:lnTo>
                    <a:pt x="58895" y="221286"/>
                  </a:lnTo>
                  <a:lnTo>
                    <a:pt x="58839" y="221805"/>
                  </a:lnTo>
                  <a:lnTo>
                    <a:pt x="58819" y="222034"/>
                  </a:lnTo>
                  <a:lnTo>
                    <a:pt x="58788" y="222370"/>
                  </a:lnTo>
                  <a:lnTo>
                    <a:pt x="58786" y="222569"/>
                  </a:lnTo>
                  <a:lnTo>
                    <a:pt x="58783" y="222871"/>
                  </a:lnTo>
                  <a:lnTo>
                    <a:pt x="58803" y="223128"/>
                  </a:lnTo>
                  <a:lnTo>
                    <a:pt x="59043" y="223759"/>
                  </a:lnTo>
                  <a:lnTo>
                    <a:pt x="59246" y="224429"/>
                  </a:lnTo>
                  <a:lnTo>
                    <a:pt x="59364" y="224860"/>
                  </a:lnTo>
                  <a:lnTo>
                    <a:pt x="59452" y="225177"/>
                  </a:lnTo>
                  <a:lnTo>
                    <a:pt x="59574" y="225607"/>
                  </a:lnTo>
                  <a:lnTo>
                    <a:pt x="59620" y="225803"/>
                  </a:lnTo>
                  <a:lnTo>
                    <a:pt x="59749" y="226093"/>
                  </a:lnTo>
                  <a:lnTo>
                    <a:pt x="59847" y="226462"/>
                  </a:lnTo>
                  <a:lnTo>
                    <a:pt x="59991" y="227008"/>
                  </a:lnTo>
                  <a:lnTo>
                    <a:pt x="60245" y="227968"/>
                  </a:lnTo>
                  <a:lnTo>
                    <a:pt x="60523" y="228349"/>
                  </a:lnTo>
                  <a:lnTo>
                    <a:pt x="60504" y="228495"/>
                  </a:lnTo>
                  <a:lnTo>
                    <a:pt x="60456" y="228871"/>
                  </a:lnTo>
                  <a:lnTo>
                    <a:pt x="60296" y="233976"/>
                  </a:lnTo>
                  <a:lnTo>
                    <a:pt x="60432" y="233900"/>
                  </a:lnTo>
                  <a:lnTo>
                    <a:pt x="60842" y="233673"/>
                  </a:lnTo>
                  <a:lnTo>
                    <a:pt x="61461" y="233328"/>
                  </a:lnTo>
                  <a:lnTo>
                    <a:pt x="61870" y="233101"/>
                  </a:lnTo>
                  <a:lnTo>
                    <a:pt x="62372" y="233076"/>
                  </a:lnTo>
                  <a:lnTo>
                    <a:pt x="63019" y="233044"/>
                  </a:lnTo>
                  <a:lnTo>
                    <a:pt x="63506" y="233019"/>
                  </a:lnTo>
                  <a:lnTo>
                    <a:pt x="63975" y="232996"/>
                  </a:lnTo>
                  <a:lnTo>
                    <a:pt x="64230" y="232983"/>
                  </a:lnTo>
                  <a:lnTo>
                    <a:pt x="64500" y="232969"/>
                  </a:lnTo>
                  <a:lnTo>
                    <a:pt x="64822" y="233030"/>
                  </a:lnTo>
                  <a:lnTo>
                    <a:pt x="65072" y="233077"/>
                  </a:lnTo>
                  <a:lnTo>
                    <a:pt x="65305" y="233120"/>
                  </a:lnTo>
                  <a:lnTo>
                    <a:pt x="65845" y="233222"/>
                  </a:lnTo>
                  <a:lnTo>
                    <a:pt x="66262" y="233300"/>
                  </a:lnTo>
                  <a:lnTo>
                    <a:pt x="66709" y="233384"/>
                  </a:lnTo>
                  <a:lnTo>
                    <a:pt x="67158" y="233469"/>
                  </a:lnTo>
                  <a:lnTo>
                    <a:pt x="67476" y="233528"/>
                  </a:lnTo>
                  <a:lnTo>
                    <a:pt x="67619" y="233555"/>
                  </a:lnTo>
                  <a:lnTo>
                    <a:pt x="67750" y="233578"/>
                  </a:lnTo>
                  <a:lnTo>
                    <a:pt x="68045" y="233633"/>
                  </a:lnTo>
                  <a:lnTo>
                    <a:pt x="68486" y="233715"/>
                  </a:lnTo>
                  <a:lnTo>
                    <a:pt x="68914" y="233846"/>
                  </a:lnTo>
                  <a:lnTo>
                    <a:pt x="69052" y="233935"/>
                  </a:lnTo>
                  <a:lnTo>
                    <a:pt x="69445" y="234189"/>
                  </a:lnTo>
                  <a:lnTo>
                    <a:pt x="69691" y="234349"/>
                  </a:lnTo>
                  <a:lnTo>
                    <a:pt x="70180" y="234665"/>
                  </a:lnTo>
                  <a:lnTo>
                    <a:pt x="70490" y="234866"/>
                  </a:lnTo>
                  <a:lnTo>
                    <a:pt x="70723" y="235016"/>
                  </a:lnTo>
                  <a:lnTo>
                    <a:pt x="70943" y="235159"/>
                  </a:lnTo>
                  <a:lnTo>
                    <a:pt x="71245" y="235354"/>
                  </a:lnTo>
                  <a:lnTo>
                    <a:pt x="71912" y="235786"/>
                  </a:lnTo>
                  <a:lnTo>
                    <a:pt x="71986" y="236312"/>
                  </a:lnTo>
                  <a:lnTo>
                    <a:pt x="72076" y="236927"/>
                  </a:lnTo>
                  <a:lnTo>
                    <a:pt x="72239" y="238089"/>
                  </a:lnTo>
                  <a:lnTo>
                    <a:pt x="72328" y="238729"/>
                  </a:lnTo>
                  <a:lnTo>
                    <a:pt x="72469" y="239754"/>
                  </a:lnTo>
                  <a:lnTo>
                    <a:pt x="72509" y="240069"/>
                  </a:lnTo>
                  <a:lnTo>
                    <a:pt x="72532" y="240256"/>
                  </a:lnTo>
                  <a:lnTo>
                    <a:pt x="72560" y="240455"/>
                  </a:lnTo>
                  <a:lnTo>
                    <a:pt x="72723" y="241608"/>
                  </a:lnTo>
                  <a:lnTo>
                    <a:pt x="72817" y="242106"/>
                  </a:lnTo>
                  <a:lnTo>
                    <a:pt x="72934" y="242721"/>
                  </a:lnTo>
                  <a:lnTo>
                    <a:pt x="73540" y="245964"/>
                  </a:lnTo>
                  <a:lnTo>
                    <a:pt x="73582" y="246214"/>
                  </a:lnTo>
                  <a:lnTo>
                    <a:pt x="73626" y="246458"/>
                  </a:lnTo>
                  <a:lnTo>
                    <a:pt x="73557" y="248063"/>
                  </a:lnTo>
                  <a:lnTo>
                    <a:pt x="73601" y="248685"/>
                  </a:lnTo>
                  <a:lnTo>
                    <a:pt x="73621" y="248968"/>
                  </a:lnTo>
                  <a:lnTo>
                    <a:pt x="73734" y="250560"/>
                  </a:lnTo>
                  <a:lnTo>
                    <a:pt x="73804" y="251551"/>
                  </a:lnTo>
                  <a:lnTo>
                    <a:pt x="73837" y="252010"/>
                  </a:lnTo>
                  <a:lnTo>
                    <a:pt x="73901" y="252893"/>
                  </a:lnTo>
                  <a:lnTo>
                    <a:pt x="73973" y="253920"/>
                  </a:lnTo>
                  <a:lnTo>
                    <a:pt x="74039" y="254843"/>
                  </a:lnTo>
                  <a:lnTo>
                    <a:pt x="74664" y="255860"/>
                  </a:lnTo>
                  <a:lnTo>
                    <a:pt x="75194" y="256738"/>
                  </a:lnTo>
                  <a:lnTo>
                    <a:pt x="75381" y="257049"/>
                  </a:lnTo>
                  <a:lnTo>
                    <a:pt x="75576" y="257579"/>
                  </a:lnTo>
                  <a:lnTo>
                    <a:pt x="75681" y="257763"/>
                  </a:lnTo>
                  <a:lnTo>
                    <a:pt x="76183" y="257849"/>
                  </a:lnTo>
                  <a:lnTo>
                    <a:pt x="76414" y="257800"/>
                  </a:lnTo>
                  <a:lnTo>
                    <a:pt x="76717" y="257895"/>
                  </a:lnTo>
                  <a:lnTo>
                    <a:pt x="76818" y="258048"/>
                  </a:lnTo>
                  <a:lnTo>
                    <a:pt x="76792" y="258391"/>
                  </a:lnTo>
                  <a:lnTo>
                    <a:pt x="76750" y="258668"/>
                  </a:lnTo>
                  <a:lnTo>
                    <a:pt x="76765" y="258977"/>
                  </a:lnTo>
                  <a:lnTo>
                    <a:pt x="76792" y="259486"/>
                  </a:lnTo>
                  <a:lnTo>
                    <a:pt x="76832" y="260260"/>
                  </a:lnTo>
                  <a:lnTo>
                    <a:pt x="76901" y="261084"/>
                  </a:lnTo>
                  <a:lnTo>
                    <a:pt x="76961" y="261759"/>
                  </a:lnTo>
                  <a:lnTo>
                    <a:pt x="77009" y="262300"/>
                  </a:lnTo>
                  <a:lnTo>
                    <a:pt x="77033" y="262569"/>
                  </a:lnTo>
                  <a:lnTo>
                    <a:pt x="77225" y="262986"/>
                  </a:lnTo>
                  <a:lnTo>
                    <a:pt x="77408" y="263387"/>
                  </a:lnTo>
                  <a:lnTo>
                    <a:pt x="77728" y="263936"/>
                  </a:lnTo>
                  <a:lnTo>
                    <a:pt x="77778" y="264507"/>
                  </a:lnTo>
                  <a:lnTo>
                    <a:pt x="78288" y="264872"/>
                  </a:lnTo>
                  <a:lnTo>
                    <a:pt x="78708" y="265339"/>
                  </a:lnTo>
                  <a:lnTo>
                    <a:pt x="79123" y="265522"/>
                  </a:lnTo>
                  <a:lnTo>
                    <a:pt x="79336" y="265677"/>
                  </a:lnTo>
                  <a:lnTo>
                    <a:pt x="79914" y="266079"/>
                  </a:lnTo>
                  <a:lnTo>
                    <a:pt x="80227" y="266368"/>
                  </a:lnTo>
                  <a:lnTo>
                    <a:pt x="80446" y="266599"/>
                  </a:lnTo>
                  <a:lnTo>
                    <a:pt x="80816" y="267057"/>
                  </a:lnTo>
                  <a:lnTo>
                    <a:pt x="80778" y="267219"/>
                  </a:lnTo>
                  <a:lnTo>
                    <a:pt x="80217" y="268183"/>
                  </a:lnTo>
                  <a:lnTo>
                    <a:pt x="79774" y="268885"/>
                  </a:lnTo>
                  <a:lnTo>
                    <a:pt x="78065" y="268567"/>
                  </a:lnTo>
                  <a:lnTo>
                    <a:pt x="77283" y="268935"/>
                  </a:lnTo>
                  <a:lnTo>
                    <a:pt x="76497" y="269834"/>
                  </a:lnTo>
                  <a:lnTo>
                    <a:pt x="75911" y="270229"/>
                  </a:lnTo>
                  <a:lnTo>
                    <a:pt x="75776" y="270484"/>
                  </a:lnTo>
                  <a:lnTo>
                    <a:pt x="75597" y="270824"/>
                  </a:lnTo>
                  <a:lnTo>
                    <a:pt x="75481" y="271491"/>
                  </a:lnTo>
                  <a:lnTo>
                    <a:pt x="75164" y="272079"/>
                  </a:lnTo>
                  <a:lnTo>
                    <a:pt x="75487" y="273937"/>
                  </a:lnTo>
                  <a:lnTo>
                    <a:pt x="75208" y="274190"/>
                  </a:lnTo>
                  <a:lnTo>
                    <a:pt x="75131" y="274346"/>
                  </a:lnTo>
                  <a:lnTo>
                    <a:pt x="74872" y="274823"/>
                  </a:lnTo>
                  <a:lnTo>
                    <a:pt x="74928" y="275439"/>
                  </a:lnTo>
                  <a:lnTo>
                    <a:pt x="74703" y="275988"/>
                  </a:lnTo>
                  <a:lnTo>
                    <a:pt x="74424" y="276662"/>
                  </a:lnTo>
                  <a:lnTo>
                    <a:pt x="74326" y="276899"/>
                  </a:lnTo>
                  <a:lnTo>
                    <a:pt x="73509" y="278141"/>
                  </a:lnTo>
                  <a:lnTo>
                    <a:pt x="73411" y="278489"/>
                  </a:lnTo>
                  <a:lnTo>
                    <a:pt x="73150" y="279412"/>
                  </a:lnTo>
                  <a:lnTo>
                    <a:pt x="73096" y="279603"/>
                  </a:lnTo>
                  <a:lnTo>
                    <a:pt x="72855" y="280452"/>
                  </a:lnTo>
                  <a:lnTo>
                    <a:pt x="72547" y="280707"/>
                  </a:lnTo>
                  <a:lnTo>
                    <a:pt x="72454" y="280899"/>
                  </a:lnTo>
                  <a:lnTo>
                    <a:pt x="71752" y="281340"/>
                  </a:lnTo>
                  <a:lnTo>
                    <a:pt x="71761" y="281701"/>
                  </a:lnTo>
                  <a:lnTo>
                    <a:pt x="71769" y="282118"/>
                  </a:lnTo>
                  <a:lnTo>
                    <a:pt x="71802" y="282435"/>
                  </a:lnTo>
                  <a:lnTo>
                    <a:pt x="71836" y="282626"/>
                  </a:lnTo>
                  <a:lnTo>
                    <a:pt x="71917" y="283086"/>
                  </a:lnTo>
                  <a:lnTo>
                    <a:pt x="72124" y="284261"/>
                  </a:lnTo>
                  <a:lnTo>
                    <a:pt x="72613" y="286277"/>
                  </a:lnTo>
                  <a:lnTo>
                    <a:pt x="72798" y="287038"/>
                  </a:lnTo>
                  <a:lnTo>
                    <a:pt x="72857" y="287616"/>
                  </a:lnTo>
                  <a:lnTo>
                    <a:pt x="72915" y="288136"/>
                  </a:lnTo>
                  <a:lnTo>
                    <a:pt x="73543" y="288591"/>
                  </a:lnTo>
                  <a:lnTo>
                    <a:pt x="74092" y="288988"/>
                  </a:lnTo>
                  <a:lnTo>
                    <a:pt x="74804" y="289510"/>
                  </a:lnTo>
                  <a:lnTo>
                    <a:pt x="75350" y="290015"/>
                  </a:lnTo>
                  <a:lnTo>
                    <a:pt x="75689" y="290329"/>
                  </a:lnTo>
                  <a:lnTo>
                    <a:pt x="76545" y="291105"/>
                  </a:lnTo>
                  <a:lnTo>
                    <a:pt x="76767" y="291469"/>
                  </a:lnTo>
                  <a:lnTo>
                    <a:pt x="77483" y="292639"/>
                  </a:lnTo>
                  <a:lnTo>
                    <a:pt x="77802" y="293162"/>
                  </a:lnTo>
                  <a:lnTo>
                    <a:pt x="78497" y="294410"/>
                  </a:lnTo>
                  <a:lnTo>
                    <a:pt x="81238" y="296697"/>
                  </a:lnTo>
                  <a:lnTo>
                    <a:pt x="81491" y="297635"/>
                  </a:lnTo>
                  <a:lnTo>
                    <a:pt x="81584" y="297999"/>
                  </a:lnTo>
                  <a:lnTo>
                    <a:pt x="81643" y="298225"/>
                  </a:lnTo>
                  <a:lnTo>
                    <a:pt x="81830" y="298953"/>
                  </a:lnTo>
                  <a:lnTo>
                    <a:pt x="81874" y="299124"/>
                  </a:lnTo>
                  <a:lnTo>
                    <a:pt x="82114" y="300058"/>
                  </a:lnTo>
                  <a:lnTo>
                    <a:pt x="82180" y="300315"/>
                  </a:lnTo>
                  <a:lnTo>
                    <a:pt x="82268" y="300544"/>
                  </a:lnTo>
                  <a:lnTo>
                    <a:pt x="82938" y="302287"/>
                  </a:lnTo>
                  <a:lnTo>
                    <a:pt x="83265" y="303343"/>
                  </a:lnTo>
                  <a:lnTo>
                    <a:pt x="83347" y="303606"/>
                  </a:lnTo>
                  <a:lnTo>
                    <a:pt x="83455" y="303952"/>
                  </a:lnTo>
                  <a:lnTo>
                    <a:pt x="83785" y="305058"/>
                  </a:lnTo>
                  <a:lnTo>
                    <a:pt x="84692" y="306288"/>
                  </a:lnTo>
                  <a:lnTo>
                    <a:pt x="86191" y="308644"/>
                  </a:lnTo>
                  <a:lnTo>
                    <a:pt x="87374" y="310967"/>
                  </a:lnTo>
                  <a:lnTo>
                    <a:pt x="88586" y="313756"/>
                  </a:lnTo>
                  <a:lnTo>
                    <a:pt x="88398" y="314536"/>
                  </a:lnTo>
                  <a:lnTo>
                    <a:pt x="88418" y="314872"/>
                  </a:lnTo>
                  <a:lnTo>
                    <a:pt x="88479" y="315019"/>
                  </a:lnTo>
                  <a:lnTo>
                    <a:pt x="89273" y="316926"/>
                  </a:lnTo>
                  <a:lnTo>
                    <a:pt x="89498" y="317466"/>
                  </a:lnTo>
                  <a:lnTo>
                    <a:pt x="89571" y="317648"/>
                  </a:lnTo>
                  <a:lnTo>
                    <a:pt x="89261" y="319879"/>
                  </a:lnTo>
                  <a:lnTo>
                    <a:pt x="90113" y="320925"/>
                  </a:lnTo>
                  <a:lnTo>
                    <a:pt x="90472" y="321364"/>
                  </a:lnTo>
                  <a:lnTo>
                    <a:pt x="92584" y="324015"/>
                  </a:lnTo>
                  <a:lnTo>
                    <a:pt x="93084" y="326901"/>
                  </a:lnTo>
                  <a:lnTo>
                    <a:pt x="93337" y="327796"/>
                  </a:lnTo>
                  <a:lnTo>
                    <a:pt x="93356" y="328852"/>
                  </a:lnTo>
                  <a:lnTo>
                    <a:pt x="94064" y="329223"/>
                  </a:lnTo>
                  <a:lnTo>
                    <a:pt x="94281" y="329339"/>
                  </a:lnTo>
                  <a:lnTo>
                    <a:pt x="94586" y="329490"/>
                  </a:lnTo>
                  <a:lnTo>
                    <a:pt x="95137" y="329777"/>
                  </a:lnTo>
                  <a:lnTo>
                    <a:pt x="95336" y="329797"/>
                  </a:lnTo>
                  <a:lnTo>
                    <a:pt x="95889" y="329850"/>
                  </a:lnTo>
                  <a:lnTo>
                    <a:pt x="96630" y="329928"/>
                  </a:lnTo>
                  <a:lnTo>
                    <a:pt x="97193" y="330178"/>
                  </a:lnTo>
                  <a:lnTo>
                    <a:pt x="97380" y="330263"/>
                  </a:lnTo>
                  <a:lnTo>
                    <a:pt x="97513" y="330316"/>
                  </a:lnTo>
                  <a:lnTo>
                    <a:pt x="97318" y="330889"/>
                  </a:lnTo>
                  <a:lnTo>
                    <a:pt x="97206" y="331207"/>
                  </a:lnTo>
                  <a:lnTo>
                    <a:pt x="96921" y="332054"/>
                  </a:lnTo>
                  <a:lnTo>
                    <a:pt x="96798" y="332413"/>
                  </a:lnTo>
                  <a:lnTo>
                    <a:pt x="96824" y="332652"/>
                  </a:lnTo>
                  <a:lnTo>
                    <a:pt x="96916" y="333443"/>
                  </a:lnTo>
                  <a:lnTo>
                    <a:pt x="96957" y="333773"/>
                  </a:lnTo>
                  <a:lnTo>
                    <a:pt x="97003" y="334063"/>
                  </a:lnTo>
                  <a:lnTo>
                    <a:pt x="97023" y="334309"/>
                  </a:lnTo>
                  <a:lnTo>
                    <a:pt x="97072" y="334722"/>
                  </a:lnTo>
                  <a:lnTo>
                    <a:pt x="97171" y="335561"/>
                  </a:lnTo>
                  <a:lnTo>
                    <a:pt x="97877" y="336541"/>
                  </a:lnTo>
                  <a:lnTo>
                    <a:pt x="98258" y="337079"/>
                  </a:lnTo>
                  <a:lnTo>
                    <a:pt x="99279" y="338498"/>
                  </a:lnTo>
                  <a:lnTo>
                    <a:pt x="99427" y="338704"/>
                  </a:lnTo>
                  <a:lnTo>
                    <a:pt x="99983" y="339476"/>
                  </a:lnTo>
                  <a:lnTo>
                    <a:pt x="100031" y="339801"/>
                  </a:lnTo>
                  <a:lnTo>
                    <a:pt x="100082" y="340155"/>
                  </a:lnTo>
                  <a:lnTo>
                    <a:pt x="100121" y="340523"/>
                  </a:lnTo>
                  <a:lnTo>
                    <a:pt x="100129" y="340765"/>
                  </a:lnTo>
                  <a:lnTo>
                    <a:pt x="100124" y="340989"/>
                  </a:lnTo>
                  <a:lnTo>
                    <a:pt x="100220" y="341236"/>
                  </a:lnTo>
                  <a:lnTo>
                    <a:pt x="100397" y="341480"/>
                  </a:lnTo>
                  <a:lnTo>
                    <a:pt x="100726" y="341697"/>
                  </a:lnTo>
                  <a:lnTo>
                    <a:pt x="101405" y="342149"/>
                  </a:lnTo>
                  <a:lnTo>
                    <a:pt x="101823" y="342492"/>
                  </a:lnTo>
                  <a:lnTo>
                    <a:pt x="102226" y="342859"/>
                  </a:lnTo>
                  <a:lnTo>
                    <a:pt x="102521" y="343127"/>
                  </a:lnTo>
                  <a:lnTo>
                    <a:pt x="102738" y="343375"/>
                  </a:lnTo>
                  <a:lnTo>
                    <a:pt x="103204" y="343267"/>
                  </a:lnTo>
                  <a:lnTo>
                    <a:pt x="103497" y="343190"/>
                  </a:lnTo>
                  <a:lnTo>
                    <a:pt x="103841" y="343103"/>
                  </a:lnTo>
                  <a:lnTo>
                    <a:pt x="104436" y="342995"/>
                  </a:lnTo>
                  <a:lnTo>
                    <a:pt x="104744" y="342983"/>
                  </a:lnTo>
                  <a:lnTo>
                    <a:pt x="105655" y="342921"/>
                  </a:lnTo>
                  <a:lnTo>
                    <a:pt x="106345" y="342880"/>
                  </a:lnTo>
                  <a:lnTo>
                    <a:pt x="106654" y="343145"/>
                  </a:lnTo>
                  <a:lnTo>
                    <a:pt x="107033" y="343504"/>
                  </a:lnTo>
                  <a:lnTo>
                    <a:pt x="107531" y="343905"/>
                  </a:lnTo>
                  <a:lnTo>
                    <a:pt x="107941" y="344335"/>
                  </a:lnTo>
                  <a:lnTo>
                    <a:pt x="108070" y="344456"/>
                  </a:lnTo>
                  <a:lnTo>
                    <a:pt x="108473" y="344819"/>
                  </a:lnTo>
                  <a:lnTo>
                    <a:pt x="109072" y="345376"/>
                  </a:lnTo>
                  <a:lnTo>
                    <a:pt x="109494" y="345774"/>
                  </a:lnTo>
                  <a:lnTo>
                    <a:pt x="109673" y="345888"/>
                  </a:lnTo>
                  <a:lnTo>
                    <a:pt x="109813" y="346068"/>
                  </a:lnTo>
                  <a:lnTo>
                    <a:pt x="109967" y="346276"/>
                  </a:lnTo>
                  <a:lnTo>
                    <a:pt x="110478" y="346559"/>
                  </a:lnTo>
                  <a:lnTo>
                    <a:pt x="111067" y="347019"/>
                  </a:lnTo>
                  <a:lnTo>
                    <a:pt x="112108" y="347474"/>
                  </a:lnTo>
                  <a:lnTo>
                    <a:pt x="112593" y="347682"/>
                  </a:lnTo>
                  <a:lnTo>
                    <a:pt x="113317" y="347866"/>
                  </a:lnTo>
                  <a:lnTo>
                    <a:pt x="113937" y="347987"/>
                  </a:lnTo>
                  <a:lnTo>
                    <a:pt x="114429" y="348101"/>
                  </a:lnTo>
                  <a:lnTo>
                    <a:pt x="114669" y="348110"/>
                  </a:lnTo>
                  <a:lnTo>
                    <a:pt x="114957" y="348119"/>
                  </a:lnTo>
                  <a:lnTo>
                    <a:pt x="115341" y="348117"/>
                  </a:lnTo>
                  <a:lnTo>
                    <a:pt x="115619" y="348106"/>
                  </a:lnTo>
                  <a:lnTo>
                    <a:pt x="115879" y="348095"/>
                  </a:lnTo>
                  <a:lnTo>
                    <a:pt x="116783" y="348295"/>
                  </a:lnTo>
                  <a:lnTo>
                    <a:pt x="117730" y="348660"/>
                  </a:lnTo>
                  <a:lnTo>
                    <a:pt x="117894" y="348676"/>
                  </a:lnTo>
                  <a:lnTo>
                    <a:pt x="118413" y="348095"/>
                  </a:lnTo>
                  <a:lnTo>
                    <a:pt x="118796" y="347849"/>
                  </a:lnTo>
                  <a:lnTo>
                    <a:pt x="119225" y="347730"/>
                  </a:lnTo>
                  <a:lnTo>
                    <a:pt x="120503" y="347602"/>
                  </a:lnTo>
                  <a:lnTo>
                    <a:pt x="120677" y="347602"/>
                  </a:lnTo>
                  <a:lnTo>
                    <a:pt x="120914" y="347619"/>
                  </a:lnTo>
                  <a:lnTo>
                    <a:pt x="121244" y="347658"/>
                  </a:lnTo>
                  <a:lnTo>
                    <a:pt x="122269" y="347382"/>
                  </a:lnTo>
                  <a:lnTo>
                    <a:pt x="123756" y="346439"/>
                  </a:lnTo>
                  <a:lnTo>
                    <a:pt x="123968" y="346293"/>
                  </a:lnTo>
                  <a:lnTo>
                    <a:pt x="124486" y="345975"/>
                  </a:lnTo>
                  <a:lnTo>
                    <a:pt x="124632" y="345906"/>
                  </a:lnTo>
                  <a:lnTo>
                    <a:pt x="124802" y="345829"/>
                  </a:lnTo>
                  <a:lnTo>
                    <a:pt x="124630" y="345048"/>
                  </a:lnTo>
                  <a:lnTo>
                    <a:pt x="124066" y="344995"/>
                  </a:lnTo>
                  <a:lnTo>
                    <a:pt x="123783" y="344916"/>
                  </a:lnTo>
                  <a:lnTo>
                    <a:pt x="122667" y="344498"/>
                  </a:lnTo>
                  <a:lnTo>
                    <a:pt x="122528" y="344414"/>
                  </a:lnTo>
                  <a:lnTo>
                    <a:pt x="122059" y="344262"/>
                  </a:lnTo>
                  <a:lnTo>
                    <a:pt x="121091" y="344069"/>
                  </a:lnTo>
                  <a:lnTo>
                    <a:pt x="120882" y="344301"/>
                  </a:lnTo>
                  <a:lnTo>
                    <a:pt x="119777" y="344078"/>
                  </a:lnTo>
                  <a:lnTo>
                    <a:pt x="119479" y="344063"/>
                  </a:lnTo>
                  <a:lnTo>
                    <a:pt x="118694" y="344057"/>
                  </a:lnTo>
                  <a:lnTo>
                    <a:pt x="118371" y="344093"/>
                  </a:lnTo>
                  <a:lnTo>
                    <a:pt x="117982" y="343985"/>
                  </a:lnTo>
                  <a:lnTo>
                    <a:pt x="117111" y="342452"/>
                  </a:lnTo>
                  <a:lnTo>
                    <a:pt x="116779" y="341841"/>
                  </a:lnTo>
                  <a:lnTo>
                    <a:pt x="117521" y="341611"/>
                  </a:lnTo>
                  <a:lnTo>
                    <a:pt x="117840" y="341541"/>
                  </a:lnTo>
                  <a:lnTo>
                    <a:pt x="118042" y="341538"/>
                  </a:lnTo>
                  <a:lnTo>
                    <a:pt x="118234" y="341526"/>
                  </a:lnTo>
                  <a:lnTo>
                    <a:pt x="118805" y="341418"/>
                  </a:lnTo>
                  <a:lnTo>
                    <a:pt x="118985" y="341361"/>
                  </a:lnTo>
                  <a:lnTo>
                    <a:pt x="119519" y="341202"/>
                  </a:lnTo>
                  <a:lnTo>
                    <a:pt x="119920" y="340990"/>
                  </a:lnTo>
                  <a:lnTo>
                    <a:pt x="120331" y="340776"/>
                  </a:lnTo>
                  <a:lnTo>
                    <a:pt x="121190" y="340318"/>
                  </a:lnTo>
                  <a:lnTo>
                    <a:pt x="121529" y="340167"/>
                  </a:lnTo>
                  <a:lnTo>
                    <a:pt x="121912" y="339932"/>
                  </a:lnTo>
                  <a:lnTo>
                    <a:pt x="122473" y="339587"/>
                  </a:lnTo>
                  <a:lnTo>
                    <a:pt x="122736" y="339500"/>
                  </a:lnTo>
                  <a:lnTo>
                    <a:pt x="123365" y="339294"/>
                  </a:lnTo>
                  <a:lnTo>
                    <a:pt x="123715" y="339179"/>
                  </a:lnTo>
                  <a:lnTo>
                    <a:pt x="124104" y="338929"/>
                  </a:lnTo>
                  <a:lnTo>
                    <a:pt x="124392" y="338971"/>
                  </a:lnTo>
                  <a:lnTo>
                    <a:pt x="125210" y="339089"/>
                  </a:lnTo>
                  <a:lnTo>
                    <a:pt x="125767" y="339309"/>
                  </a:lnTo>
                  <a:lnTo>
                    <a:pt x="127042" y="339954"/>
                  </a:lnTo>
                  <a:lnTo>
                    <a:pt x="127788" y="340213"/>
                  </a:lnTo>
                  <a:lnTo>
                    <a:pt x="128137" y="340334"/>
                  </a:lnTo>
                  <a:lnTo>
                    <a:pt x="128814" y="340455"/>
                  </a:lnTo>
                  <a:lnTo>
                    <a:pt x="129216" y="340458"/>
                  </a:lnTo>
                  <a:lnTo>
                    <a:pt x="129468" y="340388"/>
                  </a:lnTo>
                  <a:lnTo>
                    <a:pt x="130184" y="340385"/>
                  </a:lnTo>
                  <a:lnTo>
                    <a:pt x="130752" y="340380"/>
                  </a:lnTo>
                  <a:lnTo>
                    <a:pt x="131149" y="340728"/>
                  </a:lnTo>
                  <a:lnTo>
                    <a:pt x="131373" y="340924"/>
                  </a:lnTo>
                  <a:lnTo>
                    <a:pt x="131771" y="341273"/>
                  </a:lnTo>
                  <a:lnTo>
                    <a:pt x="132186" y="341614"/>
                  </a:lnTo>
                  <a:lnTo>
                    <a:pt x="133145" y="342201"/>
                  </a:lnTo>
                  <a:lnTo>
                    <a:pt x="133604" y="342500"/>
                  </a:lnTo>
                  <a:lnTo>
                    <a:pt x="133811" y="342625"/>
                  </a:lnTo>
                  <a:lnTo>
                    <a:pt x="134801" y="343125"/>
                  </a:lnTo>
                  <a:lnTo>
                    <a:pt x="135202" y="343325"/>
                  </a:lnTo>
                  <a:lnTo>
                    <a:pt x="135531" y="343492"/>
                  </a:lnTo>
                  <a:lnTo>
                    <a:pt x="135689" y="343570"/>
                  </a:lnTo>
                  <a:lnTo>
                    <a:pt x="136056" y="343751"/>
                  </a:lnTo>
                  <a:lnTo>
                    <a:pt x="136278" y="343864"/>
                  </a:lnTo>
                  <a:lnTo>
                    <a:pt x="136572" y="344012"/>
                  </a:lnTo>
                  <a:lnTo>
                    <a:pt x="136971" y="344208"/>
                  </a:lnTo>
                  <a:lnTo>
                    <a:pt x="137615" y="344599"/>
                  </a:lnTo>
                  <a:lnTo>
                    <a:pt x="137876" y="346487"/>
                  </a:lnTo>
                  <a:lnTo>
                    <a:pt x="138979" y="347584"/>
                  </a:lnTo>
                  <a:lnTo>
                    <a:pt x="139188" y="347793"/>
                  </a:lnTo>
                  <a:lnTo>
                    <a:pt x="139298" y="348002"/>
                  </a:lnTo>
                  <a:lnTo>
                    <a:pt x="139384" y="348168"/>
                  </a:lnTo>
                  <a:lnTo>
                    <a:pt x="141123" y="349399"/>
                  </a:lnTo>
                  <a:lnTo>
                    <a:pt x="141968" y="350042"/>
                  </a:lnTo>
                  <a:lnTo>
                    <a:pt x="142246" y="350254"/>
                  </a:lnTo>
                  <a:lnTo>
                    <a:pt x="142446" y="350416"/>
                  </a:lnTo>
                  <a:lnTo>
                    <a:pt x="143377" y="351207"/>
                  </a:lnTo>
                  <a:lnTo>
                    <a:pt x="143823" y="351579"/>
                  </a:lnTo>
                  <a:lnTo>
                    <a:pt x="144080" y="351955"/>
                  </a:lnTo>
                  <a:lnTo>
                    <a:pt x="144350" y="352419"/>
                  </a:lnTo>
                  <a:lnTo>
                    <a:pt x="145044" y="353382"/>
                  </a:lnTo>
                  <a:lnTo>
                    <a:pt x="145194" y="353524"/>
                  </a:lnTo>
                  <a:lnTo>
                    <a:pt x="145720" y="353886"/>
                  </a:lnTo>
                  <a:lnTo>
                    <a:pt x="146025" y="354140"/>
                  </a:lnTo>
                  <a:lnTo>
                    <a:pt x="146527" y="354586"/>
                  </a:lnTo>
                  <a:lnTo>
                    <a:pt x="147035" y="355061"/>
                  </a:lnTo>
                  <a:lnTo>
                    <a:pt x="147329" y="355688"/>
                  </a:lnTo>
                  <a:lnTo>
                    <a:pt x="147795" y="356515"/>
                  </a:lnTo>
                  <a:lnTo>
                    <a:pt x="148239" y="357167"/>
                  </a:lnTo>
                  <a:lnTo>
                    <a:pt x="148302" y="357316"/>
                  </a:lnTo>
                  <a:lnTo>
                    <a:pt x="148435" y="357499"/>
                  </a:lnTo>
                  <a:lnTo>
                    <a:pt x="148593" y="357871"/>
                  </a:lnTo>
                  <a:lnTo>
                    <a:pt x="148742" y="358103"/>
                  </a:lnTo>
                  <a:lnTo>
                    <a:pt x="148831" y="358368"/>
                  </a:lnTo>
                  <a:lnTo>
                    <a:pt x="148795" y="358638"/>
                  </a:lnTo>
                  <a:lnTo>
                    <a:pt x="148818" y="359005"/>
                  </a:lnTo>
                  <a:lnTo>
                    <a:pt x="148878" y="359375"/>
                  </a:lnTo>
                  <a:lnTo>
                    <a:pt x="148952" y="359785"/>
                  </a:lnTo>
                  <a:lnTo>
                    <a:pt x="148889" y="360162"/>
                  </a:lnTo>
                  <a:lnTo>
                    <a:pt x="149083" y="360235"/>
                  </a:lnTo>
                  <a:lnTo>
                    <a:pt x="150456" y="360869"/>
                  </a:lnTo>
                  <a:lnTo>
                    <a:pt x="151221" y="361229"/>
                  </a:lnTo>
                  <a:lnTo>
                    <a:pt x="151711" y="361324"/>
                  </a:lnTo>
                  <a:lnTo>
                    <a:pt x="152142" y="361344"/>
                  </a:lnTo>
                  <a:lnTo>
                    <a:pt x="152695" y="361371"/>
                  </a:lnTo>
                  <a:lnTo>
                    <a:pt x="153139" y="361380"/>
                  </a:lnTo>
                  <a:lnTo>
                    <a:pt x="153314" y="361390"/>
                  </a:lnTo>
                  <a:lnTo>
                    <a:pt x="153823" y="361577"/>
                  </a:lnTo>
                  <a:lnTo>
                    <a:pt x="154797" y="361963"/>
                  </a:lnTo>
                  <a:lnTo>
                    <a:pt x="155633" y="362290"/>
                  </a:lnTo>
                  <a:lnTo>
                    <a:pt x="156092" y="362434"/>
                  </a:lnTo>
                  <a:lnTo>
                    <a:pt x="156556" y="362581"/>
                  </a:lnTo>
                  <a:lnTo>
                    <a:pt x="157059" y="362773"/>
                  </a:lnTo>
                  <a:lnTo>
                    <a:pt x="157250" y="362790"/>
                  </a:lnTo>
                  <a:lnTo>
                    <a:pt x="158247" y="362877"/>
                  </a:lnTo>
                  <a:lnTo>
                    <a:pt x="158521" y="362902"/>
                  </a:lnTo>
                  <a:lnTo>
                    <a:pt x="159112" y="362930"/>
                  </a:lnTo>
                  <a:lnTo>
                    <a:pt x="159410" y="362958"/>
                  </a:lnTo>
                  <a:lnTo>
                    <a:pt x="159682" y="363056"/>
                  </a:lnTo>
                  <a:lnTo>
                    <a:pt x="159953" y="363143"/>
                  </a:lnTo>
                  <a:lnTo>
                    <a:pt x="160264" y="363333"/>
                  </a:lnTo>
                  <a:lnTo>
                    <a:pt x="160428" y="363352"/>
                  </a:lnTo>
                  <a:lnTo>
                    <a:pt x="160568" y="363441"/>
                  </a:lnTo>
                  <a:lnTo>
                    <a:pt x="160950" y="363648"/>
                  </a:lnTo>
                  <a:lnTo>
                    <a:pt x="161675" y="364042"/>
                  </a:lnTo>
                  <a:lnTo>
                    <a:pt x="162460" y="364631"/>
                  </a:lnTo>
                  <a:lnTo>
                    <a:pt x="162606" y="364757"/>
                  </a:lnTo>
                  <a:lnTo>
                    <a:pt x="162799" y="364895"/>
                  </a:lnTo>
                  <a:lnTo>
                    <a:pt x="163214" y="365168"/>
                  </a:lnTo>
                  <a:lnTo>
                    <a:pt x="163466" y="365230"/>
                  </a:lnTo>
                  <a:lnTo>
                    <a:pt x="163972" y="365478"/>
                  </a:lnTo>
                  <a:lnTo>
                    <a:pt x="164331" y="365608"/>
                  </a:lnTo>
                  <a:lnTo>
                    <a:pt x="164542" y="365796"/>
                  </a:lnTo>
                  <a:lnTo>
                    <a:pt x="164590" y="366320"/>
                  </a:lnTo>
                  <a:lnTo>
                    <a:pt x="164921" y="366371"/>
                  </a:lnTo>
                  <a:lnTo>
                    <a:pt x="165104" y="366438"/>
                  </a:lnTo>
                  <a:lnTo>
                    <a:pt x="165300" y="366576"/>
                  </a:lnTo>
                  <a:lnTo>
                    <a:pt x="165549" y="366747"/>
                  </a:lnTo>
                  <a:lnTo>
                    <a:pt x="165705" y="366743"/>
                  </a:lnTo>
                  <a:lnTo>
                    <a:pt x="165834" y="366795"/>
                  </a:lnTo>
                  <a:lnTo>
                    <a:pt x="166083" y="366930"/>
                  </a:lnTo>
                  <a:lnTo>
                    <a:pt x="166092" y="367083"/>
                  </a:lnTo>
                  <a:lnTo>
                    <a:pt x="166107" y="367250"/>
                  </a:lnTo>
                  <a:lnTo>
                    <a:pt x="166224" y="367581"/>
                  </a:lnTo>
                  <a:lnTo>
                    <a:pt x="166356" y="367713"/>
                  </a:lnTo>
                  <a:lnTo>
                    <a:pt x="166525" y="367822"/>
                  </a:lnTo>
                  <a:lnTo>
                    <a:pt x="166780" y="367941"/>
                  </a:lnTo>
                  <a:lnTo>
                    <a:pt x="167062" y="368186"/>
                  </a:lnTo>
                  <a:lnTo>
                    <a:pt x="167352" y="368332"/>
                  </a:lnTo>
                  <a:lnTo>
                    <a:pt x="167529" y="368463"/>
                  </a:lnTo>
                  <a:lnTo>
                    <a:pt x="167830" y="368535"/>
                  </a:lnTo>
                  <a:lnTo>
                    <a:pt x="167965" y="368571"/>
                  </a:lnTo>
                  <a:lnTo>
                    <a:pt x="168168" y="368621"/>
                  </a:lnTo>
                  <a:lnTo>
                    <a:pt x="168476" y="368863"/>
                  </a:lnTo>
                  <a:lnTo>
                    <a:pt x="168755" y="369069"/>
                  </a:lnTo>
                  <a:lnTo>
                    <a:pt x="168900" y="369179"/>
                  </a:lnTo>
                  <a:lnTo>
                    <a:pt x="169087" y="369328"/>
                  </a:lnTo>
                  <a:lnTo>
                    <a:pt x="169482" y="369618"/>
                  </a:lnTo>
                  <a:lnTo>
                    <a:pt x="169711" y="369798"/>
                  </a:lnTo>
                  <a:lnTo>
                    <a:pt x="169960" y="370001"/>
                  </a:lnTo>
                  <a:lnTo>
                    <a:pt x="170139" y="370155"/>
                  </a:lnTo>
                  <a:lnTo>
                    <a:pt x="170556" y="370460"/>
                  </a:lnTo>
                  <a:lnTo>
                    <a:pt x="170735" y="370590"/>
                  </a:lnTo>
                  <a:lnTo>
                    <a:pt x="171201" y="370927"/>
                  </a:lnTo>
                  <a:lnTo>
                    <a:pt x="171531" y="371163"/>
                  </a:lnTo>
                  <a:lnTo>
                    <a:pt x="171758" y="371358"/>
                  </a:lnTo>
                  <a:lnTo>
                    <a:pt x="172126" y="371625"/>
                  </a:lnTo>
                  <a:lnTo>
                    <a:pt x="172309" y="371770"/>
                  </a:lnTo>
                  <a:lnTo>
                    <a:pt x="172559" y="371438"/>
                  </a:lnTo>
                  <a:lnTo>
                    <a:pt x="172827" y="371106"/>
                  </a:lnTo>
                  <a:lnTo>
                    <a:pt x="173040" y="370833"/>
                  </a:lnTo>
                  <a:lnTo>
                    <a:pt x="173331" y="370489"/>
                  </a:lnTo>
                  <a:lnTo>
                    <a:pt x="173469" y="370312"/>
                  </a:lnTo>
                  <a:lnTo>
                    <a:pt x="173648" y="370109"/>
                  </a:lnTo>
                  <a:lnTo>
                    <a:pt x="173793" y="369952"/>
                  </a:lnTo>
                  <a:lnTo>
                    <a:pt x="173966" y="369719"/>
                  </a:lnTo>
                  <a:lnTo>
                    <a:pt x="174109" y="369540"/>
                  </a:lnTo>
                  <a:lnTo>
                    <a:pt x="174377" y="369195"/>
                  </a:lnTo>
                  <a:lnTo>
                    <a:pt x="174614" y="368914"/>
                  </a:lnTo>
                  <a:lnTo>
                    <a:pt x="174862" y="368600"/>
                  </a:lnTo>
                  <a:lnTo>
                    <a:pt x="175505" y="367810"/>
                  </a:lnTo>
                  <a:lnTo>
                    <a:pt x="175643" y="367615"/>
                  </a:lnTo>
                  <a:lnTo>
                    <a:pt x="175752" y="367476"/>
                  </a:lnTo>
                  <a:lnTo>
                    <a:pt x="176040" y="367117"/>
                  </a:lnTo>
                  <a:lnTo>
                    <a:pt x="176435" y="366619"/>
                  </a:lnTo>
                  <a:lnTo>
                    <a:pt x="176617" y="366395"/>
                  </a:lnTo>
                  <a:lnTo>
                    <a:pt x="176782" y="366191"/>
                  </a:lnTo>
                  <a:lnTo>
                    <a:pt x="177161" y="365999"/>
                  </a:lnTo>
                  <a:lnTo>
                    <a:pt x="177310" y="365926"/>
                  </a:lnTo>
                  <a:lnTo>
                    <a:pt x="177894" y="365627"/>
                  </a:lnTo>
                  <a:lnTo>
                    <a:pt x="178131" y="365511"/>
                  </a:lnTo>
                  <a:lnTo>
                    <a:pt x="178279" y="365427"/>
                  </a:lnTo>
                  <a:lnTo>
                    <a:pt x="178520" y="365293"/>
                  </a:lnTo>
                  <a:lnTo>
                    <a:pt x="178873" y="365095"/>
                  </a:lnTo>
                  <a:lnTo>
                    <a:pt x="179208" y="364912"/>
                  </a:lnTo>
                  <a:lnTo>
                    <a:pt x="179495" y="364773"/>
                  </a:lnTo>
                  <a:lnTo>
                    <a:pt x="180153" y="364431"/>
                  </a:lnTo>
                  <a:lnTo>
                    <a:pt x="180515" y="364259"/>
                  </a:lnTo>
                  <a:lnTo>
                    <a:pt x="180896" y="364039"/>
                  </a:lnTo>
                  <a:lnTo>
                    <a:pt x="181051" y="363954"/>
                  </a:lnTo>
                  <a:lnTo>
                    <a:pt x="181380" y="363785"/>
                  </a:lnTo>
                  <a:lnTo>
                    <a:pt x="181569" y="363687"/>
                  </a:lnTo>
                  <a:lnTo>
                    <a:pt x="181733" y="363621"/>
                  </a:lnTo>
                  <a:lnTo>
                    <a:pt x="182345" y="363367"/>
                  </a:lnTo>
                  <a:lnTo>
                    <a:pt x="182975" y="363109"/>
                  </a:lnTo>
                  <a:lnTo>
                    <a:pt x="183173" y="362996"/>
                  </a:lnTo>
                  <a:lnTo>
                    <a:pt x="183446" y="362866"/>
                  </a:lnTo>
                  <a:lnTo>
                    <a:pt x="184069" y="362635"/>
                  </a:lnTo>
                  <a:lnTo>
                    <a:pt x="184314" y="362536"/>
                  </a:lnTo>
                  <a:lnTo>
                    <a:pt x="184785" y="362344"/>
                  </a:lnTo>
                  <a:lnTo>
                    <a:pt x="185222" y="362139"/>
                  </a:lnTo>
                  <a:lnTo>
                    <a:pt x="185493" y="362025"/>
                  </a:lnTo>
                  <a:lnTo>
                    <a:pt x="185850" y="361871"/>
                  </a:lnTo>
                  <a:lnTo>
                    <a:pt x="186152" y="361744"/>
                  </a:lnTo>
                  <a:lnTo>
                    <a:pt x="186470" y="361579"/>
                  </a:lnTo>
                  <a:lnTo>
                    <a:pt x="186658" y="361454"/>
                  </a:lnTo>
                  <a:lnTo>
                    <a:pt x="186837" y="361330"/>
                  </a:lnTo>
                  <a:lnTo>
                    <a:pt x="187177" y="361111"/>
                  </a:lnTo>
                  <a:lnTo>
                    <a:pt x="187746" y="360759"/>
                  </a:lnTo>
                  <a:lnTo>
                    <a:pt x="188015" y="360634"/>
                  </a:lnTo>
                  <a:lnTo>
                    <a:pt x="188072" y="360834"/>
                  </a:lnTo>
                  <a:lnTo>
                    <a:pt x="188306" y="361601"/>
                  </a:lnTo>
                  <a:lnTo>
                    <a:pt x="188352" y="361818"/>
                  </a:lnTo>
                  <a:lnTo>
                    <a:pt x="188522" y="362253"/>
                  </a:lnTo>
                  <a:lnTo>
                    <a:pt x="188929" y="362731"/>
                  </a:lnTo>
                  <a:lnTo>
                    <a:pt x="189043" y="362908"/>
                  </a:lnTo>
                  <a:lnTo>
                    <a:pt x="189359" y="363364"/>
                  </a:lnTo>
                  <a:lnTo>
                    <a:pt x="189628" y="363639"/>
                  </a:lnTo>
                  <a:lnTo>
                    <a:pt x="189952" y="363996"/>
                  </a:lnTo>
                  <a:lnTo>
                    <a:pt x="190128" y="364162"/>
                  </a:lnTo>
                  <a:lnTo>
                    <a:pt x="190304" y="364352"/>
                  </a:lnTo>
                  <a:lnTo>
                    <a:pt x="190458" y="364513"/>
                  </a:lnTo>
                  <a:lnTo>
                    <a:pt x="190594" y="364661"/>
                  </a:lnTo>
                  <a:lnTo>
                    <a:pt x="191272" y="365177"/>
                  </a:lnTo>
                  <a:lnTo>
                    <a:pt x="191522" y="365353"/>
                  </a:lnTo>
                  <a:lnTo>
                    <a:pt x="191725" y="365466"/>
                  </a:lnTo>
                  <a:lnTo>
                    <a:pt x="191983" y="365723"/>
                  </a:lnTo>
                  <a:lnTo>
                    <a:pt x="192183" y="365801"/>
                  </a:lnTo>
                  <a:lnTo>
                    <a:pt x="192313" y="365856"/>
                  </a:lnTo>
                  <a:lnTo>
                    <a:pt x="192509" y="365942"/>
                  </a:lnTo>
                  <a:lnTo>
                    <a:pt x="192630" y="366112"/>
                  </a:lnTo>
                  <a:lnTo>
                    <a:pt x="192806" y="366541"/>
                  </a:lnTo>
                  <a:lnTo>
                    <a:pt x="192952" y="366823"/>
                  </a:lnTo>
                  <a:lnTo>
                    <a:pt x="193040" y="366969"/>
                  </a:lnTo>
                  <a:lnTo>
                    <a:pt x="193347" y="367472"/>
                  </a:lnTo>
                  <a:lnTo>
                    <a:pt x="193596" y="367981"/>
                  </a:lnTo>
                  <a:lnTo>
                    <a:pt x="193678" y="368179"/>
                  </a:lnTo>
                  <a:lnTo>
                    <a:pt x="193825" y="368506"/>
                  </a:lnTo>
                  <a:lnTo>
                    <a:pt x="193880" y="368641"/>
                  </a:lnTo>
                  <a:lnTo>
                    <a:pt x="193979" y="368869"/>
                  </a:lnTo>
                  <a:lnTo>
                    <a:pt x="194194" y="369453"/>
                  </a:lnTo>
                  <a:lnTo>
                    <a:pt x="194441" y="370049"/>
                  </a:lnTo>
                  <a:lnTo>
                    <a:pt x="194565" y="370336"/>
                  </a:lnTo>
                  <a:lnTo>
                    <a:pt x="194877" y="371123"/>
                  </a:lnTo>
                  <a:lnTo>
                    <a:pt x="195061" y="371607"/>
                  </a:lnTo>
                  <a:lnTo>
                    <a:pt x="195185" y="371934"/>
                  </a:lnTo>
                  <a:lnTo>
                    <a:pt x="196129" y="372786"/>
                  </a:lnTo>
                  <a:lnTo>
                    <a:pt x="196154" y="372963"/>
                  </a:lnTo>
                  <a:lnTo>
                    <a:pt x="196608" y="375009"/>
                  </a:lnTo>
                  <a:lnTo>
                    <a:pt x="196845" y="375252"/>
                  </a:lnTo>
                  <a:lnTo>
                    <a:pt x="197049" y="375516"/>
                  </a:lnTo>
                  <a:lnTo>
                    <a:pt x="197310" y="375859"/>
                  </a:lnTo>
                  <a:lnTo>
                    <a:pt x="197497" y="376171"/>
                  </a:lnTo>
                  <a:lnTo>
                    <a:pt x="197654" y="376438"/>
                  </a:lnTo>
                  <a:lnTo>
                    <a:pt x="197748" y="376643"/>
                  </a:lnTo>
                  <a:lnTo>
                    <a:pt x="197828" y="377058"/>
                  </a:lnTo>
                  <a:lnTo>
                    <a:pt x="197778" y="377305"/>
                  </a:lnTo>
                  <a:lnTo>
                    <a:pt x="197796" y="377525"/>
                  </a:lnTo>
                  <a:lnTo>
                    <a:pt x="198168" y="378352"/>
                  </a:lnTo>
                  <a:lnTo>
                    <a:pt x="198143" y="378484"/>
                  </a:lnTo>
                  <a:lnTo>
                    <a:pt x="198117" y="378623"/>
                  </a:lnTo>
                  <a:lnTo>
                    <a:pt x="197908" y="378938"/>
                  </a:lnTo>
                  <a:lnTo>
                    <a:pt x="197719" y="379212"/>
                  </a:lnTo>
                  <a:lnTo>
                    <a:pt x="198257" y="379660"/>
                  </a:lnTo>
                  <a:lnTo>
                    <a:pt x="198590" y="379890"/>
                  </a:lnTo>
                  <a:lnTo>
                    <a:pt x="198953" y="380134"/>
                  </a:lnTo>
                  <a:lnTo>
                    <a:pt x="199275" y="380361"/>
                  </a:lnTo>
                  <a:lnTo>
                    <a:pt x="199735" y="380712"/>
                  </a:lnTo>
                  <a:lnTo>
                    <a:pt x="200110" y="380976"/>
                  </a:lnTo>
                  <a:lnTo>
                    <a:pt x="200398" y="381167"/>
                  </a:lnTo>
                  <a:lnTo>
                    <a:pt x="200545" y="381253"/>
                  </a:lnTo>
                  <a:lnTo>
                    <a:pt x="200752" y="381360"/>
                  </a:lnTo>
                  <a:lnTo>
                    <a:pt x="200974" y="381504"/>
                  </a:lnTo>
                  <a:lnTo>
                    <a:pt x="201101" y="381583"/>
                  </a:lnTo>
                  <a:lnTo>
                    <a:pt x="201335" y="381731"/>
                  </a:lnTo>
                  <a:lnTo>
                    <a:pt x="201493" y="381829"/>
                  </a:lnTo>
                  <a:lnTo>
                    <a:pt x="201826" y="382058"/>
                  </a:lnTo>
                  <a:lnTo>
                    <a:pt x="202016" y="382187"/>
                  </a:lnTo>
                  <a:lnTo>
                    <a:pt x="202394" y="382446"/>
                  </a:lnTo>
                  <a:lnTo>
                    <a:pt x="202673" y="382644"/>
                  </a:lnTo>
                  <a:lnTo>
                    <a:pt x="202945" y="382910"/>
                  </a:lnTo>
                  <a:lnTo>
                    <a:pt x="203608" y="383330"/>
                  </a:lnTo>
                  <a:lnTo>
                    <a:pt x="203803" y="383455"/>
                  </a:lnTo>
                  <a:lnTo>
                    <a:pt x="203991" y="383577"/>
                  </a:lnTo>
                  <a:lnTo>
                    <a:pt x="204285" y="383762"/>
                  </a:lnTo>
                  <a:lnTo>
                    <a:pt x="204651" y="383992"/>
                  </a:lnTo>
                  <a:lnTo>
                    <a:pt x="204929" y="384156"/>
                  </a:lnTo>
                  <a:lnTo>
                    <a:pt x="205430" y="384457"/>
                  </a:lnTo>
                  <a:lnTo>
                    <a:pt x="205560" y="384537"/>
                  </a:lnTo>
                  <a:lnTo>
                    <a:pt x="205957" y="384779"/>
                  </a:lnTo>
                  <a:lnTo>
                    <a:pt x="206417" y="385063"/>
                  </a:lnTo>
                  <a:lnTo>
                    <a:pt x="207216" y="385448"/>
                  </a:lnTo>
                  <a:lnTo>
                    <a:pt x="207337" y="385581"/>
                  </a:lnTo>
                  <a:lnTo>
                    <a:pt x="207458" y="385720"/>
                  </a:lnTo>
                  <a:lnTo>
                    <a:pt x="207461" y="385850"/>
                  </a:lnTo>
                  <a:lnTo>
                    <a:pt x="207475" y="386295"/>
                  </a:lnTo>
                  <a:lnTo>
                    <a:pt x="207485" y="386627"/>
                  </a:lnTo>
                  <a:lnTo>
                    <a:pt x="207509" y="386793"/>
                  </a:lnTo>
                  <a:lnTo>
                    <a:pt x="207591" y="387090"/>
                  </a:lnTo>
                  <a:lnTo>
                    <a:pt x="207728" y="387365"/>
                  </a:lnTo>
                  <a:lnTo>
                    <a:pt x="207834" y="387734"/>
                  </a:lnTo>
                  <a:lnTo>
                    <a:pt x="207952" y="387977"/>
                  </a:lnTo>
                  <a:lnTo>
                    <a:pt x="208141" y="388359"/>
                  </a:lnTo>
                  <a:lnTo>
                    <a:pt x="208303" y="388737"/>
                  </a:lnTo>
                  <a:lnTo>
                    <a:pt x="208598" y="389189"/>
                  </a:lnTo>
                  <a:lnTo>
                    <a:pt x="208824" y="389538"/>
                  </a:lnTo>
                  <a:lnTo>
                    <a:pt x="208908" y="389666"/>
                  </a:lnTo>
                  <a:lnTo>
                    <a:pt x="209012" y="389824"/>
                  </a:lnTo>
                  <a:lnTo>
                    <a:pt x="209208" y="390116"/>
                  </a:lnTo>
                  <a:lnTo>
                    <a:pt x="209294" y="390257"/>
                  </a:lnTo>
                  <a:lnTo>
                    <a:pt x="209594" y="390701"/>
                  </a:lnTo>
                  <a:lnTo>
                    <a:pt x="209926" y="391200"/>
                  </a:lnTo>
                  <a:lnTo>
                    <a:pt x="210345" y="391125"/>
                  </a:lnTo>
                  <a:lnTo>
                    <a:pt x="211203" y="390683"/>
                  </a:lnTo>
                  <a:lnTo>
                    <a:pt x="211626" y="390572"/>
                  </a:lnTo>
                  <a:lnTo>
                    <a:pt x="212542" y="390371"/>
                  </a:lnTo>
                  <a:lnTo>
                    <a:pt x="212823" y="390309"/>
                  </a:lnTo>
                  <a:lnTo>
                    <a:pt x="212997" y="390231"/>
                  </a:lnTo>
                  <a:lnTo>
                    <a:pt x="213041" y="390059"/>
                  </a:lnTo>
                  <a:lnTo>
                    <a:pt x="213202" y="389960"/>
                  </a:lnTo>
                  <a:lnTo>
                    <a:pt x="213423" y="389754"/>
                  </a:lnTo>
                  <a:lnTo>
                    <a:pt x="213774" y="389535"/>
                  </a:lnTo>
                  <a:lnTo>
                    <a:pt x="214436" y="389228"/>
                  </a:lnTo>
                  <a:lnTo>
                    <a:pt x="214670" y="389136"/>
                  </a:lnTo>
                  <a:lnTo>
                    <a:pt x="215114" y="389030"/>
                  </a:lnTo>
                  <a:lnTo>
                    <a:pt x="215991" y="388557"/>
                  </a:lnTo>
                  <a:lnTo>
                    <a:pt x="216504" y="388348"/>
                  </a:lnTo>
                  <a:lnTo>
                    <a:pt x="216645" y="387826"/>
                  </a:lnTo>
                  <a:lnTo>
                    <a:pt x="216712" y="387511"/>
                  </a:lnTo>
                  <a:lnTo>
                    <a:pt x="216820" y="387079"/>
                  </a:lnTo>
                  <a:lnTo>
                    <a:pt x="216903" y="386732"/>
                  </a:lnTo>
                  <a:lnTo>
                    <a:pt x="217123" y="386261"/>
                  </a:lnTo>
                  <a:lnTo>
                    <a:pt x="217168" y="385868"/>
                  </a:lnTo>
                  <a:lnTo>
                    <a:pt x="217185" y="385734"/>
                  </a:lnTo>
                  <a:lnTo>
                    <a:pt x="217175" y="385506"/>
                  </a:lnTo>
                  <a:lnTo>
                    <a:pt x="217271" y="385316"/>
                  </a:lnTo>
                  <a:lnTo>
                    <a:pt x="217324" y="385071"/>
                  </a:lnTo>
                  <a:lnTo>
                    <a:pt x="217359" y="384730"/>
                  </a:lnTo>
                  <a:lnTo>
                    <a:pt x="217346" y="384340"/>
                  </a:lnTo>
                  <a:lnTo>
                    <a:pt x="217342" y="384171"/>
                  </a:lnTo>
                  <a:lnTo>
                    <a:pt x="217339" y="383966"/>
                  </a:lnTo>
                  <a:lnTo>
                    <a:pt x="217330" y="383631"/>
                  </a:lnTo>
                  <a:lnTo>
                    <a:pt x="217325" y="383100"/>
                  </a:lnTo>
                  <a:lnTo>
                    <a:pt x="217474" y="382957"/>
                  </a:lnTo>
                  <a:lnTo>
                    <a:pt x="217624" y="382817"/>
                  </a:lnTo>
                  <a:lnTo>
                    <a:pt x="217939" y="382523"/>
                  </a:lnTo>
                  <a:lnTo>
                    <a:pt x="217094" y="381632"/>
                  </a:lnTo>
                  <a:lnTo>
                    <a:pt x="216359" y="381489"/>
                  </a:lnTo>
                  <a:lnTo>
                    <a:pt x="216842" y="380707"/>
                  </a:lnTo>
                  <a:lnTo>
                    <a:pt x="217041" y="380383"/>
                  </a:lnTo>
                  <a:lnTo>
                    <a:pt x="217408" y="379723"/>
                  </a:lnTo>
                  <a:lnTo>
                    <a:pt x="217627" y="379467"/>
                  </a:lnTo>
                  <a:lnTo>
                    <a:pt x="217836" y="379146"/>
                  </a:lnTo>
                  <a:lnTo>
                    <a:pt x="218189" y="378654"/>
                  </a:lnTo>
                  <a:lnTo>
                    <a:pt x="218304" y="378435"/>
                  </a:lnTo>
                  <a:lnTo>
                    <a:pt x="218626" y="378004"/>
                  </a:lnTo>
                  <a:lnTo>
                    <a:pt x="218906" y="377670"/>
                  </a:lnTo>
                  <a:lnTo>
                    <a:pt x="219130" y="377303"/>
                  </a:lnTo>
                  <a:lnTo>
                    <a:pt x="219176" y="377164"/>
                  </a:lnTo>
                  <a:lnTo>
                    <a:pt x="219267" y="376976"/>
                  </a:lnTo>
                  <a:lnTo>
                    <a:pt x="219540" y="376694"/>
                  </a:lnTo>
                  <a:lnTo>
                    <a:pt x="219717" y="376513"/>
                  </a:lnTo>
                  <a:lnTo>
                    <a:pt x="220007" y="376210"/>
                  </a:lnTo>
                  <a:lnTo>
                    <a:pt x="220225" y="375987"/>
                  </a:lnTo>
                  <a:lnTo>
                    <a:pt x="220416" y="375794"/>
                  </a:lnTo>
                  <a:lnTo>
                    <a:pt x="220764" y="375540"/>
                  </a:lnTo>
                  <a:lnTo>
                    <a:pt x="220953" y="375342"/>
                  </a:lnTo>
                  <a:lnTo>
                    <a:pt x="221227" y="375034"/>
                  </a:lnTo>
                  <a:lnTo>
                    <a:pt x="221342" y="374854"/>
                  </a:lnTo>
                  <a:lnTo>
                    <a:pt x="221432" y="374712"/>
                  </a:lnTo>
                  <a:lnTo>
                    <a:pt x="221651" y="374163"/>
                  </a:lnTo>
                  <a:lnTo>
                    <a:pt x="221754" y="373764"/>
                  </a:lnTo>
                  <a:lnTo>
                    <a:pt x="222322" y="371912"/>
                  </a:lnTo>
                  <a:lnTo>
                    <a:pt x="222642" y="371366"/>
                  </a:lnTo>
                  <a:lnTo>
                    <a:pt x="222764" y="371158"/>
                  </a:lnTo>
                  <a:lnTo>
                    <a:pt x="223711" y="370325"/>
                  </a:lnTo>
                  <a:lnTo>
                    <a:pt x="223945" y="370213"/>
                  </a:lnTo>
                  <a:lnTo>
                    <a:pt x="224350" y="369971"/>
                  </a:lnTo>
                  <a:lnTo>
                    <a:pt x="224600" y="369732"/>
                  </a:lnTo>
                  <a:lnTo>
                    <a:pt x="224796" y="369451"/>
                  </a:lnTo>
                  <a:lnTo>
                    <a:pt x="224617" y="369182"/>
                  </a:lnTo>
                  <a:lnTo>
                    <a:pt x="224491" y="368993"/>
                  </a:lnTo>
                  <a:lnTo>
                    <a:pt x="222361" y="367724"/>
                  </a:lnTo>
                  <a:lnTo>
                    <a:pt x="219925" y="364939"/>
                  </a:lnTo>
                  <a:lnTo>
                    <a:pt x="219134" y="364248"/>
                  </a:lnTo>
                  <a:lnTo>
                    <a:pt x="218948" y="364086"/>
                  </a:lnTo>
                  <a:lnTo>
                    <a:pt x="218055" y="363613"/>
                  </a:lnTo>
                  <a:lnTo>
                    <a:pt x="217033" y="362965"/>
                  </a:lnTo>
                  <a:lnTo>
                    <a:pt x="215358" y="361506"/>
                  </a:lnTo>
                  <a:lnTo>
                    <a:pt x="214448" y="359892"/>
                  </a:lnTo>
                  <a:lnTo>
                    <a:pt x="215699" y="358367"/>
                  </a:lnTo>
                  <a:lnTo>
                    <a:pt x="224565" y="353472"/>
                  </a:lnTo>
                  <a:lnTo>
                    <a:pt x="225051" y="353148"/>
                  </a:lnTo>
                  <a:lnTo>
                    <a:pt x="225478" y="352482"/>
                  </a:lnTo>
                  <a:lnTo>
                    <a:pt x="225678" y="352194"/>
                  </a:lnTo>
                  <a:lnTo>
                    <a:pt x="225841" y="351957"/>
                  </a:lnTo>
                  <a:lnTo>
                    <a:pt x="226092" y="351674"/>
                  </a:lnTo>
                  <a:lnTo>
                    <a:pt x="226266" y="351456"/>
                  </a:lnTo>
                  <a:lnTo>
                    <a:pt x="226746" y="350871"/>
                  </a:lnTo>
                  <a:lnTo>
                    <a:pt x="226809" y="350547"/>
                  </a:lnTo>
                  <a:lnTo>
                    <a:pt x="226876" y="350203"/>
                  </a:lnTo>
                  <a:lnTo>
                    <a:pt x="226916" y="350010"/>
                  </a:lnTo>
                  <a:lnTo>
                    <a:pt x="227003" y="349555"/>
                  </a:lnTo>
                  <a:lnTo>
                    <a:pt x="227040" y="349354"/>
                  </a:lnTo>
                  <a:lnTo>
                    <a:pt x="227092" y="349092"/>
                  </a:lnTo>
                  <a:lnTo>
                    <a:pt x="227128" y="348897"/>
                  </a:lnTo>
                  <a:lnTo>
                    <a:pt x="227183" y="348622"/>
                  </a:lnTo>
                  <a:lnTo>
                    <a:pt x="227274" y="348160"/>
                  </a:lnTo>
                  <a:lnTo>
                    <a:pt x="228169" y="348322"/>
                  </a:lnTo>
                  <a:lnTo>
                    <a:pt x="228624" y="348403"/>
                  </a:lnTo>
                  <a:lnTo>
                    <a:pt x="228988" y="348468"/>
                  </a:lnTo>
                  <a:lnTo>
                    <a:pt x="229401" y="348541"/>
                  </a:lnTo>
                  <a:lnTo>
                    <a:pt x="229604" y="348580"/>
                  </a:lnTo>
                  <a:lnTo>
                    <a:pt x="229882" y="348629"/>
                  </a:lnTo>
                  <a:lnTo>
                    <a:pt x="230274" y="348692"/>
                  </a:lnTo>
                  <a:lnTo>
                    <a:pt x="230510" y="348735"/>
                  </a:lnTo>
                  <a:lnTo>
                    <a:pt x="230652" y="348752"/>
                  </a:lnTo>
                  <a:lnTo>
                    <a:pt x="230862" y="348784"/>
                  </a:lnTo>
                  <a:lnTo>
                    <a:pt x="231001" y="348816"/>
                  </a:lnTo>
                  <a:lnTo>
                    <a:pt x="231243" y="348847"/>
                  </a:lnTo>
                  <a:lnTo>
                    <a:pt x="231423" y="348872"/>
                  </a:lnTo>
                  <a:lnTo>
                    <a:pt x="231661" y="348918"/>
                  </a:lnTo>
                  <a:lnTo>
                    <a:pt x="231803" y="348955"/>
                  </a:lnTo>
                  <a:lnTo>
                    <a:pt x="231985" y="349004"/>
                  </a:lnTo>
                  <a:lnTo>
                    <a:pt x="232129" y="349045"/>
                  </a:lnTo>
                  <a:lnTo>
                    <a:pt x="232338" y="349108"/>
                  </a:lnTo>
                  <a:lnTo>
                    <a:pt x="232531" y="349161"/>
                  </a:lnTo>
                  <a:lnTo>
                    <a:pt x="232778" y="349182"/>
                  </a:lnTo>
                  <a:lnTo>
                    <a:pt x="232958" y="349199"/>
                  </a:lnTo>
                  <a:lnTo>
                    <a:pt x="233107" y="349216"/>
                  </a:lnTo>
                  <a:lnTo>
                    <a:pt x="233370" y="349235"/>
                  </a:lnTo>
                  <a:lnTo>
                    <a:pt x="233519" y="349253"/>
                  </a:lnTo>
                  <a:lnTo>
                    <a:pt x="233680" y="349268"/>
                  </a:lnTo>
                  <a:lnTo>
                    <a:pt x="233823" y="349289"/>
                  </a:lnTo>
                  <a:lnTo>
                    <a:pt x="234021" y="349320"/>
                  </a:lnTo>
                  <a:lnTo>
                    <a:pt x="234187" y="349344"/>
                  </a:lnTo>
                  <a:lnTo>
                    <a:pt x="234401" y="349377"/>
                  </a:lnTo>
                  <a:lnTo>
                    <a:pt x="234996" y="349473"/>
                  </a:lnTo>
                  <a:lnTo>
                    <a:pt x="235158" y="349500"/>
                  </a:lnTo>
                  <a:lnTo>
                    <a:pt x="235308" y="349525"/>
                  </a:lnTo>
                  <a:lnTo>
                    <a:pt x="235441" y="349547"/>
                  </a:lnTo>
                  <a:lnTo>
                    <a:pt x="235740" y="349585"/>
                  </a:lnTo>
                  <a:lnTo>
                    <a:pt x="235920" y="349607"/>
                  </a:lnTo>
                  <a:lnTo>
                    <a:pt x="236056" y="349625"/>
                  </a:lnTo>
                  <a:lnTo>
                    <a:pt x="236212" y="349640"/>
                  </a:lnTo>
                  <a:lnTo>
                    <a:pt x="236434" y="349662"/>
                  </a:lnTo>
                  <a:lnTo>
                    <a:pt x="236991" y="349741"/>
                  </a:lnTo>
                  <a:lnTo>
                    <a:pt x="237553" y="349758"/>
                  </a:lnTo>
                  <a:lnTo>
                    <a:pt x="237681" y="349762"/>
                  </a:lnTo>
                  <a:lnTo>
                    <a:pt x="237831" y="349766"/>
                  </a:lnTo>
                  <a:lnTo>
                    <a:pt x="237979" y="349764"/>
                  </a:lnTo>
                  <a:lnTo>
                    <a:pt x="238121" y="349764"/>
                  </a:lnTo>
                  <a:lnTo>
                    <a:pt x="238486" y="349786"/>
                  </a:lnTo>
                  <a:lnTo>
                    <a:pt x="238722" y="349799"/>
                  </a:lnTo>
                  <a:lnTo>
                    <a:pt x="239134" y="349823"/>
                  </a:lnTo>
                  <a:lnTo>
                    <a:pt x="239276" y="349838"/>
                  </a:lnTo>
                  <a:lnTo>
                    <a:pt x="239426" y="349848"/>
                  </a:lnTo>
                  <a:lnTo>
                    <a:pt x="239664" y="349866"/>
                  </a:lnTo>
                  <a:lnTo>
                    <a:pt x="240134" y="349894"/>
                  </a:lnTo>
                  <a:lnTo>
                    <a:pt x="240334" y="349904"/>
                  </a:lnTo>
                  <a:lnTo>
                    <a:pt x="240681" y="349916"/>
                  </a:lnTo>
                  <a:lnTo>
                    <a:pt x="240809" y="349925"/>
                  </a:lnTo>
                  <a:lnTo>
                    <a:pt x="240978" y="349953"/>
                  </a:lnTo>
                  <a:lnTo>
                    <a:pt x="241117" y="349979"/>
                  </a:lnTo>
                  <a:lnTo>
                    <a:pt x="241302" y="349997"/>
                  </a:lnTo>
                  <a:lnTo>
                    <a:pt x="241544" y="350022"/>
                  </a:lnTo>
                  <a:lnTo>
                    <a:pt x="241706" y="350038"/>
                  </a:lnTo>
                  <a:lnTo>
                    <a:pt x="241908" y="350062"/>
                  </a:lnTo>
                  <a:lnTo>
                    <a:pt x="242115" y="350082"/>
                  </a:lnTo>
                  <a:lnTo>
                    <a:pt x="242267" y="350097"/>
                  </a:lnTo>
                  <a:lnTo>
                    <a:pt x="242443" y="350115"/>
                  </a:lnTo>
                  <a:lnTo>
                    <a:pt x="242610" y="350133"/>
                  </a:lnTo>
                  <a:lnTo>
                    <a:pt x="242809" y="350091"/>
                  </a:lnTo>
                  <a:lnTo>
                    <a:pt x="243005" y="350052"/>
                  </a:lnTo>
                  <a:lnTo>
                    <a:pt x="243211" y="350008"/>
                  </a:lnTo>
                  <a:lnTo>
                    <a:pt x="243384" y="349969"/>
                  </a:lnTo>
                  <a:lnTo>
                    <a:pt x="244202" y="349822"/>
                  </a:lnTo>
                  <a:lnTo>
                    <a:pt x="244466" y="349702"/>
                  </a:lnTo>
                  <a:lnTo>
                    <a:pt x="244707" y="349668"/>
                  </a:lnTo>
                  <a:lnTo>
                    <a:pt x="244920" y="349635"/>
                  </a:lnTo>
                  <a:lnTo>
                    <a:pt x="245235" y="349585"/>
                  </a:lnTo>
                  <a:lnTo>
                    <a:pt x="245366" y="349605"/>
                  </a:lnTo>
                  <a:lnTo>
                    <a:pt x="245498" y="349619"/>
                  </a:lnTo>
                  <a:lnTo>
                    <a:pt x="245766" y="349617"/>
                  </a:lnTo>
                  <a:lnTo>
                    <a:pt x="245943" y="349647"/>
                  </a:lnTo>
                  <a:lnTo>
                    <a:pt x="246123" y="349645"/>
                  </a:lnTo>
                  <a:lnTo>
                    <a:pt x="246293" y="349644"/>
                  </a:lnTo>
                  <a:lnTo>
                    <a:pt x="246541" y="349637"/>
                  </a:lnTo>
                  <a:lnTo>
                    <a:pt x="246713" y="349610"/>
                  </a:lnTo>
                  <a:lnTo>
                    <a:pt x="246908" y="349583"/>
                  </a:lnTo>
                  <a:lnTo>
                    <a:pt x="247763" y="349412"/>
                  </a:lnTo>
                  <a:lnTo>
                    <a:pt x="247975" y="349371"/>
                  </a:lnTo>
                  <a:lnTo>
                    <a:pt x="248115" y="349344"/>
                  </a:lnTo>
                  <a:lnTo>
                    <a:pt x="248270" y="349311"/>
                  </a:lnTo>
                  <a:lnTo>
                    <a:pt x="248431" y="349278"/>
                  </a:lnTo>
                  <a:lnTo>
                    <a:pt x="248870" y="349173"/>
                  </a:lnTo>
                  <a:lnTo>
                    <a:pt x="249022" y="349121"/>
                  </a:lnTo>
                  <a:lnTo>
                    <a:pt x="249151" y="349086"/>
                  </a:lnTo>
                  <a:lnTo>
                    <a:pt x="249426" y="349022"/>
                  </a:lnTo>
                  <a:lnTo>
                    <a:pt x="249630" y="348978"/>
                  </a:lnTo>
                  <a:lnTo>
                    <a:pt x="250075" y="348933"/>
                  </a:lnTo>
                  <a:lnTo>
                    <a:pt x="250292" y="348898"/>
                  </a:lnTo>
                  <a:lnTo>
                    <a:pt x="250444" y="348881"/>
                  </a:lnTo>
                  <a:lnTo>
                    <a:pt x="250700" y="348843"/>
                  </a:lnTo>
                  <a:lnTo>
                    <a:pt x="250844" y="348849"/>
                  </a:lnTo>
                  <a:lnTo>
                    <a:pt x="250956" y="349090"/>
                  </a:lnTo>
                  <a:lnTo>
                    <a:pt x="251024" y="349227"/>
                  </a:lnTo>
                  <a:lnTo>
                    <a:pt x="251085" y="349402"/>
                  </a:lnTo>
                  <a:lnTo>
                    <a:pt x="251153" y="349539"/>
                  </a:lnTo>
                  <a:lnTo>
                    <a:pt x="251244" y="349727"/>
                  </a:lnTo>
                  <a:lnTo>
                    <a:pt x="251325" y="349906"/>
                  </a:lnTo>
                  <a:lnTo>
                    <a:pt x="251394" y="350054"/>
                  </a:lnTo>
                  <a:lnTo>
                    <a:pt x="251474" y="350217"/>
                  </a:lnTo>
                  <a:lnTo>
                    <a:pt x="251533" y="350356"/>
                  </a:lnTo>
                  <a:lnTo>
                    <a:pt x="251590" y="350509"/>
                  </a:lnTo>
                  <a:lnTo>
                    <a:pt x="251538" y="350905"/>
                  </a:lnTo>
                  <a:lnTo>
                    <a:pt x="251517" y="351160"/>
                  </a:lnTo>
                  <a:lnTo>
                    <a:pt x="252462" y="353581"/>
                  </a:lnTo>
                  <a:lnTo>
                    <a:pt x="252474" y="353734"/>
                  </a:lnTo>
                  <a:lnTo>
                    <a:pt x="252483" y="354016"/>
                  </a:lnTo>
                  <a:lnTo>
                    <a:pt x="252545" y="354355"/>
                  </a:lnTo>
                  <a:lnTo>
                    <a:pt x="252570" y="354683"/>
                  </a:lnTo>
                  <a:lnTo>
                    <a:pt x="252579" y="354845"/>
                  </a:lnTo>
                  <a:lnTo>
                    <a:pt x="252593" y="354994"/>
                  </a:lnTo>
                  <a:lnTo>
                    <a:pt x="252658" y="355568"/>
                  </a:lnTo>
                  <a:lnTo>
                    <a:pt x="252671" y="355761"/>
                  </a:lnTo>
                  <a:lnTo>
                    <a:pt x="252694" y="355918"/>
                  </a:lnTo>
                  <a:lnTo>
                    <a:pt x="252713" y="356046"/>
                  </a:lnTo>
                  <a:lnTo>
                    <a:pt x="252744" y="356228"/>
                  </a:lnTo>
                  <a:lnTo>
                    <a:pt x="252810" y="356903"/>
                  </a:lnTo>
                  <a:lnTo>
                    <a:pt x="252859" y="357119"/>
                  </a:lnTo>
                  <a:lnTo>
                    <a:pt x="252934" y="357427"/>
                  </a:lnTo>
                  <a:lnTo>
                    <a:pt x="252979" y="357607"/>
                  </a:lnTo>
                  <a:lnTo>
                    <a:pt x="253039" y="357883"/>
                  </a:lnTo>
                  <a:lnTo>
                    <a:pt x="253145" y="358296"/>
                  </a:lnTo>
                  <a:lnTo>
                    <a:pt x="253186" y="358446"/>
                  </a:lnTo>
                  <a:lnTo>
                    <a:pt x="253240" y="358650"/>
                  </a:lnTo>
                  <a:lnTo>
                    <a:pt x="253295" y="358875"/>
                  </a:lnTo>
                  <a:lnTo>
                    <a:pt x="253335" y="359040"/>
                  </a:lnTo>
                  <a:lnTo>
                    <a:pt x="253380" y="359221"/>
                  </a:lnTo>
                  <a:lnTo>
                    <a:pt x="253425" y="359405"/>
                  </a:lnTo>
                  <a:lnTo>
                    <a:pt x="253512" y="359750"/>
                  </a:lnTo>
                  <a:lnTo>
                    <a:pt x="253562" y="359959"/>
                  </a:lnTo>
                  <a:lnTo>
                    <a:pt x="253597" y="360087"/>
                  </a:lnTo>
                  <a:lnTo>
                    <a:pt x="253631" y="360242"/>
                  </a:lnTo>
                  <a:lnTo>
                    <a:pt x="253696" y="360479"/>
                  </a:lnTo>
                  <a:lnTo>
                    <a:pt x="253794" y="360852"/>
                  </a:lnTo>
                  <a:lnTo>
                    <a:pt x="254070" y="361755"/>
                  </a:lnTo>
                  <a:lnTo>
                    <a:pt x="254117" y="361983"/>
                  </a:lnTo>
                  <a:lnTo>
                    <a:pt x="254184" y="362242"/>
                  </a:lnTo>
                  <a:lnTo>
                    <a:pt x="254218" y="362509"/>
                  </a:lnTo>
                  <a:lnTo>
                    <a:pt x="254261" y="362682"/>
                  </a:lnTo>
                  <a:lnTo>
                    <a:pt x="254334" y="362988"/>
                  </a:lnTo>
                  <a:lnTo>
                    <a:pt x="254379" y="363190"/>
                  </a:lnTo>
                  <a:lnTo>
                    <a:pt x="254608" y="364239"/>
                  </a:lnTo>
                  <a:lnTo>
                    <a:pt x="254692" y="364686"/>
                  </a:lnTo>
                  <a:lnTo>
                    <a:pt x="254769" y="364941"/>
                  </a:lnTo>
                  <a:lnTo>
                    <a:pt x="254870" y="365465"/>
                  </a:lnTo>
                  <a:lnTo>
                    <a:pt x="254918" y="365642"/>
                  </a:lnTo>
                  <a:lnTo>
                    <a:pt x="254941" y="365771"/>
                  </a:lnTo>
                  <a:lnTo>
                    <a:pt x="254973" y="365915"/>
                  </a:lnTo>
                  <a:lnTo>
                    <a:pt x="255017" y="366084"/>
                  </a:lnTo>
                  <a:lnTo>
                    <a:pt x="255052" y="366340"/>
                  </a:lnTo>
                  <a:lnTo>
                    <a:pt x="255113" y="366502"/>
                  </a:lnTo>
                  <a:lnTo>
                    <a:pt x="255237" y="366655"/>
                  </a:lnTo>
                  <a:lnTo>
                    <a:pt x="255644" y="367146"/>
                  </a:lnTo>
                  <a:lnTo>
                    <a:pt x="255870" y="367386"/>
                  </a:lnTo>
                  <a:lnTo>
                    <a:pt x="256044" y="367636"/>
                  </a:lnTo>
                  <a:lnTo>
                    <a:pt x="256158" y="367800"/>
                  </a:lnTo>
                  <a:lnTo>
                    <a:pt x="256333" y="368003"/>
                  </a:lnTo>
                  <a:lnTo>
                    <a:pt x="256676" y="368402"/>
                  </a:lnTo>
                  <a:lnTo>
                    <a:pt x="257008" y="368633"/>
                  </a:lnTo>
                  <a:lnTo>
                    <a:pt x="257302" y="368897"/>
                  </a:lnTo>
                  <a:lnTo>
                    <a:pt x="257397" y="369044"/>
                  </a:lnTo>
                  <a:lnTo>
                    <a:pt x="257637" y="369523"/>
                  </a:lnTo>
                  <a:lnTo>
                    <a:pt x="257832" y="369970"/>
                  </a:lnTo>
                  <a:lnTo>
                    <a:pt x="260393" y="373217"/>
                  </a:lnTo>
                  <a:lnTo>
                    <a:pt x="260522" y="373316"/>
                  </a:lnTo>
                  <a:lnTo>
                    <a:pt x="260671" y="373434"/>
                  </a:lnTo>
                  <a:lnTo>
                    <a:pt x="260925" y="373634"/>
                  </a:lnTo>
                  <a:lnTo>
                    <a:pt x="261115" y="373790"/>
                  </a:lnTo>
                  <a:lnTo>
                    <a:pt x="261267" y="373916"/>
                  </a:lnTo>
                  <a:lnTo>
                    <a:pt x="261411" y="374022"/>
                  </a:lnTo>
                  <a:lnTo>
                    <a:pt x="261560" y="374105"/>
                  </a:lnTo>
                  <a:lnTo>
                    <a:pt x="262144" y="374413"/>
                  </a:lnTo>
                  <a:lnTo>
                    <a:pt x="262287" y="374492"/>
                  </a:lnTo>
                  <a:lnTo>
                    <a:pt x="262603" y="374666"/>
                  </a:lnTo>
                  <a:lnTo>
                    <a:pt x="262957" y="374869"/>
                  </a:lnTo>
                  <a:lnTo>
                    <a:pt x="263084" y="374946"/>
                  </a:lnTo>
                  <a:lnTo>
                    <a:pt x="263263" y="375090"/>
                  </a:lnTo>
                  <a:lnTo>
                    <a:pt x="263689" y="375481"/>
                  </a:lnTo>
                  <a:lnTo>
                    <a:pt x="263830" y="375624"/>
                  </a:lnTo>
                  <a:lnTo>
                    <a:pt x="264143" y="375903"/>
                  </a:lnTo>
                  <a:lnTo>
                    <a:pt x="264287" y="376005"/>
                  </a:lnTo>
                  <a:lnTo>
                    <a:pt x="264498" y="376229"/>
                  </a:lnTo>
                  <a:lnTo>
                    <a:pt x="264652" y="376366"/>
                  </a:lnTo>
                  <a:lnTo>
                    <a:pt x="264843" y="376546"/>
                  </a:lnTo>
                  <a:lnTo>
                    <a:pt x="265119" y="376806"/>
                  </a:lnTo>
                  <a:lnTo>
                    <a:pt x="265280" y="376954"/>
                  </a:lnTo>
                  <a:lnTo>
                    <a:pt x="265550" y="377232"/>
                  </a:lnTo>
                  <a:lnTo>
                    <a:pt x="265721" y="377392"/>
                  </a:lnTo>
                  <a:lnTo>
                    <a:pt x="266032" y="377668"/>
                  </a:lnTo>
                  <a:lnTo>
                    <a:pt x="266649" y="378134"/>
                  </a:lnTo>
                  <a:lnTo>
                    <a:pt x="266791" y="378237"/>
                  </a:lnTo>
                  <a:lnTo>
                    <a:pt x="267101" y="378470"/>
                  </a:lnTo>
                  <a:lnTo>
                    <a:pt x="267455" y="378682"/>
                  </a:lnTo>
                  <a:lnTo>
                    <a:pt x="267889" y="378854"/>
                  </a:lnTo>
                  <a:lnTo>
                    <a:pt x="268024" y="378930"/>
                  </a:lnTo>
                  <a:lnTo>
                    <a:pt x="268309" y="379044"/>
                  </a:lnTo>
                  <a:lnTo>
                    <a:pt x="268514" y="379122"/>
                  </a:lnTo>
                  <a:lnTo>
                    <a:pt x="268785" y="379241"/>
                  </a:lnTo>
                  <a:lnTo>
                    <a:pt x="269155" y="379498"/>
                  </a:lnTo>
                  <a:lnTo>
                    <a:pt x="269593" y="379816"/>
                  </a:lnTo>
                  <a:lnTo>
                    <a:pt x="269849" y="380019"/>
                  </a:lnTo>
                  <a:lnTo>
                    <a:pt x="270058" y="380186"/>
                  </a:lnTo>
                  <a:lnTo>
                    <a:pt x="270374" y="380514"/>
                  </a:lnTo>
                  <a:lnTo>
                    <a:pt x="271014" y="380916"/>
                  </a:lnTo>
                  <a:lnTo>
                    <a:pt x="271235" y="381033"/>
                  </a:lnTo>
                  <a:lnTo>
                    <a:pt x="271407" y="381124"/>
                  </a:lnTo>
                  <a:lnTo>
                    <a:pt x="272323" y="381598"/>
                  </a:lnTo>
                  <a:lnTo>
                    <a:pt x="272474" y="381926"/>
                  </a:lnTo>
                  <a:lnTo>
                    <a:pt x="272518" y="382144"/>
                  </a:lnTo>
                  <a:lnTo>
                    <a:pt x="272577" y="382380"/>
                  </a:lnTo>
                  <a:lnTo>
                    <a:pt x="272754" y="382653"/>
                  </a:lnTo>
                  <a:lnTo>
                    <a:pt x="272863" y="382794"/>
                  </a:lnTo>
                  <a:lnTo>
                    <a:pt x="272938" y="382962"/>
                  </a:lnTo>
                  <a:lnTo>
                    <a:pt x="273082" y="383276"/>
                  </a:lnTo>
                  <a:lnTo>
                    <a:pt x="273182" y="383547"/>
                  </a:lnTo>
                  <a:lnTo>
                    <a:pt x="273289" y="383791"/>
                  </a:lnTo>
                  <a:close/>
                </a:path>
              </a:pathLst>
            </a:custGeom>
            <a:solidFill>
              <a:srgbClr val="DCEDF4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9"/>
            <p:cNvSpPr/>
            <p:nvPr/>
          </p:nvSpPr>
          <p:spPr>
            <a:xfrm>
              <a:off x="3463080" y="5424692"/>
              <a:ext cx="133701" cy="267255"/>
            </a:xfrm>
            <a:custGeom>
              <a:avLst/>
              <a:pathLst>
                <a:path w="133701" h="267255">
                  <a:moveTo>
                    <a:pt x="82294" y="257021"/>
                  </a:moveTo>
                  <a:lnTo>
                    <a:pt x="82937" y="257119"/>
                  </a:lnTo>
                  <a:lnTo>
                    <a:pt x="91212" y="258382"/>
                  </a:lnTo>
                  <a:lnTo>
                    <a:pt x="103822" y="260306"/>
                  </a:lnTo>
                  <a:lnTo>
                    <a:pt x="113975" y="261855"/>
                  </a:lnTo>
                  <a:lnTo>
                    <a:pt x="116448" y="262264"/>
                  </a:lnTo>
                  <a:lnTo>
                    <a:pt x="125241" y="207819"/>
                  </a:lnTo>
                  <a:lnTo>
                    <a:pt x="129510" y="193799"/>
                  </a:lnTo>
                  <a:lnTo>
                    <a:pt x="131198" y="188252"/>
                  </a:lnTo>
                  <a:lnTo>
                    <a:pt x="133701" y="182599"/>
                  </a:lnTo>
                  <a:lnTo>
                    <a:pt x="130753" y="173703"/>
                  </a:lnTo>
                  <a:lnTo>
                    <a:pt x="127309" y="163309"/>
                  </a:lnTo>
                  <a:lnTo>
                    <a:pt x="129676" y="160310"/>
                  </a:lnTo>
                  <a:lnTo>
                    <a:pt x="131811" y="157604"/>
                  </a:lnTo>
                  <a:lnTo>
                    <a:pt x="131833" y="157387"/>
                  </a:lnTo>
                  <a:lnTo>
                    <a:pt x="131976" y="155969"/>
                  </a:lnTo>
                  <a:lnTo>
                    <a:pt x="132843" y="147381"/>
                  </a:lnTo>
                  <a:lnTo>
                    <a:pt x="132890" y="146914"/>
                  </a:lnTo>
                  <a:lnTo>
                    <a:pt x="133496" y="140908"/>
                  </a:lnTo>
                  <a:lnTo>
                    <a:pt x="131742" y="137682"/>
                  </a:lnTo>
                  <a:lnTo>
                    <a:pt x="128720" y="127804"/>
                  </a:lnTo>
                  <a:lnTo>
                    <a:pt x="128248" y="126260"/>
                  </a:lnTo>
                  <a:lnTo>
                    <a:pt x="127359" y="123353"/>
                  </a:lnTo>
                  <a:lnTo>
                    <a:pt x="126384" y="120833"/>
                  </a:lnTo>
                  <a:lnTo>
                    <a:pt x="125535" y="118638"/>
                  </a:lnTo>
                  <a:lnTo>
                    <a:pt x="126141" y="110512"/>
                  </a:lnTo>
                  <a:lnTo>
                    <a:pt x="126038" y="109223"/>
                  </a:lnTo>
                  <a:lnTo>
                    <a:pt x="125147" y="98022"/>
                  </a:lnTo>
                  <a:lnTo>
                    <a:pt x="127309" y="94596"/>
                  </a:lnTo>
                  <a:lnTo>
                    <a:pt x="127773" y="93862"/>
                  </a:lnTo>
                  <a:lnTo>
                    <a:pt x="127826" y="93280"/>
                  </a:lnTo>
                  <a:lnTo>
                    <a:pt x="128163" y="89541"/>
                  </a:lnTo>
                  <a:lnTo>
                    <a:pt x="128231" y="88790"/>
                  </a:lnTo>
                  <a:lnTo>
                    <a:pt x="126983" y="83329"/>
                  </a:lnTo>
                  <a:lnTo>
                    <a:pt x="123956" y="80078"/>
                  </a:lnTo>
                  <a:lnTo>
                    <a:pt x="121556" y="77500"/>
                  </a:lnTo>
                  <a:lnTo>
                    <a:pt x="121458" y="76637"/>
                  </a:lnTo>
                  <a:lnTo>
                    <a:pt x="121276" y="75048"/>
                  </a:lnTo>
                  <a:lnTo>
                    <a:pt x="120885" y="71635"/>
                  </a:lnTo>
                  <a:lnTo>
                    <a:pt x="122271" y="64751"/>
                  </a:lnTo>
                  <a:lnTo>
                    <a:pt x="117957" y="62178"/>
                  </a:lnTo>
                  <a:lnTo>
                    <a:pt x="114918" y="60365"/>
                  </a:lnTo>
                  <a:lnTo>
                    <a:pt x="113756" y="59672"/>
                  </a:lnTo>
                  <a:lnTo>
                    <a:pt x="110142" y="57517"/>
                  </a:lnTo>
                  <a:lnTo>
                    <a:pt x="106057" y="52341"/>
                  </a:lnTo>
                  <a:lnTo>
                    <a:pt x="101884" y="47054"/>
                  </a:lnTo>
                  <a:lnTo>
                    <a:pt x="100586" y="41107"/>
                  </a:lnTo>
                  <a:lnTo>
                    <a:pt x="100391" y="40959"/>
                  </a:lnTo>
                  <a:lnTo>
                    <a:pt x="100093" y="40778"/>
                  </a:lnTo>
                  <a:lnTo>
                    <a:pt x="100319" y="40301"/>
                  </a:lnTo>
                  <a:lnTo>
                    <a:pt x="100188" y="40390"/>
                  </a:lnTo>
                  <a:lnTo>
                    <a:pt x="99983" y="40208"/>
                  </a:lnTo>
                  <a:lnTo>
                    <a:pt x="99740" y="39835"/>
                  </a:lnTo>
                  <a:lnTo>
                    <a:pt x="99388" y="38998"/>
                  </a:lnTo>
                  <a:lnTo>
                    <a:pt x="98798" y="39071"/>
                  </a:lnTo>
                  <a:lnTo>
                    <a:pt x="98186" y="38272"/>
                  </a:lnTo>
                  <a:lnTo>
                    <a:pt x="98152" y="38125"/>
                  </a:lnTo>
                  <a:lnTo>
                    <a:pt x="98358" y="37587"/>
                  </a:lnTo>
                  <a:lnTo>
                    <a:pt x="97449" y="36188"/>
                  </a:lnTo>
                  <a:lnTo>
                    <a:pt x="97293" y="36195"/>
                  </a:lnTo>
                  <a:lnTo>
                    <a:pt x="97000" y="36176"/>
                  </a:lnTo>
                  <a:lnTo>
                    <a:pt x="96837" y="35760"/>
                  </a:lnTo>
                  <a:lnTo>
                    <a:pt x="96798" y="35412"/>
                  </a:lnTo>
                  <a:lnTo>
                    <a:pt x="96583" y="35245"/>
                  </a:lnTo>
                  <a:lnTo>
                    <a:pt x="96577" y="34887"/>
                  </a:lnTo>
                  <a:lnTo>
                    <a:pt x="96636" y="34581"/>
                  </a:lnTo>
                  <a:lnTo>
                    <a:pt x="96566" y="33291"/>
                  </a:lnTo>
                  <a:lnTo>
                    <a:pt x="96141" y="33305"/>
                  </a:lnTo>
                  <a:lnTo>
                    <a:pt x="95964" y="32997"/>
                  </a:lnTo>
                  <a:lnTo>
                    <a:pt x="95743" y="32750"/>
                  </a:lnTo>
                  <a:lnTo>
                    <a:pt x="95624" y="32272"/>
                  </a:lnTo>
                  <a:lnTo>
                    <a:pt x="95611" y="32127"/>
                  </a:lnTo>
                  <a:lnTo>
                    <a:pt x="95564" y="31809"/>
                  </a:lnTo>
                  <a:lnTo>
                    <a:pt x="95568" y="31113"/>
                  </a:lnTo>
                  <a:lnTo>
                    <a:pt x="95591" y="30904"/>
                  </a:lnTo>
                  <a:lnTo>
                    <a:pt x="95598" y="30440"/>
                  </a:lnTo>
                  <a:lnTo>
                    <a:pt x="95174" y="19512"/>
                  </a:lnTo>
                  <a:lnTo>
                    <a:pt x="95002" y="19106"/>
                  </a:lnTo>
                  <a:lnTo>
                    <a:pt x="95084" y="18825"/>
                  </a:lnTo>
                  <a:lnTo>
                    <a:pt x="95130" y="18568"/>
                  </a:lnTo>
                  <a:lnTo>
                    <a:pt x="95229" y="18225"/>
                  </a:lnTo>
                  <a:lnTo>
                    <a:pt x="95378" y="17654"/>
                  </a:lnTo>
                  <a:lnTo>
                    <a:pt x="95454" y="17344"/>
                  </a:lnTo>
                  <a:lnTo>
                    <a:pt x="95461" y="17189"/>
                  </a:lnTo>
                  <a:lnTo>
                    <a:pt x="95661" y="16541"/>
                  </a:lnTo>
                  <a:lnTo>
                    <a:pt x="95668" y="16291"/>
                  </a:lnTo>
                  <a:lnTo>
                    <a:pt x="94601" y="7724"/>
                  </a:lnTo>
                  <a:lnTo>
                    <a:pt x="94245" y="5859"/>
                  </a:lnTo>
                  <a:lnTo>
                    <a:pt x="94123" y="5502"/>
                  </a:lnTo>
                  <a:lnTo>
                    <a:pt x="94035" y="5360"/>
                  </a:lnTo>
                  <a:lnTo>
                    <a:pt x="91916" y="2699"/>
                  </a:lnTo>
                  <a:lnTo>
                    <a:pt x="91662" y="2553"/>
                  </a:lnTo>
                  <a:lnTo>
                    <a:pt x="91454" y="2432"/>
                  </a:lnTo>
                  <a:lnTo>
                    <a:pt x="91211" y="2308"/>
                  </a:lnTo>
                  <a:lnTo>
                    <a:pt x="90854" y="2219"/>
                  </a:lnTo>
                  <a:lnTo>
                    <a:pt x="90661" y="2205"/>
                  </a:lnTo>
                  <a:lnTo>
                    <a:pt x="90283" y="2168"/>
                  </a:lnTo>
                  <a:lnTo>
                    <a:pt x="90112" y="2144"/>
                  </a:lnTo>
                  <a:lnTo>
                    <a:pt x="89909" y="2085"/>
                  </a:lnTo>
                  <a:lnTo>
                    <a:pt x="89591" y="1899"/>
                  </a:lnTo>
                  <a:lnTo>
                    <a:pt x="89109" y="1534"/>
                  </a:lnTo>
                  <a:lnTo>
                    <a:pt x="88897" y="1528"/>
                  </a:lnTo>
                  <a:lnTo>
                    <a:pt x="88543" y="1639"/>
                  </a:lnTo>
                  <a:lnTo>
                    <a:pt x="88373" y="1648"/>
                  </a:lnTo>
                  <a:lnTo>
                    <a:pt x="88240" y="1587"/>
                  </a:lnTo>
                  <a:lnTo>
                    <a:pt x="87990" y="1581"/>
                  </a:lnTo>
                  <a:lnTo>
                    <a:pt x="87838" y="1633"/>
                  </a:lnTo>
                  <a:lnTo>
                    <a:pt x="87461" y="1575"/>
                  </a:lnTo>
                  <a:lnTo>
                    <a:pt x="87286" y="1202"/>
                  </a:lnTo>
                  <a:lnTo>
                    <a:pt x="86764" y="1005"/>
                  </a:lnTo>
                  <a:lnTo>
                    <a:pt x="84326" y="682"/>
                  </a:lnTo>
                  <a:lnTo>
                    <a:pt x="83417" y="1045"/>
                  </a:lnTo>
                  <a:lnTo>
                    <a:pt x="83291" y="1450"/>
                  </a:lnTo>
                  <a:lnTo>
                    <a:pt x="83049" y="1750"/>
                  </a:lnTo>
                  <a:lnTo>
                    <a:pt x="82836" y="2167"/>
                  </a:lnTo>
                  <a:lnTo>
                    <a:pt x="82624" y="2513"/>
                  </a:lnTo>
                  <a:lnTo>
                    <a:pt x="82511" y="2345"/>
                  </a:lnTo>
                  <a:lnTo>
                    <a:pt x="82245" y="1941"/>
                  </a:lnTo>
                  <a:lnTo>
                    <a:pt x="81839" y="1577"/>
                  </a:lnTo>
                  <a:lnTo>
                    <a:pt x="81656" y="1450"/>
                  </a:lnTo>
                  <a:lnTo>
                    <a:pt x="81613" y="1173"/>
                  </a:lnTo>
                  <a:lnTo>
                    <a:pt x="81430" y="1167"/>
                  </a:lnTo>
                  <a:lnTo>
                    <a:pt x="81132" y="1160"/>
                  </a:lnTo>
                  <a:lnTo>
                    <a:pt x="80440" y="2703"/>
                  </a:lnTo>
                  <a:lnTo>
                    <a:pt x="80299" y="2652"/>
                  </a:lnTo>
                  <a:lnTo>
                    <a:pt x="79664" y="3060"/>
                  </a:lnTo>
                  <a:lnTo>
                    <a:pt x="79286" y="2811"/>
                  </a:lnTo>
                  <a:lnTo>
                    <a:pt x="79109" y="2332"/>
                  </a:lnTo>
                  <a:lnTo>
                    <a:pt x="78493" y="1752"/>
                  </a:lnTo>
                  <a:lnTo>
                    <a:pt x="78177" y="1682"/>
                  </a:lnTo>
                  <a:lnTo>
                    <a:pt x="78036" y="1627"/>
                  </a:lnTo>
                  <a:lnTo>
                    <a:pt x="77908" y="1583"/>
                  </a:lnTo>
                  <a:lnTo>
                    <a:pt x="77481" y="1364"/>
                  </a:lnTo>
                  <a:lnTo>
                    <a:pt x="77135" y="1051"/>
                  </a:lnTo>
                  <a:lnTo>
                    <a:pt x="76579" y="713"/>
                  </a:lnTo>
                  <a:lnTo>
                    <a:pt x="74979" y="1382"/>
                  </a:lnTo>
                  <a:lnTo>
                    <a:pt x="74730" y="1426"/>
                  </a:lnTo>
                  <a:lnTo>
                    <a:pt x="74557" y="1448"/>
                  </a:lnTo>
                  <a:lnTo>
                    <a:pt x="74270" y="1472"/>
                  </a:lnTo>
                  <a:lnTo>
                    <a:pt x="73462" y="1111"/>
                  </a:lnTo>
                  <a:lnTo>
                    <a:pt x="72978" y="1331"/>
                  </a:lnTo>
                  <a:lnTo>
                    <a:pt x="72351" y="1411"/>
                  </a:lnTo>
                  <a:lnTo>
                    <a:pt x="72123" y="1326"/>
                  </a:lnTo>
                  <a:lnTo>
                    <a:pt x="71990" y="1275"/>
                  </a:lnTo>
                  <a:lnTo>
                    <a:pt x="71199" y="1198"/>
                  </a:lnTo>
                  <a:lnTo>
                    <a:pt x="71081" y="1364"/>
                  </a:lnTo>
                  <a:lnTo>
                    <a:pt x="71100" y="1745"/>
                  </a:lnTo>
                  <a:lnTo>
                    <a:pt x="70963" y="1814"/>
                  </a:lnTo>
                  <a:lnTo>
                    <a:pt x="70834" y="1660"/>
                  </a:lnTo>
                  <a:lnTo>
                    <a:pt x="70371" y="1364"/>
                  </a:lnTo>
                  <a:lnTo>
                    <a:pt x="70068" y="1236"/>
                  </a:lnTo>
                  <a:lnTo>
                    <a:pt x="69561" y="963"/>
                  </a:lnTo>
                  <a:lnTo>
                    <a:pt x="69400" y="896"/>
                  </a:lnTo>
                  <a:lnTo>
                    <a:pt x="69075" y="805"/>
                  </a:lnTo>
                  <a:lnTo>
                    <a:pt x="68130" y="0"/>
                  </a:lnTo>
                  <a:lnTo>
                    <a:pt x="67061" y="90"/>
                  </a:lnTo>
                  <a:lnTo>
                    <a:pt x="66355" y="10"/>
                  </a:lnTo>
                  <a:lnTo>
                    <a:pt x="65145" y="73"/>
                  </a:lnTo>
                  <a:lnTo>
                    <a:pt x="65035" y="524"/>
                  </a:lnTo>
                  <a:lnTo>
                    <a:pt x="64951" y="732"/>
                  </a:lnTo>
                  <a:lnTo>
                    <a:pt x="64690" y="848"/>
                  </a:lnTo>
                  <a:lnTo>
                    <a:pt x="64781" y="977"/>
                  </a:lnTo>
                  <a:lnTo>
                    <a:pt x="64742" y="1142"/>
                  </a:lnTo>
                  <a:lnTo>
                    <a:pt x="64685" y="1402"/>
                  </a:lnTo>
                  <a:lnTo>
                    <a:pt x="64637" y="1718"/>
                  </a:lnTo>
                  <a:lnTo>
                    <a:pt x="64581" y="2063"/>
                  </a:lnTo>
                  <a:lnTo>
                    <a:pt x="64515" y="2350"/>
                  </a:lnTo>
                  <a:lnTo>
                    <a:pt x="64485" y="2499"/>
                  </a:lnTo>
                  <a:lnTo>
                    <a:pt x="64438" y="2649"/>
                  </a:lnTo>
                  <a:lnTo>
                    <a:pt x="64365" y="2842"/>
                  </a:lnTo>
                  <a:lnTo>
                    <a:pt x="64218" y="2983"/>
                  </a:lnTo>
                  <a:lnTo>
                    <a:pt x="63923" y="3135"/>
                  </a:lnTo>
                  <a:lnTo>
                    <a:pt x="63558" y="3258"/>
                  </a:lnTo>
                  <a:lnTo>
                    <a:pt x="62848" y="3488"/>
                  </a:lnTo>
                  <a:lnTo>
                    <a:pt x="62415" y="4024"/>
                  </a:lnTo>
                  <a:lnTo>
                    <a:pt x="61783" y="5353"/>
                  </a:lnTo>
                  <a:lnTo>
                    <a:pt x="61277" y="6452"/>
                  </a:lnTo>
                  <a:lnTo>
                    <a:pt x="60749" y="7739"/>
                  </a:lnTo>
                  <a:lnTo>
                    <a:pt x="59169" y="7435"/>
                  </a:lnTo>
                  <a:lnTo>
                    <a:pt x="58041" y="7284"/>
                  </a:lnTo>
                  <a:lnTo>
                    <a:pt x="56748" y="7117"/>
                  </a:lnTo>
                  <a:lnTo>
                    <a:pt x="55516" y="6982"/>
                  </a:lnTo>
                  <a:lnTo>
                    <a:pt x="54826" y="7095"/>
                  </a:lnTo>
                  <a:lnTo>
                    <a:pt x="54370" y="7578"/>
                  </a:lnTo>
                  <a:lnTo>
                    <a:pt x="53339" y="7766"/>
                  </a:lnTo>
                  <a:lnTo>
                    <a:pt x="52982" y="6713"/>
                  </a:lnTo>
                  <a:lnTo>
                    <a:pt x="52917" y="6549"/>
                  </a:lnTo>
                  <a:lnTo>
                    <a:pt x="52843" y="6129"/>
                  </a:lnTo>
                  <a:lnTo>
                    <a:pt x="52772" y="5877"/>
                  </a:lnTo>
                  <a:lnTo>
                    <a:pt x="52500" y="5355"/>
                  </a:lnTo>
                  <a:lnTo>
                    <a:pt x="52421" y="5166"/>
                  </a:lnTo>
                  <a:lnTo>
                    <a:pt x="52321" y="4929"/>
                  </a:lnTo>
                  <a:lnTo>
                    <a:pt x="52023" y="4265"/>
                  </a:lnTo>
                  <a:lnTo>
                    <a:pt x="51958" y="4129"/>
                  </a:lnTo>
                  <a:lnTo>
                    <a:pt x="51893" y="3995"/>
                  </a:lnTo>
                  <a:lnTo>
                    <a:pt x="51413" y="3436"/>
                  </a:lnTo>
                  <a:lnTo>
                    <a:pt x="45712" y="6188"/>
                  </a:lnTo>
                  <a:lnTo>
                    <a:pt x="45590" y="6317"/>
                  </a:lnTo>
                  <a:lnTo>
                    <a:pt x="45756" y="6668"/>
                  </a:lnTo>
                  <a:lnTo>
                    <a:pt x="45958" y="6957"/>
                  </a:lnTo>
                  <a:lnTo>
                    <a:pt x="46044" y="7187"/>
                  </a:lnTo>
                  <a:lnTo>
                    <a:pt x="45946" y="7729"/>
                  </a:lnTo>
                  <a:lnTo>
                    <a:pt x="45538" y="8033"/>
                  </a:lnTo>
                  <a:lnTo>
                    <a:pt x="45149" y="8308"/>
                  </a:lnTo>
                  <a:lnTo>
                    <a:pt x="44909" y="8486"/>
                  </a:lnTo>
                  <a:lnTo>
                    <a:pt x="44157" y="9412"/>
                  </a:lnTo>
                  <a:lnTo>
                    <a:pt x="44096" y="10482"/>
                  </a:lnTo>
                  <a:lnTo>
                    <a:pt x="44091" y="10620"/>
                  </a:lnTo>
                  <a:lnTo>
                    <a:pt x="44098" y="10756"/>
                  </a:lnTo>
                  <a:lnTo>
                    <a:pt x="44250" y="11778"/>
                  </a:lnTo>
                  <a:lnTo>
                    <a:pt x="44289" y="11909"/>
                  </a:lnTo>
                  <a:lnTo>
                    <a:pt x="44328" y="12041"/>
                  </a:lnTo>
                  <a:lnTo>
                    <a:pt x="44733" y="13387"/>
                  </a:lnTo>
                  <a:lnTo>
                    <a:pt x="44662" y="13583"/>
                  </a:lnTo>
                  <a:lnTo>
                    <a:pt x="44313" y="13689"/>
                  </a:lnTo>
                  <a:lnTo>
                    <a:pt x="43528" y="13925"/>
                  </a:lnTo>
                  <a:lnTo>
                    <a:pt x="43395" y="13964"/>
                  </a:lnTo>
                  <a:lnTo>
                    <a:pt x="43265" y="14002"/>
                  </a:lnTo>
                  <a:lnTo>
                    <a:pt x="42893" y="14126"/>
                  </a:lnTo>
                  <a:lnTo>
                    <a:pt x="42533" y="14281"/>
                  </a:lnTo>
                  <a:lnTo>
                    <a:pt x="41579" y="14838"/>
                  </a:lnTo>
                  <a:lnTo>
                    <a:pt x="41450" y="14882"/>
                  </a:lnTo>
                  <a:lnTo>
                    <a:pt x="41261" y="14951"/>
                  </a:lnTo>
                  <a:lnTo>
                    <a:pt x="41047" y="15032"/>
                  </a:lnTo>
                  <a:lnTo>
                    <a:pt x="40767" y="15132"/>
                  </a:lnTo>
                  <a:lnTo>
                    <a:pt x="40566" y="15241"/>
                  </a:lnTo>
                  <a:lnTo>
                    <a:pt x="40345" y="15302"/>
                  </a:lnTo>
                  <a:lnTo>
                    <a:pt x="40135" y="15356"/>
                  </a:lnTo>
                  <a:lnTo>
                    <a:pt x="39802" y="15423"/>
                  </a:lnTo>
                  <a:lnTo>
                    <a:pt x="39598" y="15486"/>
                  </a:lnTo>
                  <a:lnTo>
                    <a:pt x="39280" y="15610"/>
                  </a:lnTo>
                  <a:lnTo>
                    <a:pt x="39011" y="15758"/>
                  </a:lnTo>
                  <a:lnTo>
                    <a:pt x="38740" y="16053"/>
                  </a:lnTo>
                  <a:lnTo>
                    <a:pt x="38509" y="16266"/>
                  </a:lnTo>
                  <a:lnTo>
                    <a:pt x="38342" y="16454"/>
                  </a:lnTo>
                  <a:lnTo>
                    <a:pt x="37969" y="16850"/>
                  </a:lnTo>
                  <a:lnTo>
                    <a:pt x="37575" y="17037"/>
                  </a:lnTo>
                  <a:lnTo>
                    <a:pt x="37589" y="17269"/>
                  </a:lnTo>
                  <a:lnTo>
                    <a:pt x="37718" y="17912"/>
                  </a:lnTo>
                  <a:lnTo>
                    <a:pt x="37770" y="18116"/>
                  </a:lnTo>
                  <a:lnTo>
                    <a:pt x="37939" y="18736"/>
                  </a:lnTo>
                  <a:lnTo>
                    <a:pt x="37987" y="18967"/>
                  </a:lnTo>
                  <a:lnTo>
                    <a:pt x="38126" y="19891"/>
                  </a:lnTo>
                  <a:lnTo>
                    <a:pt x="38146" y="20029"/>
                  </a:lnTo>
                  <a:lnTo>
                    <a:pt x="38488" y="21893"/>
                  </a:lnTo>
                  <a:lnTo>
                    <a:pt x="37518" y="21952"/>
                  </a:lnTo>
                  <a:lnTo>
                    <a:pt x="36593" y="22042"/>
                  </a:lnTo>
                  <a:lnTo>
                    <a:pt x="35205" y="22898"/>
                  </a:lnTo>
                  <a:lnTo>
                    <a:pt x="34914" y="22878"/>
                  </a:lnTo>
                  <a:lnTo>
                    <a:pt x="34779" y="22859"/>
                  </a:lnTo>
                  <a:lnTo>
                    <a:pt x="37099" y="25685"/>
                  </a:lnTo>
                  <a:lnTo>
                    <a:pt x="38257" y="27379"/>
                  </a:lnTo>
                  <a:lnTo>
                    <a:pt x="38365" y="27566"/>
                  </a:lnTo>
                  <a:lnTo>
                    <a:pt x="38595" y="28027"/>
                  </a:lnTo>
                  <a:lnTo>
                    <a:pt x="39431" y="29676"/>
                  </a:lnTo>
                  <a:lnTo>
                    <a:pt x="39596" y="30015"/>
                  </a:lnTo>
                  <a:lnTo>
                    <a:pt x="39866" y="30501"/>
                  </a:lnTo>
                  <a:lnTo>
                    <a:pt x="40198" y="31230"/>
                  </a:lnTo>
                  <a:lnTo>
                    <a:pt x="40572" y="31979"/>
                  </a:lnTo>
                  <a:lnTo>
                    <a:pt x="40784" y="32403"/>
                  </a:lnTo>
                  <a:lnTo>
                    <a:pt x="40972" y="32777"/>
                  </a:lnTo>
                  <a:lnTo>
                    <a:pt x="41041" y="32908"/>
                  </a:lnTo>
                  <a:lnTo>
                    <a:pt x="41111" y="33040"/>
                  </a:lnTo>
                  <a:lnTo>
                    <a:pt x="41303" y="33371"/>
                  </a:lnTo>
                  <a:lnTo>
                    <a:pt x="41348" y="33524"/>
                  </a:lnTo>
                  <a:lnTo>
                    <a:pt x="41729" y="34269"/>
                  </a:lnTo>
                  <a:lnTo>
                    <a:pt x="41973" y="34705"/>
                  </a:lnTo>
                  <a:lnTo>
                    <a:pt x="42033" y="34856"/>
                  </a:lnTo>
                  <a:lnTo>
                    <a:pt x="42232" y="35217"/>
                  </a:lnTo>
                  <a:lnTo>
                    <a:pt x="42291" y="35376"/>
                  </a:lnTo>
                  <a:lnTo>
                    <a:pt x="42347" y="35510"/>
                  </a:lnTo>
                  <a:lnTo>
                    <a:pt x="42452" y="35666"/>
                  </a:lnTo>
                  <a:lnTo>
                    <a:pt x="43397" y="37159"/>
                  </a:lnTo>
                  <a:lnTo>
                    <a:pt x="43498" y="37346"/>
                  </a:lnTo>
                  <a:lnTo>
                    <a:pt x="43568" y="37474"/>
                  </a:lnTo>
                  <a:lnTo>
                    <a:pt x="43662" y="37655"/>
                  </a:lnTo>
                  <a:lnTo>
                    <a:pt x="43750" y="37808"/>
                  </a:lnTo>
                  <a:lnTo>
                    <a:pt x="43857" y="38010"/>
                  </a:lnTo>
                  <a:lnTo>
                    <a:pt x="44570" y="38827"/>
                  </a:lnTo>
                  <a:lnTo>
                    <a:pt x="44823" y="39016"/>
                  </a:lnTo>
                  <a:lnTo>
                    <a:pt x="45128" y="39327"/>
                  </a:lnTo>
                  <a:lnTo>
                    <a:pt x="45356" y="39526"/>
                  </a:lnTo>
                  <a:lnTo>
                    <a:pt x="45527" y="39676"/>
                  </a:lnTo>
                  <a:lnTo>
                    <a:pt x="45874" y="40199"/>
                  </a:lnTo>
                  <a:lnTo>
                    <a:pt x="47013" y="41608"/>
                  </a:lnTo>
                  <a:lnTo>
                    <a:pt x="47751" y="42606"/>
                  </a:lnTo>
                  <a:lnTo>
                    <a:pt x="47878" y="42781"/>
                  </a:lnTo>
                  <a:lnTo>
                    <a:pt x="48180" y="43189"/>
                  </a:lnTo>
                  <a:lnTo>
                    <a:pt x="48504" y="43514"/>
                  </a:lnTo>
                  <a:lnTo>
                    <a:pt x="48831" y="43888"/>
                  </a:lnTo>
                  <a:lnTo>
                    <a:pt x="49067" y="44410"/>
                  </a:lnTo>
                  <a:lnTo>
                    <a:pt x="49236" y="44779"/>
                  </a:lnTo>
                  <a:lnTo>
                    <a:pt x="49371" y="45058"/>
                  </a:lnTo>
                  <a:lnTo>
                    <a:pt x="49510" y="45359"/>
                  </a:lnTo>
                  <a:lnTo>
                    <a:pt x="49650" y="45662"/>
                  </a:lnTo>
                  <a:lnTo>
                    <a:pt x="49754" y="45883"/>
                  </a:lnTo>
                  <a:lnTo>
                    <a:pt x="49842" y="46041"/>
                  </a:lnTo>
                  <a:lnTo>
                    <a:pt x="49955" y="46199"/>
                  </a:lnTo>
                  <a:lnTo>
                    <a:pt x="50110" y="46470"/>
                  </a:lnTo>
                  <a:lnTo>
                    <a:pt x="50319" y="47062"/>
                  </a:lnTo>
                  <a:lnTo>
                    <a:pt x="50660" y="47800"/>
                  </a:lnTo>
                  <a:lnTo>
                    <a:pt x="50727" y="47945"/>
                  </a:lnTo>
                  <a:lnTo>
                    <a:pt x="50803" y="48092"/>
                  </a:lnTo>
                  <a:lnTo>
                    <a:pt x="50974" y="48436"/>
                  </a:lnTo>
                  <a:lnTo>
                    <a:pt x="51133" y="48763"/>
                  </a:lnTo>
                  <a:lnTo>
                    <a:pt x="51165" y="49062"/>
                  </a:lnTo>
                  <a:lnTo>
                    <a:pt x="51176" y="49274"/>
                  </a:lnTo>
                  <a:lnTo>
                    <a:pt x="51238" y="50023"/>
                  </a:lnTo>
                  <a:lnTo>
                    <a:pt x="51292" y="50280"/>
                  </a:lnTo>
                  <a:lnTo>
                    <a:pt x="51419" y="50674"/>
                  </a:lnTo>
                  <a:lnTo>
                    <a:pt x="51500" y="50862"/>
                  </a:lnTo>
                  <a:lnTo>
                    <a:pt x="51574" y="51008"/>
                  </a:lnTo>
                  <a:lnTo>
                    <a:pt x="51696" y="51259"/>
                  </a:lnTo>
                  <a:lnTo>
                    <a:pt x="51748" y="51390"/>
                  </a:lnTo>
                  <a:lnTo>
                    <a:pt x="51950" y="51701"/>
                  </a:lnTo>
                  <a:lnTo>
                    <a:pt x="52099" y="51983"/>
                  </a:lnTo>
                  <a:lnTo>
                    <a:pt x="52207" y="52209"/>
                  </a:lnTo>
                  <a:lnTo>
                    <a:pt x="52279" y="52417"/>
                  </a:lnTo>
                  <a:lnTo>
                    <a:pt x="52298" y="52553"/>
                  </a:lnTo>
                  <a:lnTo>
                    <a:pt x="52376" y="52872"/>
                  </a:lnTo>
                  <a:lnTo>
                    <a:pt x="52445" y="53244"/>
                  </a:lnTo>
                  <a:lnTo>
                    <a:pt x="52492" y="53455"/>
                  </a:lnTo>
                  <a:lnTo>
                    <a:pt x="52581" y="53862"/>
                  </a:lnTo>
                  <a:lnTo>
                    <a:pt x="52722" y="54378"/>
                  </a:lnTo>
                  <a:lnTo>
                    <a:pt x="52756" y="54554"/>
                  </a:lnTo>
                  <a:lnTo>
                    <a:pt x="52868" y="54955"/>
                  </a:lnTo>
                  <a:lnTo>
                    <a:pt x="52921" y="55084"/>
                  </a:lnTo>
                  <a:lnTo>
                    <a:pt x="53031" y="55385"/>
                  </a:lnTo>
                  <a:lnTo>
                    <a:pt x="52484" y="55540"/>
                  </a:lnTo>
                  <a:lnTo>
                    <a:pt x="52141" y="55699"/>
                  </a:lnTo>
                  <a:lnTo>
                    <a:pt x="51824" y="55882"/>
                  </a:lnTo>
                  <a:lnTo>
                    <a:pt x="51520" y="56110"/>
                  </a:lnTo>
                  <a:lnTo>
                    <a:pt x="51175" y="56271"/>
                  </a:lnTo>
                  <a:lnTo>
                    <a:pt x="50903" y="56407"/>
                  </a:lnTo>
                  <a:lnTo>
                    <a:pt x="50428" y="56583"/>
                  </a:lnTo>
                  <a:lnTo>
                    <a:pt x="49989" y="56768"/>
                  </a:lnTo>
                  <a:lnTo>
                    <a:pt x="49828" y="56778"/>
                  </a:lnTo>
                  <a:lnTo>
                    <a:pt x="49605" y="56790"/>
                  </a:lnTo>
                  <a:lnTo>
                    <a:pt x="49471" y="56815"/>
                  </a:lnTo>
                  <a:lnTo>
                    <a:pt x="49064" y="56970"/>
                  </a:lnTo>
                  <a:lnTo>
                    <a:pt x="48163" y="57234"/>
                  </a:lnTo>
                  <a:lnTo>
                    <a:pt x="47679" y="57319"/>
                  </a:lnTo>
                  <a:lnTo>
                    <a:pt x="47413" y="57522"/>
                  </a:lnTo>
                  <a:lnTo>
                    <a:pt x="47281" y="58126"/>
                  </a:lnTo>
                  <a:lnTo>
                    <a:pt x="47299" y="58275"/>
                  </a:lnTo>
                  <a:lnTo>
                    <a:pt x="47133" y="58470"/>
                  </a:lnTo>
                  <a:lnTo>
                    <a:pt x="46857" y="58562"/>
                  </a:lnTo>
                  <a:lnTo>
                    <a:pt x="46761" y="58754"/>
                  </a:lnTo>
                  <a:lnTo>
                    <a:pt x="46609" y="58797"/>
                  </a:lnTo>
                  <a:lnTo>
                    <a:pt x="46470" y="58849"/>
                  </a:lnTo>
                  <a:lnTo>
                    <a:pt x="46288" y="58916"/>
                  </a:lnTo>
                  <a:lnTo>
                    <a:pt x="45517" y="58776"/>
                  </a:lnTo>
                  <a:lnTo>
                    <a:pt x="45379" y="58756"/>
                  </a:lnTo>
                  <a:lnTo>
                    <a:pt x="45211" y="58749"/>
                  </a:lnTo>
                  <a:lnTo>
                    <a:pt x="45031" y="58737"/>
                  </a:lnTo>
                  <a:lnTo>
                    <a:pt x="44854" y="58701"/>
                  </a:lnTo>
                  <a:lnTo>
                    <a:pt x="44585" y="58578"/>
                  </a:lnTo>
                  <a:lnTo>
                    <a:pt x="44450" y="58461"/>
                  </a:lnTo>
                  <a:lnTo>
                    <a:pt x="44325" y="58283"/>
                  </a:lnTo>
                  <a:lnTo>
                    <a:pt x="44200" y="57993"/>
                  </a:lnTo>
                  <a:lnTo>
                    <a:pt x="44139" y="57744"/>
                  </a:lnTo>
                  <a:lnTo>
                    <a:pt x="44103" y="57616"/>
                  </a:lnTo>
                  <a:lnTo>
                    <a:pt x="44083" y="57476"/>
                  </a:lnTo>
                  <a:lnTo>
                    <a:pt x="44082" y="57255"/>
                  </a:lnTo>
                  <a:lnTo>
                    <a:pt x="43945" y="56412"/>
                  </a:lnTo>
                  <a:lnTo>
                    <a:pt x="43663" y="56359"/>
                  </a:lnTo>
                  <a:lnTo>
                    <a:pt x="43155" y="56240"/>
                  </a:lnTo>
                  <a:lnTo>
                    <a:pt x="42711" y="56165"/>
                  </a:lnTo>
                  <a:lnTo>
                    <a:pt x="42421" y="56117"/>
                  </a:lnTo>
                  <a:lnTo>
                    <a:pt x="42032" y="56188"/>
                  </a:lnTo>
                  <a:lnTo>
                    <a:pt x="41691" y="56306"/>
                  </a:lnTo>
                  <a:lnTo>
                    <a:pt x="41192" y="56483"/>
                  </a:lnTo>
                  <a:lnTo>
                    <a:pt x="40711" y="56332"/>
                  </a:lnTo>
                  <a:lnTo>
                    <a:pt x="40542" y="56319"/>
                  </a:lnTo>
                  <a:lnTo>
                    <a:pt x="40272" y="56243"/>
                  </a:lnTo>
                  <a:lnTo>
                    <a:pt x="40034" y="56152"/>
                  </a:lnTo>
                  <a:lnTo>
                    <a:pt x="39452" y="55916"/>
                  </a:lnTo>
                  <a:lnTo>
                    <a:pt x="39063" y="55805"/>
                  </a:lnTo>
                  <a:lnTo>
                    <a:pt x="38932" y="55766"/>
                  </a:lnTo>
                  <a:lnTo>
                    <a:pt x="38651" y="55726"/>
                  </a:lnTo>
                  <a:lnTo>
                    <a:pt x="38501" y="55735"/>
                  </a:lnTo>
                  <a:lnTo>
                    <a:pt x="38097" y="55673"/>
                  </a:lnTo>
                  <a:lnTo>
                    <a:pt x="37581" y="55676"/>
                  </a:lnTo>
                  <a:lnTo>
                    <a:pt x="37214" y="55642"/>
                  </a:lnTo>
                  <a:lnTo>
                    <a:pt x="36737" y="55572"/>
                  </a:lnTo>
                  <a:lnTo>
                    <a:pt x="36352" y="55477"/>
                  </a:lnTo>
                  <a:lnTo>
                    <a:pt x="35862" y="56062"/>
                  </a:lnTo>
                  <a:lnTo>
                    <a:pt x="35330" y="56115"/>
                  </a:lnTo>
                  <a:lnTo>
                    <a:pt x="35298" y="56321"/>
                  </a:lnTo>
                  <a:lnTo>
                    <a:pt x="35158" y="56436"/>
                  </a:lnTo>
                  <a:lnTo>
                    <a:pt x="35089" y="56675"/>
                  </a:lnTo>
                  <a:lnTo>
                    <a:pt x="35041" y="57253"/>
                  </a:lnTo>
                  <a:lnTo>
                    <a:pt x="34888" y="57969"/>
                  </a:lnTo>
                  <a:lnTo>
                    <a:pt x="31546" y="58718"/>
                  </a:lnTo>
                  <a:lnTo>
                    <a:pt x="22658" y="56649"/>
                  </a:lnTo>
                  <a:lnTo>
                    <a:pt x="17114" y="54350"/>
                  </a:lnTo>
                  <a:lnTo>
                    <a:pt x="10931" y="67178"/>
                  </a:lnTo>
                  <a:lnTo>
                    <a:pt x="11109" y="69536"/>
                  </a:lnTo>
                  <a:lnTo>
                    <a:pt x="11088" y="70013"/>
                  </a:lnTo>
                  <a:lnTo>
                    <a:pt x="10980" y="72177"/>
                  </a:lnTo>
                  <a:lnTo>
                    <a:pt x="10932" y="73127"/>
                  </a:lnTo>
                  <a:lnTo>
                    <a:pt x="10847" y="74931"/>
                  </a:lnTo>
                  <a:lnTo>
                    <a:pt x="10834" y="75226"/>
                  </a:lnTo>
                  <a:lnTo>
                    <a:pt x="10821" y="75500"/>
                  </a:lnTo>
                  <a:lnTo>
                    <a:pt x="10793" y="75760"/>
                  </a:lnTo>
                  <a:lnTo>
                    <a:pt x="10743" y="75982"/>
                  </a:lnTo>
                  <a:lnTo>
                    <a:pt x="10601" y="76619"/>
                  </a:lnTo>
                  <a:lnTo>
                    <a:pt x="10474" y="77182"/>
                  </a:lnTo>
                  <a:lnTo>
                    <a:pt x="10372" y="77637"/>
                  </a:lnTo>
                  <a:lnTo>
                    <a:pt x="10316" y="77890"/>
                  </a:lnTo>
                  <a:lnTo>
                    <a:pt x="10209" y="78366"/>
                  </a:lnTo>
                  <a:lnTo>
                    <a:pt x="9301" y="78902"/>
                  </a:lnTo>
                  <a:lnTo>
                    <a:pt x="9117" y="79497"/>
                  </a:lnTo>
                  <a:lnTo>
                    <a:pt x="9051" y="79746"/>
                  </a:lnTo>
                  <a:lnTo>
                    <a:pt x="9074" y="80057"/>
                  </a:lnTo>
                  <a:lnTo>
                    <a:pt x="9133" y="80868"/>
                  </a:lnTo>
                  <a:lnTo>
                    <a:pt x="9224" y="82113"/>
                  </a:lnTo>
                  <a:lnTo>
                    <a:pt x="9313" y="83335"/>
                  </a:lnTo>
                  <a:lnTo>
                    <a:pt x="9575" y="84393"/>
                  </a:lnTo>
                  <a:lnTo>
                    <a:pt x="9735" y="84877"/>
                  </a:lnTo>
                  <a:lnTo>
                    <a:pt x="9883" y="85326"/>
                  </a:lnTo>
                  <a:lnTo>
                    <a:pt x="10420" y="87029"/>
                  </a:lnTo>
                  <a:lnTo>
                    <a:pt x="8875" y="88765"/>
                  </a:lnTo>
                  <a:lnTo>
                    <a:pt x="8617" y="89057"/>
                  </a:lnTo>
                  <a:lnTo>
                    <a:pt x="7182" y="91619"/>
                  </a:lnTo>
                  <a:lnTo>
                    <a:pt x="6977" y="91986"/>
                  </a:lnTo>
                  <a:lnTo>
                    <a:pt x="6398" y="93004"/>
                  </a:lnTo>
                  <a:lnTo>
                    <a:pt x="6166" y="93413"/>
                  </a:lnTo>
                  <a:lnTo>
                    <a:pt x="5884" y="93908"/>
                  </a:lnTo>
                  <a:lnTo>
                    <a:pt x="6236" y="94239"/>
                  </a:lnTo>
                  <a:lnTo>
                    <a:pt x="6601" y="94582"/>
                  </a:lnTo>
                  <a:lnTo>
                    <a:pt x="8790" y="96638"/>
                  </a:lnTo>
                  <a:lnTo>
                    <a:pt x="9225" y="97434"/>
                  </a:lnTo>
                  <a:lnTo>
                    <a:pt x="9997" y="98870"/>
                  </a:lnTo>
                  <a:lnTo>
                    <a:pt x="11946" y="102500"/>
                  </a:lnTo>
                  <a:lnTo>
                    <a:pt x="12211" y="102992"/>
                  </a:lnTo>
                  <a:lnTo>
                    <a:pt x="12335" y="103223"/>
                  </a:lnTo>
                  <a:lnTo>
                    <a:pt x="12763" y="104071"/>
                  </a:lnTo>
                  <a:lnTo>
                    <a:pt x="13081" y="104700"/>
                  </a:lnTo>
                  <a:lnTo>
                    <a:pt x="13053" y="105043"/>
                  </a:lnTo>
                  <a:lnTo>
                    <a:pt x="13016" y="105501"/>
                  </a:lnTo>
                  <a:lnTo>
                    <a:pt x="12926" y="106596"/>
                  </a:lnTo>
                  <a:lnTo>
                    <a:pt x="13284" y="106925"/>
                  </a:lnTo>
                  <a:lnTo>
                    <a:pt x="13792" y="107393"/>
                  </a:lnTo>
                  <a:lnTo>
                    <a:pt x="14168" y="107739"/>
                  </a:lnTo>
                  <a:lnTo>
                    <a:pt x="14620" y="108153"/>
                  </a:lnTo>
                  <a:lnTo>
                    <a:pt x="15020" y="108520"/>
                  </a:lnTo>
                  <a:lnTo>
                    <a:pt x="15553" y="109008"/>
                  </a:lnTo>
                  <a:lnTo>
                    <a:pt x="16412" y="109795"/>
                  </a:lnTo>
                  <a:lnTo>
                    <a:pt x="16651" y="110472"/>
                  </a:lnTo>
                  <a:lnTo>
                    <a:pt x="16851" y="110671"/>
                  </a:lnTo>
                  <a:lnTo>
                    <a:pt x="17249" y="111144"/>
                  </a:lnTo>
                  <a:lnTo>
                    <a:pt x="17456" y="111491"/>
                  </a:lnTo>
                  <a:lnTo>
                    <a:pt x="17629" y="111762"/>
                  </a:lnTo>
                  <a:lnTo>
                    <a:pt x="17846" y="112009"/>
                  </a:lnTo>
                  <a:lnTo>
                    <a:pt x="18215" y="112788"/>
                  </a:lnTo>
                  <a:lnTo>
                    <a:pt x="18462" y="113104"/>
                  </a:lnTo>
                  <a:lnTo>
                    <a:pt x="18627" y="113308"/>
                  </a:lnTo>
                  <a:lnTo>
                    <a:pt x="18955" y="113649"/>
                  </a:lnTo>
                  <a:lnTo>
                    <a:pt x="19855" y="114905"/>
                  </a:lnTo>
                  <a:lnTo>
                    <a:pt x="20041" y="115093"/>
                  </a:lnTo>
                  <a:lnTo>
                    <a:pt x="20428" y="115486"/>
                  </a:lnTo>
                  <a:lnTo>
                    <a:pt x="20788" y="115852"/>
                  </a:lnTo>
                  <a:lnTo>
                    <a:pt x="20868" y="116483"/>
                  </a:lnTo>
                  <a:lnTo>
                    <a:pt x="20946" y="117058"/>
                  </a:lnTo>
                  <a:lnTo>
                    <a:pt x="20966" y="117701"/>
                  </a:lnTo>
                  <a:lnTo>
                    <a:pt x="20951" y="117848"/>
                  </a:lnTo>
                  <a:lnTo>
                    <a:pt x="20919" y="118146"/>
                  </a:lnTo>
                  <a:lnTo>
                    <a:pt x="20903" y="118299"/>
                  </a:lnTo>
                  <a:lnTo>
                    <a:pt x="20863" y="118681"/>
                  </a:lnTo>
                  <a:lnTo>
                    <a:pt x="20832" y="118990"/>
                  </a:lnTo>
                  <a:lnTo>
                    <a:pt x="20819" y="119133"/>
                  </a:lnTo>
                  <a:lnTo>
                    <a:pt x="20793" y="119395"/>
                  </a:lnTo>
                  <a:lnTo>
                    <a:pt x="20811" y="119537"/>
                  </a:lnTo>
                  <a:lnTo>
                    <a:pt x="20831" y="119682"/>
                  </a:lnTo>
                  <a:lnTo>
                    <a:pt x="20871" y="119983"/>
                  </a:lnTo>
                  <a:lnTo>
                    <a:pt x="20903" y="120210"/>
                  </a:lnTo>
                  <a:lnTo>
                    <a:pt x="20925" y="120361"/>
                  </a:lnTo>
                  <a:lnTo>
                    <a:pt x="20948" y="120512"/>
                  </a:lnTo>
                  <a:lnTo>
                    <a:pt x="20984" y="120762"/>
                  </a:lnTo>
                  <a:lnTo>
                    <a:pt x="21070" y="121105"/>
                  </a:lnTo>
                  <a:lnTo>
                    <a:pt x="21041" y="122315"/>
                  </a:lnTo>
                  <a:lnTo>
                    <a:pt x="21036" y="122464"/>
                  </a:lnTo>
                  <a:lnTo>
                    <a:pt x="21026" y="122623"/>
                  </a:lnTo>
                  <a:lnTo>
                    <a:pt x="21084" y="122757"/>
                  </a:lnTo>
                  <a:lnTo>
                    <a:pt x="21120" y="122945"/>
                  </a:lnTo>
                  <a:lnTo>
                    <a:pt x="21152" y="123073"/>
                  </a:lnTo>
                  <a:lnTo>
                    <a:pt x="21211" y="123452"/>
                  </a:lnTo>
                  <a:lnTo>
                    <a:pt x="21173" y="123604"/>
                  </a:lnTo>
                  <a:lnTo>
                    <a:pt x="21113" y="123888"/>
                  </a:lnTo>
                  <a:lnTo>
                    <a:pt x="21133" y="124025"/>
                  </a:lnTo>
                  <a:lnTo>
                    <a:pt x="21186" y="124241"/>
                  </a:lnTo>
                  <a:lnTo>
                    <a:pt x="21228" y="124387"/>
                  </a:lnTo>
                  <a:lnTo>
                    <a:pt x="21280" y="124556"/>
                  </a:lnTo>
                  <a:lnTo>
                    <a:pt x="21320" y="124769"/>
                  </a:lnTo>
                  <a:lnTo>
                    <a:pt x="20331" y="125204"/>
                  </a:lnTo>
                  <a:lnTo>
                    <a:pt x="20198" y="125253"/>
                  </a:lnTo>
                  <a:lnTo>
                    <a:pt x="19901" y="125372"/>
                  </a:lnTo>
                  <a:lnTo>
                    <a:pt x="19595" y="125508"/>
                  </a:lnTo>
                  <a:lnTo>
                    <a:pt x="19368" y="125636"/>
                  </a:lnTo>
                  <a:lnTo>
                    <a:pt x="18985" y="125813"/>
                  </a:lnTo>
                  <a:lnTo>
                    <a:pt x="18691" y="125925"/>
                  </a:lnTo>
                  <a:lnTo>
                    <a:pt x="18297" y="126144"/>
                  </a:lnTo>
                  <a:lnTo>
                    <a:pt x="18572" y="126544"/>
                  </a:lnTo>
                  <a:lnTo>
                    <a:pt x="18804" y="126834"/>
                  </a:lnTo>
                  <a:lnTo>
                    <a:pt x="18945" y="127013"/>
                  </a:lnTo>
                  <a:lnTo>
                    <a:pt x="19043" y="127196"/>
                  </a:lnTo>
                  <a:lnTo>
                    <a:pt x="19206" y="127601"/>
                  </a:lnTo>
                  <a:lnTo>
                    <a:pt x="19280" y="127853"/>
                  </a:lnTo>
                  <a:lnTo>
                    <a:pt x="19405" y="128277"/>
                  </a:lnTo>
                  <a:lnTo>
                    <a:pt x="19481" y="128530"/>
                  </a:lnTo>
                  <a:lnTo>
                    <a:pt x="19588" y="128901"/>
                  </a:lnTo>
                  <a:lnTo>
                    <a:pt x="19684" y="129135"/>
                  </a:lnTo>
                  <a:lnTo>
                    <a:pt x="20045" y="129763"/>
                  </a:lnTo>
                  <a:lnTo>
                    <a:pt x="20470" y="130459"/>
                  </a:lnTo>
                  <a:lnTo>
                    <a:pt x="20930" y="131230"/>
                  </a:lnTo>
                  <a:lnTo>
                    <a:pt x="21763" y="132635"/>
                  </a:lnTo>
                  <a:lnTo>
                    <a:pt x="22155" y="133759"/>
                  </a:lnTo>
                  <a:lnTo>
                    <a:pt x="22303" y="134183"/>
                  </a:lnTo>
                  <a:lnTo>
                    <a:pt x="22617" y="135475"/>
                  </a:lnTo>
                  <a:lnTo>
                    <a:pt x="23059" y="137058"/>
                  </a:lnTo>
                  <a:lnTo>
                    <a:pt x="23064" y="137323"/>
                  </a:lnTo>
                  <a:lnTo>
                    <a:pt x="21307" y="139391"/>
                  </a:lnTo>
                  <a:lnTo>
                    <a:pt x="18754" y="139808"/>
                  </a:lnTo>
                  <a:lnTo>
                    <a:pt x="16651" y="140438"/>
                  </a:lnTo>
                  <a:lnTo>
                    <a:pt x="16474" y="140311"/>
                  </a:lnTo>
                  <a:lnTo>
                    <a:pt x="16171" y="140273"/>
                  </a:lnTo>
                  <a:lnTo>
                    <a:pt x="16032" y="140432"/>
                  </a:lnTo>
                  <a:lnTo>
                    <a:pt x="15128" y="140403"/>
                  </a:lnTo>
                  <a:lnTo>
                    <a:pt x="14870" y="140391"/>
                  </a:lnTo>
                  <a:lnTo>
                    <a:pt x="14734" y="140378"/>
                  </a:lnTo>
                  <a:lnTo>
                    <a:pt x="13812" y="140307"/>
                  </a:lnTo>
                  <a:lnTo>
                    <a:pt x="13324" y="140301"/>
                  </a:lnTo>
                  <a:lnTo>
                    <a:pt x="13002" y="140694"/>
                  </a:lnTo>
                  <a:lnTo>
                    <a:pt x="12774" y="140966"/>
                  </a:lnTo>
                  <a:lnTo>
                    <a:pt x="12459" y="141343"/>
                  </a:lnTo>
                  <a:lnTo>
                    <a:pt x="12331" y="142083"/>
                  </a:lnTo>
                  <a:lnTo>
                    <a:pt x="12532" y="142253"/>
                  </a:lnTo>
                  <a:lnTo>
                    <a:pt x="12568" y="142615"/>
                  </a:lnTo>
                  <a:lnTo>
                    <a:pt x="12583" y="143155"/>
                  </a:lnTo>
                  <a:lnTo>
                    <a:pt x="12586" y="143524"/>
                  </a:lnTo>
                  <a:lnTo>
                    <a:pt x="12591" y="144211"/>
                  </a:lnTo>
                  <a:lnTo>
                    <a:pt x="12592" y="144461"/>
                  </a:lnTo>
                  <a:lnTo>
                    <a:pt x="12591" y="144673"/>
                  </a:lnTo>
                  <a:lnTo>
                    <a:pt x="12585" y="144828"/>
                  </a:lnTo>
                  <a:lnTo>
                    <a:pt x="12580" y="144973"/>
                  </a:lnTo>
                  <a:lnTo>
                    <a:pt x="12572" y="145268"/>
                  </a:lnTo>
                  <a:lnTo>
                    <a:pt x="12569" y="145454"/>
                  </a:lnTo>
                  <a:lnTo>
                    <a:pt x="12558" y="145975"/>
                  </a:lnTo>
                  <a:lnTo>
                    <a:pt x="12552" y="146254"/>
                  </a:lnTo>
                  <a:lnTo>
                    <a:pt x="12548" y="146490"/>
                  </a:lnTo>
                  <a:lnTo>
                    <a:pt x="12546" y="146688"/>
                  </a:lnTo>
                  <a:lnTo>
                    <a:pt x="12480" y="147181"/>
                  </a:lnTo>
                  <a:lnTo>
                    <a:pt x="12411" y="147377"/>
                  </a:lnTo>
                  <a:lnTo>
                    <a:pt x="12298" y="147577"/>
                  </a:lnTo>
                  <a:lnTo>
                    <a:pt x="12216" y="147731"/>
                  </a:lnTo>
                  <a:lnTo>
                    <a:pt x="12022" y="148118"/>
                  </a:lnTo>
                  <a:lnTo>
                    <a:pt x="11914" y="148278"/>
                  </a:lnTo>
                  <a:lnTo>
                    <a:pt x="11760" y="148512"/>
                  </a:lnTo>
                  <a:lnTo>
                    <a:pt x="11296" y="149373"/>
                  </a:lnTo>
                  <a:lnTo>
                    <a:pt x="11120" y="149699"/>
                  </a:lnTo>
                  <a:lnTo>
                    <a:pt x="11009" y="149913"/>
                  </a:lnTo>
                  <a:lnTo>
                    <a:pt x="11264" y="150198"/>
                  </a:lnTo>
                  <a:lnTo>
                    <a:pt x="11506" y="150470"/>
                  </a:lnTo>
                  <a:lnTo>
                    <a:pt x="11765" y="150758"/>
                  </a:lnTo>
                  <a:lnTo>
                    <a:pt x="12202" y="151257"/>
                  </a:lnTo>
                  <a:lnTo>
                    <a:pt x="13642" y="153487"/>
                  </a:lnTo>
                  <a:lnTo>
                    <a:pt x="13986" y="154032"/>
                  </a:lnTo>
                  <a:lnTo>
                    <a:pt x="14152" y="154285"/>
                  </a:lnTo>
                  <a:lnTo>
                    <a:pt x="14383" y="154598"/>
                  </a:lnTo>
                  <a:lnTo>
                    <a:pt x="14727" y="155382"/>
                  </a:lnTo>
                  <a:lnTo>
                    <a:pt x="14761" y="155625"/>
                  </a:lnTo>
                  <a:lnTo>
                    <a:pt x="14787" y="155817"/>
                  </a:lnTo>
                  <a:lnTo>
                    <a:pt x="14979" y="156661"/>
                  </a:lnTo>
                  <a:lnTo>
                    <a:pt x="15048" y="157009"/>
                  </a:lnTo>
                  <a:lnTo>
                    <a:pt x="15122" y="157446"/>
                  </a:lnTo>
                  <a:lnTo>
                    <a:pt x="15325" y="158343"/>
                  </a:lnTo>
                  <a:lnTo>
                    <a:pt x="15391" y="158528"/>
                  </a:lnTo>
                  <a:lnTo>
                    <a:pt x="15460" y="158733"/>
                  </a:lnTo>
                  <a:lnTo>
                    <a:pt x="15493" y="159111"/>
                  </a:lnTo>
                  <a:lnTo>
                    <a:pt x="15340" y="159968"/>
                  </a:lnTo>
                  <a:lnTo>
                    <a:pt x="15094" y="160735"/>
                  </a:lnTo>
                  <a:lnTo>
                    <a:pt x="15058" y="160900"/>
                  </a:lnTo>
                  <a:lnTo>
                    <a:pt x="15009" y="161035"/>
                  </a:lnTo>
                  <a:lnTo>
                    <a:pt x="14998" y="161178"/>
                  </a:lnTo>
                  <a:lnTo>
                    <a:pt x="14945" y="161333"/>
                  </a:lnTo>
                  <a:lnTo>
                    <a:pt x="14927" y="161620"/>
                  </a:lnTo>
                  <a:lnTo>
                    <a:pt x="14913" y="162218"/>
                  </a:lnTo>
                  <a:lnTo>
                    <a:pt x="14777" y="163088"/>
                  </a:lnTo>
                  <a:lnTo>
                    <a:pt x="14729" y="163302"/>
                  </a:lnTo>
                  <a:lnTo>
                    <a:pt x="14639" y="163726"/>
                  </a:lnTo>
                  <a:lnTo>
                    <a:pt x="14454" y="164525"/>
                  </a:lnTo>
                  <a:lnTo>
                    <a:pt x="14329" y="165006"/>
                  </a:lnTo>
                  <a:lnTo>
                    <a:pt x="14271" y="165196"/>
                  </a:lnTo>
                  <a:lnTo>
                    <a:pt x="14250" y="165327"/>
                  </a:lnTo>
                  <a:lnTo>
                    <a:pt x="13710" y="166231"/>
                  </a:lnTo>
                  <a:lnTo>
                    <a:pt x="12810" y="166255"/>
                  </a:lnTo>
                  <a:lnTo>
                    <a:pt x="12552" y="166248"/>
                  </a:lnTo>
                  <a:lnTo>
                    <a:pt x="12339" y="166223"/>
                  </a:lnTo>
                  <a:lnTo>
                    <a:pt x="12521" y="167050"/>
                  </a:lnTo>
                  <a:lnTo>
                    <a:pt x="12566" y="167544"/>
                  </a:lnTo>
                  <a:lnTo>
                    <a:pt x="12560" y="167678"/>
                  </a:lnTo>
                  <a:lnTo>
                    <a:pt x="12554" y="167845"/>
                  </a:lnTo>
                  <a:lnTo>
                    <a:pt x="12584" y="168076"/>
                  </a:lnTo>
                  <a:lnTo>
                    <a:pt x="12622" y="168374"/>
                  </a:lnTo>
                  <a:lnTo>
                    <a:pt x="12643" y="168597"/>
                  </a:lnTo>
                  <a:lnTo>
                    <a:pt x="12658" y="168847"/>
                  </a:lnTo>
                  <a:lnTo>
                    <a:pt x="12596" y="169230"/>
                  </a:lnTo>
                  <a:lnTo>
                    <a:pt x="12469" y="169594"/>
                  </a:lnTo>
                  <a:lnTo>
                    <a:pt x="12295" y="170161"/>
                  </a:lnTo>
                  <a:lnTo>
                    <a:pt x="12333" y="170304"/>
                  </a:lnTo>
                  <a:lnTo>
                    <a:pt x="12047" y="171059"/>
                  </a:lnTo>
                  <a:lnTo>
                    <a:pt x="12052" y="173044"/>
                  </a:lnTo>
                  <a:lnTo>
                    <a:pt x="12023" y="173255"/>
                  </a:lnTo>
                  <a:lnTo>
                    <a:pt x="11842" y="174264"/>
                  </a:lnTo>
                  <a:lnTo>
                    <a:pt x="10687" y="175718"/>
                  </a:lnTo>
                  <a:lnTo>
                    <a:pt x="10122" y="175085"/>
                  </a:lnTo>
                  <a:lnTo>
                    <a:pt x="9964" y="174886"/>
                  </a:lnTo>
                  <a:lnTo>
                    <a:pt x="9853" y="174619"/>
                  </a:lnTo>
                  <a:lnTo>
                    <a:pt x="9581" y="174592"/>
                  </a:lnTo>
                  <a:lnTo>
                    <a:pt x="9225" y="174750"/>
                  </a:lnTo>
                  <a:lnTo>
                    <a:pt x="9031" y="174823"/>
                  </a:lnTo>
                  <a:lnTo>
                    <a:pt x="8525" y="175092"/>
                  </a:lnTo>
                  <a:lnTo>
                    <a:pt x="8402" y="175285"/>
                  </a:lnTo>
                  <a:lnTo>
                    <a:pt x="8277" y="175502"/>
                  </a:lnTo>
                  <a:lnTo>
                    <a:pt x="8158" y="175760"/>
                  </a:lnTo>
                  <a:lnTo>
                    <a:pt x="8101" y="175956"/>
                  </a:lnTo>
                  <a:lnTo>
                    <a:pt x="7839" y="176257"/>
                  </a:lnTo>
                  <a:lnTo>
                    <a:pt x="7780" y="176816"/>
                  </a:lnTo>
                  <a:lnTo>
                    <a:pt x="8906" y="177208"/>
                  </a:lnTo>
                  <a:lnTo>
                    <a:pt x="9139" y="177434"/>
                  </a:lnTo>
                  <a:lnTo>
                    <a:pt x="9225" y="177609"/>
                  </a:lnTo>
                  <a:lnTo>
                    <a:pt x="10947" y="180158"/>
                  </a:lnTo>
                  <a:lnTo>
                    <a:pt x="10627" y="183035"/>
                  </a:lnTo>
                  <a:lnTo>
                    <a:pt x="10153" y="187304"/>
                  </a:lnTo>
                  <a:lnTo>
                    <a:pt x="3276" y="177620"/>
                  </a:lnTo>
                  <a:lnTo>
                    <a:pt x="2662" y="182731"/>
                  </a:lnTo>
                  <a:lnTo>
                    <a:pt x="254" y="183051"/>
                  </a:lnTo>
                  <a:lnTo>
                    <a:pt x="0" y="185585"/>
                  </a:lnTo>
                  <a:lnTo>
                    <a:pt x="37" y="186125"/>
                  </a:lnTo>
                  <a:lnTo>
                    <a:pt x="205" y="188740"/>
                  </a:lnTo>
                  <a:lnTo>
                    <a:pt x="276" y="189727"/>
                  </a:lnTo>
                  <a:lnTo>
                    <a:pt x="322" y="190359"/>
                  </a:lnTo>
                  <a:lnTo>
                    <a:pt x="612" y="194578"/>
                  </a:lnTo>
                  <a:lnTo>
                    <a:pt x="1277" y="204257"/>
                  </a:lnTo>
                  <a:lnTo>
                    <a:pt x="2210" y="215019"/>
                  </a:lnTo>
                  <a:lnTo>
                    <a:pt x="23975" y="267255"/>
                  </a:lnTo>
                  <a:lnTo>
                    <a:pt x="26766" y="266090"/>
                  </a:lnTo>
                  <a:lnTo>
                    <a:pt x="29313" y="265027"/>
                  </a:lnTo>
                  <a:lnTo>
                    <a:pt x="31069" y="264294"/>
                  </a:lnTo>
                  <a:lnTo>
                    <a:pt x="37642" y="261551"/>
                  </a:lnTo>
                  <a:lnTo>
                    <a:pt x="39857" y="260626"/>
                  </a:lnTo>
                  <a:lnTo>
                    <a:pt x="42583" y="260117"/>
                  </a:lnTo>
                  <a:lnTo>
                    <a:pt x="48594" y="258993"/>
                  </a:lnTo>
                  <a:lnTo>
                    <a:pt x="51187" y="258509"/>
                  </a:lnTo>
                  <a:lnTo>
                    <a:pt x="58199" y="257198"/>
                  </a:lnTo>
                  <a:lnTo>
                    <a:pt x="66633" y="255621"/>
                  </a:lnTo>
                  <a:lnTo>
                    <a:pt x="68248" y="255295"/>
                  </a:lnTo>
                  <a:lnTo>
                    <a:pt x="69374" y="255050"/>
                  </a:lnTo>
                  <a:lnTo>
                    <a:pt x="71510" y="255376"/>
                  </a:lnTo>
                  <a:lnTo>
                    <a:pt x="73683" y="255708"/>
                  </a:lnTo>
                  <a:close/>
                </a:path>
              </a:pathLst>
            </a:custGeom>
            <a:solidFill>
              <a:srgbClr val="A3BAC5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10"/>
            <p:cNvSpPr/>
            <p:nvPr/>
          </p:nvSpPr>
          <p:spPr>
            <a:xfrm>
              <a:off x="3589648" y="5298386"/>
              <a:ext cx="62950" cy="94236"/>
            </a:xfrm>
            <a:custGeom>
              <a:avLst/>
              <a:pathLst>
                <a:path w="62950" h="94236">
                  <a:moveTo>
                    <a:pt x="36128" y="88867"/>
                  </a:moveTo>
                  <a:lnTo>
                    <a:pt x="36420" y="88976"/>
                  </a:lnTo>
                  <a:lnTo>
                    <a:pt x="37248" y="89501"/>
                  </a:lnTo>
                  <a:lnTo>
                    <a:pt x="37915" y="89760"/>
                  </a:lnTo>
                  <a:lnTo>
                    <a:pt x="38177" y="89842"/>
                  </a:lnTo>
                  <a:lnTo>
                    <a:pt x="38779" y="89942"/>
                  </a:lnTo>
                  <a:lnTo>
                    <a:pt x="40275" y="89480"/>
                  </a:lnTo>
                  <a:lnTo>
                    <a:pt x="41442" y="90404"/>
                  </a:lnTo>
                  <a:lnTo>
                    <a:pt x="41552" y="91188"/>
                  </a:lnTo>
                  <a:lnTo>
                    <a:pt x="41594" y="91327"/>
                  </a:lnTo>
                  <a:lnTo>
                    <a:pt x="41656" y="91531"/>
                  </a:lnTo>
                  <a:lnTo>
                    <a:pt x="42037" y="91597"/>
                  </a:lnTo>
                  <a:lnTo>
                    <a:pt x="42193" y="91624"/>
                  </a:lnTo>
                  <a:lnTo>
                    <a:pt x="42380" y="91656"/>
                  </a:lnTo>
                  <a:lnTo>
                    <a:pt x="42636" y="91700"/>
                  </a:lnTo>
                  <a:lnTo>
                    <a:pt x="43065" y="91774"/>
                  </a:lnTo>
                  <a:lnTo>
                    <a:pt x="43274" y="91811"/>
                  </a:lnTo>
                  <a:lnTo>
                    <a:pt x="45060" y="92261"/>
                  </a:lnTo>
                  <a:lnTo>
                    <a:pt x="45722" y="92229"/>
                  </a:lnTo>
                  <a:lnTo>
                    <a:pt x="45704" y="92465"/>
                  </a:lnTo>
                  <a:lnTo>
                    <a:pt x="45691" y="92594"/>
                  </a:lnTo>
                  <a:lnTo>
                    <a:pt x="45710" y="92754"/>
                  </a:lnTo>
                  <a:lnTo>
                    <a:pt x="45782" y="93047"/>
                  </a:lnTo>
                  <a:lnTo>
                    <a:pt x="46349" y="93981"/>
                  </a:lnTo>
                  <a:lnTo>
                    <a:pt x="46745" y="94236"/>
                  </a:lnTo>
                  <a:lnTo>
                    <a:pt x="47216" y="94186"/>
                  </a:lnTo>
                  <a:lnTo>
                    <a:pt x="47721" y="93831"/>
                  </a:lnTo>
                  <a:lnTo>
                    <a:pt x="48326" y="93491"/>
                  </a:lnTo>
                  <a:lnTo>
                    <a:pt x="48468" y="93493"/>
                  </a:lnTo>
                  <a:lnTo>
                    <a:pt x="48663" y="93509"/>
                  </a:lnTo>
                  <a:lnTo>
                    <a:pt x="50664" y="93850"/>
                  </a:lnTo>
                  <a:lnTo>
                    <a:pt x="51075" y="93095"/>
                  </a:lnTo>
                  <a:lnTo>
                    <a:pt x="51398" y="92962"/>
                  </a:lnTo>
                  <a:lnTo>
                    <a:pt x="51810" y="92654"/>
                  </a:lnTo>
                  <a:lnTo>
                    <a:pt x="51915" y="92514"/>
                  </a:lnTo>
                  <a:lnTo>
                    <a:pt x="52094" y="92257"/>
                  </a:lnTo>
                  <a:lnTo>
                    <a:pt x="52270" y="92159"/>
                  </a:lnTo>
                  <a:lnTo>
                    <a:pt x="52336" y="91806"/>
                  </a:lnTo>
                  <a:lnTo>
                    <a:pt x="53046" y="91124"/>
                  </a:lnTo>
                  <a:lnTo>
                    <a:pt x="53273" y="90476"/>
                  </a:lnTo>
                  <a:lnTo>
                    <a:pt x="53488" y="90340"/>
                  </a:lnTo>
                  <a:lnTo>
                    <a:pt x="54237" y="90121"/>
                  </a:lnTo>
                  <a:lnTo>
                    <a:pt x="56425" y="89676"/>
                  </a:lnTo>
                  <a:lnTo>
                    <a:pt x="57975" y="89386"/>
                  </a:lnTo>
                  <a:lnTo>
                    <a:pt x="58876" y="88612"/>
                  </a:lnTo>
                  <a:lnTo>
                    <a:pt x="58812" y="88183"/>
                  </a:lnTo>
                  <a:lnTo>
                    <a:pt x="58746" y="87827"/>
                  </a:lnTo>
                  <a:lnTo>
                    <a:pt x="58476" y="87326"/>
                  </a:lnTo>
                  <a:lnTo>
                    <a:pt x="57681" y="84853"/>
                  </a:lnTo>
                  <a:lnTo>
                    <a:pt x="57576" y="84526"/>
                  </a:lnTo>
                  <a:lnTo>
                    <a:pt x="57101" y="82847"/>
                  </a:lnTo>
                  <a:lnTo>
                    <a:pt x="56909" y="82363"/>
                  </a:lnTo>
                  <a:lnTo>
                    <a:pt x="55930" y="80489"/>
                  </a:lnTo>
                  <a:lnTo>
                    <a:pt x="55585" y="79148"/>
                  </a:lnTo>
                  <a:lnTo>
                    <a:pt x="55533" y="78799"/>
                  </a:lnTo>
                  <a:lnTo>
                    <a:pt x="55363" y="77673"/>
                  </a:lnTo>
                  <a:lnTo>
                    <a:pt x="55846" y="76173"/>
                  </a:lnTo>
                  <a:lnTo>
                    <a:pt x="55809" y="75511"/>
                  </a:lnTo>
                  <a:lnTo>
                    <a:pt x="55759" y="74592"/>
                  </a:lnTo>
                  <a:lnTo>
                    <a:pt x="55694" y="73414"/>
                  </a:lnTo>
                  <a:lnTo>
                    <a:pt x="55946" y="72466"/>
                  </a:lnTo>
                  <a:lnTo>
                    <a:pt x="56442" y="70091"/>
                  </a:lnTo>
                  <a:lnTo>
                    <a:pt x="56571" y="69079"/>
                  </a:lnTo>
                  <a:lnTo>
                    <a:pt x="57441" y="65087"/>
                  </a:lnTo>
                  <a:lnTo>
                    <a:pt x="57542" y="64656"/>
                  </a:lnTo>
                  <a:lnTo>
                    <a:pt x="58158" y="62651"/>
                  </a:lnTo>
                  <a:lnTo>
                    <a:pt x="58209" y="62417"/>
                  </a:lnTo>
                  <a:lnTo>
                    <a:pt x="58337" y="62128"/>
                  </a:lnTo>
                  <a:lnTo>
                    <a:pt x="58380" y="61785"/>
                  </a:lnTo>
                  <a:lnTo>
                    <a:pt x="58746" y="61065"/>
                  </a:lnTo>
                  <a:lnTo>
                    <a:pt x="58932" y="60699"/>
                  </a:lnTo>
                  <a:lnTo>
                    <a:pt x="59047" y="60549"/>
                  </a:lnTo>
                  <a:lnTo>
                    <a:pt x="59327" y="60160"/>
                  </a:lnTo>
                  <a:lnTo>
                    <a:pt x="59817" y="59259"/>
                  </a:lnTo>
                  <a:lnTo>
                    <a:pt x="60013" y="59051"/>
                  </a:lnTo>
                  <a:lnTo>
                    <a:pt x="62160" y="57260"/>
                  </a:lnTo>
                  <a:lnTo>
                    <a:pt x="62623" y="55874"/>
                  </a:lnTo>
                  <a:lnTo>
                    <a:pt x="62950" y="55489"/>
                  </a:lnTo>
                  <a:lnTo>
                    <a:pt x="62511" y="54887"/>
                  </a:lnTo>
                  <a:lnTo>
                    <a:pt x="61672" y="53617"/>
                  </a:lnTo>
                  <a:lnTo>
                    <a:pt x="61492" y="52821"/>
                  </a:lnTo>
                  <a:lnTo>
                    <a:pt x="61293" y="51838"/>
                  </a:lnTo>
                  <a:lnTo>
                    <a:pt x="61222" y="51583"/>
                  </a:lnTo>
                  <a:lnTo>
                    <a:pt x="61250" y="51405"/>
                  </a:lnTo>
                  <a:lnTo>
                    <a:pt x="61345" y="51207"/>
                  </a:lnTo>
                  <a:lnTo>
                    <a:pt x="61426" y="50880"/>
                  </a:lnTo>
                  <a:lnTo>
                    <a:pt x="61418" y="50712"/>
                  </a:lnTo>
                  <a:lnTo>
                    <a:pt x="61429" y="50468"/>
                  </a:lnTo>
                  <a:lnTo>
                    <a:pt x="61444" y="50304"/>
                  </a:lnTo>
                  <a:lnTo>
                    <a:pt x="61447" y="50098"/>
                  </a:lnTo>
                  <a:lnTo>
                    <a:pt x="61421" y="49897"/>
                  </a:lnTo>
                  <a:lnTo>
                    <a:pt x="61417" y="49734"/>
                  </a:lnTo>
                  <a:lnTo>
                    <a:pt x="61366" y="49491"/>
                  </a:lnTo>
                  <a:lnTo>
                    <a:pt x="61192" y="49006"/>
                  </a:lnTo>
                  <a:lnTo>
                    <a:pt x="61107" y="48724"/>
                  </a:lnTo>
                  <a:lnTo>
                    <a:pt x="60961" y="48397"/>
                  </a:lnTo>
                  <a:lnTo>
                    <a:pt x="60251" y="46654"/>
                  </a:lnTo>
                  <a:lnTo>
                    <a:pt x="60170" y="46317"/>
                  </a:lnTo>
                  <a:lnTo>
                    <a:pt x="59981" y="45620"/>
                  </a:lnTo>
                  <a:lnTo>
                    <a:pt x="59627" y="45474"/>
                  </a:lnTo>
                  <a:lnTo>
                    <a:pt x="59466" y="45436"/>
                  </a:lnTo>
                  <a:lnTo>
                    <a:pt x="58883" y="45324"/>
                  </a:lnTo>
                  <a:lnTo>
                    <a:pt x="57767" y="46442"/>
                  </a:lnTo>
                  <a:lnTo>
                    <a:pt x="57466" y="46466"/>
                  </a:lnTo>
                  <a:lnTo>
                    <a:pt x="57129" y="46296"/>
                  </a:lnTo>
                  <a:lnTo>
                    <a:pt x="56902" y="46336"/>
                  </a:lnTo>
                  <a:lnTo>
                    <a:pt x="56107" y="46338"/>
                  </a:lnTo>
                  <a:lnTo>
                    <a:pt x="55322" y="46154"/>
                  </a:lnTo>
                  <a:lnTo>
                    <a:pt x="55095" y="45996"/>
                  </a:lnTo>
                  <a:lnTo>
                    <a:pt x="54890" y="45806"/>
                  </a:lnTo>
                  <a:lnTo>
                    <a:pt x="54708" y="45658"/>
                  </a:lnTo>
                  <a:lnTo>
                    <a:pt x="54554" y="45514"/>
                  </a:lnTo>
                  <a:lnTo>
                    <a:pt x="53900" y="45000"/>
                  </a:lnTo>
                  <a:lnTo>
                    <a:pt x="53708" y="44940"/>
                  </a:lnTo>
                  <a:lnTo>
                    <a:pt x="53575" y="44882"/>
                  </a:lnTo>
                  <a:lnTo>
                    <a:pt x="53229" y="44704"/>
                  </a:lnTo>
                  <a:lnTo>
                    <a:pt x="52425" y="43427"/>
                  </a:lnTo>
                  <a:lnTo>
                    <a:pt x="52243" y="43255"/>
                  </a:lnTo>
                  <a:lnTo>
                    <a:pt x="51919" y="42984"/>
                  </a:lnTo>
                  <a:lnTo>
                    <a:pt x="50292" y="40906"/>
                  </a:lnTo>
                  <a:lnTo>
                    <a:pt x="49638" y="40008"/>
                  </a:lnTo>
                  <a:lnTo>
                    <a:pt x="47875" y="38884"/>
                  </a:lnTo>
                  <a:lnTo>
                    <a:pt x="47872" y="38684"/>
                  </a:lnTo>
                  <a:lnTo>
                    <a:pt x="47814" y="38503"/>
                  </a:lnTo>
                  <a:lnTo>
                    <a:pt x="47826" y="38246"/>
                  </a:lnTo>
                  <a:lnTo>
                    <a:pt x="47716" y="37962"/>
                  </a:lnTo>
                  <a:lnTo>
                    <a:pt x="47341" y="36471"/>
                  </a:lnTo>
                  <a:lnTo>
                    <a:pt x="47325" y="35530"/>
                  </a:lnTo>
                  <a:lnTo>
                    <a:pt x="47026" y="34725"/>
                  </a:lnTo>
                  <a:lnTo>
                    <a:pt x="46950" y="34540"/>
                  </a:lnTo>
                  <a:lnTo>
                    <a:pt x="46911" y="34025"/>
                  </a:lnTo>
                  <a:lnTo>
                    <a:pt x="44825" y="31869"/>
                  </a:lnTo>
                  <a:lnTo>
                    <a:pt x="44910" y="29930"/>
                  </a:lnTo>
                  <a:lnTo>
                    <a:pt x="45301" y="29490"/>
                  </a:lnTo>
                  <a:lnTo>
                    <a:pt x="45633" y="28747"/>
                  </a:lnTo>
                  <a:lnTo>
                    <a:pt x="45586" y="28575"/>
                  </a:lnTo>
                  <a:lnTo>
                    <a:pt x="45644" y="28351"/>
                  </a:lnTo>
                  <a:lnTo>
                    <a:pt x="45726" y="28081"/>
                  </a:lnTo>
                  <a:lnTo>
                    <a:pt x="45783" y="27864"/>
                  </a:lnTo>
                  <a:lnTo>
                    <a:pt x="45801" y="27649"/>
                  </a:lnTo>
                  <a:lnTo>
                    <a:pt x="45841" y="24029"/>
                  </a:lnTo>
                  <a:lnTo>
                    <a:pt x="46181" y="22911"/>
                  </a:lnTo>
                  <a:lnTo>
                    <a:pt x="46122" y="21619"/>
                  </a:lnTo>
                  <a:lnTo>
                    <a:pt x="42790" y="20910"/>
                  </a:lnTo>
                  <a:lnTo>
                    <a:pt x="42643" y="20851"/>
                  </a:lnTo>
                  <a:lnTo>
                    <a:pt x="42513" y="20815"/>
                  </a:lnTo>
                  <a:lnTo>
                    <a:pt x="42361" y="20783"/>
                  </a:lnTo>
                  <a:lnTo>
                    <a:pt x="42199" y="20757"/>
                  </a:lnTo>
                  <a:lnTo>
                    <a:pt x="41379" y="18900"/>
                  </a:lnTo>
                  <a:lnTo>
                    <a:pt x="40490" y="16259"/>
                  </a:lnTo>
                  <a:lnTo>
                    <a:pt x="40407" y="15889"/>
                  </a:lnTo>
                  <a:lnTo>
                    <a:pt x="40292" y="15544"/>
                  </a:lnTo>
                  <a:lnTo>
                    <a:pt x="39653" y="14156"/>
                  </a:lnTo>
                  <a:lnTo>
                    <a:pt x="39605" y="13868"/>
                  </a:lnTo>
                  <a:lnTo>
                    <a:pt x="39474" y="13372"/>
                  </a:lnTo>
                  <a:lnTo>
                    <a:pt x="39406" y="13148"/>
                  </a:lnTo>
                  <a:lnTo>
                    <a:pt x="38101" y="11370"/>
                  </a:lnTo>
                  <a:lnTo>
                    <a:pt x="37937" y="11319"/>
                  </a:lnTo>
                  <a:lnTo>
                    <a:pt x="37880" y="11119"/>
                  </a:lnTo>
                  <a:lnTo>
                    <a:pt x="37881" y="10896"/>
                  </a:lnTo>
                  <a:lnTo>
                    <a:pt x="37924" y="10661"/>
                  </a:lnTo>
                  <a:lnTo>
                    <a:pt x="38014" y="10122"/>
                  </a:lnTo>
                  <a:lnTo>
                    <a:pt x="38119" y="9794"/>
                  </a:lnTo>
                  <a:lnTo>
                    <a:pt x="38306" y="9485"/>
                  </a:lnTo>
                  <a:lnTo>
                    <a:pt x="38858" y="8906"/>
                  </a:lnTo>
                  <a:lnTo>
                    <a:pt x="39251" y="8509"/>
                  </a:lnTo>
                  <a:lnTo>
                    <a:pt x="39390" y="8367"/>
                  </a:lnTo>
                  <a:lnTo>
                    <a:pt x="39873" y="7569"/>
                  </a:lnTo>
                  <a:lnTo>
                    <a:pt x="39664" y="7409"/>
                  </a:lnTo>
                  <a:lnTo>
                    <a:pt x="38642" y="6609"/>
                  </a:lnTo>
                  <a:lnTo>
                    <a:pt x="38442" y="6450"/>
                  </a:lnTo>
                  <a:lnTo>
                    <a:pt x="37813" y="5929"/>
                  </a:lnTo>
                  <a:lnTo>
                    <a:pt x="37790" y="5710"/>
                  </a:lnTo>
                  <a:lnTo>
                    <a:pt x="37773" y="5554"/>
                  </a:lnTo>
                  <a:lnTo>
                    <a:pt x="36497" y="4136"/>
                  </a:lnTo>
                  <a:lnTo>
                    <a:pt x="36276" y="3908"/>
                  </a:lnTo>
                  <a:lnTo>
                    <a:pt x="36061" y="3787"/>
                  </a:lnTo>
                  <a:lnTo>
                    <a:pt x="35739" y="3755"/>
                  </a:lnTo>
                  <a:lnTo>
                    <a:pt x="35460" y="3781"/>
                  </a:lnTo>
                  <a:lnTo>
                    <a:pt x="35156" y="3920"/>
                  </a:lnTo>
                  <a:lnTo>
                    <a:pt x="35097" y="4071"/>
                  </a:lnTo>
                  <a:lnTo>
                    <a:pt x="35030" y="4283"/>
                  </a:lnTo>
                  <a:lnTo>
                    <a:pt x="34818" y="4368"/>
                  </a:lnTo>
                  <a:lnTo>
                    <a:pt x="34521" y="4559"/>
                  </a:lnTo>
                  <a:lnTo>
                    <a:pt x="32462" y="5175"/>
                  </a:lnTo>
                  <a:lnTo>
                    <a:pt x="32078" y="5260"/>
                  </a:lnTo>
                  <a:lnTo>
                    <a:pt x="31705" y="5280"/>
                  </a:lnTo>
                  <a:lnTo>
                    <a:pt x="31059" y="4732"/>
                  </a:lnTo>
                  <a:lnTo>
                    <a:pt x="31105" y="4581"/>
                  </a:lnTo>
                  <a:lnTo>
                    <a:pt x="31243" y="4262"/>
                  </a:lnTo>
                  <a:lnTo>
                    <a:pt x="31274" y="3907"/>
                  </a:lnTo>
                  <a:lnTo>
                    <a:pt x="31221" y="3600"/>
                  </a:lnTo>
                  <a:lnTo>
                    <a:pt x="29862" y="2927"/>
                  </a:lnTo>
                  <a:lnTo>
                    <a:pt x="29596" y="2665"/>
                  </a:lnTo>
                  <a:lnTo>
                    <a:pt x="27966" y="1017"/>
                  </a:lnTo>
                  <a:lnTo>
                    <a:pt x="23289" y="895"/>
                  </a:lnTo>
                  <a:lnTo>
                    <a:pt x="22576" y="707"/>
                  </a:lnTo>
                  <a:lnTo>
                    <a:pt x="21722" y="543"/>
                  </a:lnTo>
                  <a:lnTo>
                    <a:pt x="19328" y="0"/>
                  </a:lnTo>
                  <a:lnTo>
                    <a:pt x="18126" y="70"/>
                  </a:lnTo>
                  <a:lnTo>
                    <a:pt x="17970" y="94"/>
                  </a:lnTo>
                  <a:lnTo>
                    <a:pt x="17192" y="212"/>
                  </a:lnTo>
                  <a:lnTo>
                    <a:pt x="17022" y="638"/>
                  </a:lnTo>
                  <a:lnTo>
                    <a:pt x="16564" y="933"/>
                  </a:lnTo>
                  <a:lnTo>
                    <a:pt x="16364" y="1121"/>
                  </a:lnTo>
                  <a:lnTo>
                    <a:pt x="16164" y="1308"/>
                  </a:lnTo>
                  <a:lnTo>
                    <a:pt x="15862" y="1588"/>
                  </a:lnTo>
                  <a:lnTo>
                    <a:pt x="15560" y="1871"/>
                  </a:lnTo>
                  <a:lnTo>
                    <a:pt x="15261" y="2146"/>
                  </a:lnTo>
                  <a:lnTo>
                    <a:pt x="14858" y="2521"/>
                  </a:lnTo>
                  <a:lnTo>
                    <a:pt x="14459" y="2894"/>
                  </a:lnTo>
                  <a:lnTo>
                    <a:pt x="14055" y="3270"/>
                  </a:lnTo>
                  <a:lnTo>
                    <a:pt x="13653" y="3643"/>
                  </a:lnTo>
                  <a:lnTo>
                    <a:pt x="13155" y="4109"/>
                  </a:lnTo>
                  <a:lnTo>
                    <a:pt x="12730" y="4504"/>
                  </a:lnTo>
                  <a:lnTo>
                    <a:pt x="12518" y="4852"/>
                  </a:lnTo>
                  <a:lnTo>
                    <a:pt x="12625" y="5108"/>
                  </a:lnTo>
                  <a:lnTo>
                    <a:pt x="12722" y="5344"/>
                  </a:lnTo>
                  <a:lnTo>
                    <a:pt x="12793" y="5535"/>
                  </a:lnTo>
                  <a:lnTo>
                    <a:pt x="12926" y="5835"/>
                  </a:lnTo>
                  <a:lnTo>
                    <a:pt x="13029" y="6064"/>
                  </a:lnTo>
                  <a:lnTo>
                    <a:pt x="13128" y="6281"/>
                  </a:lnTo>
                  <a:lnTo>
                    <a:pt x="13241" y="6532"/>
                  </a:lnTo>
                  <a:lnTo>
                    <a:pt x="13355" y="6784"/>
                  </a:lnTo>
                  <a:lnTo>
                    <a:pt x="13486" y="7075"/>
                  </a:lnTo>
                  <a:lnTo>
                    <a:pt x="13733" y="7644"/>
                  </a:lnTo>
                  <a:lnTo>
                    <a:pt x="13780" y="7775"/>
                  </a:lnTo>
                  <a:lnTo>
                    <a:pt x="13869" y="8033"/>
                  </a:lnTo>
                  <a:lnTo>
                    <a:pt x="13956" y="8292"/>
                  </a:lnTo>
                  <a:lnTo>
                    <a:pt x="14092" y="8677"/>
                  </a:lnTo>
                  <a:lnTo>
                    <a:pt x="14228" y="9065"/>
                  </a:lnTo>
                  <a:lnTo>
                    <a:pt x="14420" y="9668"/>
                  </a:lnTo>
                  <a:lnTo>
                    <a:pt x="14474" y="9938"/>
                  </a:lnTo>
                  <a:lnTo>
                    <a:pt x="14527" y="10204"/>
                  </a:lnTo>
                  <a:lnTo>
                    <a:pt x="14609" y="10608"/>
                  </a:lnTo>
                  <a:lnTo>
                    <a:pt x="14690" y="11010"/>
                  </a:lnTo>
                  <a:lnTo>
                    <a:pt x="14768" y="11395"/>
                  </a:lnTo>
                  <a:lnTo>
                    <a:pt x="14722" y="11692"/>
                  </a:lnTo>
                  <a:lnTo>
                    <a:pt x="14695" y="11901"/>
                  </a:lnTo>
                  <a:lnTo>
                    <a:pt x="14686" y="12056"/>
                  </a:lnTo>
                  <a:lnTo>
                    <a:pt x="14676" y="12293"/>
                  </a:lnTo>
                  <a:lnTo>
                    <a:pt x="14668" y="12582"/>
                  </a:lnTo>
                  <a:lnTo>
                    <a:pt x="14663" y="12718"/>
                  </a:lnTo>
                  <a:lnTo>
                    <a:pt x="14655" y="12993"/>
                  </a:lnTo>
                  <a:lnTo>
                    <a:pt x="14641" y="13403"/>
                  </a:lnTo>
                  <a:lnTo>
                    <a:pt x="14636" y="13858"/>
                  </a:lnTo>
                  <a:lnTo>
                    <a:pt x="14640" y="13990"/>
                  </a:lnTo>
                  <a:lnTo>
                    <a:pt x="14644" y="14265"/>
                  </a:lnTo>
                  <a:lnTo>
                    <a:pt x="14675" y="14691"/>
                  </a:lnTo>
                  <a:lnTo>
                    <a:pt x="14766" y="14948"/>
                  </a:lnTo>
                  <a:lnTo>
                    <a:pt x="14833" y="15140"/>
                  </a:lnTo>
                  <a:lnTo>
                    <a:pt x="14917" y="15382"/>
                  </a:lnTo>
                  <a:lnTo>
                    <a:pt x="15006" y="15643"/>
                  </a:lnTo>
                  <a:lnTo>
                    <a:pt x="15138" y="16028"/>
                  </a:lnTo>
                  <a:lnTo>
                    <a:pt x="15186" y="16159"/>
                  </a:lnTo>
                  <a:lnTo>
                    <a:pt x="14995" y="16171"/>
                  </a:lnTo>
                  <a:lnTo>
                    <a:pt x="14862" y="16177"/>
                  </a:lnTo>
                  <a:lnTo>
                    <a:pt x="14724" y="16186"/>
                  </a:lnTo>
                  <a:lnTo>
                    <a:pt x="14454" y="16201"/>
                  </a:lnTo>
                  <a:lnTo>
                    <a:pt x="14183" y="16216"/>
                  </a:lnTo>
                  <a:lnTo>
                    <a:pt x="13910" y="16232"/>
                  </a:lnTo>
                  <a:lnTo>
                    <a:pt x="13634" y="16249"/>
                  </a:lnTo>
                  <a:lnTo>
                    <a:pt x="13361" y="16265"/>
                  </a:lnTo>
                  <a:lnTo>
                    <a:pt x="13088" y="16280"/>
                  </a:lnTo>
                  <a:lnTo>
                    <a:pt x="12960" y="16289"/>
                  </a:lnTo>
                  <a:lnTo>
                    <a:pt x="12817" y="16309"/>
                  </a:lnTo>
                  <a:lnTo>
                    <a:pt x="12651" y="16496"/>
                  </a:lnTo>
                  <a:lnTo>
                    <a:pt x="12466" y="16704"/>
                  </a:lnTo>
                  <a:lnTo>
                    <a:pt x="12282" y="16910"/>
                  </a:lnTo>
                  <a:lnTo>
                    <a:pt x="12009" y="17217"/>
                  </a:lnTo>
                  <a:lnTo>
                    <a:pt x="11738" y="17525"/>
                  </a:lnTo>
                  <a:lnTo>
                    <a:pt x="11469" y="17825"/>
                  </a:lnTo>
                  <a:lnTo>
                    <a:pt x="11287" y="18031"/>
                  </a:lnTo>
                  <a:lnTo>
                    <a:pt x="11073" y="18271"/>
                  </a:lnTo>
                  <a:lnTo>
                    <a:pt x="10891" y="18476"/>
                  </a:lnTo>
                  <a:lnTo>
                    <a:pt x="10708" y="18681"/>
                  </a:lnTo>
                  <a:lnTo>
                    <a:pt x="10527" y="18888"/>
                  </a:lnTo>
                  <a:lnTo>
                    <a:pt x="10341" y="19095"/>
                  </a:lnTo>
                  <a:lnTo>
                    <a:pt x="10155" y="19304"/>
                  </a:lnTo>
                  <a:lnTo>
                    <a:pt x="9973" y="19507"/>
                  </a:lnTo>
                  <a:lnTo>
                    <a:pt x="9699" y="19816"/>
                  </a:lnTo>
                  <a:lnTo>
                    <a:pt x="9516" y="20022"/>
                  </a:lnTo>
                  <a:lnTo>
                    <a:pt x="9334" y="20225"/>
                  </a:lnTo>
                  <a:lnTo>
                    <a:pt x="9148" y="20432"/>
                  </a:lnTo>
                  <a:lnTo>
                    <a:pt x="8967" y="20635"/>
                  </a:lnTo>
                  <a:lnTo>
                    <a:pt x="8689" y="20946"/>
                  </a:lnTo>
                  <a:lnTo>
                    <a:pt x="8504" y="21154"/>
                  </a:lnTo>
                  <a:lnTo>
                    <a:pt x="8320" y="21360"/>
                  </a:lnTo>
                  <a:lnTo>
                    <a:pt x="8126" y="21579"/>
                  </a:lnTo>
                  <a:lnTo>
                    <a:pt x="7850" y="21887"/>
                  </a:lnTo>
                  <a:lnTo>
                    <a:pt x="7663" y="22099"/>
                  </a:lnTo>
                  <a:lnTo>
                    <a:pt x="7447" y="22337"/>
                  </a:lnTo>
                  <a:lnTo>
                    <a:pt x="7261" y="22552"/>
                  </a:lnTo>
                  <a:lnTo>
                    <a:pt x="6986" y="22859"/>
                  </a:lnTo>
                  <a:lnTo>
                    <a:pt x="6802" y="23067"/>
                  </a:lnTo>
                  <a:lnTo>
                    <a:pt x="6617" y="23272"/>
                  </a:lnTo>
                  <a:lnTo>
                    <a:pt x="6342" y="23576"/>
                  </a:lnTo>
                  <a:lnTo>
                    <a:pt x="6159" y="23783"/>
                  </a:lnTo>
                  <a:lnTo>
                    <a:pt x="5989" y="23973"/>
                  </a:lnTo>
                  <a:lnTo>
                    <a:pt x="5818" y="24168"/>
                  </a:lnTo>
                  <a:lnTo>
                    <a:pt x="5633" y="24377"/>
                  </a:lnTo>
                  <a:lnTo>
                    <a:pt x="5445" y="24584"/>
                  </a:lnTo>
                  <a:lnTo>
                    <a:pt x="5170" y="24893"/>
                  </a:lnTo>
                  <a:lnTo>
                    <a:pt x="4987" y="25098"/>
                  </a:lnTo>
                  <a:lnTo>
                    <a:pt x="4714" y="25404"/>
                  </a:lnTo>
                  <a:lnTo>
                    <a:pt x="4439" y="25710"/>
                  </a:lnTo>
                  <a:lnTo>
                    <a:pt x="4165" y="26020"/>
                  </a:lnTo>
                  <a:lnTo>
                    <a:pt x="3795" y="26434"/>
                  </a:lnTo>
                  <a:lnTo>
                    <a:pt x="3333" y="26954"/>
                  </a:lnTo>
                  <a:lnTo>
                    <a:pt x="2898" y="27444"/>
                  </a:lnTo>
                  <a:lnTo>
                    <a:pt x="2441" y="27953"/>
                  </a:lnTo>
                  <a:lnTo>
                    <a:pt x="1800" y="28674"/>
                  </a:lnTo>
                  <a:lnTo>
                    <a:pt x="1338" y="29191"/>
                  </a:lnTo>
                  <a:lnTo>
                    <a:pt x="1064" y="29500"/>
                  </a:lnTo>
                  <a:lnTo>
                    <a:pt x="828" y="29764"/>
                  </a:lnTo>
                  <a:lnTo>
                    <a:pt x="650" y="29962"/>
                  </a:lnTo>
                  <a:lnTo>
                    <a:pt x="191" y="30482"/>
                  </a:lnTo>
                  <a:lnTo>
                    <a:pt x="0" y="33953"/>
                  </a:lnTo>
                  <a:lnTo>
                    <a:pt x="1065" y="35344"/>
                  </a:lnTo>
                  <a:lnTo>
                    <a:pt x="2298" y="37177"/>
                  </a:lnTo>
                  <a:lnTo>
                    <a:pt x="2517" y="37465"/>
                  </a:lnTo>
                  <a:lnTo>
                    <a:pt x="2892" y="37390"/>
                  </a:lnTo>
                  <a:lnTo>
                    <a:pt x="3363" y="37302"/>
                  </a:lnTo>
                  <a:lnTo>
                    <a:pt x="4035" y="37475"/>
                  </a:lnTo>
                  <a:lnTo>
                    <a:pt x="5059" y="37411"/>
                  </a:lnTo>
                  <a:lnTo>
                    <a:pt x="5284" y="37556"/>
                  </a:lnTo>
                  <a:lnTo>
                    <a:pt x="5623" y="37763"/>
                  </a:lnTo>
                  <a:lnTo>
                    <a:pt x="5908" y="37936"/>
                  </a:lnTo>
                  <a:lnTo>
                    <a:pt x="6162" y="38223"/>
                  </a:lnTo>
                  <a:lnTo>
                    <a:pt x="6239" y="38653"/>
                  </a:lnTo>
                  <a:lnTo>
                    <a:pt x="6473" y="39110"/>
                  </a:lnTo>
                  <a:lnTo>
                    <a:pt x="6777" y="39363"/>
                  </a:lnTo>
                  <a:lnTo>
                    <a:pt x="7230" y="39121"/>
                  </a:lnTo>
                  <a:lnTo>
                    <a:pt x="7348" y="38982"/>
                  </a:lnTo>
                  <a:lnTo>
                    <a:pt x="7936" y="38663"/>
                  </a:lnTo>
                  <a:lnTo>
                    <a:pt x="8082" y="38996"/>
                  </a:lnTo>
                  <a:lnTo>
                    <a:pt x="8287" y="39394"/>
                  </a:lnTo>
                  <a:lnTo>
                    <a:pt x="14267" y="44599"/>
                  </a:lnTo>
                  <a:lnTo>
                    <a:pt x="15151" y="44769"/>
                  </a:lnTo>
                  <a:lnTo>
                    <a:pt x="15277" y="44958"/>
                  </a:lnTo>
                  <a:lnTo>
                    <a:pt x="15604" y="45449"/>
                  </a:lnTo>
                  <a:lnTo>
                    <a:pt x="16131" y="46567"/>
                  </a:lnTo>
                  <a:lnTo>
                    <a:pt x="16242" y="47092"/>
                  </a:lnTo>
                  <a:lnTo>
                    <a:pt x="16385" y="47769"/>
                  </a:lnTo>
                  <a:lnTo>
                    <a:pt x="16587" y="47999"/>
                  </a:lnTo>
                  <a:lnTo>
                    <a:pt x="16856" y="48889"/>
                  </a:lnTo>
                  <a:lnTo>
                    <a:pt x="17564" y="49929"/>
                  </a:lnTo>
                  <a:lnTo>
                    <a:pt x="17782" y="50545"/>
                  </a:lnTo>
                  <a:lnTo>
                    <a:pt x="17660" y="50718"/>
                  </a:lnTo>
                  <a:lnTo>
                    <a:pt x="17862" y="51489"/>
                  </a:lnTo>
                  <a:lnTo>
                    <a:pt x="18036" y="51783"/>
                  </a:lnTo>
                  <a:lnTo>
                    <a:pt x="18040" y="52284"/>
                  </a:lnTo>
                  <a:lnTo>
                    <a:pt x="18117" y="52727"/>
                  </a:lnTo>
                  <a:lnTo>
                    <a:pt x="18175" y="53242"/>
                  </a:lnTo>
                  <a:lnTo>
                    <a:pt x="18169" y="53441"/>
                  </a:lnTo>
                  <a:lnTo>
                    <a:pt x="18167" y="53848"/>
                  </a:lnTo>
                  <a:lnTo>
                    <a:pt x="17627" y="55922"/>
                  </a:lnTo>
                  <a:lnTo>
                    <a:pt x="17765" y="56187"/>
                  </a:lnTo>
                  <a:lnTo>
                    <a:pt x="17853" y="56658"/>
                  </a:lnTo>
                  <a:lnTo>
                    <a:pt x="17708" y="56881"/>
                  </a:lnTo>
                  <a:lnTo>
                    <a:pt x="17399" y="57630"/>
                  </a:lnTo>
                  <a:lnTo>
                    <a:pt x="17016" y="57966"/>
                  </a:lnTo>
                  <a:lnTo>
                    <a:pt x="16536" y="58269"/>
                  </a:lnTo>
                  <a:lnTo>
                    <a:pt x="16520" y="58799"/>
                  </a:lnTo>
                  <a:lnTo>
                    <a:pt x="16545" y="59260"/>
                  </a:lnTo>
                  <a:lnTo>
                    <a:pt x="16265" y="59938"/>
                  </a:lnTo>
                  <a:lnTo>
                    <a:pt x="18300" y="63089"/>
                  </a:lnTo>
                  <a:lnTo>
                    <a:pt x="18417" y="63527"/>
                  </a:lnTo>
                  <a:lnTo>
                    <a:pt x="18469" y="63719"/>
                  </a:lnTo>
                  <a:lnTo>
                    <a:pt x="18980" y="64014"/>
                  </a:lnTo>
                  <a:lnTo>
                    <a:pt x="19190" y="64135"/>
                  </a:lnTo>
                  <a:lnTo>
                    <a:pt x="19423" y="65808"/>
                  </a:lnTo>
                  <a:lnTo>
                    <a:pt x="19491" y="66295"/>
                  </a:lnTo>
                  <a:lnTo>
                    <a:pt x="19776" y="68334"/>
                  </a:lnTo>
                  <a:lnTo>
                    <a:pt x="19795" y="68470"/>
                  </a:lnTo>
                  <a:lnTo>
                    <a:pt x="19816" y="68620"/>
                  </a:lnTo>
                  <a:lnTo>
                    <a:pt x="20191" y="71305"/>
                  </a:lnTo>
                  <a:lnTo>
                    <a:pt x="20585" y="71554"/>
                  </a:lnTo>
                  <a:lnTo>
                    <a:pt x="24426" y="73993"/>
                  </a:lnTo>
                  <a:lnTo>
                    <a:pt x="27859" y="74012"/>
                  </a:lnTo>
                  <a:lnTo>
                    <a:pt x="28587" y="74017"/>
                  </a:lnTo>
                  <a:lnTo>
                    <a:pt x="29752" y="74023"/>
                  </a:lnTo>
                  <a:lnTo>
                    <a:pt x="30431" y="74027"/>
                  </a:lnTo>
                  <a:lnTo>
                    <a:pt x="30485" y="74533"/>
                  </a:lnTo>
                  <a:lnTo>
                    <a:pt x="31126" y="80518"/>
                  </a:lnTo>
                  <a:lnTo>
                    <a:pt x="31145" y="80697"/>
                  </a:lnTo>
                  <a:lnTo>
                    <a:pt x="31225" y="81448"/>
                  </a:lnTo>
                  <a:lnTo>
                    <a:pt x="31345" y="82563"/>
                  </a:lnTo>
                  <a:lnTo>
                    <a:pt x="31450" y="83548"/>
                  </a:lnTo>
                  <a:lnTo>
                    <a:pt x="31592" y="84870"/>
                  </a:lnTo>
                  <a:lnTo>
                    <a:pt x="33936" y="87511"/>
                  </a:lnTo>
                  <a:lnTo>
                    <a:pt x="34374" y="87817"/>
                  </a:lnTo>
                  <a:lnTo>
                    <a:pt x="34668" y="88344"/>
                  </a:lnTo>
                  <a:lnTo>
                    <a:pt x="35128" y="89271"/>
                  </a:lnTo>
                  <a:close/>
                </a:path>
              </a:pathLst>
            </a:custGeom>
            <a:solidFill>
              <a:srgbClr val="325969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11"/>
            <p:cNvSpPr/>
            <p:nvPr/>
          </p:nvSpPr>
          <p:spPr>
            <a:xfrm>
              <a:off x="2891821" y="4235983"/>
              <a:ext cx="605389" cy="501777"/>
            </a:xfrm>
            <a:custGeom>
              <a:avLst/>
              <a:pathLst>
                <a:path w="605389" h="501777">
                  <a:moveTo>
                    <a:pt x="177511" y="484133"/>
                  </a:moveTo>
                  <a:lnTo>
                    <a:pt x="177958" y="484768"/>
                  </a:lnTo>
                  <a:lnTo>
                    <a:pt x="178299" y="485105"/>
                  </a:lnTo>
                  <a:lnTo>
                    <a:pt x="178495" y="485382"/>
                  </a:lnTo>
                  <a:lnTo>
                    <a:pt x="178879" y="485647"/>
                  </a:lnTo>
                  <a:lnTo>
                    <a:pt x="179042" y="485917"/>
                  </a:lnTo>
                  <a:lnTo>
                    <a:pt x="179365" y="486449"/>
                  </a:lnTo>
                  <a:lnTo>
                    <a:pt x="179563" y="486782"/>
                  </a:lnTo>
                  <a:lnTo>
                    <a:pt x="179416" y="486924"/>
                  </a:lnTo>
                  <a:lnTo>
                    <a:pt x="179288" y="487049"/>
                  </a:lnTo>
                  <a:lnTo>
                    <a:pt x="178986" y="487342"/>
                  </a:lnTo>
                  <a:lnTo>
                    <a:pt x="178889" y="487482"/>
                  </a:lnTo>
                  <a:lnTo>
                    <a:pt x="178617" y="487777"/>
                  </a:lnTo>
                  <a:lnTo>
                    <a:pt x="178721" y="487963"/>
                  </a:lnTo>
                  <a:lnTo>
                    <a:pt x="178919" y="488260"/>
                  </a:lnTo>
                  <a:lnTo>
                    <a:pt x="179047" y="488454"/>
                  </a:lnTo>
                  <a:lnTo>
                    <a:pt x="179584" y="488517"/>
                  </a:lnTo>
                  <a:lnTo>
                    <a:pt x="179815" y="488547"/>
                  </a:lnTo>
                  <a:lnTo>
                    <a:pt x="180281" y="488589"/>
                  </a:lnTo>
                  <a:lnTo>
                    <a:pt x="180428" y="488388"/>
                  </a:lnTo>
                  <a:lnTo>
                    <a:pt x="180866" y="488006"/>
                  </a:lnTo>
                  <a:lnTo>
                    <a:pt x="181136" y="487945"/>
                  </a:lnTo>
                  <a:lnTo>
                    <a:pt x="181708" y="487881"/>
                  </a:lnTo>
                  <a:lnTo>
                    <a:pt x="182306" y="487757"/>
                  </a:lnTo>
                  <a:lnTo>
                    <a:pt x="182533" y="487726"/>
                  </a:lnTo>
                  <a:lnTo>
                    <a:pt x="182729" y="487695"/>
                  </a:lnTo>
                  <a:lnTo>
                    <a:pt x="182881" y="487726"/>
                  </a:lnTo>
                  <a:lnTo>
                    <a:pt x="183072" y="487767"/>
                  </a:lnTo>
                  <a:lnTo>
                    <a:pt x="183464" y="487846"/>
                  </a:lnTo>
                  <a:lnTo>
                    <a:pt x="183688" y="487894"/>
                  </a:lnTo>
                  <a:lnTo>
                    <a:pt x="184215" y="487922"/>
                  </a:lnTo>
                  <a:lnTo>
                    <a:pt x="184449" y="487802"/>
                  </a:lnTo>
                  <a:lnTo>
                    <a:pt x="184601" y="487726"/>
                  </a:lnTo>
                  <a:lnTo>
                    <a:pt x="184960" y="487492"/>
                  </a:lnTo>
                  <a:lnTo>
                    <a:pt x="185164" y="487362"/>
                  </a:lnTo>
                  <a:lnTo>
                    <a:pt x="185805" y="486996"/>
                  </a:lnTo>
                  <a:lnTo>
                    <a:pt x="186016" y="486879"/>
                  </a:lnTo>
                  <a:lnTo>
                    <a:pt x="186186" y="486787"/>
                  </a:lnTo>
                  <a:lnTo>
                    <a:pt x="186260" y="486652"/>
                  </a:lnTo>
                  <a:lnTo>
                    <a:pt x="186377" y="486431"/>
                  </a:lnTo>
                  <a:lnTo>
                    <a:pt x="186632" y="486136"/>
                  </a:lnTo>
                  <a:lnTo>
                    <a:pt x="186873" y="485777"/>
                  </a:lnTo>
                  <a:lnTo>
                    <a:pt x="187029" y="485568"/>
                  </a:lnTo>
                  <a:lnTo>
                    <a:pt x="187220" y="485311"/>
                  </a:lnTo>
                  <a:lnTo>
                    <a:pt x="187372" y="485054"/>
                  </a:lnTo>
                  <a:lnTo>
                    <a:pt x="187548" y="484759"/>
                  </a:lnTo>
                  <a:lnTo>
                    <a:pt x="188011" y="484360"/>
                  </a:lnTo>
                  <a:lnTo>
                    <a:pt x="188169" y="484255"/>
                  </a:lnTo>
                  <a:lnTo>
                    <a:pt x="188296" y="484159"/>
                  </a:lnTo>
                  <a:lnTo>
                    <a:pt x="188568" y="484034"/>
                  </a:lnTo>
                  <a:lnTo>
                    <a:pt x="188947" y="483968"/>
                  </a:lnTo>
                  <a:lnTo>
                    <a:pt x="189655" y="483675"/>
                  </a:lnTo>
                  <a:lnTo>
                    <a:pt x="190260" y="483431"/>
                  </a:lnTo>
                  <a:lnTo>
                    <a:pt x="190845" y="483212"/>
                  </a:lnTo>
                  <a:lnTo>
                    <a:pt x="191446" y="483011"/>
                  </a:lnTo>
                  <a:lnTo>
                    <a:pt x="192474" y="482515"/>
                  </a:lnTo>
                  <a:lnTo>
                    <a:pt x="193077" y="482896"/>
                  </a:lnTo>
                  <a:lnTo>
                    <a:pt x="193801" y="483387"/>
                  </a:lnTo>
                  <a:lnTo>
                    <a:pt x="194450" y="483912"/>
                  </a:lnTo>
                  <a:lnTo>
                    <a:pt x="194590" y="484116"/>
                  </a:lnTo>
                  <a:lnTo>
                    <a:pt x="194759" y="484468"/>
                  </a:lnTo>
                  <a:lnTo>
                    <a:pt x="194856" y="484813"/>
                  </a:lnTo>
                  <a:lnTo>
                    <a:pt x="194934" y="485202"/>
                  </a:lnTo>
                  <a:lnTo>
                    <a:pt x="194991" y="485595"/>
                  </a:lnTo>
                  <a:lnTo>
                    <a:pt x="195024" y="486070"/>
                  </a:lnTo>
                  <a:lnTo>
                    <a:pt x="195079" y="487267"/>
                  </a:lnTo>
                  <a:lnTo>
                    <a:pt x="195095" y="487649"/>
                  </a:lnTo>
                  <a:lnTo>
                    <a:pt x="194719" y="489953"/>
                  </a:lnTo>
                  <a:lnTo>
                    <a:pt x="194414" y="491598"/>
                  </a:lnTo>
                  <a:lnTo>
                    <a:pt x="194452" y="491926"/>
                  </a:lnTo>
                  <a:lnTo>
                    <a:pt x="194481" y="492086"/>
                  </a:lnTo>
                  <a:lnTo>
                    <a:pt x="194508" y="492240"/>
                  </a:lnTo>
                  <a:lnTo>
                    <a:pt x="194657" y="492577"/>
                  </a:lnTo>
                  <a:lnTo>
                    <a:pt x="194837" y="492834"/>
                  </a:lnTo>
                  <a:lnTo>
                    <a:pt x="195070" y="493029"/>
                  </a:lnTo>
                  <a:lnTo>
                    <a:pt x="195534" y="493305"/>
                  </a:lnTo>
                  <a:lnTo>
                    <a:pt x="198885" y="495205"/>
                  </a:lnTo>
                  <a:lnTo>
                    <a:pt x="199807" y="495742"/>
                  </a:lnTo>
                  <a:lnTo>
                    <a:pt x="200004" y="495988"/>
                  </a:lnTo>
                  <a:lnTo>
                    <a:pt x="200116" y="496357"/>
                  </a:lnTo>
                  <a:lnTo>
                    <a:pt x="200057" y="496596"/>
                  </a:lnTo>
                  <a:lnTo>
                    <a:pt x="199904" y="497117"/>
                  </a:lnTo>
                  <a:lnTo>
                    <a:pt x="200010" y="497509"/>
                  </a:lnTo>
                  <a:lnTo>
                    <a:pt x="200125" y="498026"/>
                  </a:lnTo>
                  <a:lnTo>
                    <a:pt x="200059" y="498281"/>
                  </a:lnTo>
                  <a:lnTo>
                    <a:pt x="200579" y="498413"/>
                  </a:lnTo>
                  <a:lnTo>
                    <a:pt x="200795" y="498464"/>
                  </a:lnTo>
                  <a:lnTo>
                    <a:pt x="201188" y="498606"/>
                  </a:lnTo>
                  <a:lnTo>
                    <a:pt x="201582" y="498756"/>
                  </a:lnTo>
                  <a:lnTo>
                    <a:pt x="201630" y="499068"/>
                  </a:lnTo>
                  <a:lnTo>
                    <a:pt x="201575" y="499366"/>
                  </a:lnTo>
                  <a:lnTo>
                    <a:pt x="201523" y="499623"/>
                  </a:lnTo>
                  <a:lnTo>
                    <a:pt x="201532" y="499867"/>
                  </a:lnTo>
                  <a:lnTo>
                    <a:pt x="201605" y="500200"/>
                  </a:lnTo>
                  <a:lnTo>
                    <a:pt x="201633" y="500592"/>
                  </a:lnTo>
                  <a:lnTo>
                    <a:pt x="202019" y="500794"/>
                  </a:lnTo>
                  <a:lnTo>
                    <a:pt x="202224" y="501027"/>
                  </a:lnTo>
                  <a:lnTo>
                    <a:pt x="202383" y="501204"/>
                  </a:lnTo>
                  <a:lnTo>
                    <a:pt x="202570" y="501363"/>
                  </a:lnTo>
                  <a:lnTo>
                    <a:pt x="203052" y="501777"/>
                  </a:lnTo>
                  <a:lnTo>
                    <a:pt x="203256" y="501681"/>
                  </a:lnTo>
                  <a:lnTo>
                    <a:pt x="203469" y="501623"/>
                  </a:lnTo>
                  <a:lnTo>
                    <a:pt x="203732" y="501580"/>
                  </a:lnTo>
                  <a:lnTo>
                    <a:pt x="204036" y="501486"/>
                  </a:lnTo>
                  <a:lnTo>
                    <a:pt x="204303" y="501403"/>
                  </a:lnTo>
                  <a:lnTo>
                    <a:pt x="205163" y="501138"/>
                  </a:lnTo>
                  <a:lnTo>
                    <a:pt x="205505" y="500801"/>
                  </a:lnTo>
                  <a:lnTo>
                    <a:pt x="205852" y="500563"/>
                  </a:lnTo>
                  <a:lnTo>
                    <a:pt x="206066" y="500229"/>
                  </a:lnTo>
                  <a:lnTo>
                    <a:pt x="206203" y="500159"/>
                  </a:lnTo>
                  <a:lnTo>
                    <a:pt x="206175" y="499881"/>
                  </a:lnTo>
                  <a:lnTo>
                    <a:pt x="206182" y="499370"/>
                  </a:lnTo>
                  <a:lnTo>
                    <a:pt x="206216" y="498492"/>
                  </a:lnTo>
                  <a:lnTo>
                    <a:pt x="206952" y="498022"/>
                  </a:lnTo>
                  <a:lnTo>
                    <a:pt x="207312" y="498186"/>
                  </a:lnTo>
                  <a:lnTo>
                    <a:pt x="207461" y="497876"/>
                  </a:lnTo>
                  <a:lnTo>
                    <a:pt x="207550" y="497699"/>
                  </a:lnTo>
                  <a:lnTo>
                    <a:pt x="207741" y="497372"/>
                  </a:lnTo>
                  <a:lnTo>
                    <a:pt x="208207" y="496574"/>
                  </a:lnTo>
                  <a:lnTo>
                    <a:pt x="208574" y="495946"/>
                  </a:lnTo>
                  <a:lnTo>
                    <a:pt x="209333" y="496133"/>
                  </a:lnTo>
                  <a:lnTo>
                    <a:pt x="209786" y="496245"/>
                  </a:lnTo>
                  <a:lnTo>
                    <a:pt x="210038" y="496283"/>
                  </a:lnTo>
                  <a:lnTo>
                    <a:pt x="210594" y="496366"/>
                  </a:lnTo>
                  <a:lnTo>
                    <a:pt x="210760" y="496386"/>
                  </a:lnTo>
                  <a:lnTo>
                    <a:pt x="211114" y="496431"/>
                  </a:lnTo>
                  <a:lnTo>
                    <a:pt x="211353" y="496461"/>
                  </a:lnTo>
                  <a:lnTo>
                    <a:pt x="211528" y="496483"/>
                  </a:lnTo>
                  <a:lnTo>
                    <a:pt x="212017" y="496546"/>
                  </a:lnTo>
                  <a:lnTo>
                    <a:pt x="212550" y="496616"/>
                  </a:lnTo>
                  <a:lnTo>
                    <a:pt x="212760" y="496643"/>
                  </a:lnTo>
                  <a:lnTo>
                    <a:pt x="212937" y="496666"/>
                  </a:lnTo>
                  <a:lnTo>
                    <a:pt x="213282" y="496792"/>
                  </a:lnTo>
                  <a:lnTo>
                    <a:pt x="214109" y="496379"/>
                  </a:lnTo>
                  <a:lnTo>
                    <a:pt x="214445" y="496372"/>
                  </a:lnTo>
                  <a:lnTo>
                    <a:pt x="214677" y="496367"/>
                  </a:lnTo>
                  <a:lnTo>
                    <a:pt x="215351" y="496352"/>
                  </a:lnTo>
                  <a:lnTo>
                    <a:pt x="216157" y="496334"/>
                  </a:lnTo>
                  <a:lnTo>
                    <a:pt x="216304" y="496288"/>
                  </a:lnTo>
                  <a:lnTo>
                    <a:pt x="216462" y="496255"/>
                  </a:lnTo>
                  <a:lnTo>
                    <a:pt x="216668" y="496240"/>
                  </a:lnTo>
                  <a:lnTo>
                    <a:pt x="217441" y="495596"/>
                  </a:lnTo>
                  <a:lnTo>
                    <a:pt x="217576" y="495550"/>
                  </a:lnTo>
                  <a:lnTo>
                    <a:pt x="217754" y="495471"/>
                  </a:lnTo>
                  <a:lnTo>
                    <a:pt x="218006" y="495367"/>
                  </a:lnTo>
                  <a:lnTo>
                    <a:pt x="218737" y="494703"/>
                  </a:lnTo>
                  <a:lnTo>
                    <a:pt x="218892" y="494639"/>
                  </a:lnTo>
                  <a:lnTo>
                    <a:pt x="219113" y="494527"/>
                  </a:lnTo>
                  <a:lnTo>
                    <a:pt x="219559" y="494352"/>
                  </a:lnTo>
                  <a:lnTo>
                    <a:pt x="219726" y="494186"/>
                  </a:lnTo>
                  <a:lnTo>
                    <a:pt x="220007" y="494082"/>
                  </a:lnTo>
                  <a:lnTo>
                    <a:pt x="220190" y="494013"/>
                  </a:lnTo>
                  <a:lnTo>
                    <a:pt x="220933" y="493863"/>
                  </a:lnTo>
                  <a:lnTo>
                    <a:pt x="221253" y="493830"/>
                  </a:lnTo>
                  <a:lnTo>
                    <a:pt x="221752" y="493815"/>
                  </a:lnTo>
                  <a:lnTo>
                    <a:pt x="222274" y="493751"/>
                  </a:lnTo>
                  <a:lnTo>
                    <a:pt x="222640" y="493723"/>
                  </a:lnTo>
                  <a:lnTo>
                    <a:pt x="222943" y="493716"/>
                  </a:lnTo>
                  <a:lnTo>
                    <a:pt x="223332" y="493708"/>
                  </a:lnTo>
                  <a:lnTo>
                    <a:pt x="223816" y="493695"/>
                  </a:lnTo>
                  <a:lnTo>
                    <a:pt x="224129" y="493619"/>
                  </a:lnTo>
                  <a:lnTo>
                    <a:pt x="224434" y="493543"/>
                  </a:lnTo>
                  <a:lnTo>
                    <a:pt x="224793" y="493471"/>
                  </a:lnTo>
                  <a:lnTo>
                    <a:pt x="224938" y="493446"/>
                  </a:lnTo>
                  <a:lnTo>
                    <a:pt x="225111" y="493482"/>
                  </a:lnTo>
                  <a:lnTo>
                    <a:pt x="225375" y="493494"/>
                  </a:lnTo>
                  <a:lnTo>
                    <a:pt x="225683" y="493538"/>
                  </a:lnTo>
                  <a:lnTo>
                    <a:pt x="226065" y="493586"/>
                  </a:lnTo>
                  <a:lnTo>
                    <a:pt x="226332" y="493627"/>
                  </a:lnTo>
                  <a:lnTo>
                    <a:pt x="226561" y="493754"/>
                  </a:lnTo>
                  <a:lnTo>
                    <a:pt x="226877" y="493940"/>
                  </a:lnTo>
                  <a:lnTo>
                    <a:pt x="227101" y="494105"/>
                  </a:lnTo>
                  <a:lnTo>
                    <a:pt x="227347" y="494263"/>
                  </a:lnTo>
                  <a:lnTo>
                    <a:pt x="227584" y="494426"/>
                  </a:lnTo>
                  <a:lnTo>
                    <a:pt x="227905" y="494604"/>
                  </a:lnTo>
                  <a:lnTo>
                    <a:pt x="228172" y="494800"/>
                  </a:lnTo>
                  <a:lnTo>
                    <a:pt x="228492" y="495029"/>
                  </a:lnTo>
                  <a:lnTo>
                    <a:pt x="228671" y="495181"/>
                  </a:lnTo>
                  <a:lnTo>
                    <a:pt x="228887" y="495326"/>
                  </a:lnTo>
                  <a:lnTo>
                    <a:pt x="229047" y="495431"/>
                  </a:lnTo>
                  <a:lnTo>
                    <a:pt x="229223" y="495535"/>
                  </a:lnTo>
                  <a:lnTo>
                    <a:pt x="229401" y="495652"/>
                  </a:lnTo>
                  <a:lnTo>
                    <a:pt x="229559" y="495817"/>
                  </a:lnTo>
                  <a:lnTo>
                    <a:pt x="229716" y="495899"/>
                  </a:lnTo>
                  <a:lnTo>
                    <a:pt x="229877" y="496057"/>
                  </a:lnTo>
                  <a:lnTo>
                    <a:pt x="230040" y="496219"/>
                  </a:lnTo>
                  <a:lnTo>
                    <a:pt x="230317" y="496471"/>
                  </a:lnTo>
                  <a:lnTo>
                    <a:pt x="230477" y="496545"/>
                  </a:lnTo>
                  <a:lnTo>
                    <a:pt x="230699" y="496655"/>
                  </a:lnTo>
                  <a:lnTo>
                    <a:pt x="230961" y="496795"/>
                  </a:lnTo>
                  <a:lnTo>
                    <a:pt x="231113" y="496866"/>
                  </a:lnTo>
                  <a:lnTo>
                    <a:pt x="231253" y="496940"/>
                  </a:lnTo>
                  <a:lnTo>
                    <a:pt x="231406" y="496978"/>
                  </a:lnTo>
                  <a:lnTo>
                    <a:pt x="231655" y="497021"/>
                  </a:lnTo>
                  <a:lnTo>
                    <a:pt x="232134" y="497077"/>
                  </a:lnTo>
                  <a:lnTo>
                    <a:pt x="232449" y="497115"/>
                  </a:lnTo>
                  <a:lnTo>
                    <a:pt x="232854" y="497138"/>
                  </a:lnTo>
                  <a:lnTo>
                    <a:pt x="233213" y="496978"/>
                  </a:lnTo>
                  <a:lnTo>
                    <a:pt x="233594" y="496807"/>
                  </a:lnTo>
                  <a:lnTo>
                    <a:pt x="233798" y="496744"/>
                  </a:lnTo>
                  <a:lnTo>
                    <a:pt x="234037" y="496601"/>
                  </a:lnTo>
                  <a:lnTo>
                    <a:pt x="234350" y="496675"/>
                  </a:lnTo>
                  <a:lnTo>
                    <a:pt x="234475" y="496833"/>
                  </a:lnTo>
                  <a:lnTo>
                    <a:pt x="234579" y="497003"/>
                  </a:lnTo>
                  <a:lnTo>
                    <a:pt x="234757" y="497080"/>
                  </a:lnTo>
                  <a:lnTo>
                    <a:pt x="235024" y="497163"/>
                  </a:lnTo>
                  <a:lnTo>
                    <a:pt x="235342" y="497288"/>
                  </a:lnTo>
                  <a:lnTo>
                    <a:pt x="235597" y="497393"/>
                  </a:lnTo>
                  <a:lnTo>
                    <a:pt x="235778" y="497438"/>
                  </a:lnTo>
                  <a:lnTo>
                    <a:pt x="236050" y="497476"/>
                  </a:lnTo>
                  <a:lnTo>
                    <a:pt x="236480" y="497502"/>
                  </a:lnTo>
                  <a:lnTo>
                    <a:pt x="236790" y="497527"/>
                  </a:lnTo>
                  <a:lnTo>
                    <a:pt x="236951" y="497504"/>
                  </a:lnTo>
                  <a:lnTo>
                    <a:pt x="237152" y="497476"/>
                  </a:lnTo>
                  <a:lnTo>
                    <a:pt x="237493" y="497413"/>
                  </a:lnTo>
                  <a:lnTo>
                    <a:pt x="237709" y="497370"/>
                  </a:lnTo>
                  <a:lnTo>
                    <a:pt x="238058" y="497278"/>
                  </a:lnTo>
                  <a:lnTo>
                    <a:pt x="238276" y="497240"/>
                  </a:lnTo>
                  <a:lnTo>
                    <a:pt x="238622" y="496975"/>
                  </a:lnTo>
                  <a:lnTo>
                    <a:pt x="238788" y="496810"/>
                  </a:lnTo>
                  <a:lnTo>
                    <a:pt x="238996" y="496604"/>
                  </a:lnTo>
                  <a:lnTo>
                    <a:pt x="239241" y="496283"/>
                  </a:lnTo>
                  <a:lnTo>
                    <a:pt x="239393" y="496357"/>
                  </a:lnTo>
                  <a:lnTo>
                    <a:pt x="239554" y="496400"/>
                  </a:lnTo>
                  <a:lnTo>
                    <a:pt x="239785" y="496448"/>
                  </a:lnTo>
                  <a:lnTo>
                    <a:pt x="240055" y="496512"/>
                  </a:lnTo>
                  <a:lnTo>
                    <a:pt x="240337" y="496591"/>
                  </a:lnTo>
                  <a:lnTo>
                    <a:pt x="240556" y="496497"/>
                  </a:lnTo>
                  <a:lnTo>
                    <a:pt x="240722" y="496281"/>
                  </a:lnTo>
                  <a:lnTo>
                    <a:pt x="240867" y="496044"/>
                  </a:lnTo>
                  <a:lnTo>
                    <a:pt x="240997" y="495800"/>
                  </a:lnTo>
                  <a:lnTo>
                    <a:pt x="241032" y="495632"/>
                  </a:lnTo>
                  <a:lnTo>
                    <a:pt x="241083" y="495278"/>
                  </a:lnTo>
                  <a:lnTo>
                    <a:pt x="241116" y="495001"/>
                  </a:lnTo>
                  <a:lnTo>
                    <a:pt x="241223" y="494690"/>
                  </a:lnTo>
                  <a:lnTo>
                    <a:pt x="241416" y="494644"/>
                  </a:lnTo>
                  <a:lnTo>
                    <a:pt x="241673" y="494604"/>
                  </a:lnTo>
                  <a:lnTo>
                    <a:pt x="242134" y="494492"/>
                  </a:lnTo>
                  <a:lnTo>
                    <a:pt x="242424" y="494413"/>
                  </a:lnTo>
                  <a:lnTo>
                    <a:pt x="242600" y="494263"/>
                  </a:lnTo>
                  <a:lnTo>
                    <a:pt x="242813" y="494085"/>
                  </a:lnTo>
                  <a:lnTo>
                    <a:pt x="243228" y="493746"/>
                  </a:lnTo>
                  <a:lnTo>
                    <a:pt x="243470" y="493662"/>
                  </a:lnTo>
                  <a:lnTo>
                    <a:pt x="243734" y="493838"/>
                  </a:lnTo>
                  <a:lnTo>
                    <a:pt x="243948" y="493978"/>
                  </a:lnTo>
                  <a:lnTo>
                    <a:pt x="244271" y="494148"/>
                  </a:lnTo>
                  <a:lnTo>
                    <a:pt x="244399" y="494171"/>
                  </a:lnTo>
                  <a:lnTo>
                    <a:pt x="245032" y="494260"/>
                  </a:lnTo>
                  <a:lnTo>
                    <a:pt x="245495" y="494324"/>
                  </a:lnTo>
                  <a:lnTo>
                    <a:pt x="246106" y="494405"/>
                  </a:lnTo>
                  <a:lnTo>
                    <a:pt x="246686" y="494484"/>
                  </a:lnTo>
                  <a:lnTo>
                    <a:pt x="247047" y="494672"/>
                  </a:lnTo>
                  <a:lnTo>
                    <a:pt x="247228" y="494769"/>
                  </a:lnTo>
                  <a:lnTo>
                    <a:pt x="247427" y="494881"/>
                  </a:lnTo>
                  <a:lnTo>
                    <a:pt x="247666" y="495016"/>
                  </a:lnTo>
                  <a:lnTo>
                    <a:pt x="247872" y="495214"/>
                  </a:lnTo>
                  <a:lnTo>
                    <a:pt x="248065" y="495408"/>
                  </a:lnTo>
                  <a:lnTo>
                    <a:pt x="248849" y="495906"/>
                  </a:lnTo>
                  <a:lnTo>
                    <a:pt x="249172" y="496092"/>
                  </a:lnTo>
                  <a:lnTo>
                    <a:pt x="249460" y="496255"/>
                  </a:lnTo>
                  <a:lnTo>
                    <a:pt x="249885" y="495833"/>
                  </a:lnTo>
                  <a:lnTo>
                    <a:pt x="250195" y="495525"/>
                  </a:lnTo>
                  <a:lnTo>
                    <a:pt x="250760" y="494965"/>
                  </a:lnTo>
                  <a:lnTo>
                    <a:pt x="250823" y="494723"/>
                  </a:lnTo>
                  <a:lnTo>
                    <a:pt x="250920" y="494357"/>
                  </a:lnTo>
                  <a:lnTo>
                    <a:pt x="251027" y="493957"/>
                  </a:lnTo>
                  <a:lnTo>
                    <a:pt x="251075" y="493779"/>
                  </a:lnTo>
                  <a:lnTo>
                    <a:pt x="251157" y="493476"/>
                  </a:lnTo>
                  <a:lnTo>
                    <a:pt x="251200" y="493324"/>
                  </a:lnTo>
                  <a:lnTo>
                    <a:pt x="251233" y="493141"/>
                  </a:lnTo>
                  <a:lnTo>
                    <a:pt x="251360" y="492996"/>
                  </a:lnTo>
                  <a:lnTo>
                    <a:pt x="251554" y="493001"/>
                  </a:lnTo>
                  <a:lnTo>
                    <a:pt x="252203" y="492973"/>
                  </a:lnTo>
                  <a:lnTo>
                    <a:pt x="252778" y="492965"/>
                  </a:lnTo>
                  <a:lnTo>
                    <a:pt x="253350" y="492962"/>
                  </a:lnTo>
                  <a:lnTo>
                    <a:pt x="253734" y="492965"/>
                  </a:lnTo>
                  <a:lnTo>
                    <a:pt x="253933" y="492922"/>
                  </a:lnTo>
                  <a:lnTo>
                    <a:pt x="254508" y="492744"/>
                  </a:lnTo>
                  <a:lnTo>
                    <a:pt x="255109" y="492555"/>
                  </a:lnTo>
                  <a:lnTo>
                    <a:pt x="255686" y="492380"/>
                  </a:lnTo>
                  <a:lnTo>
                    <a:pt x="256264" y="492235"/>
                  </a:lnTo>
                  <a:lnTo>
                    <a:pt x="256437" y="492179"/>
                  </a:lnTo>
                  <a:lnTo>
                    <a:pt x="256989" y="491983"/>
                  </a:lnTo>
                  <a:lnTo>
                    <a:pt x="257190" y="491878"/>
                  </a:lnTo>
                  <a:lnTo>
                    <a:pt x="257414" y="491901"/>
                  </a:lnTo>
                  <a:lnTo>
                    <a:pt x="257584" y="492100"/>
                  </a:lnTo>
                  <a:lnTo>
                    <a:pt x="257844" y="492408"/>
                  </a:lnTo>
                  <a:lnTo>
                    <a:pt x="258243" y="492879"/>
                  </a:lnTo>
                  <a:lnTo>
                    <a:pt x="258612" y="493268"/>
                  </a:lnTo>
                  <a:lnTo>
                    <a:pt x="258854" y="493642"/>
                  </a:lnTo>
                  <a:lnTo>
                    <a:pt x="258956" y="493802"/>
                  </a:lnTo>
                  <a:lnTo>
                    <a:pt x="259109" y="493960"/>
                  </a:lnTo>
                  <a:lnTo>
                    <a:pt x="259383" y="494064"/>
                  </a:lnTo>
                  <a:lnTo>
                    <a:pt x="259958" y="493560"/>
                  </a:lnTo>
                  <a:lnTo>
                    <a:pt x="260399" y="493192"/>
                  </a:lnTo>
                  <a:lnTo>
                    <a:pt x="260729" y="492919"/>
                  </a:lnTo>
                  <a:lnTo>
                    <a:pt x="260956" y="492749"/>
                  </a:lnTo>
                  <a:lnTo>
                    <a:pt x="261238" y="492535"/>
                  </a:lnTo>
                  <a:lnTo>
                    <a:pt x="261399" y="492464"/>
                  </a:lnTo>
                  <a:lnTo>
                    <a:pt x="261658" y="492352"/>
                  </a:lnTo>
                  <a:lnTo>
                    <a:pt x="262381" y="492054"/>
                  </a:lnTo>
                  <a:lnTo>
                    <a:pt x="262533" y="491988"/>
                  </a:lnTo>
                  <a:lnTo>
                    <a:pt x="262849" y="491851"/>
                  </a:lnTo>
                  <a:lnTo>
                    <a:pt x="263460" y="491642"/>
                  </a:lnTo>
                  <a:lnTo>
                    <a:pt x="263691" y="491560"/>
                  </a:lnTo>
                  <a:lnTo>
                    <a:pt x="264119" y="491349"/>
                  </a:lnTo>
                  <a:lnTo>
                    <a:pt x="264615" y="491194"/>
                  </a:lnTo>
                  <a:lnTo>
                    <a:pt x="264902" y="491031"/>
                  </a:lnTo>
                  <a:lnTo>
                    <a:pt x="265037" y="491018"/>
                  </a:lnTo>
                  <a:lnTo>
                    <a:pt x="265266" y="491069"/>
                  </a:lnTo>
                  <a:lnTo>
                    <a:pt x="265534" y="491057"/>
                  </a:lnTo>
                  <a:lnTo>
                    <a:pt x="265880" y="491059"/>
                  </a:lnTo>
                  <a:lnTo>
                    <a:pt x="266104" y="491057"/>
                  </a:lnTo>
                  <a:lnTo>
                    <a:pt x="266282" y="491191"/>
                  </a:lnTo>
                  <a:lnTo>
                    <a:pt x="266455" y="491334"/>
                  </a:lnTo>
                  <a:lnTo>
                    <a:pt x="266618" y="491466"/>
                  </a:lnTo>
                  <a:lnTo>
                    <a:pt x="266821" y="491634"/>
                  </a:lnTo>
                  <a:lnTo>
                    <a:pt x="267114" y="491879"/>
                  </a:lnTo>
                  <a:lnTo>
                    <a:pt x="267266" y="492008"/>
                  </a:lnTo>
                  <a:lnTo>
                    <a:pt x="267651" y="492337"/>
                  </a:lnTo>
                  <a:lnTo>
                    <a:pt x="267859" y="492520"/>
                  </a:lnTo>
                  <a:lnTo>
                    <a:pt x="268188" y="492810"/>
                  </a:lnTo>
                  <a:lnTo>
                    <a:pt x="269007" y="493540"/>
                  </a:lnTo>
                  <a:lnTo>
                    <a:pt x="269327" y="493339"/>
                  </a:lnTo>
                  <a:lnTo>
                    <a:pt x="269946" y="492884"/>
                  </a:lnTo>
                  <a:lnTo>
                    <a:pt x="270208" y="492693"/>
                  </a:lnTo>
                  <a:lnTo>
                    <a:pt x="270404" y="492538"/>
                  </a:lnTo>
                  <a:lnTo>
                    <a:pt x="270554" y="492543"/>
                  </a:lnTo>
                  <a:lnTo>
                    <a:pt x="270793" y="492553"/>
                  </a:lnTo>
                  <a:lnTo>
                    <a:pt x="271389" y="492566"/>
                  </a:lnTo>
                  <a:lnTo>
                    <a:pt x="271839" y="492576"/>
                  </a:lnTo>
                  <a:lnTo>
                    <a:pt x="272017" y="492581"/>
                  </a:lnTo>
                  <a:lnTo>
                    <a:pt x="272780" y="492591"/>
                  </a:lnTo>
                  <a:lnTo>
                    <a:pt x="273025" y="492596"/>
                  </a:lnTo>
                  <a:lnTo>
                    <a:pt x="273305" y="492706"/>
                  </a:lnTo>
                  <a:lnTo>
                    <a:pt x="273681" y="492828"/>
                  </a:lnTo>
                  <a:lnTo>
                    <a:pt x="274277" y="493046"/>
                  </a:lnTo>
                  <a:lnTo>
                    <a:pt x="274821" y="493245"/>
                  </a:lnTo>
                  <a:lnTo>
                    <a:pt x="275363" y="493446"/>
                  </a:lnTo>
                  <a:lnTo>
                    <a:pt x="275905" y="493642"/>
                  </a:lnTo>
                  <a:lnTo>
                    <a:pt x="276057" y="493696"/>
                  </a:lnTo>
                  <a:lnTo>
                    <a:pt x="276768" y="493904"/>
                  </a:lnTo>
                  <a:lnTo>
                    <a:pt x="276969" y="493945"/>
                  </a:lnTo>
                  <a:lnTo>
                    <a:pt x="277292" y="493937"/>
                  </a:lnTo>
                  <a:lnTo>
                    <a:pt x="277719" y="493932"/>
                  </a:lnTo>
                  <a:lnTo>
                    <a:pt x="277903" y="493896"/>
                  </a:lnTo>
                  <a:lnTo>
                    <a:pt x="278121" y="493858"/>
                  </a:lnTo>
                  <a:lnTo>
                    <a:pt x="278417" y="493670"/>
                  </a:lnTo>
                  <a:lnTo>
                    <a:pt x="278582" y="493550"/>
                  </a:lnTo>
                  <a:lnTo>
                    <a:pt x="278852" y="493359"/>
                  </a:lnTo>
                  <a:lnTo>
                    <a:pt x="279216" y="493044"/>
                  </a:lnTo>
                  <a:lnTo>
                    <a:pt x="279526" y="492769"/>
                  </a:lnTo>
                  <a:lnTo>
                    <a:pt x="279663" y="492599"/>
                  </a:lnTo>
                  <a:lnTo>
                    <a:pt x="279979" y="492130"/>
                  </a:lnTo>
                  <a:lnTo>
                    <a:pt x="280073" y="491990"/>
                  </a:lnTo>
                  <a:lnTo>
                    <a:pt x="280356" y="491522"/>
                  </a:lnTo>
                  <a:lnTo>
                    <a:pt x="280478" y="491326"/>
                  </a:lnTo>
                  <a:lnTo>
                    <a:pt x="280691" y="490955"/>
                  </a:lnTo>
                  <a:lnTo>
                    <a:pt x="280816" y="490766"/>
                  </a:lnTo>
                  <a:lnTo>
                    <a:pt x="280928" y="490558"/>
                  </a:lnTo>
                  <a:lnTo>
                    <a:pt x="281183" y="490385"/>
                  </a:lnTo>
                  <a:lnTo>
                    <a:pt x="281699" y="490153"/>
                  </a:lnTo>
                  <a:lnTo>
                    <a:pt x="281910" y="489861"/>
                  </a:lnTo>
                  <a:lnTo>
                    <a:pt x="282066" y="489682"/>
                  </a:lnTo>
                  <a:lnTo>
                    <a:pt x="282264" y="489474"/>
                  </a:lnTo>
                  <a:lnTo>
                    <a:pt x="282432" y="489232"/>
                  </a:lnTo>
                  <a:lnTo>
                    <a:pt x="282646" y="489074"/>
                  </a:lnTo>
                  <a:lnTo>
                    <a:pt x="282989" y="488568"/>
                  </a:lnTo>
                  <a:lnTo>
                    <a:pt x="283025" y="488367"/>
                  </a:lnTo>
                  <a:lnTo>
                    <a:pt x="282829" y="488265"/>
                  </a:lnTo>
                  <a:lnTo>
                    <a:pt x="282689" y="488189"/>
                  </a:lnTo>
                  <a:lnTo>
                    <a:pt x="282521" y="488085"/>
                  </a:lnTo>
                  <a:lnTo>
                    <a:pt x="282343" y="487973"/>
                  </a:lnTo>
                  <a:lnTo>
                    <a:pt x="281900" y="487400"/>
                  </a:lnTo>
                  <a:lnTo>
                    <a:pt x="281915" y="487181"/>
                  </a:lnTo>
                  <a:lnTo>
                    <a:pt x="282053" y="487212"/>
                  </a:lnTo>
                  <a:lnTo>
                    <a:pt x="282371" y="487207"/>
                  </a:lnTo>
                  <a:lnTo>
                    <a:pt x="282600" y="487202"/>
                  </a:lnTo>
                  <a:lnTo>
                    <a:pt x="282949" y="487196"/>
                  </a:lnTo>
                  <a:lnTo>
                    <a:pt x="283226" y="487191"/>
                  </a:lnTo>
                  <a:lnTo>
                    <a:pt x="283618" y="487184"/>
                  </a:lnTo>
                  <a:lnTo>
                    <a:pt x="283826" y="487181"/>
                  </a:lnTo>
                  <a:lnTo>
                    <a:pt x="284041" y="487176"/>
                  </a:lnTo>
                  <a:lnTo>
                    <a:pt x="284445" y="487168"/>
                  </a:lnTo>
                  <a:lnTo>
                    <a:pt x="284659" y="487166"/>
                  </a:lnTo>
                  <a:lnTo>
                    <a:pt x="284852" y="487163"/>
                  </a:lnTo>
                  <a:lnTo>
                    <a:pt x="285010" y="487161"/>
                  </a:lnTo>
                  <a:lnTo>
                    <a:pt x="285618" y="487151"/>
                  </a:lnTo>
                  <a:lnTo>
                    <a:pt x="285819" y="487148"/>
                  </a:lnTo>
                  <a:lnTo>
                    <a:pt x="286054" y="487143"/>
                  </a:lnTo>
                  <a:lnTo>
                    <a:pt x="286260" y="487141"/>
                  </a:lnTo>
                  <a:lnTo>
                    <a:pt x="286435" y="487135"/>
                  </a:lnTo>
                  <a:lnTo>
                    <a:pt x="286654" y="487133"/>
                  </a:lnTo>
                  <a:lnTo>
                    <a:pt x="286847" y="487128"/>
                  </a:lnTo>
                  <a:lnTo>
                    <a:pt x="287150" y="487123"/>
                  </a:lnTo>
                  <a:lnTo>
                    <a:pt x="287466" y="487118"/>
                  </a:lnTo>
                  <a:lnTo>
                    <a:pt x="287779" y="487113"/>
                  </a:lnTo>
                  <a:lnTo>
                    <a:pt x="287921" y="487110"/>
                  </a:lnTo>
                  <a:lnTo>
                    <a:pt x="288076" y="487107"/>
                  </a:lnTo>
                  <a:lnTo>
                    <a:pt x="288265" y="487105"/>
                  </a:lnTo>
                  <a:lnTo>
                    <a:pt x="288654" y="487097"/>
                  </a:lnTo>
                  <a:lnTo>
                    <a:pt x="288835" y="487092"/>
                  </a:lnTo>
                  <a:lnTo>
                    <a:pt x="289092" y="487090"/>
                  </a:lnTo>
                  <a:lnTo>
                    <a:pt x="289311" y="487085"/>
                  </a:lnTo>
                  <a:lnTo>
                    <a:pt x="289504" y="487079"/>
                  </a:lnTo>
                  <a:lnTo>
                    <a:pt x="289748" y="487077"/>
                  </a:lnTo>
                  <a:lnTo>
                    <a:pt x="290102" y="487069"/>
                  </a:lnTo>
                  <a:lnTo>
                    <a:pt x="290384" y="487120"/>
                  </a:lnTo>
                  <a:lnTo>
                    <a:pt x="290534" y="487079"/>
                  </a:lnTo>
                  <a:lnTo>
                    <a:pt x="290822" y="487067"/>
                  </a:lnTo>
                  <a:lnTo>
                    <a:pt x="290952" y="487072"/>
                  </a:lnTo>
                  <a:lnTo>
                    <a:pt x="291107" y="487079"/>
                  </a:lnTo>
                  <a:lnTo>
                    <a:pt x="291590" y="487163"/>
                  </a:lnTo>
                  <a:lnTo>
                    <a:pt x="291718" y="487209"/>
                  </a:lnTo>
                  <a:lnTo>
                    <a:pt x="291916" y="487224"/>
                  </a:lnTo>
                  <a:lnTo>
                    <a:pt x="292305" y="487240"/>
                  </a:lnTo>
                  <a:lnTo>
                    <a:pt x="292473" y="487217"/>
                  </a:lnTo>
                  <a:lnTo>
                    <a:pt x="292858" y="486957"/>
                  </a:lnTo>
                  <a:lnTo>
                    <a:pt x="293071" y="486721"/>
                  </a:lnTo>
                  <a:lnTo>
                    <a:pt x="293155" y="486850"/>
                  </a:lnTo>
                  <a:lnTo>
                    <a:pt x="293323" y="486978"/>
                  </a:lnTo>
                  <a:lnTo>
                    <a:pt x="293662" y="487268"/>
                  </a:lnTo>
                  <a:lnTo>
                    <a:pt x="293898" y="487441"/>
                  </a:lnTo>
                  <a:lnTo>
                    <a:pt x="294155" y="487642"/>
                  </a:lnTo>
                  <a:lnTo>
                    <a:pt x="294298" y="487772"/>
                  </a:lnTo>
                  <a:lnTo>
                    <a:pt x="294537" y="487884"/>
                  </a:lnTo>
                  <a:lnTo>
                    <a:pt x="294690" y="487990"/>
                  </a:lnTo>
                  <a:lnTo>
                    <a:pt x="295104" y="487845"/>
                  </a:lnTo>
                  <a:lnTo>
                    <a:pt x="295318" y="487560"/>
                  </a:lnTo>
                  <a:lnTo>
                    <a:pt x="295450" y="487527"/>
                  </a:lnTo>
                  <a:lnTo>
                    <a:pt x="295595" y="487489"/>
                  </a:lnTo>
                  <a:lnTo>
                    <a:pt x="295804" y="487492"/>
                  </a:lnTo>
                  <a:lnTo>
                    <a:pt x="295954" y="487487"/>
                  </a:lnTo>
                  <a:lnTo>
                    <a:pt x="296199" y="487433"/>
                  </a:lnTo>
                  <a:lnTo>
                    <a:pt x="296410" y="487296"/>
                  </a:lnTo>
                  <a:lnTo>
                    <a:pt x="296728" y="487527"/>
                  </a:lnTo>
                  <a:lnTo>
                    <a:pt x="297031" y="487512"/>
                  </a:lnTo>
                  <a:lnTo>
                    <a:pt x="297277" y="487321"/>
                  </a:lnTo>
                  <a:lnTo>
                    <a:pt x="297450" y="487326"/>
                  </a:lnTo>
                  <a:lnTo>
                    <a:pt x="297893" y="487171"/>
                  </a:lnTo>
                  <a:lnTo>
                    <a:pt x="298397" y="486858"/>
                  </a:lnTo>
                  <a:lnTo>
                    <a:pt x="298636" y="486652"/>
                  </a:lnTo>
                  <a:lnTo>
                    <a:pt x="298802" y="486479"/>
                  </a:lnTo>
                  <a:lnTo>
                    <a:pt x="298995" y="486227"/>
                  </a:lnTo>
                  <a:lnTo>
                    <a:pt x="299359" y="485802"/>
                  </a:lnTo>
                  <a:lnTo>
                    <a:pt x="299445" y="485657"/>
                  </a:lnTo>
                  <a:lnTo>
                    <a:pt x="299562" y="485461"/>
                  </a:lnTo>
                  <a:lnTo>
                    <a:pt x="299679" y="485059"/>
                  </a:lnTo>
                  <a:lnTo>
                    <a:pt x="299700" y="484868"/>
                  </a:lnTo>
                  <a:lnTo>
                    <a:pt x="299718" y="484685"/>
                  </a:lnTo>
                  <a:lnTo>
                    <a:pt x="299743" y="484532"/>
                  </a:lnTo>
                  <a:lnTo>
                    <a:pt x="299412" y="484113"/>
                  </a:lnTo>
                  <a:lnTo>
                    <a:pt x="299041" y="483685"/>
                  </a:lnTo>
                  <a:lnTo>
                    <a:pt x="298873" y="483392"/>
                  </a:lnTo>
                  <a:lnTo>
                    <a:pt x="298736" y="483135"/>
                  </a:lnTo>
                  <a:lnTo>
                    <a:pt x="299351" y="483133"/>
                  </a:lnTo>
                  <a:lnTo>
                    <a:pt x="299751" y="483095"/>
                  </a:lnTo>
                  <a:lnTo>
                    <a:pt x="299896" y="483079"/>
                  </a:lnTo>
                  <a:lnTo>
                    <a:pt x="300262" y="483067"/>
                  </a:lnTo>
                  <a:lnTo>
                    <a:pt x="301094" y="483003"/>
                  </a:lnTo>
                  <a:lnTo>
                    <a:pt x="301920" y="482942"/>
                  </a:lnTo>
                  <a:lnTo>
                    <a:pt x="302247" y="482922"/>
                  </a:lnTo>
                  <a:lnTo>
                    <a:pt x="302751" y="482886"/>
                  </a:lnTo>
                  <a:lnTo>
                    <a:pt x="303262" y="482850"/>
                  </a:lnTo>
                  <a:lnTo>
                    <a:pt x="303641" y="482827"/>
                  </a:lnTo>
                  <a:lnTo>
                    <a:pt x="304037" y="482804"/>
                  </a:lnTo>
                  <a:lnTo>
                    <a:pt x="304312" y="485964"/>
                  </a:lnTo>
                  <a:lnTo>
                    <a:pt x="304410" y="487186"/>
                  </a:lnTo>
                  <a:lnTo>
                    <a:pt x="307856" y="487785"/>
                  </a:lnTo>
                  <a:lnTo>
                    <a:pt x="309261" y="488046"/>
                  </a:lnTo>
                  <a:lnTo>
                    <a:pt x="310211" y="488223"/>
                  </a:lnTo>
                  <a:lnTo>
                    <a:pt x="311835" y="488271"/>
                  </a:lnTo>
                  <a:lnTo>
                    <a:pt x="313745" y="488576"/>
                  </a:lnTo>
                  <a:lnTo>
                    <a:pt x="314812" y="490079"/>
                  </a:lnTo>
                  <a:lnTo>
                    <a:pt x="315714" y="491659"/>
                  </a:lnTo>
                  <a:lnTo>
                    <a:pt x="318391" y="492074"/>
                  </a:lnTo>
                  <a:lnTo>
                    <a:pt x="319115" y="489206"/>
                  </a:lnTo>
                  <a:lnTo>
                    <a:pt x="319229" y="488479"/>
                  </a:lnTo>
                  <a:lnTo>
                    <a:pt x="319377" y="487527"/>
                  </a:lnTo>
                  <a:lnTo>
                    <a:pt x="319590" y="486044"/>
                  </a:lnTo>
                  <a:lnTo>
                    <a:pt x="318448" y="484145"/>
                  </a:lnTo>
                  <a:lnTo>
                    <a:pt x="324537" y="480222"/>
                  </a:lnTo>
                  <a:lnTo>
                    <a:pt x="324789" y="480115"/>
                  </a:lnTo>
                  <a:lnTo>
                    <a:pt x="324924" y="480051"/>
                  </a:lnTo>
                  <a:lnTo>
                    <a:pt x="325021" y="479797"/>
                  </a:lnTo>
                  <a:lnTo>
                    <a:pt x="325229" y="479713"/>
                  </a:lnTo>
                  <a:lnTo>
                    <a:pt x="325420" y="479468"/>
                  </a:lnTo>
                  <a:lnTo>
                    <a:pt x="326010" y="479059"/>
                  </a:lnTo>
                  <a:lnTo>
                    <a:pt x="326295" y="478832"/>
                  </a:lnTo>
                  <a:lnTo>
                    <a:pt x="326466" y="478647"/>
                  </a:lnTo>
                  <a:lnTo>
                    <a:pt x="326611" y="478491"/>
                  </a:lnTo>
                  <a:lnTo>
                    <a:pt x="326848" y="478428"/>
                  </a:lnTo>
                  <a:lnTo>
                    <a:pt x="327018" y="478252"/>
                  </a:lnTo>
                  <a:lnTo>
                    <a:pt x="327145" y="478120"/>
                  </a:lnTo>
                  <a:lnTo>
                    <a:pt x="327247" y="477906"/>
                  </a:lnTo>
                  <a:lnTo>
                    <a:pt x="326952" y="477685"/>
                  </a:lnTo>
                  <a:lnTo>
                    <a:pt x="326792" y="477545"/>
                  </a:lnTo>
                  <a:lnTo>
                    <a:pt x="326792" y="477316"/>
                  </a:lnTo>
                  <a:lnTo>
                    <a:pt x="326888" y="477166"/>
                  </a:lnTo>
                  <a:lnTo>
                    <a:pt x="326965" y="477023"/>
                  </a:lnTo>
                  <a:lnTo>
                    <a:pt x="327044" y="476603"/>
                  </a:lnTo>
                  <a:lnTo>
                    <a:pt x="327038" y="476387"/>
                  </a:lnTo>
                  <a:lnTo>
                    <a:pt x="327026" y="476196"/>
                  </a:lnTo>
                  <a:lnTo>
                    <a:pt x="327066" y="476023"/>
                  </a:lnTo>
                  <a:lnTo>
                    <a:pt x="327181" y="475835"/>
                  </a:lnTo>
                  <a:lnTo>
                    <a:pt x="327321" y="475741"/>
                  </a:lnTo>
                  <a:lnTo>
                    <a:pt x="327535" y="475771"/>
                  </a:lnTo>
                  <a:lnTo>
                    <a:pt x="327825" y="475657"/>
                  </a:lnTo>
                  <a:lnTo>
                    <a:pt x="327954" y="475641"/>
                  </a:lnTo>
                  <a:lnTo>
                    <a:pt x="328354" y="474888"/>
                  </a:lnTo>
                  <a:lnTo>
                    <a:pt x="328489" y="474619"/>
                  </a:lnTo>
                  <a:lnTo>
                    <a:pt x="328616" y="474374"/>
                  </a:lnTo>
                  <a:lnTo>
                    <a:pt x="328659" y="474082"/>
                  </a:lnTo>
                  <a:lnTo>
                    <a:pt x="328718" y="473842"/>
                  </a:lnTo>
                  <a:lnTo>
                    <a:pt x="328845" y="473458"/>
                  </a:lnTo>
                  <a:lnTo>
                    <a:pt x="329008" y="473232"/>
                  </a:lnTo>
                  <a:lnTo>
                    <a:pt x="329232" y="472916"/>
                  </a:lnTo>
                  <a:lnTo>
                    <a:pt x="329466" y="472588"/>
                  </a:lnTo>
                  <a:lnTo>
                    <a:pt x="329560" y="472456"/>
                  </a:lnTo>
                  <a:lnTo>
                    <a:pt x="329965" y="472575"/>
                  </a:lnTo>
                  <a:lnTo>
                    <a:pt x="330140" y="472568"/>
                  </a:lnTo>
                  <a:lnTo>
                    <a:pt x="330069" y="472176"/>
                  </a:lnTo>
                  <a:lnTo>
                    <a:pt x="329942" y="471565"/>
                  </a:lnTo>
                  <a:lnTo>
                    <a:pt x="329863" y="471186"/>
                  </a:lnTo>
                  <a:lnTo>
                    <a:pt x="328888" y="470334"/>
                  </a:lnTo>
                  <a:lnTo>
                    <a:pt x="329890" y="469294"/>
                  </a:lnTo>
                  <a:lnTo>
                    <a:pt x="334514" y="470982"/>
                  </a:lnTo>
                  <a:lnTo>
                    <a:pt x="339217" y="471112"/>
                  </a:lnTo>
                  <a:lnTo>
                    <a:pt x="343226" y="469324"/>
                  </a:lnTo>
                  <a:lnTo>
                    <a:pt x="347580" y="477815"/>
                  </a:lnTo>
                  <a:lnTo>
                    <a:pt x="351377" y="479441"/>
                  </a:lnTo>
                  <a:lnTo>
                    <a:pt x="352206" y="477975"/>
                  </a:lnTo>
                  <a:lnTo>
                    <a:pt x="352771" y="476980"/>
                  </a:lnTo>
                  <a:lnTo>
                    <a:pt x="358374" y="474598"/>
                  </a:lnTo>
                  <a:lnTo>
                    <a:pt x="356232" y="470484"/>
                  </a:lnTo>
                  <a:lnTo>
                    <a:pt x="356074" y="469278"/>
                  </a:lnTo>
                  <a:lnTo>
                    <a:pt x="352631" y="463417"/>
                  </a:lnTo>
                  <a:lnTo>
                    <a:pt x="363268" y="459206"/>
                  </a:lnTo>
                  <a:lnTo>
                    <a:pt x="371389" y="451573"/>
                  </a:lnTo>
                  <a:lnTo>
                    <a:pt x="372631" y="450410"/>
                  </a:lnTo>
                  <a:lnTo>
                    <a:pt x="375135" y="448051"/>
                  </a:lnTo>
                  <a:lnTo>
                    <a:pt x="378512" y="448178"/>
                  </a:lnTo>
                  <a:lnTo>
                    <a:pt x="381563" y="448295"/>
                  </a:lnTo>
                  <a:lnTo>
                    <a:pt x="382644" y="448242"/>
                  </a:lnTo>
                  <a:lnTo>
                    <a:pt x="387525" y="447995"/>
                  </a:lnTo>
                  <a:lnTo>
                    <a:pt x="391764" y="453868"/>
                  </a:lnTo>
                  <a:lnTo>
                    <a:pt x="394866" y="453959"/>
                  </a:lnTo>
                  <a:lnTo>
                    <a:pt x="395433" y="453977"/>
                  </a:lnTo>
                  <a:lnTo>
                    <a:pt x="395944" y="453992"/>
                  </a:lnTo>
                  <a:lnTo>
                    <a:pt x="396412" y="454007"/>
                  </a:lnTo>
                  <a:lnTo>
                    <a:pt x="396950" y="454023"/>
                  </a:lnTo>
                  <a:lnTo>
                    <a:pt x="399352" y="454094"/>
                  </a:lnTo>
                  <a:lnTo>
                    <a:pt x="407756" y="453715"/>
                  </a:lnTo>
                  <a:lnTo>
                    <a:pt x="411396" y="448955"/>
                  </a:lnTo>
                  <a:lnTo>
                    <a:pt x="416922" y="441719"/>
                  </a:lnTo>
                  <a:lnTo>
                    <a:pt x="417050" y="441553"/>
                  </a:lnTo>
                  <a:lnTo>
                    <a:pt x="417202" y="441351"/>
                  </a:lnTo>
                  <a:lnTo>
                    <a:pt x="417512" y="440947"/>
                  </a:lnTo>
                  <a:lnTo>
                    <a:pt x="417794" y="440581"/>
                  </a:lnTo>
                  <a:lnTo>
                    <a:pt x="417902" y="440440"/>
                  </a:lnTo>
                  <a:lnTo>
                    <a:pt x="418212" y="440036"/>
                  </a:lnTo>
                  <a:lnTo>
                    <a:pt x="418521" y="439632"/>
                  </a:lnTo>
                  <a:lnTo>
                    <a:pt x="419065" y="438922"/>
                  </a:lnTo>
                  <a:lnTo>
                    <a:pt x="419378" y="438513"/>
                  </a:lnTo>
                  <a:lnTo>
                    <a:pt x="419693" y="438107"/>
                  </a:lnTo>
                  <a:lnTo>
                    <a:pt x="420236" y="437397"/>
                  </a:lnTo>
                  <a:lnTo>
                    <a:pt x="420545" y="436990"/>
                  </a:lnTo>
                  <a:lnTo>
                    <a:pt x="420699" y="436789"/>
                  </a:lnTo>
                  <a:lnTo>
                    <a:pt x="420933" y="436484"/>
                  </a:lnTo>
                  <a:lnTo>
                    <a:pt x="421098" y="436269"/>
                  </a:lnTo>
                  <a:lnTo>
                    <a:pt x="421220" y="436114"/>
                  </a:lnTo>
                  <a:lnTo>
                    <a:pt x="421640" y="435576"/>
                  </a:lnTo>
                  <a:lnTo>
                    <a:pt x="422227" y="434815"/>
                  </a:lnTo>
                  <a:lnTo>
                    <a:pt x="424901" y="432140"/>
                  </a:lnTo>
                  <a:lnTo>
                    <a:pt x="425277" y="431632"/>
                  </a:lnTo>
                  <a:lnTo>
                    <a:pt x="425836" y="430934"/>
                  </a:lnTo>
                  <a:lnTo>
                    <a:pt x="427072" y="428944"/>
                  </a:lnTo>
                  <a:lnTo>
                    <a:pt x="427621" y="428104"/>
                  </a:lnTo>
                  <a:lnTo>
                    <a:pt x="427907" y="427829"/>
                  </a:lnTo>
                  <a:lnTo>
                    <a:pt x="428677" y="426770"/>
                  </a:lnTo>
                  <a:lnTo>
                    <a:pt x="428885" y="426387"/>
                  </a:lnTo>
                  <a:lnTo>
                    <a:pt x="429270" y="426340"/>
                  </a:lnTo>
                  <a:lnTo>
                    <a:pt x="429417" y="426260"/>
                  </a:lnTo>
                  <a:lnTo>
                    <a:pt x="429508" y="426056"/>
                  </a:lnTo>
                  <a:lnTo>
                    <a:pt x="429678" y="425886"/>
                  </a:lnTo>
                  <a:lnTo>
                    <a:pt x="429826" y="425717"/>
                  </a:lnTo>
                  <a:lnTo>
                    <a:pt x="429942" y="425584"/>
                  </a:lnTo>
                  <a:lnTo>
                    <a:pt x="430025" y="425438"/>
                  </a:lnTo>
                  <a:lnTo>
                    <a:pt x="430289" y="425266"/>
                  </a:lnTo>
                  <a:lnTo>
                    <a:pt x="430332" y="425127"/>
                  </a:lnTo>
                  <a:lnTo>
                    <a:pt x="430488" y="424634"/>
                  </a:lnTo>
                  <a:lnTo>
                    <a:pt x="430483" y="424505"/>
                  </a:lnTo>
                  <a:lnTo>
                    <a:pt x="430539" y="424267"/>
                  </a:lnTo>
                  <a:lnTo>
                    <a:pt x="430782" y="423752"/>
                  </a:lnTo>
                  <a:lnTo>
                    <a:pt x="431216" y="423591"/>
                  </a:lnTo>
                  <a:lnTo>
                    <a:pt x="431472" y="423357"/>
                  </a:lnTo>
                  <a:lnTo>
                    <a:pt x="431630" y="423203"/>
                  </a:lnTo>
                  <a:lnTo>
                    <a:pt x="432090" y="422726"/>
                  </a:lnTo>
                  <a:lnTo>
                    <a:pt x="432296" y="422539"/>
                  </a:lnTo>
                  <a:lnTo>
                    <a:pt x="432541" y="422316"/>
                  </a:lnTo>
                  <a:lnTo>
                    <a:pt x="434478" y="421257"/>
                  </a:lnTo>
                  <a:lnTo>
                    <a:pt x="434642" y="421161"/>
                  </a:lnTo>
                  <a:lnTo>
                    <a:pt x="436110" y="420297"/>
                  </a:lnTo>
                  <a:lnTo>
                    <a:pt x="436910" y="419290"/>
                  </a:lnTo>
                  <a:lnTo>
                    <a:pt x="437108" y="419127"/>
                  </a:lnTo>
                  <a:lnTo>
                    <a:pt x="437759" y="418290"/>
                  </a:lnTo>
                  <a:lnTo>
                    <a:pt x="438388" y="417488"/>
                  </a:lnTo>
                  <a:lnTo>
                    <a:pt x="438512" y="417328"/>
                  </a:lnTo>
                  <a:lnTo>
                    <a:pt x="438874" y="416867"/>
                  </a:lnTo>
                  <a:lnTo>
                    <a:pt x="439556" y="416000"/>
                  </a:lnTo>
                  <a:lnTo>
                    <a:pt x="439925" y="415534"/>
                  </a:lnTo>
                  <a:lnTo>
                    <a:pt x="440428" y="414888"/>
                  </a:lnTo>
                  <a:lnTo>
                    <a:pt x="441151" y="413967"/>
                  </a:lnTo>
                  <a:lnTo>
                    <a:pt x="441755" y="413254"/>
                  </a:lnTo>
                  <a:lnTo>
                    <a:pt x="441907" y="413178"/>
                  </a:lnTo>
                  <a:lnTo>
                    <a:pt x="443047" y="412794"/>
                  </a:lnTo>
                  <a:lnTo>
                    <a:pt x="443324" y="412702"/>
                  </a:lnTo>
                  <a:lnTo>
                    <a:pt x="445974" y="411998"/>
                  </a:lnTo>
                  <a:lnTo>
                    <a:pt x="451261" y="409664"/>
                  </a:lnTo>
                  <a:lnTo>
                    <a:pt x="455630" y="408832"/>
                  </a:lnTo>
                  <a:lnTo>
                    <a:pt x="466301" y="406806"/>
                  </a:lnTo>
                  <a:lnTo>
                    <a:pt x="466474" y="406771"/>
                  </a:lnTo>
                  <a:lnTo>
                    <a:pt x="466698" y="406730"/>
                  </a:lnTo>
                  <a:lnTo>
                    <a:pt x="467011" y="406763"/>
                  </a:lnTo>
                  <a:lnTo>
                    <a:pt x="476388" y="407842"/>
                  </a:lnTo>
                  <a:lnTo>
                    <a:pt x="488912" y="407394"/>
                  </a:lnTo>
                  <a:lnTo>
                    <a:pt x="495083" y="407173"/>
                  </a:lnTo>
                  <a:lnTo>
                    <a:pt x="496274" y="407129"/>
                  </a:lnTo>
                  <a:lnTo>
                    <a:pt x="497665" y="407081"/>
                  </a:lnTo>
                  <a:lnTo>
                    <a:pt x="498017" y="407066"/>
                  </a:lnTo>
                  <a:lnTo>
                    <a:pt x="499238" y="407078"/>
                  </a:lnTo>
                  <a:lnTo>
                    <a:pt x="501515" y="407165"/>
                  </a:lnTo>
                  <a:lnTo>
                    <a:pt x="507543" y="407391"/>
                  </a:lnTo>
                  <a:lnTo>
                    <a:pt x="510159" y="407488"/>
                  </a:lnTo>
                  <a:lnTo>
                    <a:pt x="511971" y="407548"/>
                  </a:lnTo>
                  <a:lnTo>
                    <a:pt x="512681" y="407577"/>
                  </a:lnTo>
                  <a:lnTo>
                    <a:pt x="513760" y="407623"/>
                  </a:lnTo>
                  <a:lnTo>
                    <a:pt x="515175" y="407681"/>
                  </a:lnTo>
                  <a:lnTo>
                    <a:pt x="517533" y="407783"/>
                  </a:lnTo>
                  <a:lnTo>
                    <a:pt x="520012" y="407890"/>
                  </a:lnTo>
                  <a:lnTo>
                    <a:pt x="525518" y="408776"/>
                  </a:lnTo>
                  <a:lnTo>
                    <a:pt x="529915" y="409486"/>
                  </a:lnTo>
                  <a:lnTo>
                    <a:pt x="531712" y="409776"/>
                  </a:lnTo>
                  <a:lnTo>
                    <a:pt x="532658" y="409928"/>
                  </a:lnTo>
                  <a:lnTo>
                    <a:pt x="535933" y="416519"/>
                  </a:lnTo>
                  <a:lnTo>
                    <a:pt x="537600" y="416753"/>
                  </a:lnTo>
                  <a:lnTo>
                    <a:pt x="542783" y="417038"/>
                  </a:lnTo>
                  <a:lnTo>
                    <a:pt x="545633" y="416692"/>
                  </a:lnTo>
                  <a:lnTo>
                    <a:pt x="547213" y="416435"/>
                  </a:lnTo>
                  <a:lnTo>
                    <a:pt x="547345" y="416412"/>
                  </a:lnTo>
                  <a:lnTo>
                    <a:pt x="547628" y="416384"/>
                  </a:lnTo>
                  <a:lnTo>
                    <a:pt x="547959" y="416343"/>
                  </a:lnTo>
                  <a:lnTo>
                    <a:pt x="548284" y="416308"/>
                  </a:lnTo>
                  <a:lnTo>
                    <a:pt x="548567" y="416275"/>
                  </a:lnTo>
                  <a:lnTo>
                    <a:pt x="548811" y="416247"/>
                  </a:lnTo>
                  <a:lnTo>
                    <a:pt x="549241" y="416170"/>
                  </a:lnTo>
                  <a:lnTo>
                    <a:pt x="549394" y="416165"/>
                  </a:lnTo>
                  <a:lnTo>
                    <a:pt x="549531" y="416079"/>
                  </a:lnTo>
                  <a:lnTo>
                    <a:pt x="549755" y="415893"/>
                  </a:lnTo>
                  <a:lnTo>
                    <a:pt x="551648" y="414829"/>
                  </a:lnTo>
                  <a:lnTo>
                    <a:pt x="553457" y="413829"/>
                  </a:lnTo>
                  <a:lnTo>
                    <a:pt x="554585" y="413206"/>
                  </a:lnTo>
                  <a:lnTo>
                    <a:pt x="555211" y="412860"/>
                  </a:lnTo>
                  <a:lnTo>
                    <a:pt x="555763" y="412675"/>
                  </a:lnTo>
                  <a:lnTo>
                    <a:pt x="556466" y="412436"/>
                  </a:lnTo>
                  <a:lnTo>
                    <a:pt x="558112" y="411828"/>
                  </a:lnTo>
                  <a:lnTo>
                    <a:pt x="558428" y="411713"/>
                  </a:lnTo>
                  <a:lnTo>
                    <a:pt x="558690" y="411617"/>
                  </a:lnTo>
                  <a:lnTo>
                    <a:pt x="559165" y="411398"/>
                  </a:lnTo>
                  <a:lnTo>
                    <a:pt x="560374" y="410958"/>
                  </a:lnTo>
                  <a:lnTo>
                    <a:pt x="561046" y="410713"/>
                  </a:lnTo>
                  <a:lnTo>
                    <a:pt x="561608" y="410342"/>
                  </a:lnTo>
                  <a:lnTo>
                    <a:pt x="563896" y="408520"/>
                  </a:lnTo>
                  <a:lnTo>
                    <a:pt x="566389" y="406533"/>
                  </a:lnTo>
                  <a:lnTo>
                    <a:pt x="567850" y="404754"/>
                  </a:lnTo>
                  <a:lnTo>
                    <a:pt x="572545" y="399041"/>
                  </a:lnTo>
                  <a:lnTo>
                    <a:pt x="572733" y="398614"/>
                  </a:lnTo>
                  <a:lnTo>
                    <a:pt x="572982" y="398041"/>
                  </a:lnTo>
                  <a:lnTo>
                    <a:pt x="573344" y="397220"/>
                  </a:lnTo>
                  <a:lnTo>
                    <a:pt x="573616" y="396596"/>
                  </a:lnTo>
                  <a:lnTo>
                    <a:pt x="574120" y="395454"/>
                  </a:lnTo>
                  <a:lnTo>
                    <a:pt x="574356" y="394914"/>
                  </a:lnTo>
                  <a:lnTo>
                    <a:pt x="574707" y="394113"/>
                  </a:lnTo>
                  <a:lnTo>
                    <a:pt x="575054" y="393321"/>
                  </a:lnTo>
                  <a:lnTo>
                    <a:pt x="574629" y="392476"/>
                  </a:lnTo>
                  <a:lnTo>
                    <a:pt x="574369" y="391960"/>
                  </a:lnTo>
                  <a:lnTo>
                    <a:pt x="573438" y="390115"/>
                  </a:lnTo>
                  <a:lnTo>
                    <a:pt x="574629" y="386822"/>
                  </a:lnTo>
                  <a:lnTo>
                    <a:pt x="575624" y="384077"/>
                  </a:lnTo>
                  <a:lnTo>
                    <a:pt x="576738" y="381064"/>
                  </a:lnTo>
                  <a:lnTo>
                    <a:pt x="577614" y="378685"/>
                  </a:lnTo>
                  <a:lnTo>
                    <a:pt x="578005" y="378479"/>
                  </a:lnTo>
                  <a:lnTo>
                    <a:pt x="578337" y="376963"/>
                  </a:lnTo>
                  <a:lnTo>
                    <a:pt x="578418" y="376706"/>
                  </a:lnTo>
                  <a:lnTo>
                    <a:pt x="578421" y="376418"/>
                  </a:lnTo>
                  <a:lnTo>
                    <a:pt x="578411" y="376062"/>
                  </a:lnTo>
                  <a:lnTo>
                    <a:pt x="578408" y="375922"/>
                  </a:lnTo>
                  <a:lnTo>
                    <a:pt x="578451" y="375675"/>
                  </a:lnTo>
                  <a:lnTo>
                    <a:pt x="578446" y="375451"/>
                  </a:lnTo>
                  <a:lnTo>
                    <a:pt x="578441" y="375120"/>
                  </a:lnTo>
                  <a:lnTo>
                    <a:pt x="578311" y="374599"/>
                  </a:lnTo>
                  <a:lnTo>
                    <a:pt x="578253" y="374403"/>
                  </a:lnTo>
                  <a:lnTo>
                    <a:pt x="578289" y="374179"/>
                  </a:lnTo>
                  <a:lnTo>
                    <a:pt x="578161" y="373800"/>
                  </a:lnTo>
                  <a:lnTo>
                    <a:pt x="578014" y="373303"/>
                  </a:lnTo>
                  <a:lnTo>
                    <a:pt x="577912" y="373102"/>
                  </a:lnTo>
                  <a:lnTo>
                    <a:pt x="577869" y="372713"/>
                  </a:lnTo>
                  <a:lnTo>
                    <a:pt x="578345" y="372273"/>
                  </a:lnTo>
                  <a:lnTo>
                    <a:pt x="578487" y="372382"/>
                  </a:lnTo>
                  <a:lnTo>
                    <a:pt x="578599" y="372512"/>
                  </a:lnTo>
                  <a:lnTo>
                    <a:pt x="578841" y="372789"/>
                  </a:lnTo>
                  <a:lnTo>
                    <a:pt x="579408" y="373092"/>
                  </a:lnTo>
                  <a:lnTo>
                    <a:pt x="579683" y="373128"/>
                  </a:lnTo>
                  <a:lnTo>
                    <a:pt x="579833" y="373069"/>
                  </a:lnTo>
                  <a:lnTo>
                    <a:pt x="579973" y="373016"/>
                  </a:lnTo>
                  <a:lnTo>
                    <a:pt x="580128" y="372700"/>
                  </a:lnTo>
                  <a:lnTo>
                    <a:pt x="580075" y="372469"/>
                  </a:lnTo>
                  <a:lnTo>
                    <a:pt x="580039" y="372209"/>
                  </a:lnTo>
                  <a:lnTo>
                    <a:pt x="579932" y="372059"/>
                  </a:lnTo>
                  <a:lnTo>
                    <a:pt x="579826" y="371863"/>
                  </a:lnTo>
                  <a:lnTo>
                    <a:pt x="579925" y="371660"/>
                  </a:lnTo>
                  <a:lnTo>
                    <a:pt x="579935" y="371441"/>
                  </a:lnTo>
                  <a:lnTo>
                    <a:pt x="579960" y="371303"/>
                  </a:lnTo>
                  <a:lnTo>
                    <a:pt x="580037" y="370978"/>
                  </a:lnTo>
                  <a:lnTo>
                    <a:pt x="580172" y="370685"/>
                  </a:lnTo>
                  <a:lnTo>
                    <a:pt x="580385" y="370426"/>
                  </a:lnTo>
                  <a:lnTo>
                    <a:pt x="580462" y="370151"/>
                  </a:lnTo>
                  <a:lnTo>
                    <a:pt x="580592" y="369889"/>
                  </a:lnTo>
                  <a:lnTo>
                    <a:pt x="580721" y="369564"/>
                  </a:lnTo>
                  <a:lnTo>
                    <a:pt x="581579" y="367553"/>
                  </a:lnTo>
                  <a:lnTo>
                    <a:pt x="582429" y="368677"/>
                  </a:lnTo>
                  <a:lnTo>
                    <a:pt x="582576" y="367619"/>
                  </a:lnTo>
                  <a:lnTo>
                    <a:pt x="582553" y="367260"/>
                  </a:lnTo>
                  <a:lnTo>
                    <a:pt x="582569" y="367112"/>
                  </a:lnTo>
                  <a:lnTo>
                    <a:pt x="582541" y="366929"/>
                  </a:lnTo>
                  <a:lnTo>
                    <a:pt x="582497" y="366639"/>
                  </a:lnTo>
                  <a:lnTo>
                    <a:pt x="582574" y="366494"/>
                  </a:lnTo>
                  <a:lnTo>
                    <a:pt x="582663" y="366196"/>
                  </a:lnTo>
                  <a:lnTo>
                    <a:pt x="582704" y="365916"/>
                  </a:lnTo>
                  <a:lnTo>
                    <a:pt x="582734" y="365698"/>
                  </a:lnTo>
                  <a:lnTo>
                    <a:pt x="582798" y="365397"/>
                  </a:lnTo>
                  <a:lnTo>
                    <a:pt x="582864" y="365092"/>
                  </a:lnTo>
                  <a:lnTo>
                    <a:pt x="583034" y="364820"/>
                  </a:lnTo>
                  <a:lnTo>
                    <a:pt x="583098" y="364634"/>
                  </a:lnTo>
                  <a:lnTo>
                    <a:pt x="583322" y="364298"/>
                  </a:lnTo>
                  <a:lnTo>
                    <a:pt x="583528" y="364079"/>
                  </a:lnTo>
                  <a:lnTo>
                    <a:pt x="583614" y="363825"/>
                  </a:lnTo>
                  <a:lnTo>
                    <a:pt x="583650" y="363601"/>
                  </a:lnTo>
                  <a:lnTo>
                    <a:pt x="583683" y="363385"/>
                  </a:lnTo>
                  <a:lnTo>
                    <a:pt x="583675" y="363041"/>
                  </a:lnTo>
                  <a:lnTo>
                    <a:pt x="583637" y="362906"/>
                  </a:lnTo>
                  <a:lnTo>
                    <a:pt x="583495" y="362708"/>
                  </a:lnTo>
                  <a:lnTo>
                    <a:pt x="583220" y="362565"/>
                  </a:lnTo>
                  <a:lnTo>
                    <a:pt x="582932" y="362033"/>
                  </a:lnTo>
                  <a:lnTo>
                    <a:pt x="582864" y="361715"/>
                  </a:lnTo>
                  <a:lnTo>
                    <a:pt x="582790" y="361451"/>
                  </a:lnTo>
                  <a:lnTo>
                    <a:pt x="582759" y="361324"/>
                  </a:lnTo>
                  <a:lnTo>
                    <a:pt x="582696" y="361033"/>
                  </a:lnTo>
                  <a:lnTo>
                    <a:pt x="582419" y="359545"/>
                  </a:lnTo>
                  <a:lnTo>
                    <a:pt x="581824" y="359043"/>
                  </a:lnTo>
                  <a:lnTo>
                    <a:pt x="581392" y="358874"/>
                  </a:lnTo>
                  <a:lnTo>
                    <a:pt x="581279" y="358486"/>
                  </a:lnTo>
                  <a:lnTo>
                    <a:pt x="581198" y="357624"/>
                  </a:lnTo>
                  <a:lnTo>
                    <a:pt x="580921" y="357682"/>
                  </a:lnTo>
                  <a:lnTo>
                    <a:pt x="580610" y="357741"/>
                  </a:lnTo>
                  <a:lnTo>
                    <a:pt x="580258" y="357810"/>
                  </a:lnTo>
                  <a:lnTo>
                    <a:pt x="579847" y="357895"/>
                  </a:lnTo>
                  <a:lnTo>
                    <a:pt x="579322" y="357999"/>
                  </a:lnTo>
                  <a:lnTo>
                    <a:pt x="579070" y="358050"/>
                  </a:lnTo>
                  <a:lnTo>
                    <a:pt x="578741" y="358114"/>
                  </a:lnTo>
                  <a:lnTo>
                    <a:pt x="577915" y="356667"/>
                  </a:lnTo>
                  <a:lnTo>
                    <a:pt x="577469" y="356682"/>
                  </a:lnTo>
                  <a:lnTo>
                    <a:pt x="577278" y="356700"/>
                  </a:lnTo>
                  <a:lnTo>
                    <a:pt x="576965" y="356764"/>
                  </a:lnTo>
                  <a:lnTo>
                    <a:pt x="576507" y="356926"/>
                  </a:lnTo>
                  <a:lnTo>
                    <a:pt x="576267" y="356986"/>
                  </a:lnTo>
                  <a:lnTo>
                    <a:pt x="575634" y="357120"/>
                  </a:lnTo>
                  <a:lnTo>
                    <a:pt x="575502" y="357122"/>
                  </a:lnTo>
                  <a:lnTo>
                    <a:pt x="575193" y="357171"/>
                  </a:lnTo>
                  <a:lnTo>
                    <a:pt x="574812" y="357219"/>
                  </a:lnTo>
                  <a:lnTo>
                    <a:pt x="574757" y="356809"/>
                  </a:lnTo>
                  <a:lnTo>
                    <a:pt x="574373" y="356872"/>
                  </a:lnTo>
                  <a:lnTo>
                    <a:pt x="573609" y="356977"/>
                  </a:lnTo>
                  <a:lnTo>
                    <a:pt x="573463" y="357004"/>
                  </a:lnTo>
                  <a:lnTo>
                    <a:pt x="573220" y="357144"/>
                  </a:lnTo>
                  <a:lnTo>
                    <a:pt x="572454" y="357371"/>
                  </a:lnTo>
                  <a:lnTo>
                    <a:pt x="572187" y="357336"/>
                  </a:lnTo>
                  <a:lnTo>
                    <a:pt x="572286" y="357055"/>
                  </a:lnTo>
                  <a:lnTo>
                    <a:pt x="572229" y="356706"/>
                  </a:lnTo>
                  <a:lnTo>
                    <a:pt x="571967" y="356470"/>
                  </a:lnTo>
                  <a:lnTo>
                    <a:pt x="571734" y="356252"/>
                  </a:lnTo>
                  <a:lnTo>
                    <a:pt x="571982" y="355814"/>
                  </a:lnTo>
                  <a:lnTo>
                    <a:pt x="571508" y="355425"/>
                  </a:lnTo>
                  <a:lnTo>
                    <a:pt x="571268" y="355117"/>
                  </a:lnTo>
                  <a:lnTo>
                    <a:pt x="570982" y="354767"/>
                  </a:lnTo>
                  <a:lnTo>
                    <a:pt x="570843" y="354771"/>
                  </a:lnTo>
                  <a:lnTo>
                    <a:pt x="570701" y="354675"/>
                  </a:lnTo>
                  <a:lnTo>
                    <a:pt x="570731" y="354458"/>
                  </a:lnTo>
                  <a:lnTo>
                    <a:pt x="570444" y="354341"/>
                  </a:lnTo>
                  <a:lnTo>
                    <a:pt x="570149" y="354054"/>
                  </a:lnTo>
                  <a:lnTo>
                    <a:pt x="569963" y="353916"/>
                  </a:lnTo>
                  <a:lnTo>
                    <a:pt x="569701" y="353774"/>
                  </a:lnTo>
                  <a:lnTo>
                    <a:pt x="569497" y="353667"/>
                  </a:lnTo>
                  <a:lnTo>
                    <a:pt x="569141" y="353382"/>
                  </a:lnTo>
                  <a:lnTo>
                    <a:pt x="569070" y="353161"/>
                  </a:lnTo>
                  <a:lnTo>
                    <a:pt x="568978" y="352789"/>
                  </a:lnTo>
                  <a:lnTo>
                    <a:pt x="568920" y="352555"/>
                  </a:lnTo>
                  <a:lnTo>
                    <a:pt x="568825" y="352171"/>
                  </a:lnTo>
                  <a:lnTo>
                    <a:pt x="568690" y="351626"/>
                  </a:lnTo>
                  <a:lnTo>
                    <a:pt x="567736" y="347758"/>
                  </a:lnTo>
                  <a:lnTo>
                    <a:pt x="567703" y="347624"/>
                  </a:lnTo>
                  <a:lnTo>
                    <a:pt x="567329" y="346987"/>
                  </a:lnTo>
                  <a:lnTo>
                    <a:pt x="566454" y="345501"/>
                  </a:lnTo>
                  <a:lnTo>
                    <a:pt x="564204" y="341682"/>
                  </a:lnTo>
                  <a:lnTo>
                    <a:pt x="563819" y="341143"/>
                  </a:lnTo>
                  <a:lnTo>
                    <a:pt x="563105" y="340143"/>
                  </a:lnTo>
                  <a:lnTo>
                    <a:pt x="562956" y="339774"/>
                  </a:lnTo>
                  <a:lnTo>
                    <a:pt x="562682" y="339550"/>
                  </a:lnTo>
                  <a:lnTo>
                    <a:pt x="561693" y="337934"/>
                  </a:lnTo>
                  <a:lnTo>
                    <a:pt x="560619" y="336333"/>
                  </a:lnTo>
                  <a:lnTo>
                    <a:pt x="560149" y="335632"/>
                  </a:lnTo>
                  <a:lnTo>
                    <a:pt x="559479" y="334633"/>
                  </a:lnTo>
                  <a:lnTo>
                    <a:pt x="558771" y="333583"/>
                  </a:lnTo>
                  <a:lnTo>
                    <a:pt x="556451" y="330117"/>
                  </a:lnTo>
                  <a:lnTo>
                    <a:pt x="556318" y="329921"/>
                  </a:lnTo>
                  <a:lnTo>
                    <a:pt x="552244" y="330040"/>
                  </a:lnTo>
                  <a:lnTo>
                    <a:pt x="545687" y="315430"/>
                  </a:lnTo>
                  <a:lnTo>
                    <a:pt x="545621" y="315285"/>
                  </a:lnTo>
                  <a:lnTo>
                    <a:pt x="555036" y="307602"/>
                  </a:lnTo>
                  <a:lnTo>
                    <a:pt x="563519" y="307229"/>
                  </a:lnTo>
                  <a:lnTo>
                    <a:pt x="564395" y="307190"/>
                  </a:lnTo>
                  <a:lnTo>
                    <a:pt x="565163" y="306325"/>
                  </a:lnTo>
                  <a:lnTo>
                    <a:pt x="565903" y="305386"/>
                  </a:lnTo>
                  <a:lnTo>
                    <a:pt x="567260" y="303663"/>
                  </a:lnTo>
                  <a:lnTo>
                    <a:pt x="567963" y="303765"/>
                  </a:lnTo>
                  <a:lnTo>
                    <a:pt x="568217" y="303745"/>
                  </a:lnTo>
                  <a:lnTo>
                    <a:pt x="568354" y="303798"/>
                  </a:lnTo>
                  <a:lnTo>
                    <a:pt x="568482" y="303923"/>
                  </a:lnTo>
                  <a:lnTo>
                    <a:pt x="568726" y="304027"/>
                  </a:lnTo>
                  <a:lnTo>
                    <a:pt x="569036" y="304182"/>
                  </a:lnTo>
                  <a:lnTo>
                    <a:pt x="569344" y="304317"/>
                  </a:lnTo>
                  <a:lnTo>
                    <a:pt x="569242" y="304854"/>
                  </a:lnTo>
                  <a:lnTo>
                    <a:pt x="569253" y="305040"/>
                  </a:lnTo>
                  <a:lnTo>
                    <a:pt x="569533" y="305208"/>
                  </a:lnTo>
                  <a:lnTo>
                    <a:pt x="569820" y="305320"/>
                  </a:lnTo>
                  <a:lnTo>
                    <a:pt x="570184" y="305478"/>
                  </a:lnTo>
                  <a:lnTo>
                    <a:pt x="570438" y="305539"/>
                  </a:lnTo>
                  <a:lnTo>
                    <a:pt x="570571" y="305536"/>
                  </a:lnTo>
                  <a:lnTo>
                    <a:pt x="570800" y="305498"/>
                  </a:lnTo>
                  <a:lnTo>
                    <a:pt x="571207" y="305424"/>
                  </a:lnTo>
                  <a:lnTo>
                    <a:pt x="571527" y="305366"/>
                  </a:lnTo>
                  <a:lnTo>
                    <a:pt x="571792" y="305312"/>
                  </a:lnTo>
                  <a:lnTo>
                    <a:pt x="572092" y="305259"/>
                  </a:lnTo>
                  <a:lnTo>
                    <a:pt x="572421" y="305236"/>
                  </a:lnTo>
                  <a:lnTo>
                    <a:pt x="572680" y="305340"/>
                  </a:lnTo>
                  <a:lnTo>
                    <a:pt x="573064" y="305526"/>
                  </a:lnTo>
                  <a:lnTo>
                    <a:pt x="573344" y="305429"/>
                  </a:lnTo>
                  <a:lnTo>
                    <a:pt x="573708" y="305386"/>
                  </a:lnTo>
                  <a:lnTo>
                    <a:pt x="574059" y="305335"/>
                  </a:lnTo>
                  <a:lnTo>
                    <a:pt x="574273" y="305325"/>
                  </a:lnTo>
                  <a:lnTo>
                    <a:pt x="575337" y="305373"/>
                  </a:lnTo>
                  <a:lnTo>
                    <a:pt x="575469" y="305455"/>
                  </a:lnTo>
                  <a:lnTo>
                    <a:pt x="575625" y="305452"/>
                  </a:lnTo>
                  <a:lnTo>
                    <a:pt x="575764" y="305457"/>
                  </a:lnTo>
                  <a:lnTo>
                    <a:pt x="576207" y="305389"/>
                  </a:lnTo>
                  <a:lnTo>
                    <a:pt x="585726" y="302768"/>
                  </a:lnTo>
                  <a:lnTo>
                    <a:pt x="590856" y="301337"/>
                  </a:lnTo>
                  <a:lnTo>
                    <a:pt x="591214" y="301237"/>
                  </a:lnTo>
                  <a:lnTo>
                    <a:pt x="595037" y="300167"/>
                  </a:lnTo>
                  <a:lnTo>
                    <a:pt x="605389" y="297272"/>
                  </a:lnTo>
                  <a:lnTo>
                    <a:pt x="604408" y="296882"/>
                  </a:lnTo>
                  <a:lnTo>
                    <a:pt x="602615" y="296181"/>
                  </a:lnTo>
                  <a:lnTo>
                    <a:pt x="601095" y="295582"/>
                  </a:lnTo>
                  <a:lnTo>
                    <a:pt x="600802" y="294206"/>
                  </a:lnTo>
                  <a:lnTo>
                    <a:pt x="600430" y="292464"/>
                  </a:lnTo>
                  <a:lnTo>
                    <a:pt x="600491" y="292008"/>
                  </a:lnTo>
                  <a:lnTo>
                    <a:pt x="600688" y="290523"/>
                  </a:lnTo>
                  <a:lnTo>
                    <a:pt x="600767" y="289933"/>
                  </a:lnTo>
                  <a:lnTo>
                    <a:pt x="600806" y="289657"/>
                  </a:lnTo>
                  <a:lnTo>
                    <a:pt x="601032" y="287107"/>
                  </a:lnTo>
                  <a:lnTo>
                    <a:pt x="601258" y="284745"/>
                  </a:lnTo>
                  <a:lnTo>
                    <a:pt x="601325" y="283954"/>
                  </a:lnTo>
                  <a:lnTo>
                    <a:pt x="601596" y="280741"/>
                  </a:lnTo>
                  <a:lnTo>
                    <a:pt x="601628" y="280432"/>
                  </a:lnTo>
                  <a:lnTo>
                    <a:pt x="602732" y="277660"/>
                  </a:lnTo>
                  <a:lnTo>
                    <a:pt x="599093" y="274438"/>
                  </a:lnTo>
                  <a:lnTo>
                    <a:pt x="597298" y="272854"/>
                  </a:lnTo>
                  <a:lnTo>
                    <a:pt x="597878" y="271940"/>
                  </a:lnTo>
                  <a:lnTo>
                    <a:pt x="599182" y="269882"/>
                  </a:lnTo>
                  <a:lnTo>
                    <a:pt x="599397" y="269541"/>
                  </a:lnTo>
                  <a:lnTo>
                    <a:pt x="601019" y="269158"/>
                  </a:lnTo>
                  <a:lnTo>
                    <a:pt x="601115" y="268466"/>
                  </a:lnTo>
                  <a:lnTo>
                    <a:pt x="600802" y="265200"/>
                  </a:lnTo>
                  <a:lnTo>
                    <a:pt x="599901" y="264016"/>
                  </a:lnTo>
                  <a:lnTo>
                    <a:pt x="599528" y="263527"/>
                  </a:lnTo>
                  <a:lnTo>
                    <a:pt x="599342" y="263283"/>
                  </a:lnTo>
                  <a:lnTo>
                    <a:pt x="598385" y="262021"/>
                  </a:lnTo>
                  <a:lnTo>
                    <a:pt x="597866" y="261339"/>
                  </a:lnTo>
                  <a:lnTo>
                    <a:pt x="597259" y="260542"/>
                  </a:lnTo>
                  <a:lnTo>
                    <a:pt x="596383" y="259389"/>
                  </a:lnTo>
                  <a:lnTo>
                    <a:pt x="596020" y="258914"/>
                  </a:lnTo>
                  <a:lnTo>
                    <a:pt x="595739" y="258897"/>
                  </a:lnTo>
                  <a:lnTo>
                    <a:pt x="595376" y="258876"/>
                  </a:lnTo>
                  <a:lnTo>
                    <a:pt x="592210" y="258668"/>
                  </a:lnTo>
                  <a:lnTo>
                    <a:pt x="591048" y="258593"/>
                  </a:lnTo>
                  <a:lnTo>
                    <a:pt x="590818" y="258577"/>
                  </a:lnTo>
                  <a:lnTo>
                    <a:pt x="589467" y="258490"/>
                  </a:lnTo>
                  <a:lnTo>
                    <a:pt x="587831" y="258384"/>
                  </a:lnTo>
                  <a:lnTo>
                    <a:pt x="586019" y="259391"/>
                  </a:lnTo>
                  <a:lnTo>
                    <a:pt x="584315" y="260334"/>
                  </a:lnTo>
                  <a:lnTo>
                    <a:pt x="583894" y="260288"/>
                  </a:lnTo>
                  <a:lnTo>
                    <a:pt x="583493" y="260055"/>
                  </a:lnTo>
                  <a:lnTo>
                    <a:pt x="583125" y="259853"/>
                  </a:lnTo>
                  <a:lnTo>
                    <a:pt x="583010" y="259682"/>
                  </a:lnTo>
                  <a:lnTo>
                    <a:pt x="582437" y="258826"/>
                  </a:lnTo>
                  <a:lnTo>
                    <a:pt x="582097" y="258222"/>
                  </a:lnTo>
                  <a:lnTo>
                    <a:pt x="578942" y="255509"/>
                  </a:lnTo>
                  <a:lnTo>
                    <a:pt x="578139" y="255024"/>
                  </a:lnTo>
                  <a:lnTo>
                    <a:pt x="577970" y="254995"/>
                  </a:lnTo>
                  <a:lnTo>
                    <a:pt x="577244" y="248044"/>
                  </a:lnTo>
                  <a:lnTo>
                    <a:pt x="578115" y="248414"/>
                  </a:lnTo>
                  <a:lnTo>
                    <a:pt x="578268" y="248536"/>
                  </a:lnTo>
                  <a:lnTo>
                    <a:pt x="578577" y="248773"/>
                  </a:lnTo>
                  <a:lnTo>
                    <a:pt x="578850" y="248977"/>
                  </a:lnTo>
                  <a:lnTo>
                    <a:pt x="579050" y="248718"/>
                  </a:lnTo>
                  <a:lnTo>
                    <a:pt x="579188" y="248537"/>
                  </a:lnTo>
                  <a:lnTo>
                    <a:pt x="579354" y="248324"/>
                  </a:lnTo>
                  <a:lnTo>
                    <a:pt x="579157" y="248171"/>
                  </a:lnTo>
                  <a:lnTo>
                    <a:pt x="578950" y="248015"/>
                  </a:lnTo>
                  <a:lnTo>
                    <a:pt x="580599" y="240519"/>
                  </a:lnTo>
                  <a:lnTo>
                    <a:pt x="581198" y="240029"/>
                  </a:lnTo>
                  <a:lnTo>
                    <a:pt x="581400" y="239766"/>
                  </a:lnTo>
                  <a:lnTo>
                    <a:pt x="583136" y="239455"/>
                  </a:lnTo>
                  <a:lnTo>
                    <a:pt x="585503" y="241356"/>
                  </a:lnTo>
                  <a:lnTo>
                    <a:pt x="585649" y="240886"/>
                  </a:lnTo>
                  <a:lnTo>
                    <a:pt x="585806" y="240373"/>
                  </a:lnTo>
                  <a:lnTo>
                    <a:pt x="586186" y="239154"/>
                  </a:lnTo>
                  <a:lnTo>
                    <a:pt x="586174" y="238884"/>
                  </a:lnTo>
                  <a:lnTo>
                    <a:pt x="584906" y="238777"/>
                  </a:lnTo>
                  <a:lnTo>
                    <a:pt x="583975" y="238283"/>
                  </a:lnTo>
                  <a:lnTo>
                    <a:pt x="581704" y="235626"/>
                  </a:lnTo>
                  <a:lnTo>
                    <a:pt x="582304" y="234978"/>
                  </a:lnTo>
                  <a:lnTo>
                    <a:pt x="582708" y="234957"/>
                  </a:lnTo>
                  <a:lnTo>
                    <a:pt x="583967" y="232312"/>
                  </a:lnTo>
                  <a:lnTo>
                    <a:pt x="584073" y="232030"/>
                  </a:lnTo>
                  <a:lnTo>
                    <a:pt x="584136" y="231863"/>
                  </a:lnTo>
                  <a:lnTo>
                    <a:pt x="583743" y="231708"/>
                  </a:lnTo>
                  <a:lnTo>
                    <a:pt x="583591" y="231647"/>
                  </a:lnTo>
                  <a:lnTo>
                    <a:pt x="583394" y="231569"/>
                  </a:lnTo>
                  <a:lnTo>
                    <a:pt x="583091" y="231449"/>
                  </a:lnTo>
                  <a:lnTo>
                    <a:pt x="582759" y="231501"/>
                  </a:lnTo>
                  <a:lnTo>
                    <a:pt x="582516" y="231539"/>
                  </a:lnTo>
                  <a:lnTo>
                    <a:pt x="582344" y="231566"/>
                  </a:lnTo>
                  <a:lnTo>
                    <a:pt x="582030" y="231616"/>
                  </a:lnTo>
                  <a:lnTo>
                    <a:pt x="581537" y="231598"/>
                  </a:lnTo>
                  <a:lnTo>
                    <a:pt x="580911" y="231279"/>
                  </a:lnTo>
                  <a:lnTo>
                    <a:pt x="580837" y="231130"/>
                  </a:lnTo>
                  <a:lnTo>
                    <a:pt x="580577" y="230529"/>
                  </a:lnTo>
                  <a:lnTo>
                    <a:pt x="580520" y="230390"/>
                  </a:lnTo>
                  <a:lnTo>
                    <a:pt x="580357" y="230117"/>
                  </a:lnTo>
                  <a:lnTo>
                    <a:pt x="580188" y="229804"/>
                  </a:lnTo>
                  <a:lnTo>
                    <a:pt x="580103" y="229622"/>
                  </a:lnTo>
                  <a:lnTo>
                    <a:pt x="579990" y="229449"/>
                  </a:lnTo>
                  <a:lnTo>
                    <a:pt x="579733" y="229174"/>
                  </a:lnTo>
                  <a:lnTo>
                    <a:pt x="579513" y="229055"/>
                  </a:lnTo>
                  <a:lnTo>
                    <a:pt x="579175" y="228710"/>
                  </a:lnTo>
                  <a:lnTo>
                    <a:pt x="577801" y="227802"/>
                  </a:lnTo>
                  <a:lnTo>
                    <a:pt x="577876" y="227519"/>
                  </a:lnTo>
                  <a:lnTo>
                    <a:pt x="577902" y="227389"/>
                  </a:lnTo>
                  <a:lnTo>
                    <a:pt x="577867" y="227189"/>
                  </a:lnTo>
                  <a:lnTo>
                    <a:pt x="577816" y="227019"/>
                  </a:lnTo>
                  <a:lnTo>
                    <a:pt x="577771" y="226821"/>
                  </a:lnTo>
                  <a:lnTo>
                    <a:pt x="577786" y="226600"/>
                  </a:lnTo>
                  <a:lnTo>
                    <a:pt x="577898" y="226155"/>
                  </a:lnTo>
                  <a:lnTo>
                    <a:pt x="578098" y="225720"/>
                  </a:lnTo>
                  <a:lnTo>
                    <a:pt x="578205" y="225569"/>
                  </a:lnTo>
                  <a:lnTo>
                    <a:pt x="578561" y="225083"/>
                  </a:lnTo>
                  <a:lnTo>
                    <a:pt x="578734" y="224972"/>
                  </a:lnTo>
                  <a:lnTo>
                    <a:pt x="578964" y="224908"/>
                  </a:lnTo>
                  <a:lnTo>
                    <a:pt x="579286" y="224678"/>
                  </a:lnTo>
                  <a:lnTo>
                    <a:pt x="579164" y="224307"/>
                  </a:lnTo>
                  <a:lnTo>
                    <a:pt x="578923" y="223956"/>
                  </a:lnTo>
                  <a:lnTo>
                    <a:pt x="578804" y="223632"/>
                  </a:lnTo>
                  <a:lnTo>
                    <a:pt x="578159" y="223645"/>
                  </a:lnTo>
                  <a:lnTo>
                    <a:pt x="578111" y="223246"/>
                  </a:lnTo>
                  <a:lnTo>
                    <a:pt x="578042" y="222938"/>
                  </a:lnTo>
                  <a:lnTo>
                    <a:pt x="578014" y="222715"/>
                  </a:lnTo>
                  <a:lnTo>
                    <a:pt x="577999" y="222572"/>
                  </a:lnTo>
                  <a:lnTo>
                    <a:pt x="577900" y="222098"/>
                  </a:lnTo>
                  <a:lnTo>
                    <a:pt x="577782" y="221469"/>
                  </a:lnTo>
                  <a:lnTo>
                    <a:pt x="577719" y="220747"/>
                  </a:lnTo>
                  <a:lnTo>
                    <a:pt x="577630" y="219740"/>
                  </a:lnTo>
                  <a:lnTo>
                    <a:pt x="577451" y="218757"/>
                  </a:lnTo>
                  <a:lnTo>
                    <a:pt x="577397" y="218195"/>
                  </a:lnTo>
                  <a:lnTo>
                    <a:pt x="577370" y="217992"/>
                  </a:lnTo>
                  <a:lnTo>
                    <a:pt x="577158" y="216610"/>
                  </a:lnTo>
                  <a:lnTo>
                    <a:pt x="577108" y="215811"/>
                  </a:lnTo>
                  <a:lnTo>
                    <a:pt x="577082" y="215396"/>
                  </a:lnTo>
                  <a:lnTo>
                    <a:pt x="577022" y="214427"/>
                  </a:lnTo>
                  <a:lnTo>
                    <a:pt x="576989" y="213934"/>
                  </a:lnTo>
                  <a:lnTo>
                    <a:pt x="576892" y="212494"/>
                  </a:lnTo>
                  <a:lnTo>
                    <a:pt x="576806" y="211287"/>
                  </a:lnTo>
                  <a:lnTo>
                    <a:pt x="576741" y="210266"/>
                  </a:lnTo>
                  <a:lnTo>
                    <a:pt x="576500" y="210332"/>
                  </a:lnTo>
                  <a:lnTo>
                    <a:pt x="574627" y="210060"/>
                  </a:lnTo>
                  <a:lnTo>
                    <a:pt x="572740" y="210174"/>
                  </a:lnTo>
                  <a:lnTo>
                    <a:pt x="571866" y="210486"/>
                  </a:lnTo>
                  <a:lnTo>
                    <a:pt x="570907" y="210971"/>
                  </a:lnTo>
                  <a:lnTo>
                    <a:pt x="570162" y="211580"/>
                  </a:lnTo>
                  <a:lnTo>
                    <a:pt x="570073" y="211960"/>
                  </a:lnTo>
                  <a:lnTo>
                    <a:pt x="569742" y="212784"/>
                  </a:lnTo>
                  <a:lnTo>
                    <a:pt x="568541" y="213618"/>
                  </a:lnTo>
                  <a:lnTo>
                    <a:pt x="567300" y="214099"/>
                  </a:lnTo>
                  <a:lnTo>
                    <a:pt x="566497" y="214107"/>
                  </a:lnTo>
                  <a:lnTo>
                    <a:pt x="566137" y="214094"/>
                  </a:lnTo>
                  <a:lnTo>
                    <a:pt x="565471" y="214184"/>
                  </a:lnTo>
                  <a:lnTo>
                    <a:pt x="565217" y="214147"/>
                  </a:lnTo>
                  <a:lnTo>
                    <a:pt x="564148" y="213990"/>
                  </a:lnTo>
                  <a:lnTo>
                    <a:pt x="563463" y="213944"/>
                  </a:lnTo>
                  <a:lnTo>
                    <a:pt x="563081" y="213918"/>
                  </a:lnTo>
                  <a:lnTo>
                    <a:pt x="562061" y="213985"/>
                  </a:lnTo>
                  <a:lnTo>
                    <a:pt x="562038" y="212722"/>
                  </a:lnTo>
                  <a:lnTo>
                    <a:pt x="561948" y="212373"/>
                  </a:lnTo>
                  <a:lnTo>
                    <a:pt x="561448" y="210407"/>
                  </a:lnTo>
                  <a:lnTo>
                    <a:pt x="561285" y="209768"/>
                  </a:lnTo>
                  <a:lnTo>
                    <a:pt x="561141" y="209203"/>
                  </a:lnTo>
                  <a:lnTo>
                    <a:pt x="561062" y="208891"/>
                  </a:lnTo>
                  <a:lnTo>
                    <a:pt x="560963" y="208506"/>
                  </a:lnTo>
                  <a:lnTo>
                    <a:pt x="560839" y="208017"/>
                  </a:lnTo>
                  <a:lnTo>
                    <a:pt x="561713" y="207719"/>
                  </a:lnTo>
                  <a:lnTo>
                    <a:pt x="562566" y="207395"/>
                  </a:lnTo>
                  <a:lnTo>
                    <a:pt x="564197" y="206302"/>
                  </a:lnTo>
                  <a:lnTo>
                    <a:pt x="564727" y="206133"/>
                  </a:lnTo>
                  <a:lnTo>
                    <a:pt x="565463" y="205777"/>
                  </a:lnTo>
                  <a:lnTo>
                    <a:pt x="565747" y="205466"/>
                  </a:lnTo>
                  <a:lnTo>
                    <a:pt x="565707" y="205330"/>
                  </a:lnTo>
                  <a:lnTo>
                    <a:pt x="565395" y="204263"/>
                  </a:lnTo>
                  <a:lnTo>
                    <a:pt x="565309" y="203969"/>
                  </a:lnTo>
                  <a:lnTo>
                    <a:pt x="565114" y="203302"/>
                  </a:lnTo>
                  <a:lnTo>
                    <a:pt x="564888" y="202532"/>
                  </a:lnTo>
                  <a:lnTo>
                    <a:pt x="564709" y="201920"/>
                  </a:lnTo>
                  <a:lnTo>
                    <a:pt x="564646" y="200237"/>
                  </a:lnTo>
                  <a:lnTo>
                    <a:pt x="564540" y="199876"/>
                  </a:lnTo>
                  <a:lnTo>
                    <a:pt x="564437" y="199285"/>
                  </a:lnTo>
                  <a:lnTo>
                    <a:pt x="564303" y="198960"/>
                  </a:lnTo>
                  <a:lnTo>
                    <a:pt x="563971" y="198160"/>
                  </a:lnTo>
                  <a:lnTo>
                    <a:pt x="563716" y="197544"/>
                  </a:lnTo>
                  <a:lnTo>
                    <a:pt x="563403" y="196790"/>
                  </a:lnTo>
                  <a:lnTo>
                    <a:pt x="563327" y="196606"/>
                  </a:lnTo>
                  <a:lnTo>
                    <a:pt x="561811" y="197331"/>
                  </a:lnTo>
                  <a:lnTo>
                    <a:pt x="560590" y="197916"/>
                  </a:lnTo>
                  <a:lnTo>
                    <a:pt x="559767" y="198309"/>
                  </a:lnTo>
                  <a:lnTo>
                    <a:pt x="559591" y="198394"/>
                  </a:lnTo>
                  <a:lnTo>
                    <a:pt x="559411" y="198480"/>
                  </a:lnTo>
                  <a:lnTo>
                    <a:pt x="558611" y="198863"/>
                  </a:lnTo>
                  <a:lnTo>
                    <a:pt x="557174" y="199551"/>
                  </a:lnTo>
                  <a:lnTo>
                    <a:pt x="556024" y="200101"/>
                  </a:lnTo>
                  <a:lnTo>
                    <a:pt x="555368" y="200415"/>
                  </a:lnTo>
                  <a:lnTo>
                    <a:pt x="554668" y="199676"/>
                  </a:lnTo>
                  <a:lnTo>
                    <a:pt x="554085" y="199221"/>
                  </a:lnTo>
                  <a:lnTo>
                    <a:pt x="553902" y="199078"/>
                  </a:lnTo>
                  <a:lnTo>
                    <a:pt x="553080" y="199157"/>
                  </a:lnTo>
                  <a:lnTo>
                    <a:pt x="552293" y="199368"/>
                  </a:lnTo>
                  <a:lnTo>
                    <a:pt x="549088" y="200662"/>
                  </a:lnTo>
                  <a:lnTo>
                    <a:pt x="548687" y="200611"/>
                  </a:lnTo>
                  <a:lnTo>
                    <a:pt x="548536" y="200159"/>
                  </a:lnTo>
                  <a:lnTo>
                    <a:pt x="548388" y="199707"/>
                  </a:lnTo>
                  <a:lnTo>
                    <a:pt x="547871" y="199096"/>
                  </a:lnTo>
                  <a:lnTo>
                    <a:pt x="547313" y="198437"/>
                  </a:lnTo>
                  <a:lnTo>
                    <a:pt x="546992" y="198394"/>
                  </a:lnTo>
                  <a:lnTo>
                    <a:pt x="546708" y="198355"/>
                  </a:lnTo>
                  <a:lnTo>
                    <a:pt x="546548" y="198169"/>
                  </a:lnTo>
                  <a:lnTo>
                    <a:pt x="546299" y="197879"/>
                  </a:lnTo>
                  <a:lnTo>
                    <a:pt x="545674" y="197153"/>
                  </a:lnTo>
                  <a:lnTo>
                    <a:pt x="544847" y="197136"/>
                  </a:lnTo>
                  <a:lnTo>
                    <a:pt x="544709" y="197116"/>
                  </a:lnTo>
                  <a:lnTo>
                    <a:pt x="544491" y="197083"/>
                  </a:lnTo>
                  <a:lnTo>
                    <a:pt x="544279" y="197049"/>
                  </a:lnTo>
                  <a:lnTo>
                    <a:pt x="544058" y="197052"/>
                  </a:lnTo>
                  <a:lnTo>
                    <a:pt x="543770" y="197011"/>
                  </a:lnTo>
                  <a:lnTo>
                    <a:pt x="543531" y="196854"/>
                  </a:lnTo>
                  <a:lnTo>
                    <a:pt x="543218" y="196808"/>
                  </a:lnTo>
                  <a:lnTo>
                    <a:pt x="542811" y="196731"/>
                  </a:lnTo>
                  <a:lnTo>
                    <a:pt x="542310" y="196680"/>
                  </a:lnTo>
                  <a:lnTo>
                    <a:pt x="540832" y="197481"/>
                  </a:lnTo>
                  <a:lnTo>
                    <a:pt x="540346" y="197583"/>
                  </a:lnTo>
                  <a:lnTo>
                    <a:pt x="539311" y="198828"/>
                  </a:lnTo>
                  <a:lnTo>
                    <a:pt x="538955" y="199255"/>
                  </a:lnTo>
                  <a:lnTo>
                    <a:pt x="538206" y="199620"/>
                  </a:lnTo>
                  <a:lnTo>
                    <a:pt x="537811" y="199813"/>
                  </a:lnTo>
                  <a:lnTo>
                    <a:pt x="537488" y="200577"/>
                  </a:lnTo>
                  <a:lnTo>
                    <a:pt x="537953" y="201815"/>
                  </a:lnTo>
                  <a:lnTo>
                    <a:pt x="536184" y="202717"/>
                  </a:lnTo>
                  <a:lnTo>
                    <a:pt x="534645" y="203502"/>
                  </a:lnTo>
                  <a:lnTo>
                    <a:pt x="533953" y="203855"/>
                  </a:lnTo>
                  <a:lnTo>
                    <a:pt x="532695" y="204757"/>
                  </a:lnTo>
                  <a:lnTo>
                    <a:pt x="532170" y="204853"/>
                  </a:lnTo>
                  <a:lnTo>
                    <a:pt x="530185" y="207247"/>
                  </a:lnTo>
                  <a:lnTo>
                    <a:pt x="528478" y="207736"/>
                  </a:lnTo>
                  <a:lnTo>
                    <a:pt x="528028" y="207898"/>
                  </a:lnTo>
                  <a:lnTo>
                    <a:pt x="527899" y="208013"/>
                  </a:lnTo>
                  <a:lnTo>
                    <a:pt x="527650" y="208230"/>
                  </a:lnTo>
                  <a:lnTo>
                    <a:pt x="526752" y="209127"/>
                  </a:lnTo>
                  <a:lnTo>
                    <a:pt x="526264" y="209610"/>
                  </a:lnTo>
                  <a:lnTo>
                    <a:pt x="525683" y="210234"/>
                  </a:lnTo>
                  <a:lnTo>
                    <a:pt x="524536" y="210630"/>
                  </a:lnTo>
                  <a:lnTo>
                    <a:pt x="523637" y="211046"/>
                  </a:lnTo>
                  <a:lnTo>
                    <a:pt x="522743" y="211466"/>
                  </a:lnTo>
                  <a:lnTo>
                    <a:pt x="522563" y="211551"/>
                  </a:lnTo>
                  <a:lnTo>
                    <a:pt x="521730" y="211943"/>
                  </a:lnTo>
                  <a:lnTo>
                    <a:pt x="520794" y="212381"/>
                  </a:lnTo>
                  <a:lnTo>
                    <a:pt x="520403" y="209958"/>
                  </a:lnTo>
                  <a:lnTo>
                    <a:pt x="519493" y="210585"/>
                  </a:lnTo>
                  <a:lnTo>
                    <a:pt x="518405" y="210869"/>
                  </a:lnTo>
                  <a:lnTo>
                    <a:pt x="517106" y="210085"/>
                  </a:lnTo>
                  <a:lnTo>
                    <a:pt x="516113" y="210424"/>
                  </a:lnTo>
                  <a:lnTo>
                    <a:pt x="515954" y="210478"/>
                  </a:lnTo>
                  <a:lnTo>
                    <a:pt x="515370" y="210678"/>
                  </a:lnTo>
                  <a:lnTo>
                    <a:pt x="514067" y="211123"/>
                  </a:lnTo>
                  <a:lnTo>
                    <a:pt x="513139" y="211439"/>
                  </a:lnTo>
                  <a:lnTo>
                    <a:pt x="511471" y="211325"/>
                  </a:lnTo>
                  <a:lnTo>
                    <a:pt x="510912" y="211286"/>
                  </a:lnTo>
                  <a:lnTo>
                    <a:pt x="510089" y="211445"/>
                  </a:lnTo>
                  <a:lnTo>
                    <a:pt x="508997" y="211656"/>
                  </a:lnTo>
                  <a:lnTo>
                    <a:pt x="508045" y="211841"/>
                  </a:lnTo>
                  <a:lnTo>
                    <a:pt x="507044" y="213328"/>
                  </a:lnTo>
                  <a:lnTo>
                    <a:pt x="505457" y="212851"/>
                  </a:lnTo>
                  <a:lnTo>
                    <a:pt x="504401" y="212534"/>
                  </a:lnTo>
                  <a:lnTo>
                    <a:pt x="503258" y="213289"/>
                  </a:lnTo>
                  <a:lnTo>
                    <a:pt x="502062" y="214080"/>
                  </a:lnTo>
                  <a:lnTo>
                    <a:pt x="501064" y="214739"/>
                  </a:lnTo>
                  <a:lnTo>
                    <a:pt x="500835" y="211095"/>
                  </a:lnTo>
                  <a:lnTo>
                    <a:pt x="500619" y="210035"/>
                  </a:lnTo>
                  <a:lnTo>
                    <a:pt x="500566" y="209776"/>
                  </a:lnTo>
                  <a:lnTo>
                    <a:pt x="500539" y="209639"/>
                  </a:lnTo>
                  <a:lnTo>
                    <a:pt x="500449" y="209192"/>
                  </a:lnTo>
                  <a:lnTo>
                    <a:pt x="500372" y="208967"/>
                  </a:lnTo>
                  <a:lnTo>
                    <a:pt x="500108" y="208172"/>
                  </a:lnTo>
                  <a:lnTo>
                    <a:pt x="499320" y="205808"/>
                  </a:lnTo>
                  <a:lnTo>
                    <a:pt x="499137" y="205871"/>
                  </a:lnTo>
                  <a:lnTo>
                    <a:pt x="497623" y="206396"/>
                  </a:lnTo>
                  <a:lnTo>
                    <a:pt x="496219" y="206883"/>
                  </a:lnTo>
                  <a:lnTo>
                    <a:pt x="495587" y="207102"/>
                  </a:lnTo>
                  <a:lnTo>
                    <a:pt x="495598" y="207386"/>
                  </a:lnTo>
                  <a:lnTo>
                    <a:pt x="495045" y="207815"/>
                  </a:lnTo>
                  <a:lnTo>
                    <a:pt x="494610" y="208152"/>
                  </a:lnTo>
                  <a:lnTo>
                    <a:pt x="493242" y="209211"/>
                  </a:lnTo>
                  <a:lnTo>
                    <a:pt x="493181" y="209792"/>
                  </a:lnTo>
                  <a:lnTo>
                    <a:pt x="493118" y="210347"/>
                  </a:lnTo>
                  <a:lnTo>
                    <a:pt x="493024" y="211147"/>
                  </a:lnTo>
                  <a:lnTo>
                    <a:pt x="492970" y="211608"/>
                  </a:lnTo>
                  <a:lnTo>
                    <a:pt x="492807" y="213154"/>
                  </a:lnTo>
                  <a:lnTo>
                    <a:pt x="491810" y="213717"/>
                  </a:lnTo>
                  <a:lnTo>
                    <a:pt x="491154" y="214364"/>
                  </a:lnTo>
                  <a:lnTo>
                    <a:pt x="489039" y="212003"/>
                  </a:lnTo>
                  <a:lnTo>
                    <a:pt x="488715" y="211366"/>
                  </a:lnTo>
                  <a:lnTo>
                    <a:pt x="488581" y="211206"/>
                  </a:lnTo>
                  <a:lnTo>
                    <a:pt x="486717" y="211968"/>
                  </a:lnTo>
                  <a:lnTo>
                    <a:pt x="485597" y="212137"/>
                  </a:lnTo>
                  <a:lnTo>
                    <a:pt x="484114" y="213066"/>
                  </a:lnTo>
                  <a:lnTo>
                    <a:pt x="483970" y="213156"/>
                  </a:lnTo>
                  <a:lnTo>
                    <a:pt x="483051" y="213739"/>
                  </a:lnTo>
                  <a:lnTo>
                    <a:pt x="482182" y="214492"/>
                  </a:lnTo>
                  <a:lnTo>
                    <a:pt x="480870" y="215467"/>
                  </a:lnTo>
                  <a:lnTo>
                    <a:pt x="479693" y="216377"/>
                  </a:lnTo>
                  <a:lnTo>
                    <a:pt x="478935" y="213986"/>
                  </a:lnTo>
                  <a:lnTo>
                    <a:pt x="478728" y="213533"/>
                  </a:lnTo>
                  <a:lnTo>
                    <a:pt x="476948" y="214187"/>
                  </a:lnTo>
                  <a:lnTo>
                    <a:pt x="474446" y="215107"/>
                  </a:lnTo>
                  <a:lnTo>
                    <a:pt x="473616" y="215969"/>
                  </a:lnTo>
                  <a:lnTo>
                    <a:pt x="473109" y="216496"/>
                  </a:lnTo>
                  <a:lnTo>
                    <a:pt x="472509" y="217120"/>
                  </a:lnTo>
                  <a:lnTo>
                    <a:pt x="471131" y="218227"/>
                  </a:lnTo>
                  <a:lnTo>
                    <a:pt x="468894" y="219548"/>
                  </a:lnTo>
                  <a:lnTo>
                    <a:pt x="466862" y="221726"/>
                  </a:lnTo>
                  <a:lnTo>
                    <a:pt x="465384" y="220647"/>
                  </a:lnTo>
                  <a:lnTo>
                    <a:pt x="461956" y="218145"/>
                  </a:lnTo>
                  <a:lnTo>
                    <a:pt x="459393" y="206102"/>
                  </a:lnTo>
                  <a:lnTo>
                    <a:pt x="459259" y="205476"/>
                  </a:lnTo>
                  <a:lnTo>
                    <a:pt x="457443" y="196940"/>
                  </a:lnTo>
                  <a:lnTo>
                    <a:pt x="454568" y="191164"/>
                  </a:lnTo>
                  <a:lnTo>
                    <a:pt x="453596" y="189211"/>
                  </a:lnTo>
                  <a:lnTo>
                    <a:pt x="452339" y="186685"/>
                  </a:lnTo>
                  <a:lnTo>
                    <a:pt x="456407" y="184668"/>
                  </a:lnTo>
                  <a:lnTo>
                    <a:pt x="457997" y="183879"/>
                  </a:lnTo>
                  <a:lnTo>
                    <a:pt x="458808" y="183478"/>
                  </a:lnTo>
                  <a:lnTo>
                    <a:pt x="461936" y="183118"/>
                  </a:lnTo>
                  <a:lnTo>
                    <a:pt x="462105" y="183098"/>
                  </a:lnTo>
                  <a:lnTo>
                    <a:pt x="464785" y="182790"/>
                  </a:lnTo>
                  <a:lnTo>
                    <a:pt x="465442" y="182714"/>
                  </a:lnTo>
                  <a:lnTo>
                    <a:pt x="468998" y="182305"/>
                  </a:lnTo>
                  <a:lnTo>
                    <a:pt x="469438" y="182254"/>
                  </a:lnTo>
                  <a:lnTo>
                    <a:pt x="473633" y="181772"/>
                  </a:lnTo>
                  <a:lnTo>
                    <a:pt x="478838" y="181753"/>
                  </a:lnTo>
                  <a:lnTo>
                    <a:pt x="480537" y="181747"/>
                  </a:lnTo>
                  <a:lnTo>
                    <a:pt x="482641" y="181740"/>
                  </a:lnTo>
                  <a:lnTo>
                    <a:pt x="486913" y="185065"/>
                  </a:lnTo>
                  <a:lnTo>
                    <a:pt x="487351" y="185094"/>
                  </a:lnTo>
                  <a:lnTo>
                    <a:pt x="487691" y="185117"/>
                  </a:lnTo>
                  <a:lnTo>
                    <a:pt x="489301" y="185226"/>
                  </a:lnTo>
                  <a:lnTo>
                    <a:pt x="499883" y="185941"/>
                  </a:lnTo>
                  <a:lnTo>
                    <a:pt x="500588" y="185988"/>
                  </a:lnTo>
                  <a:lnTo>
                    <a:pt x="501510" y="186050"/>
                  </a:lnTo>
                  <a:lnTo>
                    <a:pt x="508195" y="183134"/>
                  </a:lnTo>
                  <a:lnTo>
                    <a:pt x="508704" y="182911"/>
                  </a:lnTo>
                  <a:lnTo>
                    <a:pt x="513144" y="180975"/>
                  </a:lnTo>
                  <a:lnTo>
                    <a:pt x="513340" y="180930"/>
                  </a:lnTo>
                  <a:lnTo>
                    <a:pt x="514127" y="180749"/>
                  </a:lnTo>
                  <a:lnTo>
                    <a:pt x="517542" y="179964"/>
                  </a:lnTo>
                  <a:lnTo>
                    <a:pt x="517972" y="179865"/>
                  </a:lnTo>
                  <a:lnTo>
                    <a:pt x="526743" y="177849"/>
                  </a:lnTo>
                  <a:lnTo>
                    <a:pt x="538331" y="178266"/>
                  </a:lnTo>
                  <a:lnTo>
                    <a:pt x="545692" y="177571"/>
                  </a:lnTo>
                  <a:lnTo>
                    <a:pt x="547617" y="176598"/>
                  </a:lnTo>
                  <a:lnTo>
                    <a:pt x="547567" y="175692"/>
                  </a:lnTo>
                  <a:lnTo>
                    <a:pt x="547729" y="175116"/>
                  </a:lnTo>
                  <a:lnTo>
                    <a:pt x="547772" y="174966"/>
                  </a:lnTo>
                  <a:lnTo>
                    <a:pt x="547891" y="174555"/>
                  </a:lnTo>
                  <a:lnTo>
                    <a:pt x="548553" y="172256"/>
                  </a:lnTo>
                  <a:lnTo>
                    <a:pt x="548621" y="172028"/>
                  </a:lnTo>
                  <a:lnTo>
                    <a:pt x="549825" y="171658"/>
                  </a:lnTo>
                  <a:lnTo>
                    <a:pt x="551805" y="171054"/>
                  </a:lnTo>
                  <a:lnTo>
                    <a:pt x="552131" y="168684"/>
                  </a:lnTo>
                  <a:lnTo>
                    <a:pt x="552151" y="168540"/>
                  </a:lnTo>
                  <a:lnTo>
                    <a:pt x="552253" y="167780"/>
                  </a:lnTo>
                  <a:lnTo>
                    <a:pt x="551261" y="166789"/>
                  </a:lnTo>
                  <a:lnTo>
                    <a:pt x="550508" y="166038"/>
                  </a:lnTo>
                  <a:lnTo>
                    <a:pt x="548578" y="164103"/>
                  </a:lnTo>
                  <a:lnTo>
                    <a:pt x="548172" y="163702"/>
                  </a:lnTo>
                  <a:lnTo>
                    <a:pt x="547940" y="160983"/>
                  </a:lnTo>
                  <a:lnTo>
                    <a:pt x="547767" y="159035"/>
                  </a:lnTo>
                  <a:lnTo>
                    <a:pt x="547355" y="157659"/>
                  </a:lnTo>
                  <a:lnTo>
                    <a:pt x="547222" y="157371"/>
                  </a:lnTo>
                  <a:lnTo>
                    <a:pt x="547399" y="157137"/>
                  </a:lnTo>
                  <a:lnTo>
                    <a:pt x="547729" y="156712"/>
                  </a:lnTo>
                  <a:lnTo>
                    <a:pt x="548588" y="155602"/>
                  </a:lnTo>
                  <a:lnTo>
                    <a:pt x="549182" y="154835"/>
                  </a:lnTo>
                  <a:lnTo>
                    <a:pt x="549342" y="154628"/>
                  </a:lnTo>
                  <a:lnTo>
                    <a:pt x="549779" y="154064"/>
                  </a:lnTo>
                  <a:lnTo>
                    <a:pt x="550442" y="153206"/>
                  </a:lnTo>
                  <a:lnTo>
                    <a:pt x="551612" y="151693"/>
                  </a:lnTo>
                  <a:lnTo>
                    <a:pt x="552145" y="151003"/>
                  </a:lnTo>
                  <a:lnTo>
                    <a:pt x="553440" y="150295"/>
                  </a:lnTo>
                  <a:lnTo>
                    <a:pt x="554403" y="149769"/>
                  </a:lnTo>
                  <a:lnTo>
                    <a:pt x="554413" y="149277"/>
                  </a:lnTo>
                  <a:lnTo>
                    <a:pt x="554429" y="148520"/>
                  </a:lnTo>
                  <a:lnTo>
                    <a:pt x="554435" y="148262"/>
                  </a:lnTo>
                  <a:lnTo>
                    <a:pt x="554447" y="147686"/>
                  </a:lnTo>
                  <a:lnTo>
                    <a:pt x="554453" y="147444"/>
                  </a:lnTo>
                  <a:lnTo>
                    <a:pt x="554457" y="147239"/>
                  </a:lnTo>
                  <a:lnTo>
                    <a:pt x="554530" y="146676"/>
                  </a:lnTo>
                  <a:lnTo>
                    <a:pt x="554602" y="146154"/>
                  </a:lnTo>
                  <a:lnTo>
                    <a:pt x="554893" y="143894"/>
                  </a:lnTo>
                  <a:lnTo>
                    <a:pt x="554762" y="142237"/>
                  </a:lnTo>
                  <a:lnTo>
                    <a:pt x="555071" y="141620"/>
                  </a:lnTo>
                  <a:lnTo>
                    <a:pt x="555585" y="140594"/>
                  </a:lnTo>
                  <a:lnTo>
                    <a:pt x="555870" y="140025"/>
                  </a:lnTo>
                  <a:lnTo>
                    <a:pt x="557597" y="138381"/>
                  </a:lnTo>
                  <a:lnTo>
                    <a:pt x="557710" y="137343"/>
                  </a:lnTo>
                  <a:lnTo>
                    <a:pt x="557826" y="136293"/>
                  </a:lnTo>
                  <a:lnTo>
                    <a:pt x="558147" y="136161"/>
                  </a:lnTo>
                  <a:lnTo>
                    <a:pt x="558283" y="136105"/>
                  </a:lnTo>
                  <a:lnTo>
                    <a:pt x="558569" y="135988"/>
                  </a:lnTo>
                  <a:lnTo>
                    <a:pt x="559124" y="135762"/>
                  </a:lnTo>
                  <a:lnTo>
                    <a:pt x="559372" y="135659"/>
                  </a:lnTo>
                  <a:lnTo>
                    <a:pt x="559554" y="135584"/>
                  </a:lnTo>
                  <a:lnTo>
                    <a:pt x="559839" y="135466"/>
                  </a:lnTo>
                  <a:lnTo>
                    <a:pt x="560367" y="135249"/>
                  </a:lnTo>
                  <a:lnTo>
                    <a:pt x="560758" y="135088"/>
                  </a:lnTo>
                  <a:lnTo>
                    <a:pt x="560930" y="134729"/>
                  </a:lnTo>
                  <a:lnTo>
                    <a:pt x="561026" y="134536"/>
                  </a:lnTo>
                  <a:lnTo>
                    <a:pt x="561135" y="134326"/>
                  </a:lnTo>
                  <a:lnTo>
                    <a:pt x="561256" y="134083"/>
                  </a:lnTo>
                  <a:lnTo>
                    <a:pt x="561723" y="133139"/>
                  </a:lnTo>
                  <a:lnTo>
                    <a:pt x="561787" y="132999"/>
                  </a:lnTo>
                  <a:lnTo>
                    <a:pt x="561162" y="133151"/>
                  </a:lnTo>
                  <a:lnTo>
                    <a:pt x="559302" y="133615"/>
                  </a:lnTo>
                  <a:lnTo>
                    <a:pt x="558560" y="132500"/>
                  </a:lnTo>
                  <a:lnTo>
                    <a:pt x="558233" y="132007"/>
                  </a:lnTo>
                  <a:lnTo>
                    <a:pt x="558095" y="131801"/>
                  </a:lnTo>
                  <a:lnTo>
                    <a:pt x="557925" y="131544"/>
                  </a:lnTo>
                  <a:lnTo>
                    <a:pt x="556922" y="129873"/>
                  </a:lnTo>
                  <a:lnTo>
                    <a:pt x="556695" y="128448"/>
                  </a:lnTo>
                  <a:lnTo>
                    <a:pt x="555178" y="129328"/>
                  </a:lnTo>
                  <a:lnTo>
                    <a:pt x="554136" y="129534"/>
                  </a:lnTo>
                  <a:lnTo>
                    <a:pt x="553730" y="129245"/>
                  </a:lnTo>
                  <a:lnTo>
                    <a:pt x="553084" y="128787"/>
                  </a:lnTo>
                  <a:lnTo>
                    <a:pt x="552746" y="128548"/>
                  </a:lnTo>
                  <a:lnTo>
                    <a:pt x="552260" y="128205"/>
                  </a:lnTo>
                  <a:lnTo>
                    <a:pt x="552037" y="128046"/>
                  </a:lnTo>
                  <a:lnTo>
                    <a:pt x="551678" y="127793"/>
                  </a:lnTo>
                  <a:lnTo>
                    <a:pt x="551392" y="127596"/>
                  </a:lnTo>
                  <a:lnTo>
                    <a:pt x="551176" y="127690"/>
                  </a:lnTo>
                  <a:lnTo>
                    <a:pt x="551046" y="127746"/>
                  </a:lnTo>
                  <a:lnTo>
                    <a:pt x="550810" y="127847"/>
                  </a:lnTo>
                  <a:lnTo>
                    <a:pt x="550179" y="127747"/>
                  </a:lnTo>
                  <a:lnTo>
                    <a:pt x="548893" y="127539"/>
                  </a:lnTo>
                  <a:lnTo>
                    <a:pt x="547968" y="127392"/>
                  </a:lnTo>
                  <a:lnTo>
                    <a:pt x="548085" y="125919"/>
                  </a:lnTo>
                  <a:lnTo>
                    <a:pt x="548116" y="125527"/>
                  </a:lnTo>
                  <a:lnTo>
                    <a:pt x="548037" y="125105"/>
                  </a:lnTo>
                  <a:lnTo>
                    <a:pt x="548338" y="122604"/>
                  </a:lnTo>
                  <a:lnTo>
                    <a:pt x="548736" y="122222"/>
                  </a:lnTo>
                  <a:lnTo>
                    <a:pt x="549319" y="118996"/>
                  </a:lnTo>
                  <a:lnTo>
                    <a:pt x="549354" y="118739"/>
                  </a:lnTo>
                  <a:lnTo>
                    <a:pt x="547688" y="117564"/>
                  </a:lnTo>
                  <a:lnTo>
                    <a:pt x="547305" y="117293"/>
                  </a:lnTo>
                  <a:lnTo>
                    <a:pt x="546210" y="116077"/>
                  </a:lnTo>
                  <a:lnTo>
                    <a:pt x="546063" y="115912"/>
                  </a:lnTo>
                  <a:lnTo>
                    <a:pt x="545816" y="115638"/>
                  </a:lnTo>
                  <a:lnTo>
                    <a:pt x="545427" y="115205"/>
                  </a:lnTo>
                  <a:lnTo>
                    <a:pt x="545247" y="115089"/>
                  </a:lnTo>
                  <a:lnTo>
                    <a:pt x="544931" y="114887"/>
                  </a:lnTo>
                  <a:lnTo>
                    <a:pt x="543875" y="111920"/>
                  </a:lnTo>
                  <a:lnTo>
                    <a:pt x="542950" y="105232"/>
                  </a:lnTo>
                  <a:lnTo>
                    <a:pt x="525349" y="110706"/>
                  </a:lnTo>
                  <a:lnTo>
                    <a:pt x="524710" y="110905"/>
                  </a:lnTo>
                  <a:lnTo>
                    <a:pt x="521056" y="112041"/>
                  </a:lnTo>
                  <a:lnTo>
                    <a:pt x="520346" y="112262"/>
                  </a:lnTo>
                  <a:lnTo>
                    <a:pt x="520151" y="112323"/>
                  </a:lnTo>
                  <a:lnTo>
                    <a:pt x="515001" y="113924"/>
                  </a:lnTo>
                  <a:lnTo>
                    <a:pt x="512168" y="114806"/>
                  </a:lnTo>
                  <a:lnTo>
                    <a:pt x="511201" y="115106"/>
                  </a:lnTo>
                  <a:lnTo>
                    <a:pt x="502197" y="117907"/>
                  </a:lnTo>
                  <a:lnTo>
                    <a:pt x="492626" y="123375"/>
                  </a:lnTo>
                  <a:lnTo>
                    <a:pt x="489811" y="124983"/>
                  </a:lnTo>
                  <a:lnTo>
                    <a:pt x="486046" y="118522"/>
                  </a:lnTo>
                  <a:lnTo>
                    <a:pt x="485329" y="117291"/>
                  </a:lnTo>
                  <a:lnTo>
                    <a:pt x="481334" y="110435"/>
                  </a:lnTo>
                  <a:lnTo>
                    <a:pt x="480417" y="108862"/>
                  </a:lnTo>
                  <a:lnTo>
                    <a:pt x="478704" y="105922"/>
                  </a:lnTo>
                  <a:lnTo>
                    <a:pt x="478601" y="105450"/>
                  </a:lnTo>
                  <a:lnTo>
                    <a:pt x="476730" y="96933"/>
                  </a:lnTo>
                  <a:lnTo>
                    <a:pt x="476535" y="96045"/>
                  </a:lnTo>
                  <a:lnTo>
                    <a:pt x="476274" y="94855"/>
                  </a:lnTo>
                  <a:lnTo>
                    <a:pt x="476061" y="93883"/>
                  </a:lnTo>
                  <a:lnTo>
                    <a:pt x="473901" y="84050"/>
                  </a:lnTo>
                  <a:lnTo>
                    <a:pt x="472591" y="78082"/>
                  </a:lnTo>
                  <a:lnTo>
                    <a:pt x="472461" y="77489"/>
                  </a:lnTo>
                  <a:lnTo>
                    <a:pt x="469807" y="65404"/>
                  </a:lnTo>
                  <a:lnTo>
                    <a:pt x="468610" y="59948"/>
                  </a:lnTo>
                  <a:lnTo>
                    <a:pt x="467400" y="54438"/>
                  </a:lnTo>
                  <a:lnTo>
                    <a:pt x="456521" y="38697"/>
                  </a:lnTo>
                  <a:lnTo>
                    <a:pt x="442779" y="25865"/>
                  </a:lnTo>
                  <a:lnTo>
                    <a:pt x="425820" y="10030"/>
                  </a:lnTo>
                  <a:lnTo>
                    <a:pt x="419646" y="4264"/>
                  </a:lnTo>
                  <a:lnTo>
                    <a:pt x="415079" y="0"/>
                  </a:lnTo>
                  <a:lnTo>
                    <a:pt x="397755" y="18615"/>
                  </a:lnTo>
                  <a:lnTo>
                    <a:pt x="397512" y="18875"/>
                  </a:lnTo>
                  <a:lnTo>
                    <a:pt x="388103" y="28988"/>
                  </a:lnTo>
                  <a:lnTo>
                    <a:pt x="386599" y="30671"/>
                  </a:lnTo>
                  <a:lnTo>
                    <a:pt x="385766" y="31687"/>
                  </a:lnTo>
                  <a:lnTo>
                    <a:pt x="384983" y="32641"/>
                  </a:lnTo>
                  <a:lnTo>
                    <a:pt x="372513" y="48565"/>
                  </a:lnTo>
                  <a:lnTo>
                    <a:pt x="367694" y="53732"/>
                  </a:lnTo>
                  <a:lnTo>
                    <a:pt x="353959" y="68460"/>
                  </a:lnTo>
                  <a:lnTo>
                    <a:pt x="344096" y="79036"/>
                  </a:lnTo>
                  <a:lnTo>
                    <a:pt x="336131" y="87582"/>
                  </a:lnTo>
                  <a:lnTo>
                    <a:pt x="315465" y="109743"/>
                  </a:lnTo>
                  <a:lnTo>
                    <a:pt x="309630" y="115994"/>
                  </a:lnTo>
                  <a:lnTo>
                    <a:pt x="307624" y="118145"/>
                  </a:lnTo>
                  <a:lnTo>
                    <a:pt x="303696" y="122357"/>
                  </a:lnTo>
                  <a:lnTo>
                    <a:pt x="298947" y="127456"/>
                  </a:lnTo>
                  <a:lnTo>
                    <a:pt x="295718" y="130912"/>
                  </a:lnTo>
                  <a:lnTo>
                    <a:pt x="290123" y="134031"/>
                  </a:lnTo>
                  <a:lnTo>
                    <a:pt x="279132" y="140160"/>
                  </a:lnTo>
                  <a:lnTo>
                    <a:pt x="274510" y="142738"/>
                  </a:lnTo>
                  <a:lnTo>
                    <a:pt x="266872" y="146997"/>
                  </a:lnTo>
                  <a:lnTo>
                    <a:pt x="265759" y="147617"/>
                  </a:lnTo>
                  <a:lnTo>
                    <a:pt x="262077" y="149671"/>
                  </a:lnTo>
                  <a:lnTo>
                    <a:pt x="248332" y="157335"/>
                  </a:lnTo>
                  <a:lnTo>
                    <a:pt x="225704" y="169956"/>
                  </a:lnTo>
                  <a:lnTo>
                    <a:pt x="205338" y="181309"/>
                  </a:lnTo>
                  <a:lnTo>
                    <a:pt x="197125" y="185889"/>
                  </a:lnTo>
                  <a:lnTo>
                    <a:pt x="187325" y="191353"/>
                  </a:lnTo>
                  <a:lnTo>
                    <a:pt x="186211" y="191974"/>
                  </a:lnTo>
                  <a:lnTo>
                    <a:pt x="177430" y="196871"/>
                  </a:lnTo>
                  <a:lnTo>
                    <a:pt x="177088" y="197063"/>
                  </a:lnTo>
                  <a:lnTo>
                    <a:pt x="174899" y="198370"/>
                  </a:lnTo>
                  <a:lnTo>
                    <a:pt x="172771" y="199774"/>
                  </a:lnTo>
                  <a:lnTo>
                    <a:pt x="170879" y="201148"/>
                  </a:lnTo>
                  <a:lnTo>
                    <a:pt x="170708" y="201273"/>
                  </a:lnTo>
                  <a:lnTo>
                    <a:pt x="161662" y="208163"/>
                  </a:lnTo>
                  <a:lnTo>
                    <a:pt x="152270" y="215312"/>
                  </a:lnTo>
                  <a:lnTo>
                    <a:pt x="148610" y="218099"/>
                  </a:lnTo>
                  <a:lnTo>
                    <a:pt x="140607" y="224192"/>
                  </a:lnTo>
                  <a:lnTo>
                    <a:pt x="133906" y="229295"/>
                  </a:lnTo>
                  <a:lnTo>
                    <a:pt x="130379" y="231980"/>
                  </a:lnTo>
                  <a:lnTo>
                    <a:pt x="129746" y="232462"/>
                  </a:lnTo>
                  <a:lnTo>
                    <a:pt x="129016" y="233028"/>
                  </a:lnTo>
                  <a:lnTo>
                    <a:pt x="125297" y="235958"/>
                  </a:lnTo>
                  <a:lnTo>
                    <a:pt x="114766" y="244255"/>
                  </a:lnTo>
                  <a:lnTo>
                    <a:pt x="107936" y="249637"/>
                  </a:lnTo>
                  <a:lnTo>
                    <a:pt x="105538" y="251526"/>
                  </a:lnTo>
                  <a:lnTo>
                    <a:pt x="100544" y="255461"/>
                  </a:lnTo>
                  <a:lnTo>
                    <a:pt x="80489" y="271263"/>
                  </a:lnTo>
                  <a:lnTo>
                    <a:pt x="67508" y="281489"/>
                  </a:lnTo>
                  <a:lnTo>
                    <a:pt x="51502" y="294100"/>
                  </a:lnTo>
                  <a:lnTo>
                    <a:pt x="34622" y="307400"/>
                  </a:lnTo>
                  <a:lnTo>
                    <a:pt x="21230" y="317951"/>
                  </a:lnTo>
                  <a:lnTo>
                    <a:pt x="19591" y="319294"/>
                  </a:lnTo>
                  <a:lnTo>
                    <a:pt x="17685" y="320990"/>
                  </a:lnTo>
                  <a:lnTo>
                    <a:pt x="15857" y="322771"/>
                  </a:lnTo>
                  <a:lnTo>
                    <a:pt x="14112" y="324632"/>
                  </a:lnTo>
                  <a:lnTo>
                    <a:pt x="11491" y="327558"/>
                  </a:lnTo>
                  <a:lnTo>
                    <a:pt x="5946" y="333742"/>
                  </a:lnTo>
                  <a:lnTo>
                    <a:pt x="0" y="340377"/>
                  </a:lnTo>
                  <a:lnTo>
                    <a:pt x="42240" y="378217"/>
                  </a:lnTo>
                  <a:lnTo>
                    <a:pt x="47144" y="382610"/>
                  </a:lnTo>
                  <a:lnTo>
                    <a:pt x="47889" y="384103"/>
                  </a:lnTo>
                  <a:lnTo>
                    <a:pt x="61505" y="411407"/>
                  </a:lnTo>
                  <a:lnTo>
                    <a:pt x="61158" y="414470"/>
                  </a:lnTo>
                  <a:lnTo>
                    <a:pt x="61060" y="415329"/>
                  </a:lnTo>
                  <a:lnTo>
                    <a:pt x="60676" y="418708"/>
                  </a:lnTo>
                  <a:lnTo>
                    <a:pt x="60417" y="420985"/>
                  </a:lnTo>
                  <a:lnTo>
                    <a:pt x="60092" y="423847"/>
                  </a:lnTo>
                  <a:lnTo>
                    <a:pt x="60013" y="424536"/>
                  </a:lnTo>
                  <a:lnTo>
                    <a:pt x="68296" y="433811"/>
                  </a:lnTo>
                  <a:lnTo>
                    <a:pt x="71527" y="437429"/>
                  </a:lnTo>
                  <a:lnTo>
                    <a:pt x="73897" y="440083"/>
                  </a:lnTo>
                  <a:lnTo>
                    <a:pt x="76434" y="442924"/>
                  </a:lnTo>
                  <a:lnTo>
                    <a:pt x="76369" y="444797"/>
                  </a:lnTo>
                  <a:lnTo>
                    <a:pt x="76314" y="446372"/>
                  </a:lnTo>
                  <a:lnTo>
                    <a:pt x="74797" y="450171"/>
                  </a:lnTo>
                  <a:lnTo>
                    <a:pt x="71934" y="457340"/>
                  </a:lnTo>
                  <a:lnTo>
                    <a:pt x="73073" y="460171"/>
                  </a:lnTo>
                  <a:lnTo>
                    <a:pt x="68894" y="462928"/>
                  </a:lnTo>
                  <a:lnTo>
                    <a:pt x="68587" y="463098"/>
                  </a:lnTo>
                  <a:lnTo>
                    <a:pt x="68272" y="463426"/>
                  </a:lnTo>
                  <a:lnTo>
                    <a:pt x="67392" y="464412"/>
                  </a:lnTo>
                  <a:lnTo>
                    <a:pt x="67136" y="464684"/>
                  </a:lnTo>
                  <a:lnTo>
                    <a:pt x="66916" y="464845"/>
                  </a:lnTo>
                  <a:lnTo>
                    <a:pt x="66499" y="465233"/>
                  </a:lnTo>
                  <a:lnTo>
                    <a:pt x="66095" y="465821"/>
                  </a:lnTo>
                  <a:lnTo>
                    <a:pt x="64620" y="467768"/>
                  </a:lnTo>
                  <a:lnTo>
                    <a:pt x="65906" y="467446"/>
                  </a:lnTo>
                  <a:lnTo>
                    <a:pt x="66384" y="467530"/>
                  </a:lnTo>
                  <a:lnTo>
                    <a:pt x="67154" y="467665"/>
                  </a:lnTo>
                  <a:lnTo>
                    <a:pt x="68261" y="466004"/>
                  </a:lnTo>
                  <a:lnTo>
                    <a:pt x="69487" y="465116"/>
                  </a:lnTo>
                  <a:lnTo>
                    <a:pt x="70356" y="466109"/>
                  </a:lnTo>
                  <a:lnTo>
                    <a:pt x="70546" y="466375"/>
                  </a:lnTo>
                  <a:lnTo>
                    <a:pt x="71047" y="467076"/>
                  </a:lnTo>
                  <a:lnTo>
                    <a:pt x="71175" y="467087"/>
                  </a:lnTo>
                  <a:lnTo>
                    <a:pt x="71621" y="467118"/>
                  </a:lnTo>
                  <a:lnTo>
                    <a:pt x="71852" y="467260"/>
                  </a:lnTo>
                  <a:lnTo>
                    <a:pt x="72061" y="467389"/>
                  </a:lnTo>
                  <a:lnTo>
                    <a:pt x="72820" y="467859"/>
                  </a:lnTo>
                  <a:lnTo>
                    <a:pt x="72982" y="467958"/>
                  </a:lnTo>
                  <a:lnTo>
                    <a:pt x="73259" y="468132"/>
                  </a:lnTo>
                  <a:lnTo>
                    <a:pt x="73999" y="468570"/>
                  </a:lnTo>
                  <a:lnTo>
                    <a:pt x="74275" y="468754"/>
                  </a:lnTo>
                  <a:lnTo>
                    <a:pt x="74648" y="469008"/>
                  </a:lnTo>
                  <a:lnTo>
                    <a:pt x="74954" y="469283"/>
                  </a:lnTo>
                  <a:lnTo>
                    <a:pt x="75202" y="469545"/>
                  </a:lnTo>
                  <a:lnTo>
                    <a:pt x="75456" y="469881"/>
                  </a:lnTo>
                  <a:lnTo>
                    <a:pt x="75656" y="470150"/>
                  </a:lnTo>
                  <a:lnTo>
                    <a:pt x="76508" y="470315"/>
                  </a:lnTo>
                  <a:lnTo>
                    <a:pt x="76654" y="470624"/>
                  </a:lnTo>
                  <a:lnTo>
                    <a:pt x="77196" y="471772"/>
                  </a:lnTo>
                  <a:lnTo>
                    <a:pt x="76840" y="472207"/>
                  </a:lnTo>
                  <a:lnTo>
                    <a:pt x="77203" y="472566"/>
                  </a:lnTo>
                  <a:lnTo>
                    <a:pt x="77588" y="472943"/>
                  </a:lnTo>
                  <a:lnTo>
                    <a:pt x="78099" y="473444"/>
                  </a:lnTo>
                  <a:lnTo>
                    <a:pt x="78252" y="473594"/>
                  </a:lnTo>
                  <a:lnTo>
                    <a:pt x="78435" y="473775"/>
                  </a:lnTo>
                  <a:lnTo>
                    <a:pt x="79046" y="473770"/>
                  </a:lnTo>
                  <a:lnTo>
                    <a:pt x="79226" y="473752"/>
                  </a:lnTo>
                  <a:lnTo>
                    <a:pt x="79672" y="473716"/>
                  </a:lnTo>
                  <a:lnTo>
                    <a:pt x="79801" y="473739"/>
                  </a:lnTo>
                  <a:lnTo>
                    <a:pt x="80048" y="473724"/>
                  </a:lnTo>
                  <a:lnTo>
                    <a:pt x="80216" y="473714"/>
                  </a:lnTo>
                  <a:lnTo>
                    <a:pt x="80369" y="473711"/>
                  </a:lnTo>
                  <a:lnTo>
                    <a:pt x="80595" y="473731"/>
                  </a:lnTo>
                  <a:lnTo>
                    <a:pt x="80830" y="473754"/>
                  </a:lnTo>
                  <a:lnTo>
                    <a:pt x="81458" y="473711"/>
                  </a:lnTo>
                  <a:lnTo>
                    <a:pt x="81751" y="473714"/>
                  </a:lnTo>
                  <a:lnTo>
                    <a:pt x="82023" y="473673"/>
                  </a:lnTo>
                  <a:lnTo>
                    <a:pt x="82651" y="473589"/>
                  </a:lnTo>
                  <a:lnTo>
                    <a:pt x="83244" y="473502"/>
                  </a:lnTo>
                  <a:lnTo>
                    <a:pt x="83842" y="473418"/>
                  </a:lnTo>
                  <a:lnTo>
                    <a:pt x="84387" y="473334"/>
                  </a:lnTo>
                  <a:lnTo>
                    <a:pt x="85005" y="473266"/>
                  </a:lnTo>
                  <a:lnTo>
                    <a:pt x="85305" y="473230"/>
                  </a:lnTo>
                  <a:lnTo>
                    <a:pt x="85557" y="473200"/>
                  </a:lnTo>
                  <a:lnTo>
                    <a:pt x="85791" y="473228"/>
                  </a:lnTo>
                  <a:lnTo>
                    <a:pt x="85972" y="473243"/>
                  </a:lnTo>
                  <a:lnTo>
                    <a:pt x="86242" y="473266"/>
                  </a:lnTo>
                  <a:lnTo>
                    <a:pt x="86560" y="473286"/>
                  </a:lnTo>
                  <a:lnTo>
                    <a:pt x="86707" y="473261"/>
                  </a:lnTo>
                  <a:lnTo>
                    <a:pt x="86919" y="473294"/>
                  </a:lnTo>
                  <a:lnTo>
                    <a:pt x="87204" y="473350"/>
                  </a:lnTo>
                  <a:lnTo>
                    <a:pt x="87461" y="473375"/>
                  </a:lnTo>
                  <a:lnTo>
                    <a:pt x="87758" y="473406"/>
                  </a:lnTo>
                  <a:lnTo>
                    <a:pt x="88010" y="473360"/>
                  </a:lnTo>
                  <a:lnTo>
                    <a:pt x="88394" y="473294"/>
                  </a:lnTo>
                  <a:lnTo>
                    <a:pt x="88568" y="473261"/>
                  </a:lnTo>
                  <a:lnTo>
                    <a:pt x="88990" y="473182"/>
                  </a:lnTo>
                  <a:lnTo>
                    <a:pt x="89150" y="473149"/>
                  </a:lnTo>
                  <a:lnTo>
                    <a:pt x="89562" y="473090"/>
                  </a:lnTo>
                  <a:lnTo>
                    <a:pt x="89718" y="473067"/>
                  </a:lnTo>
                  <a:lnTo>
                    <a:pt x="90176" y="473006"/>
                  </a:lnTo>
                  <a:lnTo>
                    <a:pt x="90339" y="472981"/>
                  </a:lnTo>
                  <a:lnTo>
                    <a:pt x="90557" y="472950"/>
                  </a:lnTo>
                  <a:lnTo>
                    <a:pt x="90769" y="472915"/>
                  </a:lnTo>
                  <a:lnTo>
                    <a:pt x="91056" y="472869"/>
                  </a:lnTo>
                  <a:lnTo>
                    <a:pt x="91338" y="472825"/>
                  </a:lnTo>
                  <a:lnTo>
                    <a:pt x="91481" y="472803"/>
                  </a:lnTo>
                  <a:lnTo>
                    <a:pt x="91886" y="472742"/>
                  </a:lnTo>
                  <a:lnTo>
                    <a:pt x="92099" y="472711"/>
                  </a:lnTo>
                  <a:lnTo>
                    <a:pt x="92491" y="472650"/>
                  </a:lnTo>
                  <a:lnTo>
                    <a:pt x="92639" y="472624"/>
                  </a:lnTo>
                  <a:lnTo>
                    <a:pt x="93110" y="472553"/>
                  </a:lnTo>
                  <a:lnTo>
                    <a:pt x="93356" y="472520"/>
                  </a:lnTo>
                  <a:lnTo>
                    <a:pt x="93496" y="472502"/>
                  </a:lnTo>
                  <a:lnTo>
                    <a:pt x="93639" y="472482"/>
                  </a:lnTo>
                  <a:lnTo>
                    <a:pt x="93781" y="472474"/>
                  </a:lnTo>
                  <a:lnTo>
                    <a:pt x="93995" y="472464"/>
                  </a:lnTo>
                  <a:lnTo>
                    <a:pt x="94277" y="472449"/>
                  </a:lnTo>
                  <a:lnTo>
                    <a:pt x="94847" y="472423"/>
                  </a:lnTo>
                  <a:lnTo>
                    <a:pt x="95064" y="472421"/>
                  </a:lnTo>
                  <a:lnTo>
                    <a:pt x="95423" y="472421"/>
                  </a:lnTo>
                  <a:lnTo>
                    <a:pt x="95802" y="472423"/>
                  </a:lnTo>
                  <a:lnTo>
                    <a:pt x="96023" y="472423"/>
                  </a:lnTo>
                  <a:lnTo>
                    <a:pt x="96397" y="472976"/>
                  </a:lnTo>
                  <a:lnTo>
                    <a:pt x="96784" y="473469"/>
                  </a:lnTo>
                  <a:lnTo>
                    <a:pt x="97145" y="473930"/>
                  </a:lnTo>
                  <a:lnTo>
                    <a:pt x="97285" y="474109"/>
                  </a:lnTo>
                  <a:lnTo>
                    <a:pt x="97397" y="474253"/>
                  </a:lnTo>
                  <a:lnTo>
                    <a:pt x="97512" y="474401"/>
                  </a:lnTo>
                  <a:lnTo>
                    <a:pt x="97758" y="474403"/>
                  </a:lnTo>
                  <a:lnTo>
                    <a:pt x="98160" y="474406"/>
                  </a:lnTo>
                  <a:lnTo>
                    <a:pt x="98733" y="474357"/>
                  </a:lnTo>
                  <a:lnTo>
                    <a:pt x="98909" y="474342"/>
                  </a:lnTo>
                  <a:lnTo>
                    <a:pt x="99456" y="473818"/>
                  </a:lnTo>
                  <a:lnTo>
                    <a:pt x="99618" y="473660"/>
                  </a:lnTo>
                  <a:lnTo>
                    <a:pt x="99891" y="473395"/>
                  </a:lnTo>
                  <a:lnTo>
                    <a:pt x="100069" y="473225"/>
                  </a:lnTo>
                  <a:lnTo>
                    <a:pt x="100412" y="472897"/>
                  </a:lnTo>
                  <a:lnTo>
                    <a:pt x="100593" y="472724"/>
                  </a:lnTo>
                  <a:lnTo>
                    <a:pt x="100748" y="472576"/>
                  </a:lnTo>
                  <a:lnTo>
                    <a:pt x="100944" y="472390"/>
                  </a:lnTo>
                  <a:lnTo>
                    <a:pt x="101158" y="472184"/>
                  </a:lnTo>
                  <a:lnTo>
                    <a:pt x="101349" y="471998"/>
                  </a:lnTo>
                  <a:lnTo>
                    <a:pt x="101598" y="471762"/>
                  </a:lnTo>
                  <a:lnTo>
                    <a:pt x="101893" y="471574"/>
                  </a:lnTo>
                  <a:lnTo>
                    <a:pt x="102061" y="471568"/>
                  </a:lnTo>
                  <a:lnTo>
                    <a:pt x="102199" y="471546"/>
                  </a:lnTo>
                  <a:lnTo>
                    <a:pt x="102326" y="471528"/>
                  </a:lnTo>
                  <a:lnTo>
                    <a:pt x="102596" y="471484"/>
                  </a:lnTo>
                  <a:lnTo>
                    <a:pt x="102947" y="471512"/>
                  </a:lnTo>
                  <a:lnTo>
                    <a:pt x="103105" y="471606"/>
                  </a:lnTo>
                  <a:lnTo>
                    <a:pt x="103313" y="471728"/>
                  </a:lnTo>
                  <a:lnTo>
                    <a:pt x="103494" y="471835"/>
                  </a:lnTo>
                  <a:lnTo>
                    <a:pt x="103827" y="472031"/>
                  </a:lnTo>
                  <a:lnTo>
                    <a:pt x="104049" y="472164"/>
                  </a:lnTo>
                  <a:lnTo>
                    <a:pt x="104186" y="472245"/>
                  </a:lnTo>
                  <a:lnTo>
                    <a:pt x="104402" y="472220"/>
                  </a:lnTo>
                  <a:lnTo>
                    <a:pt x="104736" y="472179"/>
                  </a:lnTo>
                  <a:lnTo>
                    <a:pt x="104967" y="472148"/>
                  </a:lnTo>
                  <a:lnTo>
                    <a:pt x="105224" y="472118"/>
                  </a:lnTo>
                  <a:lnTo>
                    <a:pt x="105466" y="472090"/>
                  </a:lnTo>
                  <a:lnTo>
                    <a:pt x="105547" y="472276"/>
                  </a:lnTo>
                  <a:lnTo>
                    <a:pt x="105619" y="472446"/>
                  </a:lnTo>
                  <a:lnTo>
                    <a:pt x="105682" y="472591"/>
                  </a:lnTo>
                  <a:lnTo>
                    <a:pt x="105758" y="472764"/>
                  </a:lnTo>
                  <a:lnTo>
                    <a:pt x="105840" y="472950"/>
                  </a:lnTo>
                  <a:lnTo>
                    <a:pt x="105825" y="473146"/>
                  </a:lnTo>
                  <a:lnTo>
                    <a:pt x="105812" y="473375"/>
                  </a:lnTo>
                  <a:lnTo>
                    <a:pt x="105792" y="473711"/>
                  </a:lnTo>
                  <a:lnTo>
                    <a:pt x="105776" y="473983"/>
                  </a:lnTo>
                  <a:lnTo>
                    <a:pt x="105766" y="474113"/>
                  </a:lnTo>
                  <a:lnTo>
                    <a:pt x="105995" y="474123"/>
                  </a:lnTo>
                  <a:lnTo>
                    <a:pt x="106349" y="474138"/>
                  </a:lnTo>
                  <a:lnTo>
                    <a:pt x="106529" y="474166"/>
                  </a:lnTo>
                  <a:lnTo>
                    <a:pt x="106761" y="474186"/>
                  </a:lnTo>
                  <a:lnTo>
                    <a:pt x="107171" y="474219"/>
                  </a:lnTo>
                  <a:lnTo>
                    <a:pt x="107466" y="474242"/>
                  </a:lnTo>
                  <a:lnTo>
                    <a:pt x="107852" y="474278"/>
                  </a:lnTo>
                  <a:lnTo>
                    <a:pt x="108377" y="474347"/>
                  </a:lnTo>
                  <a:lnTo>
                    <a:pt x="108519" y="474426"/>
                  </a:lnTo>
                  <a:lnTo>
                    <a:pt x="108730" y="474545"/>
                  </a:lnTo>
                  <a:lnTo>
                    <a:pt x="108863" y="474619"/>
                  </a:lnTo>
                  <a:lnTo>
                    <a:pt x="109003" y="474616"/>
                  </a:lnTo>
                  <a:lnTo>
                    <a:pt x="109199" y="474614"/>
                  </a:lnTo>
                  <a:lnTo>
                    <a:pt x="109473" y="474611"/>
                  </a:lnTo>
                  <a:lnTo>
                    <a:pt x="109766" y="474667"/>
                  </a:lnTo>
                  <a:lnTo>
                    <a:pt x="109804" y="474833"/>
                  </a:lnTo>
                  <a:lnTo>
                    <a:pt x="109845" y="475003"/>
                  </a:lnTo>
                  <a:lnTo>
                    <a:pt x="109944" y="475423"/>
                  </a:lnTo>
                  <a:lnTo>
                    <a:pt x="110005" y="475670"/>
                  </a:lnTo>
                  <a:lnTo>
                    <a:pt x="110159" y="475874"/>
                  </a:lnTo>
                  <a:lnTo>
                    <a:pt x="110276" y="476029"/>
                  </a:lnTo>
                  <a:lnTo>
                    <a:pt x="110382" y="476436"/>
                  </a:lnTo>
                  <a:lnTo>
                    <a:pt x="110419" y="476607"/>
                  </a:lnTo>
                  <a:lnTo>
                    <a:pt x="110560" y="476688"/>
                  </a:lnTo>
                  <a:lnTo>
                    <a:pt x="110700" y="476693"/>
                  </a:lnTo>
                  <a:lnTo>
                    <a:pt x="111010" y="476774"/>
                  </a:lnTo>
                  <a:lnTo>
                    <a:pt x="111361" y="476866"/>
                  </a:lnTo>
                  <a:lnTo>
                    <a:pt x="111702" y="476960"/>
                  </a:lnTo>
                  <a:lnTo>
                    <a:pt x="111908" y="477021"/>
                  </a:lnTo>
                  <a:lnTo>
                    <a:pt x="112079" y="476963"/>
                  </a:lnTo>
                  <a:lnTo>
                    <a:pt x="112438" y="476843"/>
                  </a:lnTo>
                  <a:lnTo>
                    <a:pt x="112613" y="476792"/>
                  </a:lnTo>
                  <a:lnTo>
                    <a:pt x="112997" y="476678"/>
                  </a:lnTo>
                  <a:lnTo>
                    <a:pt x="113170" y="476627"/>
                  </a:lnTo>
                  <a:lnTo>
                    <a:pt x="113613" y="476494"/>
                  </a:lnTo>
                  <a:lnTo>
                    <a:pt x="113758" y="476456"/>
                  </a:lnTo>
                  <a:lnTo>
                    <a:pt x="114124" y="476357"/>
                  </a:lnTo>
                  <a:lnTo>
                    <a:pt x="114275" y="476316"/>
                  </a:lnTo>
                  <a:lnTo>
                    <a:pt x="114616" y="476255"/>
                  </a:lnTo>
                  <a:lnTo>
                    <a:pt x="114776" y="476245"/>
                  </a:lnTo>
                  <a:lnTo>
                    <a:pt x="115107" y="476192"/>
                  </a:lnTo>
                  <a:lnTo>
                    <a:pt x="115343" y="476151"/>
                  </a:lnTo>
                  <a:lnTo>
                    <a:pt x="115697" y="476095"/>
                  </a:lnTo>
                  <a:lnTo>
                    <a:pt x="115908" y="476062"/>
                  </a:lnTo>
                  <a:lnTo>
                    <a:pt x="116068" y="476019"/>
                  </a:lnTo>
                  <a:lnTo>
                    <a:pt x="116308" y="475957"/>
                  </a:lnTo>
                  <a:lnTo>
                    <a:pt x="116514" y="475904"/>
                  </a:lnTo>
                  <a:lnTo>
                    <a:pt x="116766" y="475853"/>
                  </a:lnTo>
                  <a:lnTo>
                    <a:pt x="117040" y="475800"/>
                  </a:lnTo>
                  <a:lnTo>
                    <a:pt x="117661" y="475662"/>
                  </a:lnTo>
                  <a:lnTo>
                    <a:pt x="117811" y="475611"/>
                  </a:lnTo>
                  <a:lnTo>
                    <a:pt x="118338" y="475377"/>
                  </a:lnTo>
                  <a:lnTo>
                    <a:pt x="118913" y="475108"/>
                  </a:lnTo>
                  <a:lnTo>
                    <a:pt x="119450" y="474858"/>
                  </a:lnTo>
                  <a:lnTo>
                    <a:pt x="120083" y="474563"/>
                  </a:lnTo>
                  <a:lnTo>
                    <a:pt x="120549" y="474344"/>
                  </a:lnTo>
                  <a:lnTo>
                    <a:pt x="121058" y="474108"/>
                  </a:lnTo>
                  <a:lnTo>
                    <a:pt x="121618" y="473848"/>
                  </a:lnTo>
                  <a:lnTo>
                    <a:pt x="122119" y="473614"/>
                  </a:lnTo>
                  <a:lnTo>
                    <a:pt x="122669" y="473360"/>
                  </a:lnTo>
                  <a:lnTo>
                    <a:pt x="123063" y="473176"/>
                  </a:lnTo>
                  <a:lnTo>
                    <a:pt x="123509" y="472968"/>
                  </a:lnTo>
                  <a:lnTo>
                    <a:pt x="123791" y="472835"/>
                  </a:lnTo>
                  <a:lnTo>
                    <a:pt x="123941" y="472767"/>
                  </a:lnTo>
                  <a:lnTo>
                    <a:pt x="124333" y="472568"/>
                  </a:lnTo>
                  <a:lnTo>
                    <a:pt x="124674" y="472426"/>
                  </a:lnTo>
                  <a:lnTo>
                    <a:pt x="124870" y="472342"/>
                  </a:lnTo>
                  <a:lnTo>
                    <a:pt x="125000" y="472293"/>
                  </a:lnTo>
                  <a:lnTo>
                    <a:pt x="125203" y="472184"/>
                  </a:lnTo>
                  <a:lnTo>
                    <a:pt x="125641" y="471935"/>
                  </a:lnTo>
                  <a:lnTo>
                    <a:pt x="125964" y="471746"/>
                  </a:lnTo>
                  <a:lnTo>
                    <a:pt x="126201" y="471614"/>
                  </a:lnTo>
                  <a:lnTo>
                    <a:pt x="126483" y="471461"/>
                  </a:lnTo>
                  <a:lnTo>
                    <a:pt x="126900" y="471339"/>
                  </a:lnTo>
                  <a:lnTo>
                    <a:pt x="127053" y="471296"/>
                  </a:lnTo>
                  <a:lnTo>
                    <a:pt x="127369" y="471207"/>
                  </a:lnTo>
                  <a:lnTo>
                    <a:pt x="127636" y="471128"/>
                  </a:lnTo>
                  <a:lnTo>
                    <a:pt x="127806" y="471070"/>
                  </a:lnTo>
                  <a:lnTo>
                    <a:pt x="128236" y="470998"/>
                  </a:lnTo>
                  <a:lnTo>
                    <a:pt x="128768" y="470879"/>
                  </a:lnTo>
                  <a:lnTo>
                    <a:pt x="129007" y="470835"/>
                  </a:lnTo>
                  <a:lnTo>
                    <a:pt x="129231" y="470805"/>
                  </a:lnTo>
                  <a:lnTo>
                    <a:pt x="129387" y="470785"/>
                  </a:lnTo>
                  <a:lnTo>
                    <a:pt x="129593" y="470746"/>
                  </a:lnTo>
                  <a:lnTo>
                    <a:pt x="129893" y="470991"/>
                  </a:lnTo>
                  <a:lnTo>
                    <a:pt x="130244" y="471276"/>
                  </a:lnTo>
                  <a:lnTo>
                    <a:pt x="130730" y="471665"/>
                  </a:lnTo>
                  <a:lnTo>
                    <a:pt x="130735" y="471881"/>
                  </a:lnTo>
                  <a:lnTo>
                    <a:pt x="130745" y="472273"/>
                  </a:lnTo>
                  <a:lnTo>
                    <a:pt x="130756" y="472640"/>
                  </a:lnTo>
                  <a:lnTo>
                    <a:pt x="130801" y="472889"/>
                  </a:lnTo>
                  <a:lnTo>
                    <a:pt x="130985" y="473006"/>
                  </a:lnTo>
                  <a:lnTo>
                    <a:pt x="131160" y="473115"/>
                  </a:lnTo>
                  <a:lnTo>
                    <a:pt x="131478" y="473316"/>
                  </a:lnTo>
                  <a:lnTo>
                    <a:pt x="131674" y="473444"/>
                  </a:lnTo>
                  <a:lnTo>
                    <a:pt x="131857" y="473561"/>
                  </a:lnTo>
                  <a:lnTo>
                    <a:pt x="132015" y="473477"/>
                  </a:lnTo>
                  <a:lnTo>
                    <a:pt x="132186" y="473385"/>
                  </a:lnTo>
                  <a:lnTo>
                    <a:pt x="132389" y="473276"/>
                  </a:lnTo>
                  <a:lnTo>
                    <a:pt x="132524" y="473204"/>
                  </a:lnTo>
                  <a:lnTo>
                    <a:pt x="133089" y="472922"/>
                  </a:lnTo>
                  <a:lnTo>
                    <a:pt x="133427" y="472736"/>
                  </a:lnTo>
                  <a:lnTo>
                    <a:pt x="133835" y="472515"/>
                  </a:lnTo>
                  <a:lnTo>
                    <a:pt x="134224" y="472301"/>
                  </a:lnTo>
                  <a:lnTo>
                    <a:pt x="134506" y="472151"/>
                  </a:lnTo>
                  <a:lnTo>
                    <a:pt x="134570" y="472296"/>
                  </a:lnTo>
                  <a:lnTo>
                    <a:pt x="134672" y="472515"/>
                  </a:lnTo>
                  <a:lnTo>
                    <a:pt x="134758" y="472665"/>
                  </a:lnTo>
                  <a:lnTo>
                    <a:pt x="134957" y="473098"/>
                  </a:lnTo>
                  <a:lnTo>
                    <a:pt x="135171" y="473558"/>
                  </a:lnTo>
                  <a:lnTo>
                    <a:pt x="135369" y="473983"/>
                  </a:lnTo>
                  <a:lnTo>
                    <a:pt x="135532" y="474334"/>
                  </a:lnTo>
                  <a:lnTo>
                    <a:pt x="135641" y="474489"/>
                  </a:lnTo>
                  <a:lnTo>
                    <a:pt x="135827" y="474719"/>
                  </a:lnTo>
                  <a:lnTo>
                    <a:pt x="136351" y="475360"/>
                  </a:lnTo>
                  <a:lnTo>
                    <a:pt x="136489" y="475540"/>
                  </a:lnTo>
                  <a:lnTo>
                    <a:pt x="136761" y="475902"/>
                  </a:lnTo>
                  <a:lnTo>
                    <a:pt x="137125" y="476344"/>
                  </a:lnTo>
                  <a:lnTo>
                    <a:pt x="137267" y="476520"/>
                  </a:lnTo>
                  <a:lnTo>
                    <a:pt x="137733" y="476922"/>
                  </a:lnTo>
                  <a:lnTo>
                    <a:pt x="138013" y="477138"/>
                  </a:lnTo>
                  <a:lnTo>
                    <a:pt x="138168" y="477255"/>
                  </a:lnTo>
                  <a:lnTo>
                    <a:pt x="138466" y="477482"/>
                  </a:lnTo>
                  <a:lnTo>
                    <a:pt x="139908" y="478336"/>
                  </a:lnTo>
                  <a:lnTo>
                    <a:pt x="139969" y="478472"/>
                  </a:lnTo>
                  <a:lnTo>
                    <a:pt x="140122" y="478820"/>
                  </a:lnTo>
                  <a:lnTo>
                    <a:pt x="140288" y="479204"/>
                  </a:lnTo>
                  <a:lnTo>
                    <a:pt x="140391" y="479449"/>
                  </a:lnTo>
                  <a:lnTo>
                    <a:pt x="140508" y="479716"/>
                  </a:lnTo>
                  <a:lnTo>
                    <a:pt x="140660" y="480064"/>
                  </a:lnTo>
                  <a:lnTo>
                    <a:pt x="140537" y="480567"/>
                  </a:lnTo>
                  <a:lnTo>
                    <a:pt x="140664" y="480790"/>
                  </a:lnTo>
                  <a:lnTo>
                    <a:pt x="140808" y="481047"/>
                  </a:lnTo>
                  <a:lnTo>
                    <a:pt x="141269" y="481872"/>
                  </a:lnTo>
                  <a:lnTo>
                    <a:pt x="141394" y="482098"/>
                  </a:lnTo>
                  <a:lnTo>
                    <a:pt x="141580" y="482422"/>
                  </a:lnTo>
                  <a:lnTo>
                    <a:pt x="141697" y="482625"/>
                  </a:lnTo>
                  <a:lnTo>
                    <a:pt x="142511" y="484040"/>
                  </a:lnTo>
                  <a:lnTo>
                    <a:pt x="142793" y="484069"/>
                  </a:lnTo>
                  <a:lnTo>
                    <a:pt x="142982" y="484088"/>
                  </a:lnTo>
                  <a:lnTo>
                    <a:pt x="143143" y="484011"/>
                  </a:lnTo>
                  <a:lnTo>
                    <a:pt x="143273" y="483782"/>
                  </a:lnTo>
                  <a:lnTo>
                    <a:pt x="143491" y="483396"/>
                  </a:lnTo>
                  <a:lnTo>
                    <a:pt x="143598" y="483065"/>
                  </a:lnTo>
                  <a:lnTo>
                    <a:pt x="143792" y="482640"/>
                  </a:lnTo>
                  <a:lnTo>
                    <a:pt x="144059" y="482548"/>
                  </a:lnTo>
                  <a:lnTo>
                    <a:pt x="144242" y="482500"/>
                  </a:lnTo>
                  <a:lnTo>
                    <a:pt x="144405" y="482441"/>
                  </a:lnTo>
                  <a:lnTo>
                    <a:pt x="144647" y="482367"/>
                  </a:lnTo>
                  <a:lnTo>
                    <a:pt x="145115" y="482128"/>
                  </a:lnTo>
                  <a:lnTo>
                    <a:pt x="145461" y="481925"/>
                  </a:lnTo>
                  <a:lnTo>
                    <a:pt x="145629" y="481785"/>
                  </a:lnTo>
                  <a:lnTo>
                    <a:pt x="145878" y="481439"/>
                  </a:lnTo>
                  <a:lnTo>
                    <a:pt x="145985" y="481291"/>
                  </a:lnTo>
                  <a:lnTo>
                    <a:pt x="146303" y="481232"/>
                  </a:lnTo>
                  <a:lnTo>
                    <a:pt x="146598" y="481179"/>
                  </a:lnTo>
                  <a:lnTo>
                    <a:pt x="147573" y="481935"/>
                  </a:lnTo>
                  <a:lnTo>
                    <a:pt x="149397" y="483350"/>
                  </a:lnTo>
                  <a:lnTo>
                    <a:pt x="149647" y="483558"/>
                  </a:lnTo>
                  <a:lnTo>
                    <a:pt x="150133" y="483505"/>
                  </a:lnTo>
                  <a:lnTo>
                    <a:pt x="150759" y="483434"/>
                  </a:lnTo>
                  <a:lnTo>
                    <a:pt x="151311" y="483370"/>
                  </a:lnTo>
                  <a:lnTo>
                    <a:pt x="151522" y="483350"/>
                  </a:lnTo>
                  <a:lnTo>
                    <a:pt x="152001" y="483299"/>
                  </a:lnTo>
                  <a:lnTo>
                    <a:pt x="152726" y="483223"/>
                  </a:lnTo>
                  <a:lnTo>
                    <a:pt x="152925" y="483175"/>
                  </a:lnTo>
                  <a:lnTo>
                    <a:pt x="153483" y="483104"/>
                  </a:lnTo>
                  <a:lnTo>
                    <a:pt x="154359" y="482649"/>
                  </a:lnTo>
                  <a:lnTo>
                    <a:pt x="155491" y="482059"/>
                  </a:lnTo>
                  <a:lnTo>
                    <a:pt x="156399" y="481592"/>
                  </a:lnTo>
                  <a:lnTo>
                    <a:pt x="157155" y="481201"/>
                  </a:lnTo>
                  <a:lnTo>
                    <a:pt x="156421" y="477509"/>
                  </a:lnTo>
                  <a:lnTo>
                    <a:pt x="156357" y="477223"/>
                  </a:lnTo>
                  <a:lnTo>
                    <a:pt x="156856" y="477105"/>
                  </a:lnTo>
                  <a:lnTo>
                    <a:pt x="157731" y="476897"/>
                  </a:lnTo>
                  <a:lnTo>
                    <a:pt x="158049" y="476826"/>
                  </a:lnTo>
                  <a:lnTo>
                    <a:pt x="158708" y="476665"/>
                  </a:lnTo>
                  <a:lnTo>
                    <a:pt x="159299" y="476523"/>
                  </a:lnTo>
                  <a:lnTo>
                    <a:pt x="159881" y="476383"/>
                  </a:lnTo>
                  <a:lnTo>
                    <a:pt x="160431" y="476255"/>
                  </a:lnTo>
                  <a:lnTo>
                    <a:pt x="160983" y="476126"/>
                  </a:lnTo>
                  <a:lnTo>
                    <a:pt x="161342" y="476032"/>
                  </a:lnTo>
                  <a:lnTo>
                    <a:pt x="161733" y="475926"/>
                  </a:lnTo>
                  <a:lnTo>
                    <a:pt x="162278" y="474878"/>
                  </a:lnTo>
                  <a:lnTo>
                    <a:pt x="163307" y="472777"/>
                  </a:lnTo>
                  <a:lnTo>
                    <a:pt x="163881" y="471478"/>
                  </a:lnTo>
                  <a:lnTo>
                    <a:pt x="166142" y="472684"/>
                  </a:lnTo>
                  <a:lnTo>
                    <a:pt x="166337" y="472666"/>
                  </a:lnTo>
                  <a:lnTo>
                    <a:pt x="168510" y="472467"/>
                  </a:lnTo>
                  <a:lnTo>
                    <a:pt x="169243" y="472741"/>
                  </a:lnTo>
                  <a:lnTo>
                    <a:pt x="169866" y="472955"/>
                  </a:lnTo>
                  <a:lnTo>
                    <a:pt x="170400" y="473141"/>
                  </a:lnTo>
                  <a:lnTo>
                    <a:pt x="171019" y="473355"/>
                  </a:lnTo>
                  <a:lnTo>
                    <a:pt x="171556" y="473538"/>
                  </a:lnTo>
                  <a:lnTo>
                    <a:pt x="172057" y="473713"/>
                  </a:lnTo>
                  <a:lnTo>
                    <a:pt x="172474" y="473856"/>
                  </a:lnTo>
                  <a:lnTo>
                    <a:pt x="172813" y="473973"/>
                  </a:lnTo>
                  <a:lnTo>
                    <a:pt x="173237" y="474120"/>
                  </a:lnTo>
                  <a:lnTo>
                    <a:pt x="173515" y="474215"/>
                  </a:lnTo>
                  <a:lnTo>
                    <a:pt x="173703" y="474281"/>
                  </a:lnTo>
                  <a:lnTo>
                    <a:pt x="173545" y="474444"/>
                  </a:lnTo>
                  <a:lnTo>
                    <a:pt x="173154" y="474856"/>
                  </a:lnTo>
                  <a:lnTo>
                    <a:pt x="172759" y="475265"/>
                  </a:lnTo>
                  <a:lnTo>
                    <a:pt x="172502" y="475538"/>
                  </a:lnTo>
                  <a:lnTo>
                    <a:pt x="172260" y="475792"/>
                  </a:lnTo>
                  <a:lnTo>
                    <a:pt x="172026" y="476047"/>
                  </a:lnTo>
                  <a:lnTo>
                    <a:pt x="171802" y="476288"/>
                  </a:lnTo>
                  <a:lnTo>
                    <a:pt x="171360" y="476772"/>
                  </a:lnTo>
                  <a:lnTo>
                    <a:pt x="171003" y="477156"/>
                  </a:lnTo>
                  <a:lnTo>
                    <a:pt x="170752" y="477431"/>
                  </a:lnTo>
                  <a:lnTo>
                    <a:pt x="170383" y="477833"/>
                  </a:lnTo>
                  <a:lnTo>
                    <a:pt x="170774" y="478199"/>
                  </a:lnTo>
                  <a:lnTo>
                    <a:pt x="171154" y="478558"/>
                  </a:lnTo>
                  <a:lnTo>
                    <a:pt x="171487" y="478871"/>
                  </a:lnTo>
                  <a:lnTo>
                    <a:pt x="171828" y="479192"/>
                  </a:lnTo>
                  <a:lnTo>
                    <a:pt x="172349" y="479680"/>
                  </a:lnTo>
                  <a:lnTo>
                    <a:pt x="172515" y="479833"/>
                  </a:lnTo>
                  <a:lnTo>
                    <a:pt x="172846" y="480146"/>
                  </a:lnTo>
                  <a:lnTo>
                    <a:pt x="173238" y="480512"/>
                  </a:lnTo>
                  <a:lnTo>
                    <a:pt x="173726" y="480968"/>
                  </a:lnTo>
                  <a:lnTo>
                    <a:pt x="173826" y="481100"/>
                  </a:lnTo>
                  <a:lnTo>
                    <a:pt x="174208" y="481569"/>
                  </a:lnTo>
                  <a:lnTo>
                    <a:pt x="174507" y="481863"/>
                  </a:lnTo>
                  <a:lnTo>
                    <a:pt x="174747" y="482101"/>
                  </a:lnTo>
                  <a:lnTo>
                    <a:pt x="174984" y="482332"/>
                  </a:lnTo>
                  <a:lnTo>
                    <a:pt x="175255" y="482616"/>
                  </a:lnTo>
                  <a:lnTo>
                    <a:pt x="175446" y="482462"/>
                  </a:lnTo>
                  <a:lnTo>
                    <a:pt x="175732" y="482371"/>
                  </a:lnTo>
                  <a:lnTo>
                    <a:pt x="175962" y="482271"/>
                  </a:lnTo>
                  <a:lnTo>
                    <a:pt x="176294" y="482474"/>
                  </a:lnTo>
                  <a:lnTo>
                    <a:pt x="176500" y="482703"/>
                  </a:lnTo>
                  <a:lnTo>
                    <a:pt x="176616" y="482853"/>
                  </a:lnTo>
                  <a:lnTo>
                    <a:pt x="176732" y="483020"/>
                  </a:lnTo>
                  <a:lnTo>
                    <a:pt x="176863" y="483216"/>
                  </a:lnTo>
                  <a:lnTo>
                    <a:pt x="177141" y="483610"/>
                  </a:lnTo>
                  <a:close/>
                </a:path>
              </a:pathLst>
            </a:custGeom>
            <a:solidFill>
              <a:srgbClr val="D1E3EB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12"/>
            <p:cNvSpPr/>
            <p:nvPr/>
          </p:nvSpPr>
          <p:spPr>
            <a:xfrm>
              <a:off x="2900173" y="5384470"/>
              <a:ext cx="539983" cy="546183"/>
            </a:xfrm>
            <a:custGeom>
              <a:avLst/>
              <a:pathLst>
                <a:path w="539983" h="546183">
                  <a:moveTo>
                    <a:pt x="483600" y="390497"/>
                  </a:moveTo>
                  <a:lnTo>
                    <a:pt x="489142" y="385256"/>
                  </a:lnTo>
                  <a:lnTo>
                    <a:pt x="490783" y="383704"/>
                  </a:lnTo>
                  <a:lnTo>
                    <a:pt x="500628" y="374392"/>
                  </a:lnTo>
                  <a:lnTo>
                    <a:pt x="511443" y="364163"/>
                  </a:lnTo>
                  <a:lnTo>
                    <a:pt x="517893" y="358064"/>
                  </a:lnTo>
                  <a:lnTo>
                    <a:pt x="523503" y="352757"/>
                  </a:lnTo>
                  <a:lnTo>
                    <a:pt x="529457" y="347125"/>
                  </a:lnTo>
                  <a:lnTo>
                    <a:pt x="539983" y="337172"/>
                  </a:lnTo>
                  <a:lnTo>
                    <a:pt x="538389" y="335195"/>
                  </a:lnTo>
                  <a:lnTo>
                    <a:pt x="535070" y="331081"/>
                  </a:lnTo>
                  <a:lnTo>
                    <a:pt x="529428" y="324085"/>
                  </a:lnTo>
                  <a:lnTo>
                    <a:pt x="523857" y="317176"/>
                  </a:lnTo>
                  <a:lnTo>
                    <a:pt x="518033" y="309954"/>
                  </a:lnTo>
                  <a:lnTo>
                    <a:pt x="514483" y="305552"/>
                  </a:lnTo>
                  <a:lnTo>
                    <a:pt x="512671" y="303274"/>
                  </a:lnTo>
                  <a:lnTo>
                    <a:pt x="506649" y="295702"/>
                  </a:lnTo>
                  <a:lnTo>
                    <a:pt x="502715" y="290756"/>
                  </a:lnTo>
                  <a:lnTo>
                    <a:pt x="501718" y="289392"/>
                  </a:lnTo>
                  <a:lnTo>
                    <a:pt x="499809" y="286779"/>
                  </a:lnTo>
                  <a:lnTo>
                    <a:pt x="499573" y="286456"/>
                  </a:lnTo>
                  <a:lnTo>
                    <a:pt x="499284" y="286405"/>
                  </a:lnTo>
                  <a:lnTo>
                    <a:pt x="499161" y="285842"/>
                  </a:lnTo>
                  <a:lnTo>
                    <a:pt x="498736" y="285428"/>
                  </a:lnTo>
                  <a:lnTo>
                    <a:pt x="498343" y="285047"/>
                  </a:lnTo>
                  <a:lnTo>
                    <a:pt x="497806" y="284482"/>
                  </a:lnTo>
                  <a:lnTo>
                    <a:pt x="497646" y="284309"/>
                  </a:lnTo>
                  <a:lnTo>
                    <a:pt x="497306" y="284090"/>
                  </a:lnTo>
                  <a:lnTo>
                    <a:pt x="496818" y="283731"/>
                  </a:lnTo>
                  <a:lnTo>
                    <a:pt x="496673" y="283628"/>
                  </a:lnTo>
                  <a:lnTo>
                    <a:pt x="496480" y="283438"/>
                  </a:lnTo>
                  <a:lnTo>
                    <a:pt x="496326" y="283298"/>
                  </a:lnTo>
                  <a:lnTo>
                    <a:pt x="496159" y="283172"/>
                  </a:lnTo>
                  <a:lnTo>
                    <a:pt x="496009" y="283062"/>
                  </a:lnTo>
                  <a:lnTo>
                    <a:pt x="495872" y="283018"/>
                  </a:lnTo>
                  <a:lnTo>
                    <a:pt x="495450" y="282793"/>
                  </a:lnTo>
                  <a:lnTo>
                    <a:pt x="495078" y="282515"/>
                  </a:lnTo>
                  <a:lnTo>
                    <a:pt x="494913" y="282359"/>
                  </a:lnTo>
                  <a:lnTo>
                    <a:pt x="494634" y="282093"/>
                  </a:lnTo>
                  <a:lnTo>
                    <a:pt x="493366" y="282140"/>
                  </a:lnTo>
                  <a:lnTo>
                    <a:pt x="492964" y="282301"/>
                  </a:lnTo>
                  <a:lnTo>
                    <a:pt x="492323" y="283773"/>
                  </a:lnTo>
                  <a:lnTo>
                    <a:pt x="491597" y="284496"/>
                  </a:lnTo>
                  <a:lnTo>
                    <a:pt x="491026" y="284739"/>
                  </a:lnTo>
                  <a:lnTo>
                    <a:pt x="490871" y="284761"/>
                  </a:lnTo>
                  <a:lnTo>
                    <a:pt x="490340" y="285015"/>
                  </a:lnTo>
                  <a:lnTo>
                    <a:pt x="490249" y="284687"/>
                  </a:lnTo>
                  <a:lnTo>
                    <a:pt x="489988" y="284095"/>
                  </a:lnTo>
                  <a:lnTo>
                    <a:pt x="489853" y="283940"/>
                  </a:lnTo>
                  <a:lnTo>
                    <a:pt x="489510" y="283510"/>
                  </a:lnTo>
                  <a:lnTo>
                    <a:pt x="489261" y="283042"/>
                  </a:lnTo>
                  <a:lnTo>
                    <a:pt x="489199" y="282876"/>
                  </a:lnTo>
                  <a:lnTo>
                    <a:pt x="489118" y="282746"/>
                  </a:lnTo>
                  <a:lnTo>
                    <a:pt x="489034" y="282573"/>
                  </a:lnTo>
                  <a:lnTo>
                    <a:pt x="488697" y="282100"/>
                  </a:lnTo>
                  <a:lnTo>
                    <a:pt x="488446" y="281716"/>
                  </a:lnTo>
                  <a:lnTo>
                    <a:pt x="488386" y="281570"/>
                  </a:lnTo>
                  <a:lnTo>
                    <a:pt x="488340" y="281378"/>
                  </a:lnTo>
                  <a:lnTo>
                    <a:pt x="488327" y="281237"/>
                  </a:lnTo>
                  <a:lnTo>
                    <a:pt x="488197" y="280800"/>
                  </a:lnTo>
                  <a:lnTo>
                    <a:pt x="488113" y="280660"/>
                  </a:lnTo>
                  <a:lnTo>
                    <a:pt x="487958" y="280324"/>
                  </a:lnTo>
                  <a:lnTo>
                    <a:pt x="487738" y="279991"/>
                  </a:lnTo>
                  <a:lnTo>
                    <a:pt x="487334" y="279479"/>
                  </a:lnTo>
                  <a:lnTo>
                    <a:pt x="487156" y="279218"/>
                  </a:lnTo>
                  <a:lnTo>
                    <a:pt x="486873" y="278738"/>
                  </a:lnTo>
                  <a:lnTo>
                    <a:pt x="486733" y="278455"/>
                  </a:lnTo>
                  <a:lnTo>
                    <a:pt x="485842" y="277885"/>
                  </a:lnTo>
                  <a:lnTo>
                    <a:pt x="485675" y="277862"/>
                  </a:lnTo>
                  <a:lnTo>
                    <a:pt x="485426" y="277834"/>
                  </a:lnTo>
                  <a:lnTo>
                    <a:pt x="484925" y="277775"/>
                  </a:lnTo>
                  <a:lnTo>
                    <a:pt x="484759" y="277767"/>
                  </a:lnTo>
                  <a:lnTo>
                    <a:pt x="484604" y="277739"/>
                  </a:lnTo>
                  <a:lnTo>
                    <a:pt x="483991" y="277770"/>
                  </a:lnTo>
                  <a:lnTo>
                    <a:pt x="483556" y="277680"/>
                  </a:lnTo>
                  <a:lnTo>
                    <a:pt x="483348" y="277652"/>
                  </a:lnTo>
                  <a:lnTo>
                    <a:pt x="483168" y="277654"/>
                  </a:lnTo>
                  <a:lnTo>
                    <a:pt x="482718" y="277634"/>
                  </a:lnTo>
                  <a:lnTo>
                    <a:pt x="482564" y="277630"/>
                  </a:lnTo>
                  <a:lnTo>
                    <a:pt x="482148" y="277597"/>
                  </a:lnTo>
                  <a:lnTo>
                    <a:pt x="481965" y="277583"/>
                  </a:lnTo>
                  <a:lnTo>
                    <a:pt x="481640" y="277559"/>
                  </a:lnTo>
                  <a:lnTo>
                    <a:pt x="481441" y="277532"/>
                  </a:lnTo>
                  <a:lnTo>
                    <a:pt x="481187" y="277487"/>
                  </a:lnTo>
                  <a:lnTo>
                    <a:pt x="480755" y="277426"/>
                  </a:lnTo>
                  <a:lnTo>
                    <a:pt x="480596" y="277407"/>
                  </a:lnTo>
                  <a:lnTo>
                    <a:pt x="480438" y="277381"/>
                  </a:lnTo>
                  <a:lnTo>
                    <a:pt x="480067" y="277337"/>
                  </a:lnTo>
                  <a:lnTo>
                    <a:pt x="479935" y="277280"/>
                  </a:lnTo>
                  <a:lnTo>
                    <a:pt x="479392" y="276993"/>
                  </a:lnTo>
                  <a:lnTo>
                    <a:pt x="478965" y="276757"/>
                  </a:lnTo>
                  <a:lnTo>
                    <a:pt x="478617" y="276567"/>
                  </a:lnTo>
                  <a:lnTo>
                    <a:pt x="478431" y="276465"/>
                  </a:lnTo>
                  <a:lnTo>
                    <a:pt x="478269" y="276403"/>
                  </a:lnTo>
                  <a:lnTo>
                    <a:pt x="477724" y="276134"/>
                  </a:lnTo>
                  <a:lnTo>
                    <a:pt x="477304" y="275876"/>
                  </a:lnTo>
                  <a:lnTo>
                    <a:pt x="477061" y="275730"/>
                  </a:lnTo>
                  <a:lnTo>
                    <a:pt x="476737" y="275573"/>
                  </a:lnTo>
                  <a:lnTo>
                    <a:pt x="476455" y="275448"/>
                  </a:lnTo>
                  <a:lnTo>
                    <a:pt x="476108" y="275271"/>
                  </a:lnTo>
                  <a:lnTo>
                    <a:pt x="475866" y="275150"/>
                  </a:lnTo>
                  <a:lnTo>
                    <a:pt x="475549" y="274994"/>
                  </a:lnTo>
                  <a:lnTo>
                    <a:pt x="475343" y="274603"/>
                  </a:lnTo>
                  <a:lnTo>
                    <a:pt x="475467" y="274456"/>
                  </a:lnTo>
                  <a:lnTo>
                    <a:pt x="475613" y="274271"/>
                  </a:lnTo>
                  <a:lnTo>
                    <a:pt x="475817" y="274011"/>
                  </a:lnTo>
                  <a:lnTo>
                    <a:pt x="476117" y="273638"/>
                  </a:lnTo>
                  <a:lnTo>
                    <a:pt x="476531" y="273134"/>
                  </a:lnTo>
                  <a:lnTo>
                    <a:pt x="476636" y="272966"/>
                  </a:lnTo>
                  <a:lnTo>
                    <a:pt x="476712" y="272829"/>
                  </a:lnTo>
                  <a:lnTo>
                    <a:pt x="477107" y="272209"/>
                  </a:lnTo>
                  <a:lnTo>
                    <a:pt x="476943" y="272197"/>
                  </a:lnTo>
                  <a:lnTo>
                    <a:pt x="476737" y="272230"/>
                  </a:lnTo>
                  <a:lnTo>
                    <a:pt x="476468" y="272229"/>
                  </a:lnTo>
                  <a:lnTo>
                    <a:pt x="476088" y="272124"/>
                  </a:lnTo>
                  <a:lnTo>
                    <a:pt x="475455" y="271905"/>
                  </a:lnTo>
                  <a:lnTo>
                    <a:pt x="475299" y="271846"/>
                  </a:lnTo>
                  <a:lnTo>
                    <a:pt x="474954" y="271702"/>
                  </a:lnTo>
                  <a:lnTo>
                    <a:pt x="474814" y="271626"/>
                  </a:lnTo>
                  <a:lnTo>
                    <a:pt x="474817" y="271495"/>
                  </a:lnTo>
                  <a:lnTo>
                    <a:pt x="474828" y="270433"/>
                  </a:lnTo>
                  <a:lnTo>
                    <a:pt x="474831" y="270168"/>
                  </a:lnTo>
                  <a:lnTo>
                    <a:pt x="474804" y="269690"/>
                  </a:lnTo>
                  <a:lnTo>
                    <a:pt x="474795" y="269523"/>
                  </a:lnTo>
                  <a:lnTo>
                    <a:pt x="474831" y="269173"/>
                  </a:lnTo>
                  <a:lnTo>
                    <a:pt x="474896" y="268605"/>
                  </a:lnTo>
                  <a:lnTo>
                    <a:pt x="474958" y="268162"/>
                  </a:lnTo>
                  <a:lnTo>
                    <a:pt x="474973" y="267917"/>
                  </a:lnTo>
                  <a:lnTo>
                    <a:pt x="475047" y="267541"/>
                  </a:lnTo>
                  <a:lnTo>
                    <a:pt x="475063" y="267262"/>
                  </a:lnTo>
                  <a:lnTo>
                    <a:pt x="475082" y="267067"/>
                  </a:lnTo>
                  <a:lnTo>
                    <a:pt x="475100" y="266929"/>
                  </a:lnTo>
                  <a:lnTo>
                    <a:pt x="475116" y="266785"/>
                  </a:lnTo>
                  <a:lnTo>
                    <a:pt x="475129" y="266526"/>
                  </a:lnTo>
                  <a:lnTo>
                    <a:pt x="475145" y="266330"/>
                  </a:lnTo>
                  <a:lnTo>
                    <a:pt x="475167" y="266132"/>
                  </a:lnTo>
                  <a:lnTo>
                    <a:pt x="475174" y="266001"/>
                  </a:lnTo>
                  <a:lnTo>
                    <a:pt x="475199" y="265853"/>
                  </a:lnTo>
                  <a:lnTo>
                    <a:pt x="475202" y="265722"/>
                  </a:lnTo>
                  <a:lnTo>
                    <a:pt x="475245" y="265186"/>
                  </a:lnTo>
                  <a:lnTo>
                    <a:pt x="475284" y="264503"/>
                  </a:lnTo>
                  <a:lnTo>
                    <a:pt x="475309" y="264208"/>
                  </a:lnTo>
                  <a:lnTo>
                    <a:pt x="475319" y="263966"/>
                  </a:lnTo>
                  <a:lnTo>
                    <a:pt x="475276" y="263542"/>
                  </a:lnTo>
                  <a:lnTo>
                    <a:pt x="475267" y="263309"/>
                  </a:lnTo>
                  <a:lnTo>
                    <a:pt x="475290" y="263172"/>
                  </a:lnTo>
                  <a:lnTo>
                    <a:pt x="475287" y="262793"/>
                  </a:lnTo>
                  <a:lnTo>
                    <a:pt x="475239" y="262634"/>
                  </a:lnTo>
                  <a:lnTo>
                    <a:pt x="475204" y="262482"/>
                  </a:lnTo>
                  <a:lnTo>
                    <a:pt x="475150" y="262001"/>
                  </a:lnTo>
                  <a:lnTo>
                    <a:pt x="475050" y="261483"/>
                  </a:lnTo>
                  <a:lnTo>
                    <a:pt x="474964" y="260830"/>
                  </a:lnTo>
                  <a:lnTo>
                    <a:pt x="474899" y="260332"/>
                  </a:lnTo>
                  <a:lnTo>
                    <a:pt x="474875" y="260153"/>
                  </a:lnTo>
                  <a:lnTo>
                    <a:pt x="474851" y="259966"/>
                  </a:lnTo>
                  <a:lnTo>
                    <a:pt x="474748" y="259180"/>
                  </a:lnTo>
                  <a:lnTo>
                    <a:pt x="474719" y="258757"/>
                  </a:lnTo>
                  <a:lnTo>
                    <a:pt x="474692" y="258468"/>
                  </a:lnTo>
                  <a:lnTo>
                    <a:pt x="474644" y="257952"/>
                  </a:lnTo>
                  <a:lnTo>
                    <a:pt x="474406" y="257487"/>
                  </a:lnTo>
                  <a:lnTo>
                    <a:pt x="474274" y="257175"/>
                  </a:lnTo>
                  <a:lnTo>
                    <a:pt x="474090" y="256772"/>
                  </a:lnTo>
                  <a:lnTo>
                    <a:pt x="474041" y="256525"/>
                  </a:lnTo>
                  <a:lnTo>
                    <a:pt x="473956" y="256235"/>
                  </a:lnTo>
                  <a:lnTo>
                    <a:pt x="473813" y="255846"/>
                  </a:lnTo>
                  <a:lnTo>
                    <a:pt x="473631" y="255381"/>
                  </a:lnTo>
                  <a:lnTo>
                    <a:pt x="473464" y="254955"/>
                  </a:lnTo>
                  <a:lnTo>
                    <a:pt x="473187" y="254216"/>
                  </a:lnTo>
                  <a:lnTo>
                    <a:pt x="472949" y="253647"/>
                  </a:lnTo>
                  <a:lnTo>
                    <a:pt x="472905" y="253496"/>
                  </a:lnTo>
                  <a:lnTo>
                    <a:pt x="472748" y="253139"/>
                  </a:lnTo>
                  <a:lnTo>
                    <a:pt x="472628" y="252858"/>
                  </a:lnTo>
                  <a:lnTo>
                    <a:pt x="472554" y="252668"/>
                  </a:lnTo>
                  <a:lnTo>
                    <a:pt x="472479" y="252499"/>
                  </a:lnTo>
                  <a:lnTo>
                    <a:pt x="472370" y="252358"/>
                  </a:lnTo>
                  <a:lnTo>
                    <a:pt x="472172" y="252027"/>
                  </a:lnTo>
                  <a:lnTo>
                    <a:pt x="472134" y="251850"/>
                  </a:lnTo>
                  <a:lnTo>
                    <a:pt x="472070" y="251593"/>
                  </a:lnTo>
                  <a:lnTo>
                    <a:pt x="471575" y="251098"/>
                  </a:lnTo>
                  <a:lnTo>
                    <a:pt x="471022" y="250829"/>
                  </a:lnTo>
                  <a:lnTo>
                    <a:pt x="470851" y="250738"/>
                  </a:lnTo>
                  <a:lnTo>
                    <a:pt x="470630" y="250622"/>
                  </a:lnTo>
                  <a:lnTo>
                    <a:pt x="469990" y="250220"/>
                  </a:lnTo>
                  <a:lnTo>
                    <a:pt x="469664" y="249882"/>
                  </a:lnTo>
                  <a:lnTo>
                    <a:pt x="469343" y="249632"/>
                  </a:lnTo>
                  <a:lnTo>
                    <a:pt x="469093" y="249431"/>
                  </a:lnTo>
                  <a:lnTo>
                    <a:pt x="468770" y="249203"/>
                  </a:lnTo>
                  <a:lnTo>
                    <a:pt x="468349" y="248910"/>
                  </a:lnTo>
                  <a:lnTo>
                    <a:pt x="468130" y="248827"/>
                  </a:lnTo>
                  <a:lnTo>
                    <a:pt x="467800" y="248693"/>
                  </a:lnTo>
                  <a:lnTo>
                    <a:pt x="467640" y="248636"/>
                  </a:lnTo>
                  <a:lnTo>
                    <a:pt x="467275" y="248442"/>
                  </a:lnTo>
                  <a:lnTo>
                    <a:pt x="466900" y="248325"/>
                  </a:lnTo>
                  <a:lnTo>
                    <a:pt x="466607" y="248089"/>
                  </a:lnTo>
                  <a:lnTo>
                    <a:pt x="466407" y="247942"/>
                  </a:lnTo>
                  <a:lnTo>
                    <a:pt x="466075" y="247693"/>
                  </a:lnTo>
                  <a:lnTo>
                    <a:pt x="465554" y="247290"/>
                  </a:lnTo>
                  <a:lnTo>
                    <a:pt x="465337" y="247098"/>
                  </a:lnTo>
                  <a:lnTo>
                    <a:pt x="465064" y="246834"/>
                  </a:lnTo>
                  <a:lnTo>
                    <a:pt x="464896" y="246660"/>
                  </a:lnTo>
                  <a:lnTo>
                    <a:pt x="464734" y="246511"/>
                  </a:lnTo>
                  <a:lnTo>
                    <a:pt x="464459" y="246252"/>
                  </a:lnTo>
                  <a:lnTo>
                    <a:pt x="464268" y="246071"/>
                  </a:lnTo>
                  <a:lnTo>
                    <a:pt x="464114" y="245935"/>
                  </a:lnTo>
                  <a:lnTo>
                    <a:pt x="463903" y="245710"/>
                  </a:lnTo>
                  <a:lnTo>
                    <a:pt x="463759" y="245608"/>
                  </a:lnTo>
                  <a:lnTo>
                    <a:pt x="463445" y="245330"/>
                  </a:lnTo>
                  <a:lnTo>
                    <a:pt x="463135" y="245025"/>
                  </a:lnTo>
                  <a:lnTo>
                    <a:pt x="462879" y="244796"/>
                  </a:lnTo>
                  <a:lnTo>
                    <a:pt x="462700" y="244651"/>
                  </a:lnTo>
                  <a:lnTo>
                    <a:pt x="462457" y="244518"/>
                  </a:lnTo>
                  <a:lnTo>
                    <a:pt x="462102" y="244306"/>
                  </a:lnTo>
                  <a:lnTo>
                    <a:pt x="461903" y="244197"/>
                  </a:lnTo>
                  <a:lnTo>
                    <a:pt x="461656" y="244062"/>
                  </a:lnTo>
                  <a:lnTo>
                    <a:pt x="461175" y="243811"/>
                  </a:lnTo>
                  <a:lnTo>
                    <a:pt x="461027" y="243727"/>
                  </a:lnTo>
                  <a:lnTo>
                    <a:pt x="460883" y="243622"/>
                  </a:lnTo>
                  <a:lnTo>
                    <a:pt x="460731" y="243495"/>
                  </a:lnTo>
                  <a:lnTo>
                    <a:pt x="460540" y="243339"/>
                  </a:lnTo>
                  <a:lnTo>
                    <a:pt x="460287" y="243140"/>
                  </a:lnTo>
                  <a:lnTo>
                    <a:pt x="460138" y="243022"/>
                  </a:lnTo>
                  <a:lnTo>
                    <a:pt x="457516" y="239821"/>
                  </a:lnTo>
                  <a:lnTo>
                    <a:pt x="457273" y="239362"/>
                  </a:lnTo>
                  <a:lnTo>
                    <a:pt x="457252" y="239228"/>
                  </a:lnTo>
                  <a:lnTo>
                    <a:pt x="457013" y="238750"/>
                  </a:lnTo>
                  <a:lnTo>
                    <a:pt x="456918" y="238602"/>
                  </a:lnTo>
                  <a:lnTo>
                    <a:pt x="456624" y="238338"/>
                  </a:lnTo>
                  <a:lnTo>
                    <a:pt x="456142" y="237934"/>
                  </a:lnTo>
                  <a:lnTo>
                    <a:pt x="455888" y="237635"/>
                  </a:lnTo>
                  <a:lnTo>
                    <a:pt x="455774" y="237505"/>
                  </a:lnTo>
                  <a:lnTo>
                    <a:pt x="455660" y="237341"/>
                  </a:lnTo>
                  <a:lnTo>
                    <a:pt x="455359" y="236990"/>
                  </a:lnTo>
                  <a:lnTo>
                    <a:pt x="455260" y="236851"/>
                  </a:lnTo>
                  <a:lnTo>
                    <a:pt x="454853" y="236361"/>
                  </a:lnTo>
                  <a:lnTo>
                    <a:pt x="454729" y="236207"/>
                  </a:lnTo>
                  <a:lnTo>
                    <a:pt x="454668" y="236045"/>
                  </a:lnTo>
                  <a:lnTo>
                    <a:pt x="454633" y="235789"/>
                  </a:lnTo>
                  <a:lnTo>
                    <a:pt x="454589" y="235620"/>
                  </a:lnTo>
                  <a:lnTo>
                    <a:pt x="454557" y="235476"/>
                  </a:lnTo>
                  <a:lnTo>
                    <a:pt x="454534" y="235347"/>
                  </a:lnTo>
                  <a:lnTo>
                    <a:pt x="454430" y="234869"/>
                  </a:lnTo>
                  <a:lnTo>
                    <a:pt x="454363" y="234525"/>
                  </a:lnTo>
                  <a:lnTo>
                    <a:pt x="454267" y="234256"/>
                  </a:lnTo>
                  <a:lnTo>
                    <a:pt x="454032" y="233248"/>
                  </a:lnTo>
                  <a:lnTo>
                    <a:pt x="453994" y="232895"/>
                  </a:lnTo>
                  <a:lnTo>
                    <a:pt x="453949" y="232694"/>
                  </a:lnTo>
                  <a:lnTo>
                    <a:pt x="453877" y="232387"/>
                  </a:lnTo>
                  <a:lnTo>
                    <a:pt x="453834" y="232214"/>
                  </a:lnTo>
                  <a:lnTo>
                    <a:pt x="453799" y="231948"/>
                  </a:lnTo>
                  <a:lnTo>
                    <a:pt x="453733" y="231688"/>
                  </a:lnTo>
                  <a:lnTo>
                    <a:pt x="453686" y="231460"/>
                  </a:lnTo>
                  <a:lnTo>
                    <a:pt x="453410" y="230558"/>
                  </a:lnTo>
                  <a:lnTo>
                    <a:pt x="453281" y="230077"/>
                  </a:lnTo>
                  <a:lnTo>
                    <a:pt x="453247" y="229948"/>
                  </a:lnTo>
                  <a:lnTo>
                    <a:pt x="453213" y="229793"/>
                  </a:lnTo>
                  <a:lnTo>
                    <a:pt x="453178" y="229665"/>
                  </a:lnTo>
                  <a:lnTo>
                    <a:pt x="453077" y="229245"/>
                  </a:lnTo>
                  <a:lnTo>
                    <a:pt x="453041" y="229111"/>
                  </a:lnTo>
                  <a:lnTo>
                    <a:pt x="452996" y="228927"/>
                  </a:lnTo>
                  <a:lnTo>
                    <a:pt x="452950" y="228746"/>
                  </a:lnTo>
                  <a:lnTo>
                    <a:pt x="452911" y="228581"/>
                  </a:lnTo>
                  <a:lnTo>
                    <a:pt x="452856" y="228356"/>
                  </a:lnTo>
                  <a:lnTo>
                    <a:pt x="452802" y="228152"/>
                  </a:lnTo>
                  <a:lnTo>
                    <a:pt x="452716" y="227789"/>
                  </a:lnTo>
                  <a:lnTo>
                    <a:pt x="452655" y="227588"/>
                  </a:lnTo>
                  <a:lnTo>
                    <a:pt x="452595" y="227312"/>
                  </a:lnTo>
                  <a:lnTo>
                    <a:pt x="452524" y="227014"/>
                  </a:lnTo>
                  <a:lnTo>
                    <a:pt x="452474" y="226824"/>
                  </a:lnTo>
                  <a:lnTo>
                    <a:pt x="452426" y="226608"/>
                  </a:lnTo>
                  <a:lnTo>
                    <a:pt x="452360" y="225933"/>
                  </a:lnTo>
                  <a:lnTo>
                    <a:pt x="452329" y="225751"/>
                  </a:lnTo>
                  <a:lnTo>
                    <a:pt x="452310" y="225623"/>
                  </a:lnTo>
                  <a:lnTo>
                    <a:pt x="452287" y="225466"/>
                  </a:lnTo>
                  <a:lnTo>
                    <a:pt x="452274" y="225274"/>
                  </a:lnTo>
                  <a:lnTo>
                    <a:pt x="452209" y="224699"/>
                  </a:lnTo>
                  <a:lnTo>
                    <a:pt x="452195" y="224551"/>
                  </a:lnTo>
                  <a:lnTo>
                    <a:pt x="452179" y="224267"/>
                  </a:lnTo>
                  <a:lnTo>
                    <a:pt x="452157" y="223977"/>
                  </a:lnTo>
                  <a:lnTo>
                    <a:pt x="452104" y="223616"/>
                  </a:lnTo>
                  <a:lnTo>
                    <a:pt x="452090" y="223439"/>
                  </a:lnTo>
                  <a:lnTo>
                    <a:pt x="451170" y="221017"/>
                  </a:lnTo>
                  <a:lnTo>
                    <a:pt x="451118" y="220810"/>
                  </a:lnTo>
                  <a:lnTo>
                    <a:pt x="451178" y="220417"/>
                  </a:lnTo>
                  <a:lnTo>
                    <a:pt x="451207" y="220199"/>
                  </a:lnTo>
                  <a:lnTo>
                    <a:pt x="451149" y="220061"/>
                  </a:lnTo>
                  <a:lnTo>
                    <a:pt x="451090" y="219923"/>
                  </a:lnTo>
                  <a:lnTo>
                    <a:pt x="451010" y="219760"/>
                  </a:lnTo>
                  <a:lnTo>
                    <a:pt x="450941" y="219612"/>
                  </a:lnTo>
                  <a:lnTo>
                    <a:pt x="450860" y="219433"/>
                  </a:lnTo>
                  <a:lnTo>
                    <a:pt x="450769" y="219245"/>
                  </a:lnTo>
                  <a:lnTo>
                    <a:pt x="450701" y="219108"/>
                  </a:lnTo>
                  <a:lnTo>
                    <a:pt x="450640" y="218933"/>
                  </a:lnTo>
                  <a:lnTo>
                    <a:pt x="450520" y="218686"/>
                  </a:lnTo>
                  <a:lnTo>
                    <a:pt x="450460" y="218554"/>
                  </a:lnTo>
                  <a:lnTo>
                    <a:pt x="450191" y="218564"/>
                  </a:lnTo>
                  <a:lnTo>
                    <a:pt x="450060" y="218586"/>
                  </a:lnTo>
                  <a:lnTo>
                    <a:pt x="449908" y="218603"/>
                  </a:lnTo>
                  <a:lnTo>
                    <a:pt x="449571" y="218653"/>
                  </a:lnTo>
                  <a:lnTo>
                    <a:pt x="449246" y="218683"/>
                  </a:lnTo>
                  <a:lnTo>
                    <a:pt x="449042" y="218728"/>
                  </a:lnTo>
                  <a:lnTo>
                    <a:pt x="448767" y="218792"/>
                  </a:lnTo>
                  <a:lnTo>
                    <a:pt x="448638" y="218826"/>
                  </a:lnTo>
                  <a:lnTo>
                    <a:pt x="448271" y="218934"/>
                  </a:lnTo>
                  <a:lnTo>
                    <a:pt x="448047" y="218983"/>
                  </a:lnTo>
                  <a:lnTo>
                    <a:pt x="447886" y="219017"/>
                  </a:lnTo>
                  <a:lnTo>
                    <a:pt x="447731" y="219049"/>
                  </a:lnTo>
                  <a:lnTo>
                    <a:pt x="447591" y="219077"/>
                  </a:lnTo>
                  <a:lnTo>
                    <a:pt x="447379" y="219117"/>
                  </a:lnTo>
                  <a:lnTo>
                    <a:pt x="446524" y="219288"/>
                  </a:lnTo>
                  <a:lnTo>
                    <a:pt x="446329" y="219315"/>
                  </a:lnTo>
                  <a:lnTo>
                    <a:pt x="446157" y="219342"/>
                  </a:lnTo>
                  <a:lnTo>
                    <a:pt x="445909" y="219349"/>
                  </a:lnTo>
                  <a:lnTo>
                    <a:pt x="445739" y="219351"/>
                  </a:lnTo>
                  <a:lnTo>
                    <a:pt x="445559" y="219352"/>
                  </a:lnTo>
                  <a:lnTo>
                    <a:pt x="445262" y="219328"/>
                  </a:lnTo>
                  <a:lnTo>
                    <a:pt x="445114" y="219325"/>
                  </a:lnTo>
                  <a:lnTo>
                    <a:pt x="444982" y="219310"/>
                  </a:lnTo>
                  <a:lnTo>
                    <a:pt x="444850" y="219290"/>
                  </a:lnTo>
                  <a:lnTo>
                    <a:pt x="444535" y="219341"/>
                  </a:lnTo>
                  <a:lnTo>
                    <a:pt x="444226" y="219387"/>
                  </a:lnTo>
                  <a:lnTo>
                    <a:pt x="443993" y="219447"/>
                  </a:lnTo>
                  <a:lnTo>
                    <a:pt x="443818" y="219527"/>
                  </a:lnTo>
                  <a:lnTo>
                    <a:pt x="442999" y="219675"/>
                  </a:lnTo>
                  <a:lnTo>
                    <a:pt x="442827" y="219713"/>
                  </a:lnTo>
                  <a:lnTo>
                    <a:pt x="442621" y="219757"/>
                  </a:lnTo>
                  <a:lnTo>
                    <a:pt x="442425" y="219796"/>
                  </a:lnTo>
                  <a:lnTo>
                    <a:pt x="442226" y="219839"/>
                  </a:lnTo>
                  <a:lnTo>
                    <a:pt x="442058" y="219821"/>
                  </a:lnTo>
                  <a:lnTo>
                    <a:pt x="441883" y="219802"/>
                  </a:lnTo>
                  <a:lnTo>
                    <a:pt x="441731" y="219787"/>
                  </a:lnTo>
                  <a:lnTo>
                    <a:pt x="441524" y="219768"/>
                  </a:lnTo>
                  <a:lnTo>
                    <a:pt x="441322" y="219743"/>
                  </a:lnTo>
                  <a:lnTo>
                    <a:pt x="441160" y="219728"/>
                  </a:lnTo>
                  <a:lnTo>
                    <a:pt x="440918" y="219702"/>
                  </a:lnTo>
                  <a:lnTo>
                    <a:pt x="440733" y="219684"/>
                  </a:lnTo>
                  <a:lnTo>
                    <a:pt x="440594" y="219658"/>
                  </a:lnTo>
                  <a:lnTo>
                    <a:pt x="440425" y="219631"/>
                  </a:lnTo>
                  <a:lnTo>
                    <a:pt x="440174" y="219620"/>
                  </a:lnTo>
                  <a:lnTo>
                    <a:pt x="439879" y="219608"/>
                  </a:lnTo>
                  <a:lnTo>
                    <a:pt x="439667" y="219597"/>
                  </a:lnTo>
                  <a:lnTo>
                    <a:pt x="439213" y="219566"/>
                  </a:lnTo>
                  <a:lnTo>
                    <a:pt x="439042" y="219554"/>
                  </a:lnTo>
                  <a:lnTo>
                    <a:pt x="438891" y="219544"/>
                  </a:lnTo>
                  <a:lnTo>
                    <a:pt x="438573" y="219518"/>
                  </a:lnTo>
                  <a:lnTo>
                    <a:pt x="438338" y="219505"/>
                  </a:lnTo>
                  <a:lnTo>
                    <a:pt x="437864" y="219481"/>
                  </a:lnTo>
                  <a:lnTo>
                    <a:pt x="437737" y="219469"/>
                  </a:lnTo>
                  <a:lnTo>
                    <a:pt x="437595" y="219469"/>
                  </a:lnTo>
                  <a:lnTo>
                    <a:pt x="437446" y="219471"/>
                  </a:lnTo>
                  <a:lnTo>
                    <a:pt x="437297" y="219467"/>
                  </a:lnTo>
                  <a:lnTo>
                    <a:pt x="436957" y="219449"/>
                  </a:lnTo>
                  <a:lnTo>
                    <a:pt x="436607" y="219447"/>
                  </a:lnTo>
                  <a:lnTo>
                    <a:pt x="436050" y="219367"/>
                  </a:lnTo>
                  <a:lnTo>
                    <a:pt x="435828" y="219345"/>
                  </a:lnTo>
                  <a:lnTo>
                    <a:pt x="435672" y="219331"/>
                  </a:lnTo>
                  <a:lnTo>
                    <a:pt x="435524" y="219311"/>
                  </a:lnTo>
                  <a:lnTo>
                    <a:pt x="435277" y="219281"/>
                  </a:lnTo>
                  <a:lnTo>
                    <a:pt x="435057" y="219253"/>
                  </a:lnTo>
                  <a:lnTo>
                    <a:pt x="434924" y="219231"/>
                  </a:lnTo>
                  <a:lnTo>
                    <a:pt x="434774" y="219206"/>
                  </a:lnTo>
                  <a:lnTo>
                    <a:pt x="434593" y="219176"/>
                  </a:lnTo>
                  <a:lnTo>
                    <a:pt x="434007" y="219080"/>
                  </a:lnTo>
                  <a:lnTo>
                    <a:pt x="433803" y="219050"/>
                  </a:lnTo>
                  <a:lnTo>
                    <a:pt x="433637" y="219025"/>
                  </a:lnTo>
                  <a:lnTo>
                    <a:pt x="433439" y="218994"/>
                  </a:lnTo>
                  <a:lnTo>
                    <a:pt x="433296" y="218974"/>
                  </a:lnTo>
                  <a:lnTo>
                    <a:pt x="433135" y="218958"/>
                  </a:lnTo>
                  <a:lnTo>
                    <a:pt x="432924" y="218931"/>
                  </a:lnTo>
                  <a:lnTo>
                    <a:pt x="432723" y="218922"/>
                  </a:lnTo>
                  <a:lnTo>
                    <a:pt x="432574" y="218904"/>
                  </a:lnTo>
                  <a:lnTo>
                    <a:pt x="432394" y="218888"/>
                  </a:lnTo>
                  <a:lnTo>
                    <a:pt x="432146" y="218867"/>
                  </a:lnTo>
                  <a:lnTo>
                    <a:pt x="431954" y="218813"/>
                  </a:lnTo>
                  <a:lnTo>
                    <a:pt x="431745" y="218750"/>
                  </a:lnTo>
                  <a:lnTo>
                    <a:pt x="431601" y="218709"/>
                  </a:lnTo>
                  <a:lnTo>
                    <a:pt x="431419" y="218661"/>
                  </a:lnTo>
                  <a:lnTo>
                    <a:pt x="431196" y="218596"/>
                  </a:lnTo>
                  <a:lnTo>
                    <a:pt x="431039" y="218578"/>
                  </a:lnTo>
                  <a:lnTo>
                    <a:pt x="430859" y="218553"/>
                  </a:lnTo>
                  <a:lnTo>
                    <a:pt x="430616" y="218521"/>
                  </a:lnTo>
                  <a:lnTo>
                    <a:pt x="430478" y="218489"/>
                  </a:lnTo>
                  <a:lnTo>
                    <a:pt x="430267" y="218457"/>
                  </a:lnTo>
                  <a:lnTo>
                    <a:pt x="430126" y="218440"/>
                  </a:lnTo>
                  <a:lnTo>
                    <a:pt x="429890" y="218398"/>
                  </a:lnTo>
                  <a:lnTo>
                    <a:pt x="429498" y="218334"/>
                  </a:lnTo>
                  <a:lnTo>
                    <a:pt x="429220" y="218285"/>
                  </a:lnTo>
                  <a:lnTo>
                    <a:pt x="429017" y="218247"/>
                  </a:lnTo>
                  <a:lnTo>
                    <a:pt x="428604" y="218173"/>
                  </a:lnTo>
                  <a:lnTo>
                    <a:pt x="428240" y="218109"/>
                  </a:lnTo>
                  <a:lnTo>
                    <a:pt x="427784" y="218027"/>
                  </a:lnTo>
                  <a:lnTo>
                    <a:pt x="426890" y="217865"/>
                  </a:lnTo>
                  <a:lnTo>
                    <a:pt x="426799" y="218327"/>
                  </a:lnTo>
                  <a:lnTo>
                    <a:pt x="426744" y="218602"/>
                  </a:lnTo>
                  <a:lnTo>
                    <a:pt x="426708" y="218798"/>
                  </a:lnTo>
                  <a:lnTo>
                    <a:pt x="426656" y="219059"/>
                  </a:lnTo>
                  <a:lnTo>
                    <a:pt x="426619" y="219261"/>
                  </a:lnTo>
                  <a:lnTo>
                    <a:pt x="426532" y="219716"/>
                  </a:lnTo>
                  <a:lnTo>
                    <a:pt x="426492" y="219909"/>
                  </a:lnTo>
                  <a:lnTo>
                    <a:pt x="426425" y="220253"/>
                  </a:lnTo>
                  <a:lnTo>
                    <a:pt x="426343" y="220682"/>
                  </a:lnTo>
                  <a:lnTo>
                    <a:pt x="425882" y="221162"/>
                  </a:lnTo>
                  <a:lnTo>
                    <a:pt x="425708" y="221379"/>
                  </a:lnTo>
                  <a:lnTo>
                    <a:pt x="425457" y="221663"/>
                  </a:lnTo>
                  <a:lnTo>
                    <a:pt x="425294" y="221899"/>
                  </a:lnTo>
                  <a:lnTo>
                    <a:pt x="425094" y="222187"/>
                  </a:lnTo>
                  <a:lnTo>
                    <a:pt x="424667" y="222854"/>
                  </a:lnTo>
                  <a:lnTo>
                    <a:pt x="424181" y="223178"/>
                  </a:lnTo>
                  <a:lnTo>
                    <a:pt x="415315" y="228073"/>
                  </a:lnTo>
                  <a:lnTo>
                    <a:pt x="414064" y="229597"/>
                  </a:lnTo>
                  <a:lnTo>
                    <a:pt x="414973" y="231212"/>
                  </a:lnTo>
                  <a:lnTo>
                    <a:pt x="416657" y="232676"/>
                  </a:lnTo>
                  <a:lnTo>
                    <a:pt x="417671" y="233319"/>
                  </a:lnTo>
                  <a:lnTo>
                    <a:pt x="418564" y="233791"/>
                  </a:lnTo>
                  <a:lnTo>
                    <a:pt x="418767" y="233969"/>
                  </a:lnTo>
                  <a:lnTo>
                    <a:pt x="419541" y="234644"/>
                  </a:lnTo>
                  <a:lnTo>
                    <a:pt x="421977" y="237429"/>
                  </a:lnTo>
                  <a:lnTo>
                    <a:pt x="424106" y="238698"/>
                  </a:lnTo>
                  <a:lnTo>
                    <a:pt x="424233" y="238888"/>
                  </a:lnTo>
                  <a:lnTo>
                    <a:pt x="424396" y="239191"/>
                  </a:lnTo>
                  <a:lnTo>
                    <a:pt x="424121" y="239558"/>
                  </a:lnTo>
                  <a:lnTo>
                    <a:pt x="423965" y="239676"/>
                  </a:lnTo>
                  <a:lnTo>
                    <a:pt x="423560" y="239919"/>
                  </a:lnTo>
                  <a:lnTo>
                    <a:pt x="423327" y="240030"/>
                  </a:lnTo>
                  <a:lnTo>
                    <a:pt x="422380" y="240864"/>
                  </a:lnTo>
                  <a:lnTo>
                    <a:pt x="422258" y="241071"/>
                  </a:lnTo>
                  <a:lnTo>
                    <a:pt x="421819" y="241729"/>
                  </a:lnTo>
                  <a:lnTo>
                    <a:pt x="421354" y="243502"/>
                  </a:lnTo>
                  <a:lnTo>
                    <a:pt x="421267" y="243868"/>
                  </a:lnTo>
                  <a:lnTo>
                    <a:pt x="421039" y="244431"/>
                  </a:lnTo>
                  <a:lnTo>
                    <a:pt x="420958" y="244559"/>
                  </a:lnTo>
                  <a:lnTo>
                    <a:pt x="420763" y="244856"/>
                  </a:lnTo>
                  <a:lnTo>
                    <a:pt x="420569" y="245048"/>
                  </a:lnTo>
                  <a:lnTo>
                    <a:pt x="420254" y="245334"/>
                  </a:lnTo>
                  <a:lnTo>
                    <a:pt x="420032" y="245499"/>
                  </a:lnTo>
                  <a:lnTo>
                    <a:pt x="419841" y="245693"/>
                  </a:lnTo>
                  <a:lnTo>
                    <a:pt x="419521" y="246022"/>
                  </a:lnTo>
                  <a:lnTo>
                    <a:pt x="419333" y="246219"/>
                  </a:lnTo>
                  <a:lnTo>
                    <a:pt x="419156" y="246399"/>
                  </a:lnTo>
                  <a:lnTo>
                    <a:pt x="418883" y="246681"/>
                  </a:lnTo>
                  <a:lnTo>
                    <a:pt x="418792" y="246869"/>
                  </a:lnTo>
                  <a:lnTo>
                    <a:pt x="418746" y="247008"/>
                  </a:lnTo>
                  <a:lnTo>
                    <a:pt x="418430" y="247476"/>
                  </a:lnTo>
                  <a:lnTo>
                    <a:pt x="418159" y="247819"/>
                  </a:lnTo>
                  <a:lnTo>
                    <a:pt x="417920" y="248140"/>
                  </a:lnTo>
                  <a:lnTo>
                    <a:pt x="417805" y="248359"/>
                  </a:lnTo>
                  <a:lnTo>
                    <a:pt x="417452" y="248851"/>
                  </a:lnTo>
                  <a:lnTo>
                    <a:pt x="417243" y="249172"/>
                  </a:lnTo>
                  <a:lnTo>
                    <a:pt x="417024" y="249429"/>
                  </a:lnTo>
                  <a:lnTo>
                    <a:pt x="416656" y="250088"/>
                  </a:lnTo>
                  <a:lnTo>
                    <a:pt x="416458" y="250413"/>
                  </a:lnTo>
                  <a:lnTo>
                    <a:pt x="416529" y="251308"/>
                  </a:lnTo>
                  <a:lnTo>
                    <a:pt x="416787" y="251603"/>
                  </a:lnTo>
                  <a:lnTo>
                    <a:pt x="417555" y="252229"/>
                  </a:lnTo>
                  <a:lnTo>
                    <a:pt x="417240" y="252523"/>
                  </a:lnTo>
                  <a:lnTo>
                    <a:pt x="417090" y="252662"/>
                  </a:lnTo>
                  <a:lnTo>
                    <a:pt x="416941" y="252832"/>
                  </a:lnTo>
                  <a:lnTo>
                    <a:pt x="416946" y="253337"/>
                  </a:lnTo>
                  <a:lnTo>
                    <a:pt x="416955" y="253671"/>
                  </a:lnTo>
                  <a:lnTo>
                    <a:pt x="416957" y="253876"/>
                  </a:lnTo>
                  <a:lnTo>
                    <a:pt x="416962" y="254046"/>
                  </a:lnTo>
                  <a:lnTo>
                    <a:pt x="416946" y="254626"/>
                  </a:lnTo>
                  <a:lnTo>
                    <a:pt x="416939" y="254777"/>
                  </a:lnTo>
                  <a:lnTo>
                    <a:pt x="416887" y="255021"/>
                  </a:lnTo>
                  <a:lnTo>
                    <a:pt x="416791" y="255212"/>
                  </a:lnTo>
                  <a:lnTo>
                    <a:pt x="416801" y="255439"/>
                  </a:lnTo>
                  <a:lnTo>
                    <a:pt x="416752" y="255688"/>
                  </a:lnTo>
                  <a:lnTo>
                    <a:pt x="416739" y="255967"/>
                  </a:lnTo>
                  <a:lnTo>
                    <a:pt x="416519" y="256438"/>
                  </a:lnTo>
                  <a:lnTo>
                    <a:pt x="416436" y="256784"/>
                  </a:lnTo>
                  <a:lnTo>
                    <a:pt x="416328" y="257217"/>
                  </a:lnTo>
                  <a:lnTo>
                    <a:pt x="416261" y="257532"/>
                  </a:lnTo>
                  <a:lnTo>
                    <a:pt x="416120" y="258053"/>
                  </a:lnTo>
                  <a:lnTo>
                    <a:pt x="415493" y="258317"/>
                  </a:lnTo>
                  <a:lnTo>
                    <a:pt x="414669" y="258750"/>
                  </a:lnTo>
                  <a:lnTo>
                    <a:pt x="414286" y="258842"/>
                  </a:lnTo>
                  <a:lnTo>
                    <a:pt x="413952" y="258973"/>
                  </a:lnTo>
                  <a:lnTo>
                    <a:pt x="413378" y="259248"/>
                  </a:lnTo>
                  <a:lnTo>
                    <a:pt x="413039" y="259460"/>
                  </a:lnTo>
                  <a:lnTo>
                    <a:pt x="412818" y="259665"/>
                  </a:lnTo>
                  <a:lnTo>
                    <a:pt x="412657" y="259764"/>
                  </a:lnTo>
                  <a:lnTo>
                    <a:pt x="412613" y="259937"/>
                  </a:lnTo>
                  <a:lnTo>
                    <a:pt x="412376" y="260012"/>
                  </a:lnTo>
                  <a:lnTo>
                    <a:pt x="412025" y="260068"/>
                  </a:lnTo>
                  <a:lnTo>
                    <a:pt x="411242" y="260277"/>
                  </a:lnTo>
                  <a:lnTo>
                    <a:pt x="410819" y="260389"/>
                  </a:lnTo>
                  <a:lnTo>
                    <a:pt x="409961" y="260831"/>
                  </a:lnTo>
                  <a:lnTo>
                    <a:pt x="409530" y="260888"/>
                  </a:lnTo>
                  <a:lnTo>
                    <a:pt x="409209" y="260407"/>
                  </a:lnTo>
                  <a:lnTo>
                    <a:pt x="408910" y="259963"/>
                  </a:lnTo>
                  <a:lnTo>
                    <a:pt x="408753" y="259714"/>
                  </a:lnTo>
                  <a:lnTo>
                    <a:pt x="408628" y="259530"/>
                  </a:lnTo>
                  <a:lnTo>
                    <a:pt x="408524" y="259371"/>
                  </a:lnTo>
                  <a:lnTo>
                    <a:pt x="408440" y="259243"/>
                  </a:lnTo>
                  <a:lnTo>
                    <a:pt x="408060" y="258662"/>
                  </a:lnTo>
                  <a:lnTo>
                    <a:pt x="407867" y="258326"/>
                  </a:lnTo>
                  <a:lnTo>
                    <a:pt x="407757" y="258064"/>
                  </a:lnTo>
                  <a:lnTo>
                    <a:pt x="407568" y="257683"/>
                  </a:lnTo>
                  <a:lnTo>
                    <a:pt x="407420" y="257238"/>
                  </a:lnTo>
                  <a:lnTo>
                    <a:pt x="407344" y="257071"/>
                  </a:lnTo>
                  <a:lnTo>
                    <a:pt x="407207" y="256795"/>
                  </a:lnTo>
                  <a:lnTo>
                    <a:pt x="407125" y="256499"/>
                  </a:lnTo>
                  <a:lnTo>
                    <a:pt x="407101" y="256332"/>
                  </a:lnTo>
                  <a:lnTo>
                    <a:pt x="407091" y="256001"/>
                  </a:lnTo>
                  <a:lnTo>
                    <a:pt x="407077" y="255556"/>
                  </a:lnTo>
                  <a:lnTo>
                    <a:pt x="407074" y="255426"/>
                  </a:lnTo>
                  <a:lnTo>
                    <a:pt x="406953" y="255286"/>
                  </a:lnTo>
                  <a:lnTo>
                    <a:pt x="406264" y="254860"/>
                  </a:lnTo>
                  <a:lnTo>
                    <a:pt x="406033" y="254768"/>
                  </a:lnTo>
                  <a:lnTo>
                    <a:pt x="405572" y="254485"/>
                  </a:lnTo>
                  <a:lnTo>
                    <a:pt x="405175" y="254242"/>
                  </a:lnTo>
                  <a:lnTo>
                    <a:pt x="404973" y="254118"/>
                  </a:lnTo>
                  <a:lnTo>
                    <a:pt x="404545" y="253861"/>
                  </a:lnTo>
                  <a:lnTo>
                    <a:pt x="404215" y="253668"/>
                  </a:lnTo>
                  <a:lnTo>
                    <a:pt x="403901" y="253467"/>
                  </a:lnTo>
                  <a:lnTo>
                    <a:pt x="403606" y="253283"/>
                  </a:lnTo>
                  <a:lnTo>
                    <a:pt x="403419" y="253160"/>
                  </a:lnTo>
                  <a:lnTo>
                    <a:pt x="403129" y="252976"/>
                  </a:lnTo>
                  <a:lnTo>
                    <a:pt x="402561" y="252615"/>
                  </a:lnTo>
                  <a:lnTo>
                    <a:pt x="402252" y="252317"/>
                  </a:lnTo>
                  <a:lnTo>
                    <a:pt x="402010" y="252151"/>
                  </a:lnTo>
                  <a:lnTo>
                    <a:pt x="401632" y="251892"/>
                  </a:lnTo>
                  <a:lnTo>
                    <a:pt x="401442" y="251763"/>
                  </a:lnTo>
                  <a:lnTo>
                    <a:pt x="401109" y="251535"/>
                  </a:lnTo>
                  <a:lnTo>
                    <a:pt x="400951" y="251436"/>
                  </a:lnTo>
                  <a:lnTo>
                    <a:pt x="400717" y="251288"/>
                  </a:lnTo>
                  <a:lnTo>
                    <a:pt x="400590" y="251209"/>
                  </a:lnTo>
                  <a:lnTo>
                    <a:pt x="400367" y="251065"/>
                  </a:lnTo>
                  <a:lnTo>
                    <a:pt x="400161" y="250958"/>
                  </a:lnTo>
                  <a:lnTo>
                    <a:pt x="400014" y="250873"/>
                  </a:lnTo>
                  <a:lnTo>
                    <a:pt x="399726" y="250681"/>
                  </a:lnTo>
                  <a:lnTo>
                    <a:pt x="399150" y="250264"/>
                  </a:lnTo>
                  <a:lnTo>
                    <a:pt x="398891" y="250066"/>
                  </a:lnTo>
                  <a:lnTo>
                    <a:pt x="398569" y="249839"/>
                  </a:lnTo>
                  <a:lnTo>
                    <a:pt x="398206" y="249595"/>
                  </a:lnTo>
                  <a:lnTo>
                    <a:pt x="397873" y="249365"/>
                  </a:lnTo>
                  <a:lnTo>
                    <a:pt x="397411" y="248807"/>
                  </a:lnTo>
                  <a:lnTo>
                    <a:pt x="397524" y="248644"/>
                  </a:lnTo>
                  <a:lnTo>
                    <a:pt x="397733" y="248328"/>
                  </a:lnTo>
                  <a:lnTo>
                    <a:pt x="397759" y="248189"/>
                  </a:lnTo>
                  <a:lnTo>
                    <a:pt x="397808" y="247928"/>
                  </a:lnTo>
                  <a:lnTo>
                    <a:pt x="397402" y="247201"/>
                  </a:lnTo>
                  <a:lnTo>
                    <a:pt x="397394" y="247011"/>
                  </a:lnTo>
                  <a:lnTo>
                    <a:pt x="397447" y="246560"/>
                  </a:lnTo>
                  <a:lnTo>
                    <a:pt x="397364" y="246348"/>
                  </a:lnTo>
                  <a:lnTo>
                    <a:pt x="397270" y="246143"/>
                  </a:lnTo>
                  <a:lnTo>
                    <a:pt x="397113" y="245877"/>
                  </a:lnTo>
                  <a:lnTo>
                    <a:pt x="396926" y="245565"/>
                  </a:lnTo>
                  <a:lnTo>
                    <a:pt x="396665" y="245221"/>
                  </a:lnTo>
                  <a:lnTo>
                    <a:pt x="396461" y="244957"/>
                  </a:lnTo>
                  <a:lnTo>
                    <a:pt x="395820" y="242976"/>
                  </a:lnTo>
                  <a:lnTo>
                    <a:pt x="395770" y="242668"/>
                  </a:lnTo>
                  <a:lnTo>
                    <a:pt x="394957" y="241960"/>
                  </a:lnTo>
                  <a:lnTo>
                    <a:pt x="394801" y="241640"/>
                  </a:lnTo>
                  <a:lnTo>
                    <a:pt x="394676" y="241313"/>
                  </a:lnTo>
                  <a:lnTo>
                    <a:pt x="394493" y="240828"/>
                  </a:lnTo>
                  <a:lnTo>
                    <a:pt x="394181" y="240042"/>
                  </a:lnTo>
                  <a:lnTo>
                    <a:pt x="394057" y="239754"/>
                  </a:lnTo>
                  <a:lnTo>
                    <a:pt x="393810" y="239158"/>
                  </a:lnTo>
                  <a:lnTo>
                    <a:pt x="393554" y="238479"/>
                  </a:lnTo>
                  <a:lnTo>
                    <a:pt x="393496" y="238347"/>
                  </a:lnTo>
                  <a:lnTo>
                    <a:pt x="393441" y="238211"/>
                  </a:lnTo>
                  <a:lnTo>
                    <a:pt x="393294" y="237885"/>
                  </a:lnTo>
                  <a:lnTo>
                    <a:pt x="393212" y="237686"/>
                  </a:lnTo>
                  <a:lnTo>
                    <a:pt x="392963" y="237177"/>
                  </a:lnTo>
                  <a:lnTo>
                    <a:pt x="392656" y="236674"/>
                  </a:lnTo>
                  <a:lnTo>
                    <a:pt x="392568" y="236528"/>
                  </a:lnTo>
                  <a:lnTo>
                    <a:pt x="392381" y="236150"/>
                  </a:lnTo>
                  <a:lnTo>
                    <a:pt x="392245" y="235818"/>
                  </a:lnTo>
                  <a:lnTo>
                    <a:pt x="392125" y="235647"/>
                  </a:lnTo>
                  <a:lnTo>
                    <a:pt x="391929" y="235561"/>
                  </a:lnTo>
                  <a:lnTo>
                    <a:pt x="391799" y="235507"/>
                  </a:lnTo>
                  <a:lnTo>
                    <a:pt x="391599" y="235428"/>
                  </a:lnTo>
                  <a:lnTo>
                    <a:pt x="391341" y="235172"/>
                  </a:lnTo>
                  <a:lnTo>
                    <a:pt x="391138" y="235058"/>
                  </a:lnTo>
                  <a:lnTo>
                    <a:pt x="390785" y="234799"/>
                  </a:lnTo>
                  <a:lnTo>
                    <a:pt x="390210" y="234366"/>
                  </a:lnTo>
                  <a:lnTo>
                    <a:pt x="390074" y="234218"/>
                  </a:lnTo>
                  <a:lnTo>
                    <a:pt x="389920" y="234058"/>
                  </a:lnTo>
                  <a:lnTo>
                    <a:pt x="389744" y="233868"/>
                  </a:lnTo>
                  <a:lnTo>
                    <a:pt x="389568" y="233702"/>
                  </a:lnTo>
                  <a:lnTo>
                    <a:pt x="389244" y="233345"/>
                  </a:lnTo>
                  <a:lnTo>
                    <a:pt x="388975" y="233069"/>
                  </a:lnTo>
                  <a:lnTo>
                    <a:pt x="388659" y="232614"/>
                  </a:lnTo>
                  <a:lnTo>
                    <a:pt x="388545" y="232436"/>
                  </a:lnTo>
                  <a:lnTo>
                    <a:pt x="388045" y="231722"/>
                  </a:lnTo>
                  <a:lnTo>
                    <a:pt x="387968" y="231523"/>
                  </a:lnTo>
                  <a:lnTo>
                    <a:pt x="387922" y="231306"/>
                  </a:lnTo>
                  <a:lnTo>
                    <a:pt x="387688" y="230540"/>
                  </a:lnTo>
                  <a:lnTo>
                    <a:pt x="387563" y="230340"/>
                  </a:lnTo>
                  <a:lnTo>
                    <a:pt x="387362" y="230464"/>
                  </a:lnTo>
                  <a:lnTo>
                    <a:pt x="386589" y="230951"/>
                  </a:lnTo>
                  <a:lnTo>
                    <a:pt x="386453" y="231035"/>
                  </a:lnTo>
                  <a:lnTo>
                    <a:pt x="386274" y="231159"/>
                  </a:lnTo>
                  <a:lnTo>
                    <a:pt x="385957" y="231370"/>
                  </a:lnTo>
                  <a:lnTo>
                    <a:pt x="385768" y="231449"/>
                  </a:lnTo>
                  <a:lnTo>
                    <a:pt x="385354" y="231624"/>
                  </a:lnTo>
                  <a:lnTo>
                    <a:pt x="385109" y="231730"/>
                  </a:lnTo>
                  <a:lnTo>
                    <a:pt x="384838" y="231844"/>
                  </a:lnTo>
                  <a:lnTo>
                    <a:pt x="384401" y="232050"/>
                  </a:lnTo>
                  <a:lnTo>
                    <a:pt x="383930" y="232242"/>
                  </a:lnTo>
                  <a:lnTo>
                    <a:pt x="383684" y="232341"/>
                  </a:lnTo>
                  <a:lnTo>
                    <a:pt x="383062" y="232571"/>
                  </a:lnTo>
                  <a:lnTo>
                    <a:pt x="382789" y="232702"/>
                  </a:lnTo>
                  <a:lnTo>
                    <a:pt x="382511" y="232843"/>
                  </a:lnTo>
                  <a:lnTo>
                    <a:pt x="381569" y="233228"/>
                  </a:lnTo>
                  <a:lnTo>
                    <a:pt x="381349" y="233327"/>
                  </a:lnTo>
                  <a:lnTo>
                    <a:pt x="381185" y="233393"/>
                  </a:lnTo>
                  <a:lnTo>
                    <a:pt x="380996" y="233490"/>
                  </a:lnTo>
                  <a:lnTo>
                    <a:pt x="380667" y="233659"/>
                  </a:lnTo>
                  <a:lnTo>
                    <a:pt x="380395" y="233812"/>
                  </a:lnTo>
                  <a:lnTo>
                    <a:pt x="380131" y="233964"/>
                  </a:lnTo>
                  <a:lnTo>
                    <a:pt x="379769" y="234137"/>
                  </a:lnTo>
                  <a:lnTo>
                    <a:pt x="379111" y="234478"/>
                  </a:lnTo>
                  <a:lnTo>
                    <a:pt x="378728" y="234665"/>
                  </a:lnTo>
                  <a:lnTo>
                    <a:pt x="378489" y="234800"/>
                  </a:lnTo>
                  <a:lnTo>
                    <a:pt x="378136" y="234998"/>
                  </a:lnTo>
                  <a:lnTo>
                    <a:pt x="377895" y="235133"/>
                  </a:lnTo>
                  <a:lnTo>
                    <a:pt x="377747" y="235216"/>
                  </a:lnTo>
                  <a:lnTo>
                    <a:pt x="377509" y="235332"/>
                  </a:lnTo>
                  <a:lnTo>
                    <a:pt x="376926" y="235632"/>
                  </a:lnTo>
                  <a:lnTo>
                    <a:pt x="376543" y="235823"/>
                  </a:lnTo>
                  <a:lnTo>
                    <a:pt x="376398" y="235896"/>
                  </a:lnTo>
                  <a:lnTo>
                    <a:pt x="376233" y="236100"/>
                  </a:lnTo>
                  <a:lnTo>
                    <a:pt x="375755" y="236691"/>
                  </a:lnTo>
                  <a:lnTo>
                    <a:pt x="375576" y="236921"/>
                  </a:lnTo>
                  <a:lnTo>
                    <a:pt x="375368" y="237182"/>
                  </a:lnTo>
                  <a:lnTo>
                    <a:pt x="375228" y="237362"/>
                  </a:lnTo>
                  <a:lnTo>
                    <a:pt x="374649" y="238094"/>
                  </a:lnTo>
                  <a:lnTo>
                    <a:pt x="374386" y="238422"/>
                  </a:lnTo>
                  <a:lnTo>
                    <a:pt x="374230" y="238619"/>
                  </a:lnTo>
                  <a:lnTo>
                    <a:pt x="373993" y="238901"/>
                  </a:lnTo>
                  <a:lnTo>
                    <a:pt x="373725" y="239246"/>
                  </a:lnTo>
                  <a:lnTo>
                    <a:pt x="373582" y="239425"/>
                  </a:lnTo>
                  <a:lnTo>
                    <a:pt x="373409" y="239657"/>
                  </a:lnTo>
                  <a:lnTo>
                    <a:pt x="373264" y="239814"/>
                  </a:lnTo>
                  <a:lnTo>
                    <a:pt x="373085" y="240018"/>
                  </a:lnTo>
                  <a:lnTo>
                    <a:pt x="372947" y="240195"/>
                  </a:lnTo>
                  <a:lnTo>
                    <a:pt x="372656" y="240539"/>
                  </a:lnTo>
                  <a:lnTo>
                    <a:pt x="372371" y="240899"/>
                  </a:lnTo>
                  <a:lnTo>
                    <a:pt x="372175" y="241143"/>
                  </a:lnTo>
                  <a:lnTo>
                    <a:pt x="371924" y="241475"/>
                  </a:lnTo>
                  <a:lnTo>
                    <a:pt x="371742" y="241331"/>
                  </a:lnTo>
                  <a:lnTo>
                    <a:pt x="371374" y="241063"/>
                  </a:lnTo>
                  <a:lnTo>
                    <a:pt x="371042" y="240791"/>
                  </a:lnTo>
                  <a:lnTo>
                    <a:pt x="370817" y="240633"/>
                  </a:lnTo>
                  <a:lnTo>
                    <a:pt x="370351" y="240295"/>
                  </a:lnTo>
                  <a:lnTo>
                    <a:pt x="370049" y="240076"/>
                  </a:lnTo>
                  <a:lnTo>
                    <a:pt x="369755" y="239861"/>
                  </a:lnTo>
                  <a:lnTo>
                    <a:pt x="369576" y="239706"/>
                  </a:lnTo>
                  <a:lnTo>
                    <a:pt x="369327" y="239504"/>
                  </a:lnTo>
                  <a:lnTo>
                    <a:pt x="368851" y="239141"/>
                  </a:lnTo>
                  <a:lnTo>
                    <a:pt x="368703" y="239034"/>
                  </a:lnTo>
                  <a:lnTo>
                    <a:pt x="368516" y="238884"/>
                  </a:lnTo>
                  <a:lnTo>
                    <a:pt x="368371" y="238774"/>
                  </a:lnTo>
                  <a:lnTo>
                    <a:pt x="368092" y="238568"/>
                  </a:lnTo>
                  <a:lnTo>
                    <a:pt x="367784" y="238326"/>
                  </a:lnTo>
                  <a:lnTo>
                    <a:pt x="367581" y="238277"/>
                  </a:lnTo>
                  <a:lnTo>
                    <a:pt x="367446" y="238240"/>
                  </a:lnTo>
                  <a:lnTo>
                    <a:pt x="367145" y="238169"/>
                  </a:lnTo>
                  <a:lnTo>
                    <a:pt x="366807" y="237946"/>
                  </a:lnTo>
                  <a:lnTo>
                    <a:pt x="366573" y="237850"/>
                  </a:lnTo>
                  <a:lnTo>
                    <a:pt x="366396" y="237646"/>
                  </a:lnTo>
                  <a:lnTo>
                    <a:pt x="366141" y="237527"/>
                  </a:lnTo>
                  <a:lnTo>
                    <a:pt x="365972" y="237418"/>
                  </a:lnTo>
                  <a:lnTo>
                    <a:pt x="365813" y="237194"/>
                  </a:lnTo>
                  <a:lnTo>
                    <a:pt x="365723" y="236955"/>
                  </a:lnTo>
                  <a:lnTo>
                    <a:pt x="365708" y="236788"/>
                  </a:lnTo>
                  <a:lnTo>
                    <a:pt x="365580" y="236553"/>
                  </a:lnTo>
                  <a:lnTo>
                    <a:pt x="365449" y="236501"/>
                  </a:lnTo>
                  <a:lnTo>
                    <a:pt x="365320" y="236448"/>
                  </a:lnTo>
                  <a:lnTo>
                    <a:pt x="365165" y="236452"/>
                  </a:lnTo>
                  <a:lnTo>
                    <a:pt x="364916" y="236281"/>
                  </a:lnTo>
                  <a:lnTo>
                    <a:pt x="364720" y="236144"/>
                  </a:lnTo>
                  <a:lnTo>
                    <a:pt x="364336" y="236035"/>
                  </a:lnTo>
                  <a:lnTo>
                    <a:pt x="364106" y="235770"/>
                  </a:lnTo>
                  <a:lnTo>
                    <a:pt x="364113" y="235393"/>
                  </a:lnTo>
                  <a:lnTo>
                    <a:pt x="363731" y="235225"/>
                  </a:lnTo>
                  <a:lnTo>
                    <a:pt x="363519" y="235160"/>
                  </a:lnTo>
                  <a:lnTo>
                    <a:pt x="363082" y="234935"/>
                  </a:lnTo>
                  <a:lnTo>
                    <a:pt x="362804" y="234867"/>
                  </a:lnTo>
                  <a:lnTo>
                    <a:pt x="362415" y="234601"/>
                  </a:lnTo>
                  <a:lnTo>
                    <a:pt x="362222" y="234462"/>
                  </a:lnTo>
                  <a:lnTo>
                    <a:pt x="362076" y="234337"/>
                  </a:lnTo>
                  <a:lnTo>
                    <a:pt x="361176" y="233655"/>
                  </a:lnTo>
                  <a:lnTo>
                    <a:pt x="360566" y="233354"/>
                  </a:lnTo>
                  <a:lnTo>
                    <a:pt x="360184" y="233147"/>
                  </a:lnTo>
                  <a:lnTo>
                    <a:pt x="360044" y="233057"/>
                  </a:lnTo>
                  <a:lnTo>
                    <a:pt x="359879" y="233038"/>
                  </a:lnTo>
                  <a:lnTo>
                    <a:pt x="359569" y="232848"/>
                  </a:lnTo>
                  <a:lnTo>
                    <a:pt x="359298" y="232762"/>
                  </a:lnTo>
                  <a:lnTo>
                    <a:pt x="358926" y="232652"/>
                  </a:lnTo>
                  <a:lnTo>
                    <a:pt x="358728" y="232636"/>
                  </a:lnTo>
                  <a:lnTo>
                    <a:pt x="358137" y="232607"/>
                  </a:lnTo>
                  <a:lnTo>
                    <a:pt x="357863" y="232583"/>
                  </a:lnTo>
                  <a:lnTo>
                    <a:pt x="356866" y="232495"/>
                  </a:lnTo>
                  <a:lnTo>
                    <a:pt x="356674" y="232479"/>
                  </a:lnTo>
                  <a:lnTo>
                    <a:pt x="356172" y="232286"/>
                  </a:lnTo>
                  <a:lnTo>
                    <a:pt x="355708" y="232140"/>
                  </a:lnTo>
                  <a:lnTo>
                    <a:pt x="355249" y="231995"/>
                  </a:lnTo>
                  <a:lnTo>
                    <a:pt x="354413" y="231669"/>
                  </a:lnTo>
                  <a:lnTo>
                    <a:pt x="353439" y="231282"/>
                  </a:lnTo>
                  <a:lnTo>
                    <a:pt x="352930" y="231096"/>
                  </a:lnTo>
                  <a:lnTo>
                    <a:pt x="352755" y="231085"/>
                  </a:lnTo>
                  <a:lnTo>
                    <a:pt x="352311" y="231076"/>
                  </a:lnTo>
                  <a:lnTo>
                    <a:pt x="351757" y="231050"/>
                  </a:lnTo>
                  <a:lnTo>
                    <a:pt x="351277" y="231019"/>
                  </a:lnTo>
                  <a:lnTo>
                    <a:pt x="350837" y="230934"/>
                  </a:lnTo>
                  <a:lnTo>
                    <a:pt x="350071" y="230574"/>
                  </a:lnTo>
                  <a:lnTo>
                    <a:pt x="348699" y="229940"/>
                  </a:lnTo>
                  <a:lnTo>
                    <a:pt x="348505" y="229868"/>
                  </a:lnTo>
                  <a:lnTo>
                    <a:pt x="348568" y="229491"/>
                  </a:lnTo>
                  <a:lnTo>
                    <a:pt x="348494" y="229081"/>
                  </a:lnTo>
                  <a:lnTo>
                    <a:pt x="348434" y="228711"/>
                  </a:lnTo>
                  <a:lnTo>
                    <a:pt x="348411" y="228343"/>
                  </a:lnTo>
                  <a:lnTo>
                    <a:pt x="348447" y="228073"/>
                  </a:lnTo>
                  <a:lnTo>
                    <a:pt x="348357" y="227809"/>
                  </a:lnTo>
                  <a:lnTo>
                    <a:pt x="348195" y="227554"/>
                  </a:lnTo>
                  <a:lnTo>
                    <a:pt x="348051" y="227205"/>
                  </a:lnTo>
                  <a:lnTo>
                    <a:pt x="347918" y="227021"/>
                  </a:lnTo>
                  <a:lnTo>
                    <a:pt x="347855" y="226872"/>
                  </a:lnTo>
                  <a:lnTo>
                    <a:pt x="347411" y="226220"/>
                  </a:lnTo>
                  <a:lnTo>
                    <a:pt x="346945" y="225393"/>
                  </a:lnTo>
                  <a:lnTo>
                    <a:pt x="346651" y="224767"/>
                  </a:lnTo>
                  <a:lnTo>
                    <a:pt x="345954" y="224128"/>
                  </a:lnTo>
                  <a:lnTo>
                    <a:pt x="345641" y="223845"/>
                  </a:lnTo>
                  <a:lnTo>
                    <a:pt x="345336" y="223592"/>
                  </a:lnTo>
                  <a:lnTo>
                    <a:pt x="344810" y="223229"/>
                  </a:lnTo>
                  <a:lnTo>
                    <a:pt x="344660" y="223087"/>
                  </a:lnTo>
                  <a:lnTo>
                    <a:pt x="343966" y="222124"/>
                  </a:lnTo>
                  <a:lnTo>
                    <a:pt x="343696" y="221661"/>
                  </a:lnTo>
                  <a:lnTo>
                    <a:pt x="343439" y="221284"/>
                  </a:lnTo>
                  <a:lnTo>
                    <a:pt x="342993" y="220912"/>
                  </a:lnTo>
                  <a:lnTo>
                    <a:pt x="342062" y="220121"/>
                  </a:lnTo>
                  <a:lnTo>
                    <a:pt x="341838" y="219943"/>
                  </a:lnTo>
                  <a:lnTo>
                    <a:pt x="341584" y="219747"/>
                  </a:lnTo>
                  <a:lnTo>
                    <a:pt x="340739" y="219105"/>
                  </a:lnTo>
                  <a:lnTo>
                    <a:pt x="339000" y="217873"/>
                  </a:lnTo>
                  <a:lnTo>
                    <a:pt x="338914" y="217707"/>
                  </a:lnTo>
                  <a:lnTo>
                    <a:pt x="338804" y="217498"/>
                  </a:lnTo>
                  <a:lnTo>
                    <a:pt x="338595" y="217290"/>
                  </a:lnTo>
                  <a:lnTo>
                    <a:pt x="337492" y="216193"/>
                  </a:lnTo>
                  <a:lnTo>
                    <a:pt x="337176" y="214202"/>
                  </a:lnTo>
                  <a:lnTo>
                    <a:pt x="336587" y="213913"/>
                  </a:lnTo>
                  <a:lnTo>
                    <a:pt x="336083" y="213664"/>
                  </a:lnTo>
                  <a:lnTo>
                    <a:pt x="335845" y="213544"/>
                  </a:lnTo>
                  <a:lnTo>
                    <a:pt x="335460" y="213352"/>
                  </a:lnTo>
                  <a:lnTo>
                    <a:pt x="335305" y="213276"/>
                  </a:lnTo>
                  <a:lnTo>
                    <a:pt x="335147" y="213197"/>
                  </a:lnTo>
                  <a:lnTo>
                    <a:pt x="334817" y="213031"/>
                  </a:lnTo>
                  <a:lnTo>
                    <a:pt x="334417" y="212830"/>
                  </a:lnTo>
                  <a:lnTo>
                    <a:pt x="333427" y="212330"/>
                  </a:lnTo>
                  <a:lnTo>
                    <a:pt x="333220" y="212205"/>
                  </a:lnTo>
                  <a:lnTo>
                    <a:pt x="332746" y="211896"/>
                  </a:lnTo>
                  <a:lnTo>
                    <a:pt x="331735" y="211281"/>
                  </a:lnTo>
                  <a:lnTo>
                    <a:pt x="331387" y="210978"/>
                  </a:lnTo>
                  <a:lnTo>
                    <a:pt x="330989" y="210630"/>
                  </a:lnTo>
                  <a:lnTo>
                    <a:pt x="330765" y="210433"/>
                  </a:lnTo>
                  <a:lnTo>
                    <a:pt x="330368" y="210085"/>
                  </a:lnTo>
                  <a:lnTo>
                    <a:pt x="329799" y="210090"/>
                  </a:lnTo>
                  <a:lnTo>
                    <a:pt x="329084" y="210093"/>
                  </a:lnTo>
                  <a:lnTo>
                    <a:pt x="328681" y="210205"/>
                  </a:lnTo>
                  <a:lnTo>
                    <a:pt x="328359" y="210148"/>
                  </a:lnTo>
                  <a:lnTo>
                    <a:pt x="327605" y="209988"/>
                  </a:lnTo>
                  <a:lnTo>
                    <a:pt x="327342" y="209897"/>
                  </a:lnTo>
                  <a:lnTo>
                    <a:pt x="326658" y="209660"/>
                  </a:lnTo>
                  <a:lnTo>
                    <a:pt x="325383" y="209014"/>
                  </a:lnTo>
                  <a:lnTo>
                    <a:pt x="324826" y="208795"/>
                  </a:lnTo>
                  <a:lnTo>
                    <a:pt x="323968" y="208670"/>
                  </a:lnTo>
                  <a:lnTo>
                    <a:pt x="323720" y="208634"/>
                  </a:lnTo>
                  <a:lnTo>
                    <a:pt x="323204" y="208926"/>
                  </a:lnTo>
                  <a:lnTo>
                    <a:pt x="322953" y="209008"/>
                  </a:lnTo>
                  <a:lnTo>
                    <a:pt x="322339" y="209210"/>
                  </a:lnTo>
                  <a:lnTo>
                    <a:pt x="322089" y="209292"/>
                  </a:lnTo>
                  <a:lnTo>
                    <a:pt x="321517" y="209644"/>
                  </a:lnTo>
                  <a:lnTo>
                    <a:pt x="321145" y="209873"/>
                  </a:lnTo>
                  <a:lnTo>
                    <a:pt x="320805" y="210023"/>
                  </a:lnTo>
                  <a:lnTo>
                    <a:pt x="319784" y="210565"/>
                  </a:lnTo>
                  <a:lnTo>
                    <a:pt x="319450" y="210740"/>
                  </a:lnTo>
                  <a:lnTo>
                    <a:pt x="319135" y="210907"/>
                  </a:lnTo>
                  <a:lnTo>
                    <a:pt x="318601" y="211067"/>
                  </a:lnTo>
                  <a:lnTo>
                    <a:pt x="318321" y="211155"/>
                  </a:lnTo>
                  <a:lnTo>
                    <a:pt x="317849" y="211231"/>
                  </a:lnTo>
                  <a:lnTo>
                    <a:pt x="317658" y="211244"/>
                  </a:lnTo>
                  <a:lnTo>
                    <a:pt x="317456" y="211246"/>
                  </a:lnTo>
                  <a:lnTo>
                    <a:pt x="317093" y="211326"/>
                  </a:lnTo>
                  <a:lnTo>
                    <a:pt x="316395" y="211547"/>
                  </a:lnTo>
                  <a:lnTo>
                    <a:pt x="316727" y="212157"/>
                  </a:lnTo>
                  <a:lnTo>
                    <a:pt x="317598" y="213691"/>
                  </a:lnTo>
                  <a:lnTo>
                    <a:pt x="318126" y="213805"/>
                  </a:lnTo>
                  <a:lnTo>
                    <a:pt x="318878" y="213874"/>
                  </a:lnTo>
                  <a:lnTo>
                    <a:pt x="319249" y="213729"/>
                  </a:lnTo>
                  <a:lnTo>
                    <a:pt x="320357" y="214163"/>
                  </a:lnTo>
                  <a:lnTo>
                    <a:pt x="320541" y="213954"/>
                  </a:lnTo>
                  <a:lnTo>
                    <a:pt x="321548" y="213963"/>
                  </a:lnTo>
                  <a:lnTo>
                    <a:pt x="322015" y="214083"/>
                  </a:lnTo>
                  <a:lnTo>
                    <a:pt x="322144" y="214119"/>
                  </a:lnTo>
                  <a:lnTo>
                    <a:pt x="323247" y="214565"/>
                  </a:lnTo>
                  <a:lnTo>
                    <a:pt x="323522" y="214664"/>
                  </a:lnTo>
                  <a:lnTo>
                    <a:pt x="324088" y="214821"/>
                  </a:lnTo>
                  <a:lnTo>
                    <a:pt x="324378" y="215319"/>
                  </a:lnTo>
                  <a:lnTo>
                    <a:pt x="324390" y="215548"/>
                  </a:lnTo>
                  <a:lnTo>
                    <a:pt x="324248" y="215611"/>
                  </a:lnTo>
                  <a:lnTo>
                    <a:pt x="323728" y="215899"/>
                  </a:lnTo>
                  <a:lnTo>
                    <a:pt x="323584" y="215998"/>
                  </a:lnTo>
                  <a:lnTo>
                    <a:pt x="322078" y="217035"/>
                  </a:lnTo>
                  <a:lnTo>
                    <a:pt x="321791" y="217112"/>
                  </a:lnTo>
                  <a:lnTo>
                    <a:pt x="320860" y="217364"/>
                  </a:lnTo>
                  <a:lnTo>
                    <a:pt x="320530" y="217324"/>
                  </a:lnTo>
                  <a:lnTo>
                    <a:pt x="320293" y="217308"/>
                  </a:lnTo>
                  <a:lnTo>
                    <a:pt x="320119" y="217307"/>
                  </a:lnTo>
                  <a:lnTo>
                    <a:pt x="318841" y="217435"/>
                  </a:lnTo>
                  <a:lnTo>
                    <a:pt x="318412" y="217554"/>
                  </a:lnTo>
                  <a:lnTo>
                    <a:pt x="318029" y="217801"/>
                  </a:lnTo>
                  <a:lnTo>
                    <a:pt x="317480" y="218417"/>
                  </a:lnTo>
                  <a:lnTo>
                    <a:pt x="317346" y="218365"/>
                  </a:lnTo>
                  <a:lnTo>
                    <a:pt x="316399" y="218000"/>
                  </a:lnTo>
                  <a:lnTo>
                    <a:pt x="315495" y="217801"/>
                  </a:lnTo>
                  <a:lnTo>
                    <a:pt x="315235" y="217811"/>
                  </a:lnTo>
                  <a:lnTo>
                    <a:pt x="314877" y="217826"/>
                  </a:lnTo>
                  <a:lnTo>
                    <a:pt x="314573" y="217825"/>
                  </a:lnTo>
                  <a:lnTo>
                    <a:pt x="314175" y="217811"/>
                  </a:lnTo>
                  <a:lnTo>
                    <a:pt x="314044" y="217806"/>
                  </a:lnTo>
                  <a:lnTo>
                    <a:pt x="313385" y="217653"/>
                  </a:lnTo>
                  <a:lnTo>
                    <a:pt x="312933" y="217571"/>
                  </a:lnTo>
                  <a:lnTo>
                    <a:pt x="312209" y="217388"/>
                  </a:lnTo>
                  <a:lnTo>
                    <a:pt x="311723" y="217179"/>
                  </a:lnTo>
                  <a:lnTo>
                    <a:pt x="310683" y="216724"/>
                  </a:lnTo>
                  <a:lnTo>
                    <a:pt x="310094" y="216265"/>
                  </a:lnTo>
                  <a:lnTo>
                    <a:pt x="309583" y="215981"/>
                  </a:lnTo>
                  <a:lnTo>
                    <a:pt x="309429" y="215773"/>
                  </a:lnTo>
                  <a:lnTo>
                    <a:pt x="309289" y="215594"/>
                  </a:lnTo>
                  <a:lnTo>
                    <a:pt x="309109" y="215480"/>
                  </a:lnTo>
                  <a:lnTo>
                    <a:pt x="308688" y="215082"/>
                  </a:lnTo>
                  <a:lnTo>
                    <a:pt x="308089" y="214524"/>
                  </a:lnTo>
                  <a:lnTo>
                    <a:pt x="307686" y="214161"/>
                  </a:lnTo>
                  <a:lnTo>
                    <a:pt x="307557" y="214040"/>
                  </a:lnTo>
                  <a:lnTo>
                    <a:pt x="307147" y="213611"/>
                  </a:lnTo>
                  <a:lnTo>
                    <a:pt x="306649" y="213209"/>
                  </a:lnTo>
                  <a:lnTo>
                    <a:pt x="306270" y="212851"/>
                  </a:lnTo>
                  <a:lnTo>
                    <a:pt x="305597" y="212607"/>
                  </a:lnTo>
                  <a:lnTo>
                    <a:pt x="305271" y="212626"/>
                  </a:lnTo>
                  <a:lnTo>
                    <a:pt x="304360" y="212689"/>
                  </a:lnTo>
                  <a:lnTo>
                    <a:pt x="303825" y="212727"/>
                  </a:lnTo>
                  <a:lnTo>
                    <a:pt x="303457" y="212808"/>
                  </a:lnTo>
                  <a:lnTo>
                    <a:pt x="303113" y="212896"/>
                  </a:lnTo>
                  <a:lnTo>
                    <a:pt x="302820" y="212973"/>
                  </a:lnTo>
                  <a:lnTo>
                    <a:pt x="302354" y="213080"/>
                  </a:lnTo>
                  <a:lnTo>
                    <a:pt x="302137" y="212833"/>
                  </a:lnTo>
                  <a:lnTo>
                    <a:pt x="301842" y="212564"/>
                  </a:lnTo>
                  <a:lnTo>
                    <a:pt x="301439" y="212198"/>
                  </a:lnTo>
                  <a:lnTo>
                    <a:pt x="300931" y="211807"/>
                  </a:lnTo>
                  <a:lnTo>
                    <a:pt x="300342" y="211402"/>
                  </a:lnTo>
                  <a:lnTo>
                    <a:pt x="300013" y="211186"/>
                  </a:lnTo>
                  <a:lnTo>
                    <a:pt x="299786" y="210872"/>
                  </a:lnTo>
                  <a:lnTo>
                    <a:pt x="299740" y="210694"/>
                  </a:lnTo>
                  <a:lnTo>
                    <a:pt x="299745" y="210470"/>
                  </a:lnTo>
                  <a:lnTo>
                    <a:pt x="299733" y="210102"/>
                  </a:lnTo>
                  <a:lnTo>
                    <a:pt x="299698" y="209861"/>
                  </a:lnTo>
                  <a:lnTo>
                    <a:pt x="299646" y="209506"/>
                  </a:lnTo>
                  <a:lnTo>
                    <a:pt x="299599" y="209182"/>
                  </a:lnTo>
                  <a:lnTo>
                    <a:pt x="299043" y="208409"/>
                  </a:lnTo>
                  <a:lnTo>
                    <a:pt x="298895" y="208204"/>
                  </a:lnTo>
                  <a:lnTo>
                    <a:pt x="297818" y="206706"/>
                  </a:lnTo>
                  <a:lnTo>
                    <a:pt x="297427" y="206155"/>
                  </a:lnTo>
                  <a:lnTo>
                    <a:pt x="296787" y="205267"/>
                  </a:lnTo>
                  <a:lnTo>
                    <a:pt x="296688" y="204428"/>
                  </a:lnTo>
                  <a:lnTo>
                    <a:pt x="296639" y="204015"/>
                  </a:lnTo>
                  <a:lnTo>
                    <a:pt x="296619" y="203769"/>
                  </a:lnTo>
                  <a:lnTo>
                    <a:pt x="296572" y="203478"/>
                  </a:lnTo>
                  <a:lnTo>
                    <a:pt x="296532" y="203148"/>
                  </a:lnTo>
                  <a:lnTo>
                    <a:pt x="296440" y="202358"/>
                  </a:lnTo>
                  <a:lnTo>
                    <a:pt x="296464" y="201955"/>
                  </a:lnTo>
                  <a:lnTo>
                    <a:pt x="296537" y="201759"/>
                  </a:lnTo>
                  <a:lnTo>
                    <a:pt x="296822" y="200913"/>
                  </a:lnTo>
                  <a:lnTo>
                    <a:pt x="296934" y="200594"/>
                  </a:lnTo>
                  <a:lnTo>
                    <a:pt x="297129" y="200022"/>
                  </a:lnTo>
                  <a:lnTo>
                    <a:pt x="296996" y="199968"/>
                  </a:lnTo>
                  <a:lnTo>
                    <a:pt x="296809" y="199884"/>
                  </a:lnTo>
                  <a:lnTo>
                    <a:pt x="296246" y="199634"/>
                  </a:lnTo>
                  <a:lnTo>
                    <a:pt x="295505" y="199556"/>
                  </a:lnTo>
                  <a:lnTo>
                    <a:pt x="294952" y="199503"/>
                  </a:lnTo>
                  <a:lnTo>
                    <a:pt x="294753" y="199482"/>
                  </a:lnTo>
                  <a:lnTo>
                    <a:pt x="294078" y="199133"/>
                  </a:lnTo>
                  <a:lnTo>
                    <a:pt x="293897" y="199045"/>
                  </a:lnTo>
                  <a:lnTo>
                    <a:pt x="293317" y="198745"/>
                  </a:lnTo>
                  <a:lnTo>
                    <a:pt x="292972" y="198557"/>
                  </a:lnTo>
                  <a:lnTo>
                    <a:pt x="292952" y="197502"/>
                  </a:lnTo>
                  <a:lnTo>
                    <a:pt x="292700" y="196606"/>
                  </a:lnTo>
                  <a:lnTo>
                    <a:pt x="292200" y="193720"/>
                  </a:lnTo>
                  <a:lnTo>
                    <a:pt x="290088" y="191070"/>
                  </a:lnTo>
                  <a:lnTo>
                    <a:pt x="289729" y="190631"/>
                  </a:lnTo>
                  <a:lnTo>
                    <a:pt x="288877" y="189584"/>
                  </a:lnTo>
                  <a:lnTo>
                    <a:pt x="289187" y="187353"/>
                  </a:lnTo>
                  <a:lnTo>
                    <a:pt x="289112" y="187168"/>
                  </a:lnTo>
                  <a:lnTo>
                    <a:pt x="288889" y="186632"/>
                  </a:lnTo>
                  <a:lnTo>
                    <a:pt x="288095" y="184724"/>
                  </a:lnTo>
                  <a:lnTo>
                    <a:pt x="288034" y="184578"/>
                  </a:lnTo>
                  <a:lnTo>
                    <a:pt x="288013" y="184229"/>
                  </a:lnTo>
                  <a:lnTo>
                    <a:pt x="288202" y="183462"/>
                  </a:lnTo>
                  <a:lnTo>
                    <a:pt x="286990" y="180672"/>
                  </a:lnTo>
                  <a:lnTo>
                    <a:pt x="285760" y="178246"/>
                  </a:lnTo>
                  <a:lnTo>
                    <a:pt x="284257" y="175927"/>
                  </a:lnTo>
                  <a:lnTo>
                    <a:pt x="283184" y="174022"/>
                  </a:lnTo>
                  <a:lnTo>
                    <a:pt x="283071" y="173657"/>
                  </a:lnTo>
                  <a:lnTo>
                    <a:pt x="282963" y="173311"/>
                  </a:lnTo>
                  <a:lnTo>
                    <a:pt x="282881" y="173048"/>
                  </a:lnTo>
                  <a:lnTo>
                    <a:pt x="282513" y="171887"/>
                  </a:lnTo>
                  <a:lnTo>
                    <a:pt x="281883" y="170249"/>
                  </a:lnTo>
                  <a:lnTo>
                    <a:pt x="281796" y="170021"/>
                  </a:lnTo>
                  <a:lnTo>
                    <a:pt x="281729" y="169763"/>
                  </a:lnTo>
                  <a:lnTo>
                    <a:pt x="281490" y="168830"/>
                  </a:lnTo>
                  <a:lnTo>
                    <a:pt x="281430" y="168598"/>
                  </a:lnTo>
                  <a:lnTo>
                    <a:pt x="281253" y="167909"/>
                  </a:lnTo>
                  <a:lnTo>
                    <a:pt x="281198" y="167694"/>
                  </a:lnTo>
                  <a:lnTo>
                    <a:pt x="281107" y="167340"/>
                  </a:lnTo>
                  <a:lnTo>
                    <a:pt x="280854" y="166403"/>
                  </a:lnTo>
                  <a:lnTo>
                    <a:pt x="278113" y="164115"/>
                  </a:lnTo>
                  <a:lnTo>
                    <a:pt x="277418" y="162867"/>
                  </a:lnTo>
                  <a:lnTo>
                    <a:pt x="277099" y="162345"/>
                  </a:lnTo>
                  <a:lnTo>
                    <a:pt x="276383" y="161174"/>
                  </a:lnTo>
                  <a:lnTo>
                    <a:pt x="276129" y="160797"/>
                  </a:lnTo>
                  <a:lnTo>
                    <a:pt x="275305" y="160035"/>
                  </a:lnTo>
                  <a:lnTo>
                    <a:pt x="274966" y="159721"/>
                  </a:lnTo>
                  <a:lnTo>
                    <a:pt x="274420" y="159215"/>
                  </a:lnTo>
                  <a:lnTo>
                    <a:pt x="273590" y="158609"/>
                  </a:lnTo>
                  <a:lnTo>
                    <a:pt x="273159" y="158296"/>
                  </a:lnTo>
                  <a:lnTo>
                    <a:pt x="272520" y="157833"/>
                  </a:lnTo>
                  <a:lnTo>
                    <a:pt x="272473" y="157322"/>
                  </a:lnTo>
                  <a:lnTo>
                    <a:pt x="272414" y="156744"/>
                  </a:lnTo>
                  <a:lnTo>
                    <a:pt x="272229" y="155983"/>
                  </a:lnTo>
                  <a:lnTo>
                    <a:pt x="271739" y="153967"/>
                  </a:lnTo>
                  <a:lnTo>
                    <a:pt x="271497" y="152588"/>
                  </a:lnTo>
                  <a:lnTo>
                    <a:pt x="271452" y="152331"/>
                  </a:lnTo>
                  <a:lnTo>
                    <a:pt x="271418" y="152141"/>
                  </a:lnTo>
                  <a:lnTo>
                    <a:pt x="271385" y="151824"/>
                  </a:lnTo>
                  <a:lnTo>
                    <a:pt x="271377" y="151406"/>
                  </a:lnTo>
                  <a:lnTo>
                    <a:pt x="271899" y="150660"/>
                  </a:lnTo>
                  <a:lnTo>
                    <a:pt x="272070" y="150604"/>
                  </a:lnTo>
                  <a:lnTo>
                    <a:pt x="272230" y="150183"/>
                  </a:lnTo>
                  <a:lnTo>
                    <a:pt x="272473" y="150150"/>
                  </a:lnTo>
                  <a:lnTo>
                    <a:pt x="272712" y="149308"/>
                  </a:lnTo>
                  <a:lnTo>
                    <a:pt x="272766" y="149117"/>
                  </a:lnTo>
                  <a:lnTo>
                    <a:pt x="273027" y="148195"/>
                  </a:lnTo>
                  <a:lnTo>
                    <a:pt x="273125" y="147847"/>
                  </a:lnTo>
                  <a:lnTo>
                    <a:pt x="273942" y="146604"/>
                  </a:lnTo>
                  <a:lnTo>
                    <a:pt x="274040" y="146367"/>
                  </a:lnTo>
                  <a:lnTo>
                    <a:pt x="274318" y="145694"/>
                  </a:lnTo>
                  <a:lnTo>
                    <a:pt x="274534" y="145042"/>
                  </a:lnTo>
                  <a:lnTo>
                    <a:pt x="274488" y="144529"/>
                  </a:lnTo>
                  <a:lnTo>
                    <a:pt x="274747" y="144052"/>
                  </a:lnTo>
                  <a:lnTo>
                    <a:pt x="274829" y="143885"/>
                  </a:lnTo>
                  <a:lnTo>
                    <a:pt x="274417" y="142455"/>
                  </a:lnTo>
                  <a:lnTo>
                    <a:pt x="274779" y="141784"/>
                  </a:lnTo>
                  <a:lnTo>
                    <a:pt x="275104" y="141153"/>
                  </a:lnTo>
                  <a:lnTo>
                    <a:pt x="275213" y="140529"/>
                  </a:lnTo>
                  <a:lnTo>
                    <a:pt x="275392" y="140190"/>
                  </a:lnTo>
                  <a:lnTo>
                    <a:pt x="275527" y="139934"/>
                  </a:lnTo>
                  <a:lnTo>
                    <a:pt x="276113" y="139539"/>
                  </a:lnTo>
                  <a:lnTo>
                    <a:pt x="276899" y="138641"/>
                  </a:lnTo>
                  <a:lnTo>
                    <a:pt x="277681" y="138272"/>
                  </a:lnTo>
                  <a:lnTo>
                    <a:pt x="279390" y="138590"/>
                  </a:lnTo>
                  <a:lnTo>
                    <a:pt x="279832" y="137888"/>
                  </a:lnTo>
                  <a:lnTo>
                    <a:pt x="280394" y="136925"/>
                  </a:lnTo>
                  <a:lnTo>
                    <a:pt x="280432" y="136762"/>
                  </a:lnTo>
                  <a:lnTo>
                    <a:pt x="280062" y="136304"/>
                  </a:lnTo>
                  <a:lnTo>
                    <a:pt x="279843" y="136073"/>
                  </a:lnTo>
                  <a:lnTo>
                    <a:pt x="279424" y="135709"/>
                  </a:lnTo>
                  <a:lnTo>
                    <a:pt x="278952" y="135383"/>
                  </a:lnTo>
                  <a:lnTo>
                    <a:pt x="278738" y="135228"/>
                  </a:lnTo>
                  <a:lnTo>
                    <a:pt x="278324" y="135044"/>
                  </a:lnTo>
                  <a:lnTo>
                    <a:pt x="277904" y="134577"/>
                  </a:lnTo>
                  <a:lnTo>
                    <a:pt x="277394" y="134213"/>
                  </a:lnTo>
                  <a:lnTo>
                    <a:pt x="277344" y="133641"/>
                  </a:lnTo>
                  <a:lnTo>
                    <a:pt x="277024" y="133093"/>
                  </a:lnTo>
                  <a:lnTo>
                    <a:pt x="276841" y="132692"/>
                  </a:lnTo>
                  <a:lnTo>
                    <a:pt x="276649" y="132274"/>
                  </a:lnTo>
                  <a:lnTo>
                    <a:pt x="276624" y="132005"/>
                  </a:lnTo>
                  <a:lnTo>
                    <a:pt x="276577" y="131465"/>
                  </a:lnTo>
                  <a:lnTo>
                    <a:pt x="276517" y="130790"/>
                  </a:lnTo>
                  <a:lnTo>
                    <a:pt x="276448" y="129966"/>
                  </a:lnTo>
                  <a:lnTo>
                    <a:pt x="276408" y="129191"/>
                  </a:lnTo>
                  <a:lnTo>
                    <a:pt x="276381" y="128677"/>
                  </a:lnTo>
                  <a:lnTo>
                    <a:pt x="276340" y="128228"/>
                  </a:lnTo>
                  <a:lnTo>
                    <a:pt x="276454" y="128004"/>
                  </a:lnTo>
                  <a:lnTo>
                    <a:pt x="276434" y="127754"/>
                  </a:lnTo>
                  <a:lnTo>
                    <a:pt x="276221" y="127537"/>
                  </a:lnTo>
                  <a:lnTo>
                    <a:pt x="276030" y="127506"/>
                  </a:lnTo>
                  <a:lnTo>
                    <a:pt x="275447" y="127513"/>
                  </a:lnTo>
                  <a:lnTo>
                    <a:pt x="275183" y="127461"/>
                  </a:lnTo>
                  <a:lnTo>
                    <a:pt x="275243" y="127160"/>
                  </a:lnTo>
                  <a:lnTo>
                    <a:pt x="274997" y="126755"/>
                  </a:lnTo>
                  <a:lnTo>
                    <a:pt x="274809" y="126444"/>
                  </a:lnTo>
                  <a:lnTo>
                    <a:pt x="274280" y="125565"/>
                  </a:lnTo>
                  <a:lnTo>
                    <a:pt x="273655" y="124548"/>
                  </a:lnTo>
                  <a:lnTo>
                    <a:pt x="273589" y="123625"/>
                  </a:lnTo>
                  <a:lnTo>
                    <a:pt x="273517" y="122599"/>
                  </a:lnTo>
                  <a:lnTo>
                    <a:pt x="273453" y="121716"/>
                  </a:lnTo>
                  <a:lnTo>
                    <a:pt x="273419" y="121256"/>
                  </a:lnTo>
                  <a:lnTo>
                    <a:pt x="273346" y="120211"/>
                  </a:lnTo>
                  <a:lnTo>
                    <a:pt x="273236" y="118674"/>
                  </a:lnTo>
                  <a:lnTo>
                    <a:pt x="273217" y="118390"/>
                  </a:lnTo>
                  <a:lnTo>
                    <a:pt x="273173" y="117769"/>
                  </a:lnTo>
                  <a:lnTo>
                    <a:pt x="273242" y="116163"/>
                  </a:lnTo>
                  <a:lnTo>
                    <a:pt x="273187" y="115857"/>
                  </a:lnTo>
                  <a:lnTo>
                    <a:pt x="273156" y="115670"/>
                  </a:lnTo>
                  <a:lnTo>
                    <a:pt x="272550" y="112427"/>
                  </a:lnTo>
                  <a:lnTo>
                    <a:pt x="272433" y="111812"/>
                  </a:lnTo>
                  <a:lnTo>
                    <a:pt x="272339" y="111314"/>
                  </a:lnTo>
                  <a:lnTo>
                    <a:pt x="272176" y="110161"/>
                  </a:lnTo>
                  <a:lnTo>
                    <a:pt x="272148" y="109962"/>
                  </a:lnTo>
                  <a:lnTo>
                    <a:pt x="272109" y="109649"/>
                  </a:lnTo>
                  <a:lnTo>
                    <a:pt x="272085" y="109459"/>
                  </a:lnTo>
                  <a:lnTo>
                    <a:pt x="271944" y="108435"/>
                  </a:lnTo>
                  <a:lnTo>
                    <a:pt x="271855" y="107795"/>
                  </a:lnTo>
                  <a:lnTo>
                    <a:pt x="271692" y="106633"/>
                  </a:lnTo>
                  <a:lnTo>
                    <a:pt x="271602" y="106018"/>
                  </a:lnTo>
                  <a:lnTo>
                    <a:pt x="271528" y="105491"/>
                  </a:lnTo>
                  <a:lnTo>
                    <a:pt x="270860" y="105059"/>
                  </a:lnTo>
                  <a:lnTo>
                    <a:pt x="270559" y="104864"/>
                  </a:lnTo>
                  <a:lnTo>
                    <a:pt x="270339" y="104722"/>
                  </a:lnTo>
                  <a:lnTo>
                    <a:pt x="270106" y="104571"/>
                  </a:lnTo>
                  <a:lnTo>
                    <a:pt x="269795" y="104370"/>
                  </a:lnTo>
                  <a:lnTo>
                    <a:pt x="269282" y="104038"/>
                  </a:lnTo>
                  <a:lnTo>
                    <a:pt x="269061" y="103895"/>
                  </a:lnTo>
                  <a:lnTo>
                    <a:pt x="268667" y="103640"/>
                  </a:lnTo>
                  <a:lnTo>
                    <a:pt x="268419" y="103480"/>
                  </a:lnTo>
                  <a:lnTo>
                    <a:pt x="268102" y="103421"/>
                  </a:lnTo>
                  <a:lnTo>
                    <a:pt x="267661" y="103339"/>
                  </a:lnTo>
                  <a:lnTo>
                    <a:pt x="267366" y="103284"/>
                  </a:lnTo>
                  <a:lnTo>
                    <a:pt x="267235" y="103261"/>
                  </a:lnTo>
                  <a:lnTo>
                    <a:pt x="267091" y="103234"/>
                  </a:lnTo>
                  <a:lnTo>
                    <a:pt x="266774" y="103174"/>
                  </a:lnTo>
                  <a:lnTo>
                    <a:pt x="266324" y="103090"/>
                  </a:lnTo>
                  <a:lnTo>
                    <a:pt x="265878" y="103006"/>
                  </a:lnTo>
                  <a:lnTo>
                    <a:pt x="265460" y="102927"/>
                  </a:lnTo>
                  <a:lnTo>
                    <a:pt x="264921" y="102826"/>
                  </a:lnTo>
                  <a:lnTo>
                    <a:pt x="264688" y="102782"/>
                  </a:lnTo>
                  <a:lnTo>
                    <a:pt x="264438" y="102735"/>
                  </a:lnTo>
                  <a:lnTo>
                    <a:pt x="264116" y="102675"/>
                  </a:lnTo>
                  <a:lnTo>
                    <a:pt x="263846" y="102688"/>
                  </a:lnTo>
                  <a:lnTo>
                    <a:pt x="263507" y="102705"/>
                  </a:lnTo>
                  <a:lnTo>
                    <a:pt x="263122" y="102725"/>
                  </a:lnTo>
                  <a:lnTo>
                    <a:pt x="262635" y="102749"/>
                  </a:lnTo>
                  <a:lnTo>
                    <a:pt x="261988" y="102782"/>
                  </a:lnTo>
                  <a:lnTo>
                    <a:pt x="261486" y="102807"/>
                  </a:lnTo>
                  <a:lnTo>
                    <a:pt x="261077" y="103034"/>
                  </a:lnTo>
                  <a:lnTo>
                    <a:pt x="260458" y="103378"/>
                  </a:lnTo>
                  <a:lnTo>
                    <a:pt x="260048" y="103606"/>
                  </a:lnTo>
                  <a:lnTo>
                    <a:pt x="259873" y="100141"/>
                  </a:lnTo>
                  <a:lnTo>
                    <a:pt x="260072" y="98576"/>
                  </a:lnTo>
                  <a:lnTo>
                    <a:pt x="260120" y="98200"/>
                  </a:lnTo>
                  <a:lnTo>
                    <a:pt x="260143" y="98022"/>
                  </a:lnTo>
                  <a:lnTo>
                    <a:pt x="259861" y="97673"/>
                  </a:lnTo>
                  <a:lnTo>
                    <a:pt x="259607" y="96714"/>
                  </a:lnTo>
                  <a:lnTo>
                    <a:pt x="259463" y="96167"/>
                  </a:lnTo>
                  <a:lnTo>
                    <a:pt x="259365" y="95798"/>
                  </a:lnTo>
                  <a:lnTo>
                    <a:pt x="259236" y="95508"/>
                  </a:lnTo>
                  <a:lnTo>
                    <a:pt x="259122" y="95073"/>
                  </a:lnTo>
                  <a:lnTo>
                    <a:pt x="259068" y="94882"/>
                  </a:lnTo>
                  <a:lnTo>
                    <a:pt x="258949" y="94452"/>
                  </a:lnTo>
                  <a:lnTo>
                    <a:pt x="258834" y="94037"/>
                  </a:lnTo>
                  <a:lnTo>
                    <a:pt x="258659" y="93465"/>
                  </a:lnTo>
                  <a:lnTo>
                    <a:pt x="258419" y="92834"/>
                  </a:lnTo>
                  <a:lnTo>
                    <a:pt x="258399" y="92577"/>
                  </a:lnTo>
                  <a:lnTo>
                    <a:pt x="258402" y="92274"/>
                  </a:lnTo>
                  <a:lnTo>
                    <a:pt x="258404" y="92076"/>
                  </a:lnTo>
                  <a:lnTo>
                    <a:pt x="258435" y="91740"/>
                  </a:lnTo>
                  <a:lnTo>
                    <a:pt x="258455" y="91511"/>
                  </a:lnTo>
                  <a:lnTo>
                    <a:pt x="258511" y="90992"/>
                  </a:lnTo>
                  <a:lnTo>
                    <a:pt x="258553" y="90469"/>
                  </a:lnTo>
                  <a:lnTo>
                    <a:pt x="258564" y="90320"/>
                  </a:lnTo>
                  <a:lnTo>
                    <a:pt x="258569" y="89923"/>
                  </a:lnTo>
                  <a:lnTo>
                    <a:pt x="258572" y="89773"/>
                  </a:lnTo>
                  <a:lnTo>
                    <a:pt x="258445" y="89612"/>
                  </a:lnTo>
                  <a:lnTo>
                    <a:pt x="258307" y="89465"/>
                  </a:lnTo>
                  <a:lnTo>
                    <a:pt x="257760" y="88918"/>
                  </a:lnTo>
                  <a:lnTo>
                    <a:pt x="257623" y="88770"/>
                  </a:lnTo>
                  <a:lnTo>
                    <a:pt x="257480" y="88620"/>
                  </a:lnTo>
                  <a:lnTo>
                    <a:pt x="257249" y="88373"/>
                  </a:lnTo>
                  <a:lnTo>
                    <a:pt x="256819" y="87913"/>
                  </a:lnTo>
                  <a:lnTo>
                    <a:pt x="256427" y="87516"/>
                  </a:lnTo>
                  <a:lnTo>
                    <a:pt x="256134" y="87211"/>
                  </a:lnTo>
                  <a:lnTo>
                    <a:pt x="255999" y="87063"/>
                  </a:lnTo>
                  <a:lnTo>
                    <a:pt x="255577" y="86635"/>
                  </a:lnTo>
                  <a:lnTo>
                    <a:pt x="255362" y="86434"/>
                  </a:lnTo>
                  <a:lnTo>
                    <a:pt x="255145" y="86228"/>
                  </a:lnTo>
                  <a:lnTo>
                    <a:pt x="254697" y="85808"/>
                  </a:lnTo>
                  <a:lnTo>
                    <a:pt x="254284" y="85422"/>
                  </a:lnTo>
                  <a:lnTo>
                    <a:pt x="253620" y="84821"/>
                  </a:lnTo>
                  <a:lnTo>
                    <a:pt x="253178" y="84419"/>
                  </a:lnTo>
                  <a:lnTo>
                    <a:pt x="252982" y="84246"/>
                  </a:lnTo>
                  <a:lnTo>
                    <a:pt x="252562" y="83862"/>
                  </a:lnTo>
                  <a:lnTo>
                    <a:pt x="252160" y="83498"/>
                  </a:lnTo>
                  <a:lnTo>
                    <a:pt x="251689" y="83071"/>
                  </a:lnTo>
                  <a:lnTo>
                    <a:pt x="251292" y="82643"/>
                  </a:lnTo>
                  <a:lnTo>
                    <a:pt x="251345" y="82475"/>
                  </a:lnTo>
                  <a:lnTo>
                    <a:pt x="251518" y="82124"/>
                  </a:lnTo>
                  <a:lnTo>
                    <a:pt x="251813" y="81597"/>
                  </a:lnTo>
                  <a:lnTo>
                    <a:pt x="252103" y="81078"/>
                  </a:lnTo>
                  <a:lnTo>
                    <a:pt x="252511" y="80679"/>
                  </a:lnTo>
                  <a:lnTo>
                    <a:pt x="252910" y="80284"/>
                  </a:lnTo>
                  <a:lnTo>
                    <a:pt x="253406" y="79803"/>
                  </a:lnTo>
                  <a:lnTo>
                    <a:pt x="253818" y="79406"/>
                  </a:lnTo>
                  <a:lnTo>
                    <a:pt x="254121" y="79065"/>
                  </a:lnTo>
                  <a:lnTo>
                    <a:pt x="254287" y="78900"/>
                  </a:lnTo>
                  <a:lnTo>
                    <a:pt x="254628" y="78556"/>
                  </a:lnTo>
                  <a:lnTo>
                    <a:pt x="254803" y="78381"/>
                  </a:lnTo>
                  <a:lnTo>
                    <a:pt x="255254" y="77854"/>
                  </a:lnTo>
                  <a:lnTo>
                    <a:pt x="255727" y="77350"/>
                  </a:lnTo>
                  <a:lnTo>
                    <a:pt x="256096" y="76999"/>
                  </a:lnTo>
                  <a:lnTo>
                    <a:pt x="256269" y="76826"/>
                  </a:lnTo>
                  <a:lnTo>
                    <a:pt x="256762" y="76394"/>
                  </a:lnTo>
                  <a:lnTo>
                    <a:pt x="257037" y="76147"/>
                  </a:lnTo>
                  <a:lnTo>
                    <a:pt x="257139" y="76012"/>
                  </a:lnTo>
                  <a:lnTo>
                    <a:pt x="257261" y="75831"/>
                  </a:lnTo>
                  <a:lnTo>
                    <a:pt x="257432" y="75635"/>
                  </a:lnTo>
                  <a:lnTo>
                    <a:pt x="257523" y="75460"/>
                  </a:lnTo>
                  <a:lnTo>
                    <a:pt x="257607" y="75241"/>
                  </a:lnTo>
                  <a:lnTo>
                    <a:pt x="257816" y="74780"/>
                  </a:lnTo>
                  <a:lnTo>
                    <a:pt x="258136" y="74154"/>
                  </a:lnTo>
                  <a:lnTo>
                    <a:pt x="258238" y="73928"/>
                  </a:lnTo>
                  <a:lnTo>
                    <a:pt x="258411" y="73643"/>
                  </a:lnTo>
                  <a:lnTo>
                    <a:pt x="258504" y="73189"/>
                  </a:lnTo>
                  <a:lnTo>
                    <a:pt x="258373" y="73084"/>
                  </a:lnTo>
                  <a:lnTo>
                    <a:pt x="258132" y="72891"/>
                  </a:lnTo>
                  <a:lnTo>
                    <a:pt x="257433" y="72333"/>
                  </a:lnTo>
                  <a:lnTo>
                    <a:pt x="256968" y="72159"/>
                  </a:lnTo>
                  <a:lnTo>
                    <a:pt x="256302" y="71909"/>
                  </a:lnTo>
                  <a:lnTo>
                    <a:pt x="258300" y="71308"/>
                  </a:lnTo>
                  <a:lnTo>
                    <a:pt x="258730" y="70743"/>
                  </a:lnTo>
                  <a:lnTo>
                    <a:pt x="258942" y="70464"/>
                  </a:lnTo>
                  <a:lnTo>
                    <a:pt x="259109" y="70358"/>
                  </a:lnTo>
                  <a:lnTo>
                    <a:pt x="259414" y="70165"/>
                  </a:lnTo>
                  <a:lnTo>
                    <a:pt x="259699" y="69985"/>
                  </a:lnTo>
                  <a:lnTo>
                    <a:pt x="259936" y="69835"/>
                  </a:lnTo>
                  <a:lnTo>
                    <a:pt x="260185" y="69678"/>
                  </a:lnTo>
                  <a:lnTo>
                    <a:pt x="260628" y="69398"/>
                  </a:lnTo>
                  <a:lnTo>
                    <a:pt x="260791" y="69295"/>
                  </a:lnTo>
                  <a:lnTo>
                    <a:pt x="261056" y="69127"/>
                  </a:lnTo>
                  <a:lnTo>
                    <a:pt x="261624" y="68769"/>
                  </a:lnTo>
                  <a:lnTo>
                    <a:pt x="262197" y="68406"/>
                  </a:lnTo>
                  <a:lnTo>
                    <a:pt x="262520" y="68202"/>
                  </a:lnTo>
                  <a:lnTo>
                    <a:pt x="262825" y="68009"/>
                  </a:lnTo>
                  <a:lnTo>
                    <a:pt x="263134" y="67814"/>
                  </a:lnTo>
                  <a:lnTo>
                    <a:pt x="263818" y="67382"/>
                  </a:lnTo>
                  <a:lnTo>
                    <a:pt x="264309" y="67072"/>
                  </a:lnTo>
                  <a:lnTo>
                    <a:pt x="264611" y="66880"/>
                  </a:lnTo>
                  <a:lnTo>
                    <a:pt x="265071" y="66590"/>
                  </a:lnTo>
                  <a:lnTo>
                    <a:pt x="265427" y="66365"/>
                  </a:lnTo>
                  <a:lnTo>
                    <a:pt x="265601" y="66255"/>
                  </a:lnTo>
                  <a:lnTo>
                    <a:pt x="265063" y="65527"/>
                  </a:lnTo>
                  <a:lnTo>
                    <a:pt x="264833" y="65215"/>
                  </a:lnTo>
                  <a:lnTo>
                    <a:pt x="264412" y="64645"/>
                  </a:lnTo>
                  <a:lnTo>
                    <a:pt x="264110" y="64235"/>
                  </a:lnTo>
                  <a:lnTo>
                    <a:pt x="263662" y="63628"/>
                  </a:lnTo>
                  <a:lnTo>
                    <a:pt x="263366" y="63227"/>
                  </a:lnTo>
                  <a:lnTo>
                    <a:pt x="263034" y="62777"/>
                  </a:lnTo>
                  <a:lnTo>
                    <a:pt x="262707" y="62333"/>
                  </a:lnTo>
                  <a:lnTo>
                    <a:pt x="262205" y="61653"/>
                  </a:lnTo>
                  <a:lnTo>
                    <a:pt x="262005" y="61382"/>
                  </a:lnTo>
                  <a:lnTo>
                    <a:pt x="261688" y="60953"/>
                  </a:lnTo>
                  <a:lnTo>
                    <a:pt x="261658" y="60689"/>
                  </a:lnTo>
                  <a:lnTo>
                    <a:pt x="261610" y="60269"/>
                  </a:lnTo>
                  <a:lnTo>
                    <a:pt x="261534" y="59609"/>
                  </a:lnTo>
                  <a:lnTo>
                    <a:pt x="261479" y="59131"/>
                  </a:lnTo>
                  <a:lnTo>
                    <a:pt x="261438" y="58772"/>
                  </a:lnTo>
                  <a:lnTo>
                    <a:pt x="261395" y="58400"/>
                  </a:lnTo>
                  <a:lnTo>
                    <a:pt x="261367" y="58159"/>
                  </a:lnTo>
                  <a:lnTo>
                    <a:pt x="261317" y="57718"/>
                  </a:lnTo>
                  <a:lnTo>
                    <a:pt x="261284" y="57432"/>
                  </a:lnTo>
                  <a:lnTo>
                    <a:pt x="261267" y="57281"/>
                  </a:lnTo>
                  <a:lnTo>
                    <a:pt x="261134" y="56125"/>
                  </a:lnTo>
                  <a:lnTo>
                    <a:pt x="261098" y="55816"/>
                  </a:lnTo>
                  <a:lnTo>
                    <a:pt x="260959" y="54456"/>
                  </a:lnTo>
                  <a:lnTo>
                    <a:pt x="260395" y="53897"/>
                  </a:lnTo>
                  <a:lnTo>
                    <a:pt x="260093" y="53540"/>
                  </a:lnTo>
                  <a:lnTo>
                    <a:pt x="259811" y="53207"/>
                  </a:lnTo>
                  <a:lnTo>
                    <a:pt x="259240" y="52533"/>
                  </a:lnTo>
                  <a:lnTo>
                    <a:pt x="258921" y="52158"/>
                  </a:lnTo>
                  <a:lnTo>
                    <a:pt x="258689" y="51884"/>
                  </a:lnTo>
                  <a:lnTo>
                    <a:pt x="257988" y="51057"/>
                  </a:lnTo>
                  <a:lnTo>
                    <a:pt x="257837" y="50878"/>
                  </a:lnTo>
                  <a:lnTo>
                    <a:pt x="257201" y="50127"/>
                  </a:lnTo>
                  <a:lnTo>
                    <a:pt x="256867" y="49734"/>
                  </a:lnTo>
                  <a:lnTo>
                    <a:pt x="256656" y="49485"/>
                  </a:lnTo>
                  <a:lnTo>
                    <a:pt x="256203" y="48950"/>
                  </a:lnTo>
                  <a:lnTo>
                    <a:pt x="255876" y="48564"/>
                  </a:lnTo>
                  <a:lnTo>
                    <a:pt x="255628" y="48271"/>
                  </a:lnTo>
                  <a:lnTo>
                    <a:pt x="255338" y="47930"/>
                  </a:lnTo>
                  <a:lnTo>
                    <a:pt x="255229" y="47800"/>
                  </a:lnTo>
                  <a:lnTo>
                    <a:pt x="254749" y="47252"/>
                  </a:lnTo>
                  <a:lnTo>
                    <a:pt x="254622" y="46462"/>
                  </a:lnTo>
                  <a:lnTo>
                    <a:pt x="254378" y="45075"/>
                  </a:lnTo>
                  <a:lnTo>
                    <a:pt x="254238" y="44294"/>
                  </a:lnTo>
                  <a:lnTo>
                    <a:pt x="254136" y="43706"/>
                  </a:lnTo>
                  <a:lnTo>
                    <a:pt x="254089" y="43445"/>
                  </a:lnTo>
                  <a:lnTo>
                    <a:pt x="253887" y="42317"/>
                  </a:lnTo>
                  <a:lnTo>
                    <a:pt x="253836" y="42023"/>
                  </a:lnTo>
                  <a:lnTo>
                    <a:pt x="253798" y="41808"/>
                  </a:lnTo>
                  <a:lnTo>
                    <a:pt x="253645" y="40938"/>
                  </a:lnTo>
                  <a:lnTo>
                    <a:pt x="253400" y="39548"/>
                  </a:lnTo>
                  <a:lnTo>
                    <a:pt x="253226" y="38562"/>
                  </a:lnTo>
                  <a:lnTo>
                    <a:pt x="253080" y="37734"/>
                  </a:lnTo>
                  <a:lnTo>
                    <a:pt x="253035" y="37477"/>
                  </a:lnTo>
                  <a:lnTo>
                    <a:pt x="252831" y="36330"/>
                  </a:lnTo>
                  <a:lnTo>
                    <a:pt x="254195" y="34890"/>
                  </a:lnTo>
                  <a:lnTo>
                    <a:pt x="255406" y="33615"/>
                  </a:lnTo>
                  <a:lnTo>
                    <a:pt x="255709" y="33295"/>
                  </a:lnTo>
                  <a:lnTo>
                    <a:pt x="256126" y="32855"/>
                  </a:lnTo>
                  <a:lnTo>
                    <a:pt x="256686" y="32265"/>
                  </a:lnTo>
                  <a:lnTo>
                    <a:pt x="256879" y="32060"/>
                  </a:lnTo>
                  <a:lnTo>
                    <a:pt x="257022" y="31913"/>
                  </a:lnTo>
                  <a:lnTo>
                    <a:pt x="257152" y="31776"/>
                  </a:lnTo>
                  <a:lnTo>
                    <a:pt x="258330" y="30533"/>
                  </a:lnTo>
                  <a:lnTo>
                    <a:pt x="258699" y="29571"/>
                  </a:lnTo>
                  <a:lnTo>
                    <a:pt x="258564" y="29431"/>
                  </a:lnTo>
                  <a:lnTo>
                    <a:pt x="258457" y="29304"/>
                  </a:lnTo>
                  <a:lnTo>
                    <a:pt x="258287" y="28986"/>
                  </a:lnTo>
                  <a:lnTo>
                    <a:pt x="258068" y="28800"/>
                  </a:lnTo>
                  <a:lnTo>
                    <a:pt x="257724" y="28546"/>
                  </a:lnTo>
                  <a:lnTo>
                    <a:pt x="257472" y="28360"/>
                  </a:lnTo>
                  <a:lnTo>
                    <a:pt x="257353" y="28220"/>
                  </a:lnTo>
                  <a:lnTo>
                    <a:pt x="256918" y="27846"/>
                  </a:lnTo>
                  <a:lnTo>
                    <a:pt x="256699" y="27528"/>
                  </a:lnTo>
                  <a:lnTo>
                    <a:pt x="257058" y="26928"/>
                  </a:lnTo>
                  <a:lnTo>
                    <a:pt x="257203" y="26800"/>
                  </a:lnTo>
                  <a:lnTo>
                    <a:pt x="257261" y="26666"/>
                  </a:lnTo>
                  <a:lnTo>
                    <a:pt x="257304" y="26411"/>
                  </a:lnTo>
                  <a:lnTo>
                    <a:pt x="257238" y="25800"/>
                  </a:lnTo>
                  <a:lnTo>
                    <a:pt x="257452" y="25383"/>
                  </a:lnTo>
                  <a:lnTo>
                    <a:pt x="256829" y="25012"/>
                  </a:lnTo>
                  <a:lnTo>
                    <a:pt x="256182" y="24696"/>
                  </a:lnTo>
                  <a:lnTo>
                    <a:pt x="255579" y="24403"/>
                  </a:lnTo>
                  <a:lnTo>
                    <a:pt x="254971" y="24093"/>
                  </a:lnTo>
                  <a:lnTo>
                    <a:pt x="254307" y="23767"/>
                  </a:lnTo>
                  <a:lnTo>
                    <a:pt x="253699" y="23467"/>
                  </a:lnTo>
                  <a:lnTo>
                    <a:pt x="253106" y="23124"/>
                  </a:lnTo>
                  <a:lnTo>
                    <a:pt x="253030" y="22968"/>
                  </a:lnTo>
                  <a:lnTo>
                    <a:pt x="252879" y="22668"/>
                  </a:lnTo>
                  <a:lnTo>
                    <a:pt x="252765" y="22475"/>
                  </a:lnTo>
                  <a:lnTo>
                    <a:pt x="252490" y="21839"/>
                  </a:lnTo>
                  <a:lnTo>
                    <a:pt x="252177" y="21200"/>
                  </a:lnTo>
                  <a:lnTo>
                    <a:pt x="251750" y="20238"/>
                  </a:lnTo>
                  <a:lnTo>
                    <a:pt x="251493" y="19737"/>
                  </a:lnTo>
                  <a:lnTo>
                    <a:pt x="251358" y="19472"/>
                  </a:lnTo>
                  <a:lnTo>
                    <a:pt x="251289" y="19292"/>
                  </a:lnTo>
                  <a:lnTo>
                    <a:pt x="250956" y="18663"/>
                  </a:lnTo>
                  <a:lnTo>
                    <a:pt x="250653" y="18040"/>
                  </a:lnTo>
                  <a:lnTo>
                    <a:pt x="250345" y="17409"/>
                  </a:lnTo>
                  <a:lnTo>
                    <a:pt x="249948" y="16775"/>
                  </a:lnTo>
                  <a:lnTo>
                    <a:pt x="249719" y="16477"/>
                  </a:lnTo>
                  <a:lnTo>
                    <a:pt x="249378" y="15867"/>
                  </a:lnTo>
                  <a:lnTo>
                    <a:pt x="249816" y="15501"/>
                  </a:lnTo>
                  <a:lnTo>
                    <a:pt x="250205" y="15149"/>
                  </a:lnTo>
                  <a:lnTo>
                    <a:pt x="250360" y="15001"/>
                  </a:lnTo>
                  <a:lnTo>
                    <a:pt x="250569" y="14836"/>
                  </a:lnTo>
                  <a:lnTo>
                    <a:pt x="250688" y="14493"/>
                  </a:lnTo>
                  <a:lnTo>
                    <a:pt x="249377" y="12882"/>
                  </a:lnTo>
                  <a:lnTo>
                    <a:pt x="249241" y="12741"/>
                  </a:lnTo>
                  <a:lnTo>
                    <a:pt x="248525" y="11979"/>
                  </a:lnTo>
                  <a:lnTo>
                    <a:pt x="248355" y="11873"/>
                  </a:lnTo>
                  <a:lnTo>
                    <a:pt x="247886" y="11802"/>
                  </a:lnTo>
                  <a:lnTo>
                    <a:pt x="247753" y="11782"/>
                  </a:lnTo>
                  <a:lnTo>
                    <a:pt x="247334" y="11502"/>
                  </a:lnTo>
                  <a:lnTo>
                    <a:pt x="246982" y="11143"/>
                  </a:lnTo>
                  <a:lnTo>
                    <a:pt x="246852" y="11125"/>
                  </a:lnTo>
                  <a:lnTo>
                    <a:pt x="246281" y="11787"/>
                  </a:lnTo>
                  <a:lnTo>
                    <a:pt x="246363" y="12589"/>
                  </a:lnTo>
                  <a:lnTo>
                    <a:pt x="246348" y="12716"/>
                  </a:lnTo>
                  <a:lnTo>
                    <a:pt x="245216" y="8310"/>
                  </a:lnTo>
                  <a:lnTo>
                    <a:pt x="245503" y="8060"/>
                  </a:lnTo>
                  <a:lnTo>
                    <a:pt x="245543" y="7686"/>
                  </a:lnTo>
                  <a:lnTo>
                    <a:pt x="245411" y="7706"/>
                  </a:lnTo>
                  <a:lnTo>
                    <a:pt x="245281" y="7684"/>
                  </a:lnTo>
                  <a:lnTo>
                    <a:pt x="244872" y="7711"/>
                  </a:lnTo>
                  <a:lnTo>
                    <a:pt x="244111" y="7841"/>
                  </a:lnTo>
                  <a:lnTo>
                    <a:pt x="243976" y="7851"/>
                  </a:lnTo>
                  <a:lnTo>
                    <a:pt x="243610" y="7854"/>
                  </a:lnTo>
                  <a:lnTo>
                    <a:pt x="243470" y="7872"/>
                  </a:lnTo>
                  <a:lnTo>
                    <a:pt x="243342" y="7849"/>
                  </a:lnTo>
                  <a:lnTo>
                    <a:pt x="243032" y="7910"/>
                  </a:lnTo>
                  <a:lnTo>
                    <a:pt x="241541" y="7801"/>
                  </a:lnTo>
                  <a:lnTo>
                    <a:pt x="241409" y="7783"/>
                  </a:lnTo>
                  <a:lnTo>
                    <a:pt x="241307" y="7635"/>
                  </a:lnTo>
                  <a:lnTo>
                    <a:pt x="241088" y="7345"/>
                  </a:lnTo>
                  <a:lnTo>
                    <a:pt x="240958" y="7292"/>
                  </a:lnTo>
                  <a:lnTo>
                    <a:pt x="240818" y="7261"/>
                  </a:lnTo>
                  <a:lnTo>
                    <a:pt x="240510" y="7080"/>
                  </a:lnTo>
                  <a:lnTo>
                    <a:pt x="240101" y="6956"/>
                  </a:lnTo>
                  <a:lnTo>
                    <a:pt x="239836" y="6836"/>
                  </a:lnTo>
                  <a:lnTo>
                    <a:pt x="239890" y="7070"/>
                  </a:lnTo>
                  <a:lnTo>
                    <a:pt x="239999" y="7516"/>
                  </a:lnTo>
                  <a:lnTo>
                    <a:pt x="239986" y="7786"/>
                  </a:lnTo>
                  <a:lnTo>
                    <a:pt x="240360" y="9637"/>
                  </a:lnTo>
                  <a:lnTo>
                    <a:pt x="239161" y="10078"/>
                  </a:lnTo>
                  <a:lnTo>
                    <a:pt x="239011" y="10133"/>
                  </a:lnTo>
                  <a:lnTo>
                    <a:pt x="238695" y="10249"/>
                  </a:lnTo>
                  <a:lnTo>
                    <a:pt x="238214" y="12161"/>
                  </a:lnTo>
                  <a:lnTo>
                    <a:pt x="238178" y="12311"/>
                  </a:lnTo>
                  <a:lnTo>
                    <a:pt x="237999" y="13007"/>
                  </a:lnTo>
                  <a:lnTo>
                    <a:pt x="237810" y="13717"/>
                  </a:lnTo>
                  <a:lnTo>
                    <a:pt x="237691" y="14199"/>
                  </a:lnTo>
                  <a:lnTo>
                    <a:pt x="236707" y="13932"/>
                  </a:lnTo>
                  <a:lnTo>
                    <a:pt x="234795" y="13470"/>
                  </a:lnTo>
                  <a:lnTo>
                    <a:pt x="234640" y="13399"/>
                  </a:lnTo>
                  <a:lnTo>
                    <a:pt x="234340" y="13315"/>
                  </a:lnTo>
                  <a:lnTo>
                    <a:pt x="234302" y="13050"/>
                  </a:lnTo>
                  <a:lnTo>
                    <a:pt x="234488" y="12646"/>
                  </a:lnTo>
                  <a:lnTo>
                    <a:pt x="234330" y="12493"/>
                  </a:lnTo>
                  <a:lnTo>
                    <a:pt x="234203" y="12427"/>
                  </a:lnTo>
                  <a:lnTo>
                    <a:pt x="233986" y="12208"/>
                  </a:lnTo>
                  <a:lnTo>
                    <a:pt x="233834" y="11989"/>
                  </a:lnTo>
                  <a:lnTo>
                    <a:pt x="233645" y="11854"/>
                  </a:lnTo>
                  <a:lnTo>
                    <a:pt x="233388" y="11671"/>
                  </a:lnTo>
                  <a:lnTo>
                    <a:pt x="232885" y="11452"/>
                  </a:lnTo>
                  <a:lnTo>
                    <a:pt x="232582" y="11282"/>
                  </a:lnTo>
                  <a:lnTo>
                    <a:pt x="232292" y="11167"/>
                  </a:lnTo>
                  <a:lnTo>
                    <a:pt x="231841" y="10986"/>
                  </a:lnTo>
                  <a:lnTo>
                    <a:pt x="231740" y="10829"/>
                  </a:lnTo>
                  <a:lnTo>
                    <a:pt x="231299" y="10480"/>
                  </a:lnTo>
                  <a:lnTo>
                    <a:pt x="231091" y="10361"/>
                  </a:lnTo>
                  <a:lnTo>
                    <a:pt x="230948" y="10305"/>
                  </a:lnTo>
                  <a:lnTo>
                    <a:pt x="230770" y="10172"/>
                  </a:lnTo>
                  <a:lnTo>
                    <a:pt x="230577" y="10040"/>
                  </a:lnTo>
                  <a:lnTo>
                    <a:pt x="230396" y="9854"/>
                  </a:lnTo>
                  <a:lnTo>
                    <a:pt x="230264" y="9689"/>
                  </a:lnTo>
                  <a:lnTo>
                    <a:pt x="230284" y="9559"/>
                  </a:lnTo>
                  <a:lnTo>
                    <a:pt x="230276" y="9048"/>
                  </a:lnTo>
                  <a:lnTo>
                    <a:pt x="230035" y="8979"/>
                  </a:lnTo>
                  <a:lnTo>
                    <a:pt x="229768" y="9129"/>
                  </a:lnTo>
                  <a:lnTo>
                    <a:pt x="229506" y="9213"/>
                  </a:lnTo>
                  <a:lnTo>
                    <a:pt x="229394" y="9417"/>
                  </a:lnTo>
                  <a:lnTo>
                    <a:pt x="229391" y="9546"/>
                  </a:lnTo>
                  <a:lnTo>
                    <a:pt x="229315" y="9788"/>
                  </a:lnTo>
                  <a:lnTo>
                    <a:pt x="228839" y="10162"/>
                  </a:lnTo>
                  <a:lnTo>
                    <a:pt x="228625" y="10050"/>
                  </a:lnTo>
                  <a:lnTo>
                    <a:pt x="228304" y="9780"/>
                  </a:lnTo>
                  <a:lnTo>
                    <a:pt x="227625" y="9040"/>
                  </a:lnTo>
                  <a:lnTo>
                    <a:pt x="227404" y="8903"/>
                  </a:lnTo>
                  <a:lnTo>
                    <a:pt x="227363" y="8745"/>
                  </a:lnTo>
                  <a:lnTo>
                    <a:pt x="227419" y="8562"/>
                  </a:lnTo>
                  <a:lnTo>
                    <a:pt x="227623" y="7801"/>
                  </a:lnTo>
                  <a:lnTo>
                    <a:pt x="227467" y="7656"/>
                  </a:lnTo>
                  <a:lnTo>
                    <a:pt x="227030" y="7155"/>
                  </a:lnTo>
                  <a:lnTo>
                    <a:pt x="226643" y="6857"/>
                  </a:lnTo>
                  <a:lnTo>
                    <a:pt x="226226" y="6465"/>
                  </a:lnTo>
                  <a:lnTo>
                    <a:pt x="226106" y="6302"/>
                  </a:lnTo>
                  <a:lnTo>
                    <a:pt x="226012" y="6172"/>
                  </a:lnTo>
                  <a:lnTo>
                    <a:pt x="225803" y="5928"/>
                  </a:lnTo>
                  <a:lnTo>
                    <a:pt x="225625" y="5760"/>
                  </a:lnTo>
                  <a:lnTo>
                    <a:pt x="225394" y="5554"/>
                  </a:lnTo>
                  <a:lnTo>
                    <a:pt x="225053" y="5396"/>
                  </a:lnTo>
                  <a:lnTo>
                    <a:pt x="224773" y="5315"/>
                  </a:lnTo>
                  <a:lnTo>
                    <a:pt x="223979" y="5427"/>
                  </a:lnTo>
                  <a:lnTo>
                    <a:pt x="223847" y="5577"/>
                  </a:lnTo>
                  <a:lnTo>
                    <a:pt x="223157" y="6025"/>
                  </a:lnTo>
                  <a:lnTo>
                    <a:pt x="222880" y="5829"/>
                  </a:lnTo>
                  <a:lnTo>
                    <a:pt x="222704" y="5707"/>
                  </a:lnTo>
                  <a:lnTo>
                    <a:pt x="222473" y="5546"/>
                  </a:lnTo>
                  <a:lnTo>
                    <a:pt x="222109" y="5289"/>
                  </a:lnTo>
                  <a:lnTo>
                    <a:pt x="221470" y="4847"/>
                  </a:lnTo>
                  <a:lnTo>
                    <a:pt x="220943" y="4442"/>
                  </a:lnTo>
                  <a:lnTo>
                    <a:pt x="220773" y="4348"/>
                  </a:lnTo>
                  <a:lnTo>
                    <a:pt x="220264" y="3951"/>
                  </a:lnTo>
                  <a:lnTo>
                    <a:pt x="220068" y="3775"/>
                  </a:lnTo>
                  <a:lnTo>
                    <a:pt x="219831" y="3574"/>
                  </a:lnTo>
                  <a:lnTo>
                    <a:pt x="219597" y="3462"/>
                  </a:lnTo>
                  <a:lnTo>
                    <a:pt x="219467" y="3391"/>
                  </a:lnTo>
                  <a:lnTo>
                    <a:pt x="219157" y="3223"/>
                  </a:lnTo>
                  <a:lnTo>
                    <a:pt x="218618" y="3109"/>
                  </a:lnTo>
                  <a:lnTo>
                    <a:pt x="218277" y="2905"/>
                  </a:lnTo>
                  <a:lnTo>
                    <a:pt x="218020" y="2666"/>
                  </a:lnTo>
                  <a:lnTo>
                    <a:pt x="217643" y="2284"/>
                  </a:lnTo>
                  <a:lnTo>
                    <a:pt x="217043" y="2284"/>
                  </a:lnTo>
                  <a:lnTo>
                    <a:pt x="216808" y="2442"/>
                  </a:lnTo>
                  <a:lnTo>
                    <a:pt x="216635" y="2488"/>
                  </a:lnTo>
                  <a:lnTo>
                    <a:pt x="216287" y="2378"/>
                  </a:lnTo>
                  <a:lnTo>
                    <a:pt x="216086" y="2190"/>
                  </a:lnTo>
                  <a:lnTo>
                    <a:pt x="215872" y="1994"/>
                  </a:lnTo>
                  <a:lnTo>
                    <a:pt x="215699" y="1862"/>
                  </a:lnTo>
                  <a:lnTo>
                    <a:pt x="215473" y="1633"/>
                  </a:lnTo>
                  <a:lnTo>
                    <a:pt x="215213" y="1412"/>
                  </a:lnTo>
                  <a:lnTo>
                    <a:pt x="215078" y="1297"/>
                  </a:lnTo>
                  <a:lnTo>
                    <a:pt x="214826" y="1055"/>
                  </a:lnTo>
                  <a:lnTo>
                    <a:pt x="214694" y="938"/>
                  </a:lnTo>
                  <a:lnTo>
                    <a:pt x="214134" y="419"/>
                  </a:lnTo>
                  <a:lnTo>
                    <a:pt x="213948" y="175"/>
                  </a:lnTo>
                  <a:lnTo>
                    <a:pt x="213767" y="114"/>
                  </a:lnTo>
                  <a:lnTo>
                    <a:pt x="213594" y="0"/>
                  </a:lnTo>
                  <a:lnTo>
                    <a:pt x="212834" y="1004"/>
                  </a:lnTo>
                  <a:lnTo>
                    <a:pt x="212640" y="1044"/>
                  </a:lnTo>
                  <a:lnTo>
                    <a:pt x="211133" y="1356"/>
                  </a:lnTo>
                  <a:lnTo>
                    <a:pt x="210183" y="1388"/>
                  </a:lnTo>
                  <a:lnTo>
                    <a:pt x="207342" y="1485"/>
                  </a:lnTo>
                  <a:lnTo>
                    <a:pt x="206931" y="1499"/>
                  </a:lnTo>
                  <a:lnTo>
                    <a:pt x="205672" y="1540"/>
                  </a:lnTo>
                  <a:lnTo>
                    <a:pt x="205473" y="1547"/>
                  </a:lnTo>
                  <a:lnTo>
                    <a:pt x="205196" y="1555"/>
                  </a:lnTo>
                  <a:lnTo>
                    <a:pt x="204914" y="1565"/>
                  </a:lnTo>
                  <a:lnTo>
                    <a:pt x="203212" y="1619"/>
                  </a:lnTo>
                  <a:lnTo>
                    <a:pt x="202498" y="1642"/>
                  </a:lnTo>
                  <a:lnTo>
                    <a:pt x="202221" y="1704"/>
                  </a:lnTo>
                  <a:lnTo>
                    <a:pt x="201153" y="2120"/>
                  </a:lnTo>
                  <a:lnTo>
                    <a:pt x="200671" y="2315"/>
                  </a:lnTo>
                  <a:lnTo>
                    <a:pt x="200282" y="2471"/>
                  </a:lnTo>
                  <a:lnTo>
                    <a:pt x="198668" y="3122"/>
                  </a:lnTo>
                  <a:lnTo>
                    <a:pt x="196331" y="4066"/>
                  </a:lnTo>
                  <a:lnTo>
                    <a:pt x="196071" y="5378"/>
                  </a:lnTo>
                  <a:lnTo>
                    <a:pt x="195999" y="5645"/>
                  </a:lnTo>
                  <a:lnTo>
                    <a:pt x="195463" y="7635"/>
                  </a:lnTo>
                  <a:lnTo>
                    <a:pt x="195328" y="8135"/>
                  </a:lnTo>
                  <a:lnTo>
                    <a:pt x="195144" y="8818"/>
                  </a:lnTo>
                  <a:lnTo>
                    <a:pt x="194856" y="9868"/>
                  </a:lnTo>
                  <a:lnTo>
                    <a:pt x="194585" y="10856"/>
                  </a:lnTo>
                  <a:lnTo>
                    <a:pt x="194186" y="11941"/>
                  </a:lnTo>
                  <a:lnTo>
                    <a:pt x="193870" y="12800"/>
                  </a:lnTo>
                  <a:lnTo>
                    <a:pt x="191834" y="14544"/>
                  </a:lnTo>
                  <a:lnTo>
                    <a:pt x="191115" y="15008"/>
                  </a:lnTo>
                  <a:lnTo>
                    <a:pt x="190853" y="15307"/>
                  </a:lnTo>
                  <a:lnTo>
                    <a:pt x="190514" y="15694"/>
                  </a:lnTo>
                  <a:lnTo>
                    <a:pt x="190217" y="16033"/>
                  </a:lnTo>
                  <a:lnTo>
                    <a:pt x="189953" y="16335"/>
                  </a:lnTo>
                  <a:lnTo>
                    <a:pt x="189439" y="16922"/>
                  </a:lnTo>
                  <a:lnTo>
                    <a:pt x="189062" y="17608"/>
                  </a:lnTo>
                  <a:lnTo>
                    <a:pt x="188536" y="18564"/>
                  </a:lnTo>
                  <a:lnTo>
                    <a:pt x="188174" y="19222"/>
                  </a:lnTo>
                  <a:lnTo>
                    <a:pt x="188031" y="19482"/>
                  </a:lnTo>
                  <a:lnTo>
                    <a:pt x="187885" y="19749"/>
                  </a:lnTo>
                  <a:lnTo>
                    <a:pt x="187662" y="20154"/>
                  </a:lnTo>
                  <a:lnTo>
                    <a:pt x="187076" y="21218"/>
                  </a:lnTo>
                  <a:lnTo>
                    <a:pt x="186983" y="21386"/>
                  </a:lnTo>
                  <a:lnTo>
                    <a:pt x="186555" y="21090"/>
                  </a:lnTo>
                  <a:lnTo>
                    <a:pt x="186271" y="20893"/>
                  </a:lnTo>
                  <a:lnTo>
                    <a:pt x="185728" y="20517"/>
                  </a:lnTo>
                  <a:lnTo>
                    <a:pt x="185598" y="20427"/>
                  </a:lnTo>
                  <a:lnTo>
                    <a:pt x="185359" y="20262"/>
                  </a:lnTo>
                  <a:lnTo>
                    <a:pt x="184604" y="19739"/>
                  </a:lnTo>
                  <a:lnTo>
                    <a:pt x="182493" y="18282"/>
                  </a:lnTo>
                  <a:lnTo>
                    <a:pt x="182183" y="18054"/>
                  </a:lnTo>
                  <a:lnTo>
                    <a:pt x="181964" y="18015"/>
                  </a:lnTo>
                  <a:lnTo>
                    <a:pt x="179217" y="17529"/>
                  </a:lnTo>
                  <a:lnTo>
                    <a:pt x="178963" y="18568"/>
                  </a:lnTo>
                  <a:lnTo>
                    <a:pt x="178867" y="18961"/>
                  </a:lnTo>
                  <a:lnTo>
                    <a:pt x="178651" y="19829"/>
                  </a:lnTo>
                  <a:lnTo>
                    <a:pt x="178564" y="20174"/>
                  </a:lnTo>
                  <a:lnTo>
                    <a:pt x="178293" y="21248"/>
                  </a:lnTo>
                  <a:lnTo>
                    <a:pt x="178252" y="21416"/>
                  </a:lnTo>
                  <a:lnTo>
                    <a:pt x="178055" y="22237"/>
                  </a:lnTo>
                  <a:lnTo>
                    <a:pt x="178010" y="22435"/>
                  </a:lnTo>
                  <a:lnTo>
                    <a:pt x="177878" y="22961"/>
                  </a:lnTo>
                  <a:lnTo>
                    <a:pt x="177807" y="23244"/>
                  </a:lnTo>
                  <a:lnTo>
                    <a:pt x="177740" y="23482"/>
                  </a:lnTo>
                  <a:lnTo>
                    <a:pt x="177679" y="23781"/>
                  </a:lnTo>
                  <a:lnTo>
                    <a:pt x="177592" y="24205"/>
                  </a:lnTo>
                  <a:lnTo>
                    <a:pt x="177558" y="24374"/>
                  </a:lnTo>
                  <a:lnTo>
                    <a:pt x="177466" y="24822"/>
                  </a:lnTo>
                  <a:lnTo>
                    <a:pt x="177374" y="25071"/>
                  </a:lnTo>
                  <a:lnTo>
                    <a:pt x="177331" y="25248"/>
                  </a:lnTo>
                  <a:lnTo>
                    <a:pt x="177194" y="25803"/>
                  </a:lnTo>
                  <a:lnTo>
                    <a:pt x="176992" y="26625"/>
                  </a:lnTo>
                  <a:lnTo>
                    <a:pt x="176835" y="27262"/>
                  </a:lnTo>
                  <a:lnTo>
                    <a:pt x="176747" y="27621"/>
                  </a:lnTo>
                  <a:lnTo>
                    <a:pt x="176661" y="27972"/>
                  </a:lnTo>
                  <a:lnTo>
                    <a:pt x="176389" y="29095"/>
                  </a:lnTo>
                  <a:lnTo>
                    <a:pt x="176343" y="29282"/>
                  </a:lnTo>
                  <a:lnTo>
                    <a:pt x="176195" y="29893"/>
                  </a:lnTo>
                  <a:lnTo>
                    <a:pt x="176054" y="30475"/>
                  </a:lnTo>
                  <a:lnTo>
                    <a:pt x="175897" y="31107"/>
                  </a:lnTo>
                  <a:lnTo>
                    <a:pt x="175396" y="33004"/>
                  </a:lnTo>
                  <a:lnTo>
                    <a:pt x="175373" y="33160"/>
                  </a:lnTo>
                  <a:lnTo>
                    <a:pt x="175353" y="33305"/>
                  </a:lnTo>
                  <a:lnTo>
                    <a:pt x="175358" y="33439"/>
                  </a:lnTo>
                  <a:lnTo>
                    <a:pt x="175350" y="33582"/>
                  </a:lnTo>
                  <a:lnTo>
                    <a:pt x="175340" y="33852"/>
                  </a:lnTo>
                  <a:lnTo>
                    <a:pt x="175325" y="34045"/>
                  </a:lnTo>
                  <a:lnTo>
                    <a:pt x="175312" y="34177"/>
                  </a:lnTo>
                  <a:lnTo>
                    <a:pt x="175299" y="34330"/>
                  </a:lnTo>
                  <a:lnTo>
                    <a:pt x="175299" y="34582"/>
                  </a:lnTo>
                  <a:lnTo>
                    <a:pt x="175281" y="34780"/>
                  </a:lnTo>
                  <a:lnTo>
                    <a:pt x="175266" y="34928"/>
                  </a:lnTo>
                  <a:lnTo>
                    <a:pt x="175253" y="35081"/>
                  </a:lnTo>
                  <a:lnTo>
                    <a:pt x="175246" y="35317"/>
                  </a:lnTo>
                  <a:lnTo>
                    <a:pt x="175225" y="35516"/>
                  </a:lnTo>
                  <a:lnTo>
                    <a:pt x="175210" y="35671"/>
                  </a:lnTo>
                  <a:lnTo>
                    <a:pt x="175185" y="35956"/>
                  </a:lnTo>
                  <a:lnTo>
                    <a:pt x="175167" y="36129"/>
                  </a:lnTo>
                  <a:lnTo>
                    <a:pt x="175154" y="36264"/>
                  </a:lnTo>
                  <a:lnTo>
                    <a:pt x="175149" y="36419"/>
                  </a:lnTo>
                  <a:lnTo>
                    <a:pt x="175162" y="36653"/>
                  </a:lnTo>
                  <a:lnTo>
                    <a:pt x="175142" y="36854"/>
                  </a:lnTo>
                  <a:lnTo>
                    <a:pt x="175129" y="36997"/>
                  </a:lnTo>
                  <a:lnTo>
                    <a:pt x="175116" y="37149"/>
                  </a:lnTo>
                  <a:lnTo>
                    <a:pt x="175098" y="37305"/>
                  </a:lnTo>
                  <a:lnTo>
                    <a:pt x="175070" y="37612"/>
                  </a:lnTo>
                  <a:lnTo>
                    <a:pt x="175052" y="37793"/>
                  </a:lnTo>
                  <a:lnTo>
                    <a:pt x="175055" y="37943"/>
                  </a:lnTo>
                  <a:lnTo>
                    <a:pt x="175040" y="38091"/>
                  </a:lnTo>
                  <a:lnTo>
                    <a:pt x="174841" y="38221"/>
                  </a:lnTo>
                  <a:lnTo>
                    <a:pt x="174220" y="38623"/>
                  </a:lnTo>
                  <a:lnTo>
                    <a:pt x="173793" y="38877"/>
                  </a:lnTo>
                  <a:lnTo>
                    <a:pt x="173597" y="38997"/>
                  </a:lnTo>
                  <a:lnTo>
                    <a:pt x="173111" y="39345"/>
                  </a:lnTo>
                  <a:lnTo>
                    <a:pt x="172793" y="39485"/>
                  </a:lnTo>
                  <a:lnTo>
                    <a:pt x="172536" y="39646"/>
                  </a:lnTo>
                  <a:lnTo>
                    <a:pt x="172381" y="39981"/>
                  </a:lnTo>
                  <a:lnTo>
                    <a:pt x="172463" y="40214"/>
                  </a:lnTo>
                  <a:lnTo>
                    <a:pt x="172597" y="40440"/>
                  </a:lnTo>
                  <a:lnTo>
                    <a:pt x="172732" y="40654"/>
                  </a:lnTo>
                  <a:lnTo>
                    <a:pt x="172912" y="41018"/>
                  </a:lnTo>
                  <a:lnTo>
                    <a:pt x="173183" y="41168"/>
                  </a:lnTo>
                  <a:lnTo>
                    <a:pt x="173342" y="41264"/>
                  </a:lnTo>
                  <a:lnTo>
                    <a:pt x="173779" y="41630"/>
                  </a:lnTo>
                  <a:lnTo>
                    <a:pt x="173872" y="41779"/>
                  </a:lnTo>
                  <a:lnTo>
                    <a:pt x="174254" y="42168"/>
                  </a:lnTo>
                  <a:lnTo>
                    <a:pt x="174421" y="42301"/>
                  </a:lnTo>
                  <a:lnTo>
                    <a:pt x="175006" y="42730"/>
                  </a:lnTo>
                  <a:lnTo>
                    <a:pt x="175151" y="42799"/>
                  </a:lnTo>
                  <a:lnTo>
                    <a:pt x="175292" y="42862"/>
                  </a:lnTo>
                  <a:lnTo>
                    <a:pt x="175432" y="42927"/>
                  </a:lnTo>
                  <a:lnTo>
                    <a:pt x="175824" y="43111"/>
                  </a:lnTo>
                  <a:lnTo>
                    <a:pt x="175960" y="43171"/>
                  </a:lnTo>
                  <a:lnTo>
                    <a:pt x="176111" y="43240"/>
                  </a:lnTo>
                  <a:lnTo>
                    <a:pt x="176311" y="43337"/>
                  </a:lnTo>
                  <a:lnTo>
                    <a:pt x="176500" y="43332"/>
                  </a:lnTo>
                  <a:lnTo>
                    <a:pt x="176903" y="43579"/>
                  </a:lnTo>
                  <a:lnTo>
                    <a:pt x="177385" y="43920"/>
                  </a:lnTo>
                  <a:lnTo>
                    <a:pt x="177477" y="44071"/>
                  </a:lnTo>
                  <a:lnTo>
                    <a:pt x="177643" y="44276"/>
                  </a:lnTo>
                  <a:lnTo>
                    <a:pt x="177837" y="44550"/>
                  </a:lnTo>
                  <a:lnTo>
                    <a:pt x="177842" y="45008"/>
                  </a:lnTo>
                  <a:lnTo>
                    <a:pt x="177592" y="45198"/>
                  </a:lnTo>
                  <a:lnTo>
                    <a:pt x="177376" y="45450"/>
                  </a:lnTo>
                  <a:lnTo>
                    <a:pt x="177338" y="45578"/>
                  </a:lnTo>
                  <a:lnTo>
                    <a:pt x="177099" y="45991"/>
                  </a:lnTo>
                  <a:lnTo>
                    <a:pt x="177139" y="46285"/>
                  </a:lnTo>
                  <a:lnTo>
                    <a:pt x="177246" y="46443"/>
                  </a:lnTo>
                  <a:lnTo>
                    <a:pt x="177414" y="46592"/>
                  </a:lnTo>
                  <a:lnTo>
                    <a:pt x="177646" y="46796"/>
                  </a:lnTo>
                  <a:lnTo>
                    <a:pt x="178140" y="47100"/>
                  </a:lnTo>
                  <a:lnTo>
                    <a:pt x="178291" y="47184"/>
                  </a:lnTo>
                  <a:lnTo>
                    <a:pt x="178532" y="47302"/>
                  </a:lnTo>
                  <a:lnTo>
                    <a:pt x="178966" y="47742"/>
                  </a:lnTo>
                  <a:lnTo>
                    <a:pt x="178994" y="47954"/>
                  </a:lnTo>
                  <a:lnTo>
                    <a:pt x="178994" y="48180"/>
                  </a:lnTo>
                  <a:lnTo>
                    <a:pt x="178982" y="48307"/>
                  </a:lnTo>
                  <a:lnTo>
                    <a:pt x="178976" y="48451"/>
                  </a:lnTo>
                  <a:lnTo>
                    <a:pt x="178965" y="48586"/>
                  </a:lnTo>
                  <a:lnTo>
                    <a:pt x="178984" y="48904"/>
                  </a:lnTo>
                  <a:lnTo>
                    <a:pt x="179184" y="49099"/>
                  </a:lnTo>
                  <a:lnTo>
                    <a:pt x="179297" y="49251"/>
                  </a:lnTo>
                  <a:lnTo>
                    <a:pt x="179358" y="49539"/>
                  </a:lnTo>
                  <a:lnTo>
                    <a:pt x="179637" y="50048"/>
                  </a:lnTo>
                  <a:lnTo>
                    <a:pt x="179753" y="50290"/>
                  </a:lnTo>
                  <a:lnTo>
                    <a:pt x="179750" y="50601"/>
                  </a:lnTo>
                  <a:lnTo>
                    <a:pt x="179460" y="50896"/>
                  </a:lnTo>
                  <a:lnTo>
                    <a:pt x="179300" y="50977"/>
                  </a:lnTo>
                  <a:lnTo>
                    <a:pt x="179077" y="51104"/>
                  </a:lnTo>
                  <a:lnTo>
                    <a:pt x="178664" y="51339"/>
                  </a:lnTo>
                  <a:lnTo>
                    <a:pt x="178241" y="51688"/>
                  </a:lnTo>
                  <a:lnTo>
                    <a:pt x="178113" y="51797"/>
                  </a:lnTo>
                  <a:lnTo>
                    <a:pt x="177567" y="52338"/>
                  </a:lnTo>
                  <a:lnTo>
                    <a:pt x="177276" y="52697"/>
                  </a:lnTo>
                  <a:lnTo>
                    <a:pt x="177191" y="52853"/>
                  </a:lnTo>
                  <a:lnTo>
                    <a:pt x="177053" y="53092"/>
                  </a:lnTo>
                  <a:lnTo>
                    <a:pt x="176942" y="53265"/>
                  </a:lnTo>
                  <a:lnTo>
                    <a:pt x="176768" y="53519"/>
                  </a:lnTo>
                  <a:lnTo>
                    <a:pt x="176618" y="53776"/>
                  </a:lnTo>
                  <a:lnTo>
                    <a:pt x="176324" y="53950"/>
                  </a:lnTo>
                  <a:lnTo>
                    <a:pt x="176135" y="54148"/>
                  </a:lnTo>
                  <a:lnTo>
                    <a:pt x="175955" y="54358"/>
                  </a:lnTo>
                  <a:lnTo>
                    <a:pt x="175857" y="54546"/>
                  </a:lnTo>
                  <a:lnTo>
                    <a:pt x="175766" y="54842"/>
                  </a:lnTo>
                  <a:lnTo>
                    <a:pt x="175704" y="55186"/>
                  </a:lnTo>
                  <a:lnTo>
                    <a:pt x="175671" y="55539"/>
                  </a:lnTo>
                  <a:lnTo>
                    <a:pt x="175192" y="56035"/>
                  </a:lnTo>
                  <a:lnTo>
                    <a:pt x="175041" y="56105"/>
                  </a:lnTo>
                  <a:lnTo>
                    <a:pt x="174653" y="56274"/>
                  </a:lnTo>
                  <a:lnTo>
                    <a:pt x="174521" y="56338"/>
                  </a:lnTo>
                  <a:lnTo>
                    <a:pt x="174392" y="56400"/>
                  </a:lnTo>
                  <a:lnTo>
                    <a:pt x="174218" y="56482"/>
                  </a:lnTo>
                  <a:lnTo>
                    <a:pt x="174082" y="56559"/>
                  </a:lnTo>
                  <a:lnTo>
                    <a:pt x="173942" y="56659"/>
                  </a:lnTo>
                  <a:lnTo>
                    <a:pt x="173591" y="56897"/>
                  </a:lnTo>
                  <a:lnTo>
                    <a:pt x="173324" y="57084"/>
                  </a:lnTo>
                  <a:lnTo>
                    <a:pt x="173071" y="57277"/>
                  </a:lnTo>
                  <a:lnTo>
                    <a:pt x="172551" y="57628"/>
                  </a:lnTo>
                  <a:lnTo>
                    <a:pt x="171930" y="58042"/>
                  </a:lnTo>
                  <a:lnTo>
                    <a:pt x="171597" y="58251"/>
                  </a:lnTo>
                  <a:lnTo>
                    <a:pt x="171409" y="58366"/>
                  </a:lnTo>
                  <a:lnTo>
                    <a:pt x="170878" y="58675"/>
                  </a:lnTo>
                  <a:lnTo>
                    <a:pt x="170727" y="58757"/>
                  </a:lnTo>
                  <a:lnTo>
                    <a:pt x="170398" y="58966"/>
                  </a:lnTo>
                  <a:lnTo>
                    <a:pt x="170007" y="59213"/>
                  </a:lnTo>
                  <a:lnTo>
                    <a:pt x="168964" y="59872"/>
                  </a:lnTo>
                  <a:lnTo>
                    <a:pt x="168679" y="59920"/>
                  </a:lnTo>
                  <a:lnTo>
                    <a:pt x="168104" y="59572"/>
                  </a:lnTo>
                  <a:lnTo>
                    <a:pt x="167979" y="59434"/>
                  </a:lnTo>
                  <a:lnTo>
                    <a:pt x="167628" y="59780"/>
                  </a:lnTo>
                  <a:lnTo>
                    <a:pt x="167030" y="60205"/>
                  </a:lnTo>
                  <a:lnTo>
                    <a:pt x="166668" y="60485"/>
                  </a:lnTo>
                  <a:lnTo>
                    <a:pt x="166541" y="60503"/>
                  </a:lnTo>
                  <a:lnTo>
                    <a:pt x="166353" y="60651"/>
                  </a:lnTo>
                  <a:lnTo>
                    <a:pt x="166119" y="60714"/>
                  </a:lnTo>
                  <a:lnTo>
                    <a:pt x="165925" y="60803"/>
                  </a:lnTo>
                  <a:lnTo>
                    <a:pt x="165635" y="60958"/>
                  </a:lnTo>
                  <a:lnTo>
                    <a:pt x="165483" y="61014"/>
                  </a:lnTo>
                  <a:lnTo>
                    <a:pt x="165210" y="61147"/>
                  </a:lnTo>
                  <a:lnTo>
                    <a:pt x="164880" y="61304"/>
                  </a:lnTo>
                  <a:lnTo>
                    <a:pt x="164717" y="61383"/>
                  </a:lnTo>
                  <a:lnTo>
                    <a:pt x="164292" y="61588"/>
                  </a:lnTo>
                  <a:lnTo>
                    <a:pt x="164149" y="61617"/>
                  </a:lnTo>
                  <a:lnTo>
                    <a:pt x="163984" y="61658"/>
                  </a:lnTo>
                  <a:lnTo>
                    <a:pt x="163829" y="61707"/>
                  </a:lnTo>
                  <a:lnTo>
                    <a:pt x="163551" y="61742"/>
                  </a:lnTo>
                  <a:lnTo>
                    <a:pt x="163302" y="61854"/>
                  </a:lnTo>
                  <a:lnTo>
                    <a:pt x="163170" y="61941"/>
                  </a:lnTo>
                  <a:lnTo>
                    <a:pt x="163009" y="61969"/>
                  </a:lnTo>
                  <a:lnTo>
                    <a:pt x="162880" y="61989"/>
                  </a:lnTo>
                  <a:lnTo>
                    <a:pt x="162595" y="62025"/>
                  </a:lnTo>
                  <a:lnTo>
                    <a:pt x="162455" y="62063"/>
                  </a:lnTo>
                  <a:lnTo>
                    <a:pt x="162279" y="62065"/>
                  </a:lnTo>
                  <a:lnTo>
                    <a:pt x="162124" y="62035"/>
                  </a:lnTo>
                  <a:lnTo>
                    <a:pt x="161700" y="62212"/>
                  </a:lnTo>
                  <a:lnTo>
                    <a:pt x="161559" y="62251"/>
                  </a:lnTo>
                  <a:lnTo>
                    <a:pt x="161429" y="62302"/>
                  </a:lnTo>
                  <a:lnTo>
                    <a:pt x="161162" y="62394"/>
                  </a:lnTo>
                  <a:lnTo>
                    <a:pt x="161015" y="62419"/>
                  </a:lnTo>
                  <a:lnTo>
                    <a:pt x="160854" y="62429"/>
                  </a:lnTo>
                  <a:lnTo>
                    <a:pt x="160704" y="62472"/>
                  </a:lnTo>
                  <a:lnTo>
                    <a:pt x="160168" y="62711"/>
                  </a:lnTo>
                  <a:lnTo>
                    <a:pt x="160032" y="62701"/>
                  </a:lnTo>
                  <a:lnTo>
                    <a:pt x="159513" y="62757"/>
                  </a:lnTo>
                  <a:lnTo>
                    <a:pt x="159368" y="62775"/>
                  </a:lnTo>
                  <a:lnTo>
                    <a:pt x="159210" y="62656"/>
                  </a:lnTo>
                  <a:lnTo>
                    <a:pt x="159060" y="62656"/>
                  </a:lnTo>
                  <a:lnTo>
                    <a:pt x="158913" y="62618"/>
                  </a:lnTo>
                  <a:lnTo>
                    <a:pt x="158345" y="62612"/>
                  </a:lnTo>
                  <a:lnTo>
                    <a:pt x="158218" y="62658"/>
                  </a:lnTo>
                  <a:lnTo>
                    <a:pt x="158068" y="62755"/>
                  </a:lnTo>
                  <a:lnTo>
                    <a:pt x="157821" y="62920"/>
                  </a:lnTo>
                  <a:lnTo>
                    <a:pt x="158200" y="63775"/>
                  </a:lnTo>
                  <a:lnTo>
                    <a:pt x="158429" y="63974"/>
                  </a:lnTo>
                  <a:lnTo>
                    <a:pt x="158556" y="64261"/>
                  </a:lnTo>
                  <a:lnTo>
                    <a:pt x="158630" y="64551"/>
                  </a:lnTo>
                  <a:lnTo>
                    <a:pt x="158760" y="64773"/>
                  </a:lnTo>
                  <a:lnTo>
                    <a:pt x="158857" y="64946"/>
                  </a:lnTo>
                  <a:lnTo>
                    <a:pt x="158948" y="65195"/>
                  </a:lnTo>
                  <a:lnTo>
                    <a:pt x="159048" y="65528"/>
                  </a:lnTo>
                  <a:lnTo>
                    <a:pt x="159422" y="65971"/>
                  </a:lnTo>
                  <a:lnTo>
                    <a:pt x="159658" y="66175"/>
                  </a:lnTo>
                  <a:lnTo>
                    <a:pt x="159918" y="66455"/>
                  </a:lnTo>
                  <a:lnTo>
                    <a:pt x="159964" y="66597"/>
                  </a:lnTo>
                  <a:lnTo>
                    <a:pt x="160244" y="66895"/>
                  </a:lnTo>
                  <a:lnTo>
                    <a:pt x="160488" y="67447"/>
                  </a:lnTo>
                  <a:lnTo>
                    <a:pt x="161124" y="68170"/>
                  </a:lnTo>
                  <a:lnTo>
                    <a:pt x="161325" y="68394"/>
                  </a:lnTo>
                  <a:lnTo>
                    <a:pt x="161597" y="68694"/>
                  </a:lnTo>
                  <a:lnTo>
                    <a:pt x="161913" y="69045"/>
                  </a:lnTo>
                  <a:lnTo>
                    <a:pt x="162210" y="69378"/>
                  </a:lnTo>
                  <a:lnTo>
                    <a:pt x="162722" y="69936"/>
                  </a:lnTo>
                  <a:lnTo>
                    <a:pt x="162903" y="70203"/>
                  </a:lnTo>
                  <a:lnTo>
                    <a:pt x="163091" y="70434"/>
                  </a:lnTo>
                  <a:lnTo>
                    <a:pt x="163536" y="71063"/>
                  </a:lnTo>
                  <a:lnTo>
                    <a:pt x="163732" y="71190"/>
                  </a:lnTo>
                  <a:lnTo>
                    <a:pt x="163908" y="71386"/>
                  </a:lnTo>
                  <a:lnTo>
                    <a:pt x="163936" y="71612"/>
                  </a:lnTo>
                  <a:lnTo>
                    <a:pt x="163826" y="71994"/>
                  </a:lnTo>
                  <a:lnTo>
                    <a:pt x="163669" y="71964"/>
                  </a:lnTo>
                  <a:lnTo>
                    <a:pt x="163470" y="71831"/>
                  </a:lnTo>
                  <a:lnTo>
                    <a:pt x="163272" y="71722"/>
                  </a:lnTo>
                  <a:lnTo>
                    <a:pt x="163104" y="71633"/>
                  </a:lnTo>
                  <a:lnTo>
                    <a:pt x="162824" y="71778"/>
                  </a:lnTo>
                  <a:lnTo>
                    <a:pt x="162870" y="72035"/>
                  </a:lnTo>
                  <a:lnTo>
                    <a:pt x="162905" y="72170"/>
                  </a:lnTo>
                  <a:lnTo>
                    <a:pt x="162793" y="72457"/>
                  </a:lnTo>
                  <a:lnTo>
                    <a:pt x="162363" y="73221"/>
                  </a:lnTo>
                  <a:lnTo>
                    <a:pt x="161890" y="73577"/>
                  </a:lnTo>
                  <a:lnTo>
                    <a:pt x="161763" y="73671"/>
                  </a:lnTo>
                  <a:lnTo>
                    <a:pt x="161508" y="73638"/>
                  </a:lnTo>
                  <a:lnTo>
                    <a:pt x="161335" y="73465"/>
                  </a:lnTo>
                  <a:lnTo>
                    <a:pt x="161035" y="73241"/>
                  </a:lnTo>
                  <a:lnTo>
                    <a:pt x="160859" y="73037"/>
                  </a:lnTo>
                  <a:lnTo>
                    <a:pt x="160531" y="73055"/>
                  </a:lnTo>
                  <a:lnTo>
                    <a:pt x="160254" y="73139"/>
                  </a:lnTo>
                  <a:lnTo>
                    <a:pt x="160218" y="73371"/>
                  </a:lnTo>
                  <a:lnTo>
                    <a:pt x="160172" y="73653"/>
                  </a:lnTo>
                  <a:lnTo>
                    <a:pt x="160144" y="73821"/>
                  </a:lnTo>
                  <a:lnTo>
                    <a:pt x="159999" y="73854"/>
                  </a:lnTo>
                  <a:lnTo>
                    <a:pt x="159724" y="73745"/>
                  </a:lnTo>
                  <a:lnTo>
                    <a:pt x="159592" y="73724"/>
                  </a:lnTo>
                  <a:lnTo>
                    <a:pt x="159350" y="73712"/>
                  </a:lnTo>
                  <a:lnTo>
                    <a:pt x="159190" y="73668"/>
                  </a:lnTo>
                  <a:lnTo>
                    <a:pt x="159157" y="73541"/>
                  </a:lnTo>
                  <a:lnTo>
                    <a:pt x="158834" y="73098"/>
                  </a:lnTo>
                  <a:lnTo>
                    <a:pt x="158839" y="72961"/>
                  </a:lnTo>
                  <a:lnTo>
                    <a:pt x="158582" y="72536"/>
                  </a:lnTo>
                  <a:lnTo>
                    <a:pt x="158266" y="72065"/>
                  </a:lnTo>
                  <a:lnTo>
                    <a:pt x="157905" y="71829"/>
                  </a:lnTo>
                  <a:lnTo>
                    <a:pt x="153167" y="79778"/>
                  </a:lnTo>
                  <a:lnTo>
                    <a:pt x="153002" y="80309"/>
                  </a:lnTo>
                  <a:lnTo>
                    <a:pt x="152049" y="82075"/>
                  </a:lnTo>
                  <a:lnTo>
                    <a:pt x="151965" y="82498"/>
                  </a:lnTo>
                  <a:lnTo>
                    <a:pt x="151773" y="83094"/>
                  </a:lnTo>
                  <a:lnTo>
                    <a:pt x="151706" y="83766"/>
                  </a:lnTo>
                  <a:lnTo>
                    <a:pt x="151691" y="83909"/>
                  </a:lnTo>
                  <a:lnTo>
                    <a:pt x="151661" y="84211"/>
                  </a:lnTo>
                  <a:lnTo>
                    <a:pt x="151434" y="84747"/>
                  </a:lnTo>
                  <a:lnTo>
                    <a:pt x="151103" y="85047"/>
                  </a:lnTo>
                  <a:lnTo>
                    <a:pt x="150965" y="85172"/>
                  </a:lnTo>
                  <a:lnTo>
                    <a:pt x="150566" y="86167"/>
                  </a:lnTo>
                  <a:lnTo>
                    <a:pt x="149488" y="88858"/>
                  </a:lnTo>
                  <a:lnTo>
                    <a:pt x="148648" y="89928"/>
                  </a:lnTo>
                  <a:lnTo>
                    <a:pt x="148292" y="91038"/>
                  </a:lnTo>
                  <a:lnTo>
                    <a:pt x="147121" y="93041"/>
                  </a:lnTo>
                  <a:lnTo>
                    <a:pt x="146558" y="93583"/>
                  </a:lnTo>
                  <a:lnTo>
                    <a:pt x="146498" y="93884"/>
                  </a:lnTo>
                  <a:lnTo>
                    <a:pt x="146431" y="94218"/>
                  </a:lnTo>
                  <a:lnTo>
                    <a:pt x="146389" y="94423"/>
                  </a:lnTo>
                  <a:lnTo>
                    <a:pt x="146314" y="94795"/>
                  </a:lnTo>
                  <a:lnTo>
                    <a:pt x="146244" y="95147"/>
                  </a:lnTo>
                  <a:lnTo>
                    <a:pt x="146138" y="95673"/>
                  </a:lnTo>
                  <a:lnTo>
                    <a:pt x="146091" y="95903"/>
                  </a:lnTo>
                  <a:lnTo>
                    <a:pt x="146056" y="96076"/>
                  </a:lnTo>
                  <a:lnTo>
                    <a:pt x="143891" y="106836"/>
                  </a:lnTo>
                  <a:lnTo>
                    <a:pt x="144299" y="108192"/>
                  </a:lnTo>
                  <a:lnTo>
                    <a:pt x="144345" y="108347"/>
                  </a:lnTo>
                  <a:lnTo>
                    <a:pt x="145577" y="112442"/>
                  </a:lnTo>
                  <a:lnTo>
                    <a:pt x="145025" y="116109"/>
                  </a:lnTo>
                  <a:lnTo>
                    <a:pt x="144940" y="116673"/>
                  </a:lnTo>
                  <a:lnTo>
                    <a:pt x="144879" y="117083"/>
                  </a:lnTo>
                  <a:lnTo>
                    <a:pt x="144858" y="117219"/>
                  </a:lnTo>
                  <a:lnTo>
                    <a:pt x="144726" y="118096"/>
                  </a:lnTo>
                  <a:lnTo>
                    <a:pt x="144408" y="120207"/>
                  </a:lnTo>
                  <a:lnTo>
                    <a:pt x="144321" y="120788"/>
                  </a:lnTo>
                  <a:lnTo>
                    <a:pt x="143240" y="127967"/>
                  </a:lnTo>
                  <a:lnTo>
                    <a:pt x="143201" y="128230"/>
                  </a:lnTo>
                  <a:lnTo>
                    <a:pt x="143105" y="128864"/>
                  </a:lnTo>
                  <a:lnTo>
                    <a:pt x="143199" y="129054"/>
                  </a:lnTo>
                  <a:lnTo>
                    <a:pt x="144190" y="131837"/>
                  </a:lnTo>
                  <a:lnTo>
                    <a:pt x="144585" y="131893"/>
                  </a:lnTo>
                  <a:lnTo>
                    <a:pt x="145089" y="131933"/>
                  </a:lnTo>
                  <a:lnTo>
                    <a:pt x="145346" y="131941"/>
                  </a:lnTo>
                  <a:lnTo>
                    <a:pt x="145954" y="131959"/>
                  </a:lnTo>
                  <a:lnTo>
                    <a:pt x="146566" y="131977"/>
                  </a:lnTo>
                  <a:lnTo>
                    <a:pt x="147155" y="131992"/>
                  </a:lnTo>
                  <a:lnTo>
                    <a:pt x="147745" y="132007"/>
                  </a:lnTo>
                  <a:lnTo>
                    <a:pt x="148368" y="132022"/>
                  </a:lnTo>
                  <a:lnTo>
                    <a:pt x="149023" y="132045"/>
                  </a:lnTo>
                  <a:lnTo>
                    <a:pt x="149715" y="132063"/>
                  </a:lnTo>
                  <a:lnTo>
                    <a:pt x="149975" y="132070"/>
                  </a:lnTo>
                  <a:lnTo>
                    <a:pt x="151348" y="132106"/>
                  </a:lnTo>
                  <a:lnTo>
                    <a:pt x="151745" y="132084"/>
                  </a:lnTo>
                  <a:lnTo>
                    <a:pt x="152483" y="132038"/>
                  </a:lnTo>
                  <a:lnTo>
                    <a:pt x="152811" y="132183"/>
                  </a:lnTo>
                  <a:lnTo>
                    <a:pt x="153033" y="132251"/>
                  </a:lnTo>
                  <a:lnTo>
                    <a:pt x="154580" y="132743"/>
                  </a:lnTo>
                  <a:lnTo>
                    <a:pt x="155496" y="133050"/>
                  </a:lnTo>
                  <a:lnTo>
                    <a:pt x="157420" y="133671"/>
                  </a:lnTo>
                  <a:lnTo>
                    <a:pt x="157389" y="133806"/>
                  </a:lnTo>
                  <a:lnTo>
                    <a:pt x="157295" y="134005"/>
                  </a:lnTo>
                  <a:lnTo>
                    <a:pt x="157239" y="134147"/>
                  </a:lnTo>
                  <a:lnTo>
                    <a:pt x="157132" y="134274"/>
                  </a:lnTo>
                  <a:lnTo>
                    <a:pt x="156951" y="134328"/>
                  </a:lnTo>
                  <a:lnTo>
                    <a:pt x="156684" y="134374"/>
                  </a:lnTo>
                  <a:lnTo>
                    <a:pt x="156531" y="134391"/>
                  </a:lnTo>
                  <a:lnTo>
                    <a:pt x="156386" y="134516"/>
                  </a:lnTo>
                  <a:lnTo>
                    <a:pt x="156221" y="134725"/>
                  </a:lnTo>
                  <a:lnTo>
                    <a:pt x="156109" y="134918"/>
                  </a:lnTo>
                  <a:lnTo>
                    <a:pt x="155829" y="135091"/>
                  </a:lnTo>
                  <a:lnTo>
                    <a:pt x="155463" y="135213"/>
                  </a:lnTo>
                  <a:lnTo>
                    <a:pt x="154653" y="135681"/>
                  </a:lnTo>
                  <a:lnTo>
                    <a:pt x="154694" y="135834"/>
                  </a:lnTo>
                  <a:lnTo>
                    <a:pt x="154763" y="135977"/>
                  </a:lnTo>
                  <a:lnTo>
                    <a:pt x="154801" y="136160"/>
                  </a:lnTo>
                  <a:lnTo>
                    <a:pt x="154730" y="136333"/>
                  </a:lnTo>
                  <a:lnTo>
                    <a:pt x="154610" y="136549"/>
                  </a:lnTo>
                  <a:lnTo>
                    <a:pt x="154519" y="136681"/>
                  </a:lnTo>
                  <a:lnTo>
                    <a:pt x="154460" y="136827"/>
                  </a:lnTo>
                  <a:lnTo>
                    <a:pt x="154496" y="137114"/>
                  </a:lnTo>
                  <a:lnTo>
                    <a:pt x="154704" y="137203"/>
                  </a:lnTo>
                  <a:lnTo>
                    <a:pt x="154893" y="137277"/>
                  </a:lnTo>
                  <a:lnTo>
                    <a:pt x="154992" y="137435"/>
                  </a:lnTo>
                  <a:lnTo>
                    <a:pt x="154977" y="137595"/>
                  </a:lnTo>
                  <a:lnTo>
                    <a:pt x="154926" y="137732"/>
                  </a:lnTo>
                  <a:lnTo>
                    <a:pt x="154806" y="137928"/>
                  </a:lnTo>
                  <a:lnTo>
                    <a:pt x="154628" y="138012"/>
                  </a:lnTo>
                  <a:lnTo>
                    <a:pt x="154465" y="138058"/>
                  </a:lnTo>
                  <a:lnTo>
                    <a:pt x="154249" y="138129"/>
                  </a:lnTo>
                  <a:lnTo>
                    <a:pt x="154071" y="138262"/>
                  </a:lnTo>
                  <a:lnTo>
                    <a:pt x="153862" y="138473"/>
                  </a:lnTo>
                  <a:lnTo>
                    <a:pt x="153684" y="138682"/>
                  </a:lnTo>
                  <a:lnTo>
                    <a:pt x="153371" y="138773"/>
                  </a:lnTo>
                  <a:lnTo>
                    <a:pt x="152768" y="138839"/>
                  </a:lnTo>
                  <a:lnTo>
                    <a:pt x="152597" y="139140"/>
                  </a:lnTo>
                  <a:lnTo>
                    <a:pt x="152437" y="139213"/>
                  </a:lnTo>
                  <a:lnTo>
                    <a:pt x="151806" y="139285"/>
                  </a:lnTo>
                  <a:lnTo>
                    <a:pt x="151521" y="139290"/>
                  </a:lnTo>
                  <a:lnTo>
                    <a:pt x="151218" y="139341"/>
                  </a:lnTo>
                  <a:lnTo>
                    <a:pt x="150875" y="139432"/>
                  </a:lnTo>
                  <a:lnTo>
                    <a:pt x="150717" y="139531"/>
                  </a:lnTo>
                  <a:lnTo>
                    <a:pt x="150300" y="139918"/>
                  </a:lnTo>
                  <a:lnTo>
                    <a:pt x="149595" y="140582"/>
                  </a:lnTo>
                  <a:lnTo>
                    <a:pt x="149646" y="141035"/>
                  </a:lnTo>
                  <a:lnTo>
                    <a:pt x="149506" y="141150"/>
                  </a:lnTo>
                  <a:lnTo>
                    <a:pt x="149343" y="141274"/>
                  </a:lnTo>
                  <a:lnTo>
                    <a:pt x="149142" y="141412"/>
                  </a:lnTo>
                  <a:lnTo>
                    <a:pt x="148969" y="141483"/>
                  </a:lnTo>
                  <a:lnTo>
                    <a:pt x="148755" y="141638"/>
                  </a:lnTo>
                  <a:lnTo>
                    <a:pt x="148524" y="141862"/>
                  </a:lnTo>
                  <a:lnTo>
                    <a:pt x="148473" y="142038"/>
                  </a:lnTo>
                  <a:lnTo>
                    <a:pt x="148430" y="142221"/>
                  </a:lnTo>
                  <a:lnTo>
                    <a:pt x="148473" y="142391"/>
                  </a:lnTo>
                  <a:lnTo>
                    <a:pt x="148401" y="142636"/>
                  </a:lnTo>
                  <a:lnTo>
                    <a:pt x="148190" y="142829"/>
                  </a:lnTo>
                  <a:lnTo>
                    <a:pt x="147834" y="143025"/>
                  </a:lnTo>
                  <a:lnTo>
                    <a:pt x="147717" y="143170"/>
                  </a:lnTo>
                  <a:lnTo>
                    <a:pt x="147608" y="143743"/>
                  </a:lnTo>
                  <a:lnTo>
                    <a:pt x="147440" y="144325"/>
                  </a:lnTo>
                  <a:lnTo>
                    <a:pt x="147569" y="144346"/>
                  </a:lnTo>
                  <a:lnTo>
                    <a:pt x="147737" y="144328"/>
                  </a:lnTo>
                  <a:lnTo>
                    <a:pt x="147885" y="144315"/>
                  </a:lnTo>
                  <a:lnTo>
                    <a:pt x="148058" y="144290"/>
                  </a:lnTo>
                  <a:lnTo>
                    <a:pt x="148239" y="144277"/>
                  </a:lnTo>
                  <a:lnTo>
                    <a:pt x="148473" y="144292"/>
                  </a:lnTo>
                  <a:lnTo>
                    <a:pt x="148633" y="144313"/>
                  </a:lnTo>
                  <a:lnTo>
                    <a:pt x="148768" y="144389"/>
                  </a:lnTo>
                  <a:lnTo>
                    <a:pt x="148931" y="144506"/>
                  </a:lnTo>
                  <a:lnTo>
                    <a:pt x="149091" y="144765"/>
                  </a:lnTo>
                  <a:lnTo>
                    <a:pt x="149183" y="144936"/>
                  </a:lnTo>
                  <a:lnTo>
                    <a:pt x="149267" y="145119"/>
                  </a:lnTo>
                  <a:lnTo>
                    <a:pt x="149346" y="145343"/>
                  </a:lnTo>
                  <a:lnTo>
                    <a:pt x="149340" y="145626"/>
                  </a:lnTo>
                  <a:lnTo>
                    <a:pt x="149379" y="145771"/>
                  </a:lnTo>
                  <a:lnTo>
                    <a:pt x="149435" y="145956"/>
                  </a:lnTo>
                  <a:lnTo>
                    <a:pt x="149524" y="146087"/>
                  </a:lnTo>
                  <a:lnTo>
                    <a:pt x="149697" y="146270"/>
                  </a:lnTo>
                  <a:lnTo>
                    <a:pt x="149829" y="146492"/>
                  </a:lnTo>
                  <a:lnTo>
                    <a:pt x="150084" y="146909"/>
                  </a:lnTo>
                  <a:lnTo>
                    <a:pt x="150258" y="147253"/>
                  </a:lnTo>
                  <a:lnTo>
                    <a:pt x="150322" y="147545"/>
                  </a:lnTo>
                  <a:lnTo>
                    <a:pt x="149661" y="148502"/>
                  </a:lnTo>
                  <a:lnTo>
                    <a:pt x="149689" y="148974"/>
                  </a:lnTo>
                  <a:lnTo>
                    <a:pt x="149757" y="149354"/>
                  </a:lnTo>
                  <a:lnTo>
                    <a:pt x="149546" y="149523"/>
                  </a:lnTo>
                  <a:lnTo>
                    <a:pt x="149485" y="149678"/>
                  </a:lnTo>
                  <a:lnTo>
                    <a:pt x="149692" y="150073"/>
                  </a:lnTo>
                  <a:lnTo>
                    <a:pt x="149799" y="150545"/>
                  </a:lnTo>
                  <a:lnTo>
                    <a:pt x="149586" y="150938"/>
                  </a:lnTo>
                  <a:lnTo>
                    <a:pt x="149585" y="151289"/>
                  </a:lnTo>
                  <a:lnTo>
                    <a:pt x="149427" y="151454"/>
                  </a:lnTo>
                  <a:lnTo>
                    <a:pt x="149391" y="151609"/>
                  </a:lnTo>
                  <a:lnTo>
                    <a:pt x="149447" y="151775"/>
                  </a:lnTo>
                  <a:lnTo>
                    <a:pt x="149575" y="151886"/>
                  </a:lnTo>
                  <a:lnTo>
                    <a:pt x="149676" y="152058"/>
                  </a:lnTo>
                  <a:lnTo>
                    <a:pt x="149748" y="152520"/>
                  </a:lnTo>
                  <a:lnTo>
                    <a:pt x="146909" y="154960"/>
                  </a:lnTo>
                  <a:lnTo>
                    <a:pt x="145603" y="155982"/>
                  </a:lnTo>
                  <a:lnTo>
                    <a:pt x="145117" y="156362"/>
                  </a:lnTo>
                  <a:lnTo>
                    <a:pt x="140002" y="160364"/>
                  </a:lnTo>
                  <a:lnTo>
                    <a:pt x="137529" y="162299"/>
                  </a:lnTo>
                  <a:lnTo>
                    <a:pt x="135971" y="163518"/>
                  </a:lnTo>
                  <a:lnTo>
                    <a:pt x="135738" y="163701"/>
                  </a:lnTo>
                  <a:lnTo>
                    <a:pt x="134937" y="164328"/>
                  </a:lnTo>
                  <a:lnTo>
                    <a:pt x="134749" y="164475"/>
                  </a:lnTo>
                  <a:lnTo>
                    <a:pt x="134162" y="164934"/>
                  </a:lnTo>
                  <a:lnTo>
                    <a:pt x="134014" y="165049"/>
                  </a:lnTo>
                  <a:lnTo>
                    <a:pt x="133096" y="165768"/>
                  </a:lnTo>
                  <a:lnTo>
                    <a:pt x="131740" y="166829"/>
                  </a:lnTo>
                  <a:lnTo>
                    <a:pt x="130989" y="167417"/>
                  </a:lnTo>
                  <a:lnTo>
                    <a:pt x="130218" y="169364"/>
                  </a:lnTo>
                  <a:lnTo>
                    <a:pt x="129972" y="169984"/>
                  </a:lnTo>
                  <a:lnTo>
                    <a:pt x="129616" y="170773"/>
                  </a:lnTo>
                  <a:lnTo>
                    <a:pt x="127601" y="171819"/>
                  </a:lnTo>
                  <a:lnTo>
                    <a:pt x="127444" y="171900"/>
                  </a:lnTo>
                  <a:lnTo>
                    <a:pt x="126439" y="172422"/>
                  </a:lnTo>
                  <a:lnTo>
                    <a:pt x="125771" y="172760"/>
                  </a:lnTo>
                  <a:lnTo>
                    <a:pt x="124057" y="174176"/>
                  </a:lnTo>
                  <a:lnTo>
                    <a:pt x="122735" y="175268"/>
                  </a:lnTo>
                  <a:lnTo>
                    <a:pt x="121759" y="176073"/>
                  </a:lnTo>
                  <a:lnTo>
                    <a:pt x="120609" y="177020"/>
                  </a:lnTo>
                  <a:lnTo>
                    <a:pt x="117389" y="180328"/>
                  </a:lnTo>
                  <a:lnTo>
                    <a:pt x="117110" y="181039"/>
                  </a:lnTo>
                  <a:lnTo>
                    <a:pt x="116888" y="181605"/>
                  </a:lnTo>
                  <a:lnTo>
                    <a:pt x="116562" y="182374"/>
                  </a:lnTo>
                  <a:lnTo>
                    <a:pt x="115325" y="182766"/>
                  </a:lnTo>
                  <a:lnTo>
                    <a:pt x="114857" y="182914"/>
                  </a:lnTo>
                  <a:lnTo>
                    <a:pt x="114455" y="183041"/>
                  </a:lnTo>
                  <a:lnTo>
                    <a:pt x="114223" y="183115"/>
                  </a:lnTo>
                  <a:lnTo>
                    <a:pt x="113362" y="183387"/>
                  </a:lnTo>
                  <a:lnTo>
                    <a:pt x="113077" y="183477"/>
                  </a:lnTo>
                  <a:lnTo>
                    <a:pt x="112072" y="183795"/>
                  </a:lnTo>
                  <a:lnTo>
                    <a:pt x="110794" y="184303"/>
                  </a:lnTo>
                  <a:lnTo>
                    <a:pt x="110316" y="185226"/>
                  </a:lnTo>
                  <a:lnTo>
                    <a:pt x="110224" y="185404"/>
                  </a:lnTo>
                  <a:lnTo>
                    <a:pt x="110079" y="185684"/>
                  </a:lnTo>
                  <a:lnTo>
                    <a:pt x="109900" y="186031"/>
                  </a:lnTo>
                  <a:lnTo>
                    <a:pt x="109005" y="187761"/>
                  </a:lnTo>
                  <a:lnTo>
                    <a:pt x="108353" y="189023"/>
                  </a:lnTo>
                  <a:lnTo>
                    <a:pt x="107990" y="189725"/>
                  </a:lnTo>
                  <a:lnTo>
                    <a:pt x="107859" y="189977"/>
                  </a:lnTo>
                  <a:lnTo>
                    <a:pt x="107547" y="190580"/>
                  </a:lnTo>
                  <a:lnTo>
                    <a:pt x="106857" y="191914"/>
                  </a:lnTo>
                  <a:lnTo>
                    <a:pt x="106591" y="192428"/>
                  </a:lnTo>
                  <a:lnTo>
                    <a:pt x="106099" y="193380"/>
                  </a:lnTo>
                  <a:lnTo>
                    <a:pt x="105372" y="194788"/>
                  </a:lnTo>
                  <a:lnTo>
                    <a:pt x="104482" y="196453"/>
                  </a:lnTo>
                  <a:lnTo>
                    <a:pt x="103915" y="196799"/>
                  </a:lnTo>
                  <a:lnTo>
                    <a:pt x="103429" y="197096"/>
                  </a:lnTo>
                  <a:lnTo>
                    <a:pt x="102889" y="197425"/>
                  </a:lnTo>
                  <a:lnTo>
                    <a:pt x="101133" y="198499"/>
                  </a:lnTo>
                  <a:lnTo>
                    <a:pt x="100948" y="198612"/>
                  </a:lnTo>
                  <a:lnTo>
                    <a:pt x="100816" y="198692"/>
                  </a:lnTo>
                  <a:lnTo>
                    <a:pt x="99308" y="199614"/>
                  </a:lnTo>
                  <a:lnTo>
                    <a:pt x="98665" y="200007"/>
                  </a:lnTo>
                  <a:lnTo>
                    <a:pt x="95644" y="201853"/>
                  </a:lnTo>
                  <a:lnTo>
                    <a:pt x="94467" y="202572"/>
                  </a:lnTo>
                  <a:lnTo>
                    <a:pt x="92922" y="203515"/>
                  </a:lnTo>
                  <a:lnTo>
                    <a:pt x="92951" y="205296"/>
                  </a:lnTo>
                  <a:lnTo>
                    <a:pt x="92955" y="205540"/>
                  </a:lnTo>
                  <a:lnTo>
                    <a:pt x="92962" y="206030"/>
                  </a:lnTo>
                  <a:lnTo>
                    <a:pt x="92998" y="208229"/>
                  </a:lnTo>
                  <a:lnTo>
                    <a:pt x="93017" y="209491"/>
                  </a:lnTo>
                  <a:lnTo>
                    <a:pt x="93033" y="210472"/>
                  </a:lnTo>
                  <a:lnTo>
                    <a:pt x="93954" y="210744"/>
                  </a:lnTo>
                  <a:lnTo>
                    <a:pt x="94142" y="210796"/>
                  </a:lnTo>
                  <a:lnTo>
                    <a:pt x="94302" y="210931"/>
                  </a:lnTo>
                  <a:lnTo>
                    <a:pt x="94486" y="211262"/>
                  </a:lnTo>
                  <a:lnTo>
                    <a:pt x="94577" y="211509"/>
                  </a:lnTo>
                  <a:lnTo>
                    <a:pt x="94633" y="211752"/>
                  </a:lnTo>
                  <a:lnTo>
                    <a:pt x="94801" y="211992"/>
                  </a:lnTo>
                  <a:lnTo>
                    <a:pt x="98107" y="211551"/>
                  </a:lnTo>
                  <a:lnTo>
                    <a:pt x="98313" y="211618"/>
                  </a:lnTo>
                  <a:lnTo>
                    <a:pt x="98526" y="211771"/>
                  </a:lnTo>
                  <a:lnTo>
                    <a:pt x="98631" y="212041"/>
                  </a:lnTo>
                  <a:lnTo>
                    <a:pt x="98625" y="212204"/>
                  </a:lnTo>
                  <a:lnTo>
                    <a:pt x="98583" y="213104"/>
                  </a:lnTo>
                  <a:lnTo>
                    <a:pt x="98386" y="213180"/>
                  </a:lnTo>
                  <a:lnTo>
                    <a:pt x="98256" y="213218"/>
                  </a:lnTo>
                  <a:lnTo>
                    <a:pt x="97677" y="213472"/>
                  </a:lnTo>
                  <a:lnTo>
                    <a:pt x="97961" y="214109"/>
                  </a:lnTo>
                  <a:lnTo>
                    <a:pt x="97822" y="214301"/>
                  </a:lnTo>
                  <a:lnTo>
                    <a:pt x="97545" y="214684"/>
                  </a:lnTo>
                  <a:lnTo>
                    <a:pt x="97369" y="214928"/>
                  </a:lnTo>
                  <a:lnTo>
                    <a:pt x="96511" y="216114"/>
                  </a:lnTo>
                  <a:lnTo>
                    <a:pt x="96362" y="216321"/>
                  </a:lnTo>
                  <a:lnTo>
                    <a:pt x="96029" y="216781"/>
                  </a:lnTo>
                  <a:lnTo>
                    <a:pt x="95212" y="217912"/>
                  </a:lnTo>
                  <a:lnTo>
                    <a:pt x="94788" y="218498"/>
                  </a:lnTo>
                  <a:lnTo>
                    <a:pt x="94426" y="218999"/>
                  </a:lnTo>
                  <a:lnTo>
                    <a:pt x="93782" y="219890"/>
                  </a:lnTo>
                  <a:lnTo>
                    <a:pt x="93024" y="220941"/>
                  </a:lnTo>
                  <a:lnTo>
                    <a:pt x="92811" y="221155"/>
                  </a:lnTo>
                  <a:lnTo>
                    <a:pt x="92652" y="221314"/>
                  </a:lnTo>
                  <a:lnTo>
                    <a:pt x="92184" y="221783"/>
                  </a:lnTo>
                  <a:lnTo>
                    <a:pt x="91947" y="222021"/>
                  </a:lnTo>
                  <a:lnTo>
                    <a:pt x="91234" y="222735"/>
                  </a:lnTo>
                  <a:lnTo>
                    <a:pt x="89822" y="225235"/>
                  </a:lnTo>
                  <a:lnTo>
                    <a:pt x="88777" y="227084"/>
                  </a:lnTo>
                  <a:lnTo>
                    <a:pt x="88710" y="227432"/>
                  </a:lnTo>
                  <a:lnTo>
                    <a:pt x="88660" y="227688"/>
                  </a:lnTo>
                  <a:lnTo>
                    <a:pt x="88547" y="228279"/>
                  </a:lnTo>
                  <a:lnTo>
                    <a:pt x="88518" y="228428"/>
                  </a:lnTo>
                  <a:lnTo>
                    <a:pt x="88401" y="229035"/>
                  </a:lnTo>
                  <a:lnTo>
                    <a:pt x="88359" y="229251"/>
                  </a:lnTo>
                  <a:lnTo>
                    <a:pt x="87893" y="230017"/>
                  </a:lnTo>
                  <a:lnTo>
                    <a:pt x="87602" y="230494"/>
                  </a:lnTo>
                  <a:lnTo>
                    <a:pt x="87095" y="231323"/>
                  </a:lnTo>
                  <a:lnTo>
                    <a:pt x="86457" y="232366"/>
                  </a:lnTo>
                  <a:lnTo>
                    <a:pt x="86198" y="232793"/>
                  </a:lnTo>
                  <a:lnTo>
                    <a:pt x="85702" y="233608"/>
                  </a:lnTo>
                  <a:lnTo>
                    <a:pt x="85558" y="233845"/>
                  </a:lnTo>
                  <a:lnTo>
                    <a:pt x="85457" y="234050"/>
                  </a:lnTo>
                  <a:lnTo>
                    <a:pt x="85185" y="234605"/>
                  </a:lnTo>
                  <a:lnTo>
                    <a:pt x="85056" y="234868"/>
                  </a:lnTo>
                  <a:lnTo>
                    <a:pt x="84877" y="235233"/>
                  </a:lnTo>
                  <a:lnTo>
                    <a:pt x="84599" y="235824"/>
                  </a:lnTo>
                  <a:lnTo>
                    <a:pt x="84286" y="236490"/>
                  </a:lnTo>
                  <a:lnTo>
                    <a:pt x="83793" y="237517"/>
                  </a:lnTo>
                  <a:lnTo>
                    <a:pt x="83686" y="237774"/>
                  </a:lnTo>
                  <a:lnTo>
                    <a:pt x="83538" y="238374"/>
                  </a:lnTo>
                  <a:lnTo>
                    <a:pt x="83071" y="239253"/>
                  </a:lnTo>
                  <a:lnTo>
                    <a:pt x="82642" y="240285"/>
                  </a:lnTo>
                  <a:lnTo>
                    <a:pt x="82492" y="240648"/>
                  </a:lnTo>
                  <a:lnTo>
                    <a:pt x="82144" y="241491"/>
                  </a:lnTo>
                  <a:lnTo>
                    <a:pt x="81720" y="242518"/>
                  </a:lnTo>
                  <a:lnTo>
                    <a:pt x="81563" y="242899"/>
                  </a:lnTo>
                  <a:lnTo>
                    <a:pt x="81894" y="243255"/>
                  </a:lnTo>
                  <a:lnTo>
                    <a:pt x="82215" y="243438"/>
                  </a:lnTo>
                  <a:lnTo>
                    <a:pt x="83604" y="243007"/>
                  </a:lnTo>
                  <a:lnTo>
                    <a:pt x="83733" y="242972"/>
                  </a:lnTo>
                  <a:lnTo>
                    <a:pt x="85707" y="243722"/>
                  </a:lnTo>
                  <a:lnTo>
                    <a:pt x="86035" y="244159"/>
                  </a:lnTo>
                  <a:lnTo>
                    <a:pt x="86593" y="244402"/>
                  </a:lnTo>
                  <a:lnTo>
                    <a:pt x="87054" y="244317"/>
                  </a:lnTo>
                  <a:lnTo>
                    <a:pt x="88017" y="244384"/>
                  </a:lnTo>
                  <a:lnTo>
                    <a:pt x="88483" y="244330"/>
                  </a:lnTo>
                  <a:lnTo>
                    <a:pt x="89489" y="244517"/>
                  </a:lnTo>
                  <a:lnTo>
                    <a:pt x="89596" y="244865"/>
                  </a:lnTo>
                  <a:lnTo>
                    <a:pt x="89609" y="245003"/>
                  </a:lnTo>
                  <a:lnTo>
                    <a:pt x="89713" y="245156"/>
                  </a:lnTo>
                  <a:lnTo>
                    <a:pt x="89867" y="245296"/>
                  </a:lnTo>
                  <a:lnTo>
                    <a:pt x="89903" y="245520"/>
                  </a:lnTo>
                  <a:lnTo>
                    <a:pt x="89671" y="246575"/>
                  </a:lnTo>
                  <a:lnTo>
                    <a:pt x="89604" y="246881"/>
                  </a:lnTo>
                  <a:lnTo>
                    <a:pt x="88925" y="250040"/>
                  </a:lnTo>
                  <a:lnTo>
                    <a:pt x="88844" y="250659"/>
                  </a:lnTo>
                  <a:lnTo>
                    <a:pt x="88790" y="251075"/>
                  </a:lnTo>
                  <a:lnTo>
                    <a:pt x="88856" y="251304"/>
                  </a:lnTo>
                  <a:lnTo>
                    <a:pt x="90005" y="252314"/>
                  </a:lnTo>
                  <a:lnTo>
                    <a:pt x="90127" y="252454"/>
                  </a:lnTo>
                  <a:lnTo>
                    <a:pt x="90304" y="252653"/>
                  </a:lnTo>
                  <a:lnTo>
                    <a:pt x="90750" y="253194"/>
                  </a:lnTo>
                  <a:lnTo>
                    <a:pt x="91288" y="253830"/>
                  </a:lnTo>
                  <a:lnTo>
                    <a:pt x="92094" y="254653"/>
                  </a:lnTo>
                  <a:lnTo>
                    <a:pt x="92259" y="254850"/>
                  </a:lnTo>
                  <a:lnTo>
                    <a:pt x="92520" y="255172"/>
                  </a:lnTo>
                  <a:lnTo>
                    <a:pt x="92626" y="255350"/>
                  </a:lnTo>
                  <a:lnTo>
                    <a:pt x="92810" y="255658"/>
                  </a:lnTo>
                  <a:lnTo>
                    <a:pt x="93009" y="255988"/>
                  </a:lnTo>
                  <a:lnTo>
                    <a:pt x="93241" y="256928"/>
                  </a:lnTo>
                  <a:lnTo>
                    <a:pt x="94123" y="259423"/>
                  </a:lnTo>
                  <a:lnTo>
                    <a:pt x="94309" y="260580"/>
                  </a:lnTo>
                  <a:lnTo>
                    <a:pt x="94505" y="261851"/>
                  </a:lnTo>
                  <a:lnTo>
                    <a:pt x="94615" y="262516"/>
                  </a:lnTo>
                  <a:lnTo>
                    <a:pt x="94646" y="262706"/>
                  </a:lnTo>
                  <a:lnTo>
                    <a:pt x="94593" y="262963"/>
                  </a:lnTo>
                  <a:lnTo>
                    <a:pt x="94545" y="263253"/>
                  </a:lnTo>
                  <a:lnTo>
                    <a:pt x="94502" y="263534"/>
                  </a:lnTo>
                  <a:lnTo>
                    <a:pt x="94318" y="264774"/>
                  </a:lnTo>
                  <a:lnTo>
                    <a:pt x="94249" y="264946"/>
                  </a:lnTo>
                  <a:lnTo>
                    <a:pt x="94028" y="265089"/>
                  </a:lnTo>
                  <a:lnTo>
                    <a:pt x="93622" y="265350"/>
                  </a:lnTo>
                  <a:lnTo>
                    <a:pt x="93466" y="265450"/>
                  </a:lnTo>
                  <a:lnTo>
                    <a:pt x="93145" y="265657"/>
                  </a:lnTo>
                  <a:lnTo>
                    <a:pt x="92772" y="265897"/>
                  </a:lnTo>
                  <a:lnTo>
                    <a:pt x="92208" y="266260"/>
                  </a:lnTo>
                  <a:lnTo>
                    <a:pt x="91985" y="266403"/>
                  </a:lnTo>
                  <a:lnTo>
                    <a:pt x="91593" y="266653"/>
                  </a:lnTo>
                  <a:lnTo>
                    <a:pt x="91279" y="266849"/>
                  </a:lnTo>
                  <a:lnTo>
                    <a:pt x="91139" y="266937"/>
                  </a:lnTo>
                  <a:lnTo>
                    <a:pt x="90880" y="267099"/>
                  </a:lnTo>
                  <a:lnTo>
                    <a:pt x="90635" y="267136"/>
                  </a:lnTo>
                  <a:lnTo>
                    <a:pt x="90277" y="267190"/>
                  </a:lnTo>
                  <a:lnTo>
                    <a:pt x="89587" y="267288"/>
                  </a:lnTo>
                  <a:lnTo>
                    <a:pt x="88930" y="267373"/>
                  </a:lnTo>
                  <a:lnTo>
                    <a:pt x="88695" y="267387"/>
                  </a:lnTo>
                  <a:lnTo>
                    <a:pt x="88459" y="267401"/>
                  </a:lnTo>
                  <a:lnTo>
                    <a:pt x="87962" y="267431"/>
                  </a:lnTo>
                  <a:lnTo>
                    <a:pt x="87643" y="267479"/>
                  </a:lnTo>
                  <a:lnTo>
                    <a:pt x="87331" y="267591"/>
                  </a:lnTo>
                  <a:lnTo>
                    <a:pt x="86774" y="267807"/>
                  </a:lnTo>
                  <a:lnTo>
                    <a:pt x="85805" y="268177"/>
                  </a:lnTo>
                  <a:lnTo>
                    <a:pt x="85496" y="268295"/>
                  </a:lnTo>
                  <a:lnTo>
                    <a:pt x="85071" y="268460"/>
                  </a:lnTo>
                  <a:lnTo>
                    <a:pt x="84524" y="268677"/>
                  </a:lnTo>
                  <a:lnTo>
                    <a:pt x="83826" y="268935"/>
                  </a:lnTo>
                  <a:lnTo>
                    <a:pt x="82968" y="269060"/>
                  </a:lnTo>
                  <a:lnTo>
                    <a:pt x="81362" y="269416"/>
                  </a:lnTo>
                  <a:lnTo>
                    <a:pt x="81217" y="269450"/>
                  </a:lnTo>
                  <a:lnTo>
                    <a:pt x="80476" y="269593"/>
                  </a:lnTo>
                  <a:lnTo>
                    <a:pt x="80183" y="269669"/>
                  </a:lnTo>
                  <a:lnTo>
                    <a:pt x="79697" y="269760"/>
                  </a:lnTo>
                  <a:lnTo>
                    <a:pt x="79340" y="269834"/>
                  </a:lnTo>
                  <a:lnTo>
                    <a:pt x="78672" y="269973"/>
                  </a:lnTo>
                  <a:lnTo>
                    <a:pt x="78397" y="270030"/>
                  </a:lnTo>
                  <a:lnTo>
                    <a:pt x="77963" y="270119"/>
                  </a:lnTo>
                  <a:lnTo>
                    <a:pt x="77375" y="270239"/>
                  </a:lnTo>
                  <a:lnTo>
                    <a:pt x="76421" y="270327"/>
                  </a:lnTo>
                  <a:lnTo>
                    <a:pt x="75776" y="270163"/>
                  </a:lnTo>
                  <a:lnTo>
                    <a:pt x="74839" y="269947"/>
                  </a:lnTo>
                  <a:lnTo>
                    <a:pt x="74083" y="269770"/>
                  </a:lnTo>
                  <a:lnTo>
                    <a:pt x="73790" y="269698"/>
                  </a:lnTo>
                  <a:lnTo>
                    <a:pt x="73481" y="269590"/>
                  </a:lnTo>
                  <a:lnTo>
                    <a:pt x="73215" y="269498"/>
                  </a:lnTo>
                  <a:lnTo>
                    <a:pt x="72453" y="269257"/>
                  </a:lnTo>
                  <a:lnTo>
                    <a:pt x="72286" y="269213"/>
                  </a:lnTo>
                  <a:lnTo>
                    <a:pt x="72103" y="269157"/>
                  </a:lnTo>
                  <a:lnTo>
                    <a:pt x="71271" y="269498"/>
                  </a:lnTo>
                  <a:lnTo>
                    <a:pt x="70916" y="269645"/>
                  </a:lnTo>
                  <a:lnTo>
                    <a:pt x="70680" y="269743"/>
                  </a:lnTo>
                  <a:lnTo>
                    <a:pt x="70275" y="269893"/>
                  </a:lnTo>
                  <a:lnTo>
                    <a:pt x="69982" y="270001"/>
                  </a:lnTo>
                  <a:lnTo>
                    <a:pt x="69700" y="270116"/>
                  </a:lnTo>
                  <a:lnTo>
                    <a:pt x="69518" y="270186"/>
                  </a:lnTo>
                  <a:lnTo>
                    <a:pt x="68873" y="270480"/>
                  </a:lnTo>
                  <a:lnTo>
                    <a:pt x="68572" y="270617"/>
                  </a:lnTo>
                  <a:lnTo>
                    <a:pt x="67772" y="271146"/>
                  </a:lnTo>
                  <a:lnTo>
                    <a:pt x="67433" y="271622"/>
                  </a:lnTo>
                  <a:lnTo>
                    <a:pt x="67339" y="271753"/>
                  </a:lnTo>
                  <a:lnTo>
                    <a:pt x="66960" y="272318"/>
                  </a:lnTo>
                  <a:lnTo>
                    <a:pt x="66721" y="272671"/>
                  </a:lnTo>
                  <a:lnTo>
                    <a:pt x="66378" y="273158"/>
                  </a:lnTo>
                  <a:lnTo>
                    <a:pt x="66068" y="273571"/>
                  </a:lnTo>
                  <a:lnTo>
                    <a:pt x="65731" y="274020"/>
                  </a:lnTo>
                  <a:lnTo>
                    <a:pt x="65446" y="274400"/>
                  </a:lnTo>
                  <a:lnTo>
                    <a:pt x="65270" y="274643"/>
                  </a:lnTo>
                  <a:lnTo>
                    <a:pt x="65490" y="274794"/>
                  </a:lnTo>
                  <a:lnTo>
                    <a:pt x="65656" y="274907"/>
                  </a:lnTo>
                  <a:lnTo>
                    <a:pt x="66116" y="275224"/>
                  </a:lnTo>
                  <a:lnTo>
                    <a:pt x="66607" y="275578"/>
                  </a:lnTo>
                  <a:lnTo>
                    <a:pt x="67117" y="275945"/>
                  </a:lnTo>
                  <a:lnTo>
                    <a:pt x="68190" y="276725"/>
                  </a:lnTo>
                  <a:lnTo>
                    <a:pt x="68571" y="277012"/>
                  </a:lnTo>
                  <a:lnTo>
                    <a:pt x="68778" y="277259"/>
                  </a:lnTo>
                  <a:lnTo>
                    <a:pt x="69205" y="277525"/>
                  </a:lnTo>
                  <a:lnTo>
                    <a:pt x="69612" y="277769"/>
                  </a:lnTo>
                  <a:lnTo>
                    <a:pt x="69772" y="277851"/>
                  </a:lnTo>
                  <a:lnTo>
                    <a:pt x="69771" y="278005"/>
                  </a:lnTo>
                  <a:lnTo>
                    <a:pt x="69734" y="278139"/>
                  </a:lnTo>
                  <a:lnTo>
                    <a:pt x="70161" y="278945"/>
                  </a:lnTo>
                  <a:lnTo>
                    <a:pt x="70948" y="280252"/>
                  </a:lnTo>
                  <a:lnTo>
                    <a:pt x="71349" y="282497"/>
                  </a:lnTo>
                  <a:lnTo>
                    <a:pt x="71248" y="282880"/>
                  </a:lnTo>
                  <a:lnTo>
                    <a:pt x="71306" y="283032"/>
                  </a:lnTo>
                  <a:lnTo>
                    <a:pt x="71465" y="283447"/>
                  </a:lnTo>
                  <a:lnTo>
                    <a:pt x="71700" y="284025"/>
                  </a:lnTo>
                  <a:lnTo>
                    <a:pt x="71779" y="284232"/>
                  </a:lnTo>
                  <a:lnTo>
                    <a:pt x="71851" y="284399"/>
                  </a:lnTo>
                  <a:lnTo>
                    <a:pt x="71995" y="284554"/>
                  </a:lnTo>
                  <a:lnTo>
                    <a:pt x="72242" y="285504"/>
                  </a:lnTo>
                  <a:lnTo>
                    <a:pt x="72652" y="286364"/>
                  </a:lnTo>
                  <a:lnTo>
                    <a:pt x="72724" y="286537"/>
                  </a:lnTo>
                  <a:lnTo>
                    <a:pt x="72877" y="286907"/>
                  </a:lnTo>
                  <a:lnTo>
                    <a:pt x="73077" y="286747"/>
                  </a:lnTo>
                  <a:lnTo>
                    <a:pt x="73268" y="286594"/>
                  </a:lnTo>
                  <a:lnTo>
                    <a:pt x="73716" y="286247"/>
                  </a:lnTo>
                  <a:lnTo>
                    <a:pt x="74061" y="285977"/>
                  </a:lnTo>
                  <a:lnTo>
                    <a:pt x="74419" y="285699"/>
                  </a:lnTo>
                  <a:lnTo>
                    <a:pt x="74608" y="285552"/>
                  </a:lnTo>
                  <a:lnTo>
                    <a:pt x="74800" y="285399"/>
                  </a:lnTo>
                  <a:lnTo>
                    <a:pt x="75115" y="285160"/>
                  </a:lnTo>
                  <a:lnTo>
                    <a:pt x="75381" y="284946"/>
                  </a:lnTo>
                  <a:lnTo>
                    <a:pt x="75859" y="284565"/>
                  </a:lnTo>
                  <a:lnTo>
                    <a:pt x="76075" y="284398"/>
                  </a:lnTo>
                  <a:lnTo>
                    <a:pt x="76376" y="284172"/>
                  </a:lnTo>
                  <a:lnTo>
                    <a:pt x="76832" y="283839"/>
                  </a:lnTo>
                  <a:lnTo>
                    <a:pt x="77102" y="283643"/>
                  </a:lnTo>
                  <a:lnTo>
                    <a:pt x="77552" y="283374"/>
                  </a:lnTo>
                  <a:lnTo>
                    <a:pt x="78090" y="283058"/>
                  </a:lnTo>
                  <a:lnTo>
                    <a:pt x="78480" y="282833"/>
                  </a:lnTo>
                  <a:lnTo>
                    <a:pt x="78671" y="282501"/>
                  </a:lnTo>
                  <a:lnTo>
                    <a:pt x="79277" y="282847"/>
                  </a:lnTo>
                  <a:lnTo>
                    <a:pt x="79500" y="282976"/>
                  </a:lnTo>
                  <a:lnTo>
                    <a:pt x="79695" y="283090"/>
                  </a:lnTo>
                  <a:lnTo>
                    <a:pt x="79920" y="283221"/>
                  </a:lnTo>
                  <a:lnTo>
                    <a:pt x="80055" y="283180"/>
                  </a:lnTo>
                  <a:lnTo>
                    <a:pt x="80454" y="283400"/>
                  </a:lnTo>
                  <a:lnTo>
                    <a:pt x="80631" y="283521"/>
                  </a:lnTo>
                  <a:lnTo>
                    <a:pt x="81084" y="283953"/>
                  </a:lnTo>
                  <a:lnTo>
                    <a:pt x="81256" y="284135"/>
                  </a:lnTo>
                  <a:lnTo>
                    <a:pt x="81689" y="284363"/>
                  </a:lnTo>
                  <a:lnTo>
                    <a:pt x="81967" y="284502"/>
                  </a:lnTo>
                  <a:lnTo>
                    <a:pt x="82411" y="284686"/>
                  </a:lnTo>
                  <a:lnTo>
                    <a:pt x="82684" y="284847"/>
                  </a:lnTo>
                  <a:lnTo>
                    <a:pt x="82872" y="284964"/>
                  </a:lnTo>
                  <a:lnTo>
                    <a:pt x="83293" y="285225"/>
                  </a:lnTo>
                  <a:lnTo>
                    <a:pt x="83720" y="285487"/>
                  </a:lnTo>
                  <a:lnTo>
                    <a:pt x="84002" y="285720"/>
                  </a:lnTo>
                  <a:lnTo>
                    <a:pt x="84216" y="285893"/>
                  </a:lnTo>
                  <a:lnTo>
                    <a:pt x="84662" y="286255"/>
                  </a:lnTo>
                  <a:lnTo>
                    <a:pt x="84794" y="286359"/>
                  </a:lnTo>
                  <a:lnTo>
                    <a:pt x="85121" y="286617"/>
                  </a:lnTo>
                  <a:lnTo>
                    <a:pt x="85603" y="286997"/>
                  </a:lnTo>
                  <a:lnTo>
                    <a:pt x="85870" y="286924"/>
                  </a:lnTo>
                  <a:lnTo>
                    <a:pt x="86138" y="286851"/>
                  </a:lnTo>
                  <a:lnTo>
                    <a:pt x="87232" y="286196"/>
                  </a:lnTo>
                  <a:lnTo>
                    <a:pt x="87717" y="286167"/>
                  </a:lnTo>
                  <a:lnTo>
                    <a:pt x="88008" y="286044"/>
                  </a:lnTo>
                  <a:lnTo>
                    <a:pt x="88396" y="285861"/>
                  </a:lnTo>
                  <a:lnTo>
                    <a:pt x="88754" y="285640"/>
                  </a:lnTo>
                  <a:lnTo>
                    <a:pt x="89147" y="285402"/>
                  </a:lnTo>
                  <a:lnTo>
                    <a:pt x="90336" y="284943"/>
                  </a:lnTo>
                  <a:lnTo>
                    <a:pt x="90658" y="284817"/>
                  </a:lnTo>
                  <a:lnTo>
                    <a:pt x="90595" y="284978"/>
                  </a:lnTo>
                  <a:lnTo>
                    <a:pt x="90413" y="285455"/>
                  </a:lnTo>
                  <a:lnTo>
                    <a:pt x="90348" y="285617"/>
                  </a:lnTo>
                  <a:lnTo>
                    <a:pt x="90250" y="285860"/>
                  </a:lnTo>
                  <a:lnTo>
                    <a:pt x="90141" y="286133"/>
                  </a:lnTo>
                  <a:lnTo>
                    <a:pt x="90050" y="286362"/>
                  </a:lnTo>
                  <a:lnTo>
                    <a:pt x="89971" y="286566"/>
                  </a:lnTo>
                  <a:lnTo>
                    <a:pt x="89838" y="286890"/>
                  </a:lnTo>
                  <a:lnTo>
                    <a:pt x="89760" y="287056"/>
                  </a:lnTo>
                  <a:lnTo>
                    <a:pt x="89609" y="287334"/>
                  </a:lnTo>
                  <a:lnTo>
                    <a:pt x="89356" y="287789"/>
                  </a:lnTo>
                  <a:lnTo>
                    <a:pt x="89077" y="288263"/>
                  </a:lnTo>
                  <a:lnTo>
                    <a:pt x="88689" y="289077"/>
                  </a:lnTo>
                  <a:lnTo>
                    <a:pt x="88415" y="289447"/>
                  </a:lnTo>
                  <a:lnTo>
                    <a:pt x="88225" y="289568"/>
                  </a:lnTo>
                  <a:lnTo>
                    <a:pt x="87734" y="289954"/>
                  </a:lnTo>
                  <a:lnTo>
                    <a:pt x="87580" y="290078"/>
                  </a:lnTo>
                  <a:lnTo>
                    <a:pt x="87071" y="290489"/>
                  </a:lnTo>
                  <a:lnTo>
                    <a:pt x="86673" y="291297"/>
                  </a:lnTo>
                  <a:lnTo>
                    <a:pt x="86538" y="291518"/>
                  </a:lnTo>
                  <a:lnTo>
                    <a:pt x="86449" y="291668"/>
                  </a:lnTo>
                  <a:lnTo>
                    <a:pt x="86293" y="291906"/>
                  </a:lnTo>
                  <a:lnTo>
                    <a:pt x="86165" y="292105"/>
                  </a:lnTo>
                  <a:lnTo>
                    <a:pt x="85885" y="292453"/>
                  </a:lnTo>
                  <a:lnTo>
                    <a:pt x="85807" y="293005"/>
                  </a:lnTo>
                  <a:lnTo>
                    <a:pt x="85702" y="293374"/>
                  </a:lnTo>
                  <a:lnTo>
                    <a:pt x="85663" y="293513"/>
                  </a:lnTo>
                  <a:lnTo>
                    <a:pt x="85477" y="294164"/>
                  </a:lnTo>
                  <a:lnTo>
                    <a:pt x="85592" y="294802"/>
                  </a:lnTo>
                  <a:lnTo>
                    <a:pt x="85853" y="295321"/>
                  </a:lnTo>
                  <a:lnTo>
                    <a:pt x="86061" y="295310"/>
                  </a:lnTo>
                  <a:lnTo>
                    <a:pt x="86263" y="295302"/>
                  </a:lnTo>
                  <a:lnTo>
                    <a:pt x="86610" y="295572"/>
                  </a:lnTo>
                  <a:lnTo>
                    <a:pt x="86759" y="295874"/>
                  </a:lnTo>
                  <a:lnTo>
                    <a:pt x="86873" y="296043"/>
                  </a:lnTo>
                  <a:lnTo>
                    <a:pt x="87195" y="296526"/>
                  </a:lnTo>
                  <a:lnTo>
                    <a:pt x="87354" y="296759"/>
                  </a:lnTo>
                  <a:lnTo>
                    <a:pt x="87748" y="297176"/>
                  </a:lnTo>
                  <a:lnTo>
                    <a:pt x="88280" y="297828"/>
                  </a:lnTo>
                  <a:lnTo>
                    <a:pt x="88227" y="298192"/>
                  </a:lnTo>
                  <a:lnTo>
                    <a:pt x="88119" y="299930"/>
                  </a:lnTo>
                  <a:lnTo>
                    <a:pt x="87837" y="300254"/>
                  </a:lnTo>
                  <a:lnTo>
                    <a:pt x="87858" y="300407"/>
                  </a:lnTo>
                  <a:lnTo>
                    <a:pt x="87607" y="301551"/>
                  </a:lnTo>
                  <a:lnTo>
                    <a:pt x="87498" y="302119"/>
                  </a:lnTo>
                  <a:lnTo>
                    <a:pt x="87484" y="302247"/>
                  </a:lnTo>
                  <a:lnTo>
                    <a:pt x="87743" y="303126"/>
                  </a:lnTo>
                  <a:lnTo>
                    <a:pt x="87941" y="303489"/>
                  </a:lnTo>
                  <a:lnTo>
                    <a:pt x="88395" y="304111"/>
                  </a:lnTo>
                  <a:lnTo>
                    <a:pt x="88697" y="304560"/>
                  </a:lnTo>
                  <a:lnTo>
                    <a:pt x="88526" y="304848"/>
                  </a:lnTo>
                  <a:lnTo>
                    <a:pt x="88371" y="305117"/>
                  </a:lnTo>
                  <a:lnTo>
                    <a:pt x="87906" y="305920"/>
                  </a:lnTo>
                  <a:lnTo>
                    <a:pt x="87791" y="306122"/>
                  </a:lnTo>
                  <a:lnTo>
                    <a:pt x="87588" y="306567"/>
                  </a:lnTo>
                  <a:lnTo>
                    <a:pt x="87479" y="306828"/>
                  </a:lnTo>
                  <a:lnTo>
                    <a:pt x="87422" y="307193"/>
                  </a:lnTo>
                  <a:lnTo>
                    <a:pt x="87423" y="307542"/>
                  </a:lnTo>
                  <a:lnTo>
                    <a:pt x="87524" y="308300"/>
                  </a:lnTo>
                  <a:lnTo>
                    <a:pt x="86927" y="310169"/>
                  </a:lnTo>
                  <a:lnTo>
                    <a:pt x="86521" y="310505"/>
                  </a:lnTo>
                  <a:lnTo>
                    <a:pt x="86459" y="310665"/>
                  </a:lnTo>
                  <a:lnTo>
                    <a:pt x="86400" y="311032"/>
                  </a:lnTo>
                  <a:lnTo>
                    <a:pt x="86173" y="311530"/>
                  </a:lnTo>
                  <a:lnTo>
                    <a:pt x="85813" y="312175"/>
                  </a:lnTo>
                  <a:lnTo>
                    <a:pt x="85733" y="312356"/>
                  </a:lnTo>
                  <a:lnTo>
                    <a:pt x="85663" y="312513"/>
                  </a:lnTo>
                  <a:lnTo>
                    <a:pt x="85580" y="312694"/>
                  </a:lnTo>
                  <a:lnTo>
                    <a:pt x="85379" y="313121"/>
                  </a:lnTo>
                  <a:lnTo>
                    <a:pt x="85270" y="313312"/>
                  </a:lnTo>
                  <a:lnTo>
                    <a:pt x="84975" y="314030"/>
                  </a:lnTo>
                  <a:lnTo>
                    <a:pt x="84811" y="314324"/>
                  </a:lnTo>
                  <a:lnTo>
                    <a:pt x="84729" y="314467"/>
                  </a:lnTo>
                  <a:lnTo>
                    <a:pt x="84619" y="314654"/>
                  </a:lnTo>
                  <a:lnTo>
                    <a:pt x="84462" y="314913"/>
                  </a:lnTo>
                  <a:lnTo>
                    <a:pt x="84347" y="315126"/>
                  </a:lnTo>
                  <a:lnTo>
                    <a:pt x="84081" y="315576"/>
                  </a:lnTo>
                  <a:lnTo>
                    <a:pt x="83904" y="315870"/>
                  </a:lnTo>
                  <a:lnTo>
                    <a:pt x="83800" y="316135"/>
                  </a:lnTo>
                  <a:lnTo>
                    <a:pt x="83704" y="316377"/>
                  </a:lnTo>
                  <a:lnTo>
                    <a:pt x="83636" y="316548"/>
                  </a:lnTo>
                  <a:lnTo>
                    <a:pt x="83565" y="316717"/>
                  </a:lnTo>
                  <a:lnTo>
                    <a:pt x="83367" y="316933"/>
                  </a:lnTo>
                  <a:lnTo>
                    <a:pt x="83281" y="317160"/>
                  </a:lnTo>
                  <a:lnTo>
                    <a:pt x="83283" y="317460"/>
                  </a:lnTo>
                  <a:lnTo>
                    <a:pt x="83139" y="317840"/>
                  </a:lnTo>
                  <a:lnTo>
                    <a:pt x="83099" y="318333"/>
                  </a:lnTo>
                  <a:lnTo>
                    <a:pt x="83049" y="319054"/>
                  </a:lnTo>
                  <a:lnTo>
                    <a:pt x="83011" y="319540"/>
                  </a:lnTo>
                  <a:lnTo>
                    <a:pt x="82725" y="320128"/>
                  </a:lnTo>
                  <a:lnTo>
                    <a:pt x="81978" y="321617"/>
                  </a:lnTo>
                  <a:lnTo>
                    <a:pt x="83358" y="320692"/>
                  </a:lnTo>
                  <a:lnTo>
                    <a:pt x="83627" y="321143"/>
                  </a:lnTo>
                  <a:lnTo>
                    <a:pt x="83751" y="321343"/>
                  </a:lnTo>
                  <a:lnTo>
                    <a:pt x="84084" y="321898"/>
                  </a:lnTo>
                  <a:lnTo>
                    <a:pt x="84219" y="322118"/>
                  </a:lnTo>
                  <a:lnTo>
                    <a:pt x="84336" y="322290"/>
                  </a:lnTo>
                  <a:lnTo>
                    <a:pt x="84769" y="322926"/>
                  </a:lnTo>
                  <a:lnTo>
                    <a:pt x="84911" y="323392"/>
                  </a:lnTo>
                  <a:lnTo>
                    <a:pt x="84957" y="323544"/>
                  </a:lnTo>
                  <a:lnTo>
                    <a:pt x="85050" y="323895"/>
                  </a:lnTo>
                  <a:lnTo>
                    <a:pt x="85096" y="324304"/>
                  </a:lnTo>
                  <a:lnTo>
                    <a:pt x="85165" y="324763"/>
                  </a:lnTo>
                  <a:lnTo>
                    <a:pt x="85145" y="324944"/>
                  </a:lnTo>
                  <a:lnTo>
                    <a:pt x="85018" y="325226"/>
                  </a:lnTo>
                  <a:lnTo>
                    <a:pt x="84830" y="325706"/>
                  </a:lnTo>
                  <a:lnTo>
                    <a:pt x="84820" y="326202"/>
                  </a:lnTo>
                  <a:lnTo>
                    <a:pt x="84829" y="327242"/>
                  </a:lnTo>
                  <a:lnTo>
                    <a:pt x="85030" y="327477"/>
                  </a:lnTo>
                  <a:lnTo>
                    <a:pt x="85279" y="327768"/>
                  </a:lnTo>
                  <a:lnTo>
                    <a:pt x="85626" y="328187"/>
                  </a:lnTo>
                  <a:lnTo>
                    <a:pt x="85862" y="328477"/>
                  </a:lnTo>
                  <a:lnTo>
                    <a:pt x="85468" y="328705"/>
                  </a:lnTo>
                  <a:lnTo>
                    <a:pt x="84863" y="329137"/>
                  </a:lnTo>
                  <a:lnTo>
                    <a:pt x="84963" y="329288"/>
                  </a:lnTo>
                  <a:lnTo>
                    <a:pt x="85127" y="329414"/>
                  </a:lnTo>
                  <a:lnTo>
                    <a:pt x="85316" y="329751"/>
                  </a:lnTo>
                  <a:lnTo>
                    <a:pt x="85324" y="329906"/>
                  </a:lnTo>
                  <a:lnTo>
                    <a:pt x="85300" y="330033"/>
                  </a:lnTo>
                  <a:lnTo>
                    <a:pt x="85309" y="330170"/>
                  </a:lnTo>
                  <a:lnTo>
                    <a:pt x="85520" y="332324"/>
                  </a:lnTo>
                  <a:lnTo>
                    <a:pt x="85810" y="332738"/>
                  </a:lnTo>
                  <a:lnTo>
                    <a:pt x="86206" y="333345"/>
                  </a:lnTo>
                  <a:lnTo>
                    <a:pt x="86454" y="333382"/>
                  </a:lnTo>
                  <a:lnTo>
                    <a:pt x="86691" y="333615"/>
                  </a:lnTo>
                  <a:lnTo>
                    <a:pt x="86862" y="333842"/>
                  </a:lnTo>
                  <a:lnTo>
                    <a:pt x="87077" y="334106"/>
                  </a:lnTo>
                  <a:lnTo>
                    <a:pt x="86903" y="334522"/>
                  </a:lnTo>
                  <a:lnTo>
                    <a:pt x="86869" y="335050"/>
                  </a:lnTo>
                  <a:lnTo>
                    <a:pt x="86756" y="335324"/>
                  </a:lnTo>
                  <a:lnTo>
                    <a:pt x="86686" y="335521"/>
                  </a:lnTo>
                  <a:lnTo>
                    <a:pt x="86602" y="335896"/>
                  </a:lnTo>
                  <a:lnTo>
                    <a:pt x="86511" y="336233"/>
                  </a:lnTo>
                  <a:lnTo>
                    <a:pt x="85682" y="337202"/>
                  </a:lnTo>
                  <a:lnTo>
                    <a:pt x="85549" y="337339"/>
                  </a:lnTo>
                  <a:lnTo>
                    <a:pt x="85295" y="337625"/>
                  </a:lnTo>
                  <a:lnTo>
                    <a:pt x="84550" y="338259"/>
                  </a:lnTo>
                  <a:lnTo>
                    <a:pt x="84168" y="338512"/>
                  </a:lnTo>
                  <a:lnTo>
                    <a:pt x="83991" y="338642"/>
                  </a:lnTo>
                  <a:lnTo>
                    <a:pt x="83577" y="338976"/>
                  </a:lnTo>
                  <a:lnTo>
                    <a:pt x="83228" y="339300"/>
                  </a:lnTo>
                  <a:lnTo>
                    <a:pt x="82244" y="340607"/>
                  </a:lnTo>
                  <a:lnTo>
                    <a:pt x="81177" y="342109"/>
                  </a:lnTo>
                  <a:lnTo>
                    <a:pt x="80389" y="343314"/>
                  </a:lnTo>
                  <a:lnTo>
                    <a:pt x="80314" y="344457"/>
                  </a:lnTo>
                  <a:lnTo>
                    <a:pt x="80231" y="345361"/>
                  </a:lnTo>
                  <a:lnTo>
                    <a:pt x="80337" y="346916"/>
                  </a:lnTo>
                  <a:lnTo>
                    <a:pt x="80499" y="349305"/>
                  </a:lnTo>
                  <a:lnTo>
                    <a:pt x="80656" y="351605"/>
                  </a:lnTo>
                  <a:lnTo>
                    <a:pt x="80864" y="355491"/>
                  </a:lnTo>
                  <a:lnTo>
                    <a:pt x="80779" y="356003"/>
                  </a:lnTo>
                  <a:lnTo>
                    <a:pt x="79881" y="357661"/>
                  </a:lnTo>
                  <a:lnTo>
                    <a:pt x="79692" y="357942"/>
                  </a:lnTo>
                  <a:lnTo>
                    <a:pt x="79542" y="358148"/>
                  </a:lnTo>
                  <a:lnTo>
                    <a:pt x="79323" y="358462"/>
                  </a:lnTo>
                  <a:lnTo>
                    <a:pt x="78949" y="358739"/>
                  </a:lnTo>
                  <a:lnTo>
                    <a:pt x="77996" y="359472"/>
                  </a:lnTo>
                  <a:lnTo>
                    <a:pt x="77720" y="359684"/>
                  </a:lnTo>
                  <a:lnTo>
                    <a:pt x="77079" y="360645"/>
                  </a:lnTo>
                  <a:lnTo>
                    <a:pt x="76305" y="361537"/>
                  </a:lnTo>
                  <a:lnTo>
                    <a:pt x="75786" y="362255"/>
                  </a:lnTo>
                  <a:lnTo>
                    <a:pt x="74971" y="363183"/>
                  </a:lnTo>
                  <a:lnTo>
                    <a:pt x="74103" y="364712"/>
                  </a:lnTo>
                  <a:lnTo>
                    <a:pt x="72732" y="366721"/>
                  </a:lnTo>
                  <a:lnTo>
                    <a:pt x="72046" y="367726"/>
                  </a:lnTo>
                  <a:lnTo>
                    <a:pt x="70574" y="368631"/>
                  </a:lnTo>
                  <a:lnTo>
                    <a:pt x="69665" y="369322"/>
                  </a:lnTo>
                  <a:lnTo>
                    <a:pt x="69253" y="369636"/>
                  </a:lnTo>
                  <a:lnTo>
                    <a:pt x="65452" y="370661"/>
                  </a:lnTo>
                  <a:lnTo>
                    <a:pt x="65002" y="370783"/>
                  </a:lnTo>
                  <a:lnTo>
                    <a:pt x="60608" y="372687"/>
                  </a:lnTo>
                  <a:lnTo>
                    <a:pt x="59789" y="373029"/>
                  </a:lnTo>
                  <a:lnTo>
                    <a:pt x="59396" y="373426"/>
                  </a:lnTo>
                  <a:lnTo>
                    <a:pt x="59078" y="373555"/>
                  </a:lnTo>
                  <a:lnTo>
                    <a:pt x="57567" y="373867"/>
                  </a:lnTo>
                  <a:lnTo>
                    <a:pt x="57225" y="373986"/>
                  </a:lnTo>
                  <a:lnTo>
                    <a:pt x="57098" y="373997"/>
                  </a:lnTo>
                  <a:lnTo>
                    <a:pt x="56806" y="374012"/>
                  </a:lnTo>
                  <a:lnTo>
                    <a:pt x="56569" y="374072"/>
                  </a:lnTo>
                  <a:lnTo>
                    <a:pt x="56408" y="374106"/>
                  </a:lnTo>
                  <a:lnTo>
                    <a:pt x="56081" y="374174"/>
                  </a:lnTo>
                  <a:lnTo>
                    <a:pt x="55859" y="374212"/>
                  </a:lnTo>
                  <a:lnTo>
                    <a:pt x="55548" y="374413"/>
                  </a:lnTo>
                  <a:lnTo>
                    <a:pt x="55276" y="374483"/>
                  </a:lnTo>
                  <a:lnTo>
                    <a:pt x="54694" y="374720"/>
                  </a:lnTo>
                  <a:lnTo>
                    <a:pt x="54474" y="374783"/>
                  </a:lnTo>
                  <a:lnTo>
                    <a:pt x="54217" y="374810"/>
                  </a:lnTo>
                  <a:lnTo>
                    <a:pt x="53925" y="375030"/>
                  </a:lnTo>
                  <a:lnTo>
                    <a:pt x="53553" y="375288"/>
                  </a:lnTo>
                  <a:lnTo>
                    <a:pt x="52849" y="375786"/>
                  </a:lnTo>
                  <a:lnTo>
                    <a:pt x="52501" y="375686"/>
                  </a:lnTo>
                  <a:lnTo>
                    <a:pt x="51550" y="375870"/>
                  </a:lnTo>
                  <a:lnTo>
                    <a:pt x="49384" y="376598"/>
                  </a:lnTo>
                  <a:lnTo>
                    <a:pt x="49164" y="376912"/>
                  </a:lnTo>
                  <a:lnTo>
                    <a:pt x="46263" y="377548"/>
                  </a:lnTo>
                  <a:lnTo>
                    <a:pt x="45498" y="377880"/>
                  </a:lnTo>
                  <a:lnTo>
                    <a:pt x="44477" y="378324"/>
                  </a:lnTo>
                  <a:lnTo>
                    <a:pt x="42410" y="378523"/>
                  </a:lnTo>
                  <a:lnTo>
                    <a:pt x="0" y="444256"/>
                  </a:lnTo>
                  <a:lnTo>
                    <a:pt x="375" y="444693"/>
                  </a:lnTo>
                  <a:lnTo>
                    <a:pt x="1001" y="445418"/>
                  </a:lnTo>
                  <a:lnTo>
                    <a:pt x="1546" y="446049"/>
                  </a:lnTo>
                  <a:lnTo>
                    <a:pt x="1955" y="446523"/>
                  </a:lnTo>
                  <a:lnTo>
                    <a:pt x="16582" y="463472"/>
                  </a:lnTo>
                  <a:lnTo>
                    <a:pt x="25688" y="474024"/>
                  </a:lnTo>
                  <a:lnTo>
                    <a:pt x="26574" y="475025"/>
                  </a:lnTo>
                  <a:lnTo>
                    <a:pt x="30795" y="479686"/>
                  </a:lnTo>
                  <a:lnTo>
                    <a:pt x="32186" y="481168"/>
                  </a:lnTo>
                  <a:lnTo>
                    <a:pt x="34006" y="482956"/>
                  </a:lnTo>
                  <a:lnTo>
                    <a:pt x="35905" y="484661"/>
                  </a:lnTo>
                  <a:lnTo>
                    <a:pt x="37878" y="486278"/>
                  </a:lnTo>
                  <a:lnTo>
                    <a:pt x="42691" y="490044"/>
                  </a:lnTo>
                  <a:lnTo>
                    <a:pt x="43151" y="490400"/>
                  </a:lnTo>
                  <a:lnTo>
                    <a:pt x="44370" y="491292"/>
                  </a:lnTo>
                  <a:lnTo>
                    <a:pt x="45210" y="491906"/>
                  </a:lnTo>
                  <a:lnTo>
                    <a:pt x="47335" y="493317"/>
                  </a:lnTo>
                  <a:lnTo>
                    <a:pt x="49522" y="494632"/>
                  </a:lnTo>
                  <a:lnTo>
                    <a:pt x="50793" y="495357"/>
                  </a:lnTo>
                  <a:lnTo>
                    <a:pt x="51178" y="495575"/>
                  </a:lnTo>
                  <a:lnTo>
                    <a:pt x="85913" y="515046"/>
                  </a:lnTo>
                  <a:lnTo>
                    <a:pt x="98597" y="522156"/>
                  </a:lnTo>
                  <a:lnTo>
                    <a:pt x="98901" y="522325"/>
                  </a:lnTo>
                  <a:lnTo>
                    <a:pt x="101160" y="523508"/>
                  </a:lnTo>
                  <a:lnTo>
                    <a:pt x="103471" y="524588"/>
                  </a:lnTo>
                  <a:lnTo>
                    <a:pt x="105828" y="525562"/>
                  </a:lnTo>
                  <a:lnTo>
                    <a:pt x="108226" y="526430"/>
                  </a:lnTo>
                  <a:lnTo>
                    <a:pt x="109300" y="526792"/>
                  </a:lnTo>
                  <a:lnTo>
                    <a:pt x="133904" y="535074"/>
                  </a:lnTo>
                  <a:lnTo>
                    <a:pt x="137224" y="536192"/>
                  </a:lnTo>
                  <a:lnTo>
                    <a:pt x="138069" y="536469"/>
                  </a:lnTo>
                  <a:lnTo>
                    <a:pt x="140515" y="537189"/>
                  </a:lnTo>
                  <a:lnTo>
                    <a:pt x="142992" y="537799"/>
                  </a:lnTo>
                  <a:lnTo>
                    <a:pt x="145492" y="538297"/>
                  </a:lnTo>
                  <a:lnTo>
                    <a:pt x="148013" y="538682"/>
                  </a:lnTo>
                  <a:lnTo>
                    <a:pt x="157110" y="539862"/>
                  </a:lnTo>
                  <a:lnTo>
                    <a:pt x="188410" y="543921"/>
                  </a:lnTo>
                  <a:lnTo>
                    <a:pt x="202216" y="545712"/>
                  </a:lnTo>
                  <a:lnTo>
                    <a:pt x="204443" y="545956"/>
                  </a:lnTo>
                  <a:lnTo>
                    <a:pt x="206987" y="546127"/>
                  </a:lnTo>
                  <a:lnTo>
                    <a:pt x="209535" y="546183"/>
                  </a:lnTo>
                  <a:lnTo>
                    <a:pt x="217114" y="546178"/>
                  </a:lnTo>
                  <a:lnTo>
                    <a:pt x="217818" y="546174"/>
                  </a:lnTo>
                  <a:lnTo>
                    <a:pt x="220366" y="546083"/>
                  </a:lnTo>
                  <a:lnTo>
                    <a:pt x="222907" y="545878"/>
                  </a:lnTo>
                  <a:lnTo>
                    <a:pt x="225436" y="545559"/>
                  </a:lnTo>
                  <a:lnTo>
                    <a:pt x="227948" y="545127"/>
                  </a:lnTo>
                  <a:lnTo>
                    <a:pt x="232798" y="544179"/>
                  </a:lnTo>
                  <a:lnTo>
                    <a:pt x="234297" y="543858"/>
                  </a:lnTo>
                  <a:lnTo>
                    <a:pt x="234826" y="543744"/>
                  </a:lnTo>
                  <a:lnTo>
                    <a:pt x="237294" y="543109"/>
                  </a:lnTo>
                  <a:lnTo>
                    <a:pt x="243471" y="541369"/>
                  </a:lnTo>
                  <a:lnTo>
                    <a:pt x="244327" y="541121"/>
                  </a:lnTo>
                  <a:lnTo>
                    <a:pt x="246169" y="540570"/>
                  </a:lnTo>
                  <a:lnTo>
                    <a:pt x="252058" y="538810"/>
                  </a:lnTo>
                  <a:lnTo>
                    <a:pt x="272467" y="532716"/>
                  </a:lnTo>
                  <a:lnTo>
                    <a:pt x="284741" y="529050"/>
                  </a:lnTo>
                  <a:lnTo>
                    <a:pt x="296281" y="525604"/>
                  </a:lnTo>
                  <a:lnTo>
                    <a:pt x="296642" y="525494"/>
                  </a:lnTo>
                  <a:lnTo>
                    <a:pt x="299062" y="524694"/>
                  </a:lnTo>
                  <a:lnTo>
                    <a:pt x="317851" y="518009"/>
                  </a:lnTo>
                  <a:lnTo>
                    <a:pt x="326494" y="514934"/>
                  </a:lnTo>
                  <a:lnTo>
                    <a:pt x="326788" y="514828"/>
                  </a:lnTo>
                  <a:lnTo>
                    <a:pt x="329498" y="513846"/>
                  </a:lnTo>
                  <a:lnTo>
                    <a:pt x="334568" y="512012"/>
                  </a:lnTo>
                  <a:lnTo>
                    <a:pt x="336067" y="511470"/>
                  </a:lnTo>
                  <a:lnTo>
                    <a:pt x="337566" y="510903"/>
                  </a:lnTo>
                  <a:lnTo>
                    <a:pt x="339915" y="509915"/>
                  </a:lnTo>
                  <a:lnTo>
                    <a:pt x="342217" y="508823"/>
                  </a:lnTo>
                  <a:lnTo>
                    <a:pt x="343161" y="508321"/>
                  </a:lnTo>
                  <a:lnTo>
                    <a:pt x="344467" y="507628"/>
                  </a:lnTo>
                  <a:lnTo>
                    <a:pt x="346662" y="506333"/>
                  </a:lnTo>
                  <a:lnTo>
                    <a:pt x="348795" y="504941"/>
                  </a:lnTo>
                  <a:lnTo>
                    <a:pt x="350865" y="503454"/>
                  </a:lnTo>
                  <a:lnTo>
                    <a:pt x="356400" y="499285"/>
                  </a:lnTo>
                  <a:lnTo>
                    <a:pt x="359444" y="496993"/>
                  </a:lnTo>
                  <a:lnTo>
                    <a:pt x="361408" y="495514"/>
                  </a:lnTo>
                  <a:lnTo>
                    <a:pt x="369892" y="489125"/>
                  </a:lnTo>
                  <a:lnTo>
                    <a:pt x="370223" y="488875"/>
                  </a:lnTo>
                  <a:lnTo>
                    <a:pt x="375765" y="484701"/>
                  </a:lnTo>
                  <a:lnTo>
                    <a:pt x="378779" y="482432"/>
                  </a:lnTo>
                  <a:lnTo>
                    <a:pt x="381896" y="480084"/>
                  </a:lnTo>
                  <a:lnTo>
                    <a:pt x="387624" y="475770"/>
                  </a:lnTo>
                  <a:lnTo>
                    <a:pt x="388262" y="475283"/>
                  </a:lnTo>
                  <a:lnTo>
                    <a:pt x="391255" y="472961"/>
                  </a:lnTo>
                  <a:lnTo>
                    <a:pt x="403717" y="463299"/>
                  </a:lnTo>
                  <a:lnTo>
                    <a:pt x="406703" y="460983"/>
                  </a:lnTo>
                  <a:lnTo>
                    <a:pt x="409608" y="458731"/>
                  </a:lnTo>
                  <a:lnTo>
                    <a:pt x="412798" y="456257"/>
                  </a:lnTo>
                  <a:lnTo>
                    <a:pt x="415486" y="454173"/>
                  </a:lnTo>
                  <a:lnTo>
                    <a:pt x="417674" y="452476"/>
                  </a:lnTo>
                  <a:lnTo>
                    <a:pt x="418043" y="452187"/>
                  </a:lnTo>
                  <a:lnTo>
                    <a:pt x="420008" y="450565"/>
                  </a:lnTo>
                  <a:lnTo>
                    <a:pt x="421535" y="449183"/>
                  </a:lnTo>
                  <a:lnTo>
                    <a:pt x="421897" y="448856"/>
                  </a:lnTo>
                  <a:lnTo>
                    <a:pt x="432782" y="438561"/>
                  </a:lnTo>
                  <a:lnTo>
                    <a:pt x="434499" y="436937"/>
                  </a:lnTo>
                  <a:lnTo>
                    <a:pt x="435766" y="435738"/>
                  </a:lnTo>
                  <a:lnTo>
                    <a:pt x="438059" y="433570"/>
                  </a:lnTo>
                  <a:lnTo>
                    <a:pt x="442388" y="429475"/>
                  </a:lnTo>
                  <a:lnTo>
                    <a:pt x="442939" y="428954"/>
                  </a:lnTo>
                  <a:lnTo>
                    <a:pt x="449871" y="422398"/>
                  </a:lnTo>
                  <a:lnTo>
                    <a:pt x="463833" y="409193"/>
                  </a:lnTo>
                  <a:lnTo>
                    <a:pt x="470861" y="402546"/>
                  </a:lnTo>
                  <a:lnTo>
                    <a:pt x="475286" y="398360"/>
                  </a:lnTo>
                  <a:lnTo>
                    <a:pt x="480392" y="393531"/>
                  </a:lnTo>
                  <a:close/>
                </a:path>
              </a:pathLst>
            </a:custGeom>
            <a:solidFill>
              <a:srgbClr val="C6D9E2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3"/>
            <p:cNvSpPr/>
            <p:nvPr/>
          </p:nvSpPr>
          <p:spPr>
            <a:xfrm>
              <a:off x="2702354" y="5324624"/>
              <a:ext cx="411352" cy="504102"/>
            </a:xfrm>
            <a:custGeom>
              <a:avLst/>
              <a:pathLst>
                <a:path w="411352" h="504102">
                  <a:moveTo>
                    <a:pt x="81818" y="339170"/>
                  </a:moveTo>
                  <a:lnTo>
                    <a:pt x="83632" y="343863"/>
                  </a:lnTo>
                  <a:lnTo>
                    <a:pt x="83900" y="344556"/>
                  </a:lnTo>
                  <a:lnTo>
                    <a:pt x="87017" y="352619"/>
                  </a:lnTo>
                  <a:lnTo>
                    <a:pt x="87394" y="353596"/>
                  </a:lnTo>
                  <a:lnTo>
                    <a:pt x="89104" y="358020"/>
                  </a:lnTo>
                  <a:lnTo>
                    <a:pt x="92410" y="366571"/>
                  </a:lnTo>
                  <a:lnTo>
                    <a:pt x="93050" y="368155"/>
                  </a:lnTo>
                  <a:lnTo>
                    <a:pt x="94094" y="370484"/>
                  </a:lnTo>
                  <a:lnTo>
                    <a:pt x="95243" y="372764"/>
                  </a:lnTo>
                  <a:lnTo>
                    <a:pt x="96493" y="374991"/>
                  </a:lnTo>
                  <a:lnTo>
                    <a:pt x="97898" y="377367"/>
                  </a:lnTo>
                  <a:lnTo>
                    <a:pt x="101591" y="383611"/>
                  </a:lnTo>
                  <a:lnTo>
                    <a:pt x="102942" y="385777"/>
                  </a:lnTo>
                  <a:lnTo>
                    <a:pt x="105834" y="390191"/>
                  </a:lnTo>
                  <a:lnTo>
                    <a:pt x="108722" y="394599"/>
                  </a:lnTo>
                  <a:lnTo>
                    <a:pt x="109561" y="395880"/>
                  </a:lnTo>
                  <a:lnTo>
                    <a:pt x="111242" y="398445"/>
                  </a:lnTo>
                  <a:lnTo>
                    <a:pt x="115822" y="405436"/>
                  </a:lnTo>
                  <a:lnTo>
                    <a:pt x="117751" y="408380"/>
                  </a:lnTo>
                  <a:lnTo>
                    <a:pt x="119084" y="410415"/>
                  </a:lnTo>
                  <a:lnTo>
                    <a:pt x="120284" y="412247"/>
                  </a:lnTo>
                  <a:lnTo>
                    <a:pt x="122939" y="416299"/>
                  </a:lnTo>
                  <a:lnTo>
                    <a:pt x="123161" y="416635"/>
                  </a:lnTo>
                  <a:lnTo>
                    <a:pt x="124623" y="418728"/>
                  </a:lnTo>
                  <a:lnTo>
                    <a:pt x="126013" y="420625"/>
                  </a:lnTo>
                  <a:lnTo>
                    <a:pt x="127197" y="422184"/>
                  </a:lnTo>
                  <a:lnTo>
                    <a:pt x="128820" y="424154"/>
                  </a:lnTo>
                  <a:lnTo>
                    <a:pt x="133698" y="429806"/>
                  </a:lnTo>
                  <a:lnTo>
                    <a:pt x="144726" y="442585"/>
                  </a:lnTo>
                  <a:lnTo>
                    <a:pt x="161286" y="461772"/>
                  </a:lnTo>
                  <a:lnTo>
                    <a:pt x="165313" y="466439"/>
                  </a:lnTo>
                  <a:lnTo>
                    <a:pt x="171635" y="473764"/>
                  </a:lnTo>
                  <a:lnTo>
                    <a:pt x="173469" y="475890"/>
                  </a:lnTo>
                  <a:lnTo>
                    <a:pt x="176908" y="479875"/>
                  </a:lnTo>
                  <a:lnTo>
                    <a:pt x="180794" y="484377"/>
                  </a:lnTo>
                  <a:lnTo>
                    <a:pt x="183942" y="488024"/>
                  </a:lnTo>
                  <a:lnTo>
                    <a:pt x="187240" y="491846"/>
                  </a:lnTo>
                  <a:lnTo>
                    <a:pt x="189140" y="494048"/>
                  </a:lnTo>
                  <a:lnTo>
                    <a:pt x="190968" y="496165"/>
                  </a:lnTo>
                  <a:lnTo>
                    <a:pt x="197818" y="504102"/>
                  </a:lnTo>
                  <a:lnTo>
                    <a:pt x="240229" y="438369"/>
                  </a:lnTo>
                  <a:lnTo>
                    <a:pt x="242296" y="438169"/>
                  </a:lnTo>
                  <a:lnTo>
                    <a:pt x="243317" y="437726"/>
                  </a:lnTo>
                  <a:lnTo>
                    <a:pt x="244082" y="437394"/>
                  </a:lnTo>
                  <a:lnTo>
                    <a:pt x="246983" y="436758"/>
                  </a:lnTo>
                  <a:lnTo>
                    <a:pt x="247203" y="436444"/>
                  </a:lnTo>
                  <a:lnTo>
                    <a:pt x="249369" y="435716"/>
                  </a:lnTo>
                  <a:lnTo>
                    <a:pt x="250320" y="435532"/>
                  </a:lnTo>
                  <a:lnTo>
                    <a:pt x="250668" y="435632"/>
                  </a:lnTo>
                  <a:lnTo>
                    <a:pt x="251372" y="435134"/>
                  </a:lnTo>
                  <a:lnTo>
                    <a:pt x="251744" y="434876"/>
                  </a:lnTo>
                  <a:lnTo>
                    <a:pt x="252036" y="434656"/>
                  </a:lnTo>
                  <a:lnTo>
                    <a:pt x="252293" y="434629"/>
                  </a:lnTo>
                  <a:lnTo>
                    <a:pt x="252862" y="434313"/>
                  </a:lnTo>
                  <a:lnTo>
                    <a:pt x="253095" y="434329"/>
                  </a:lnTo>
                  <a:lnTo>
                    <a:pt x="253447" y="434170"/>
                  </a:lnTo>
                  <a:lnTo>
                    <a:pt x="253678" y="434058"/>
                  </a:lnTo>
                  <a:lnTo>
                    <a:pt x="253900" y="434020"/>
                  </a:lnTo>
                  <a:lnTo>
                    <a:pt x="254249" y="433947"/>
                  </a:lnTo>
                  <a:lnTo>
                    <a:pt x="254388" y="433918"/>
                  </a:lnTo>
                  <a:lnTo>
                    <a:pt x="254776" y="433826"/>
                  </a:lnTo>
                  <a:lnTo>
                    <a:pt x="254917" y="433842"/>
                  </a:lnTo>
                  <a:lnTo>
                    <a:pt x="255090" y="433823"/>
                  </a:lnTo>
                  <a:lnTo>
                    <a:pt x="256375" y="433487"/>
                  </a:lnTo>
                  <a:lnTo>
                    <a:pt x="256897" y="433401"/>
                  </a:lnTo>
                  <a:lnTo>
                    <a:pt x="257215" y="433272"/>
                  </a:lnTo>
                  <a:lnTo>
                    <a:pt x="257608" y="432875"/>
                  </a:lnTo>
                  <a:lnTo>
                    <a:pt x="258427" y="432533"/>
                  </a:lnTo>
                  <a:lnTo>
                    <a:pt x="262821" y="430629"/>
                  </a:lnTo>
                  <a:lnTo>
                    <a:pt x="263271" y="430507"/>
                  </a:lnTo>
                  <a:lnTo>
                    <a:pt x="267072" y="429482"/>
                  </a:lnTo>
                  <a:lnTo>
                    <a:pt x="267484" y="429168"/>
                  </a:lnTo>
                  <a:lnTo>
                    <a:pt x="268393" y="428477"/>
                  </a:lnTo>
                  <a:lnTo>
                    <a:pt x="269865" y="427572"/>
                  </a:lnTo>
                  <a:lnTo>
                    <a:pt x="270551" y="426567"/>
                  </a:lnTo>
                  <a:lnTo>
                    <a:pt x="271922" y="424558"/>
                  </a:lnTo>
                  <a:lnTo>
                    <a:pt x="272790" y="423029"/>
                  </a:lnTo>
                  <a:lnTo>
                    <a:pt x="273605" y="422100"/>
                  </a:lnTo>
                  <a:lnTo>
                    <a:pt x="274124" y="421383"/>
                  </a:lnTo>
                  <a:lnTo>
                    <a:pt x="274898" y="420491"/>
                  </a:lnTo>
                  <a:lnTo>
                    <a:pt x="275539" y="419530"/>
                  </a:lnTo>
                  <a:lnTo>
                    <a:pt x="275815" y="419318"/>
                  </a:lnTo>
                  <a:lnTo>
                    <a:pt x="276768" y="418585"/>
                  </a:lnTo>
                  <a:lnTo>
                    <a:pt x="277142" y="418307"/>
                  </a:lnTo>
                  <a:lnTo>
                    <a:pt x="277361" y="417994"/>
                  </a:lnTo>
                  <a:lnTo>
                    <a:pt x="277511" y="417788"/>
                  </a:lnTo>
                  <a:lnTo>
                    <a:pt x="277700" y="417506"/>
                  </a:lnTo>
                  <a:lnTo>
                    <a:pt x="278598" y="415849"/>
                  </a:lnTo>
                  <a:lnTo>
                    <a:pt x="278683" y="415336"/>
                  </a:lnTo>
                  <a:lnTo>
                    <a:pt x="278475" y="411450"/>
                  </a:lnTo>
                  <a:lnTo>
                    <a:pt x="278318" y="409151"/>
                  </a:lnTo>
                  <a:lnTo>
                    <a:pt x="278156" y="406762"/>
                  </a:lnTo>
                  <a:lnTo>
                    <a:pt x="278050" y="405206"/>
                  </a:lnTo>
                  <a:lnTo>
                    <a:pt x="278133" y="404302"/>
                  </a:lnTo>
                  <a:lnTo>
                    <a:pt x="278208" y="403160"/>
                  </a:lnTo>
                  <a:lnTo>
                    <a:pt x="278996" y="401955"/>
                  </a:lnTo>
                  <a:lnTo>
                    <a:pt x="280895" y="399255"/>
                  </a:lnTo>
                  <a:lnTo>
                    <a:pt x="281235" y="398967"/>
                  </a:lnTo>
                  <a:lnTo>
                    <a:pt x="281592" y="398645"/>
                  </a:lnTo>
                  <a:lnTo>
                    <a:pt x="281826" y="398477"/>
                  </a:lnTo>
                  <a:lnTo>
                    <a:pt x="282171" y="398192"/>
                  </a:lnTo>
                  <a:lnTo>
                    <a:pt x="282942" y="397657"/>
                  </a:lnTo>
                  <a:lnTo>
                    <a:pt x="283114" y="397471"/>
                  </a:lnTo>
                  <a:lnTo>
                    <a:pt x="283368" y="397185"/>
                  </a:lnTo>
                  <a:lnTo>
                    <a:pt x="283501" y="397048"/>
                  </a:lnTo>
                  <a:lnTo>
                    <a:pt x="284380" y="395949"/>
                  </a:lnTo>
                  <a:lnTo>
                    <a:pt x="284421" y="395742"/>
                  </a:lnTo>
                  <a:lnTo>
                    <a:pt x="284505" y="395367"/>
                  </a:lnTo>
                  <a:lnTo>
                    <a:pt x="284609" y="395074"/>
                  </a:lnTo>
                  <a:lnTo>
                    <a:pt x="284687" y="394829"/>
                  </a:lnTo>
                  <a:lnTo>
                    <a:pt x="284722" y="394368"/>
                  </a:lnTo>
                  <a:lnTo>
                    <a:pt x="284896" y="393952"/>
                  </a:lnTo>
                  <a:lnTo>
                    <a:pt x="284617" y="393596"/>
                  </a:lnTo>
                  <a:lnTo>
                    <a:pt x="284510" y="393461"/>
                  </a:lnTo>
                  <a:lnTo>
                    <a:pt x="284194" y="393182"/>
                  </a:lnTo>
                  <a:lnTo>
                    <a:pt x="283801" y="392929"/>
                  </a:lnTo>
                  <a:lnTo>
                    <a:pt x="283629" y="392584"/>
                  </a:lnTo>
                  <a:lnTo>
                    <a:pt x="283295" y="392031"/>
                  </a:lnTo>
                  <a:lnTo>
                    <a:pt x="283128" y="390016"/>
                  </a:lnTo>
                  <a:lnTo>
                    <a:pt x="283119" y="389879"/>
                  </a:lnTo>
                  <a:lnTo>
                    <a:pt x="283143" y="389752"/>
                  </a:lnTo>
                  <a:lnTo>
                    <a:pt x="283135" y="389597"/>
                  </a:lnTo>
                  <a:lnTo>
                    <a:pt x="282924" y="389205"/>
                  </a:lnTo>
                  <a:lnTo>
                    <a:pt x="282782" y="389134"/>
                  </a:lnTo>
                  <a:lnTo>
                    <a:pt x="282738" y="388897"/>
                  </a:lnTo>
                  <a:lnTo>
                    <a:pt x="283287" y="388551"/>
                  </a:lnTo>
                  <a:lnTo>
                    <a:pt x="283626" y="388252"/>
                  </a:lnTo>
                  <a:lnTo>
                    <a:pt x="283445" y="388033"/>
                  </a:lnTo>
                  <a:lnTo>
                    <a:pt x="282972" y="387490"/>
                  </a:lnTo>
                  <a:lnTo>
                    <a:pt x="282842" y="387315"/>
                  </a:lnTo>
                  <a:lnTo>
                    <a:pt x="282653" y="386970"/>
                  </a:lnTo>
                  <a:lnTo>
                    <a:pt x="282639" y="386047"/>
                  </a:lnTo>
                  <a:lnTo>
                    <a:pt x="282649" y="385552"/>
                  </a:lnTo>
                  <a:lnTo>
                    <a:pt x="282837" y="385072"/>
                  </a:lnTo>
                  <a:lnTo>
                    <a:pt x="282964" y="384790"/>
                  </a:lnTo>
                  <a:lnTo>
                    <a:pt x="282986" y="384605"/>
                  </a:lnTo>
                  <a:lnTo>
                    <a:pt x="282915" y="384150"/>
                  </a:lnTo>
                  <a:lnTo>
                    <a:pt x="282869" y="383741"/>
                  </a:lnTo>
                  <a:lnTo>
                    <a:pt x="282776" y="383390"/>
                  </a:lnTo>
                  <a:lnTo>
                    <a:pt x="282730" y="383238"/>
                  </a:lnTo>
                  <a:lnTo>
                    <a:pt x="282588" y="382772"/>
                  </a:lnTo>
                  <a:lnTo>
                    <a:pt x="282155" y="382136"/>
                  </a:lnTo>
                  <a:lnTo>
                    <a:pt x="281997" y="381897"/>
                  </a:lnTo>
                  <a:lnTo>
                    <a:pt x="281903" y="381744"/>
                  </a:lnTo>
                  <a:lnTo>
                    <a:pt x="281566" y="381182"/>
                  </a:lnTo>
                  <a:lnTo>
                    <a:pt x="281421" y="380948"/>
                  </a:lnTo>
                  <a:lnTo>
                    <a:pt x="281177" y="380538"/>
                  </a:lnTo>
                  <a:lnTo>
                    <a:pt x="279802" y="381453"/>
                  </a:lnTo>
                  <a:lnTo>
                    <a:pt x="280544" y="379974"/>
                  </a:lnTo>
                  <a:lnTo>
                    <a:pt x="280830" y="379386"/>
                  </a:lnTo>
                  <a:lnTo>
                    <a:pt x="280868" y="378900"/>
                  </a:lnTo>
                  <a:lnTo>
                    <a:pt x="280928" y="378048"/>
                  </a:lnTo>
                  <a:lnTo>
                    <a:pt x="280959" y="377671"/>
                  </a:lnTo>
                  <a:lnTo>
                    <a:pt x="281102" y="377306"/>
                  </a:lnTo>
                  <a:lnTo>
                    <a:pt x="281100" y="377006"/>
                  </a:lnTo>
                  <a:lnTo>
                    <a:pt x="281186" y="376779"/>
                  </a:lnTo>
                  <a:lnTo>
                    <a:pt x="281387" y="376556"/>
                  </a:lnTo>
                  <a:lnTo>
                    <a:pt x="281455" y="376394"/>
                  </a:lnTo>
                  <a:lnTo>
                    <a:pt x="281523" y="376223"/>
                  </a:lnTo>
                  <a:lnTo>
                    <a:pt x="281619" y="375981"/>
                  </a:lnTo>
                  <a:lnTo>
                    <a:pt x="281723" y="375716"/>
                  </a:lnTo>
                  <a:lnTo>
                    <a:pt x="281989" y="375274"/>
                  </a:lnTo>
                  <a:lnTo>
                    <a:pt x="282166" y="374972"/>
                  </a:lnTo>
                  <a:lnTo>
                    <a:pt x="282281" y="374759"/>
                  </a:lnTo>
                  <a:lnTo>
                    <a:pt x="282438" y="374500"/>
                  </a:lnTo>
                  <a:lnTo>
                    <a:pt x="282548" y="374313"/>
                  </a:lnTo>
                  <a:lnTo>
                    <a:pt x="282630" y="374170"/>
                  </a:lnTo>
                  <a:lnTo>
                    <a:pt x="282929" y="373494"/>
                  </a:lnTo>
                  <a:lnTo>
                    <a:pt x="283089" y="373158"/>
                  </a:lnTo>
                  <a:lnTo>
                    <a:pt x="283242" y="372847"/>
                  </a:lnTo>
                  <a:lnTo>
                    <a:pt x="283417" y="372505"/>
                  </a:lnTo>
                  <a:lnTo>
                    <a:pt x="283482" y="372359"/>
                  </a:lnTo>
                  <a:lnTo>
                    <a:pt x="283552" y="372202"/>
                  </a:lnTo>
                  <a:lnTo>
                    <a:pt x="283701" y="371866"/>
                  </a:lnTo>
                  <a:lnTo>
                    <a:pt x="283992" y="371376"/>
                  </a:lnTo>
                  <a:lnTo>
                    <a:pt x="284219" y="370878"/>
                  </a:lnTo>
                  <a:lnTo>
                    <a:pt x="284278" y="370498"/>
                  </a:lnTo>
                  <a:lnTo>
                    <a:pt x="284420" y="370328"/>
                  </a:lnTo>
                  <a:lnTo>
                    <a:pt x="284711" y="368553"/>
                  </a:lnTo>
                  <a:lnTo>
                    <a:pt x="285343" y="368146"/>
                  </a:lnTo>
                  <a:lnTo>
                    <a:pt x="285231" y="367327"/>
                  </a:lnTo>
                  <a:lnTo>
                    <a:pt x="285241" y="367039"/>
                  </a:lnTo>
                  <a:lnTo>
                    <a:pt x="285316" y="366605"/>
                  </a:lnTo>
                  <a:lnTo>
                    <a:pt x="285514" y="366177"/>
                  </a:lnTo>
                  <a:lnTo>
                    <a:pt x="285610" y="365968"/>
                  </a:lnTo>
                  <a:lnTo>
                    <a:pt x="285877" y="365505"/>
                  </a:lnTo>
                  <a:lnTo>
                    <a:pt x="286190" y="364963"/>
                  </a:lnTo>
                  <a:lnTo>
                    <a:pt x="286360" y="364669"/>
                  </a:lnTo>
                  <a:lnTo>
                    <a:pt x="286513" y="364402"/>
                  </a:lnTo>
                  <a:lnTo>
                    <a:pt x="286026" y="363779"/>
                  </a:lnTo>
                  <a:lnTo>
                    <a:pt x="285758" y="363331"/>
                  </a:lnTo>
                  <a:lnTo>
                    <a:pt x="285293" y="362220"/>
                  </a:lnTo>
                  <a:lnTo>
                    <a:pt x="285303" y="362093"/>
                  </a:lnTo>
                  <a:lnTo>
                    <a:pt x="285428" y="361526"/>
                  </a:lnTo>
                  <a:lnTo>
                    <a:pt x="285433" y="361268"/>
                  </a:lnTo>
                  <a:lnTo>
                    <a:pt x="285677" y="360253"/>
                  </a:lnTo>
                  <a:lnTo>
                    <a:pt x="285667" y="360054"/>
                  </a:lnTo>
                  <a:lnTo>
                    <a:pt x="286074" y="358221"/>
                  </a:lnTo>
                  <a:lnTo>
                    <a:pt x="286046" y="358038"/>
                  </a:lnTo>
                  <a:lnTo>
                    <a:pt x="286099" y="357674"/>
                  </a:lnTo>
                  <a:lnTo>
                    <a:pt x="285273" y="356755"/>
                  </a:lnTo>
                  <a:lnTo>
                    <a:pt x="285145" y="356566"/>
                  </a:lnTo>
                  <a:lnTo>
                    <a:pt x="285010" y="356365"/>
                  </a:lnTo>
                  <a:lnTo>
                    <a:pt x="284692" y="355889"/>
                  </a:lnTo>
                  <a:lnTo>
                    <a:pt x="284578" y="355720"/>
                  </a:lnTo>
                  <a:lnTo>
                    <a:pt x="284429" y="355418"/>
                  </a:lnTo>
                  <a:lnTo>
                    <a:pt x="284082" y="355148"/>
                  </a:lnTo>
                  <a:lnTo>
                    <a:pt x="283880" y="355156"/>
                  </a:lnTo>
                  <a:lnTo>
                    <a:pt x="283672" y="355166"/>
                  </a:lnTo>
                  <a:lnTo>
                    <a:pt x="283411" y="354647"/>
                  </a:lnTo>
                  <a:lnTo>
                    <a:pt x="283331" y="353893"/>
                  </a:lnTo>
                  <a:lnTo>
                    <a:pt x="283482" y="353359"/>
                  </a:lnTo>
                  <a:lnTo>
                    <a:pt x="283521" y="353220"/>
                  </a:lnTo>
                  <a:lnTo>
                    <a:pt x="283626" y="352851"/>
                  </a:lnTo>
                  <a:lnTo>
                    <a:pt x="283704" y="352299"/>
                  </a:lnTo>
                  <a:lnTo>
                    <a:pt x="284018" y="351909"/>
                  </a:lnTo>
                  <a:lnTo>
                    <a:pt x="284112" y="351752"/>
                  </a:lnTo>
                  <a:lnTo>
                    <a:pt x="284268" y="351514"/>
                  </a:lnTo>
                  <a:lnTo>
                    <a:pt x="284357" y="351364"/>
                  </a:lnTo>
                  <a:lnTo>
                    <a:pt x="284492" y="351143"/>
                  </a:lnTo>
                  <a:lnTo>
                    <a:pt x="284890" y="350335"/>
                  </a:lnTo>
                  <a:lnTo>
                    <a:pt x="285399" y="349924"/>
                  </a:lnTo>
                  <a:lnTo>
                    <a:pt x="285625" y="349726"/>
                  </a:lnTo>
                  <a:lnTo>
                    <a:pt x="286044" y="349414"/>
                  </a:lnTo>
                  <a:lnTo>
                    <a:pt x="286295" y="349252"/>
                  </a:lnTo>
                  <a:lnTo>
                    <a:pt x="286508" y="348923"/>
                  </a:lnTo>
                  <a:lnTo>
                    <a:pt x="286957" y="348004"/>
                  </a:lnTo>
                  <a:lnTo>
                    <a:pt x="287175" y="347634"/>
                  </a:lnTo>
                  <a:lnTo>
                    <a:pt x="287428" y="347180"/>
                  </a:lnTo>
                  <a:lnTo>
                    <a:pt x="287592" y="346876"/>
                  </a:lnTo>
                  <a:lnTo>
                    <a:pt x="287710" y="346617"/>
                  </a:lnTo>
                  <a:lnTo>
                    <a:pt x="287790" y="346412"/>
                  </a:lnTo>
                  <a:lnTo>
                    <a:pt x="287869" y="346208"/>
                  </a:lnTo>
                  <a:lnTo>
                    <a:pt x="287960" y="345979"/>
                  </a:lnTo>
                  <a:lnTo>
                    <a:pt x="288069" y="345706"/>
                  </a:lnTo>
                  <a:lnTo>
                    <a:pt x="288167" y="345463"/>
                  </a:lnTo>
                  <a:lnTo>
                    <a:pt x="288232" y="345301"/>
                  </a:lnTo>
                  <a:lnTo>
                    <a:pt x="288414" y="344824"/>
                  </a:lnTo>
                  <a:lnTo>
                    <a:pt x="288477" y="344663"/>
                  </a:lnTo>
                  <a:lnTo>
                    <a:pt x="288155" y="344789"/>
                  </a:lnTo>
                  <a:lnTo>
                    <a:pt x="286941" y="345256"/>
                  </a:lnTo>
                  <a:lnTo>
                    <a:pt x="286573" y="345486"/>
                  </a:lnTo>
                  <a:lnTo>
                    <a:pt x="286215" y="345707"/>
                  </a:lnTo>
                  <a:lnTo>
                    <a:pt x="285827" y="345890"/>
                  </a:lnTo>
                  <a:lnTo>
                    <a:pt x="285536" y="346013"/>
                  </a:lnTo>
                  <a:lnTo>
                    <a:pt x="284953" y="346049"/>
                  </a:lnTo>
                  <a:lnTo>
                    <a:pt x="283957" y="346697"/>
                  </a:lnTo>
                  <a:lnTo>
                    <a:pt x="283609" y="346792"/>
                  </a:lnTo>
                  <a:lnTo>
                    <a:pt x="283422" y="346842"/>
                  </a:lnTo>
                  <a:lnTo>
                    <a:pt x="282940" y="346463"/>
                  </a:lnTo>
                  <a:lnTo>
                    <a:pt x="282613" y="346205"/>
                  </a:lnTo>
                  <a:lnTo>
                    <a:pt x="282471" y="346092"/>
                  </a:lnTo>
                  <a:lnTo>
                    <a:pt x="282035" y="345739"/>
                  </a:lnTo>
                  <a:lnTo>
                    <a:pt x="281683" y="345454"/>
                  </a:lnTo>
                  <a:lnTo>
                    <a:pt x="281480" y="345298"/>
                  </a:lnTo>
                  <a:lnTo>
                    <a:pt x="280939" y="344964"/>
                  </a:lnTo>
                  <a:lnTo>
                    <a:pt x="280691" y="344809"/>
                  </a:lnTo>
                  <a:lnTo>
                    <a:pt x="280503" y="344693"/>
                  </a:lnTo>
                  <a:lnTo>
                    <a:pt x="280070" y="344467"/>
                  </a:lnTo>
                  <a:lnTo>
                    <a:pt x="279673" y="344295"/>
                  </a:lnTo>
                  <a:lnTo>
                    <a:pt x="279397" y="344151"/>
                  </a:lnTo>
                  <a:lnTo>
                    <a:pt x="279075" y="343981"/>
                  </a:lnTo>
                  <a:lnTo>
                    <a:pt x="278643" y="343517"/>
                  </a:lnTo>
                  <a:lnTo>
                    <a:pt x="278450" y="343367"/>
                  </a:lnTo>
                  <a:lnTo>
                    <a:pt x="278273" y="343246"/>
                  </a:lnTo>
                  <a:lnTo>
                    <a:pt x="277874" y="343026"/>
                  </a:lnTo>
                  <a:lnTo>
                    <a:pt x="277739" y="343067"/>
                  </a:lnTo>
                  <a:lnTo>
                    <a:pt x="277514" y="342936"/>
                  </a:lnTo>
                  <a:lnTo>
                    <a:pt x="277319" y="342821"/>
                  </a:lnTo>
                  <a:lnTo>
                    <a:pt x="277021" y="342649"/>
                  </a:lnTo>
                  <a:lnTo>
                    <a:pt x="276490" y="342347"/>
                  </a:lnTo>
                  <a:lnTo>
                    <a:pt x="276299" y="342679"/>
                  </a:lnTo>
                  <a:lnTo>
                    <a:pt x="275909" y="342904"/>
                  </a:lnTo>
                  <a:lnTo>
                    <a:pt x="275371" y="343220"/>
                  </a:lnTo>
                  <a:lnTo>
                    <a:pt x="274921" y="343489"/>
                  </a:lnTo>
                  <a:lnTo>
                    <a:pt x="274651" y="343685"/>
                  </a:lnTo>
                  <a:lnTo>
                    <a:pt x="274024" y="344143"/>
                  </a:lnTo>
                  <a:lnTo>
                    <a:pt x="273850" y="344277"/>
                  </a:lnTo>
                  <a:lnTo>
                    <a:pt x="273676" y="344412"/>
                  </a:lnTo>
                  <a:lnTo>
                    <a:pt x="273200" y="344792"/>
                  </a:lnTo>
                  <a:lnTo>
                    <a:pt x="272934" y="345006"/>
                  </a:lnTo>
                  <a:lnTo>
                    <a:pt x="272619" y="345245"/>
                  </a:lnTo>
                  <a:lnTo>
                    <a:pt x="272427" y="345398"/>
                  </a:lnTo>
                  <a:lnTo>
                    <a:pt x="272238" y="345545"/>
                  </a:lnTo>
                  <a:lnTo>
                    <a:pt x="271773" y="345907"/>
                  </a:lnTo>
                  <a:lnTo>
                    <a:pt x="271338" y="346245"/>
                  </a:lnTo>
                  <a:lnTo>
                    <a:pt x="271087" y="346440"/>
                  </a:lnTo>
                  <a:lnTo>
                    <a:pt x="270896" y="346592"/>
                  </a:lnTo>
                  <a:lnTo>
                    <a:pt x="270696" y="346753"/>
                  </a:lnTo>
                  <a:lnTo>
                    <a:pt x="270543" y="346383"/>
                  </a:lnTo>
                  <a:lnTo>
                    <a:pt x="270470" y="346208"/>
                  </a:lnTo>
                  <a:lnTo>
                    <a:pt x="270061" y="345350"/>
                  </a:lnTo>
                  <a:lnTo>
                    <a:pt x="269804" y="344389"/>
                  </a:lnTo>
                  <a:lnTo>
                    <a:pt x="269670" y="344245"/>
                  </a:lnTo>
                  <a:lnTo>
                    <a:pt x="269598" y="344078"/>
                  </a:lnTo>
                  <a:lnTo>
                    <a:pt x="269519" y="343871"/>
                  </a:lnTo>
                  <a:lnTo>
                    <a:pt x="269284" y="343293"/>
                  </a:lnTo>
                  <a:lnTo>
                    <a:pt x="269125" y="342878"/>
                  </a:lnTo>
                  <a:lnTo>
                    <a:pt x="269067" y="342726"/>
                  </a:lnTo>
                  <a:lnTo>
                    <a:pt x="268842" y="340233"/>
                  </a:lnTo>
                  <a:lnTo>
                    <a:pt x="268131" y="338846"/>
                  </a:lnTo>
                  <a:lnTo>
                    <a:pt x="267557" y="338112"/>
                  </a:lnTo>
                  <a:lnTo>
                    <a:pt x="267553" y="337985"/>
                  </a:lnTo>
                  <a:lnTo>
                    <a:pt x="267591" y="337849"/>
                  </a:lnTo>
                  <a:lnTo>
                    <a:pt x="267591" y="337697"/>
                  </a:lnTo>
                  <a:lnTo>
                    <a:pt x="267431" y="337615"/>
                  </a:lnTo>
                  <a:lnTo>
                    <a:pt x="267024" y="337371"/>
                  </a:lnTo>
                  <a:lnTo>
                    <a:pt x="266569" y="337083"/>
                  </a:lnTo>
                  <a:lnTo>
                    <a:pt x="266291" y="336784"/>
                  </a:lnTo>
                  <a:lnTo>
                    <a:pt x="265765" y="336387"/>
                  </a:lnTo>
                  <a:lnTo>
                    <a:pt x="264687" y="335611"/>
                  </a:lnTo>
                  <a:lnTo>
                    <a:pt x="264319" y="335348"/>
                  </a:lnTo>
                  <a:lnTo>
                    <a:pt x="263935" y="335070"/>
                  </a:lnTo>
                  <a:lnTo>
                    <a:pt x="263475" y="334753"/>
                  </a:lnTo>
                  <a:lnTo>
                    <a:pt x="263216" y="334576"/>
                  </a:lnTo>
                  <a:lnTo>
                    <a:pt x="263176" y="334379"/>
                  </a:lnTo>
                  <a:lnTo>
                    <a:pt x="263444" y="334006"/>
                  </a:lnTo>
                  <a:lnTo>
                    <a:pt x="263606" y="333791"/>
                  </a:lnTo>
                  <a:lnTo>
                    <a:pt x="263993" y="333276"/>
                  </a:lnTo>
                  <a:lnTo>
                    <a:pt x="264197" y="333004"/>
                  </a:lnTo>
                  <a:lnTo>
                    <a:pt x="264540" y="332516"/>
                  </a:lnTo>
                  <a:lnTo>
                    <a:pt x="264779" y="332164"/>
                  </a:lnTo>
                  <a:lnTo>
                    <a:pt x="265158" y="331599"/>
                  </a:lnTo>
                  <a:lnTo>
                    <a:pt x="265252" y="331468"/>
                  </a:lnTo>
                  <a:lnTo>
                    <a:pt x="265774" y="330743"/>
                  </a:lnTo>
                  <a:lnTo>
                    <a:pt x="266480" y="330423"/>
                  </a:lnTo>
                  <a:lnTo>
                    <a:pt x="266692" y="330326"/>
                  </a:lnTo>
                  <a:lnTo>
                    <a:pt x="267337" y="330032"/>
                  </a:lnTo>
                  <a:lnTo>
                    <a:pt x="267648" y="329912"/>
                  </a:lnTo>
                  <a:lnTo>
                    <a:pt x="267803" y="329846"/>
                  </a:lnTo>
                  <a:lnTo>
                    <a:pt x="268094" y="329739"/>
                  </a:lnTo>
                  <a:lnTo>
                    <a:pt x="268499" y="329589"/>
                  </a:lnTo>
                  <a:lnTo>
                    <a:pt x="268805" y="329462"/>
                  </a:lnTo>
                  <a:lnTo>
                    <a:pt x="269090" y="329343"/>
                  </a:lnTo>
                  <a:lnTo>
                    <a:pt x="269922" y="329002"/>
                  </a:lnTo>
                  <a:lnTo>
                    <a:pt x="270105" y="329059"/>
                  </a:lnTo>
                  <a:lnTo>
                    <a:pt x="270409" y="329152"/>
                  </a:lnTo>
                  <a:lnTo>
                    <a:pt x="271138" y="329380"/>
                  </a:lnTo>
                  <a:lnTo>
                    <a:pt x="271300" y="329436"/>
                  </a:lnTo>
                  <a:lnTo>
                    <a:pt x="271609" y="329544"/>
                  </a:lnTo>
                  <a:lnTo>
                    <a:pt x="271902" y="329616"/>
                  </a:lnTo>
                  <a:lnTo>
                    <a:pt x="272904" y="329850"/>
                  </a:lnTo>
                  <a:lnTo>
                    <a:pt x="273714" y="330040"/>
                  </a:lnTo>
                  <a:lnTo>
                    <a:pt x="274250" y="330175"/>
                  </a:lnTo>
                  <a:lnTo>
                    <a:pt x="275194" y="330085"/>
                  </a:lnTo>
                  <a:lnTo>
                    <a:pt x="275908" y="329939"/>
                  </a:lnTo>
                  <a:lnTo>
                    <a:pt x="276216" y="329876"/>
                  </a:lnTo>
                  <a:lnTo>
                    <a:pt x="276491" y="329819"/>
                  </a:lnTo>
                  <a:lnTo>
                    <a:pt x="277159" y="329680"/>
                  </a:lnTo>
                  <a:lnTo>
                    <a:pt x="277624" y="329586"/>
                  </a:lnTo>
                  <a:lnTo>
                    <a:pt x="278002" y="329514"/>
                  </a:lnTo>
                  <a:lnTo>
                    <a:pt x="278295" y="329439"/>
                  </a:lnTo>
                  <a:lnTo>
                    <a:pt x="279036" y="329296"/>
                  </a:lnTo>
                  <a:lnTo>
                    <a:pt x="279242" y="329248"/>
                  </a:lnTo>
                  <a:lnTo>
                    <a:pt x="280806" y="328901"/>
                  </a:lnTo>
                  <a:lnTo>
                    <a:pt x="281645" y="328781"/>
                  </a:lnTo>
                  <a:lnTo>
                    <a:pt x="282343" y="328522"/>
                  </a:lnTo>
                  <a:lnTo>
                    <a:pt x="282890" y="328306"/>
                  </a:lnTo>
                  <a:lnTo>
                    <a:pt x="283315" y="328141"/>
                  </a:lnTo>
                  <a:lnTo>
                    <a:pt x="283624" y="328023"/>
                  </a:lnTo>
                  <a:lnTo>
                    <a:pt x="284593" y="327653"/>
                  </a:lnTo>
                  <a:lnTo>
                    <a:pt x="285150" y="327437"/>
                  </a:lnTo>
                  <a:lnTo>
                    <a:pt x="285462" y="327325"/>
                  </a:lnTo>
                  <a:lnTo>
                    <a:pt x="285781" y="327277"/>
                  </a:lnTo>
                  <a:lnTo>
                    <a:pt x="286278" y="327247"/>
                  </a:lnTo>
                  <a:lnTo>
                    <a:pt x="286526" y="327232"/>
                  </a:lnTo>
                  <a:lnTo>
                    <a:pt x="286749" y="327219"/>
                  </a:lnTo>
                  <a:lnTo>
                    <a:pt x="287406" y="327134"/>
                  </a:lnTo>
                  <a:lnTo>
                    <a:pt x="288096" y="327036"/>
                  </a:lnTo>
                  <a:lnTo>
                    <a:pt x="288513" y="326973"/>
                  </a:lnTo>
                  <a:lnTo>
                    <a:pt x="288699" y="326945"/>
                  </a:lnTo>
                  <a:lnTo>
                    <a:pt x="288965" y="326779"/>
                  </a:lnTo>
                  <a:lnTo>
                    <a:pt x="289098" y="326695"/>
                  </a:lnTo>
                  <a:lnTo>
                    <a:pt x="289541" y="326418"/>
                  </a:lnTo>
                  <a:lnTo>
                    <a:pt x="289813" y="326243"/>
                  </a:lnTo>
                  <a:lnTo>
                    <a:pt x="290027" y="326106"/>
                  </a:lnTo>
                  <a:lnTo>
                    <a:pt x="290591" y="325743"/>
                  </a:lnTo>
                  <a:lnTo>
                    <a:pt x="291013" y="325471"/>
                  </a:lnTo>
                  <a:lnTo>
                    <a:pt x="291285" y="325296"/>
                  </a:lnTo>
                  <a:lnTo>
                    <a:pt x="291506" y="325154"/>
                  </a:lnTo>
                  <a:lnTo>
                    <a:pt x="291847" y="324935"/>
                  </a:lnTo>
                  <a:lnTo>
                    <a:pt x="292068" y="324792"/>
                  </a:lnTo>
                  <a:lnTo>
                    <a:pt x="292150" y="324496"/>
                  </a:lnTo>
                  <a:lnTo>
                    <a:pt x="292329" y="323328"/>
                  </a:lnTo>
                  <a:lnTo>
                    <a:pt x="292364" y="323099"/>
                  </a:lnTo>
                  <a:lnTo>
                    <a:pt x="292412" y="322809"/>
                  </a:lnTo>
                  <a:lnTo>
                    <a:pt x="292465" y="322552"/>
                  </a:lnTo>
                  <a:lnTo>
                    <a:pt x="292434" y="322362"/>
                  </a:lnTo>
                  <a:lnTo>
                    <a:pt x="292324" y="321697"/>
                  </a:lnTo>
                  <a:lnTo>
                    <a:pt x="292128" y="320426"/>
                  </a:lnTo>
                  <a:lnTo>
                    <a:pt x="291942" y="319269"/>
                  </a:lnTo>
                  <a:lnTo>
                    <a:pt x="291060" y="316774"/>
                  </a:lnTo>
                  <a:lnTo>
                    <a:pt x="290828" y="315834"/>
                  </a:lnTo>
                  <a:lnTo>
                    <a:pt x="290629" y="315504"/>
                  </a:lnTo>
                  <a:lnTo>
                    <a:pt x="290418" y="315150"/>
                  </a:lnTo>
                  <a:lnTo>
                    <a:pt x="290223" y="314870"/>
                  </a:lnTo>
                  <a:lnTo>
                    <a:pt x="290078" y="314696"/>
                  </a:lnTo>
                  <a:lnTo>
                    <a:pt x="289478" y="314131"/>
                  </a:lnTo>
                  <a:lnTo>
                    <a:pt x="288980" y="313524"/>
                  </a:lnTo>
                  <a:lnTo>
                    <a:pt x="288531" y="312995"/>
                  </a:lnTo>
                  <a:lnTo>
                    <a:pt x="288123" y="312499"/>
                  </a:lnTo>
                  <a:lnTo>
                    <a:pt x="287946" y="312300"/>
                  </a:lnTo>
                  <a:lnTo>
                    <a:pt x="287824" y="312160"/>
                  </a:lnTo>
                  <a:lnTo>
                    <a:pt x="286584" y="311099"/>
                  </a:lnTo>
                  <a:lnTo>
                    <a:pt x="286609" y="310921"/>
                  </a:lnTo>
                  <a:lnTo>
                    <a:pt x="286663" y="310505"/>
                  </a:lnTo>
                  <a:lnTo>
                    <a:pt x="286744" y="309886"/>
                  </a:lnTo>
                  <a:lnTo>
                    <a:pt x="287456" y="306576"/>
                  </a:lnTo>
                  <a:lnTo>
                    <a:pt x="287504" y="306357"/>
                  </a:lnTo>
                  <a:lnTo>
                    <a:pt x="287722" y="305366"/>
                  </a:lnTo>
                  <a:lnTo>
                    <a:pt x="287683" y="305126"/>
                  </a:lnTo>
                  <a:lnTo>
                    <a:pt x="287532" y="305002"/>
                  </a:lnTo>
                  <a:lnTo>
                    <a:pt x="287428" y="304849"/>
                  </a:lnTo>
                  <a:lnTo>
                    <a:pt x="287329" y="304551"/>
                  </a:lnTo>
                  <a:lnTo>
                    <a:pt x="286572" y="304026"/>
                  </a:lnTo>
                  <a:lnTo>
                    <a:pt x="286045" y="304244"/>
                  </a:lnTo>
                  <a:lnTo>
                    <a:pt x="285114" y="304314"/>
                  </a:lnTo>
                  <a:lnTo>
                    <a:pt x="284873" y="304163"/>
                  </a:lnTo>
                  <a:lnTo>
                    <a:pt x="283890" y="304139"/>
                  </a:lnTo>
                  <a:lnTo>
                    <a:pt x="283854" y="304005"/>
                  </a:lnTo>
                  <a:lnTo>
                    <a:pt x="283526" y="303568"/>
                  </a:lnTo>
                  <a:lnTo>
                    <a:pt x="281552" y="302818"/>
                  </a:lnTo>
                  <a:lnTo>
                    <a:pt x="281294" y="302827"/>
                  </a:lnTo>
                  <a:lnTo>
                    <a:pt x="280034" y="303284"/>
                  </a:lnTo>
                  <a:lnTo>
                    <a:pt x="279669" y="303087"/>
                  </a:lnTo>
                  <a:lnTo>
                    <a:pt x="279477" y="302513"/>
                  </a:lnTo>
                  <a:lnTo>
                    <a:pt x="279550" y="302336"/>
                  </a:lnTo>
                  <a:lnTo>
                    <a:pt x="279963" y="301336"/>
                  </a:lnTo>
                  <a:lnTo>
                    <a:pt x="280311" y="300494"/>
                  </a:lnTo>
                  <a:lnTo>
                    <a:pt x="280461" y="300131"/>
                  </a:lnTo>
                  <a:lnTo>
                    <a:pt x="280890" y="299099"/>
                  </a:lnTo>
                  <a:lnTo>
                    <a:pt x="281357" y="298220"/>
                  </a:lnTo>
                  <a:lnTo>
                    <a:pt x="281505" y="297620"/>
                  </a:lnTo>
                  <a:lnTo>
                    <a:pt x="281612" y="297363"/>
                  </a:lnTo>
                  <a:lnTo>
                    <a:pt x="282105" y="296336"/>
                  </a:lnTo>
                  <a:lnTo>
                    <a:pt x="282423" y="295660"/>
                  </a:lnTo>
                  <a:lnTo>
                    <a:pt x="282696" y="295079"/>
                  </a:lnTo>
                  <a:lnTo>
                    <a:pt x="282899" y="294665"/>
                  </a:lnTo>
                  <a:lnTo>
                    <a:pt x="283010" y="294439"/>
                  </a:lnTo>
                  <a:lnTo>
                    <a:pt x="283306" y="293835"/>
                  </a:lnTo>
                  <a:lnTo>
                    <a:pt x="283377" y="293691"/>
                  </a:lnTo>
                  <a:lnTo>
                    <a:pt x="283521" y="293454"/>
                  </a:lnTo>
                  <a:lnTo>
                    <a:pt x="284017" y="292639"/>
                  </a:lnTo>
                  <a:lnTo>
                    <a:pt x="284276" y="292212"/>
                  </a:lnTo>
                  <a:lnTo>
                    <a:pt x="284938" y="291129"/>
                  </a:lnTo>
                  <a:lnTo>
                    <a:pt x="285421" y="290340"/>
                  </a:lnTo>
                  <a:lnTo>
                    <a:pt x="285730" y="289834"/>
                  </a:lnTo>
                  <a:lnTo>
                    <a:pt x="286178" y="289097"/>
                  </a:lnTo>
                  <a:lnTo>
                    <a:pt x="286220" y="288881"/>
                  </a:lnTo>
                  <a:lnTo>
                    <a:pt x="286337" y="288274"/>
                  </a:lnTo>
                  <a:lnTo>
                    <a:pt x="286366" y="288125"/>
                  </a:lnTo>
                  <a:lnTo>
                    <a:pt x="286479" y="287533"/>
                  </a:lnTo>
                  <a:lnTo>
                    <a:pt x="286530" y="287271"/>
                  </a:lnTo>
                  <a:lnTo>
                    <a:pt x="286596" y="286930"/>
                  </a:lnTo>
                  <a:lnTo>
                    <a:pt x="287641" y="285081"/>
                  </a:lnTo>
                  <a:lnTo>
                    <a:pt x="289053" y="282581"/>
                  </a:lnTo>
                  <a:lnTo>
                    <a:pt x="289766" y="281867"/>
                  </a:lnTo>
                  <a:lnTo>
                    <a:pt x="290003" y="281629"/>
                  </a:lnTo>
                  <a:lnTo>
                    <a:pt x="290471" y="281160"/>
                  </a:lnTo>
                  <a:lnTo>
                    <a:pt x="290655" y="280976"/>
                  </a:lnTo>
                  <a:lnTo>
                    <a:pt x="290843" y="280787"/>
                  </a:lnTo>
                  <a:lnTo>
                    <a:pt x="291609" y="279726"/>
                  </a:lnTo>
                  <a:lnTo>
                    <a:pt x="292273" y="278805"/>
                  </a:lnTo>
                  <a:lnTo>
                    <a:pt x="292607" y="278344"/>
                  </a:lnTo>
                  <a:lnTo>
                    <a:pt x="293031" y="277758"/>
                  </a:lnTo>
                  <a:lnTo>
                    <a:pt x="293902" y="276554"/>
                  </a:lnTo>
                  <a:lnTo>
                    <a:pt x="294181" y="276166"/>
                  </a:lnTo>
                  <a:lnTo>
                    <a:pt x="294330" y="275960"/>
                  </a:lnTo>
                  <a:lnTo>
                    <a:pt x="295188" y="274774"/>
                  </a:lnTo>
                  <a:lnTo>
                    <a:pt x="295364" y="274530"/>
                  </a:lnTo>
                  <a:lnTo>
                    <a:pt x="295641" y="274146"/>
                  </a:lnTo>
                  <a:lnTo>
                    <a:pt x="295784" y="273949"/>
                  </a:lnTo>
                  <a:lnTo>
                    <a:pt x="295933" y="273131"/>
                  </a:lnTo>
                  <a:lnTo>
                    <a:pt x="296075" y="273064"/>
                  </a:lnTo>
                  <a:lnTo>
                    <a:pt x="296205" y="273025"/>
                  </a:lnTo>
                  <a:lnTo>
                    <a:pt x="296494" y="272252"/>
                  </a:lnTo>
                  <a:lnTo>
                    <a:pt x="296444" y="272049"/>
                  </a:lnTo>
                  <a:lnTo>
                    <a:pt x="296396" y="271765"/>
                  </a:lnTo>
                  <a:lnTo>
                    <a:pt x="296345" y="271617"/>
                  </a:lnTo>
                  <a:lnTo>
                    <a:pt x="296131" y="271464"/>
                  </a:lnTo>
                  <a:lnTo>
                    <a:pt x="292758" y="271805"/>
                  </a:lnTo>
                  <a:lnTo>
                    <a:pt x="292508" y="271762"/>
                  </a:lnTo>
                  <a:lnTo>
                    <a:pt x="292452" y="271598"/>
                  </a:lnTo>
                  <a:lnTo>
                    <a:pt x="292396" y="271355"/>
                  </a:lnTo>
                  <a:lnTo>
                    <a:pt x="292305" y="271108"/>
                  </a:lnTo>
                  <a:lnTo>
                    <a:pt x="292121" y="270777"/>
                  </a:lnTo>
                  <a:lnTo>
                    <a:pt x="291961" y="270642"/>
                  </a:lnTo>
                  <a:lnTo>
                    <a:pt x="291749" y="270583"/>
                  </a:lnTo>
                  <a:lnTo>
                    <a:pt x="290852" y="270318"/>
                  </a:lnTo>
                  <a:lnTo>
                    <a:pt x="290836" y="269337"/>
                  </a:lnTo>
                  <a:lnTo>
                    <a:pt x="290817" y="268075"/>
                  </a:lnTo>
                  <a:lnTo>
                    <a:pt x="290781" y="265876"/>
                  </a:lnTo>
                  <a:lnTo>
                    <a:pt x="290774" y="265386"/>
                  </a:lnTo>
                  <a:lnTo>
                    <a:pt x="290770" y="265142"/>
                  </a:lnTo>
                  <a:lnTo>
                    <a:pt x="290741" y="263361"/>
                  </a:lnTo>
                  <a:lnTo>
                    <a:pt x="292286" y="262418"/>
                  </a:lnTo>
                  <a:lnTo>
                    <a:pt x="293463" y="261699"/>
                  </a:lnTo>
                  <a:lnTo>
                    <a:pt x="296484" y="259853"/>
                  </a:lnTo>
                  <a:lnTo>
                    <a:pt x="297572" y="259188"/>
                  </a:lnTo>
                  <a:lnTo>
                    <a:pt x="298635" y="258538"/>
                  </a:lnTo>
                  <a:lnTo>
                    <a:pt x="298767" y="258458"/>
                  </a:lnTo>
                  <a:lnTo>
                    <a:pt x="298952" y="258344"/>
                  </a:lnTo>
                  <a:lnTo>
                    <a:pt x="300708" y="257271"/>
                  </a:lnTo>
                  <a:lnTo>
                    <a:pt x="301437" y="256826"/>
                  </a:lnTo>
                  <a:lnTo>
                    <a:pt x="301977" y="256496"/>
                  </a:lnTo>
                  <a:lnTo>
                    <a:pt x="302343" y="256273"/>
                  </a:lnTo>
                  <a:lnTo>
                    <a:pt x="303208" y="254599"/>
                  </a:lnTo>
                  <a:lnTo>
                    <a:pt x="303918" y="253226"/>
                  </a:lnTo>
                  <a:lnTo>
                    <a:pt x="304410" y="252274"/>
                  </a:lnTo>
                  <a:lnTo>
                    <a:pt x="304676" y="251760"/>
                  </a:lnTo>
                  <a:lnTo>
                    <a:pt x="305366" y="250426"/>
                  </a:lnTo>
                  <a:lnTo>
                    <a:pt x="305704" y="249772"/>
                  </a:lnTo>
                  <a:lnTo>
                    <a:pt x="305809" y="249570"/>
                  </a:lnTo>
                  <a:lnTo>
                    <a:pt x="306172" y="248869"/>
                  </a:lnTo>
                  <a:lnTo>
                    <a:pt x="306824" y="247607"/>
                  </a:lnTo>
                  <a:lnTo>
                    <a:pt x="307719" y="245877"/>
                  </a:lnTo>
                  <a:lnTo>
                    <a:pt x="307898" y="245530"/>
                  </a:lnTo>
                  <a:lnTo>
                    <a:pt x="308066" y="245207"/>
                  </a:lnTo>
                  <a:lnTo>
                    <a:pt x="308170" y="245004"/>
                  </a:lnTo>
                  <a:lnTo>
                    <a:pt x="308677" y="244026"/>
                  </a:lnTo>
                  <a:lnTo>
                    <a:pt x="309998" y="243608"/>
                  </a:lnTo>
                  <a:lnTo>
                    <a:pt x="310896" y="243323"/>
                  </a:lnTo>
                  <a:lnTo>
                    <a:pt x="311181" y="243233"/>
                  </a:lnTo>
                  <a:lnTo>
                    <a:pt x="312042" y="242961"/>
                  </a:lnTo>
                  <a:lnTo>
                    <a:pt x="312274" y="242887"/>
                  </a:lnTo>
                  <a:lnTo>
                    <a:pt x="312711" y="242749"/>
                  </a:lnTo>
                  <a:lnTo>
                    <a:pt x="313144" y="242612"/>
                  </a:lnTo>
                  <a:lnTo>
                    <a:pt x="314381" y="242219"/>
                  </a:lnTo>
                  <a:lnTo>
                    <a:pt x="314707" y="241451"/>
                  </a:lnTo>
                  <a:lnTo>
                    <a:pt x="314959" y="240809"/>
                  </a:lnTo>
                  <a:lnTo>
                    <a:pt x="315208" y="240174"/>
                  </a:lnTo>
                  <a:lnTo>
                    <a:pt x="318428" y="236866"/>
                  </a:lnTo>
                  <a:lnTo>
                    <a:pt x="319578" y="235919"/>
                  </a:lnTo>
                  <a:lnTo>
                    <a:pt x="320554" y="235114"/>
                  </a:lnTo>
                  <a:lnTo>
                    <a:pt x="321876" y="234022"/>
                  </a:lnTo>
                  <a:lnTo>
                    <a:pt x="323601" y="232601"/>
                  </a:lnTo>
                  <a:lnTo>
                    <a:pt x="324258" y="232268"/>
                  </a:lnTo>
                  <a:lnTo>
                    <a:pt x="325263" y="231746"/>
                  </a:lnTo>
                  <a:lnTo>
                    <a:pt x="326064" y="231331"/>
                  </a:lnTo>
                  <a:lnTo>
                    <a:pt x="327441" y="230606"/>
                  </a:lnTo>
                  <a:lnTo>
                    <a:pt x="327791" y="229830"/>
                  </a:lnTo>
                  <a:lnTo>
                    <a:pt x="328050" y="229176"/>
                  </a:lnTo>
                  <a:lnTo>
                    <a:pt x="328808" y="227263"/>
                  </a:lnTo>
                  <a:lnTo>
                    <a:pt x="329855" y="226443"/>
                  </a:lnTo>
                  <a:lnTo>
                    <a:pt x="330937" y="225597"/>
                  </a:lnTo>
                  <a:lnTo>
                    <a:pt x="331833" y="224895"/>
                  </a:lnTo>
                  <a:lnTo>
                    <a:pt x="331981" y="224780"/>
                  </a:lnTo>
                  <a:lnTo>
                    <a:pt x="332568" y="224321"/>
                  </a:lnTo>
                  <a:lnTo>
                    <a:pt x="332756" y="224174"/>
                  </a:lnTo>
                  <a:lnTo>
                    <a:pt x="333557" y="223547"/>
                  </a:lnTo>
                  <a:lnTo>
                    <a:pt x="333790" y="223364"/>
                  </a:lnTo>
                  <a:lnTo>
                    <a:pt x="335468" y="222051"/>
                  </a:lnTo>
                  <a:lnTo>
                    <a:pt x="337841" y="220195"/>
                  </a:lnTo>
                  <a:lnTo>
                    <a:pt x="343146" y="216044"/>
                  </a:lnTo>
                  <a:lnTo>
                    <a:pt x="343557" y="215722"/>
                  </a:lnTo>
                  <a:lnTo>
                    <a:pt x="344743" y="214794"/>
                  </a:lnTo>
                  <a:lnTo>
                    <a:pt x="347774" y="212129"/>
                  </a:lnTo>
                  <a:lnTo>
                    <a:pt x="347495" y="211904"/>
                  </a:lnTo>
                  <a:lnTo>
                    <a:pt x="347394" y="211732"/>
                  </a:lnTo>
                  <a:lnTo>
                    <a:pt x="347266" y="211621"/>
                  </a:lnTo>
                  <a:lnTo>
                    <a:pt x="347210" y="211455"/>
                  </a:lnTo>
                  <a:lnTo>
                    <a:pt x="347246" y="211300"/>
                  </a:lnTo>
                  <a:lnTo>
                    <a:pt x="347404" y="211135"/>
                  </a:lnTo>
                  <a:lnTo>
                    <a:pt x="347430" y="210652"/>
                  </a:lnTo>
                  <a:lnTo>
                    <a:pt x="347643" y="209988"/>
                  </a:lnTo>
                  <a:lnTo>
                    <a:pt x="347304" y="209786"/>
                  </a:lnTo>
                  <a:lnTo>
                    <a:pt x="347304" y="209524"/>
                  </a:lnTo>
                  <a:lnTo>
                    <a:pt x="347422" y="209275"/>
                  </a:lnTo>
                  <a:lnTo>
                    <a:pt x="347602" y="209034"/>
                  </a:lnTo>
                  <a:lnTo>
                    <a:pt x="347486" y="208625"/>
                  </a:lnTo>
                  <a:lnTo>
                    <a:pt x="347895" y="207576"/>
                  </a:lnTo>
                  <a:lnTo>
                    <a:pt x="348086" y="207242"/>
                  </a:lnTo>
                  <a:lnTo>
                    <a:pt x="348045" y="206998"/>
                  </a:lnTo>
                  <a:lnTo>
                    <a:pt x="347825" y="206574"/>
                  </a:lnTo>
                  <a:lnTo>
                    <a:pt x="347602" y="206279"/>
                  </a:lnTo>
                  <a:lnTo>
                    <a:pt x="347516" y="206116"/>
                  </a:lnTo>
                  <a:lnTo>
                    <a:pt x="347343" y="205933"/>
                  </a:lnTo>
                  <a:lnTo>
                    <a:pt x="347254" y="205802"/>
                  </a:lnTo>
                  <a:lnTo>
                    <a:pt x="347198" y="205617"/>
                  </a:lnTo>
                  <a:lnTo>
                    <a:pt x="347159" y="205471"/>
                  </a:lnTo>
                  <a:lnTo>
                    <a:pt x="347165" y="205189"/>
                  </a:lnTo>
                  <a:lnTo>
                    <a:pt x="347086" y="204965"/>
                  </a:lnTo>
                  <a:lnTo>
                    <a:pt x="347002" y="204782"/>
                  </a:lnTo>
                  <a:lnTo>
                    <a:pt x="346857" y="204510"/>
                  </a:lnTo>
                  <a:lnTo>
                    <a:pt x="346750" y="204352"/>
                  </a:lnTo>
                  <a:lnTo>
                    <a:pt x="346587" y="204235"/>
                  </a:lnTo>
                  <a:lnTo>
                    <a:pt x="346452" y="204159"/>
                  </a:lnTo>
                  <a:lnTo>
                    <a:pt x="346292" y="204138"/>
                  </a:lnTo>
                  <a:lnTo>
                    <a:pt x="346058" y="204123"/>
                  </a:lnTo>
                  <a:lnTo>
                    <a:pt x="345877" y="204136"/>
                  </a:lnTo>
                  <a:lnTo>
                    <a:pt x="345704" y="204161"/>
                  </a:lnTo>
                  <a:lnTo>
                    <a:pt x="345556" y="204174"/>
                  </a:lnTo>
                  <a:lnTo>
                    <a:pt x="345388" y="204192"/>
                  </a:lnTo>
                  <a:lnTo>
                    <a:pt x="345208" y="204100"/>
                  </a:lnTo>
                  <a:lnTo>
                    <a:pt x="345427" y="203589"/>
                  </a:lnTo>
                  <a:lnTo>
                    <a:pt x="345536" y="203016"/>
                  </a:lnTo>
                  <a:lnTo>
                    <a:pt x="345653" y="202871"/>
                  </a:lnTo>
                  <a:lnTo>
                    <a:pt x="346009" y="202675"/>
                  </a:lnTo>
                  <a:lnTo>
                    <a:pt x="346279" y="202400"/>
                  </a:lnTo>
                  <a:lnTo>
                    <a:pt x="346292" y="202237"/>
                  </a:lnTo>
                  <a:lnTo>
                    <a:pt x="346249" y="202067"/>
                  </a:lnTo>
                  <a:lnTo>
                    <a:pt x="346292" y="201884"/>
                  </a:lnTo>
                  <a:lnTo>
                    <a:pt x="346368" y="201675"/>
                  </a:lnTo>
                  <a:lnTo>
                    <a:pt x="346574" y="201484"/>
                  </a:lnTo>
                  <a:lnTo>
                    <a:pt x="346788" y="201329"/>
                  </a:lnTo>
                  <a:lnTo>
                    <a:pt x="346961" y="201258"/>
                  </a:lnTo>
                  <a:lnTo>
                    <a:pt x="347162" y="201120"/>
                  </a:lnTo>
                  <a:lnTo>
                    <a:pt x="347325" y="200996"/>
                  </a:lnTo>
                  <a:lnTo>
                    <a:pt x="347526" y="200616"/>
                  </a:lnTo>
                  <a:lnTo>
                    <a:pt x="347414" y="200428"/>
                  </a:lnTo>
                  <a:lnTo>
                    <a:pt x="348119" y="199764"/>
                  </a:lnTo>
                  <a:lnTo>
                    <a:pt x="348536" y="199377"/>
                  </a:lnTo>
                  <a:lnTo>
                    <a:pt x="348694" y="199278"/>
                  </a:lnTo>
                  <a:lnTo>
                    <a:pt x="349037" y="199186"/>
                  </a:lnTo>
                  <a:lnTo>
                    <a:pt x="349340" y="199136"/>
                  </a:lnTo>
                  <a:lnTo>
                    <a:pt x="349625" y="199130"/>
                  </a:lnTo>
                  <a:lnTo>
                    <a:pt x="350256" y="199059"/>
                  </a:lnTo>
                  <a:lnTo>
                    <a:pt x="350416" y="198985"/>
                  </a:lnTo>
                  <a:lnTo>
                    <a:pt x="350587" y="198685"/>
                  </a:lnTo>
                  <a:lnTo>
                    <a:pt x="351190" y="198619"/>
                  </a:lnTo>
                  <a:lnTo>
                    <a:pt x="351503" y="198527"/>
                  </a:lnTo>
                  <a:lnTo>
                    <a:pt x="351681" y="198319"/>
                  </a:lnTo>
                  <a:lnTo>
                    <a:pt x="351890" y="198108"/>
                  </a:lnTo>
                  <a:lnTo>
                    <a:pt x="352068" y="197975"/>
                  </a:lnTo>
                  <a:lnTo>
                    <a:pt x="352284" y="197904"/>
                  </a:lnTo>
                  <a:lnTo>
                    <a:pt x="352447" y="197858"/>
                  </a:lnTo>
                  <a:lnTo>
                    <a:pt x="352625" y="197774"/>
                  </a:lnTo>
                  <a:lnTo>
                    <a:pt x="352745" y="197578"/>
                  </a:lnTo>
                  <a:lnTo>
                    <a:pt x="352796" y="197441"/>
                  </a:lnTo>
                  <a:lnTo>
                    <a:pt x="352811" y="197281"/>
                  </a:lnTo>
                  <a:lnTo>
                    <a:pt x="352712" y="197123"/>
                  </a:lnTo>
                  <a:lnTo>
                    <a:pt x="352523" y="197049"/>
                  </a:lnTo>
                  <a:lnTo>
                    <a:pt x="352256" y="196881"/>
                  </a:lnTo>
                  <a:lnTo>
                    <a:pt x="352279" y="196672"/>
                  </a:lnTo>
                  <a:lnTo>
                    <a:pt x="352338" y="196527"/>
                  </a:lnTo>
                  <a:lnTo>
                    <a:pt x="352429" y="196395"/>
                  </a:lnTo>
                  <a:lnTo>
                    <a:pt x="352549" y="196179"/>
                  </a:lnTo>
                  <a:lnTo>
                    <a:pt x="352620" y="196006"/>
                  </a:lnTo>
                  <a:lnTo>
                    <a:pt x="352582" y="195823"/>
                  </a:lnTo>
                  <a:lnTo>
                    <a:pt x="352513" y="195680"/>
                  </a:lnTo>
                  <a:lnTo>
                    <a:pt x="352750" y="195220"/>
                  </a:lnTo>
                  <a:lnTo>
                    <a:pt x="353282" y="195059"/>
                  </a:lnTo>
                  <a:lnTo>
                    <a:pt x="353648" y="194937"/>
                  </a:lnTo>
                  <a:lnTo>
                    <a:pt x="353928" y="194764"/>
                  </a:lnTo>
                  <a:lnTo>
                    <a:pt x="354040" y="194571"/>
                  </a:lnTo>
                  <a:lnTo>
                    <a:pt x="354205" y="194362"/>
                  </a:lnTo>
                  <a:lnTo>
                    <a:pt x="354350" y="194237"/>
                  </a:lnTo>
                  <a:lnTo>
                    <a:pt x="354503" y="194219"/>
                  </a:lnTo>
                  <a:lnTo>
                    <a:pt x="354770" y="194174"/>
                  </a:lnTo>
                  <a:lnTo>
                    <a:pt x="354951" y="194120"/>
                  </a:lnTo>
                  <a:lnTo>
                    <a:pt x="355058" y="193993"/>
                  </a:lnTo>
                  <a:lnTo>
                    <a:pt x="355114" y="193851"/>
                  </a:lnTo>
                  <a:lnTo>
                    <a:pt x="355208" y="193652"/>
                  </a:lnTo>
                  <a:lnTo>
                    <a:pt x="354208" y="193210"/>
                  </a:lnTo>
                  <a:lnTo>
                    <a:pt x="353315" y="192896"/>
                  </a:lnTo>
                  <a:lnTo>
                    <a:pt x="352399" y="192588"/>
                  </a:lnTo>
                  <a:lnTo>
                    <a:pt x="350851" y="192097"/>
                  </a:lnTo>
                  <a:lnTo>
                    <a:pt x="350630" y="192029"/>
                  </a:lnTo>
                  <a:lnTo>
                    <a:pt x="350302" y="191884"/>
                  </a:lnTo>
                  <a:lnTo>
                    <a:pt x="349564" y="191929"/>
                  </a:lnTo>
                  <a:lnTo>
                    <a:pt x="349167" y="191952"/>
                  </a:lnTo>
                  <a:lnTo>
                    <a:pt x="347690" y="191913"/>
                  </a:lnTo>
                  <a:lnTo>
                    <a:pt x="347458" y="191907"/>
                  </a:lnTo>
                  <a:lnTo>
                    <a:pt x="346700" y="191887"/>
                  </a:lnTo>
                  <a:lnTo>
                    <a:pt x="346187" y="191868"/>
                  </a:lnTo>
                  <a:lnTo>
                    <a:pt x="345564" y="191853"/>
                  </a:lnTo>
                  <a:lnTo>
                    <a:pt x="344974" y="191838"/>
                  </a:lnTo>
                  <a:lnTo>
                    <a:pt x="344316" y="191821"/>
                  </a:lnTo>
                  <a:lnTo>
                    <a:pt x="343773" y="191805"/>
                  </a:lnTo>
                  <a:lnTo>
                    <a:pt x="343165" y="191787"/>
                  </a:lnTo>
                  <a:lnTo>
                    <a:pt x="342908" y="191779"/>
                  </a:lnTo>
                  <a:lnTo>
                    <a:pt x="342404" y="191739"/>
                  </a:lnTo>
                  <a:lnTo>
                    <a:pt x="342009" y="191683"/>
                  </a:lnTo>
                  <a:lnTo>
                    <a:pt x="341012" y="188884"/>
                  </a:lnTo>
                  <a:lnTo>
                    <a:pt x="340924" y="188710"/>
                  </a:lnTo>
                  <a:lnTo>
                    <a:pt x="341020" y="188076"/>
                  </a:lnTo>
                  <a:lnTo>
                    <a:pt x="341059" y="187813"/>
                  </a:lnTo>
                  <a:lnTo>
                    <a:pt x="342140" y="180634"/>
                  </a:lnTo>
                  <a:lnTo>
                    <a:pt x="342227" y="180053"/>
                  </a:lnTo>
                  <a:lnTo>
                    <a:pt x="342553" y="177889"/>
                  </a:lnTo>
                  <a:lnTo>
                    <a:pt x="342677" y="177065"/>
                  </a:lnTo>
                  <a:lnTo>
                    <a:pt x="342698" y="176929"/>
                  </a:lnTo>
                  <a:lnTo>
                    <a:pt x="342759" y="176519"/>
                  </a:lnTo>
                  <a:lnTo>
                    <a:pt x="342844" y="175955"/>
                  </a:lnTo>
                  <a:lnTo>
                    <a:pt x="343396" y="172288"/>
                  </a:lnTo>
                  <a:lnTo>
                    <a:pt x="342164" y="168192"/>
                  </a:lnTo>
                  <a:lnTo>
                    <a:pt x="342118" y="168038"/>
                  </a:lnTo>
                  <a:lnTo>
                    <a:pt x="341710" y="166682"/>
                  </a:lnTo>
                  <a:lnTo>
                    <a:pt x="343875" y="155922"/>
                  </a:lnTo>
                  <a:lnTo>
                    <a:pt x="343910" y="155749"/>
                  </a:lnTo>
                  <a:lnTo>
                    <a:pt x="343957" y="155519"/>
                  </a:lnTo>
                  <a:lnTo>
                    <a:pt x="344063" y="154993"/>
                  </a:lnTo>
                  <a:lnTo>
                    <a:pt x="344133" y="154641"/>
                  </a:lnTo>
                  <a:lnTo>
                    <a:pt x="344208" y="154269"/>
                  </a:lnTo>
                  <a:lnTo>
                    <a:pt x="344254" y="154040"/>
                  </a:lnTo>
                  <a:lnTo>
                    <a:pt x="344317" y="153730"/>
                  </a:lnTo>
                  <a:lnTo>
                    <a:pt x="344377" y="153429"/>
                  </a:lnTo>
                  <a:lnTo>
                    <a:pt x="344940" y="152887"/>
                  </a:lnTo>
                  <a:lnTo>
                    <a:pt x="346111" y="150884"/>
                  </a:lnTo>
                  <a:lnTo>
                    <a:pt x="346467" y="149774"/>
                  </a:lnTo>
                  <a:lnTo>
                    <a:pt x="347307" y="148704"/>
                  </a:lnTo>
                  <a:lnTo>
                    <a:pt x="348385" y="146013"/>
                  </a:lnTo>
                  <a:lnTo>
                    <a:pt x="348784" y="145018"/>
                  </a:lnTo>
                  <a:lnTo>
                    <a:pt x="348922" y="144892"/>
                  </a:lnTo>
                  <a:lnTo>
                    <a:pt x="349253" y="144593"/>
                  </a:lnTo>
                  <a:lnTo>
                    <a:pt x="349480" y="144057"/>
                  </a:lnTo>
                  <a:lnTo>
                    <a:pt x="349510" y="143755"/>
                  </a:lnTo>
                  <a:lnTo>
                    <a:pt x="349525" y="143612"/>
                  </a:lnTo>
                  <a:lnTo>
                    <a:pt x="349592" y="142940"/>
                  </a:lnTo>
                  <a:lnTo>
                    <a:pt x="349784" y="142343"/>
                  </a:lnTo>
                  <a:lnTo>
                    <a:pt x="349868" y="141921"/>
                  </a:lnTo>
                  <a:lnTo>
                    <a:pt x="350821" y="140155"/>
                  </a:lnTo>
                  <a:lnTo>
                    <a:pt x="350986" y="139624"/>
                  </a:lnTo>
                  <a:lnTo>
                    <a:pt x="355724" y="131675"/>
                  </a:lnTo>
                  <a:lnTo>
                    <a:pt x="356085" y="131911"/>
                  </a:lnTo>
                  <a:lnTo>
                    <a:pt x="356605" y="132629"/>
                  </a:lnTo>
                  <a:lnTo>
                    <a:pt x="356658" y="132807"/>
                  </a:lnTo>
                  <a:lnTo>
                    <a:pt x="356940" y="133250"/>
                  </a:lnTo>
                  <a:lnTo>
                    <a:pt x="356976" y="133387"/>
                  </a:lnTo>
                  <a:lnTo>
                    <a:pt x="357009" y="133514"/>
                  </a:lnTo>
                  <a:lnTo>
                    <a:pt x="357279" y="133601"/>
                  </a:lnTo>
                  <a:lnTo>
                    <a:pt x="357411" y="133570"/>
                  </a:lnTo>
                  <a:lnTo>
                    <a:pt x="357630" y="133642"/>
                  </a:lnTo>
                  <a:lnTo>
                    <a:pt x="357818" y="133700"/>
                  </a:lnTo>
                  <a:lnTo>
                    <a:pt x="357963" y="133667"/>
                  </a:lnTo>
                  <a:lnTo>
                    <a:pt x="357991" y="133499"/>
                  </a:lnTo>
                  <a:lnTo>
                    <a:pt x="358037" y="133217"/>
                  </a:lnTo>
                  <a:lnTo>
                    <a:pt x="358187" y="132929"/>
                  </a:lnTo>
                  <a:lnTo>
                    <a:pt x="358350" y="132901"/>
                  </a:lnTo>
                  <a:lnTo>
                    <a:pt x="358778" y="132878"/>
                  </a:lnTo>
                  <a:lnTo>
                    <a:pt x="358854" y="133087"/>
                  </a:lnTo>
                  <a:lnTo>
                    <a:pt x="359154" y="133311"/>
                  </a:lnTo>
                  <a:lnTo>
                    <a:pt x="359449" y="133596"/>
                  </a:lnTo>
                  <a:lnTo>
                    <a:pt x="359582" y="133517"/>
                  </a:lnTo>
                  <a:lnTo>
                    <a:pt x="360045" y="133178"/>
                  </a:lnTo>
                  <a:lnTo>
                    <a:pt x="360472" y="132285"/>
                  </a:lnTo>
                  <a:lnTo>
                    <a:pt x="360699" y="132150"/>
                  </a:lnTo>
                  <a:lnTo>
                    <a:pt x="360724" y="132016"/>
                  </a:lnTo>
                  <a:lnTo>
                    <a:pt x="360605" y="131809"/>
                  </a:lnTo>
                  <a:lnTo>
                    <a:pt x="360772" y="131387"/>
                  </a:lnTo>
                  <a:lnTo>
                    <a:pt x="360923" y="131479"/>
                  </a:lnTo>
                  <a:lnTo>
                    <a:pt x="361091" y="131568"/>
                  </a:lnTo>
                  <a:lnTo>
                    <a:pt x="361289" y="131677"/>
                  </a:lnTo>
                  <a:lnTo>
                    <a:pt x="361487" y="131809"/>
                  </a:lnTo>
                  <a:lnTo>
                    <a:pt x="361729" y="131820"/>
                  </a:lnTo>
                  <a:lnTo>
                    <a:pt x="361755" y="131458"/>
                  </a:lnTo>
                  <a:lnTo>
                    <a:pt x="361701" y="131133"/>
                  </a:lnTo>
                  <a:lnTo>
                    <a:pt x="361551" y="131036"/>
                  </a:lnTo>
                  <a:lnTo>
                    <a:pt x="361068" y="130497"/>
                  </a:lnTo>
                  <a:lnTo>
                    <a:pt x="360910" y="130280"/>
                  </a:lnTo>
                  <a:lnTo>
                    <a:pt x="360722" y="130049"/>
                  </a:lnTo>
                  <a:lnTo>
                    <a:pt x="360434" y="129664"/>
                  </a:lnTo>
                  <a:lnTo>
                    <a:pt x="360029" y="129224"/>
                  </a:lnTo>
                  <a:lnTo>
                    <a:pt x="359732" y="128891"/>
                  </a:lnTo>
                  <a:lnTo>
                    <a:pt x="359416" y="128540"/>
                  </a:lnTo>
                  <a:lnTo>
                    <a:pt x="359144" y="128240"/>
                  </a:lnTo>
                  <a:lnTo>
                    <a:pt x="358943" y="128016"/>
                  </a:lnTo>
                  <a:lnTo>
                    <a:pt x="358307" y="127293"/>
                  </a:lnTo>
                  <a:lnTo>
                    <a:pt x="358062" y="126741"/>
                  </a:lnTo>
                  <a:lnTo>
                    <a:pt x="357783" y="126443"/>
                  </a:lnTo>
                  <a:lnTo>
                    <a:pt x="357617" y="126186"/>
                  </a:lnTo>
                  <a:lnTo>
                    <a:pt x="357388" y="125919"/>
                  </a:lnTo>
                  <a:lnTo>
                    <a:pt x="356991" y="125514"/>
                  </a:lnTo>
                  <a:lnTo>
                    <a:pt x="356826" y="125186"/>
                  </a:lnTo>
                  <a:lnTo>
                    <a:pt x="356747" y="124939"/>
                  </a:lnTo>
                  <a:lnTo>
                    <a:pt x="356676" y="124792"/>
                  </a:lnTo>
                  <a:lnTo>
                    <a:pt x="356551" y="124530"/>
                  </a:lnTo>
                  <a:lnTo>
                    <a:pt x="356360" y="124283"/>
                  </a:lnTo>
                  <a:lnTo>
                    <a:pt x="356312" y="123985"/>
                  </a:lnTo>
                  <a:lnTo>
                    <a:pt x="356134" y="123754"/>
                  </a:lnTo>
                  <a:lnTo>
                    <a:pt x="355589" y="122893"/>
                  </a:lnTo>
                  <a:lnTo>
                    <a:pt x="355706" y="122718"/>
                  </a:lnTo>
                  <a:lnTo>
                    <a:pt x="355887" y="122601"/>
                  </a:lnTo>
                  <a:lnTo>
                    <a:pt x="356037" y="122504"/>
                  </a:lnTo>
                  <a:lnTo>
                    <a:pt x="356594" y="122430"/>
                  </a:lnTo>
                  <a:lnTo>
                    <a:pt x="356732" y="122463"/>
                  </a:lnTo>
                  <a:lnTo>
                    <a:pt x="356879" y="122502"/>
                  </a:lnTo>
                  <a:lnTo>
                    <a:pt x="357029" y="122502"/>
                  </a:lnTo>
                  <a:lnTo>
                    <a:pt x="357187" y="122621"/>
                  </a:lnTo>
                  <a:lnTo>
                    <a:pt x="357696" y="122575"/>
                  </a:lnTo>
                  <a:lnTo>
                    <a:pt x="357851" y="122547"/>
                  </a:lnTo>
                  <a:lnTo>
                    <a:pt x="358378" y="122362"/>
                  </a:lnTo>
                  <a:lnTo>
                    <a:pt x="358523" y="122318"/>
                  </a:lnTo>
                  <a:lnTo>
                    <a:pt x="358673" y="122275"/>
                  </a:lnTo>
                  <a:lnTo>
                    <a:pt x="358834" y="122265"/>
                  </a:lnTo>
                  <a:lnTo>
                    <a:pt x="359098" y="122204"/>
                  </a:lnTo>
                  <a:lnTo>
                    <a:pt x="359248" y="122148"/>
                  </a:lnTo>
                  <a:lnTo>
                    <a:pt x="359378" y="122097"/>
                  </a:lnTo>
                  <a:lnTo>
                    <a:pt x="359793" y="121985"/>
                  </a:lnTo>
                  <a:lnTo>
                    <a:pt x="359943" y="121881"/>
                  </a:lnTo>
                  <a:lnTo>
                    <a:pt x="360098" y="121911"/>
                  </a:lnTo>
                  <a:lnTo>
                    <a:pt x="360274" y="121909"/>
                  </a:lnTo>
                  <a:lnTo>
                    <a:pt x="360526" y="121863"/>
                  </a:lnTo>
                  <a:lnTo>
                    <a:pt x="360699" y="121835"/>
                  </a:lnTo>
                  <a:lnTo>
                    <a:pt x="360828" y="121815"/>
                  </a:lnTo>
                  <a:lnTo>
                    <a:pt x="360989" y="121787"/>
                  </a:lnTo>
                  <a:lnTo>
                    <a:pt x="361228" y="121621"/>
                  </a:lnTo>
                  <a:lnTo>
                    <a:pt x="361521" y="121570"/>
                  </a:lnTo>
                  <a:lnTo>
                    <a:pt x="361648" y="121552"/>
                  </a:lnTo>
                  <a:lnTo>
                    <a:pt x="361803" y="121504"/>
                  </a:lnTo>
                  <a:lnTo>
                    <a:pt x="361968" y="121463"/>
                  </a:lnTo>
                  <a:lnTo>
                    <a:pt x="362381" y="121303"/>
                  </a:lnTo>
                  <a:lnTo>
                    <a:pt x="362569" y="121213"/>
                  </a:lnTo>
                  <a:lnTo>
                    <a:pt x="362902" y="121051"/>
                  </a:lnTo>
                  <a:lnTo>
                    <a:pt x="363149" y="120934"/>
                  </a:lnTo>
                  <a:lnTo>
                    <a:pt x="363302" y="120860"/>
                  </a:lnTo>
                  <a:lnTo>
                    <a:pt x="363574" y="120741"/>
                  </a:lnTo>
                  <a:lnTo>
                    <a:pt x="363744" y="120649"/>
                  </a:lnTo>
                  <a:lnTo>
                    <a:pt x="363938" y="120560"/>
                  </a:lnTo>
                  <a:lnTo>
                    <a:pt x="364228" y="120435"/>
                  </a:lnTo>
                  <a:lnTo>
                    <a:pt x="364360" y="120349"/>
                  </a:lnTo>
                  <a:lnTo>
                    <a:pt x="364671" y="120166"/>
                  </a:lnTo>
                  <a:lnTo>
                    <a:pt x="365337" y="119769"/>
                  </a:lnTo>
                  <a:lnTo>
                    <a:pt x="365666" y="119410"/>
                  </a:lnTo>
                  <a:lnTo>
                    <a:pt x="365798" y="119280"/>
                  </a:lnTo>
                  <a:lnTo>
                    <a:pt x="366197" y="119728"/>
                  </a:lnTo>
                  <a:lnTo>
                    <a:pt x="366622" y="119740"/>
                  </a:lnTo>
                  <a:lnTo>
                    <a:pt x="366783" y="119718"/>
                  </a:lnTo>
                  <a:lnTo>
                    <a:pt x="367854" y="119041"/>
                  </a:lnTo>
                  <a:lnTo>
                    <a:pt x="368309" y="118753"/>
                  </a:lnTo>
                  <a:lnTo>
                    <a:pt x="368556" y="118598"/>
                  </a:lnTo>
                  <a:lnTo>
                    <a:pt x="369017" y="118344"/>
                  </a:lnTo>
                  <a:lnTo>
                    <a:pt x="369228" y="118211"/>
                  </a:lnTo>
                  <a:lnTo>
                    <a:pt x="369584" y="117995"/>
                  </a:lnTo>
                  <a:lnTo>
                    <a:pt x="370177" y="117611"/>
                  </a:lnTo>
                  <a:lnTo>
                    <a:pt x="370603" y="117323"/>
                  </a:lnTo>
                  <a:lnTo>
                    <a:pt x="371003" y="117037"/>
                  </a:lnTo>
                  <a:lnTo>
                    <a:pt x="371243" y="116856"/>
                  </a:lnTo>
                  <a:lnTo>
                    <a:pt x="371591" y="116620"/>
                  </a:lnTo>
                  <a:lnTo>
                    <a:pt x="371761" y="116505"/>
                  </a:lnTo>
                  <a:lnTo>
                    <a:pt x="371901" y="116405"/>
                  </a:lnTo>
                  <a:lnTo>
                    <a:pt x="372037" y="116328"/>
                  </a:lnTo>
                  <a:lnTo>
                    <a:pt x="372211" y="116246"/>
                  </a:lnTo>
                  <a:lnTo>
                    <a:pt x="372340" y="116184"/>
                  </a:lnTo>
                  <a:lnTo>
                    <a:pt x="372732" y="115990"/>
                  </a:lnTo>
                  <a:lnTo>
                    <a:pt x="372860" y="115951"/>
                  </a:lnTo>
                  <a:lnTo>
                    <a:pt x="373400" y="115561"/>
                  </a:lnTo>
                  <a:lnTo>
                    <a:pt x="373490" y="115385"/>
                  </a:lnTo>
                  <a:lnTo>
                    <a:pt x="373523" y="115032"/>
                  </a:lnTo>
                  <a:lnTo>
                    <a:pt x="373585" y="114688"/>
                  </a:lnTo>
                  <a:lnTo>
                    <a:pt x="373676" y="114392"/>
                  </a:lnTo>
                  <a:lnTo>
                    <a:pt x="373774" y="114204"/>
                  </a:lnTo>
                  <a:lnTo>
                    <a:pt x="373954" y="113994"/>
                  </a:lnTo>
                  <a:lnTo>
                    <a:pt x="374143" y="113796"/>
                  </a:lnTo>
                  <a:lnTo>
                    <a:pt x="374446" y="113518"/>
                  </a:lnTo>
                  <a:lnTo>
                    <a:pt x="374655" y="113263"/>
                  </a:lnTo>
                  <a:lnTo>
                    <a:pt x="374761" y="113110"/>
                  </a:lnTo>
                  <a:lnTo>
                    <a:pt x="374926" y="112840"/>
                  </a:lnTo>
                  <a:lnTo>
                    <a:pt x="375010" y="112699"/>
                  </a:lnTo>
                  <a:lnTo>
                    <a:pt x="375260" y="112332"/>
                  </a:lnTo>
                  <a:lnTo>
                    <a:pt x="375795" y="111766"/>
                  </a:lnTo>
                  <a:lnTo>
                    <a:pt x="375932" y="111643"/>
                  </a:lnTo>
                  <a:lnTo>
                    <a:pt x="376294" y="111327"/>
                  </a:lnTo>
                  <a:lnTo>
                    <a:pt x="376720" y="111052"/>
                  </a:lnTo>
                  <a:lnTo>
                    <a:pt x="376987" y="110888"/>
                  </a:lnTo>
                  <a:lnTo>
                    <a:pt x="377119" y="110823"/>
                  </a:lnTo>
                  <a:lnTo>
                    <a:pt x="377528" y="110578"/>
                  </a:lnTo>
                  <a:lnTo>
                    <a:pt x="377615" y="110332"/>
                  </a:lnTo>
                  <a:lnTo>
                    <a:pt x="377531" y="110059"/>
                  </a:lnTo>
                  <a:lnTo>
                    <a:pt x="377329" y="109691"/>
                  </a:lnTo>
                  <a:lnTo>
                    <a:pt x="377177" y="109385"/>
                  </a:lnTo>
                  <a:lnTo>
                    <a:pt x="377116" y="109097"/>
                  </a:lnTo>
                  <a:lnTo>
                    <a:pt x="377003" y="108945"/>
                  </a:lnTo>
                  <a:lnTo>
                    <a:pt x="376789" y="108568"/>
                  </a:lnTo>
                  <a:lnTo>
                    <a:pt x="376784" y="108431"/>
                  </a:lnTo>
                  <a:lnTo>
                    <a:pt x="376795" y="108296"/>
                  </a:lnTo>
                  <a:lnTo>
                    <a:pt x="376801" y="108153"/>
                  </a:lnTo>
                  <a:lnTo>
                    <a:pt x="376813" y="108026"/>
                  </a:lnTo>
                  <a:lnTo>
                    <a:pt x="376804" y="107716"/>
                  </a:lnTo>
                  <a:lnTo>
                    <a:pt x="376539" y="107317"/>
                  </a:lnTo>
                  <a:lnTo>
                    <a:pt x="376248" y="107093"/>
                  </a:lnTo>
                  <a:lnTo>
                    <a:pt x="376110" y="107030"/>
                  </a:lnTo>
                  <a:lnTo>
                    <a:pt x="375722" y="106813"/>
                  </a:lnTo>
                  <a:lnTo>
                    <a:pt x="375465" y="106642"/>
                  </a:lnTo>
                  <a:lnTo>
                    <a:pt x="375233" y="106438"/>
                  </a:lnTo>
                  <a:lnTo>
                    <a:pt x="375065" y="106289"/>
                  </a:lnTo>
                  <a:lnTo>
                    <a:pt x="374913" y="106009"/>
                  </a:lnTo>
                  <a:lnTo>
                    <a:pt x="375014" y="105603"/>
                  </a:lnTo>
                  <a:lnTo>
                    <a:pt x="375157" y="105424"/>
                  </a:lnTo>
                  <a:lnTo>
                    <a:pt x="375254" y="105219"/>
                  </a:lnTo>
                  <a:lnTo>
                    <a:pt x="375482" y="104995"/>
                  </a:lnTo>
                  <a:lnTo>
                    <a:pt x="375677" y="104545"/>
                  </a:lnTo>
                  <a:lnTo>
                    <a:pt x="375545" y="104301"/>
                  </a:lnTo>
                  <a:lnTo>
                    <a:pt x="375380" y="104060"/>
                  </a:lnTo>
                  <a:lnTo>
                    <a:pt x="375296" y="103917"/>
                  </a:lnTo>
                  <a:lnTo>
                    <a:pt x="374900" y="103498"/>
                  </a:lnTo>
                  <a:lnTo>
                    <a:pt x="374629" y="103299"/>
                  </a:lnTo>
                  <a:lnTo>
                    <a:pt x="374319" y="103177"/>
                  </a:lnTo>
                  <a:lnTo>
                    <a:pt x="374130" y="103183"/>
                  </a:lnTo>
                  <a:lnTo>
                    <a:pt x="373930" y="103086"/>
                  </a:lnTo>
                  <a:lnTo>
                    <a:pt x="373779" y="103017"/>
                  </a:lnTo>
                  <a:lnTo>
                    <a:pt x="373401" y="102845"/>
                  </a:lnTo>
                  <a:lnTo>
                    <a:pt x="373251" y="102773"/>
                  </a:lnTo>
                  <a:lnTo>
                    <a:pt x="373111" y="102708"/>
                  </a:lnTo>
                  <a:lnTo>
                    <a:pt x="372970" y="102645"/>
                  </a:lnTo>
                  <a:lnTo>
                    <a:pt x="372368" y="102249"/>
                  </a:lnTo>
                  <a:lnTo>
                    <a:pt x="372240" y="102147"/>
                  </a:lnTo>
                  <a:lnTo>
                    <a:pt x="371775" y="101760"/>
                  </a:lnTo>
                  <a:lnTo>
                    <a:pt x="371691" y="101625"/>
                  </a:lnTo>
                  <a:lnTo>
                    <a:pt x="371291" y="101197"/>
                  </a:lnTo>
                  <a:lnTo>
                    <a:pt x="371161" y="101110"/>
                  </a:lnTo>
                  <a:lnTo>
                    <a:pt x="370918" y="100949"/>
                  </a:lnTo>
                  <a:lnTo>
                    <a:pt x="370709" y="100763"/>
                  </a:lnTo>
                  <a:lnTo>
                    <a:pt x="370551" y="100500"/>
                  </a:lnTo>
                  <a:lnTo>
                    <a:pt x="370416" y="100286"/>
                  </a:lnTo>
                  <a:lnTo>
                    <a:pt x="370282" y="100060"/>
                  </a:lnTo>
                  <a:lnTo>
                    <a:pt x="370141" y="99596"/>
                  </a:lnTo>
                  <a:lnTo>
                    <a:pt x="370355" y="99491"/>
                  </a:lnTo>
                  <a:lnTo>
                    <a:pt x="370612" y="99331"/>
                  </a:lnTo>
                  <a:lnTo>
                    <a:pt x="370963" y="99123"/>
                  </a:lnTo>
                  <a:lnTo>
                    <a:pt x="371416" y="98843"/>
                  </a:lnTo>
                  <a:lnTo>
                    <a:pt x="371612" y="98723"/>
                  </a:lnTo>
                  <a:lnTo>
                    <a:pt x="372039" y="98469"/>
                  </a:lnTo>
                  <a:lnTo>
                    <a:pt x="372660" y="98067"/>
                  </a:lnTo>
                  <a:lnTo>
                    <a:pt x="372859" y="97937"/>
                  </a:lnTo>
                  <a:lnTo>
                    <a:pt x="372874" y="97789"/>
                  </a:lnTo>
                  <a:lnTo>
                    <a:pt x="372871" y="97639"/>
                  </a:lnTo>
                  <a:lnTo>
                    <a:pt x="372889" y="97458"/>
                  </a:lnTo>
                  <a:lnTo>
                    <a:pt x="372917" y="97150"/>
                  </a:lnTo>
                  <a:lnTo>
                    <a:pt x="372935" y="96995"/>
                  </a:lnTo>
                  <a:lnTo>
                    <a:pt x="372948" y="96843"/>
                  </a:lnTo>
                  <a:lnTo>
                    <a:pt x="372961" y="96700"/>
                  </a:lnTo>
                  <a:lnTo>
                    <a:pt x="372963" y="96415"/>
                  </a:lnTo>
                  <a:lnTo>
                    <a:pt x="372968" y="96265"/>
                  </a:lnTo>
                  <a:lnTo>
                    <a:pt x="372973" y="96110"/>
                  </a:lnTo>
                  <a:lnTo>
                    <a:pt x="372986" y="95975"/>
                  </a:lnTo>
                  <a:lnTo>
                    <a:pt x="373004" y="95802"/>
                  </a:lnTo>
                  <a:lnTo>
                    <a:pt x="373029" y="95517"/>
                  </a:lnTo>
                  <a:lnTo>
                    <a:pt x="373044" y="95362"/>
                  </a:lnTo>
                  <a:lnTo>
                    <a:pt x="373060" y="95082"/>
                  </a:lnTo>
                  <a:lnTo>
                    <a:pt x="373072" y="94927"/>
                  </a:lnTo>
                  <a:lnTo>
                    <a:pt x="373085" y="94774"/>
                  </a:lnTo>
                  <a:lnTo>
                    <a:pt x="373100" y="94626"/>
                  </a:lnTo>
                  <a:lnTo>
                    <a:pt x="373106" y="94349"/>
                  </a:lnTo>
                  <a:lnTo>
                    <a:pt x="373118" y="94176"/>
                  </a:lnTo>
                  <a:lnTo>
                    <a:pt x="373131" y="94023"/>
                  </a:lnTo>
                  <a:lnTo>
                    <a:pt x="373144" y="93891"/>
                  </a:lnTo>
                  <a:lnTo>
                    <a:pt x="373164" y="93591"/>
                  </a:lnTo>
                  <a:lnTo>
                    <a:pt x="373169" y="93428"/>
                  </a:lnTo>
                  <a:lnTo>
                    <a:pt x="373177" y="93285"/>
                  </a:lnTo>
                  <a:lnTo>
                    <a:pt x="373172" y="93150"/>
                  </a:lnTo>
                  <a:lnTo>
                    <a:pt x="373192" y="93005"/>
                  </a:lnTo>
                  <a:lnTo>
                    <a:pt x="373238" y="92767"/>
                  </a:lnTo>
                  <a:lnTo>
                    <a:pt x="373766" y="90762"/>
                  </a:lnTo>
                  <a:lnTo>
                    <a:pt x="373873" y="90321"/>
                  </a:lnTo>
                  <a:lnTo>
                    <a:pt x="374017" y="89728"/>
                  </a:lnTo>
                  <a:lnTo>
                    <a:pt x="374162" y="89128"/>
                  </a:lnTo>
                  <a:lnTo>
                    <a:pt x="374289" y="88605"/>
                  </a:lnTo>
                  <a:lnTo>
                    <a:pt x="374480" y="87818"/>
                  </a:lnTo>
                  <a:lnTo>
                    <a:pt x="374608" y="87295"/>
                  </a:lnTo>
                  <a:lnTo>
                    <a:pt x="374668" y="87051"/>
                  </a:lnTo>
                  <a:lnTo>
                    <a:pt x="374811" y="86471"/>
                  </a:lnTo>
                  <a:lnTo>
                    <a:pt x="375013" y="85649"/>
                  </a:lnTo>
                  <a:lnTo>
                    <a:pt x="375150" y="85094"/>
                  </a:lnTo>
                  <a:lnTo>
                    <a:pt x="375193" y="84917"/>
                  </a:lnTo>
                  <a:lnTo>
                    <a:pt x="375285" y="84668"/>
                  </a:lnTo>
                  <a:lnTo>
                    <a:pt x="375377" y="84220"/>
                  </a:lnTo>
                  <a:lnTo>
                    <a:pt x="375411" y="84050"/>
                  </a:lnTo>
                  <a:lnTo>
                    <a:pt x="375498" y="83627"/>
                  </a:lnTo>
                  <a:lnTo>
                    <a:pt x="375559" y="83328"/>
                  </a:lnTo>
                  <a:lnTo>
                    <a:pt x="375653" y="82982"/>
                  </a:lnTo>
                  <a:lnTo>
                    <a:pt x="375699" y="82797"/>
                  </a:lnTo>
                  <a:lnTo>
                    <a:pt x="375829" y="82281"/>
                  </a:lnTo>
                  <a:lnTo>
                    <a:pt x="375889" y="82020"/>
                  </a:lnTo>
                  <a:lnTo>
                    <a:pt x="376075" y="81244"/>
                  </a:lnTo>
                  <a:lnTo>
                    <a:pt x="376112" y="81094"/>
                  </a:lnTo>
                  <a:lnTo>
                    <a:pt x="376383" y="80020"/>
                  </a:lnTo>
                  <a:lnTo>
                    <a:pt x="376470" y="79675"/>
                  </a:lnTo>
                  <a:lnTo>
                    <a:pt x="376686" y="78806"/>
                  </a:lnTo>
                  <a:lnTo>
                    <a:pt x="376808" y="78306"/>
                  </a:lnTo>
                  <a:lnTo>
                    <a:pt x="377036" y="77375"/>
                  </a:lnTo>
                  <a:lnTo>
                    <a:pt x="379783" y="77861"/>
                  </a:lnTo>
                  <a:lnTo>
                    <a:pt x="380002" y="77900"/>
                  </a:lnTo>
                  <a:lnTo>
                    <a:pt x="380312" y="78128"/>
                  </a:lnTo>
                  <a:lnTo>
                    <a:pt x="382428" y="79586"/>
                  </a:lnTo>
                  <a:lnTo>
                    <a:pt x="383178" y="80108"/>
                  </a:lnTo>
                  <a:lnTo>
                    <a:pt x="383417" y="80273"/>
                  </a:lnTo>
                  <a:lnTo>
                    <a:pt x="383547" y="80363"/>
                  </a:lnTo>
                  <a:lnTo>
                    <a:pt x="384132" y="80768"/>
                  </a:lnTo>
                  <a:lnTo>
                    <a:pt x="384383" y="80942"/>
                  </a:lnTo>
                  <a:lnTo>
                    <a:pt x="384802" y="81232"/>
                  </a:lnTo>
                  <a:lnTo>
                    <a:pt x="384934" y="80993"/>
                  </a:lnTo>
                  <a:lnTo>
                    <a:pt x="385481" y="80000"/>
                  </a:lnTo>
                  <a:lnTo>
                    <a:pt x="385704" y="79595"/>
                  </a:lnTo>
                  <a:lnTo>
                    <a:pt x="385850" y="79328"/>
                  </a:lnTo>
                  <a:lnTo>
                    <a:pt x="385993" y="79068"/>
                  </a:lnTo>
                  <a:lnTo>
                    <a:pt x="386417" y="78297"/>
                  </a:lnTo>
                  <a:lnTo>
                    <a:pt x="386883" y="77450"/>
                  </a:lnTo>
                  <a:lnTo>
                    <a:pt x="387258" y="76768"/>
                  </a:lnTo>
                  <a:lnTo>
                    <a:pt x="387856" y="76084"/>
                  </a:lnTo>
                  <a:lnTo>
                    <a:pt x="388071" y="75839"/>
                  </a:lnTo>
                  <a:lnTo>
                    <a:pt x="388337" y="75535"/>
                  </a:lnTo>
                  <a:lnTo>
                    <a:pt x="388672" y="75153"/>
                  </a:lnTo>
                  <a:lnTo>
                    <a:pt x="389000" y="74778"/>
                  </a:lnTo>
                  <a:lnTo>
                    <a:pt x="389656" y="74387"/>
                  </a:lnTo>
                  <a:lnTo>
                    <a:pt x="391689" y="72646"/>
                  </a:lnTo>
                  <a:lnTo>
                    <a:pt x="392005" y="71787"/>
                  </a:lnTo>
                  <a:lnTo>
                    <a:pt x="392404" y="70702"/>
                  </a:lnTo>
                  <a:lnTo>
                    <a:pt x="392675" y="69714"/>
                  </a:lnTo>
                  <a:lnTo>
                    <a:pt x="392963" y="68664"/>
                  </a:lnTo>
                  <a:lnTo>
                    <a:pt x="393147" y="67981"/>
                  </a:lnTo>
                  <a:lnTo>
                    <a:pt x="393282" y="67480"/>
                  </a:lnTo>
                  <a:lnTo>
                    <a:pt x="393818" y="65491"/>
                  </a:lnTo>
                  <a:lnTo>
                    <a:pt x="393890" y="65224"/>
                  </a:lnTo>
                  <a:lnTo>
                    <a:pt x="394150" y="63912"/>
                  </a:lnTo>
                  <a:lnTo>
                    <a:pt x="396673" y="62892"/>
                  </a:lnTo>
                  <a:lnTo>
                    <a:pt x="398135" y="62303"/>
                  </a:lnTo>
                  <a:lnTo>
                    <a:pt x="398628" y="62105"/>
                  </a:lnTo>
                  <a:lnTo>
                    <a:pt x="398972" y="61966"/>
                  </a:lnTo>
                  <a:lnTo>
                    <a:pt x="400181" y="61492"/>
                  </a:lnTo>
                  <a:lnTo>
                    <a:pt x="400325" y="61488"/>
                  </a:lnTo>
                  <a:lnTo>
                    <a:pt x="401171" y="61461"/>
                  </a:lnTo>
                  <a:lnTo>
                    <a:pt x="402733" y="61410"/>
                  </a:lnTo>
                  <a:lnTo>
                    <a:pt x="403034" y="61401"/>
                  </a:lnTo>
                  <a:lnTo>
                    <a:pt x="403292" y="61393"/>
                  </a:lnTo>
                  <a:lnTo>
                    <a:pt x="403558" y="61384"/>
                  </a:lnTo>
                  <a:lnTo>
                    <a:pt x="404750" y="61344"/>
                  </a:lnTo>
                  <a:lnTo>
                    <a:pt x="405161" y="61331"/>
                  </a:lnTo>
                  <a:lnTo>
                    <a:pt x="408002" y="61234"/>
                  </a:lnTo>
                  <a:lnTo>
                    <a:pt x="408952" y="61202"/>
                  </a:lnTo>
                  <a:lnTo>
                    <a:pt x="410468" y="60888"/>
                  </a:lnTo>
                  <a:lnTo>
                    <a:pt x="410996" y="60468"/>
                  </a:lnTo>
                  <a:lnTo>
                    <a:pt x="411352" y="59739"/>
                  </a:lnTo>
                  <a:lnTo>
                    <a:pt x="411222" y="59377"/>
                  </a:lnTo>
                  <a:lnTo>
                    <a:pt x="406235" y="55496"/>
                  </a:lnTo>
                  <a:lnTo>
                    <a:pt x="406100" y="55391"/>
                  </a:lnTo>
                  <a:lnTo>
                    <a:pt x="405902" y="55272"/>
                  </a:lnTo>
                  <a:lnTo>
                    <a:pt x="405333" y="54932"/>
                  </a:lnTo>
                  <a:lnTo>
                    <a:pt x="405136" y="54814"/>
                  </a:lnTo>
                  <a:lnTo>
                    <a:pt x="404556" y="54466"/>
                  </a:lnTo>
                  <a:lnTo>
                    <a:pt x="404135" y="54214"/>
                  </a:lnTo>
                  <a:lnTo>
                    <a:pt x="398631" y="50916"/>
                  </a:lnTo>
                  <a:lnTo>
                    <a:pt x="397434" y="50199"/>
                  </a:lnTo>
                  <a:lnTo>
                    <a:pt x="397954" y="48777"/>
                  </a:lnTo>
                  <a:lnTo>
                    <a:pt x="398774" y="46530"/>
                  </a:lnTo>
                  <a:lnTo>
                    <a:pt x="398902" y="44382"/>
                  </a:lnTo>
                  <a:lnTo>
                    <a:pt x="398924" y="44011"/>
                  </a:lnTo>
                  <a:lnTo>
                    <a:pt x="399035" y="42133"/>
                  </a:lnTo>
                  <a:lnTo>
                    <a:pt x="399082" y="41330"/>
                  </a:lnTo>
                  <a:lnTo>
                    <a:pt x="399100" y="41035"/>
                  </a:lnTo>
                  <a:lnTo>
                    <a:pt x="399151" y="40176"/>
                  </a:lnTo>
                  <a:lnTo>
                    <a:pt x="399353" y="36759"/>
                  </a:lnTo>
                  <a:lnTo>
                    <a:pt x="399388" y="36173"/>
                  </a:lnTo>
                  <a:lnTo>
                    <a:pt x="399505" y="34186"/>
                  </a:lnTo>
                  <a:lnTo>
                    <a:pt x="399604" y="32517"/>
                  </a:lnTo>
                  <a:lnTo>
                    <a:pt x="398625" y="28382"/>
                  </a:lnTo>
                  <a:lnTo>
                    <a:pt x="398593" y="28248"/>
                  </a:lnTo>
                  <a:lnTo>
                    <a:pt x="398247" y="26788"/>
                  </a:lnTo>
                  <a:lnTo>
                    <a:pt x="394298" y="27009"/>
                  </a:lnTo>
                  <a:lnTo>
                    <a:pt x="389835" y="27260"/>
                  </a:lnTo>
                  <a:lnTo>
                    <a:pt x="389591" y="27274"/>
                  </a:lnTo>
                  <a:lnTo>
                    <a:pt x="388269" y="27348"/>
                  </a:lnTo>
                  <a:lnTo>
                    <a:pt x="387386" y="27398"/>
                  </a:lnTo>
                  <a:lnTo>
                    <a:pt x="385796" y="27488"/>
                  </a:lnTo>
                  <a:lnTo>
                    <a:pt x="385308" y="27515"/>
                  </a:lnTo>
                  <a:lnTo>
                    <a:pt x="384939" y="27536"/>
                  </a:lnTo>
                  <a:lnTo>
                    <a:pt x="382211" y="27690"/>
                  </a:lnTo>
                  <a:lnTo>
                    <a:pt x="381702" y="27718"/>
                  </a:lnTo>
                  <a:lnTo>
                    <a:pt x="381531" y="27728"/>
                  </a:lnTo>
                  <a:lnTo>
                    <a:pt x="380952" y="27761"/>
                  </a:lnTo>
                  <a:lnTo>
                    <a:pt x="379109" y="28651"/>
                  </a:lnTo>
                  <a:lnTo>
                    <a:pt x="378774" y="28813"/>
                  </a:lnTo>
                  <a:lnTo>
                    <a:pt x="377507" y="29421"/>
                  </a:lnTo>
                  <a:lnTo>
                    <a:pt x="376289" y="30007"/>
                  </a:lnTo>
                  <a:lnTo>
                    <a:pt x="375238" y="30512"/>
                  </a:lnTo>
                  <a:lnTo>
                    <a:pt x="374579" y="30828"/>
                  </a:lnTo>
                  <a:lnTo>
                    <a:pt x="373455" y="31368"/>
                  </a:lnTo>
                  <a:lnTo>
                    <a:pt x="372988" y="31592"/>
                  </a:lnTo>
                  <a:lnTo>
                    <a:pt x="372568" y="31794"/>
                  </a:lnTo>
                  <a:lnTo>
                    <a:pt x="372098" y="32020"/>
                  </a:lnTo>
                  <a:lnTo>
                    <a:pt x="371814" y="32156"/>
                  </a:lnTo>
                  <a:lnTo>
                    <a:pt x="371662" y="32229"/>
                  </a:lnTo>
                  <a:lnTo>
                    <a:pt x="370730" y="32633"/>
                  </a:lnTo>
                  <a:lnTo>
                    <a:pt x="367795" y="33905"/>
                  </a:lnTo>
                  <a:lnTo>
                    <a:pt x="367014" y="34243"/>
                  </a:lnTo>
                  <a:lnTo>
                    <a:pt x="366491" y="34470"/>
                  </a:lnTo>
                  <a:lnTo>
                    <a:pt x="366273" y="34564"/>
                  </a:lnTo>
                  <a:lnTo>
                    <a:pt x="365650" y="34834"/>
                  </a:lnTo>
                  <a:lnTo>
                    <a:pt x="365127" y="35061"/>
                  </a:lnTo>
                  <a:lnTo>
                    <a:pt x="364675" y="35256"/>
                  </a:lnTo>
                  <a:lnTo>
                    <a:pt x="364196" y="35464"/>
                  </a:lnTo>
                  <a:lnTo>
                    <a:pt x="363096" y="35941"/>
                  </a:lnTo>
                  <a:lnTo>
                    <a:pt x="362755" y="36088"/>
                  </a:lnTo>
                  <a:lnTo>
                    <a:pt x="361775" y="36513"/>
                  </a:lnTo>
                  <a:lnTo>
                    <a:pt x="361087" y="36811"/>
                  </a:lnTo>
                  <a:lnTo>
                    <a:pt x="360868" y="36906"/>
                  </a:lnTo>
                  <a:lnTo>
                    <a:pt x="360708" y="36975"/>
                  </a:lnTo>
                  <a:lnTo>
                    <a:pt x="357233" y="38481"/>
                  </a:lnTo>
                  <a:lnTo>
                    <a:pt x="356295" y="38888"/>
                  </a:lnTo>
                  <a:lnTo>
                    <a:pt x="354917" y="39688"/>
                  </a:lnTo>
                  <a:lnTo>
                    <a:pt x="354359" y="40012"/>
                  </a:lnTo>
                  <a:lnTo>
                    <a:pt x="353887" y="40286"/>
                  </a:lnTo>
                  <a:lnTo>
                    <a:pt x="352452" y="40885"/>
                  </a:lnTo>
                  <a:lnTo>
                    <a:pt x="351813" y="41223"/>
                  </a:lnTo>
                  <a:lnTo>
                    <a:pt x="351387" y="41449"/>
                  </a:lnTo>
                  <a:lnTo>
                    <a:pt x="350980" y="41802"/>
                  </a:lnTo>
                  <a:lnTo>
                    <a:pt x="350264" y="42055"/>
                  </a:lnTo>
                  <a:lnTo>
                    <a:pt x="349928" y="42174"/>
                  </a:lnTo>
                  <a:lnTo>
                    <a:pt x="349792" y="42223"/>
                  </a:lnTo>
                  <a:lnTo>
                    <a:pt x="349436" y="42683"/>
                  </a:lnTo>
                  <a:lnTo>
                    <a:pt x="349347" y="42888"/>
                  </a:lnTo>
                  <a:lnTo>
                    <a:pt x="349257" y="43469"/>
                  </a:lnTo>
                  <a:lnTo>
                    <a:pt x="349221" y="43733"/>
                  </a:lnTo>
                  <a:lnTo>
                    <a:pt x="348607" y="44259"/>
                  </a:lnTo>
                  <a:lnTo>
                    <a:pt x="347927" y="44355"/>
                  </a:lnTo>
                  <a:lnTo>
                    <a:pt x="347619" y="44286"/>
                  </a:lnTo>
                  <a:lnTo>
                    <a:pt x="347213" y="43948"/>
                  </a:lnTo>
                  <a:lnTo>
                    <a:pt x="346320" y="44036"/>
                  </a:lnTo>
                  <a:lnTo>
                    <a:pt x="346022" y="43968"/>
                  </a:lnTo>
                  <a:lnTo>
                    <a:pt x="345882" y="43909"/>
                  </a:lnTo>
                  <a:lnTo>
                    <a:pt x="345649" y="43812"/>
                  </a:lnTo>
                  <a:lnTo>
                    <a:pt x="344336" y="43940"/>
                  </a:lnTo>
                  <a:lnTo>
                    <a:pt x="343652" y="44136"/>
                  </a:lnTo>
                  <a:lnTo>
                    <a:pt x="342934" y="44341"/>
                  </a:lnTo>
                  <a:lnTo>
                    <a:pt x="341959" y="44615"/>
                  </a:lnTo>
                  <a:lnTo>
                    <a:pt x="341372" y="44780"/>
                  </a:lnTo>
                  <a:lnTo>
                    <a:pt x="340892" y="44914"/>
                  </a:lnTo>
                  <a:lnTo>
                    <a:pt x="340445" y="45040"/>
                  </a:lnTo>
                  <a:lnTo>
                    <a:pt x="340115" y="45109"/>
                  </a:lnTo>
                  <a:lnTo>
                    <a:pt x="339943" y="45078"/>
                  </a:lnTo>
                  <a:lnTo>
                    <a:pt x="339499" y="44999"/>
                  </a:lnTo>
                  <a:lnTo>
                    <a:pt x="339344" y="44971"/>
                  </a:lnTo>
                  <a:lnTo>
                    <a:pt x="337181" y="44190"/>
                  </a:lnTo>
                  <a:lnTo>
                    <a:pt x="336786" y="43980"/>
                  </a:lnTo>
                  <a:lnTo>
                    <a:pt x="336542" y="43849"/>
                  </a:lnTo>
                  <a:lnTo>
                    <a:pt x="335130" y="43097"/>
                  </a:lnTo>
                  <a:lnTo>
                    <a:pt x="332953" y="41935"/>
                  </a:lnTo>
                  <a:lnTo>
                    <a:pt x="332739" y="40530"/>
                  </a:lnTo>
                  <a:lnTo>
                    <a:pt x="332652" y="39961"/>
                  </a:lnTo>
                  <a:lnTo>
                    <a:pt x="332528" y="39109"/>
                  </a:lnTo>
                  <a:lnTo>
                    <a:pt x="332646" y="38275"/>
                  </a:lnTo>
                  <a:lnTo>
                    <a:pt x="332763" y="37491"/>
                  </a:lnTo>
                  <a:lnTo>
                    <a:pt x="332806" y="37204"/>
                  </a:lnTo>
                  <a:lnTo>
                    <a:pt x="333178" y="36363"/>
                  </a:lnTo>
                  <a:lnTo>
                    <a:pt x="333396" y="35871"/>
                  </a:lnTo>
                  <a:lnTo>
                    <a:pt x="333938" y="34647"/>
                  </a:lnTo>
                  <a:lnTo>
                    <a:pt x="334340" y="33737"/>
                  </a:lnTo>
                  <a:lnTo>
                    <a:pt x="334499" y="33494"/>
                  </a:lnTo>
                  <a:lnTo>
                    <a:pt x="334983" y="32752"/>
                  </a:lnTo>
                  <a:lnTo>
                    <a:pt x="335474" y="31831"/>
                  </a:lnTo>
                  <a:lnTo>
                    <a:pt x="335864" y="31098"/>
                  </a:lnTo>
                  <a:lnTo>
                    <a:pt x="336073" y="30706"/>
                  </a:lnTo>
                  <a:lnTo>
                    <a:pt x="336228" y="29916"/>
                  </a:lnTo>
                  <a:lnTo>
                    <a:pt x="336273" y="29685"/>
                  </a:lnTo>
                  <a:lnTo>
                    <a:pt x="336386" y="29110"/>
                  </a:lnTo>
                  <a:lnTo>
                    <a:pt x="336733" y="28841"/>
                  </a:lnTo>
                  <a:lnTo>
                    <a:pt x="337010" y="28625"/>
                  </a:lnTo>
                  <a:lnTo>
                    <a:pt x="337763" y="26909"/>
                  </a:lnTo>
                  <a:lnTo>
                    <a:pt x="338992" y="25037"/>
                  </a:lnTo>
                  <a:lnTo>
                    <a:pt x="340042" y="23438"/>
                  </a:lnTo>
                  <a:lnTo>
                    <a:pt x="339995" y="22887"/>
                  </a:lnTo>
                  <a:lnTo>
                    <a:pt x="339715" y="22551"/>
                  </a:lnTo>
                  <a:lnTo>
                    <a:pt x="339356" y="22063"/>
                  </a:lnTo>
                  <a:lnTo>
                    <a:pt x="338776" y="19792"/>
                  </a:lnTo>
                  <a:lnTo>
                    <a:pt x="339255" y="18413"/>
                  </a:lnTo>
                  <a:lnTo>
                    <a:pt x="339188" y="16714"/>
                  </a:lnTo>
                  <a:lnTo>
                    <a:pt x="339830" y="16255"/>
                  </a:lnTo>
                  <a:lnTo>
                    <a:pt x="339865" y="16099"/>
                  </a:lnTo>
                  <a:lnTo>
                    <a:pt x="340251" y="14397"/>
                  </a:lnTo>
                  <a:lnTo>
                    <a:pt x="340470" y="13471"/>
                  </a:lnTo>
                  <a:lnTo>
                    <a:pt x="340779" y="12168"/>
                  </a:lnTo>
                  <a:lnTo>
                    <a:pt x="341159" y="10475"/>
                  </a:lnTo>
                  <a:lnTo>
                    <a:pt x="342104" y="8757"/>
                  </a:lnTo>
                  <a:lnTo>
                    <a:pt x="342423" y="8417"/>
                  </a:lnTo>
                  <a:lnTo>
                    <a:pt x="342303" y="8200"/>
                  </a:lnTo>
                  <a:lnTo>
                    <a:pt x="342191" y="8010"/>
                  </a:lnTo>
                  <a:lnTo>
                    <a:pt x="342011" y="7722"/>
                  </a:lnTo>
                  <a:lnTo>
                    <a:pt x="341896" y="7455"/>
                  </a:lnTo>
                  <a:lnTo>
                    <a:pt x="341823" y="7202"/>
                  </a:lnTo>
                  <a:lnTo>
                    <a:pt x="341458" y="6391"/>
                  </a:lnTo>
                  <a:lnTo>
                    <a:pt x="341592" y="6114"/>
                  </a:lnTo>
                  <a:lnTo>
                    <a:pt x="341196" y="5587"/>
                  </a:lnTo>
                  <a:lnTo>
                    <a:pt x="340961" y="5294"/>
                  </a:lnTo>
                  <a:lnTo>
                    <a:pt x="339431" y="3388"/>
                  </a:lnTo>
                  <a:lnTo>
                    <a:pt x="339037" y="2999"/>
                  </a:lnTo>
                  <a:lnTo>
                    <a:pt x="338067" y="1915"/>
                  </a:lnTo>
                  <a:lnTo>
                    <a:pt x="337901" y="1653"/>
                  </a:lnTo>
                  <a:lnTo>
                    <a:pt x="337600" y="1908"/>
                  </a:lnTo>
                  <a:lnTo>
                    <a:pt x="337459" y="1984"/>
                  </a:lnTo>
                  <a:lnTo>
                    <a:pt x="337133" y="2101"/>
                  </a:lnTo>
                  <a:lnTo>
                    <a:pt x="336536" y="2554"/>
                  </a:lnTo>
                  <a:lnTo>
                    <a:pt x="335907" y="2666"/>
                  </a:lnTo>
                  <a:lnTo>
                    <a:pt x="334857" y="2854"/>
                  </a:lnTo>
                  <a:lnTo>
                    <a:pt x="333760" y="3096"/>
                  </a:lnTo>
                  <a:lnTo>
                    <a:pt x="332707" y="3330"/>
                  </a:lnTo>
                  <a:lnTo>
                    <a:pt x="332098" y="3472"/>
                  </a:lnTo>
                  <a:lnTo>
                    <a:pt x="330971" y="3753"/>
                  </a:lnTo>
                  <a:lnTo>
                    <a:pt x="330331" y="3646"/>
                  </a:lnTo>
                  <a:lnTo>
                    <a:pt x="329752" y="3861"/>
                  </a:lnTo>
                  <a:lnTo>
                    <a:pt x="329447" y="3876"/>
                  </a:lnTo>
                  <a:lnTo>
                    <a:pt x="329274" y="3875"/>
                  </a:lnTo>
                  <a:lnTo>
                    <a:pt x="328966" y="3862"/>
                  </a:lnTo>
                  <a:lnTo>
                    <a:pt x="328774" y="3854"/>
                  </a:lnTo>
                  <a:lnTo>
                    <a:pt x="325113" y="3634"/>
                  </a:lnTo>
                  <a:lnTo>
                    <a:pt x="324776" y="2963"/>
                  </a:lnTo>
                  <a:lnTo>
                    <a:pt x="324665" y="2742"/>
                  </a:lnTo>
                  <a:lnTo>
                    <a:pt x="324332" y="2078"/>
                  </a:lnTo>
                  <a:lnTo>
                    <a:pt x="322611" y="977"/>
                  </a:lnTo>
                  <a:lnTo>
                    <a:pt x="322154" y="685"/>
                  </a:lnTo>
                  <a:lnTo>
                    <a:pt x="321082" y="0"/>
                  </a:lnTo>
                  <a:lnTo>
                    <a:pt x="319099" y="1196"/>
                  </a:lnTo>
                  <a:lnTo>
                    <a:pt x="317327" y="2265"/>
                  </a:lnTo>
                  <a:lnTo>
                    <a:pt x="313012" y="5381"/>
                  </a:lnTo>
                  <a:lnTo>
                    <a:pt x="312435" y="5642"/>
                  </a:lnTo>
                  <a:lnTo>
                    <a:pt x="312117" y="5786"/>
                  </a:lnTo>
                  <a:lnTo>
                    <a:pt x="311101" y="6246"/>
                  </a:lnTo>
                  <a:lnTo>
                    <a:pt x="310410" y="6560"/>
                  </a:lnTo>
                  <a:lnTo>
                    <a:pt x="309294" y="7065"/>
                  </a:lnTo>
                  <a:lnTo>
                    <a:pt x="309023" y="7188"/>
                  </a:lnTo>
                  <a:lnTo>
                    <a:pt x="308663" y="7351"/>
                  </a:lnTo>
                  <a:lnTo>
                    <a:pt x="308511" y="7420"/>
                  </a:lnTo>
                  <a:lnTo>
                    <a:pt x="306124" y="8501"/>
                  </a:lnTo>
                  <a:lnTo>
                    <a:pt x="305820" y="8948"/>
                  </a:lnTo>
                  <a:lnTo>
                    <a:pt x="304545" y="10823"/>
                  </a:lnTo>
                  <a:lnTo>
                    <a:pt x="304389" y="11053"/>
                  </a:lnTo>
                  <a:lnTo>
                    <a:pt x="303169" y="12848"/>
                  </a:lnTo>
                  <a:lnTo>
                    <a:pt x="298224" y="13077"/>
                  </a:lnTo>
                  <a:lnTo>
                    <a:pt x="297957" y="13089"/>
                  </a:lnTo>
                  <a:lnTo>
                    <a:pt x="297002" y="13133"/>
                  </a:lnTo>
                  <a:lnTo>
                    <a:pt x="296786" y="13143"/>
                  </a:lnTo>
                  <a:lnTo>
                    <a:pt x="292270" y="13352"/>
                  </a:lnTo>
                  <a:lnTo>
                    <a:pt x="291089" y="13407"/>
                  </a:lnTo>
                  <a:lnTo>
                    <a:pt x="289822" y="12834"/>
                  </a:lnTo>
                  <a:lnTo>
                    <a:pt x="288323" y="15973"/>
                  </a:lnTo>
                  <a:lnTo>
                    <a:pt x="287463" y="16200"/>
                  </a:lnTo>
                  <a:lnTo>
                    <a:pt x="284860" y="16888"/>
                  </a:lnTo>
                  <a:lnTo>
                    <a:pt x="283382" y="19689"/>
                  </a:lnTo>
                  <a:lnTo>
                    <a:pt x="281064" y="22557"/>
                  </a:lnTo>
                  <a:lnTo>
                    <a:pt x="280577" y="23150"/>
                  </a:lnTo>
                  <a:lnTo>
                    <a:pt x="280225" y="23579"/>
                  </a:lnTo>
                  <a:lnTo>
                    <a:pt x="279818" y="24073"/>
                  </a:lnTo>
                  <a:lnTo>
                    <a:pt x="279249" y="25204"/>
                  </a:lnTo>
                  <a:lnTo>
                    <a:pt x="278876" y="26245"/>
                  </a:lnTo>
                  <a:lnTo>
                    <a:pt x="278848" y="26825"/>
                  </a:lnTo>
                  <a:lnTo>
                    <a:pt x="278589" y="28423"/>
                  </a:lnTo>
                  <a:lnTo>
                    <a:pt x="278044" y="31739"/>
                  </a:lnTo>
                  <a:lnTo>
                    <a:pt x="277967" y="32215"/>
                  </a:lnTo>
                  <a:lnTo>
                    <a:pt x="277628" y="34336"/>
                  </a:lnTo>
                  <a:lnTo>
                    <a:pt x="276702" y="34641"/>
                  </a:lnTo>
                  <a:lnTo>
                    <a:pt x="273706" y="35628"/>
                  </a:lnTo>
                  <a:lnTo>
                    <a:pt x="272362" y="36126"/>
                  </a:lnTo>
                  <a:lnTo>
                    <a:pt x="270470" y="39677"/>
                  </a:lnTo>
                  <a:lnTo>
                    <a:pt x="270300" y="39927"/>
                  </a:lnTo>
                  <a:lnTo>
                    <a:pt x="270127" y="40133"/>
                  </a:lnTo>
                  <a:lnTo>
                    <a:pt x="269848" y="40499"/>
                  </a:lnTo>
                  <a:lnTo>
                    <a:pt x="269512" y="40855"/>
                  </a:lnTo>
                  <a:lnTo>
                    <a:pt x="269452" y="41253"/>
                  </a:lnTo>
                  <a:lnTo>
                    <a:pt x="269322" y="41619"/>
                  </a:lnTo>
                  <a:lnTo>
                    <a:pt x="269212" y="41942"/>
                  </a:lnTo>
                  <a:lnTo>
                    <a:pt x="269074" y="42563"/>
                  </a:lnTo>
                  <a:lnTo>
                    <a:pt x="268823" y="43365"/>
                  </a:lnTo>
                  <a:lnTo>
                    <a:pt x="268626" y="44246"/>
                  </a:lnTo>
                  <a:lnTo>
                    <a:pt x="268467" y="44627"/>
                  </a:lnTo>
                  <a:lnTo>
                    <a:pt x="268378" y="44839"/>
                  </a:lnTo>
                  <a:lnTo>
                    <a:pt x="268120" y="45537"/>
                  </a:lnTo>
                  <a:lnTo>
                    <a:pt x="267989" y="46680"/>
                  </a:lnTo>
                  <a:lnTo>
                    <a:pt x="267096" y="48397"/>
                  </a:lnTo>
                  <a:lnTo>
                    <a:pt x="266990" y="48533"/>
                  </a:lnTo>
                  <a:lnTo>
                    <a:pt x="266883" y="48758"/>
                  </a:lnTo>
                  <a:lnTo>
                    <a:pt x="266707" y="49183"/>
                  </a:lnTo>
                  <a:lnTo>
                    <a:pt x="265431" y="50621"/>
                  </a:lnTo>
                  <a:lnTo>
                    <a:pt x="264815" y="49583"/>
                  </a:lnTo>
                  <a:lnTo>
                    <a:pt x="263492" y="50705"/>
                  </a:lnTo>
                  <a:lnTo>
                    <a:pt x="263603" y="51103"/>
                  </a:lnTo>
                  <a:lnTo>
                    <a:pt x="263840" y="51967"/>
                  </a:lnTo>
                  <a:lnTo>
                    <a:pt x="263369" y="52558"/>
                  </a:lnTo>
                  <a:lnTo>
                    <a:pt x="263225" y="52739"/>
                  </a:lnTo>
                  <a:lnTo>
                    <a:pt x="262956" y="53077"/>
                  </a:lnTo>
                  <a:lnTo>
                    <a:pt x="262569" y="54924"/>
                  </a:lnTo>
                  <a:lnTo>
                    <a:pt x="263018" y="55829"/>
                  </a:lnTo>
                  <a:lnTo>
                    <a:pt x="262653" y="56670"/>
                  </a:lnTo>
                  <a:lnTo>
                    <a:pt x="262130" y="57040"/>
                  </a:lnTo>
                  <a:lnTo>
                    <a:pt x="261431" y="57536"/>
                  </a:lnTo>
                  <a:lnTo>
                    <a:pt x="261613" y="57924"/>
                  </a:lnTo>
                  <a:lnTo>
                    <a:pt x="262105" y="58948"/>
                  </a:lnTo>
                  <a:lnTo>
                    <a:pt x="262250" y="59161"/>
                  </a:lnTo>
                  <a:lnTo>
                    <a:pt x="262647" y="60148"/>
                  </a:lnTo>
                  <a:lnTo>
                    <a:pt x="262637" y="60735"/>
                  </a:lnTo>
                  <a:lnTo>
                    <a:pt x="262641" y="61646"/>
                  </a:lnTo>
                  <a:lnTo>
                    <a:pt x="262342" y="62401"/>
                  </a:lnTo>
                  <a:lnTo>
                    <a:pt x="262249" y="62970"/>
                  </a:lnTo>
                  <a:lnTo>
                    <a:pt x="262158" y="63592"/>
                  </a:lnTo>
                  <a:lnTo>
                    <a:pt x="261674" y="64518"/>
                  </a:lnTo>
                  <a:lnTo>
                    <a:pt x="261455" y="64944"/>
                  </a:lnTo>
                  <a:lnTo>
                    <a:pt x="261308" y="65230"/>
                  </a:lnTo>
                  <a:lnTo>
                    <a:pt x="261055" y="65722"/>
                  </a:lnTo>
                  <a:lnTo>
                    <a:pt x="258699" y="65565"/>
                  </a:lnTo>
                  <a:lnTo>
                    <a:pt x="258537" y="65555"/>
                  </a:lnTo>
                  <a:lnTo>
                    <a:pt x="258119" y="65529"/>
                  </a:lnTo>
                  <a:lnTo>
                    <a:pt x="255349" y="65361"/>
                  </a:lnTo>
                  <a:lnTo>
                    <a:pt x="253413" y="64367"/>
                  </a:lnTo>
                  <a:lnTo>
                    <a:pt x="252936" y="64602"/>
                  </a:lnTo>
                  <a:lnTo>
                    <a:pt x="252309" y="64883"/>
                  </a:lnTo>
                  <a:lnTo>
                    <a:pt x="252061" y="64793"/>
                  </a:lnTo>
                  <a:lnTo>
                    <a:pt x="251753" y="64681"/>
                  </a:lnTo>
                  <a:lnTo>
                    <a:pt x="250725" y="63822"/>
                  </a:lnTo>
                  <a:lnTo>
                    <a:pt x="249387" y="62704"/>
                  </a:lnTo>
                  <a:lnTo>
                    <a:pt x="248469" y="61830"/>
                  </a:lnTo>
                  <a:lnTo>
                    <a:pt x="247997" y="61382"/>
                  </a:lnTo>
                  <a:lnTo>
                    <a:pt x="247834" y="61320"/>
                  </a:lnTo>
                  <a:lnTo>
                    <a:pt x="247383" y="61153"/>
                  </a:lnTo>
                  <a:lnTo>
                    <a:pt x="247242" y="61098"/>
                  </a:lnTo>
                  <a:lnTo>
                    <a:pt x="245869" y="60566"/>
                  </a:lnTo>
                  <a:lnTo>
                    <a:pt x="243827" y="59906"/>
                  </a:lnTo>
                  <a:lnTo>
                    <a:pt x="243142" y="60009"/>
                  </a:lnTo>
                  <a:lnTo>
                    <a:pt x="242716" y="60222"/>
                  </a:lnTo>
                  <a:lnTo>
                    <a:pt x="242082" y="60540"/>
                  </a:lnTo>
                  <a:lnTo>
                    <a:pt x="241908" y="60644"/>
                  </a:lnTo>
                  <a:lnTo>
                    <a:pt x="241724" y="61001"/>
                  </a:lnTo>
                  <a:lnTo>
                    <a:pt x="241169" y="61607"/>
                  </a:lnTo>
                  <a:lnTo>
                    <a:pt x="236438" y="59763"/>
                  </a:lnTo>
                  <a:lnTo>
                    <a:pt x="235934" y="61350"/>
                  </a:lnTo>
                  <a:lnTo>
                    <a:pt x="235759" y="62114"/>
                  </a:lnTo>
                  <a:lnTo>
                    <a:pt x="235534" y="62548"/>
                  </a:lnTo>
                  <a:lnTo>
                    <a:pt x="235062" y="62672"/>
                  </a:lnTo>
                  <a:lnTo>
                    <a:pt x="234110" y="62922"/>
                  </a:lnTo>
                  <a:lnTo>
                    <a:pt x="231328" y="63653"/>
                  </a:lnTo>
                  <a:lnTo>
                    <a:pt x="230266" y="63589"/>
                  </a:lnTo>
                  <a:lnTo>
                    <a:pt x="230582" y="61294"/>
                  </a:lnTo>
                  <a:lnTo>
                    <a:pt x="230880" y="59248"/>
                  </a:lnTo>
                  <a:lnTo>
                    <a:pt x="230912" y="59023"/>
                  </a:lnTo>
                  <a:lnTo>
                    <a:pt x="231010" y="58327"/>
                  </a:lnTo>
                  <a:lnTo>
                    <a:pt x="230122" y="57185"/>
                  </a:lnTo>
                  <a:lnTo>
                    <a:pt x="229214" y="56551"/>
                  </a:lnTo>
                  <a:lnTo>
                    <a:pt x="228792" y="56257"/>
                  </a:lnTo>
                  <a:lnTo>
                    <a:pt x="228208" y="55851"/>
                  </a:lnTo>
                  <a:lnTo>
                    <a:pt x="228018" y="55739"/>
                  </a:lnTo>
                  <a:lnTo>
                    <a:pt x="227768" y="55593"/>
                  </a:lnTo>
                  <a:lnTo>
                    <a:pt x="226883" y="55073"/>
                  </a:lnTo>
                  <a:lnTo>
                    <a:pt x="226434" y="54812"/>
                  </a:lnTo>
                  <a:lnTo>
                    <a:pt x="225002" y="53977"/>
                  </a:lnTo>
                  <a:lnTo>
                    <a:pt x="223604" y="53650"/>
                  </a:lnTo>
                  <a:lnTo>
                    <a:pt x="223237" y="53564"/>
                  </a:lnTo>
                  <a:lnTo>
                    <a:pt x="222973" y="53925"/>
                  </a:lnTo>
                  <a:lnTo>
                    <a:pt x="222478" y="54223"/>
                  </a:lnTo>
                  <a:lnTo>
                    <a:pt x="221910" y="53733"/>
                  </a:lnTo>
                  <a:lnTo>
                    <a:pt x="221524" y="53028"/>
                  </a:lnTo>
                  <a:lnTo>
                    <a:pt x="221502" y="52777"/>
                  </a:lnTo>
                  <a:lnTo>
                    <a:pt x="221624" y="51803"/>
                  </a:lnTo>
                  <a:lnTo>
                    <a:pt x="221102" y="49145"/>
                  </a:lnTo>
                  <a:lnTo>
                    <a:pt x="220958" y="48900"/>
                  </a:lnTo>
                  <a:lnTo>
                    <a:pt x="220728" y="48841"/>
                  </a:lnTo>
                  <a:lnTo>
                    <a:pt x="220303" y="48737"/>
                  </a:lnTo>
                  <a:lnTo>
                    <a:pt x="219929" y="48644"/>
                  </a:lnTo>
                  <a:lnTo>
                    <a:pt x="219775" y="48609"/>
                  </a:lnTo>
                  <a:lnTo>
                    <a:pt x="219574" y="48567"/>
                  </a:lnTo>
                  <a:lnTo>
                    <a:pt x="219223" y="48505"/>
                  </a:lnTo>
                  <a:lnTo>
                    <a:pt x="218953" y="48455"/>
                  </a:lnTo>
                  <a:lnTo>
                    <a:pt x="218759" y="48304"/>
                  </a:lnTo>
                  <a:lnTo>
                    <a:pt x="218420" y="48055"/>
                  </a:lnTo>
                  <a:lnTo>
                    <a:pt x="218043" y="47850"/>
                  </a:lnTo>
                  <a:lnTo>
                    <a:pt x="217710" y="47705"/>
                  </a:lnTo>
                  <a:lnTo>
                    <a:pt x="217268" y="47513"/>
                  </a:lnTo>
                  <a:lnTo>
                    <a:pt x="216943" y="47359"/>
                  </a:lnTo>
                  <a:lnTo>
                    <a:pt x="216779" y="47280"/>
                  </a:lnTo>
                  <a:lnTo>
                    <a:pt x="216372" y="47234"/>
                  </a:lnTo>
                  <a:lnTo>
                    <a:pt x="216129" y="47206"/>
                  </a:lnTo>
                  <a:lnTo>
                    <a:pt x="215725" y="47155"/>
                  </a:lnTo>
                  <a:lnTo>
                    <a:pt x="215479" y="47124"/>
                  </a:lnTo>
                  <a:lnTo>
                    <a:pt x="215294" y="47100"/>
                  </a:lnTo>
                  <a:lnTo>
                    <a:pt x="214308" y="46983"/>
                  </a:lnTo>
                  <a:lnTo>
                    <a:pt x="213936" y="46727"/>
                  </a:lnTo>
                  <a:lnTo>
                    <a:pt x="213008" y="46089"/>
                  </a:lnTo>
                  <a:lnTo>
                    <a:pt x="212346" y="45081"/>
                  </a:lnTo>
                  <a:lnTo>
                    <a:pt x="212148" y="44782"/>
                  </a:lnTo>
                  <a:lnTo>
                    <a:pt x="211937" y="44088"/>
                  </a:lnTo>
                  <a:lnTo>
                    <a:pt x="211866" y="43860"/>
                  </a:lnTo>
                  <a:lnTo>
                    <a:pt x="212125" y="41855"/>
                  </a:lnTo>
                  <a:lnTo>
                    <a:pt x="212211" y="41187"/>
                  </a:lnTo>
                  <a:lnTo>
                    <a:pt x="208191" y="41342"/>
                  </a:lnTo>
                  <a:lnTo>
                    <a:pt x="206926" y="40820"/>
                  </a:lnTo>
                  <a:lnTo>
                    <a:pt x="206545" y="40662"/>
                  </a:lnTo>
                  <a:lnTo>
                    <a:pt x="205495" y="37852"/>
                  </a:lnTo>
                  <a:lnTo>
                    <a:pt x="205656" y="29346"/>
                  </a:lnTo>
                  <a:lnTo>
                    <a:pt x="205729" y="25532"/>
                  </a:lnTo>
                  <a:lnTo>
                    <a:pt x="194271" y="27821"/>
                  </a:lnTo>
                  <a:lnTo>
                    <a:pt x="190911" y="25362"/>
                  </a:lnTo>
                  <a:lnTo>
                    <a:pt x="187351" y="22758"/>
                  </a:lnTo>
                  <a:lnTo>
                    <a:pt x="184072" y="7263"/>
                  </a:lnTo>
                  <a:lnTo>
                    <a:pt x="181794" y="6672"/>
                  </a:lnTo>
                  <a:lnTo>
                    <a:pt x="178022" y="14324"/>
                  </a:lnTo>
                  <a:lnTo>
                    <a:pt x="178040" y="22859"/>
                  </a:lnTo>
                  <a:lnTo>
                    <a:pt x="173893" y="30368"/>
                  </a:lnTo>
                  <a:lnTo>
                    <a:pt x="173040" y="31912"/>
                  </a:lnTo>
                  <a:lnTo>
                    <a:pt x="170172" y="44567"/>
                  </a:lnTo>
                  <a:lnTo>
                    <a:pt x="170069" y="51680"/>
                  </a:lnTo>
                  <a:lnTo>
                    <a:pt x="170058" y="52423"/>
                  </a:lnTo>
                  <a:lnTo>
                    <a:pt x="169962" y="59002"/>
                  </a:lnTo>
                  <a:lnTo>
                    <a:pt x="166511" y="63255"/>
                  </a:lnTo>
                  <a:lnTo>
                    <a:pt x="164557" y="65123"/>
                  </a:lnTo>
                  <a:lnTo>
                    <a:pt x="162493" y="70276"/>
                  </a:lnTo>
                  <a:lnTo>
                    <a:pt x="160218" y="71474"/>
                  </a:lnTo>
                  <a:lnTo>
                    <a:pt x="156962" y="69848"/>
                  </a:lnTo>
                  <a:lnTo>
                    <a:pt x="155938" y="70537"/>
                  </a:lnTo>
                  <a:lnTo>
                    <a:pt x="154921" y="71221"/>
                  </a:lnTo>
                  <a:lnTo>
                    <a:pt x="154524" y="75997"/>
                  </a:lnTo>
                  <a:lnTo>
                    <a:pt x="154157" y="76061"/>
                  </a:lnTo>
                  <a:lnTo>
                    <a:pt x="153225" y="76064"/>
                  </a:lnTo>
                  <a:lnTo>
                    <a:pt x="152787" y="76013"/>
                  </a:lnTo>
                  <a:lnTo>
                    <a:pt x="152431" y="75972"/>
                  </a:lnTo>
                  <a:lnTo>
                    <a:pt x="152299" y="75956"/>
                  </a:lnTo>
                  <a:lnTo>
                    <a:pt x="151989" y="75920"/>
                  </a:lnTo>
                  <a:lnTo>
                    <a:pt x="151614" y="75875"/>
                  </a:lnTo>
                  <a:lnTo>
                    <a:pt x="151469" y="75858"/>
                  </a:lnTo>
                  <a:lnTo>
                    <a:pt x="151157" y="75821"/>
                  </a:lnTo>
                  <a:lnTo>
                    <a:pt x="151016" y="75804"/>
                  </a:lnTo>
                  <a:lnTo>
                    <a:pt x="150381" y="75564"/>
                  </a:lnTo>
                  <a:lnTo>
                    <a:pt x="150134" y="75195"/>
                  </a:lnTo>
                  <a:lnTo>
                    <a:pt x="149919" y="75137"/>
                  </a:lnTo>
                  <a:lnTo>
                    <a:pt x="149734" y="75086"/>
                  </a:lnTo>
                  <a:lnTo>
                    <a:pt x="149494" y="75021"/>
                  </a:lnTo>
                  <a:lnTo>
                    <a:pt x="149100" y="74914"/>
                  </a:lnTo>
                  <a:lnTo>
                    <a:pt x="148880" y="74999"/>
                  </a:lnTo>
                  <a:lnTo>
                    <a:pt x="148588" y="75409"/>
                  </a:lnTo>
                  <a:lnTo>
                    <a:pt x="148379" y="75771"/>
                  </a:lnTo>
                  <a:lnTo>
                    <a:pt x="148154" y="76111"/>
                  </a:lnTo>
                  <a:lnTo>
                    <a:pt x="147760" y="76153"/>
                  </a:lnTo>
                  <a:lnTo>
                    <a:pt x="147222" y="76210"/>
                  </a:lnTo>
                  <a:lnTo>
                    <a:pt x="147032" y="76229"/>
                  </a:lnTo>
                  <a:lnTo>
                    <a:pt x="146630" y="76272"/>
                  </a:lnTo>
                  <a:lnTo>
                    <a:pt x="146468" y="76289"/>
                  </a:lnTo>
                  <a:lnTo>
                    <a:pt x="145850" y="76354"/>
                  </a:lnTo>
                  <a:lnTo>
                    <a:pt x="145549" y="76386"/>
                  </a:lnTo>
                  <a:lnTo>
                    <a:pt x="145066" y="76437"/>
                  </a:lnTo>
                  <a:lnTo>
                    <a:pt x="144622" y="76484"/>
                  </a:lnTo>
                  <a:lnTo>
                    <a:pt x="143917" y="76674"/>
                  </a:lnTo>
                  <a:lnTo>
                    <a:pt x="144161" y="77010"/>
                  </a:lnTo>
                  <a:lnTo>
                    <a:pt x="144328" y="77279"/>
                  </a:lnTo>
                  <a:lnTo>
                    <a:pt x="144696" y="77868"/>
                  </a:lnTo>
                  <a:lnTo>
                    <a:pt x="144994" y="78346"/>
                  </a:lnTo>
                  <a:lnTo>
                    <a:pt x="145269" y="78786"/>
                  </a:lnTo>
                  <a:lnTo>
                    <a:pt x="144566" y="78867"/>
                  </a:lnTo>
                  <a:lnTo>
                    <a:pt x="143807" y="78396"/>
                  </a:lnTo>
                  <a:lnTo>
                    <a:pt x="143174" y="78110"/>
                  </a:lnTo>
                  <a:lnTo>
                    <a:pt x="142779" y="78054"/>
                  </a:lnTo>
                  <a:lnTo>
                    <a:pt x="141861" y="77982"/>
                  </a:lnTo>
                  <a:lnTo>
                    <a:pt x="141618" y="78054"/>
                  </a:lnTo>
                  <a:lnTo>
                    <a:pt x="141296" y="77764"/>
                  </a:lnTo>
                  <a:lnTo>
                    <a:pt x="141426" y="77318"/>
                  </a:lnTo>
                  <a:lnTo>
                    <a:pt x="141314" y="75007"/>
                  </a:lnTo>
                  <a:lnTo>
                    <a:pt x="141022" y="74989"/>
                  </a:lnTo>
                  <a:lnTo>
                    <a:pt x="140826" y="74986"/>
                  </a:lnTo>
                  <a:lnTo>
                    <a:pt x="140399" y="75031"/>
                  </a:lnTo>
                  <a:lnTo>
                    <a:pt x="140314" y="75162"/>
                  </a:lnTo>
                  <a:lnTo>
                    <a:pt x="139878" y="75359"/>
                  </a:lnTo>
                  <a:lnTo>
                    <a:pt x="139328" y="75594"/>
                  </a:lnTo>
                  <a:lnTo>
                    <a:pt x="138978" y="75759"/>
                  </a:lnTo>
                  <a:lnTo>
                    <a:pt x="138843" y="76011"/>
                  </a:lnTo>
                  <a:lnTo>
                    <a:pt x="138965" y="76325"/>
                  </a:lnTo>
                  <a:lnTo>
                    <a:pt x="138922" y="76518"/>
                  </a:lnTo>
                  <a:lnTo>
                    <a:pt x="138720" y="76667"/>
                  </a:lnTo>
                  <a:lnTo>
                    <a:pt x="138591" y="76764"/>
                  </a:lnTo>
                  <a:lnTo>
                    <a:pt x="138513" y="77024"/>
                  </a:lnTo>
                  <a:lnTo>
                    <a:pt x="138408" y="77237"/>
                  </a:lnTo>
                  <a:lnTo>
                    <a:pt x="138226" y="77511"/>
                  </a:lnTo>
                  <a:lnTo>
                    <a:pt x="137809" y="77589"/>
                  </a:lnTo>
                  <a:lnTo>
                    <a:pt x="137602" y="77633"/>
                  </a:lnTo>
                  <a:lnTo>
                    <a:pt x="137453" y="77665"/>
                  </a:lnTo>
                  <a:lnTo>
                    <a:pt x="137258" y="77705"/>
                  </a:lnTo>
                  <a:lnTo>
                    <a:pt x="137115" y="77733"/>
                  </a:lnTo>
                  <a:lnTo>
                    <a:pt x="136656" y="77827"/>
                  </a:lnTo>
                  <a:lnTo>
                    <a:pt x="136464" y="77868"/>
                  </a:lnTo>
                  <a:lnTo>
                    <a:pt x="135804" y="78009"/>
                  </a:lnTo>
                  <a:lnTo>
                    <a:pt x="135475" y="78273"/>
                  </a:lnTo>
                  <a:lnTo>
                    <a:pt x="134905" y="78235"/>
                  </a:lnTo>
                  <a:lnTo>
                    <a:pt x="134579" y="78473"/>
                  </a:lnTo>
                  <a:lnTo>
                    <a:pt x="134291" y="78587"/>
                  </a:lnTo>
                  <a:lnTo>
                    <a:pt x="134021" y="78698"/>
                  </a:lnTo>
                  <a:lnTo>
                    <a:pt x="133102" y="79172"/>
                  </a:lnTo>
                  <a:lnTo>
                    <a:pt x="132790" y="79259"/>
                  </a:lnTo>
                  <a:lnTo>
                    <a:pt x="132674" y="79416"/>
                  </a:lnTo>
                  <a:lnTo>
                    <a:pt x="132497" y="79439"/>
                  </a:lnTo>
                  <a:lnTo>
                    <a:pt x="132334" y="79362"/>
                  </a:lnTo>
                  <a:lnTo>
                    <a:pt x="132138" y="79181"/>
                  </a:lnTo>
                  <a:lnTo>
                    <a:pt x="132002" y="78841"/>
                  </a:lnTo>
                  <a:lnTo>
                    <a:pt x="131770" y="78430"/>
                  </a:lnTo>
                  <a:lnTo>
                    <a:pt x="131043" y="77572"/>
                  </a:lnTo>
                  <a:lnTo>
                    <a:pt x="130906" y="77404"/>
                  </a:lnTo>
                  <a:lnTo>
                    <a:pt x="129489" y="75366"/>
                  </a:lnTo>
                  <a:lnTo>
                    <a:pt x="129138" y="75204"/>
                  </a:lnTo>
                  <a:lnTo>
                    <a:pt x="128230" y="74785"/>
                  </a:lnTo>
                  <a:lnTo>
                    <a:pt x="128001" y="74680"/>
                  </a:lnTo>
                  <a:lnTo>
                    <a:pt x="127549" y="74114"/>
                  </a:lnTo>
                  <a:lnTo>
                    <a:pt x="126942" y="73353"/>
                  </a:lnTo>
                  <a:lnTo>
                    <a:pt x="126319" y="73015"/>
                  </a:lnTo>
                  <a:lnTo>
                    <a:pt x="125895" y="72604"/>
                  </a:lnTo>
                  <a:lnTo>
                    <a:pt x="125544" y="72521"/>
                  </a:lnTo>
                  <a:lnTo>
                    <a:pt x="125184" y="72161"/>
                  </a:lnTo>
                  <a:lnTo>
                    <a:pt x="124977" y="71842"/>
                  </a:lnTo>
                  <a:lnTo>
                    <a:pt x="124905" y="71515"/>
                  </a:lnTo>
                  <a:lnTo>
                    <a:pt x="124176" y="70782"/>
                  </a:lnTo>
                  <a:lnTo>
                    <a:pt x="124109" y="70392"/>
                  </a:lnTo>
                  <a:lnTo>
                    <a:pt x="123478" y="69699"/>
                  </a:lnTo>
                  <a:lnTo>
                    <a:pt x="122189" y="69697"/>
                  </a:lnTo>
                  <a:lnTo>
                    <a:pt x="119074" y="67586"/>
                  </a:lnTo>
                  <a:lnTo>
                    <a:pt x="115957" y="65474"/>
                  </a:lnTo>
                  <a:lnTo>
                    <a:pt x="112138" y="65586"/>
                  </a:lnTo>
                  <a:lnTo>
                    <a:pt x="109898" y="65652"/>
                  </a:lnTo>
                  <a:lnTo>
                    <a:pt x="85036" y="66381"/>
                  </a:lnTo>
                  <a:lnTo>
                    <a:pt x="34441" y="40666"/>
                  </a:lnTo>
                  <a:lnTo>
                    <a:pt x="27048" y="55212"/>
                  </a:lnTo>
                  <a:lnTo>
                    <a:pt x="19011" y="71025"/>
                  </a:lnTo>
                  <a:lnTo>
                    <a:pt x="8795" y="91128"/>
                  </a:lnTo>
                  <a:lnTo>
                    <a:pt x="7938" y="92888"/>
                  </a:lnTo>
                  <a:lnTo>
                    <a:pt x="6913" y="95228"/>
                  </a:lnTo>
                  <a:lnTo>
                    <a:pt x="4388" y="101363"/>
                  </a:lnTo>
                  <a:lnTo>
                    <a:pt x="3518" y="103611"/>
                  </a:lnTo>
                  <a:lnTo>
                    <a:pt x="2701" y="106031"/>
                  </a:lnTo>
                  <a:lnTo>
                    <a:pt x="1994" y="108486"/>
                  </a:lnTo>
                  <a:lnTo>
                    <a:pt x="1398" y="110970"/>
                  </a:lnTo>
                  <a:lnTo>
                    <a:pt x="915" y="113478"/>
                  </a:lnTo>
                  <a:lnTo>
                    <a:pt x="545" y="116006"/>
                  </a:lnTo>
                  <a:lnTo>
                    <a:pt x="289" y="118548"/>
                  </a:lnTo>
                  <a:lnTo>
                    <a:pt x="147" y="121098"/>
                  </a:lnTo>
                  <a:lnTo>
                    <a:pt x="27" y="124760"/>
                  </a:lnTo>
                  <a:lnTo>
                    <a:pt x="0" y="127268"/>
                  </a:lnTo>
                  <a:lnTo>
                    <a:pt x="86" y="129821"/>
                  </a:lnTo>
                  <a:lnTo>
                    <a:pt x="287" y="132368"/>
                  </a:lnTo>
                  <a:lnTo>
                    <a:pt x="603" y="134903"/>
                  </a:lnTo>
                  <a:lnTo>
                    <a:pt x="1032" y="137421"/>
                  </a:lnTo>
                  <a:lnTo>
                    <a:pt x="1574" y="139917"/>
                  </a:lnTo>
                  <a:lnTo>
                    <a:pt x="2228" y="142387"/>
                  </a:lnTo>
                  <a:lnTo>
                    <a:pt x="2992" y="144824"/>
                  </a:lnTo>
                  <a:lnTo>
                    <a:pt x="3865" y="147225"/>
                  </a:lnTo>
                  <a:lnTo>
                    <a:pt x="4846" y="149583"/>
                  </a:lnTo>
                  <a:lnTo>
                    <a:pt x="5018" y="149972"/>
                  </a:lnTo>
                  <a:lnTo>
                    <a:pt x="5787" y="151638"/>
                  </a:lnTo>
                  <a:lnTo>
                    <a:pt x="6947" y="153914"/>
                  </a:lnTo>
                  <a:lnTo>
                    <a:pt x="8208" y="156135"/>
                  </a:lnTo>
                  <a:lnTo>
                    <a:pt x="9567" y="158298"/>
                  </a:lnTo>
                  <a:lnTo>
                    <a:pt x="11023" y="160397"/>
                  </a:lnTo>
                  <a:lnTo>
                    <a:pt x="12571" y="162429"/>
                  </a:lnTo>
                  <a:lnTo>
                    <a:pt x="14209" y="164388"/>
                  </a:lnTo>
                  <a:lnTo>
                    <a:pt x="15934" y="166272"/>
                  </a:lnTo>
                  <a:lnTo>
                    <a:pt x="29284" y="180209"/>
                  </a:lnTo>
                  <a:lnTo>
                    <a:pt x="34955" y="186130"/>
                  </a:lnTo>
                  <a:lnTo>
                    <a:pt x="38639" y="189976"/>
                  </a:lnTo>
                  <a:lnTo>
                    <a:pt x="39745" y="191131"/>
                  </a:lnTo>
                  <a:lnTo>
                    <a:pt x="44115" y="195693"/>
                  </a:lnTo>
                  <a:lnTo>
                    <a:pt x="49064" y="200859"/>
                  </a:lnTo>
                  <a:lnTo>
                    <a:pt x="52009" y="203933"/>
                  </a:lnTo>
                  <a:lnTo>
                    <a:pt x="52593" y="205042"/>
                  </a:lnTo>
                  <a:lnTo>
                    <a:pt x="59382" y="217915"/>
                  </a:lnTo>
                  <a:lnTo>
                    <a:pt x="64792" y="228173"/>
                  </a:lnTo>
                  <a:lnTo>
                    <a:pt x="64882" y="229284"/>
                  </a:lnTo>
                  <a:lnTo>
                    <a:pt x="66920" y="254599"/>
                  </a:lnTo>
                  <a:lnTo>
                    <a:pt x="67047" y="255962"/>
                  </a:lnTo>
                  <a:lnTo>
                    <a:pt x="67437" y="259677"/>
                  </a:lnTo>
                  <a:lnTo>
                    <a:pt x="68445" y="269282"/>
                  </a:lnTo>
                  <a:lnTo>
                    <a:pt x="69130" y="275801"/>
                  </a:lnTo>
                  <a:lnTo>
                    <a:pt x="69186" y="276332"/>
                  </a:lnTo>
                  <a:lnTo>
                    <a:pt x="69441" y="278761"/>
                  </a:lnTo>
                  <a:lnTo>
                    <a:pt x="69797" y="282154"/>
                  </a:lnTo>
                  <a:lnTo>
                    <a:pt x="70936" y="292998"/>
                  </a:lnTo>
                  <a:lnTo>
                    <a:pt x="71244" y="295424"/>
                  </a:lnTo>
                  <a:lnTo>
                    <a:pt x="71677" y="297941"/>
                  </a:lnTo>
                  <a:lnTo>
                    <a:pt x="72087" y="300038"/>
                  </a:lnTo>
                  <a:lnTo>
                    <a:pt x="73684" y="308214"/>
                  </a:lnTo>
                  <a:lnTo>
                    <a:pt x="74889" y="314383"/>
                  </a:lnTo>
                  <a:lnTo>
                    <a:pt x="75099" y="315455"/>
                  </a:lnTo>
                  <a:lnTo>
                    <a:pt x="75182" y="315878"/>
                  </a:lnTo>
                  <a:lnTo>
                    <a:pt x="75837" y="319235"/>
                  </a:lnTo>
                  <a:lnTo>
                    <a:pt x="76338" y="321799"/>
                  </a:lnTo>
                  <a:lnTo>
                    <a:pt x="76376" y="321993"/>
                  </a:lnTo>
                  <a:lnTo>
                    <a:pt x="76541" y="322794"/>
                  </a:lnTo>
                  <a:lnTo>
                    <a:pt x="76602" y="323093"/>
                  </a:lnTo>
                  <a:lnTo>
                    <a:pt x="77198" y="325576"/>
                  </a:lnTo>
                  <a:lnTo>
                    <a:pt x="77904" y="328030"/>
                  </a:lnTo>
                  <a:lnTo>
                    <a:pt x="79000" y="331537"/>
                  </a:lnTo>
                  <a:lnTo>
                    <a:pt x="79366" y="332668"/>
                  </a:lnTo>
                  <a:lnTo>
                    <a:pt x="80233" y="335070"/>
                  </a:lnTo>
                  <a:lnTo>
                    <a:pt x="81037" y="337149"/>
                  </a:lnTo>
                  <a:close/>
                </a:path>
              </a:pathLst>
            </a:custGeom>
            <a:solidFill>
              <a:srgbClr val="4D6F7E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14"/>
            <p:cNvSpPr/>
            <p:nvPr/>
          </p:nvSpPr>
          <p:spPr>
            <a:xfrm>
              <a:off x="3707023" y="2634579"/>
              <a:ext cx="853136" cy="1317271"/>
            </a:xfrm>
            <a:custGeom>
              <a:avLst/>
              <a:pathLst>
                <a:path w="853136" h="1317271">
                  <a:moveTo>
                    <a:pt x="307887" y="1270853"/>
                  </a:moveTo>
                  <a:lnTo>
                    <a:pt x="309996" y="1271305"/>
                  </a:lnTo>
                  <a:lnTo>
                    <a:pt x="310421" y="1271420"/>
                  </a:lnTo>
                  <a:lnTo>
                    <a:pt x="311998" y="1271847"/>
                  </a:lnTo>
                  <a:lnTo>
                    <a:pt x="313398" y="1272227"/>
                  </a:lnTo>
                  <a:lnTo>
                    <a:pt x="313622" y="1272287"/>
                  </a:lnTo>
                  <a:lnTo>
                    <a:pt x="318203" y="1273528"/>
                  </a:lnTo>
                  <a:lnTo>
                    <a:pt x="322796" y="1273957"/>
                  </a:lnTo>
                  <a:lnTo>
                    <a:pt x="323262" y="1274001"/>
                  </a:lnTo>
                  <a:lnTo>
                    <a:pt x="323544" y="1274027"/>
                  </a:lnTo>
                  <a:lnTo>
                    <a:pt x="324082" y="1274078"/>
                  </a:lnTo>
                  <a:lnTo>
                    <a:pt x="324904" y="1274155"/>
                  </a:lnTo>
                  <a:lnTo>
                    <a:pt x="330998" y="1274725"/>
                  </a:lnTo>
                  <a:lnTo>
                    <a:pt x="338244" y="1272372"/>
                  </a:lnTo>
                  <a:lnTo>
                    <a:pt x="339168" y="1272060"/>
                  </a:lnTo>
                  <a:lnTo>
                    <a:pt x="340288" y="1271702"/>
                  </a:lnTo>
                  <a:lnTo>
                    <a:pt x="341865" y="1271193"/>
                  </a:lnTo>
                  <a:lnTo>
                    <a:pt x="342690" y="1270920"/>
                  </a:lnTo>
                  <a:lnTo>
                    <a:pt x="344193" y="1270447"/>
                  </a:lnTo>
                  <a:lnTo>
                    <a:pt x="345013" y="1270170"/>
                  </a:lnTo>
                  <a:lnTo>
                    <a:pt x="345282" y="1270063"/>
                  </a:lnTo>
                  <a:lnTo>
                    <a:pt x="346743" y="1270391"/>
                  </a:lnTo>
                  <a:lnTo>
                    <a:pt x="347837" y="1270663"/>
                  </a:lnTo>
                  <a:lnTo>
                    <a:pt x="349504" y="1271149"/>
                  </a:lnTo>
                  <a:lnTo>
                    <a:pt x="350847" y="1271572"/>
                  </a:lnTo>
                  <a:lnTo>
                    <a:pt x="351916" y="1271908"/>
                  </a:lnTo>
                  <a:lnTo>
                    <a:pt x="353260" y="1272325"/>
                  </a:lnTo>
                  <a:lnTo>
                    <a:pt x="354181" y="1272615"/>
                  </a:lnTo>
                  <a:lnTo>
                    <a:pt x="355036" y="1272938"/>
                  </a:lnTo>
                  <a:lnTo>
                    <a:pt x="356262" y="1273317"/>
                  </a:lnTo>
                  <a:lnTo>
                    <a:pt x="357053" y="1273565"/>
                  </a:lnTo>
                  <a:lnTo>
                    <a:pt x="358300" y="1273310"/>
                  </a:lnTo>
                  <a:lnTo>
                    <a:pt x="359847" y="1273012"/>
                  </a:lnTo>
                  <a:lnTo>
                    <a:pt x="360914" y="1272803"/>
                  </a:lnTo>
                  <a:lnTo>
                    <a:pt x="361069" y="1272773"/>
                  </a:lnTo>
                  <a:lnTo>
                    <a:pt x="362277" y="1272559"/>
                  </a:lnTo>
                  <a:lnTo>
                    <a:pt x="363947" y="1272241"/>
                  </a:lnTo>
                  <a:lnTo>
                    <a:pt x="365056" y="1272050"/>
                  </a:lnTo>
                  <a:lnTo>
                    <a:pt x="366519" y="1271780"/>
                  </a:lnTo>
                  <a:lnTo>
                    <a:pt x="366748" y="1271709"/>
                  </a:lnTo>
                  <a:lnTo>
                    <a:pt x="367733" y="1271763"/>
                  </a:lnTo>
                  <a:lnTo>
                    <a:pt x="368270" y="1271847"/>
                  </a:lnTo>
                  <a:lnTo>
                    <a:pt x="369028" y="1271880"/>
                  </a:lnTo>
                  <a:lnTo>
                    <a:pt x="369634" y="1271951"/>
                  </a:lnTo>
                  <a:lnTo>
                    <a:pt x="370440" y="1272022"/>
                  </a:lnTo>
                  <a:lnTo>
                    <a:pt x="371260" y="1272093"/>
                  </a:lnTo>
                  <a:lnTo>
                    <a:pt x="371964" y="1272147"/>
                  </a:lnTo>
                  <a:lnTo>
                    <a:pt x="372743" y="1272226"/>
                  </a:lnTo>
                  <a:lnTo>
                    <a:pt x="373407" y="1272251"/>
                  </a:lnTo>
                  <a:lnTo>
                    <a:pt x="374115" y="1272328"/>
                  </a:lnTo>
                  <a:lnTo>
                    <a:pt x="374644" y="1272381"/>
                  </a:lnTo>
                  <a:lnTo>
                    <a:pt x="375199" y="1272435"/>
                  </a:lnTo>
                  <a:lnTo>
                    <a:pt x="375514" y="1272343"/>
                  </a:lnTo>
                  <a:lnTo>
                    <a:pt x="376028" y="1272190"/>
                  </a:lnTo>
                  <a:lnTo>
                    <a:pt x="376763" y="1271951"/>
                  </a:lnTo>
                  <a:lnTo>
                    <a:pt x="377524" y="1271725"/>
                  </a:lnTo>
                  <a:lnTo>
                    <a:pt x="378137" y="1271529"/>
                  </a:lnTo>
                  <a:lnTo>
                    <a:pt x="378728" y="1271335"/>
                  </a:lnTo>
                  <a:lnTo>
                    <a:pt x="379272" y="1271160"/>
                  </a:lnTo>
                  <a:lnTo>
                    <a:pt x="379977" y="1270964"/>
                  </a:lnTo>
                  <a:lnTo>
                    <a:pt x="380555" y="1270778"/>
                  </a:lnTo>
                  <a:lnTo>
                    <a:pt x="381173" y="1270605"/>
                  </a:lnTo>
                  <a:lnTo>
                    <a:pt x="381639" y="1270389"/>
                  </a:lnTo>
                  <a:lnTo>
                    <a:pt x="381898" y="1270386"/>
                  </a:lnTo>
                  <a:lnTo>
                    <a:pt x="383331" y="1270386"/>
                  </a:lnTo>
                  <a:lnTo>
                    <a:pt x="384219" y="1270401"/>
                  </a:lnTo>
                  <a:lnTo>
                    <a:pt x="384888" y="1270419"/>
                  </a:lnTo>
                  <a:lnTo>
                    <a:pt x="385422" y="1270419"/>
                  </a:lnTo>
                  <a:lnTo>
                    <a:pt x="386224" y="1270424"/>
                  </a:lnTo>
                  <a:lnTo>
                    <a:pt x="387087" y="1270429"/>
                  </a:lnTo>
                  <a:lnTo>
                    <a:pt x="387916" y="1270427"/>
                  </a:lnTo>
                  <a:lnTo>
                    <a:pt x="389786" y="1270427"/>
                  </a:lnTo>
                  <a:lnTo>
                    <a:pt x="390435" y="1270452"/>
                  </a:lnTo>
                  <a:lnTo>
                    <a:pt x="391293" y="1270452"/>
                  </a:lnTo>
                  <a:lnTo>
                    <a:pt x="392209" y="1270450"/>
                  </a:lnTo>
                  <a:lnTo>
                    <a:pt x="393290" y="1270473"/>
                  </a:lnTo>
                  <a:lnTo>
                    <a:pt x="393720" y="1269999"/>
                  </a:lnTo>
                  <a:lnTo>
                    <a:pt x="394290" y="1269404"/>
                  </a:lnTo>
                  <a:lnTo>
                    <a:pt x="394860" y="1268788"/>
                  </a:lnTo>
                  <a:lnTo>
                    <a:pt x="395387" y="1268198"/>
                  </a:lnTo>
                  <a:lnTo>
                    <a:pt x="395631" y="1268175"/>
                  </a:lnTo>
                  <a:lnTo>
                    <a:pt x="396542" y="1268142"/>
                  </a:lnTo>
                  <a:lnTo>
                    <a:pt x="397908" y="1268015"/>
                  </a:lnTo>
                  <a:lnTo>
                    <a:pt x="398781" y="1267946"/>
                  </a:lnTo>
                  <a:lnTo>
                    <a:pt x="399580" y="1267895"/>
                  </a:lnTo>
                  <a:lnTo>
                    <a:pt x="400321" y="1267831"/>
                  </a:lnTo>
                  <a:lnTo>
                    <a:pt x="401254" y="1267732"/>
                  </a:lnTo>
                  <a:lnTo>
                    <a:pt x="402010" y="1267656"/>
                  </a:lnTo>
                  <a:lnTo>
                    <a:pt x="402964" y="1267562"/>
                  </a:lnTo>
                  <a:lnTo>
                    <a:pt x="403448" y="1267740"/>
                  </a:lnTo>
                  <a:lnTo>
                    <a:pt x="404081" y="1267977"/>
                  </a:lnTo>
                  <a:lnTo>
                    <a:pt x="404712" y="1268223"/>
                  </a:lnTo>
                  <a:lnTo>
                    <a:pt x="405501" y="1268465"/>
                  </a:lnTo>
                  <a:lnTo>
                    <a:pt x="406224" y="1268742"/>
                  </a:lnTo>
                  <a:lnTo>
                    <a:pt x="407071" y="1269035"/>
                  </a:lnTo>
                  <a:lnTo>
                    <a:pt x="407801" y="1269310"/>
                  </a:lnTo>
                  <a:lnTo>
                    <a:pt x="408511" y="1269557"/>
                  </a:lnTo>
                  <a:lnTo>
                    <a:pt x="409099" y="1269796"/>
                  </a:lnTo>
                  <a:lnTo>
                    <a:pt x="409628" y="1269613"/>
                  </a:lnTo>
                  <a:lnTo>
                    <a:pt x="410160" y="1269430"/>
                  </a:lnTo>
                  <a:lnTo>
                    <a:pt x="410583" y="1269285"/>
                  </a:lnTo>
                  <a:lnTo>
                    <a:pt x="411145" y="1269122"/>
                  </a:lnTo>
                  <a:lnTo>
                    <a:pt x="411697" y="1268903"/>
                  </a:lnTo>
                  <a:lnTo>
                    <a:pt x="412153" y="1268745"/>
                  </a:lnTo>
                  <a:lnTo>
                    <a:pt x="412700" y="1268559"/>
                  </a:lnTo>
                  <a:lnTo>
                    <a:pt x="413224" y="1268389"/>
                  </a:lnTo>
                  <a:lnTo>
                    <a:pt x="413537" y="1268287"/>
                  </a:lnTo>
                  <a:lnTo>
                    <a:pt x="413997" y="1268124"/>
                  </a:lnTo>
                  <a:lnTo>
                    <a:pt x="414471" y="1267989"/>
                  </a:lnTo>
                  <a:lnTo>
                    <a:pt x="414702" y="1267867"/>
                  </a:lnTo>
                  <a:lnTo>
                    <a:pt x="414954" y="1267763"/>
                  </a:lnTo>
                  <a:lnTo>
                    <a:pt x="415567" y="1267524"/>
                  </a:lnTo>
                  <a:lnTo>
                    <a:pt x="416209" y="1267234"/>
                  </a:lnTo>
                  <a:lnTo>
                    <a:pt x="416644" y="1267025"/>
                  </a:lnTo>
                  <a:lnTo>
                    <a:pt x="417211" y="1266796"/>
                  </a:lnTo>
                  <a:lnTo>
                    <a:pt x="417646" y="1266603"/>
                  </a:lnTo>
                  <a:lnTo>
                    <a:pt x="418076" y="1266412"/>
                  </a:lnTo>
                  <a:lnTo>
                    <a:pt x="418516" y="1266229"/>
                  </a:lnTo>
                  <a:lnTo>
                    <a:pt x="418885" y="1266091"/>
                  </a:lnTo>
                  <a:lnTo>
                    <a:pt x="419259" y="1265913"/>
                  </a:lnTo>
                  <a:lnTo>
                    <a:pt x="419588" y="1265773"/>
                  </a:lnTo>
                  <a:lnTo>
                    <a:pt x="420132" y="1265516"/>
                  </a:lnTo>
                  <a:lnTo>
                    <a:pt x="420585" y="1265343"/>
                  </a:lnTo>
                  <a:lnTo>
                    <a:pt x="420946" y="1265170"/>
                  </a:lnTo>
                  <a:lnTo>
                    <a:pt x="421160" y="1265061"/>
                  </a:lnTo>
                  <a:lnTo>
                    <a:pt x="421504" y="1265125"/>
                  </a:lnTo>
                  <a:lnTo>
                    <a:pt x="421860" y="1265244"/>
                  </a:lnTo>
                  <a:lnTo>
                    <a:pt x="422168" y="1265407"/>
                  </a:lnTo>
                  <a:lnTo>
                    <a:pt x="422481" y="1265651"/>
                  </a:lnTo>
                  <a:lnTo>
                    <a:pt x="422944" y="1266158"/>
                  </a:lnTo>
                  <a:lnTo>
                    <a:pt x="423209" y="1266473"/>
                  </a:lnTo>
                  <a:lnTo>
                    <a:pt x="423453" y="1266791"/>
                  </a:lnTo>
                  <a:lnTo>
                    <a:pt x="423700" y="1266967"/>
                  </a:lnTo>
                  <a:lnTo>
                    <a:pt x="424048" y="1267216"/>
                  </a:lnTo>
                  <a:lnTo>
                    <a:pt x="424379" y="1267420"/>
                  </a:lnTo>
                  <a:lnTo>
                    <a:pt x="424865" y="1267410"/>
                  </a:lnTo>
                  <a:lnTo>
                    <a:pt x="425845" y="1267402"/>
                  </a:lnTo>
                  <a:lnTo>
                    <a:pt x="426850" y="1267377"/>
                  </a:lnTo>
                  <a:lnTo>
                    <a:pt x="427631" y="1267336"/>
                  </a:lnTo>
                  <a:lnTo>
                    <a:pt x="427827" y="1267321"/>
                  </a:lnTo>
                  <a:lnTo>
                    <a:pt x="428473" y="1267315"/>
                  </a:lnTo>
                  <a:lnTo>
                    <a:pt x="428720" y="1267331"/>
                  </a:lnTo>
                  <a:lnTo>
                    <a:pt x="429084" y="1267320"/>
                  </a:lnTo>
                  <a:lnTo>
                    <a:pt x="429628" y="1267336"/>
                  </a:lnTo>
                  <a:lnTo>
                    <a:pt x="430244" y="1267354"/>
                  </a:lnTo>
                  <a:lnTo>
                    <a:pt x="430850" y="1267376"/>
                  </a:lnTo>
                  <a:lnTo>
                    <a:pt x="431437" y="1267399"/>
                  </a:lnTo>
                  <a:lnTo>
                    <a:pt x="431707" y="1267534"/>
                  </a:lnTo>
                  <a:lnTo>
                    <a:pt x="431860" y="1267918"/>
                  </a:lnTo>
                  <a:lnTo>
                    <a:pt x="432071" y="1268488"/>
                  </a:lnTo>
                  <a:lnTo>
                    <a:pt x="432257" y="1268979"/>
                  </a:lnTo>
                  <a:lnTo>
                    <a:pt x="432478" y="1269560"/>
                  </a:lnTo>
                  <a:lnTo>
                    <a:pt x="432697" y="1269715"/>
                  </a:lnTo>
                  <a:lnTo>
                    <a:pt x="432990" y="1269659"/>
                  </a:lnTo>
                  <a:lnTo>
                    <a:pt x="433211" y="1269651"/>
                  </a:lnTo>
                  <a:lnTo>
                    <a:pt x="433582" y="1269641"/>
                  </a:lnTo>
                  <a:lnTo>
                    <a:pt x="434697" y="1269644"/>
                  </a:lnTo>
                  <a:lnTo>
                    <a:pt x="434817" y="1269786"/>
                  </a:lnTo>
                  <a:lnTo>
                    <a:pt x="435376" y="1270445"/>
                  </a:lnTo>
                  <a:lnTo>
                    <a:pt x="435590" y="1270682"/>
                  </a:lnTo>
                  <a:lnTo>
                    <a:pt x="436063" y="1271193"/>
                  </a:lnTo>
                  <a:lnTo>
                    <a:pt x="436386" y="1271557"/>
                  </a:lnTo>
                  <a:lnTo>
                    <a:pt x="436883" y="1272114"/>
                  </a:lnTo>
                  <a:lnTo>
                    <a:pt x="439290" y="1270313"/>
                  </a:lnTo>
                  <a:lnTo>
                    <a:pt x="440398" y="1271058"/>
                  </a:lnTo>
                  <a:lnTo>
                    <a:pt x="441546" y="1264559"/>
                  </a:lnTo>
                  <a:lnTo>
                    <a:pt x="442615" y="1258534"/>
                  </a:lnTo>
                  <a:lnTo>
                    <a:pt x="444151" y="1249870"/>
                  </a:lnTo>
                  <a:lnTo>
                    <a:pt x="445294" y="1243892"/>
                  </a:lnTo>
                  <a:lnTo>
                    <a:pt x="447066" y="1234624"/>
                  </a:lnTo>
                  <a:lnTo>
                    <a:pt x="447600" y="1234017"/>
                  </a:lnTo>
                  <a:lnTo>
                    <a:pt x="451004" y="1230142"/>
                  </a:lnTo>
                  <a:lnTo>
                    <a:pt x="458559" y="1221547"/>
                  </a:lnTo>
                  <a:lnTo>
                    <a:pt x="462424" y="1217146"/>
                  </a:lnTo>
                  <a:lnTo>
                    <a:pt x="462154" y="1205544"/>
                  </a:lnTo>
                  <a:lnTo>
                    <a:pt x="461997" y="1198933"/>
                  </a:lnTo>
                  <a:lnTo>
                    <a:pt x="461997" y="1198785"/>
                  </a:lnTo>
                  <a:lnTo>
                    <a:pt x="461998" y="1185975"/>
                  </a:lnTo>
                  <a:lnTo>
                    <a:pt x="461998" y="1184845"/>
                  </a:lnTo>
                  <a:lnTo>
                    <a:pt x="461998" y="1181966"/>
                  </a:lnTo>
                  <a:lnTo>
                    <a:pt x="461998" y="1179004"/>
                  </a:lnTo>
                  <a:lnTo>
                    <a:pt x="461988" y="1174796"/>
                  </a:lnTo>
                  <a:lnTo>
                    <a:pt x="461967" y="1166364"/>
                  </a:lnTo>
                  <a:lnTo>
                    <a:pt x="461963" y="1164690"/>
                  </a:lnTo>
                  <a:lnTo>
                    <a:pt x="461945" y="1157139"/>
                  </a:lnTo>
                  <a:lnTo>
                    <a:pt x="462493" y="1152166"/>
                  </a:lnTo>
                  <a:lnTo>
                    <a:pt x="462882" y="1148634"/>
                  </a:lnTo>
                  <a:lnTo>
                    <a:pt x="463903" y="1139294"/>
                  </a:lnTo>
                  <a:lnTo>
                    <a:pt x="464806" y="1131165"/>
                  </a:lnTo>
                  <a:lnTo>
                    <a:pt x="464829" y="1130937"/>
                  </a:lnTo>
                  <a:lnTo>
                    <a:pt x="465876" y="1120612"/>
                  </a:lnTo>
                  <a:lnTo>
                    <a:pt x="467339" y="1106284"/>
                  </a:lnTo>
                  <a:lnTo>
                    <a:pt x="469169" y="1100498"/>
                  </a:lnTo>
                  <a:lnTo>
                    <a:pt x="469472" y="1099541"/>
                  </a:lnTo>
                  <a:lnTo>
                    <a:pt x="471801" y="1092175"/>
                  </a:lnTo>
                  <a:lnTo>
                    <a:pt x="474382" y="1084022"/>
                  </a:lnTo>
                  <a:lnTo>
                    <a:pt x="477342" y="1074852"/>
                  </a:lnTo>
                  <a:lnTo>
                    <a:pt x="475377" y="1064025"/>
                  </a:lnTo>
                  <a:lnTo>
                    <a:pt x="474738" y="1060530"/>
                  </a:lnTo>
                  <a:lnTo>
                    <a:pt x="473799" y="1055333"/>
                  </a:lnTo>
                  <a:lnTo>
                    <a:pt x="472732" y="1049429"/>
                  </a:lnTo>
                  <a:lnTo>
                    <a:pt x="472169" y="1041924"/>
                  </a:lnTo>
                  <a:lnTo>
                    <a:pt x="471594" y="1034199"/>
                  </a:lnTo>
                  <a:lnTo>
                    <a:pt x="471533" y="1033391"/>
                  </a:lnTo>
                  <a:lnTo>
                    <a:pt x="470909" y="1028758"/>
                  </a:lnTo>
                  <a:lnTo>
                    <a:pt x="469836" y="1020704"/>
                  </a:lnTo>
                  <a:lnTo>
                    <a:pt x="469097" y="1015146"/>
                  </a:lnTo>
                  <a:lnTo>
                    <a:pt x="468517" y="1009568"/>
                  </a:lnTo>
                  <a:lnTo>
                    <a:pt x="468066" y="1005805"/>
                  </a:lnTo>
                  <a:lnTo>
                    <a:pt x="466699" y="994301"/>
                  </a:lnTo>
                  <a:lnTo>
                    <a:pt x="465341" y="983790"/>
                  </a:lnTo>
                  <a:lnTo>
                    <a:pt x="476197" y="982831"/>
                  </a:lnTo>
                  <a:lnTo>
                    <a:pt x="484600" y="982090"/>
                  </a:lnTo>
                  <a:lnTo>
                    <a:pt x="491474" y="981458"/>
                  </a:lnTo>
                  <a:lnTo>
                    <a:pt x="498451" y="980800"/>
                  </a:lnTo>
                  <a:lnTo>
                    <a:pt x="505265" y="980184"/>
                  </a:lnTo>
                  <a:lnTo>
                    <a:pt x="510872" y="979530"/>
                  </a:lnTo>
                  <a:lnTo>
                    <a:pt x="511441" y="979464"/>
                  </a:lnTo>
                  <a:lnTo>
                    <a:pt x="525009" y="978054"/>
                  </a:lnTo>
                  <a:lnTo>
                    <a:pt x="535455" y="970500"/>
                  </a:lnTo>
                  <a:lnTo>
                    <a:pt x="543304" y="964857"/>
                  </a:lnTo>
                  <a:lnTo>
                    <a:pt x="546834" y="962213"/>
                  </a:lnTo>
                  <a:lnTo>
                    <a:pt x="547167" y="961963"/>
                  </a:lnTo>
                  <a:lnTo>
                    <a:pt x="555880" y="955512"/>
                  </a:lnTo>
                  <a:lnTo>
                    <a:pt x="560459" y="952316"/>
                  </a:lnTo>
                  <a:lnTo>
                    <a:pt x="569473" y="946028"/>
                  </a:lnTo>
                  <a:lnTo>
                    <a:pt x="572385" y="943996"/>
                  </a:lnTo>
                  <a:lnTo>
                    <a:pt x="576274" y="941280"/>
                  </a:lnTo>
                  <a:lnTo>
                    <a:pt x="575030" y="935198"/>
                  </a:lnTo>
                  <a:lnTo>
                    <a:pt x="572627" y="923469"/>
                  </a:lnTo>
                  <a:lnTo>
                    <a:pt x="571227" y="916755"/>
                  </a:lnTo>
                  <a:lnTo>
                    <a:pt x="569854" y="910195"/>
                  </a:lnTo>
                  <a:lnTo>
                    <a:pt x="567305" y="899477"/>
                  </a:lnTo>
                  <a:lnTo>
                    <a:pt x="564672" y="888406"/>
                  </a:lnTo>
                  <a:lnTo>
                    <a:pt x="563651" y="884114"/>
                  </a:lnTo>
                  <a:lnTo>
                    <a:pt x="569820" y="875697"/>
                  </a:lnTo>
                  <a:lnTo>
                    <a:pt x="571934" y="872809"/>
                  </a:lnTo>
                  <a:lnTo>
                    <a:pt x="579361" y="865003"/>
                  </a:lnTo>
                  <a:lnTo>
                    <a:pt x="581162" y="863124"/>
                  </a:lnTo>
                  <a:lnTo>
                    <a:pt x="583674" y="860459"/>
                  </a:lnTo>
                  <a:lnTo>
                    <a:pt x="590999" y="852686"/>
                  </a:lnTo>
                  <a:lnTo>
                    <a:pt x="594310" y="846142"/>
                  </a:lnTo>
                  <a:lnTo>
                    <a:pt x="594430" y="845904"/>
                  </a:lnTo>
                  <a:lnTo>
                    <a:pt x="599341" y="836204"/>
                  </a:lnTo>
                  <a:lnTo>
                    <a:pt x="601478" y="831952"/>
                  </a:lnTo>
                  <a:lnTo>
                    <a:pt x="603598" y="827832"/>
                  </a:lnTo>
                  <a:lnTo>
                    <a:pt x="606133" y="822872"/>
                  </a:lnTo>
                  <a:lnTo>
                    <a:pt x="607160" y="820863"/>
                  </a:lnTo>
                  <a:lnTo>
                    <a:pt x="611488" y="812412"/>
                  </a:lnTo>
                  <a:lnTo>
                    <a:pt x="617366" y="801234"/>
                  </a:lnTo>
                  <a:lnTo>
                    <a:pt x="622312" y="791824"/>
                  </a:lnTo>
                  <a:lnTo>
                    <a:pt x="624314" y="787825"/>
                  </a:lnTo>
                  <a:lnTo>
                    <a:pt x="627718" y="781036"/>
                  </a:lnTo>
                  <a:lnTo>
                    <a:pt x="629634" y="777214"/>
                  </a:lnTo>
                  <a:lnTo>
                    <a:pt x="631726" y="773043"/>
                  </a:lnTo>
                  <a:lnTo>
                    <a:pt x="636572" y="761838"/>
                  </a:lnTo>
                  <a:lnTo>
                    <a:pt x="641114" y="756430"/>
                  </a:lnTo>
                  <a:lnTo>
                    <a:pt x="646442" y="750086"/>
                  </a:lnTo>
                  <a:lnTo>
                    <a:pt x="648506" y="747606"/>
                  </a:lnTo>
                  <a:lnTo>
                    <a:pt x="653475" y="741634"/>
                  </a:lnTo>
                  <a:lnTo>
                    <a:pt x="662617" y="733793"/>
                  </a:lnTo>
                  <a:lnTo>
                    <a:pt x="665735" y="731118"/>
                  </a:lnTo>
                  <a:lnTo>
                    <a:pt x="671680" y="725906"/>
                  </a:lnTo>
                  <a:lnTo>
                    <a:pt x="671878" y="725732"/>
                  </a:lnTo>
                  <a:lnTo>
                    <a:pt x="674585" y="723358"/>
                  </a:lnTo>
                  <a:lnTo>
                    <a:pt x="674642" y="716666"/>
                  </a:lnTo>
                  <a:lnTo>
                    <a:pt x="674688" y="712396"/>
                  </a:lnTo>
                  <a:lnTo>
                    <a:pt x="674828" y="705141"/>
                  </a:lnTo>
                  <a:lnTo>
                    <a:pt x="675032" y="691449"/>
                  </a:lnTo>
                  <a:lnTo>
                    <a:pt x="675229" y="685032"/>
                  </a:lnTo>
                  <a:lnTo>
                    <a:pt x="675372" y="678079"/>
                  </a:lnTo>
                  <a:lnTo>
                    <a:pt x="670930" y="669724"/>
                  </a:lnTo>
                  <a:lnTo>
                    <a:pt x="666873" y="662071"/>
                  </a:lnTo>
                  <a:lnTo>
                    <a:pt x="662627" y="654452"/>
                  </a:lnTo>
                  <a:lnTo>
                    <a:pt x="659428" y="648693"/>
                  </a:lnTo>
                  <a:lnTo>
                    <a:pt x="653386" y="637840"/>
                  </a:lnTo>
                  <a:lnTo>
                    <a:pt x="649823" y="631439"/>
                  </a:lnTo>
                  <a:lnTo>
                    <a:pt x="646655" y="625835"/>
                  </a:lnTo>
                  <a:lnTo>
                    <a:pt x="639658" y="613451"/>
                  </a:lnTo>
                  <a:lnTo>
                    <a:pt x="642042" y="605267"/>
                  </a:lnTo>
                  <a:lnTo>
                    <a:pt x="643920" y="598846"/>
                  </a:lnTo>
                  <a:lnTo>
                    <a:pt x="646640" y="589525"/>
                  </a:lnTo>
                  <a:lnTo>
                    <a:pt x="656126" y="587607"/>
                  </a:lnTo>
                  <a:lnTo>
                    <a:pt x="660440" y="586747"/>
                  </a:lnTo>
                  <a:lnTo>
                    <a:pt x="670565" y="585212"/>
                  </a:lnTo>
                  <a:lnTo>
                    <a:pt x="673637" y="584748"/>
                  </a:lnTo>
                  <a:lnTo>
                    <a:pt x="677387" y="577556"/>
                  </a:lnTo>
                  <a:lnTo>
                    <a:pt x="682695" y="567386"/>
                  </a:lnTo>
                  <a:lnTo>
                    <a:pt x="685017" y="561785"/>
                  </a:lnTo>
                  <a:lnTo>
                    <a:pt x="688964" y="552267"/>
                  </a:lnTo>
                  <a:lnTo>
                    <a:pt x="691343" y="542894"/>
                  </a:lnTo>
                  <a:lnTo>
                    <a:pt x="693325" y="534030"/>
                  </a:lnTo>
                  <a:lnTo>
                    <a:pt x="694920" y="526852"/>
                  </a:lnTo>
                  <a:lnTo>
                    <a:pt x="696878" y="518059"/>
                  </a:lnTo>
                  <a:lnTo>
                    <a:pt x="698322" y="512093"/>
                  </a:lnTo>
                  <a:lnTo>
                    <a:pt x="700842" y="501660"/>
                  </a:lnTo>
                  <a:lnTo>
                    <a:pt x="702129" y="495802"/>
                  </a:lnTo>
                  <a:lnTo>
                    <a:pt x="703191" y="490958"/>
                  </a:lnTo>
                  <a:lnTo>
                    <a:pt x="703805" y="488151"/>
                  </a:lnTo>
                  <a:lnTo>
                    <a:pt x="705199" y="481785"/>
                  </a:lnTo>
                  <a:lnTo>
                    <a:pt x="706468" y="476021"/>
                  </a:lnTo>
                  <a:lnTo>
                    <a:pt x="711455" y="471423"/>
                  </a:lnTo>
                  <a:lnTo>
                    <a:pt x="716375" y="466934"/>
                  </a:lnTo>
                  <a:lnTo>
                    <a:pt x="724097" y="459660"/>
                  </a:lnTo>
                  <a:lnTo>
                    <a:pt x="726372" y="457517"/>
                  </a:lnTo>
                  <a:lnTo>
                    <a:pt x="728849" y="455427"/>
                  </a:lnTo>
                  <a:lnTo>
                    <a:pt x="735159" y="450103"/>
                  </a:lnTo>
                  <a:lnTo>
                    <a:pt x="738539" y="447250"/>
                  </a:lnTo>
                  <a:lnTo>
                    <a:pt x="745109" y="441835"/>
                  </a:lnTo>
                  <a:lnTo>
                    <a:pt x="752317" y="435892"/>
                  </a:lnTo>
                  <a:lnTo>
                    <a:pt x="755105" y="430109"/>
                  </a:lnTo>
                  <a:lnTo>
                    <a:pt x="759440" y="421123"/>
                  </a:lnTo>
                  <a:lnTo>
                    <a:pt x="762317" y="416123"/>
                  </a:lnTo>
                  <a:lnTo>
                    <a:pt x="769962" y="419982"/>
                  </a:lnTo>
                  <a:lnTo>
                    <a:pt x="770231" y="420122"/>
                  </a:lnTo>
                  <a:lnTo>
                    <a:pt x="775516" y="422760"/>
                  </a:lnTo>
                  <a:lnTo>
                    <a:pt x="775828" y="422917"/>
                  </a:lnTo>
                  <a:lnTo>
                    <a:pt x="779511" y="424764"/>
                  </a:lnTo>
                  <a:lnTo>
                    <a:pt x="785439" y="427716"/>
                  </a:lnTo>
                  <a:lnTo>
                    <a:pt x="790919" y="430571"/>
                  </a:lnTo>
                  <a:lnTo>
                    <a:pt x="796710" y="433590"/>
                  </a:lnTo>
                  <a:lnTo>
                    <a:pt x="803830" y="437300"/>
                  </a:lnTo>
                  <a:lnTo>
                    <a:pt x="809045" y="441021"/>
                  </a:lnTo>
                  <a:lnTo>
                    <a:pt x="817566" y="447104"/>
                  </a:lnTo>
                  <a:lnTo>
                    <a:pt x="824030" y="451707"/>
                  </a:lnTo>
                  <a:lnTo>
                    <a:pt x="829686" y="455736"/>
                  </a:lnTo>
                  <a:lnTo>
                    <a:pt x="831610" y="450328"/>
                  </a:lnTo>
                  <a:lnTo>
                    <a:pt x="834758" y="441485"/>
                  </a:lnTo>
                  <a:lnTo>
                    <a:pt x="836638" y="436205"/>
                  </a:lnTo>
                  <a:lnTo>
                    <a:pt x="838509" y="430954"/>
                  </a:lnTo>
                  <a:lnTo>
                    <a:pt x="840464" y="425464"/>
                  </a:lnTo>
                  <a:lnTo>
                    <a:pt x="841046" y="423824"/>
                  </a:lnTo>
                  <a:lnTo>
                    <a:pt x="842326" y="420211"/>
                  </a:lnTo>
                  <a:lnTo>
                    <a:pt x="843974" y="415602"/>
                  </a:lnTo>
                  <a:lnTo>
                    <a:pt x="844910" y="413062"/>
                  </a:lnTo>
                  <a:lnTo>
                    <a:pt x="848033" y="404622"/>
                  </a:lnTo>
                  <a:lnTo>
                    <a:pt x="850749" y="396508"/>
                  </a:lnTo>
                  <a:lnTo>
                    <a:pt x="852011" y="392756"/>
                  </a:lnTo>
                  <a:lnTo>
                    <a:pt x="853136" y="389410"/>
                  </a:lnTo>
                  <a:lnTo>
                    <a:pt x="851940" y="381107"/>
                  </a:lnTo>
                  <a:lnTo>
                    <a:pt x="851098" y="375242"/>
                  </a:lnTo>
                  <a:lnTo>
                    <a:pt x="850612" y="372200"/>
                  </a:lnTo>
                  <a:lnTo>
                    <a:pt x="850244" y="369715"/>
                  </a:lnTo>
                  <a:lnTo>
                    <a:pt x="850081" y="368601"/>
                  </a:lnTo>
                  <a:lnTo>
                    <a:pt x="849183" y="362431"/>
                  </a:lnTo>
                  <a:lnTo>
                    <a:pt x="848552" y="358255"/>
                  </a:lnTo>
                  <a:lnTo>
                    <a:pt x="847236" y="349439"/>
                  </a:lnTo>
                  <a:lnTo>
                    <a:pt x="846020" y="339934"/>
                  </a:lnTo>
                  <a:lnTo>
                    <a:pt x="844884" y="330942"/>
                  </a:lnTo>
                  <a:lnTo>
                    <a:pt x="844940" y="327499"/>
                  </a:lnTo>
                  <a:lnTo>
                    <a:pt x="845032" y="323926"/>
                  </a:lnTo>
                  <a:lnTo>
                    <a:pt x="845190" y="317147"/>
                  </a:lnTo>
                  <a:lnTo>
                    <a:pt x="845258" y="314078"/>
                  </a:lnTo>
                  <a:lnTo>
                    <a:pt x="845420" y="307115"/>
                  </a:lnTo>
                  <a:lnTo>
                    <a:pt x="845475" y="302915"/>
                  </a:lnTo>
                  <a:lnTo>
                    <a:pt x="845529" y="298917"/>
                  </a:lnTo>
                  <a:lnTo>
                    <a:pt x="845598" y="293835"/>
                  </a:lnTo>
                  <a:lnTo>
                    <a:pt x="845074" y="293016"/>
                  </a:lnTo>
                  <a:lnTo>
                    <a:pt x="844533" y="292187"/>
                  </a:lnTo>
                  <a:lnTo>
                    <a:pt x="844199" y="291627"/>
                  </a:lnTo>
                  <a:lnTo>
                    <a:pt x="843876" y="291060"/>
                  </a:lnTo>
                  <a:lnTo>
                    <a:pt x="843604" y="290566"/>
                  </a:lnTo>
                  <a:lnTo>
                    <a:pt x="843090" y="289632"/>
                  </a:lnTo>
                  <a:lnTo>
                    <a:pt x="842665" y="288861"/>
                  </a:lnTo>
                  <a:lnTo>
                    <a:pt x="842281" y="288245"/>
                  </a:lnTo>
                  <a:lnTo>
                    <a:pt x="841912" y="287581"/>
                  </a:lnTo>
                  <a:lnTo>
                    <a:pt x="841398" y="286798"/>
                  </a:lnTo>
                  <a:lnTo>
                    <a:pt x="840950" y="286065"/>
                  </a:lnTo>
                  <a:lnTo>
                    <a:pt x="840571" y="285429"/>
                  </a:lnTo>
                  <a:lnTo>
                    <a:pt x="840209" y="284739"/>
                  </a:lnTo>
                  <a:lnTo>
                    <a:pt x="839820" y="284052"/>
                  </a:lnTo>
                  <a:lnTo>
                    <a:pt x="839268" y="283118"/>
                  </a:lnTo>
                  <a:lnTo>
                    <a:pt x="838863" y="282365"/>
                  </a:lnTo>
                  <a:lnTo>
                    <a:pt x="838413" y="281607"/>
                  </a:lnTo>
                  <a:lnTo>
                    <a:pt x="837935" y="280856"/>
                  </a:lnTo>
                  <a:lnTo>
                    <a:pt x="837520" y="280250"/>
                  </a:lnTo>
                  <a:lnTo>
                    <a:pt x="837092" y="279507"/>
                  </a:lnTo>
                  <a:lnTo>
                    <a:pt x="836660" y="278736"/>
                  </a:lnTo>
                  <a:lnTo>
                    <a:pt x="836413" y="278278"/>
                  </a:lnTo>
                  <a:lnTo>
                    <a:pt x="836057" y="277665"/>
                  </a:lnTo>
                  <a:lnTo>
                    <a:pt x="835749" y="277072"/>
                  </a:lnTo>
                  <a:lnTo>
                    <a:pt x="835400" y="276515"/>
                  </a:lnTo>
                  <a:lnTo>
                    <a:pt x="834927" y="275724"/>
                  </a:lnTo>
                  <a:lnTo>
                    <a:pt x="833942" y="273978"/>
                  </a:lnTo>
                  <a:lnTo>
                    <a:pt x="833080" y="274332"/>
                  </a:lnTo>
                  <a:lnTo>
                    <a:pt x="832482" y="274380"/>
                  </a:lnTo>
                  <a:lnTo>
                    <a:pt x="831980" y="274408"/>
                  </a:lnTo>
                  <a:lnTo>
                    <a:pt x="831400" y="274444"/>
                  </a:lnTo>
                  <a:lnTo>
                    <a:pt x="831138" y="274454"/>
                  </a:lnTo>
                  <a:lnTo>
                    <a:pt x="830955" y="274462"/>
                  </a:lnTo>
                  <a:lnTo>
                    <a:pt x="830662" y="274490"/>
                  </a:lnTo>
                  <a:lnTo>
                    <a:pt x="830370" y="274485"/>
                  </a:lnTo>
                  <a:lnTo>
                    <a:pt x="829912" y="274538"/>
                  </a:lnTo>
                  <a:lnTo>
                    <a:pt x="829785" y="274510"/>
                  </a:lnTo>
                  <a:lnTo>
                    <a:pt x="829197" y="274556"/>
                  </a:lnTo>
                  <a:lnTo>
                    <a:pt x="828505" y="274609"/>
                  </a:lnTo>
                  <a:lnTo>
                    <a:pt x="828011" y="274619"/>
                  </a:lnTo>
                  <a:lnTo>
                    <a:pt x="827777" y="274647"/>
                  </a:lnTo>
                  <a:lnTo>
                    <a:pt x="827637" y="274622"/>
                  </a:lnTo>
                  <a:lnTo>
                    <a:pt x="827337" y="274612"/>
                  </a:lnTo>
                  <a:lnTo>
                    <a:pt x="827026" y="274680"/>
                  </a:lnTo>
                  <a:lnTo>
                    <a:pt x="826881" y="274736"/>
                  </a:lnTo>
                  <a:lnTo>
                    <a:pt x="826327" y="274823"/>
                  </a:lnTo>
                  <a:lnTo>
                    <a:pt x="826059" y="274874"/>
                  </a:lnTo>
                  <a:lnTo>
                    <a:pt x="825685" y="274955"/>
                  </a:lnTo>
                  <a:lnTo>
                    <a:pt x="825321" y="275024"/>
                  </a:lnTo>
                  <a:lnTo>
                    <a:pt x="824683" y="275146"/>
                  </a:lnTo>
                  <a:lnTo>
                    <a:pt x="824535" y="275169"/>
                  </a:lnTo>
                  <a:lnTo>
                    <a:pt x="823996" y="275263"/>
                  </a:lnTo>
                  <a:lnTo>
                    <a:pt x="823365" y="275373"/>
                  </a:lnTo>
                  <a:lnTo>
                    <a:pt x="822772" y="275472"/>
                  </a:lnTo>
                  <a:lnTo>
                    <a:pt x="822624" y="275495"/>
                  </a:lnTo>
                  <a:lnTo>
                    <a:pt x="822182" y="275568"/>
                  </a:lnTo>
                  <a:lnTo>
                    <a:pt x="821507" y="275688"/>
                  </a:lnTo>
                  <a:lnTo>
                    <a:pt x="821034" y="275752"/>
                  </a:lnTo>
                  <a:lnTo>
                    <a:pt x="820556" y="275841"/>
                  </a:lnTo>
                  <a:lnTo>
                    <a:pt x="820052" y="275932"/>
                  </a:lnTo>
                  <a:lnTo>
                    <a:pt x="819861" y="275955"/>
                  </a:lnTo>
                  <a:lnTo>
                    <a:pt x="819512" y="276019"/>
                  </a:lnTo>
                  <a:lnTo>
                    <a:pt x="818879" y="276133"/>
                  </a:lnTo>
                  <a:lnTo>
                    <a:pt x="818703" y="276156"/>
                  </a:lnTo>
                  <a:lnTo>
                    <a:pt x="818118" y="276255"/>
                  </a:lnTo>
                  <a:lnTo>
                    <a:pt x="817533" y="276357"/>
                  </a:lnTo>
                  <a:lnTo>
                    <a:pt x="817059" y="276436"/>
                  </a:lnTo>
                  <a:lnTo>
                    <a:pt x="816377" y="276553"/>
                  </a:lnTo>
                  <a:lnTo>
                    <a:pt x="815601" y="276683"/>
                  </a:lnTo>
                  <a:lnTo>
                    <a:pt x="815207" y="276734"/>
                  </a:lnTo>
                  <a:lnTo>
                    <a:pt x="814731" y="276823"/>
                  </a:lnTo>
                  <a:lnTo>
                    <a:pt x="813820" y="276965"/>
                  </a:lnTo>
                  <a:lnTo>
                    <a:pt x="813031" y="277138"/>
                  </a:lnTo>
                  <a:lnTo>
                    <a:pt x="812897" y="277161"/>
                  </a:lnTo>
                  <a:lnTo>
                    <a:pt x="812154" y="277294"/>
                  </a:lnTo>
                  <a:lnTo>
                    <a:pt x="811747" y="277360"/>
                  </a:lnTo>
                  <a:lnTo>
                    <a:pt x="811138" y="277459"/>
                  </a:lnTo>
                  <a:lnTo>
                    <a:pt x="810612" y="277543"/>
                  </a:lnTo>
                  <a:lnTo>
                    <a:pt x="810156" y="277624"/>
                  </a:lnTo>
                  <a:lnTo>
                    <a:pt x="810029" y="277642"/>
                  </a:lnTo>
                  <a:lnTo>
                    <a:pt x="809441" y="277747"/>
                  </a:lnTo>
                  <a:lnTo>
                    <a:pt x="808922" y="277841"/>
                  </a:lnTo>
                  <a:lnTo>
                    <a:pt x="808301" y="277950"/>
                  </a:lnTo>
                  <a:lnTo>
                    <a:pt x="807553" y="278077"/>
                  </a:lnTo>
                  <a:lnTo>
                    <a:pt x="807133" y="278149"/>
                  </a:lnTo>
                  <a:lnTo>
                    <a:pt x="806635" y="278238"/>
                  </a:lnTo>
                  <a:lnTo>
                    <a:pt x="805993" y="278339"/>
                  </a:lnTo>
                  <a:lnTo>
                    <a:pt x="805836" y="278365"/>
                  </a:lnTo>
                  <a:lnTo>
                    <a:pt x="805607" y="278398"/>
                  </a:lnTo>
                  <a:lnTo>
                    <a:pt x="805357" y="278436"/>
                  </a:lnTo>
                  <a:lnTo>
                    <a:pt x="800253" y="278682"/>
                  </a:lnTo>
                  <a:lnTo>
                    <a:pt x="795553" y="278908"/>
                  </a:lnTo>
                  <a:lnTo>
                    <a:pt x="794957" y="278939"/>
                  </a:lnTo>
                  <a:lnTo>
                    <a:pt x="793479" y="279015"/>
                  </a:lnTo>
                  <a:lnTo>
                    <a:pt x="792954" y="279041"/>
                  </a:lnTo>
                  <a:lnTo>
                    <a:pt x="792404" y="279069"/>
                  </a:lnTo>
                  <a:lnTo>
                    <a:pt x="792243" y="279078"/>
                  </a:lnTo>
                  <a:lnTo>
                    <a:pt x="791776" y="279101"/>
                  </a:lnTo>
                  <a:lnTo>
                    <a:pt x="791518" y="279114"/>
                  </a:lnTo>
                  <a:lnTo>
                    <a:pt x="791365" y="279121"/>
                  </a:lnTo>
                  <a:lnTo>
                    <a:pt x="791166" y="279131"/>
                  </a:lnTo>
                  <a:lnTo>
                    <a:pt x="790969" y="279140"/>
                  </a:lnTo>
                  <a:lnTo>
                    <a:pt x="790509" y="279163"/>
                  </a:lnTo>
                  <a:lnTo>
                    <a:pt x="790323" y="279172"/>
                  </a:lnTo>
                  <a:lnTo>
                    <a:pt x="789877" y="279194"/>
                  </a:lnTo>
                  <a:lnTo>
                    <a:pt x="789731" y="279201"/>
                  </a:lnTo>
                  <a:lnTo>
                    <a:pt x="789540" y="279210"/>
                  </a:lnTo>
                  <a:lnTo>
                    <a:pt x="789114" y="279233"/>
                  </a:lnTo>
                  <a:lnTo>
                    <a:pt x="787828" y="279301"/>
                  </a:lnTo>
                  <a:lnTo>
                    <a:pt x="785519" y="279419"/>
                  </a:lnTo>
                  <a:lnTo>
                    <a:pt x="784850" y="279453"/>
                  </a:lnTo>
                  <a:lnTo>
                    <a:pt x="776172" y="283785"/>
                  </a:lnTo>
                  <a:lnTo>
                    <a:pt x="775372" y="284183"/>
                  </a:lnTo>
                  <a:lnTo>
                    <a:pt x="773016" y="285357"/>
                  </a:lnTo>
                  <a:lnTo>
                    <a:pt x="771489" y="286118"/>
                  </a:lnTo>
                  <a:lnTo>
                    <a:pt x="769530" y="287095"/>
                  </a:lnTo>
                  <a:lnTo>
                    <a:pt x="766502" y="288609"/>
                  </a:lnTo>
                  <a:lnTo>
                    <a:pt x="766295" y="288712"/>
                  </a:lnTo>
                  <a:lnTo>
                    <a:pt x="766125" y="288797"/>
                  </a:lnTo>
                  <a:lnTo>
                    <a:pt x="765869" y="288925"/>
                  </a:lnTo>
                  <a:lnTo>
                    <a:pt x="765572" y="289074"/>
                  </a:lnTo>
                  <a:lnTo>
                    <a:pt x="765256" y="289231"/>
                  </a:lnTo>
                  <a:lnTo>
                    <a:pt x="764995" y="289362"/>
                  </a:lnTo>
                  <a:lnTo>
                    <a:pt x="764628" y="289545"/>
                  </a:lnTo>
                  <a:lnTo>
                    <a:pt x="764187" y="289765"/>
                  </a:lnTo>
                  <a:lnTo>
                    <a:pt x="763725" y="289995"/>
                  </a:lnTo>
                  <a:lnTo>
                    <a:pt x="763189" y="290157"/>
                  </a:lnTo>
                  <a:lnTo>
                    <a:pt x="763036" y="290179"/>
                  </a:lnTo>
                  <a:lnTo>
                    <a:pt x="762841" y="290207"/>
                  </a:lnTo>
                  <a:lnTo>
                    <a:pt x="762629" y="290237"/>
                  </a:lnTo>
                  <a:lnTo>
                    <a:pt x="762431" y="290265"/>
                  </a:lnTo>
                  <a:lnTo>
                    <a:pt x="761740" y="290363"/>
                  </a:lnTo>
                  <a:lnTo>
                    <a:pt x="761322" y="290422"/>
                  </a:lnTo>
                  <a:lnTo>
                    <a:pt x="760888" y="290483"/>
                  </a:lnTo>
                  <a:lnTo>
                    <a:pt x="760360" y="290558"/>
                  </a:lnTo>
                  <a:lnTo>
                    <a:pt x="759875" y="290627"/>
                  </a:lnTo>
                  <a:lnTo>
                    <a:pt x="759563" y="290671"/>
                  </a:lnTo>
                  <a:lnTo>
                    <a:pt x="759375" y="290698"/>
                  </a:lnTo>
                  <a:lnTo>
                    <a:pt x="759105" y="290736"/>
                  </a:lnTo>
                  <a:lnTo>
                    <a:pt x="758749" y="290788"/>
                  </a:lnTo>
                  <a:lnTo>
                    <a:pt x="758447" y="290829"/>
                  </a:lnTo>
                  <a:lnTo>
                    <a:pt x="757666" y="290940"/>
                  </a:lnTo>
                  <a:lnTo>
                    <a:pt x="757213" y="291004"/>
                  </a:lnTo>
                  <a:lnTo>
                    <a:pt x="756885" y="291050"/>
                  </a:lnTo>
                  <a:lnTo>
                    <a:pt x="753002" y="291573"/>
                  </a:lnTo>
                  <a:lnTo>
                    <a:pt x="752696" y="291607"/>
                  </a:lnTo>
                  <a:lnTo>
                    <a:pt x="752505" y="291628"/>
                  </a:lnTo>
                  <a:lnTo>
                    <a:pt x="751897" y="291696"/>
                  </a:lnTo>
                  <a:lnTo>
                    <a:pt x="751619" y="291726"/>
                  </a:lnTo>
                  <a:lnTo>
                    <a:pt x="750819" y="291817"/>
                  </a:lnTo>
                  <a:lnTo>
                    <a:pt x="750053" y="291895"/>
                  </a:lnTo>
                  <a:lnTo>
                    <a:pt x="749723" y="292077"/>
                  </a:lnTo>
                  <a:lnTo>
                    <a:pt x="748790" y="292069"/>
                  </a:lnTo>
                  <a:lnTo>
                    <a:pt x="748405" y="291947"/>
                  </a:lnTo>
                  <a:lnTo>
                    <a:pt x="748264" y="291903"/>
                  </a:lnTo>
                  <a:lnTo>
                    <a:pt x="747802" y="291757"/>
                  </a:lnTo>
                  <a:lnTo>
                    <a:pt x="746563" y="291655"/>
                  </a:lnTo>
                  <a:lnTo>
                    <a:pt x="745421" y="291556"/>
                  </a:lnTo>
                  <a:lnTo>
                    <a:pt x="744072" y="291388"/>
                  </a:lnTo>
                  <a:lnTo>
                    <a:pt x="742823" y="291220"/>
                  </a:lnTo>
                  <a:lnTo>
                    <a:pt x="742263" y="291164"/>
                  </a:lnTo>
                  <a:lnTo>
                    <a:pt x="741013" y="291062"/>
                  </a:lnTo>
                  <a:lnTo>
                    <a:pt x="739362" y="290968"/>
                  </a:lnTo>
                  <a:lnTo>
                    <a:pt x="736894" y="290729"/>
                  </a:lnTo>
                  <a:lnTo>
                    <a:pt x="735624" y="290627"/>
                  </a:lnTo>
                  <a:lnTo>
                    <a:pt x="734665" y="290563"/>
                  </a:lnTo>
                  <a:lnTo>
                    <a:pt x="733639" y="290479"/>
                  </a:lnTo>
                  <a:lnTo>
                    <a:pt x="732476" y="290390"/>
                  </a:lnTo>
                  <a:lnTo>
                    <a:pt x="731214" y="290260"/>
                  </a:lnTo>
                  <a:lnTo>
                    <a:pt x="729853" y="290148"/>
                  </a:lnTo>
                  <a:lnTo>
                    <a:pt x="728683" y="290054"/>
                  </a:lnTo>
                  <a:lnTo>
                    <a:pt x="725830" y="289841"/>
                  </a:lnTo>
                  <a:lnTo>
                    <a:pt x="722428" y="289640"/>
                  </a:lnTo>
                  <a:lnTo>
                    <a:pt x="721749" y="289507"/>
                  </a:lnTo>
                  <a:lnTo>
                    <a:pt x="720859" y="289442"/>
                  </a:lnTo>
                  <a:lnTo>
                    <a:pt x="720001" y="289380"/>
                  </a:lnTo>
                  <a:lnTo>
                    <a:pt x="717970" y="289197"/>
                  </a:lnTo>
                  <a:lnTo>
                    <a:pt x="716122" y="289006"/>
                  </a:lnTo>
                  <a:lnTo>
                    <a:pt x="714557" y="288859"/>
                  </a:lnTo>
                  <a:lnTo>
                    <a:pt x="712366" y="291645"/>
                  </a:lnTo>
                  <a:lnTo>
                    <a:pt x="712094" y="291990"/>
                  </a:lnTo>
                  <a:lnTo>
                    <a:pt x="710169" y="294439"/>
                  </a:lnTo>
                  <a:lnTo>
                    <a:pt x="709946" y="294723"/>
                  </a:lnTo>
                  <a:lnTo>
                    <a:pt x="709699" y="295042"/>
                  </a:lnTo>
                  <a:lnTo>
                    <a:pt x="708746" y="296277"/>
                  </a:lnTo>
                  <a:lnTo>
                    <a:pt x="708148" y="297009"/>
                  </a:lnTo>
                  <a:lnTo>
                    <a:pt x="707086" y="297656"/>
                  </a:lnTo>
                  <a:lnTo>
                    <a:pt x="700920" y="305031"/>
                  </a:lnTo>
                  <a:lnTo>
                    <a:pt x="700448" y="305560"/>
                  </a:lnTo>
                  <a:lnTo>
                    <a:pt x="700118" y="305927"/>
                  </a:lnTo>
                  <a:lnTo>
                    <a:pt x="699801" y="306270"/>
                  </a:lnTo>
                  <a:lnTo>
                    <a:pt x="699466" y="306632"/>
                  </a:lnTo>
                  <a:lnTo>
                    <a:pt x="699223" y="306900"/>
                  </a:lnTo>
                  <a:lnTo>
                    <a:pt x="698712" y="307138"/>
                  </a:lnTo>
                  <a:lnTo>
                    <a:pt x="698427" y="307271"/>
                  </a:lnTo>
                  <a:lnTo>
                    <a:pt x="698256" y="307350"/>
                  </a:lnTo>
                  <a:lnTo>
                    <a:pt x="698056" y="307443"/>
                  </a:lnTo>
                  <a:lnTo>
                    <a:pt x="697828" y="307551"/>
                  </a:lnTo>
                  <a:lnTo>
                    <a:pt x="697613" y="307651"/>
                  </a:lnTo>
                  <a:lnTo>
                    <a:pt x="697325" y="307784"/>
                  </a:lnTo>
                  <a:lnTo>
                    <a:pt x="697064" y="307906"/>
                  </a:lnTo>
                  <a:lnTo>
                    <a:pt x="696623" y="308115"/>
                  </a:lnTo>
                  <a:lnTo>
                    <a:pt x="695754" y="308510"/>
                  </a:lnTo>
                  <a:lnTo>
                    <a:pt x="695205" y="308763"/>
                  </a:lnTo>
                  <a:lnTo>
                    <a:pt x="694821" y="308940"/>
                  </a:lnTo>
                  <a:lnTo>
                    <a:pt x="694511" y="309089"/>
                  </a:lnTo>
                  <a:lnTo>
                    <a:pt x="693993" y="309246"/>
                  </a:lnTo>
                  <a:lnTo>
                    <a:pt x="693626" y="309358"/>
                  </a:lnTo>
                  <a:lnTo>
                    <a:pt x="692751" y="309655"/>
                  </a:lnTo>
                  <a:lnTo>
                    <a:pt x="692330" y="309800"/>
                  </a:lnTo>
                  <a:lnTo>
                    <a:pt x="691306" y="310171"/>
                  </a:lnTo>
                  <a:lnTo>
                    <a:pt x="691144" y="310236"/>
                  </a:lnTo>
                  <a:lnTo>
                    <a:pt x="691011" y="310275"/>
                  </a:lnTo>
                  <a:lnTo>
                    <a:pt x="690679" y="310390"/>
                  </a:lnTo>
                  <a:lnTo>
                    <a:pt x="690415" y="310489"/>
                  </a:lnTo>
                  <a:lnTo>
                    <a:pt x="690081" y="310493"/>
                  </a:lnTo>
                  <a:lnTo>
                    <a:pt x="689823" y="310512"/>
                  </a:lnTo>
                  <a:lnTo>
                    <a:pt x="688949" y="310369"/>
                  </a:lnTo>
                  <a:lnTo>
                    <a:pt x="688627" y="310316"/>
                  </a:lnTo>
                  <a:lnTo>
                    <a:pt x="688400" y="310278"/>
                  </a:lnTo>
                  <a:lnTo>
                    <a:pt x="688212" y="310248"/>
                  </a:lnTo>
                  <a:lnTo>
                    <a:pt x="686796" y="310038"/>
                  </a:lnTo>
                  <a:lnTo>
                    <a:pt x="685062" y="309684"/>
                  </a:lnTo>
                  <a:lnTo>
                    <a:pt x="684916" y="309487"/>
                  </a:lnTo>
                  <a:lnTo>
                    <a:pt x="684781" y="309549"/>
                  </a:lnTo>
                  <a:lnTo>
                    <a:pt x="684599" y="309643"/>
                  </a:lnTo>
                  <a:lnTo>
                    <a:pt x="684194" y="309833"/>
                  </a:lnTo>
                  <a:lnTo>
                    <a:pt x="684051" y="309902"/>
                  </a:lnTo>
                  <a:lnTo>
                    <a:pt x="683977" y="310047"/>
                  </a:lnTo>
                  <a:lnTo>
                    <a:pt x="683720" y="310540"/>
                  </a:lnTo>
                  <a:lnTo>
                    <a:pt x="683659" y="310688"/>
                  </a:lnTo>
                  <a:lnTo>
                    <a:pt x="683598" y="310836"/>
                  </a:lnTo>
                  <a:lnTo>
                    <a:pt x="683542" y="310977"/>
                  </a:lnTo>
                  <a:lnTo>
                    <a:pt x="683441" y="311229"/>
                  </a:lnTo>
                  <a:lnTo>
                    <a:pt x="683374" y="311397"/>
                  </a:lnTo>
                  <a:lnTo>
                    <a:pt x="683308" y="311561"/>
                  </a:lnTo>
                  <a:lnTo>
                    <a:pt x="683071" y="312135"/>
                  </a:lnTo>
                  <a:lnTo>
                    <a:pt x="682925" y="312494"/>
                  </a:lnTo>
                  <a:lnTo>
                    <a:pt x="682772" y="312906"/>
                  </a:lnTo>
                  <a:lnTo>
                    <a:pt x="682671" y="313140"/>
                  </a:lnTo>
                  <a:lnTo>
                    <a:pt x="682654" y="313517"/>
                  </a:lnTo>
                  <a:lnTo>
                    <a:pt x="682622" y="314154"/>
                  </a:lnTo>
                  <a:lnTo>
                    <a:pt x="682614" y="314378"/>
                  </a:lnTo>
                  <a:lnTo>
                    <a:pt x="682607" y="314532"/>
                  </a:lnTo>
                  <a:lnTo>
                    <a:pt x="682602" y="314732"/>
                  </a:lnTo>
                  <a:lnTo>
                    <a:pt x="682611" y="315146"/>
                  </a:lnTo>
                  <a:lnTo>
                    <a:pt x="682621" y="315565"/>
                  </a:lnTo>
                  <a:lnTo>
                    <a:pt x="682631" y="315920"/>
                  </a:lnTo>
                  <a:lnTo>
                    <a:pt x="682641" y="316402"/>
                  </a:lnTo>
                  <a:lnTo>
                    <a:pt x="682652" y="317023"/>
                  </a:lnTo>
                  <a:lnTo>
                    <a:pt x="682657" y="317248"/>
                  </a:lnTo>
                  <a:lnTo>
                    <a:pt x="682919" y="317787"/>
                  </a:lnTo>
                  <a:lnTo>
                    <a:pt x="683070" y="318096"/>
                  </a:lnTo>
                  <a:lnTo>
                    <a:pt x="683160" y="318281"/>
                  </a:lnTo>
                  <a:lnTo>
                    <a:pt x="683263" y="318502"/>
                  </a:lnTo>
                  <a:lnTo>
                    <a:pt x="683307" y="318701"/>
                  </a:lnTo>
                  <a:lnTo>
                    <a:pt x="683367" y="318971"/>
                  </a:lnTo>
                  <a:lnTo>
                    <a:pt x="683413" y="319154"/>
                  </a:lnTo>
                  <a:lnTo>
                    <a:pt x="683514" y="319366"/>
                  </a:lnTo>
                  <a:lnTo>
                    <a:pt x="683575" y="319505"/>
                  </a:lnTo>
                  <a:lnTo>
                    <a:pt x="683545" y="319744"/>
                  </a:lnTo>
                  <a:lnTo>
                    <a:pt x="683512" y="319976"/>
                  </a:lnTo>
                  <a:lnTo>
                    <a:pt x="683334" y="320225"/>
                  </a:lnTo>
                  <a:lnTo>
                    <a:pt x="683232" y="320369"/>
                  </a:lnTo>
                  <a:lnTo>
                    <a:pt x="683130" y="320602"/>
                  </a:lnTo>
                  <a:lnTo>
                    <a:pt x="683041" y="320809"/>
                  </a:lnTo>
                  <a:lnTo>
                    <a:pt x="682938" y="321293"/>
                  </a:lnTo>
                  <a:lnTo>
                    <a:pt x="682873" y="321587"/>
                  </a:lnTo>
                  <a:lnTo>
                    <a:pt x="682850" y="321882"/>
                  </a:lnTo>
                  <a:lnTo>
                    <a:pt x="683103" y="322092"/>
                  </a:lnTo>
                  <a:lnTo>
                    <a:pt x="683301" y="322272"/>
                  </a:lnTo>
                  <a:lnTo>
                    <a:pt x="683603" y="322544"/>
                  </a:lnTo>
                  <a:lnTo>
                    <a:pt x="683771" y="322694"/>
                  </a:lnTo>
                  <a:lnTo>
                    <a:pt x="683940" y="322850"/>
                  </a:lnTo>
                  <a:lnTo>
                    <a:pt x="684303" y="323180"/>
                  </a:lnTo>
                  <a:lnTo>
                    <a:pt x="684290" y="323488"/>
                  </a:lnTo>
                  <a:lnTo>
                    <a:pt x="684023" y="323932"/>
                  </a:lnTo>
                  <a:lnTo>
                    <a:pt x="683923" y="324181"/>
                  </a:lnTo>
                  <a:lnTo>
                    <a:pt x="683832" y="324443"/>
                  </a:lnTo>
                  <a:lnTo>
                    <a:pt x="683660" y="324870"/>
                  </a:lnTo>
                  <a:lnTo>
                    <a:pt x="683365" y="325373"/>
                  </a:lnTo>
                  <a:lnTo>
                    <a:pt x="684527" y="329009"/>
                  </a:lnTo>
                  <a:lnTo>
                    <a:pt x="677352" y="331045"/>
                  </a:lnTo>
                  <a:lnTo>
                    <a:pt x="671278" y="335290"/>
                  </a:lnTo>
                  <a:lnTo>
                    <a:pt x="668395" y="337304"/>
                  </a:lnTo>
                  <a:lnTo>
                    <a:pt x="655494" y="340103"/>
                  </a:lnTo>
                  <a:lnTo>
                    <a:pt x="648358" y="344225"/>
                  </a:lnTo>
                  <a:lnTo>
                    <a:pt x="646045" y="345561"/>
                  </a:lnTo>
                  <a:lnTo>
                    <a:pt x="642542" y="347584"/>
                  </a:lnTo>
                  <a:lnTo>
                    <a:pt x="628675" y="346490"/>
                  </a:lnTo>
                  <a:lnTo>
                    <a:pt x="629565" y="333538"/>
                  </a:lnTo>
                  <a:lnTo>
                    <a:pt x="630457" y="331427"/>
                  </a:lnTo>
                  <a:lnTo>
                    <a:pt x="639562" y="309867"/>
                  </a:lnTo>
                  <a:lnTo>
                    <a:pt x="641191" y="306010"/>
                  </a:lnTo>
                  <a:lnTo>
                    <a:pt x="641601" y="305040"/>
                  </a:lnTo>
                  <a:lnTo>
                    <a:pt x="637962" y="304174"/>
                  </a:lnTo>
                  <a:lnTo>
                    <a:pt x="637796" y="300322"/>
                  </a:lnTo>
                  <a:lnTo>
                    <a:pt x="636486" y="300362"/>
                  </a:lnTo>
                  <a:lnTo>
                    <a:pt x="635843" y="300380"/>
                  </a:lnTo>
                  <a:lnTo>
                    <a:pt x="635119" y="300659"/>
                  </a:lnTo>
                  <a:lnTo>
                    <a:pt x="634781" y="300789"/>
                  </a:lnTo>
                  <a:lnTo>
                    <a:pt x="633972" y="300901"/>
                  </a:lnTo>
                  <a:lnTo>
                    <a:pt x="633731" y="300947"/>
                  </a:lnTo>
                  <a:lnTo>
                    <a:pt x="633262" y="301041"/>
                  </a:lnTo>
                  <a:lnTo>
                    <a:pt x="632850" y="301191"/>
                  </a:lnTo>
                  <a:lnTo>
                    <a:pt x="632530" y="301382"/>
                  </a:lnTo>
                  <a:lnTo>
                    <a:pt x="632209" y="301639"/>
                  </a:lnTo>
                  <a:lnTo>
                    <a:pt x="632089" y="301797"/>
                  </a:lnTo>
                  <a:lnTo>
                    <a:pt x="631845" y="302107"/>
                  </a:lnTo>
                  <a:lnTo>
                    <a:pt x="631644" y="302308"/>
                  </a:lnTo>
                  <a:lnTo>
                    <a:pt x="631486" y="302382"/>
                  </a:lnTo>
                  <a:lnTo>
                    <a:pt x="630952" y="302459"/>
                  </a:lnTo>
                  <a:lnTo>
                    <a:pt x="630736" y="302512"/>
                  </a:lnTo>
                  <a:lnTo>
                    <a:pt x="630606" y="302619"/>
                  </a:lnTo>
                  <a:lnTo>
                    <a:pt x="630385" y="302815"/>
                  </a:lnTo>
                  <a:lnTo>
                    <a:pt x="630250" y="302934"/>
                  </a:lnTo>
                  <a:lnTo>
                    <a:pt x="630107" y="302858"/>
                  </a:lnTo>
                  <a:lnTo>
                    <a:pt x="629512" y="302459"/>
                  </a:lnTo>
                  <a:lnTo>
                    <a:pt x="628682" y="301876"/>
                  </a:lnTo>
                  <a:lnTo>
                    <a:pt x="628351" y="301700"/>
                  </a:lnTo>
                  <a:lnTo>
                    <a:pt x="627927" y="301377"/>
                  </a:lnTo>
                  <a:lnTo>
                    <a:pt x="627316" y="300990"/>
                  </a:lnTo>
                  <a:lnTo>
                    <a:pt x="626883" y="300705"/>
                  </a:lnTo>
                  <a:lnTo>
                    <a:pt x="626448" y="300397"/>
                  </a:lnTo>
                  <a:lnTo>
                    <a:pt x="626008" y="300115"/>
                  </a:lnTo>
                  <a:lnTo>
                    <a:pt x="625616" y="299833"/>
                  </a:lnTo>
                  <a:lnTo>
                    <a:pt x="625471" y="299677"/>
                  </a:lnTo>
                  <a:lnTo>
                    <a:pt x="625374" y="299494"/>
                  </a:lnTo>
                  <a:lnTo>
                    <a:pt x="625339" y="299319"/>
                  </a:lnTo>
                  <a:lnTo>
                    <a:pt x="625522" y="298805"/>
                  </a:lnTo>
                  <a:lnTo>
                    <a:pt x="625527" y="298619"/>
                  </a:lnTo>
                  <a:lnTo>
                    <a:pt x="625423" y="298237"/>
                  </a:lnTo>
                  <a:lnTo>
                    <a:pt x="625212" y="297937"/>
                  </a:lnTo>
                  <a:lnTo>
                    <a:pt x="624972" y="297662"/>
                  </a:lnTo>
                  <a:lnTo>
                    <a:pt x="624563" y="297166"/>
                  </a:lnTo>
                  <a:lnTo>
                    <a:pt x="624456" y="297006"/>
                  </a:lnTo>
                  <a:lnTo>
                    <a:pt x="624443" y="296660"/>
                  </a:lnTo>
                  <a:lnTo>
                    <a:pt x="624392" y="296153"/>
                  </a:lnTo>
                  <a:lnTo>
                    <a:pt x="624382" y="295797"/>
                  </a:lnTo>
                  <a:lnTo>
                    <a:pt x="624433" y="295634"/>
                  </a:lnTo>
                  <a:lnTo>
                    <a:pt x="624970" y="295273"/>
                  </a:lnTo>
                  <a:lnTo>
                    <a:pt x="625484" y="294904"/>
                  </a:lnTo>
                  <a:lnTo>
                    <a:pt x="625705" y="294672"/>
                  </a:lnTo>
                  <a:lnTo>
                    <a:pt x="626130" y="294298"/>
                  </a:lnTo>
                  <a:lnTo>
                    <a:pt x="626649" y="293698"/>
                  </a:lnTo>
                  <a:lnTo>
                    <a:pt x="626901" y="293420"/>
                  </a:lnTo>
                  <a:lnTo>
                    <a:pt x="627321" y="292889"/>
                  </a:lnTo>
                  <a:lnTo>
                    <a:pt x="627695" y="292443"/>
                  </a:lnTo>
                  <a:lnTo>
                    <a:pt x="627626" y="292100"/>
                  </a:lnTo>
                  <a:lnTo>
                    <a:pt x="627430" y="291751"/>
                  </a:lnTo>
                  <a:lnTo>
                    <a:pt x="627496" y="291092"/>
                  </a:lnTo>
                  <a:lnTo>
                    <a:pt x="627530" y="290578"/>
                  </a:lnTo>
                  <a:lnTo>
                    <a:pt x="627469" y="290270"/>
                  </a:lnTo>
                  <a:lnTo>
                    <a:pt x="627400" y="290100"/>
                  </a:lnTo>
                  <a:lnTo>
                    <a:pt x="627048" y="289734"/>
                  </a:lnTo>
                  <a:lnTo>
                    <a:pt x="626990" y="289596"/>
                  </a:lnTo>
                  <a:lnTo>
                    <a:pt x="626809" y="289306"/>
                  </a:lnTo>
                  <a:lnTo>
                    <a:pt x="626644" y="288986"/>
                  </a:lnTo>
                  <a:lnTo>
                    <a:pt x="625995" y="288930"/>
                  </a:lnTo>
                  <a:lnTo>
                    <a:pt x="625674" y="288685"/>
                  </a:lnTo>
                  <a:lnTo>
                    <a:pt x="625232" y="288403"/>
                  </a:lnTo>
                  <a:lnTo>
                    <a:pt x="624835" y="287996"/>
                  </a:lnTo>
                  <a:lnTo>
                    <a:pt x="624402" y="287607"/>
                  </a:lnTo>
                  <a:lnTo>
                    <a:pt x="624277" y="287156"/>
                  </a:lnTo>
                  <a:lnTo>
                    <a:pt x="624720" y="286864"/>
                  </a:lnTo>
                  <a:lnTo>
                    <a:pt x="624926" y="286729"/>
                  </a:lnTo>
                  <a:lnTo>
                    <a:pt x="625132" y="286647"/>
                  </a:lnTo>
                  <a:lnTo>
                    <a:pt x="625392" y="286599"/>
                  </a:lnTo>
                  <a:lnTo>
                    <a:pt x="625361" y="286411"/>
                  </a:lnTo>
                  <a:lnTo>
                    <a:pt x="625316" y="286220"/>
                  </a:lnTo>
                  <a:lnTo>
                    <a:pt x="625214" y="285719"/>
                  </a:lnTo>
                  <a:lnTo>
                    <a:pt x="625122" y="285121"/>
                  </a:lnTo>
                  <a:lnTo>
                    <a:pt x="624980" y="284698"/>
                  </a:lnTo>
                  <a:lnTo>
                    <a:pt x="624702" y="284197"/>
                  </a:lnTo>
                  <a:lnTo>
                    <a:pt x="624448" y="284044"/>
                  </a:lnTo>
                  <a:lnTo>
                    <a:pt x="624033" y="283777"/>
                  </a:lnTo>
                  <a:lnTo>
                    <a:pt x="623779" y="283556"/>
                  </a:lnTo>
                  <a:lnTo>
                    <a:pt x="623227" y="283220"/>
                  </a:lnTo>
                  <a:lnTo>
                    <a:pt x="622761" y="282701"/>
                  </a:lnTo>
                  <a:lnTo>
                    <a:pt x="622476" y="282334"/>
                  </a:lnTo>
                  <a:lnTo>
                    <a:pt x="622275" y="281744"/>
                  </a:lnTo>
                  <a:lnTo>
                    <a:pt x="622000" y="281138"/>
                  </a:lnTo>
                  <a:lnTo>
                    <a:pt x="621629" y="280660"/>
                  </a:lnTo>
                  <a:lnTo>
                    <a:pt x="621285" y="280225"/>
                  </a:lnTo>
                  <a:lnTo>
                    <a:pt x="620934" y="279780"/>
                  </a:lnTo>
                  <a:lnTo>
                    <a:pt x="620560" y="279347"/>
                  </a:lnTo>
                  <a:lnTo>
                    <a:pt x="620471" y="279574"/>
                  </a:lnTo>
                  <a:lnTo>
                    <a:pt x="620222" y="280209"/>
                  </a:lnTo>
                  <a:lnTo>
                    <a:pt x="619885" y="280504"/>
                  </a:lnTo>
                  <a:lnTo>
                    <a:pt x="618914" y="280617"/>
                  </a:lnTo>
                  <a:lnTo>
                    <a:pt x="618782" y="280855"/>
                  </a:lnTo>
                  <a:lnTo>
                    <a:pt x="618591" y="281312"/>
                  </a:lnTo>
                  <a:lnTo>
                    <a:pt x="618733" y="282381"/>
                  </a:lnTo>
                  <a:lnTo>
                    <a:pt x="618222" y="282883"/>
                  </a:lnTo>
                  <a:lnTo>
                    <a:pt x="617607" y="283049"/>
                  </a:lnTo>
                  <a:lnTo>
                    <a:pt x="617444" y="283608"/>
                  </a:lnTo>
                  <a:lnTo>
                    <a:pt x="617422" y="283741"/>
                  </a:lnTo>
                  <a:lnTo>
                    <a:pt x="617481" y="284019"/>
                  </a:lnTo>
                  <a:lnTo>
                    <a:pt x="617463" y="284301"/>
                  </a:lnTo>
                  <a:lnTo>
                    <a:pt x="617308" y="284617"/>
                  </a:lnTo>
                  <a:lnTo>
                    <a:pt x="617178" y="284813"/>
                  </a:lnTo>
                  <a:lnTo>
                    <a:pt x="617186" y="285009"/>
                  </a:lnTo>
                  <a:lnTo>
                    <a:pt x="617064" y="285800"/>
                  </a:lnTo>
                  <a:lnTo>
                    <a:pt x="617115" y="286141"/>
                  </a:lnTo>
                  <a:lnTo>
                    <a:pt x="617196" y="286487"/>
                  </a:lnTo>
                  <a:lnTo>
                    <a:pt x="617229" y="286886"/>
                  </a:lnTo>
                  <a:lnTo>
                    <a:pt x="617122" y="287149"/>
                  </a:lnTo>
                  <a:lnTo>
                    <a:pt x="617206" y="287459"/>
                  </a:lnTo>
                  <a:lnTo>
                    <a:pt x="617244" y="287744"/>
                  </a:lnTo>
                  <a:lnTo>
                    <a:pt x="617229" y="288095"/>
                  </a:lnTo>
                  <a:lnTo>
                    <a:pt x="617036" y="288367"/>
                  </a:lnTo>
                  <a:lnTo>
                    <a:pt x="616865" y="288579"/>
                  </a:lnTo>
                  <a:lnTo>
                    <a:pt x="616618" y="288922"/>
                  </a:lnTo>
                  <a:lnTo>
                    <a:pt x="616430" y="289131"/>
                  </a:lnTo>
                  <a:lnTo>
                    <a:pt x="616277" y="289423"/>
                  </a:lnTo>
                  <a:lnTo>
                    <a:pt x="616099" y="289749"/>
                  </a:lnTo>
                  <a:lnTo>
                    <a:pt x="616076" y="289902"/>
                  </a:lnTo>
                  <a:lnTo>
                    <a:pt x="615952" y="290212"/>
                  </a:lnTo>
                  <a:lnTo>
                    <a:pt x="615812" y="290444"/>
                  </a:lnTo>
                  <a:lnTo>
                    <a:pt x="615636" y="290675"/>
                  </a:lnTo>
                  <a:lnTo>
                    <a:pt x="615489" y="290958"/>
                  </a:lnTo>
                  <a:lnTo>
                    <a:pt x="615333" y="291230"/>
                  </a:lnTo>
                  <a:lnTo>
                    <a:pt x="615292" y="291481"/>
                  </a:lnTo>
                  <a:lnTo>
                    <a:pt x="615244" y="291858"/>
                  </a:lnTo>
                  <a:lnTo>
                    <a:pt x="615145" y="292416"/>
                  </a:lnTo>
                  <a:lnTo>
                    <a:pt x="615003" y="292726"/>
                  </a:lnTo>
                  <a:lnTo>
                    <a:pt x="614980" y="293039"/>
                  </a:lnTo>
                  <a:lnTo>
                    <a:pt x="615005" y="293456"/>
                  </a:lnTo>
                  <a:lnTo>
                    <a:pt x="614926" y="293987"/>
                  </a:lnTo>
                  <a:lnTo>
                    <a:pt x="614797" y="294080"/>
                  </a:lnTo>
                  <a:lnTo>
                    <a:pt x="614557" y="294179"/>
                  </a:lnTo>
                  <a:lnTo>
                    <a:pt x="614272" y="294304"/>
                  </a:lnTo>
                  <a:lnTo>
                    <a:pt x="614021" y="294434"/>
                  </a:lnTo>
                  <a:lnTo>
                    <a:pt x="613680" y="294683"/>
                  </a:lnTo>
                  <a:lnTo>
                    <a:pt x="613468" y="294843"/>
                  </a:lnTo>
                  <a:lnTo>
                    <a:pt x="613242" y="295034"/>
                  </a:lnTo>
                  <a:lnTo>
                    <a:pt x="613178" y="295207"/>
                  </a:lnTo>
                  <a:lnTo>
                    <a:pt x="613132" y="295352"/>
                  </a:lnTo>
                  <a:lnTo>
                    <a:pt x="613181" y="295609"/>
                  </a:lnTo>
                  <a:lnTo>
                    <a:pt x="613295" y="295915"/>
                  </a:lnTo>
                  <a:lnTo>
                    <a:pt x="613468" y="296360"/>
                  </a:lnTo>
                  <a:lnTo>
                    <a:pt x="613596" y="296696"/>
                  </a:lnTo>
                  <a:lnTo>
                    <a:pt x="613575" y="296884"/>
                  </a:lnTo>
                  <a:lnTo>
                    <a:pt x="613621" y="297085"/>
                  </a:lnTo>
                  <a:lnTo>
                    <a:pt x="613878" y="297485"/>
                  </a:lnTo>
                  <a:lnTo>
                    <a:pt x="614049" y="297978"/>
                  </a:lnTo>
                  <a:lnTo>
                    <a:pt x="613901" y="298166"/>
                  </a:lnTo>
                  <a:lnTo>
                    <a:pt x="613901" y="298614"/>
                  </a:lnTo>
                  <a:lnTo>
                    <a:pt x="613896" y="298971"/>
                  </a:lnTo>
                  <a:lnTo>
                    <a:pt x="613865" y="299540"/>
                  </a:lnTo>
                  <a:lnTo>
                    <a:pt x="613748" y="299856"/>
                  </a:lnTo>
                  <a:lnTo>
                    <a:pt x="613567" y="300328"/>
                  </a:lnTo>
                  <a:lnTo>
                    <a:pt x="613561" y="300465"/>
                  </a:lnTo>
                  <a:lnTo>
                    <a:pt x="613549" y="300836"/>
                  </a:lnTo>
                  <a:lnTo>
                    <a:pt x="613528" y="301482"/>
                  </a:lnTo>
                  <a:lnTo>
                    <a:pt x="613519" y="301836"/>
                  </a:lnTo>
                  <a:lnTo>
                    <a:pt x="613507" y="302117"/>
                  </a:lnTo>
                  <a:lnTo>
                    <a:pt x="613295" y="302164"/>
                  </a:lnTo>
                  <a:lnTo>
                    <a:pt x="612350" y="302376"/>
                  </a:lnTo>
                  <a:lnTo>
                    <a:pt x="611563" y="302552"/>
                  </a:lnTo>
                  <a:lnTo>
                    <a:pt x="610799" y="302467"/>
                  </a:lnTo>
                  <a:lnTo>
                    <a:pt x="610272" y="302414"/>
                  </a:lnTo>
                  <a:lnTo>
                    <a:pt x="609717" y="302354"/>
                  </a:lnTo>
                  <a:lnTo>
                    <a:pt x="608552" y="302232"/>
                  </a:lnTo>
                  <a:lnTo>
                    <a:pt x="607642" y="302136"/>
                  </a:lnTo>
                  <a:lnTo>
                    <a:pt x="607017" y="302199"/>
                  </a:lnTo>
                  <a:lnTo>
                    <a:pt x="606260" y="303930"/>
                  </a:lnTo>
                  <a:lnTo>
                    <a:pt x="606084" y="304336"/>
                  </a:lnTo>
                  <a:lnTo>
                    <a:pt x="605109" y="305908"/>
                  </a:lnTo>
                  <a:lnTo>
                    <a:pt x="604954" y="306164"/>
                  </a:lnTo>
                  <a:lnTo>
                    <a:pt x="604838" y="306410"/>
                  </a:lnTo>
                  <a:lnTo>
                    <a:pt x="604726" y="306700"/>
                  </a:lnTo>
                  <a:lnTo>
                    <a:pt x="604670" y="306947"/>
                  </a:lnTo>
                  <a:lnTo>
                    <a:pt x="604601" y="307128"/>
                  </a:lnTo>
                  <a:lnTo>
                    <a:pt x="604407" y="307324"/>
                  </a:lnTo>
                  <a:lnTo>
                    <a:pt x="604184" y="307456"/>
                  </a:lnTo>
                  <a:lnTo>
                    <a:pt x="603866" y="307624"/>
                  </a:lnTo>
                  <a:lnTo>
                    <a:pt x="603532" y="307853"/>
                  </a:lnTo>
                  <a:lnTo>
                    <a:pt x="603067" y="308186"/>
                  </a:lnTo>
                  <a:lnTo>
                    <a:pt x="602919" y="308347"/>
                  </a:lnTo>
                  <a:lnTo>
                    <a:pt x="602540" y="308571"/>
                  </a:lnTo>
                  <a:lnTo>
                    <a:pt x="602255" y="308911"/>
                  </a:lnTo>
                  <a:lnTo>
                    <a:pt x="602250" y="309062"/>
                  </a:lnTo>
                  <a:lnTo>
                    <a:pt x="602255" y="309354"/>
                  </a:lnTo>
                  <a:lnTo>
                    <a:pt x="602285" y="309667"/>
                  </a:lnTo>
                  <a:lnTo>
                    <a:pt x="602301" y="309937"/>
                  </a:lnTo>
                  <a:lnTo>
                    <a:pt x="602234" y="310153"/>
                  </a:lnTo>
                  <a:lnTo>
                    <a:pt x="602138" y="310326"/>
                  </a:lnTo>
                  <a:lnTo>
                    <a:pt x="601952" y="310461"/>
                  </a:lnTo>
                  <a:lnTo>
                    <a:pt x="601695" y="310456"/>
                  </a:lnTo>
                  <a:lnTo>
                    <a:pt x="601212" y="310425"/>
                  </a:lnTo>
                  <a:lnTo>
                    <a:pt x="594584" y="316905"/>
                  </a:lnTo>
                  <a:lnTo>
                    <a:pt x="594234" y="317197"/>
                  </a:lnTo>
                  <a:lnTo>
                    <a:pt x="594041" y="317489"/>
                  </a:lnTo>
                  <a:lnTo>
                    <a:pt x="593899" y="317731"/>
                  </a:lnTo>
                  <a:lnTo>
                    <a:pt x="593746" y="317993"/>
                  </a:lnTo>
                  <a:lnTo>
                    <a:pt x="593560" y="318270"/>
                  </a:lnTo>
                  <a:lnTo>
                    <a:pt x="593331" y="318812"/>
                  </a:lnTo>
                  <a:lnTo>
                    <a:pt x="593232" y="319021"/>
                  </a:lnTo>
                  <a:lnTo>
                    <a:pt x="593018" y="319191"/>
                  </a:lnTo>
                  <a:lnTo>
                    <a:pt x="592817" y="319347"/>
                  </a:lnTo>
                  <a:lnTo>
                    <a:pt x="592570" y="319644"/>
                  </a:lnTo>
                  <a:lnTo>
                    <a:pt x="592466" y="319830"/>
                  </a:lnTo>
                  <a:lnTo>
                    <a:pt x="592441" y="320029"/>
                  </a:lnTo>
                  <a:lnTo>
                    <a:pt x="592603" y="320614"/>
                  </a:lnTo>
                  <a:lnTo>
                    <a:pt x="592784" y="321278"/>
                  </a:lnTo>
                  <a:lnTo>
                    <a:pt x="592871" y="321672"/>
                  </a:lnTo>
                  <a:lnTo>
                    <a:pt x="592932" y="321896"/>
                  </a:lnTo>
                  <a:lnTo>
                    <a:pt x="593005" y="322029"/>
                  </a:lnTo>
                  <a:lnTo>
                    <a:pt x="592797" y="322515"/>
                  </a:lnTo>
                  <a:lnTo>
                    <a:pt x="592463" y="322866"/>
                  </a:lnTo>
                  <a:lnTo>
                    <a:pt x="592222" y="323179"/>
                  </a:lnTo>
                  <a:lnTo>
                    <a:pt x="592049" y="323364"/>
                  </a:lnTo>
                  <a:lnTo>
                    <a:pt x="591794" y="323525"/>
                  </a:lnTo>
                  <a:lnTo>
                    <a:pt x="591634" y="323616"/>
                  </a:lnTo>
                  <a:lnTo>
                    <a:pt x="591292" y="323902"/>
                  </a:lnTo>
                  <a:lnTo>
                    <a:pt x="591229" y="324095"/>
                  </a:lnTo>
                  <a:lnTo>
                    <a:pt x="591082" y="324133"/>
                  </a:lnTo>
                  <a:lnTo>
                    <a:pt x="590893" y="324224"/>
                  </a:lnTo>
                  <a:lnTo>
                    <a:pt x="590695" y="324296"/>
                  </a:lnTo>
                  <a:lnTo>
                    <a:pt x="590390" y="324420"/>
                  </a:lnTo>
                  <a:lnTo>
                    <a:pt x="590107" y="324527"/>
                  </a:lnTo>
                  <a:lnTo>
                    <a:pt x="589863" y="324649"/>
                  </a:lnTo>
                  <a:lnTo>
                    <a:pt x="589703" y="324698"/>
                  </a:lnTo>
                  <a:lnTo>
                    <a:pt x="589555" y="324876"/>
                  </a:lnTo>
                  <a:lnTo>
                    <a:pt x="589392" y="325133"/>
                  </a:lnTo>
                  <a:lnTo>
                    <a:pt x="589095" y="325591"/>
                  </a:lnTo>
                  <a:lnTo>
                    <a:pt x="588972" y="325817"/>
                  </a:lnTo>
                  <a:lnTo>
                    <a:pt x="588873" y="326039"/>
                  </a:lnTo>
                  <a:lnTo>
                    <a:pt x="588759" y="326240"/>
                  </a:lnTo>
                  <a:lnTo>
                    <a:pt x="588705" y="326410"/>
                  </a:lnTo>
                  <a:lnTo>
                    <a:pt x="588639" y="326688"/>
                  </a:lnTo>
                  <a:lnTo>
                    <a:pt x="588611" y="327021"/>
                  </a:lnTo>
                  <a:lnTo>
                    <a:pt x="588664" y="327184"/>
                  </a:lnTo>
                  <a:lnTo>
                    <a:pt x="588667" y="327428"/>
                  </a:lnTo>
                  <a:lnTo>
                    <a:pt x="588570" y="327985"/>
                  </a:lnTo>
                  <a:lnTo>
                    <a:pt x="588392" y="328016"/>
                  </a:lnTo>
                  <a:lnTo>
                    <a:pt x="587733" y="327392"/>
                  </a:lnTo>
                  <a:lnTo>
                    <a:pt x="587530" y="327235"/>
                  </a:lnTo>
                  <a:lnTo>
                    <a:pt x="587288" y="327064"/>
                  </a:lnTo>
                  <a:lnTo>
                    <a:pt x="586853" y="326822"/>
                  </a:lnTo>
                  <a:lnTo>
                    <a:pt x="586657" y="326688"/>
                  </a:lnTo>
                  <a:lnTo>
                    <a:pt x="586507" y="326509"/>
                  </a:lnTo>
                  <a:lnTo>
                    <a:pt x="586273" y="326296"/>
                  </a:lnTo>
                  <a:lnTo>
                    <a:pt x="586097" y="326143"/>
                  </a:lnTo>
                  <a:lnTo>
                    <a:pt x="585860" y="325942"/>
                  </a:lnTo>
                  <a:lnTo>
                    <a:pt x="585677" y="325744"/>
                  </a:lnTo>
                  <a:lnTo>
                    <a:pt x="585519" y="325599"/>
                  </a:lnTo>
                  <a:lnTo>
                    <a:pt x="585377" y="325441"/>
                  </a:lnTo>
                  <a:lnTo>
                    <a:pt x="585329" y="325120"/>
                  </a:lnTo>
                  <a:lnTo>
                    <a:pt x="585222" y="324952"/>
                  </a:lnTo>
                  <a:lnTo>
                    <a:pt x="585156" y="324817"/>
                  </a:lnTo>
                  <a:lnTo>
                    <a:pt x="585138" y="324680"/>
                  </a:lnTo>
                  <a:lnTo>
                    <a:pt x="585168" y="324408"/>
                  </a:lnTo>
                  <a:lnTo>
                    <a:pt x="585224" y="324242"/>
                  </a:lnTo>
                  <a:lnTo>
                    <a:pt x="585074" y="323858"/>
                  </a:lnTo>
                  <a:lnTo>
                    <a:pt x="585229" y="323474"/>
                  </a:lnTo>
                  <a:lnTo>
                    <a:pt x="585364" y="323415"/>
                  </a:lnTo>
                  <a:lnTo>
                    <a:pt x="585545" y="323146"/>
                  </a:lnTo>
                  <a:lnTo>
                    <a:pt x="585621" y="323006"/>
                  </a:lnTo>
                  <a:lnTo>
                    <a:pt x="585642" y="322841"/>
                  </a:lnTo>
                  <a:lnTo>
                    <a:pt x="585906" y="322401"/>
                  </a:lnTo>
                  <a:lnTo>
                    <a:pt x="586140" y="322274"/>
                  </a:lnTo>
                  <a:lnTo>
                    <a:pt x="586357" y="322146"/>
                  </a:lnTo>
                  <a:lnTo>
                    <a:pt x="586654" y="321994"/>
                  </a:lnTo>
                  <a:lnTo>
                    <a:pt x="586949" y="321766"/>
                  </a:lnTo>
                  <a:lnTo>
                    <a:pt x="586934" y="321520"/>
                  </a:lnTo>
                  <a:lnTo>
                    <a:pt x="586888" y="321241"/>
                  </a:lnTo>
                  <a:lnTo>
                    <a:pt x="586807" y="321022"/>
                  </a:lnTo>
                  <a:lnTo>
                    <a:pt x="586743" y="320813"/>
                  </a:lnTo>
                  <a:lnTo>
                    <a:pt x="586901" y="320364"/>
                  </a:lnTo>
                  <a:lnTo>
                    <a:pt x="587273" y="320006"/>
                  </a:lnTo>
                  <a:lnTo>
                    <a:pt x="587456" y="319891"/>
                  </a:lnTo>
                  <a:lnTo>
                    <a:pt x="587659" y="319789"/>
                  </a:lnTo>
                  <a:lnTo>
                    <a:pt x="587866" y="319698"/>
                  </a:lnTo>
                  <a:lnTo>
                    <a:pt x="588072" y="319688"/>
                  </a:lnTo>
                  <a:lnTo>
                    <a:pt x="588339" y="319634"/>
                  </a:lnTo>
                  <a:lnTo>
                    <a:pt x="588789" y="319634"/>
                  </a:lnTo>
                  <a:lnTo>
                    <a:pt x="589044" y="319481"/>
                  </a:lnTo>
                  <a:lnTo>
                    <a:pt x="589194" y="319283"/>
                  </a:lnTo>
                  <a:lnTo>
                    <a:pt x="589339" y="319087"/>
                  </a:lnTo>
                  <a:lnTo>
                    <a:pt x="589425" y="318932"/>
                  </a:lnTo>
                  <a:lnTo>
                    <a:pt x="589484" y="318768"/>
                  </a:lnTo>
                  <a:lnTo>
                    <a:pt x="589527" y="318609"/>
                  </a:lnTo>
                  <a:lnTo>
                    <a:pt x="589601" y="318481"/>
                  </a:lnTo>
                  <a:lnTo>
                    <a:pt x="589764" y="318245"/>
                  </a:lnTo>
                  <a:lnTo>
                    <a:pt x="590039" y="318123"/>
                  </a:lnTo>
                  <a:lnTo>
                    <a:pt x="590178" y="318077"/>
                  </a:lnTo>
                  <a:lnTo>
                    <a:pt x="590367" y="317822"/>
                  </a:lnTo>
                  <a:lnTo>
                    <a:pt x="590718" y="317342"/>
                  </a:lnTo>
                  <a:lnTo>
                    <a:pt x="591164" y="315925"/>
                  </a:lnTo>
                  <a:lnTo>
                    <a:pt x="591067" y="315735"/>
                  </a:lnTo>
                  <a:lnTo>
                    <a:pt x="590937" y="315485"/>
                  </a:lnTo>
                  <a:lnTo>
                    <a:pt x="590186" y="310932"/>
                  </a:lnTo>
                  <a:lnTo>
                    <a:pt x="590130" y="310611"/>
                  </a:lnTo>
                  <a:lnTo>
                    <a:pt x="590097" y="310367"/>
                  </a:lnTo>
                  <a:lnTo>
                    <a:pt x="590028" y="310166"/>
                  </a:lnTo>
                  <a:lnTo>
                    <a:pt x="590031" y="309820"/>
                  </a:lnTo>
                  <a:lnTo>
                    <a:pt x="590070" y="309487"/>
                  </a:lnTo>
                  <a:lnTo>
                    <a:pt x="590135" y="309237"/>
                  </a:lnTo>
                  <a:lnTo>
                    <a:pt x="590354" y="308841"/>
                  </a:lnTo>
                  <a:lnTo>
                    <a:pt x="590105" y="308644"/>
                  </a:lnTo>
                  <a:lnTo>
                    <a:pt x="589804" y="308433"/>
                  </a:lnTo>
                  <a:lnTo>
                    <a:pt x="589489" y="308250"/>
                  </a:lnTo>
                  <a:lnTo>
                    <a:pt x="589296" y="308092"/>
                  </a:lnTo>
                  <a:lnTo>
                    <a:pt x="589235" y="307945"/>
                  </a:lnTo>
                  <a:lnTo>
                    <a:pt x="589102" y="307784"/>
                  </a:lnTo>
                  <a:lnTo>
                    <a:pt x="589072" y="307614"/>
                  </a:lnTo>
                  <a:lnTo>
                    <a:pt x="589028" y="307301"/>
                  </a:lnTo>
                  <a:lnTo>
                    <a:pt x="588939" y="306828"/>
                  </a:lnTo>
                  <a:lnTo>
                    <a:pt x="588873" y="306545"/>
                  </a:lnTo>
                  <a:lnTo>
                    <a:pt x="588779" y="306212"/>
                  </a:lnTo>
                  <a:lnTo>
                    <a:pt x="588759" y="305970"/>
                  </a:lnTo>
                  <a:lnTo>
                    <a:pt x="588782" y="305578"/>
                  </a:lnTo>
                  <a:lnTo>
                    <a:pt x="588820" y="305125"/>
                  </a:lnTo>
                  <a:lnTo>
                    <a:pt x="588822" y="304861"/>
                  </a:lnTo>
                  <a:lnTo>
                    <a:pt x="588710" y="304731"/>
                  </a:lnTo>
                  <a:lnTo>
                    <a:pt x="588509" y="304600"/>
                  </a:lnTo>
                  <a:lnTo>
                    <a:pt x="586563" y="304065"/>
                  </a:lnTo>
                  <a:lnTo>
                    <a:pt x="586392" y="303883"/>
                  </a:lnTo>
                  <a:lnTo>
                    <a:pt x="586229" y="303639"/>
                  </a:lnTo>
                  <a:lnTo>
                    <a:pt x="586125" y="303380"/>
                  </a:lnTo>
                  <a:lnTo>
                    <a:pt x="586130" y="303090"/>
                  </a:lnTo>
                  <a:lnTo>
                    <a:pt x="586219" y="302802"/>
                  </a:lnTo>
                  <a:lnTo>
                    <a:pt x="586224" y="302515"/>
                  </a:lnTo>
                  <a:lnTo>
                    <a:pt x="586270" y="302207"/>
                  </a:lnTo>
                  <a:lnTo>
                    <a:pt x="586364" y="301871"/>
                  </a:lnTo>
                  <a:lnTo>
                    <a:pt x="586344" y="301657"/>
                  </a:lnTo>
                  <a:lnTo>
                    <a:pt x="586097" y="301517"/>
                  </a:lnTo>
                  <a:lnTo>
                    <a:pt x="585957" y="301385"/>
                  </a:lnTo>
                  <a:lnTo>
                    <a:pt x="585952" y="301112"/>
                  </a:lnTo>
                  <a:lnTo>
                    <a:pt x="585914" y="300868"/>
                  </a:lnTo>
                  <a:lnTo>
                    <a:pt x="585830" y="300639"/>
                  </a:lnTo>
                  <a:lnTo>
                    <a:pt x="585708" y="300438"/>
                  </a:lnTo>
                  <a:lnTo>
                    <a:pt x="585405" y="300181"/>
                  </a:lnTo>
                  <a:lnTo>
                    <a:pt x="585171" y="300057"/>
                  </a:lnTo>
                  <a:lnTo>
                    <a:pt x="584928" y="299880"/>
                  </a:lnTo>
                  <a:lnTo>
                    <a:pt x="585265" y="298841"/>
                  </a:lnTo>
                  <a:lnTo>
                    <a:pt x="585074" y="298724"/>
                  </a:lnTo>
                  <a:lnTo>
                    <a:pt x="584596" y="298462"/>
                  </a:lnTo>
                  <a:lnTo>
                    <a:pt x="584479" y="298024"/>
                  </a:lnTo>
                  <a:lnTo>
                    <a:pt x="584466" y="297792"/>
                  </a:lnTo>
                  <a:lnTo>
                    <a:pt x="584430" y="297602"/>
                  </a:lnTo>
                  <a:lnTo>
                    <a:pt x="584479" y="297202"/>
                  </a:lnTo>
                  <a:lnTo>
                    <a:pt x="584514" y="297021"/>
                  </a:lnTo>
                  <a:lnTo>
                    <a:pt x="584423" y="296787"/>
                  </a:lnTo>
                  <a:lnTo>
                    <a:pt x="584374" y="296640"/>
                  </a:lnTo>
                  <a:lnTo>
                    <a:pt x="584326" y="296507"/>
                  </a:lnTo>
                  <a:lnTo>
                    <a:pt x="583906" y="295757"/>
                  </a:lnTo>
                  <a:lnTo>
                    <a:pt x="583924" y="295617"/>
                  </a:lnTo>
                  <a:lnTo>
                    <a:pt x="583977" y="295436"/>
                  </a:lnTo>
                  <a:lnTo>
                    <a:pt x="583980" y="295306"/>
                  </a:lnTo>
                  <a:lnTo>
                    <a:pt x="584031" y="294451"/>
                  </a:lnTo>
                  <a:lnTo>
                    <a:pt x="583995" y="294070"/>
                  </a:lnTo>
                  <a:lnTo>
                    <a:pt x="583886" y="293884"/>
                  </a:lnTo>
                  <a:lnTo>
                    <a:pt x="583657" y="293586"/>
                  </a:lnTo>
                  <a:lnTo>
                    <a:pt x="582443" y="292688"/>
                  </a:lnTo>
                  <a:lnTo>
                    <a:pt x="582392" y="292517"/>
                  </a:lnTo>
                  <a:lnTo>
                    <a:pt x="582720" y="292011"/>
                  </a:lnTo>
                  <a:lnTo>
                    <a:pt x="582977" y="292016"/>
                  </a:lnTo>
                  <a:lnTo>
                    <a:pt x="583105" y="291970"/>
                  </a:lnTo>
                  <a:lnTo>
                    <a:pt x="583257" y="291897"/>
                  </a:lnTo>
                  <a:lnTo>
                    <a:pt x="583509" y="291726"/>
                  </a:lnTo>
                  <a:lnTo>
                    <a:pt x="583728" y="291469"/>
                  </a:lnTo>
                  <a:lnTo>
                    <a:pt x="584074" y="291133"/>
                  </a:lnTo>
                  <a:lnTo>
                    <a:pt x="584155" y="290988"/>
                  </a:lnTo>
                  <a:lnTo>
                    <a:pt x="584468" y="290609"/>
                  </a:lnTo>
                  <a:lnTo>
                    <a:pt x="584664" y="290484"/>
                  </a:lnTo>
                  <a:lnTo>
                    <a:pt x="585000" y="290530"/>
                  </a:lnTo>
                  <a:lnTo>
                    <a:pt x="585456" y="290568"/>
                  </a:lnTo>
                  <a:lnTo>
                    <a:pt x="586005" y="290609"/>
                  </a:lnTo>
                  <a:lnTo>
                    <a:pt x="586377" y="290657"/>
                  </a:lnTo>
                  <a:lnTo>
                    <a:pt x="586555" y="290662"/>
                  </a:lnTo>
                  <a:lnTo>
                    <a:pt x="588220" y="288924"/>
                  </a:lnTo>
                  <a:lnTo>
                    <a:pt x="589906" y="287599"/>
                  </a:lnTo>
                  <a:lnTo>
                    <a:pt x="590126" y="287093"/>
                  </a:lnTo>
                  <a:lnTo>
                    <a:pt x="590120" y="286691"/>
                  </a:lnTo>
                  <a:lnTo>
                    <a:pt x="590381" y="285810"/>
                  </a:lnTo>
                  <a:lnTo>
                    <a:pt x="590643" y="285329"/>
                  </a:lnTo>
                  <a:lnTo>
                    <a:pt x="590820" y="284549"/>
                  </a:lnTo>
                  <a:lnTo>
                    <a:pt x="590397" y="283444"/>
                  </a:lnTo>
                  <a:lnTo>
                    <a:pt x="590302" y="283195"/>
                  </a:lnTo>
                  <a:lnTo>
                    <a:pt x="589652" y="282525"/>
                  </a:lnTo>
                  <a:lnTo>
                    <a:pt x="589501" y="282533"/>
                  </a:lnTo>
                  <a:lnTo>
                    <a:pt x="589258" y="282087"/>
                  </a:lnTo>
                  <a:lnTo>
                    <a:pt x="589634" y="281400"/>
                  </a:lnTo>
                  <a:lnTo>
                    <a:pt x="589780" y="281134"/>
                  </a:lnTo>
                  <a:lnTo>
                    <a:pt x="589641" y="280348"/>
                  </a:lnTo>
                  <a:lnTo>
                    <a:pt x="589524" y="279682"/>
                  </a:lnTo>
                  <a:lnTo>
                    <a:pt x="589363" y="279377"/>
                  </a:lnTo>
                  <a:lnTo>
                    <a:pt x="589267" y="279194"/>
                  </a:lnTo>
                  <a:lnTo>
                    <a:pt x="588944" y="278581"/>
                  </a:lnTo>
                  <a:lnTo>
                    <a:pt x="588597" y="277921"/>
                  </a:lnTo>
                  <a:lnTo>
                    <a:pt x="588199" y="277166"/>
                  </a:lnTo>
                  <a:lnTo>
                    <a:pt x="588027" y="276247"/>
                  </a:lnTo>
                  <a:lnTo>
                    <a:pt x="587809" y="275093"/>
                  </a:lnTo>
                  <a:lnTo>
                    <a:pt x="589538" y="274464"/>
                  </a:lnTo>
                  <a:lnTo>
                    <a:pt x="589728" y="274326"/>
                  </a:lnTo>
                  <a:lnTo>
                    <a:pt x="590026" y="274077"/>
                  </a:lnTo>
                  <a:lnTo>
                    <a:pt x="590331" y="273835"/>
                  </a:lnTo>
                  <a:lnTo>
                    <a:pt x="590591" y="273548"/>
                  </a:lnTo>
                  <a:lnTo>
                    <a:pt x="590858" y="273342"/>
                  </a:lnTo>
                  <a:lnTo>
                    <a:pt x="591033" y="273186"/>
                  </a:lnTo>
                  <a:lnTo>
                    <a:pt x="590993" y="272919"/>
                  </a:lnTo>
                  <a:lnTo>
                    <a:pt x="590977" y="272634"/>
                  </a:lnTo>
                  <a:lnTo>
                    <a:pt x="591023" y="272443"/>
                  </a:lnTo>
                  <a:lnTo>
                    <a:pt x="591127" y="272179"/>
                  </a:lnTo>
                  <a:lnTo>
                    <a:pt x="591199" y="271973"/>
                  </a:lnTo>
                  <a:lnTo>
                    <a:pt x="591311" y="271762"/>
                  </a:lnTo>
                  <a:lnTo>
                    <a:pt x="591547" y="271591"/>
                  </a:lnTo>
                  <a:lnTo>
                    <a:pt x="591807" y="271331"/>
                  </a:lnTo>
                  <a:lnTo>
                    <a:pt x="592138" y="271161"/>
                  </a:lnTo>
                  <a:lnTo>
                    <a:pt x="592428" y="270825"/>
                  </a:lnTo>
                  <a:lnTo>
                    <a:pt x="592738" y="270568"/>
                  </a:lnTo>
                  <a:lnTo>
                    <a:pt x="593049" y="270306"/>
                  </a:lnTo>
                  <a:lnTo>
                    <a:pt x="593199" y="270128"/>
                  </a:lnTo>
                  <a:lnTo>
                    <a:pt x="593392" y="269927"/>
                  </a:lnTo>
                  <a:lnTo>
                    <a:pt x="593647" y="269871"/>
                  </a:lnTo>
                  <a:lnTo>
                    <a:pt x="593942" y="270053"/>
                  </a:lnTo>
                  <a:lnTo>
                    <a:pt x="594201" y="270263"/>
                  </a:lnTo>
                  <a:lnTo>
                    <a:pt x="594593" y="270591"/>
                  </a:lnTo>
                  <a:lnTo>
                    <a:pt x="594840" y="270881"/>
                  </a:lnTo>
                  <a:lnTo>
                    <a:pt x="595059" y="270879"/>
                  </a:lnTo>
                  <a:lnTo>
                    <a:pt x="595351" y="270736"/>
                  </a:lnTo>
                  <a:lnTo>
                    <a:pt x="595486" y="270723"/>
                  </a:lnTo>
                  <a:lnTo>
                    <a:pt x="595644" y="270795"/>
                  </a:lnTo>
                  <a:lnTo>
                    <a:pt x="595926" y="270912"/>
                  </a:lnTo>
                  <a:lnTo>
                    <a:pt x="596079" y="271113"/>
                  </a:lnTo>
                  <a:lnTo>
                    <a:pt x="596181" y="271382"/>
                  </a:lnTo>
                  <a:lnTo>
                    <a:pt x="596316" y="271619"/>
                  </a:lnTo>
                  <a:lnTo>
                    <a:pt x="596529" y="271756"/>
                  </a:lnTo>
                  <a:lnTo>
                    <a:pt x="596830" y="271899"/>
                  </a:lnTo>
                  <a:lnTo>
                    <a:pt x="597059" y="272013"/>
                  </a:lnTo>
                  <a:lnTo>
                    <a:pt x="597563" y="271980"/>
                  </a:lnTo>
                  <a:lnTo>
                    <a:pt x="597814" y="271919"/>
                  </a:lnTo>
                  <a:lnTo>
                    <a:pt x="598021" y="271868"/>
                  </a:lnTo>
                  <a:lnTo>
                    <a:pt x="600021" y="269789"/>
                  </a:lnTo>
                  <a:lnTo>
                    <a:pt x="600181" y="269581"/>
                  </a:lnTo>
                  <a:lnTo>
                    <a:pt x="600308" y="269436"/>
                  </a:lnTo>
                  <a:lnTo>
                    <a:pt x="600580" y="269232"/>
                  </a:lnTo>
                  <a:lnTo>
                    <a:pt x="600822" y="269156"/>
                  </a:lnTo>
                  <a:lnTo>
                    <a:pt x="601021" y="269054"/>
                  </a:lnTo>
                  <a:lnTo>
                    <a:pt x="601272" y="268866"/>
                  </a:lnTo>
                  <a:lnTo>
                    <a:pt x="601295" y="268690"/>
                  </a:lnTo>
                  <a:lnTo>
                    <a:pt x="601336" y="268497"/>
                  </a:lnTo>
                  <a:lnTo>
                    <a:pt x="601440" y="268174"/>
                  </a:lnTo>
                  <a:lnTo>
                    <a:pt x="601730" y="267754"/>
                  </a:lnTo>
                  <a:lnTo>
                    <a:pt x="601448" y="267275"/>
                  </a:lnTo>
                  <a:lnTo>
                    <a:pt x="601612" y="266819"/>
                  </a:lnTo>
                  <a:lnTo>
                    <a:pt x="601712" y="266545"/>
                  </a:lnTo>
                  <a:lnTo>
                    <a:pt x="601895" y="266039"/>
                  </a:lnTo>
                  <a:lnTo>
                    <a:pt x="602401" y="264658"/>
                  </a:lnTo>
                  <a:lnTo>
                    <a:pt x="602648" y="264095"/>
                  </a:lnTo>
                  <a:lnTo>
                    <a:pt x="601361" y="259227"/>
                  </a:lnTo>
                  <a:lnTo>
                    <a:pt x="601195" y="259071"/>
                  </a:lnTo>
                  <a:lnTo>
                    <a:pt x="601155" y="258911"/>
                  </a:lnTo>
                  <a:lnTo>
                    <a:pt x="601183" y="258670"/>
                  </a:lnTo>
                  <a:lnTo>
                    <a:pt x="601802" y="257054"/>
                  </a:lnTo>
                  <a:lnTo>
                    <a:pt x="601755" y="252550"/>
                  </a:lnTo>
                  <a:lnTo>
                    <a:pt x="601934" y="252559"/>
                  </a:lnTo>
                  <a:lnTo>
                    <a:pt x="602130" y="252711"/>
                  </a:lnTo>
                  <a:lnTo>
                    <a:pt x="602530" y="252648"/>
                  </a:lnTo>
                  <a:lnTo>
                    <a:pt x="602748" y="252781"/>
                  </a:lnTo>
                  <a:lnTo>
                    <a:pt x="602907" y="252763"/>
                  </a:lnTo>
                  <a:lnTo>
                    <a:pt x="603149" y="252659"/>
                  </a:lnTo>
                  <a:lnTo>
                    <a:pt x="603725" y="252031"/>
                  </a:lnTo>
                  <a:lnTo>
                    <a:pt x="604736" y="252147"/>
                  </a:lnTo>
                  <a:lnTo>
                    <a:pt x="605193" y="252220"/>
                  </a:lnTo>
                  <a:lnTo>
                    <a:pt x="606791" y="252381"/>
                  </a:lnTo>
                  <a:lnTo>
                    <a:pt x="607247" y="251899"/>
                  </a:lnTo>
                  <a:lnTo>
                    <a:pt x="607962" y="252597"/>
                  </a:lnTo>
                  <a:lnTo>
                    <a:pt x="608280" y="252571"/>
                  </a:lnTo>
                  <a:lnTo>
                    <a:pt x="608724" y="252404"/>
                  </a:lnTo>
                  <a:lnTo>
                    <a:pt x="608992" y="252521"/>
                  </a:lnTo>
                  <a:lnTo>
                    <a:pt x="609130" y="252342"/>
                  </a:lnTo>
                  <a:lnTo>
                    <a:pt x="610507" y="252342"/>
                  </a:lnTo>
                  <a:lnTo>
                    <a:pt x="610519" y="252622"/>
                  </a:lnTo>
                  <a:lnTo>
                    <a:pt x="611664" y="252470"/>
                  </a:lnTo>
                  <a:lnTo>
                    <a:pt x="612008" y="252266"/>
                  </a:lnTo>
                  <a:lnTo>
                    <a:pt x="612364" y="251859"/>
                  </a:lnTo>
                  <a:lnTo>
                    <a:pt x="612829" y="250183"/>
                  </a:lnTo>
                  <a:lnTo>
                    <a:pt x="612949" y="249747"/>
                  </a:lnTo>
                  <a:lnTo>
                    <a:pt x="612809" y="249671"/>
                  </a:lnTo>
                  <a:lnTo>
                    <a:pt x="612517" y="248984"/>
                  </a:lnTo>
                  <a:lnTo>
                    <a:pt x="612491" y="247940"/>
                  </a:lnTo>
                  <a:lnTo>
                    <a:pt x="612720" y="247660"/>
                  </a:lnTo>
                  <a:lnTo>
                    <a:pt x="612644" y="247508"/>
                  </a:lnTo>
                  <a:lnTo>
                    <a:pt x="612631" y="247202"/>
                  </a:lnTo>
                  <a:lnTo>
                    <a:pt x="613102" y="246910"/>
                  </a:lnTo>
                  <a:lnTo>
                    <a:pt x="613344" y="246859"/>
                  </a:lnTo>
                  <a:lnTo>
                    <a:pt x="613687" y="246528"/>
                  </a:lnTo>
                  <a:lnTo>
                    <a:pt x="614909" y="246019"/>
                  </a:lnTo>
                  <a:lnTo>
                    <a:pt x="615189" y="245917"/>
                  </a:lnTo>
                  <a:lnTo>
                    <a:pt x="615519" y="246019"/>
                  </a:lnTo>
                  <a:lnTo>
                    <a:pt x="615888" y="246261"/>
                  </a:lnTo>
                  <a:lnTo>
                    <a:pt x="616383" y="246258"/>
                  </a:lnTo>
                  <a:lnTo>
                    <a:pt x="616514" y="246395"/>
                  </a:lnTo>
                  <a:lnTo>
                    <a:pt x="616722" y="246354"/>
                  </a:lnTo>
                  <a:lnTo>
                    <a:pt x="617087" y="246283"/>
                  </a:lnTo>
                  <a:lnTo>
                    <a:pt x="617424" y="246217"/>
                  </a:lnTo>
                  <a:lnTo>
                    <a:pt x="617664" y="245910"/>
                  </a:lnTo>
                  <a:lnTo>
                    <a:pt x="617821" y="245709"/>
                  </a:lnTo>
                  <a:lnTo>
                    <a:pt x="619596" y="243440"/>
                  </a:lnTo>
                  <a:lnTo>
                    <a:pt x="619640" y="243663"/>
                  </a:lnTo>
                  <a:lnTo>
                    <a:pt x="619699" y="243939"/>
                  </a:lnTo>
                  <a:lnTo>
                    <a:pt x="619795" y="244071"/>
                  </a:lnTo>
                  <a:lnTo>
                    <a:pt x="620162" y="244273"/>
                  </a:lnTo>
                  <a:lnTo>
                    <a:pt x="620426" y="244013"/>
                  </a:lnTo>
                  <a:lnTo>
                    <a:pt x="620566" y="243841"/>
                  </a:lnTo>
                  <a:lnTo>
                    <a:pt x="621087" y="243308"/>
                  </a:lnTo>
                  <a:lnTo>
                    <a:pt x="620956" y="243037"/>
                  </a:lnTo>
                  <a:lnTo>
                    <a:pt x="620901" y="242884"/>
                  </a:lnTo>
                  <a:lnTo>
                    <a:pt x="620952" y="242735"/>
                  </a:lnTo>
                  <a:lnTo>
                    <a:pt x="620866" y="242435"/>
                  </a:lnTo>
                  <a:lnTo>
                    <a:pt x="620945" y="241847"/>
                  </a:lnTo>
                  <a:lnTo>
                    <a:pt x="621190" y="241531"/>
                  </a:lnTo>
                  <a:lnTo>
                    <a:pt x="621221" y="241380"/>
                  </a:lnTo>
                  <a:lnTo>
                    <a:pt x="620993" y="240667"/>
                  </a:lnTo>
                  <a:lnTo>
                    <a:pt x="621206" y="240648"/>
                  </a:lnTo>
                  <a:lnTo>
                    <a:pt x="621415" y="240565"/>
                  </a:lnTo>
                  <a:lnTo>
                    <a:pt x="622317" y="239950"/>
                  </a:lnTo>
                  <a:lnTo>
                    <a:pt x="623057" y="239764"/>
                  </a:lnTo>
                  <a:lnTo>
                    <a:pt x="623726" y="239430"/>
                  </a:lnTo>
                  <a:lnTo>
                    <a:pt x="623883" y="239324"/>
                  </a:lnTo>
                  <a:lnTo>
                    <a:pt x="624392" y="239079"/>
                  </a:lnTo>
                  <a:lnTo>
                    <a:pt x="627435" y="238555"/>
                  </a:lnTo>
                  <a:lnTo>
                    <a:pt x="628496" y="238373"/>
                  </a:lnTo>
                  <a:lnTo>
                    <a:pt x="626003" y="222571"/>
                  </a:lnTo>
                  <a:lnTo>
                    <a:pt x="624733" y="222682"/>
                  </a:lnTo>
                  <a:lnTo>
                    <a:pt x="617250" y="223334"/>
                  </a:lnTo>
                  <a:lnTo>
                    <a:pt x="616384" y="219441"/>
                  </a:lnTo>
                  <a:lnTo>
                    <a:pt x="617962" y="212037"/>
                  </a:lnTo>
                  <a:lnTo>
                    <a:pt x="623382" y="202978"/>
                  </a:lnTo>
                  <a:lnTo>
                    <a:pt x="625799" y="195446"/>
                  </a:lnTo>
                  <a:lnTo>
                    <a:pt x="634451" y="188907"/>
                  </a:lnTo>
                  <a:lnTo>
                    <a:pt x="630568" y="175936"/>
                  </a:lnTo>
                  <a:lnTo>
                    <a:pt x="627958" y="167214"/>
                  </a:lnTo>
                  <a:lnTo>
                    <a:pt x="629377" y="164705"/>
                  </a:lnTo>
                  <a:lnTo>
                    <a:pt x="631514" y="160926"/>
                  </a:lnTo>
                  <a:lnTo>
                    <a:pt x="634638" y="155401"/>
                  </a:lnTo>
                  <a:lnTo>
                    <a:pt x="634978" y="154800"/>
                  </a:lnTo>
                  <a:lnTo>
                    <a:pt x="641069" y="144028"/>
                  </a:lnTo>
                  <a:lnTo>
                    <a:pt x="642384" y="141704"/>
                  </a:lnTo>
                  <a:lnTo>
                    <a:pt x="651445" y="125681"/>
                  </a:lnTo>
                  <a:lnTo>
                    <a:pt x="653479" y="122084"/>
                  </a:lnTo>
                  <a:lnTo>
                    <a:pt x="658164" y="104458"/>
                  </a:lnTo>
                  <a:lnTo>
                    <a:pt x="664611" y="80206"/>
                  </a:lnTo>
                  <a:lnTo>
                    <a:pt x="666337" y="73714"/>
                  </a:lnTo>
                  <a:lnTo>
                    <a:pt x="667220" y="70394"/>
                  </a:lnTo>
                  <a:lnTo>
                    <a:pt x="669822" y="60606"/>
                  </a:lnTo>
                  <a:lnTo>
                    <a:pt x="672426" y="50807"/>
                  </a:lnTo>
                  <a:lnTo>
                    <a:pt x="659739" y="27226"/>
                  </a:lnTo>
                  <a:lnTo>
                    <a:pt x="645090" y="0"/>
                  </a:lnTo>
                  <a:lnTo>
                    <a:pt x="613230" y="16166"/>
                  </a:lnTo>
                  <a:lnTo>
                    <a:pt x="602551" y="21585"/>
                  </a:lnTo>
                  <a:lnTo>
                    <a:pt x="601684" y="22025"/>
                  </a:lnTo>
                  <a:lnTo>
                    <a:pt x="599630" y="23067"/>
                  </a:lnTo>
                  <a:lnTo>
                    <a:pt x="599410" y="23179"/>
                  </a:lnTo>
                  <a:lnTo>
                    <a:pt x="598957" y="23411"/>
                  </a:lnTo>
                  <a:lnTo>
                    <a:pt x="596726" y="24633"/>
                  </a:lnTo>
                  <a:lnTo>
                    <a:pt x="596071" y="25031"/>
                  </a:lnTo>
                  <a:lnTo>
                    <a:pt x="594553" y="25954"/>
                  </a:lnTo>
                  <a:lnTo>
                    <a:pt x="592441" y="27371"/>
                  </a:lnTo>
                  <a:lnTo>
                    <a:pt x="590395" y="28882"/>
                  </a:lnTo>
                  <a:lnTo>
                    <a:pt x="588424" y="30407"/>
                  </a:lnTo>
                  <a:lnTo>
                    <a:pt x="583963" y="33859"/>
                  </a:lnTo>
                  <a:lnTo>
                    <a:pt x="567819" y="46350"/>
                  </a:lnTo>
                  <a:lnTo>
                    <a:pt x="549700" y="60369"/>
                  </a:lnTo>
                  <a:lnTo>
                    <a:pt x="545214" y="63840"/>
                  </a:lnTo>
                  <a:lnTo>
                    <a:pt x="536482" y="70596"/>
                  </a:lnTo>
                  <a:lnTo>
                    <a:pt x="523128" y="80928"/>
                  </a:lnTo>
                  <a:lnTo>
                    <a:pt x="502393" y="96972"/>
                  </a:lnTo>
                  <a:lnTo>
                    <a:pt x="501384" y="97772"/>
                  </a:lnTo>
                  <a:lnTo>
                    <a:pt x="499445" y="99418"/>
                  </a:lnTo>
                  <a:lnTo>
                    <a:pt x="497581" y="101149"/>
                  </a:lnTo>
                  <a:lnTo>
                    <a:pt x="495798" y="102962"/>
                  </a:lnTo>
                  <a:lnTo>
                    <a:pt x="494098" y="104854"/>
                  </a:lnTo>
                  <a:lnTo>
                    <a:pt x="482406" y="118471"/>
                  </a:lnTo>
                  <a:lnTo>
                    <a:pt x="479414" y="121954"/>
                  </a:lnTo>
                  <a:lnTo>
                    <a:pt x="469388" y="133630"/>
                  </a:lnTo>
                  <a:lnTo>
                    <a:pt x="462156" y="142052"/>
                  </a:lnTo>
                  <a:lnTo>
                    <a:pt x="457438" y="147547"/>
                  </a:lnTo>
                  <a:lnTo>
                    <a:pt x="454406" y="151077"/>
                  </a:lnTo>
                  <a:lnTo>
                    <a:pt x="438377" y="169744"/>
                  </a:lnTo>
                  <a:lnTo>
                    <a:pt x="435168" y="173481"/>
                  </a:lnTo>
                  <a:lnTo>
                    <a:pt x="424446" y="185967"/>
                  </a:lnTo>
                  <a:lnTo>
                    <a:pt x="413422" y="198805"/>
                  </a:lnTo>
                  <a:lnTo>
                    <a:pt x="411979" y="200486"/>
                  </a:lnTo>
                  <a:lnTo>
                    <a:pt x="407499" y="205702"/>
                  </a:lnTo>
                  <a:lnTo>
                    <a:pt x="406419" y="206999"/>
                  </a:lnTo>
                  <a:lnTo>
                    <a:pt x="404865" y="209013"/>
                  </a:lnTo>
                  <a:lnTo>
                    <a:pt x="403403" y="211094"/>
                  </a:lnTo>
                  <a:lnTo>
                    <a:pt x="402037" y="213239"/>
                  </a:lnTo>
                  <a:lnTo>
                    <a:pt x="400769" y="215444"/>
                  </a:lnTo>
                  <a:lnTo>
                    <a:pt x="399600" y="217703"/>
                  </a:lnTo>
                  <a:lnTo>
                    <a:pt x="398535" y="220013"/>
                  </a:lnTo>
                  <a:lnTo>
                    <a:pt x="396830" y="223938"/>
                  </a:lnTo>
                  <a:lnTo>
                    <a:pt x="394410" y="229513"/>
                  </a:lnTo>
                  <a:lnTo>
                    <a:pt x="391103" y="237127"/>
                  </a:lnTo>
                  <a:lnTo>
                    <a:pt x="389327" y="241218"/>
                  </a:lnTo>
                  <a:lnTo>
                    <a:pt x="387127" y="244740"/>
                  </a:lnTo>
                  <a:lnTo>
                    <a:pt x="364694" y="280649"/>
                  </a:lnTo>
                  <a:lnTo>
                    <a:pt x="359080" y="289635"/>
                  </a:lnTo>
                  <a:lnTo>
                    <a:pt x="353467" y="298620"/>
                  </a:lnTo>
                  <a:lnTo>
                    <a:pt x="348789" y="306108"/>
                  </a:lnTo>
                  <a:lnTo>
                    <a:pt x="343525" y="314535"/>
                  </a:lnTo>
                  <a:lnTo>
                    <a:pt x="339967" y="320230"/>
                  </a:lnTo>
                  <a:lnTo>
                    <a:pt x="336820" y="322398"/>
                  </a:lnTo>
                  <a:lnTo>
                    <a:pt x="334929" y="323701"/>
                  </a:lnTo>
                  <a:lnTo>
                    <a:pt x="325221" y="330391"/>
                  </a:lnTo>
                  <a:lnTo>
                    <a:pt x="320109" y="333913"/>
                  </a:lnTo>
                  <a:lnTo>
                    <a:pt x="313522" y="338453"/>
                  </a:lnTo>
                  <a:lnTo>
                    <a:pt x="312197" y="339365"/>
                  </a:lnTo>
                  <a:lnTo>
                    <a:pt x="293842" y="352014"/>
                  </a:lnTo>
                  <a:lnTo>
                    <a:pt x="292588" y="352904"/>
                  </a:lnTo>
                  <a:lnTo>
                    <a:pt x="290567" y="354449"/>
                  </a:lnTo>
                  <a:lnTo>
                    <a:pt x="288619" y="356084"/>
                  </a:lnTo>
                  <a:lnTo>
                    <a:pt x="286746" y="357805"/>
                  </a:lnTo>
                  <a:lnTo>
                    <a:pt x="284952" y="359608"/>
                  </a:lnTo>
                  <a:lnTo>
                    <a:pt x="283241" y="361491"/>
                  </a:lnTo>
                  <a:lnTo>
                    <a:pt x="277991" y="367534"/>
                  </a:lnTo>
                  <a:lnTo>
                    <a:pt x="276862" y="368834"/>
                  </a:lnTo>
                  <a:lnTo>
                    <a:pt x="273234" y="373011"/>
                  </a:lnTo>
                  <a:lnTo>
                    <a:pt x="272349" y="374055"/>
                  </a:lnTo>
                  <a:lnTo>
                    <a:pt x="270772" y="376051"/>
                  </a:lnTo>
                  <a:lnTo>
                    <a:pt x="269287" y="378116"/>
                  </a:lnTo>
                  <a:lnTo>
                    <a:pt x="267896" y="380246"/>
                  </a:lnTo>
                  <a:lnTo>
                    <a:pt x="267241" y="381356"/>
                  </a:lnTo>
                  <a:lnTo>
                    <a:pt x="266603" y="382436"/>
                  </a:lnTo>
                  <a:lnTo>
                    <a:pt x="259247" y="395552"/>
                  </a:lnTo>
                  <a:lnTo>
                    <a:pt x="253633" y="405563"/>
                  </a:lnTo>
                  <a:lnTo>
                    <a:pt x="247828" y="415922"/>
                  </a:lnTo>
                  <a:lnTo>
                    <a:pt x="244960" y="421037"/>
                  </a:lnTo>
                  <a:lnTo>
                    <a:pt x="244423" y="421995"/>
                  </a:lnTo>
                  <a:lnTo>
                    <a:pt x="237760" y="433878"/>
                  </a:lnTo>
                  <a:lnTo>
                    <a:pt x="234794" y="439169"/>
                  </a:lnTo>
                  <a:lnTo>
                    <a:pt x="233878" y="440871"/>
                  </a:lnTo>
                  <a:lnTo>
                    <a:pt x="232761" y="443157"/>
                  </a:lnTo>
                  <a:lnTo>
                    <a:pt x="231749" y="445490"/>
                  </a:lnTo>
                  <a:lnTo>
                    <a:pt x="230843" y="447868"/>
                  </a:lnTo>
                  <a:lnTo>
                    <a:pt x="217913" y="484207"/>
                  </a:lnTo>
                  <a:lnTo>
                    <a:pt x="213215" y="497420"/>
                  </a:lnTo>
                  <a:lnTo>
                    <a:pt x="197577" y="508316"/>
                  </a:lnTo>
                  <a:lnTo>
                    <a:pt x="176523" y="522986"/>
                  </a:lnTo>
                  <a:lnTo>
                    <a:pt x="166167" y="530201"/>
                  </a:lnTo>
                  <a:lnTo>
                    <a:pt x="165060" y="530972"/>
                  </a:lnTo>
                  <a:lnTo>
                    <a:pt x="164229" y="531563"/>
                  </a:lnTo>
                  <a:lnTo>
                    <a:pt x="162202" y="533101"/>
                  </a:lnTo>
                  <a:lnTo>
                    <a:pt x="157535" y="536810"/>
                  </a:lnTo>
                  <a:lnTo>
                    <a:pt x="156580" y="537587"/>
                  </a:lnTo>
                  <a:lnTo>
                    <a:pt x="143604" y="548371"/>
                  </a:lnTo>
                  <a:lnTo>
                    <a:pt x="143060" y="548828"/>
                  </a:lnTo>
                  <a:lnTo>
                    <a:pt x="141162" y="550522"/>
                  </a:lnTo>
                  <a:lnTo>
                    <a:pt x="139342" y="552299"/>
                  </a:lnTo>
                  <a:lnTo>
                    <a:pt x="137603" y="554156"/>
                  </a:lnTo>
                  <a:lnTo>
                    <a:pt x="135950" y="556090"/>
                  </a:lnTo>
                  <a:lnTo>
                    <a:pt x="134385" y="558096"/>
                  </a:lnTo>
                  <a:lnTo>
                    <a:pt x="132913" y="560171"/>
                  </a:lnTo>
                  <a:lnTo>
                    <a:pt x="131535" y="562309"/>
                  </a:lnTo>
                  <a:lnTo>
                    <a:pt x="130255" y="564508"/>
                  </a:lnTo>
                  <a:lnTo>
                    <a:pt x="129075" y="566762"/>
                  </a:lnTo>
                  <a:lnTo>
                    <a:pt x="127997" y="569066"/>
                  </a:lnTo>
                  <a:lnTo>
                    <a:pt x="127024" y="571417"/>
                  </a:lnTo>
                  <a:lnTo>
                    <a:pt x="126158" y="573809"/>
                  </a:lnTo>
                  <a:lnTo>
                    <a:pt x="121092" y="588854"/>
                  </a:lnTo>
                  <a:lnTo>
                    <a:pt x="120713" y="590019"/>
                  </a:lnTo>
                  <a:lnTo>
                    <a:pt x="119989" y="592539"/>
                  </a:lnTo>
                  <a:lnTo>
                    <a:pt x="119544" y="594345"/>
                  </a:lnTo>
                  <a:lnTo>
                    <a:pt x="119031" y="596837"/>
                  </a:lnTo>
                  <a:lnTo>
                    <a:pt x="118632" y="599349"/>
                  </a:lnTo>
                  <a:lnTo>
                    <a:pt x="118345" y="601877"/>
                  </a:lnTo>
                  <a:lnTo>
                    <a:pt x="118173" y="604415"/>
                  </a:lnTo>
                  <a:lnTo>
                    <a:pt x="118115" y="606959"/>
                  </a:lnTo>
                  <a:lnTo>
                    <a:pt x="118172" y="609502"/>
                  </a:lnTo>
                  <a:lnTo>
                    <a:pt x="118343" y="612041"/>
                  </a:lnTo>
                  <a:lnTo>
                    <a:pt x="118627" y="614569"/>
                  </a:lnTo>
                  <a:lnTo>
                    <a:pt x="119026" y="617081"/>
                  </a:lnTo>
                  <a:lnTo>
                    <a:pt x="119537" y="619574"/>
                  </a:lnTo>
                  <a:lnTo>
                    <a:pt x="121443" y="627912"/>
                  </a:lnTo>
                  <a:lnTo>
                    <a:pt x="121945" y="629937"/>
                  </a:lnTo>
                  <a:lnTo>
                    <a:pt x="122658" y="632379"/>
                  </a:lnTo>
                  <a:lnTo>
                    <a:pt x="151564" y="723651"/>
                  </a:lnTo>
                  <a:lnTo>
                    <a:pt x="169887" y="781490"/>
                  </a:lnTo>
                  <a:lnTo>
                    <a:pt x="145605" y="806235"/>
                  </a:lnTo>
                  <a:lnTo>
                    <a:pt x="144902" y="806965"/>
                  </a:lnTo>
                  <a:lnTo>
                    <a:pt x="143195" y="808851"/>
                  </a:lnTo>
                  <a:lnTo>
                    <a:pt x="141574" y="810812"/>
                  </a:lnTo>
                  <a:lnTo>
                    <a:pt x="140044" y="812844"/>
                  </a:lnTo>
                  <a:lnTo>
                    <a:pt x="138606" y="814943"/>
                  </a:lnTo>
                  <a:lnTo>
                    <a:pt x="137265" y="817105"/>
                  </a:lnTo>
                  <a:lnTo>
                    <a:pt x="136022" y="819324"/>
                  </a:lnTo>
                  <a:lnTo>
                    <a:pt x="135067" y="821226"/>
                  </a:lnTo>
                  <a:lnTo>
                    <a:pt x="134880" y="821598"/>
                  </a:lnTo>
                  <a:lnTo>
                    <a:pt x="129293" y="833375"/>
                  </a:lnTo>
                  <a:lnTo>
                    <a:pt x="100333" y="894426"/>
                  </a:lnTo>
                  <a:lnTo>
                    <a:pt x="73499" y="950992"/>
                  </a:lnTo>
                  <a:lnTo>
                    <a:pt x="73250" y="951524"/>
                  </a:lnTo>
                  <a:lnTo>
                    <a:pt x="72236" y="953858"/>
                  </a:lnTo>
                  <a:lnTo>
                    <a:pt x="71327" y="956235"/>
                  </a:lnTo>
                  <a:lnTo>
                    <a:pt x="70527" y="958650"/>
                  </a:lnTo>
                  <a:lnTo>
                    <a:pt x="53373" y="1014628"/>
                  </a:lnTo>
                  <a:lnTo>
                    <a:pt x="45854" y="1039164"/>
                  </a:lnTo>
                  <a:lnTo>
                    <a:pt x="30344" y="1089776"/>
                  </a:lnTo>
                  <a:lnTo>
                    <a:pt x="13393" y="1125428"/>
                  </a:lnTo>
                  <a:lnTo>
                    <a:pt x="8831" y="1135023"/>
                  </a:lnTo>
                  <a:lnTo>
                    <a:pt x="4269" y="1144618"/>
                  </a:lnTo>
                  <a:lnTo>
                    <a:pt x="0" y="1153573"/>
                  </a:lnTo>
                  <a:lnTo>
                    <a:pt x="50806" y="1178506"/>
                  </a:lnTo>
                  <a:lnTo>
                    <a:pt x="51032" y="1178666"/>
                  </a:lnTo>
                  <a:lnTo>
                    <a:pt x="93954" y="1209162"/>
                  </a:lnTo>
                  <a:lnTo>
                    <a:pt x="103175" y="1226403"/>
                  </a:lnTo>
                  <a:lnTo>
                    <a:pt x="122974" y="1238421"/>
                  </a:lnTo>
                  <a:lnTo>
                    <a:pt x="139654" y="1248545"/>
                  </a:lnTo>
                  <a:lnTo>
                    <a:pt x="143649" y="1250970"/>
                  </a:lnTo>
                  <a:lnTo>
                    <a:pt x="153131" y="1250723"/>
                  </a:lnTo>
                  <a:lnTo>
                    <a:pt x="155745" y="1257402"/>
                  </a:lnTo>
                  <a:lnTo>
                    <a:pt x="155445" y="1258831"/>
                  </a:lnTo>
                  <a:lnTo>
                    <a:pt x="155301" y="1259518"/>
                  </a:lnTo>
                  <a:lnTo>
                    <a:pt x="155106" y="1260424"/>
                  </a:lnTo>
                  <a:lnTo>
                    <a:pt x="155475" y="1261013"/>
                  </a:lnTo>
                  <a:lnTo>
                    <a:pt x="155809" y="1261548"/>
                  </a:lnTo>
                  <a:lnTo>
                    <a:pt x="156129" y="1262040"/>
                  </a:lnTo>
                  <a:lnTo>
                    <a:pt x="156627" y="1262816"/>
                  </a:lnTo>
                  <a:lnTo>
                    <a:pt x="157066" y="1263003"/>
                  </a:lnTo>
                  <a:lnTo>
                    <a:pt x="157336" y="1263116"/>
                  </a:lnTo>
                  <a:lnTo>
                    <a:pt x="157866" y="1263342"/>
                  </a:lnTo>
                  <a:lnTo>
                    <a:pt x="157603" y="1263627"/>
                  </a:lnTo>
                  <a:lnTo>
                    <a:pt x="157075" y="1264200"/>
                  </a:lnTo>
                  <a:lnTo>
                    <a:pt x="156564" y="1264755"/>
                  </a:lnTo>
                  <a:lnTo>
                    <a:pt x="156099" y="1265259"/>
                  </a:lnTo>
                  <a:lnTo>
                    <a:pt x="155934" y="1265400"/>
                  </a:lnTo>
                  <a:lnTo>
                    <a:pt x="155785" y="1265527"/>
                  </a:lnTo>
                  <a:lnTo>
                    <a:pt x="154983" y="1266215"/>
                  </a:lnTo>
                  <a:lnTo>
                    <a:pt x="154594" y="1266553"/>
                  </a:lnTo>
                  <a:lnTo>
                    <a:pt x="154358" y="1266761"/>
                  </a:lnTo>
                  <a:lnTo>
                    <a:pt x="154173" y="1266907"/>
                  </a:lnTo>
                  <a:lnTo>
                    <a:pt x="153583" y="1267415"/>
                  </a:lnTo>
                  <a:lnTo>
                    <a:pt x="153264" y="1267687"/>
                  </a:lnTo>
                  <a:lnTo>
                    <a:pt x="152942" y="1267964"/>
                  </a:lnTo>
                  <a:lnTo>
                    <a:pt x="153414" y="1268692"/>
                  </a:lnTo>
                  <a:lnTo>
                    <a:pt x="153517" y="1268852"/>
                  </a:lnTo>
                  <a:lnTo>
                    <a:pt x="153133" y="1269102"/>
                  </a:lnTo>
                  <a:lnTo>
                    <a:pt x="153280" y="1269411"/>
                  </a:lnTo>
                  <a:lnTo>
                    <a:pt x="153270" y="1269893"/>
                  </a:lnTo>
                  <a:lnTo>
                    <a:pt x="153194" y="1270125"/>
                  </a:lnTo>
                  <a:lnTo>
                    <a:pt x="152962" y="1270915"/>
                  </a:lnTo>
                  <a:lnTo>
                    <a:pt x="152514" y="1272490"/>
                  </a:lnTo>
                  <a:lnTo>
                    <a:pt x="152212" y="1273556"/>
                  </a:lnTo>
                  <a:lnTo>
                    <a:pt x="150023" y="1274467"/>
                  </a:lnTo>
                  <a:lnTo>
                    <a:pt x="149355" y="1275831"/>
                  </a:lnTo>
                  <a:lnTo>
                    <a:pt x="147647" y="1276497"/>
                  </a:lnTo>
                  <a:lnTo>
                    <a:pt x="147420" y="1277164"/>
                  </a:lnTo>
                  <a:lnTo>
                    <a:pt x="149061" y="1277234"/>
                  </a:lnTo>
                  <a:lnTo>
                    <a:pt x="149249" y="1277242"/>
                  </a:lnTo>
                  <a:lnTo>
                    <a:pt x="149560" y="1277256"/>
                  </a:lnTo>
                  <a:lnTo>
                    <a:pt x="149895" y="1277273"/>
                  </a:lnTo>
                  <a:lnTo>
                    <a:pt x="150326" y="1277312"/>
                  </a:lnTo>
                  <a:lnTo>
                    <a:pt x="150604" y="1277337"/>
                  </a:lnTo>
                  <a:lnTo>
                    <a:pt x="150858" y="1277360"/>
                  </a:lnTo>
                  <a:lnTo>
                    <a:pt x="151485" y="1277294"/>
                  </a:lnTo>
                  <a:lnTo>
                    <a:pt x="152165" y="1277065"/>
                  </a:lnTo>
                  <a:lnTo>
                    <a:pt x="152901" y="1277006"/>
                  </a:lnTo>
                  <a:lnTo>
                    <a:pt x="155021" y="1277247"/>
                  </a:lnTo>
                  <a:lnTo>
                    <a:pt x="156233" y="1275692"/>
                  </a:lnTo>
                  <a:lnTo>
                    <a:pt x="156364" y="1275380"/>
                  </a:lnTo>
                  <a:lnTo>
                    <a:pt x="156411" y="1275097"/>
                  </a:lnTo>
                  <a:lnTo>
                    <a:pt x="156557" y="1274852"/>
                  </a:lnTo>
                  <a:lnTo>
                    <a:pt x="157259" y="1274403"/>
                  </a:lnTo>
                  <a:lnTo>
                    <a:pt x="157443" y="1274616"/>
                  </a:lnTo>
                  <a:lnTo>
                    <a:pt x="157798" y="1275006"/>
                  </a:lnTo>
                  <a:lnTo>
                    <a:pt x="157959" y="1275175"/>
                  </a:lnTo>
                  <a:lnTo>
                    <a:pt x="158101" y="1275274"/>
                  </a:lnTo>
                  <a:lnTo>
                    <a:pt x="158388" y="1275425"/>
                  </a:lnTo>
                  <a:lnTo>
                    <a:pt x="158822" y="1275702"/>
                  </a:lnTo>
                  <a:lnTo>
                    <a:pt x="159359" y="1276127"/>
                  </a:lnTo>
                  <a:lnTo>
                    <a:pt x="159652" y="1276438"/>
                  </a:lnTo>
                  <a:lnTo>
                    <a:pt x="159814" y="1276495"/>
                  </a:lnTo>
                  <a:lnTo>
                    <a:pt x="160120" y="1276573"/>
                  </a:lnTo>
                  <a:lnTo>
                    <a:pt x="160061" y="1277305"/>
                  </a:lnTo>
                  <a:lnTo>
                    <a:pt x="165350" y="1277474"/>
                  </a:lnTo>
                  <a:lnTo>
                    <a:pt x="166157" y="1277759"/>
                  </a:lnTo>
                  <a:lnTo>
                    <a:pt x="166785" y="1277751"/>
                  </a:lnTo>
                  <a:lnTo>
                    <a:pt x="167786" y="1277998"/>
                  </a:lnTo>
                  <a:lnTo>
                    <a:pt x="167763" y="1278361"/>
                  </a:lnTo>
                  <a:lnTo>
                    <a:pt x="167252" y="1280632"/>
                  </a:lnTo>
                  <a:lnTo>
                    <a:pt x="167226" y="1281042"/>
                  </a:lnTo>
                  <a:lnTo>
                    <a:pt x="166198" y="1283360"/>
                  </a:lnTo>
                  <a:lnTo>
                    <a:pt x="166034" y="1284400"/>
                  </a:lnTo>
                  <a:lnTo>
                    <a:pt x="166276" y="1285767"/>
                  </a:lnTo>
                  <a:lnTo>
                    <a:pt x="166315" y="1287044"/>
                  </a:lnTo>
                  <a:lnTo>
                    <a:pt x="165764" y="1288332"/>
                  </a:lnTo>
                  <a:lnTo>
                    <a:pt x="166360" y="1288449"/>
                  </a:lnTo>
                  <a:lnTo>
                    <a:pt x="166594" y="1290069"/>
                  </a:lnTo>
                  <a:lnTo>
                    <a:pt x="166680" y="1290524"/>
                  </a:lnTo>
                  <a:lnTo>
                    <a:pt x="166751" y="1290809"/>
                  </a:lnTo>
                  <a:lnTo>
                    <a:pt x="166996" y="1291982"/>
                  </a:lnTo>
                  <a:lnTo>
                    <a:pt x="170550" y="1296470"/>
                  </a:lnTo>
                  <a:lnTo>
                    <a:pt x="171239" y="1297161"/>
                  </a:lnTo>
                  <a:lnTo>
                    <a:pt x="172285" y="1296848"/>
                  </a:lnTo>
                  <a:lnTo>
                    <a:pt x="173155" y="1296588"/>
                  </a:lnTo>
                  <a:lnTo>
                    <a:pt x="173353" y="1296529"/>
                  </a:lnTo>
                  <a:lnTo>
                    <a:pt x="174782" y="1296101"/>
                  </a:lnTo>
                  <a:lnTo>
                    <a:pt x="175731" y="1296835"/>
                  </a:lnTo>
                  <a:lnTo>
                    <a:pt x="176154" y="1297162"/>
                  </a:lnTo>
                  <a:lnTo>
                    <a:pt x="176822" y="1297678"/>
                  </a:lnTo>
                  <a:lnTo>
                    <a:pt x="175953" y="1294842"/>
                  </a:lnTo>
                  <a:lnTo>
                    <a:pt x="175596" y="1293677"/>
                  </a:lnTo>
                  <a:lnTo>
                    <a:pt x="175923" y="1293781"/>
                  </a:lnTo>
                  <a:lnTo>
                    <a:pt x="176595" y="1292247"/>
                  </a:lnTo>
                  <a:lnTo>
                    <a:pt x="177427" y="1291242"/>
                  </a:lnTo>
                  <a:lnTo>
                    <a:pt x="179100" y="1292057"/>
                  </a:lnTo>
                  <a:lnTo>
                    <a:pt x="179260" y="1292136"/>
                  </a:lnTo>
                  <a:lnTo>
                    <a:pt x="179367" y="1292330"/>
                  </a:lnTo>
                  <a:lnTo>
                    <a:pt x="179558" y="1292668"/>
                  </a:lnTo>
                  <a:lnTo>
                    <a:pt x="179573" y="1292940"/>
                  </a:lnTo>
                  <a:lnTo>
                    <a:pt x="179591" y="1293274"/>
                  </a:lnTo>
                  <a:lnTo>
                    <a:pt x="179970" y="1294312"/>
                  </a:lnTo>
                  <a:lnTo>
                    <a:pt x="180071" y="1294604"/>
                  </a:lnTo>
                  <a:lnTo>
                    <a:pt x="180398" y="1295517"/>
                  </a:lnTo>
                  <a:lnTo>
                    <a:pt x="180557" y="1295788"/>
                  </a:lnTo>
                  <a:lnTo>
                    <a:pt x="183484" y="1297657"/>
                  </a:lnTo>
                  <a:lnTo>
                    <a:pt x="184006" y="1297988"/>
                  </a:lnTo>
                  <a:lnTo>
                    <a:pt x="182944" y="1299441"/>
                  </a:lnTo>
                  <a:lnTo>
                    <a:pt x="182468" y="1300525"/>
                  </a:lnTo>
                  <a:lnTo>
                    <a:pt x="182499" y="1302684"/>
                  </a:lnTo>
                  <a:lnTo>
                    <a:pt x="182785" y="1303079"/>
                  </a:lnTo>
                  <a:lnTo>
                    <a:pt x="182969" y="1303420"/>
                  </a:lnTo>
                  <a:lnTo>
                    <a:pt x="183233" y="1303907"/>
                  </a:lnTo>
                  <a:lnTo>
                    <a:pt x="183487" y="1304158"/>
                  </a:lnTo>
                  <a:lnTo>
                    <a:pt x="184029" y="1304611"/>
                  </a:lnTo>
                  <a:lnTo>
                    <a:pt x="184236" y="1304753"/>
                  </a:lnTo>
                  <a:lnTo>
                    <a:pt x="184477" y="1304951"/>
                  </a:lnTo>
                  <a:lnTo>
                    <a:pt x="184728" y="1305206"/>
                  </a:lnTo>
                  <a:lnTo>
                    <a:pt x="185011" y="1305476"/>
                  </a:lnTo>
                  <a:lnTo>
                    <a:pt x="185326" y="1305596"/>
                  </a:lnTo>
                  <a:lnTo>
                    <a:pt x="185947" y="1305296"/>
                  </a:lnTo>
                  <a:lnTo>
                    <a:pt x="186146" y="1305456"/>
                  </a:lnTo>
                  <a:lnTo>
                    <a:pt x="186451" y="1305712"/>
                  </a:lnTo>
                  <a:lnTo>
                    <a:pt x="186741" y="1305897"/>
                  </a:lnTo>
                  <a:lnTo>
                    <a:pt x="187046" y="1306092"/>
                  </a:lnTo>
                  <a:lnTo>
                    <a:pt x="187560" y="1306349"/>
                  </a:lnTo>
                  <a:lnTo>
                    <a:pt x="188591" y="1306829"/>
                  </a:lnTo>
                  <a:lnTo>
                    <a:pt x="189181" y="1307030"/>
                  </a:lnTo>
                  <a:lnTo>
                    <a:pt x="189427" y="1306848"/>
                  </a:lnTo>
                  <a:lnTo>
                    <a:pt x="190392" y="1306132"/>
                  </a:lnTo>
                  <a:lnTo>
                    <a:pt x="191798" y="1308196"/>
                  </a:lnTo>
                  <a:lnTo>
                    <a:pt x="192138" y="1308436"/>
                  </a:lnTo>
                  <a:lnTo>
                    <a:pt x="193327" y="1309276"/>
                  </a:lnTo>
                  <a:lnTo>
                    <a:pt x="193742" y="1309568"/>
                  </a:lnTo>
                  <a:lnTo>
                    <a:pt x="194102" y="1309360"/>
                  </a:lnTo>
                  <a:lnTo>
                    <a:pt x="194535" y="1309052"/>
                  </a:lnTo>
                  <a:lnTo>
                    <a:pt x="194891" y="1308836"/>
                  </a:lnTo>
                  <a:lnTo>
                    <a:pt x="195331" y="1308561"/>
                  </a:lnTo>
                  <a:lnTo>
                    <a:pt x="195669" y="1308360"/>
                  </a:lnTo>
                  <a:lnTo>
                    <a:pt x="195917" y="1308213"/>
                  </a:lnTo>
                  <a:lnTo>
                    <a:pt x="196700" y="1307757"/>
                  </a:lnTo>
                  <a:lnTo>
                    <a:pt x="197469" y="1307319"/>
                  </a:lnTo>
                  <a:lnTo>
                    <a:pt x="198110" y="1306869"/>
                  </a:lnTo>
                  <a:lnTo>
                    <a:pt x="198911" y="1306411"/>
                  </a:lnTo>
                  <a:lnTo>
                    <a:pt x="199868" y="1305833"/>
                  </a:lnTo>
                  <a:lnTo>
                    <a:pt x="200563" y="1305386"/>
                  </a:lnTo>
                  <a:lnTo>
                    <a:pt x="201375" y="1304915"/>
                  </a:lnTo>
                  <a:lnTo>
                    <a:pt x="202084" y="1304498"/>
                  </a:lnTo>
                  <a:lnTo>
                    <a:pt x="202708" y="1304098"/>
                  </a:lnTo>
                  <a:lnTo>
                    <a:pt x="203334" y="1303755"/>
                  </a:lnTo>
                  <a:lnTo>
                    <a:pt x="204336" y="1303162"/>
                  </a:lnTo>
                  <a:lnTo>
                    <a:pt x="204973" y="1302811"/>
                  </a:lnTo>
                  <a:lnTo>
                    <a:pt x="205354" y="1302498"/>
                  </a:lnTo>
                  <a:lnTo>
                    <a:pt x="206069" y="1302073"/>
                  </a:lnTo>
                  <a:lnTo>
                    <a:pt x="206886" y="1301592"/>
                  </a:lnTo>
                  <a:lnTo>
                    <a:pt x="207136" y="1301468"/>
                  </a:lnTo>
                  <a:lnTo>
                    <a:pt x="207352" y="1301360"/>
                  </a:lnTo>
                  <a:lnTo>
                    <a:pt x="207601" y="1301230"/>
                  </a:lnTo>
                  <a:lnTo>
                    <a:pt x="208395" y="1301070"/>
                  </a:lnTo>
                  <a:lnTo>
                    <a:pt x="209548" y="1300917"/>
                  </a:lnTo>
                  <a:lnTo>
                    <a:pt x="209899" y="1300894"/>
                  </a:lnTo>
                  <a:lnTo>
                    <a:pt x="211051" y="1301129"/>
                  </a:lnTo>
                  <a:lnTo>
                    <a:pt x="211726" y="1301302"/>
                  </a:lnTo>
                  <a:lnTo>
                    <a:pt x="212378" y="1301520"/>
                  </a:lnTo>
                  <a:lnTo>
                    <a:pt x="212751" y="1301645"/>
                  </a:lnTo>
                  <a:lnTo>
                    <a:pt x="213802" y="1301994"/>
                  </a:lnTo>
                  <a:lnTo>
                    <a:pt x="215072" y="1302447"/>
                  </a:lnTo>
                  <a:lnTo>
                    <a:pt x="215619" y="1302938"/>
                  </a:lnTo>
                  <a:lnTo>
                    <a:pt x="216303" y="1303635"/>
                  </a:lnTo>
                  <a:lnTo>
                    <a:pt x="216657" y="1304024"/>
                  </a:lnTo>
                  <a:lnTo>
                    <a:pt x="217201" y="1303788"/>
                  </a:lnTo>
                  <a:lnTo>
                    <a:pt x="217535" y="1303630"/>
                  </a:lnTo>
                  <a:lnTo>
                    <a:pt x="217906" y="1303620"/>
                  </a:lnTo>
                  <a:lnTo>
                    <a:pt x="218110" y="1303645"/>
                  </a:lnTo>
                  <a:lnTo>
                    <a:pt x="218303" y="1303742"/>
                  </a:lnTo>
                  <a:lnTo>
                    <a:pt x="218878" y="1304052"/>
                  </a:lnTo>
                  <a:lnTo>
                    <a:pt x="219275" y="1304335"/>
                  </a:lnTo>
                  <a:lnTo>
                    <a:pt x="219766" y="1304658"/>
                  </a:lnTo>
                  <a:lnTo>
                    <a:pt x="220476" y="1305129"/>
                  </a:lnTo>
                  <a:lnTo>
                    <a:pt x="221326" y="1305688"/>
                  </a:lnTo>
                  <a:lnTo>
                    <a:pt x="221672" y="1305808"/>
                  </a:lnTo>
                  <a:lnTo>
                    <a:pt x="223298" y="1305553"/>
                  </a:lnTo>
                  <a:lnTo>
                    <a:pt x="224308" y="1304884"/>
                  </a:lnTo>
                  <a:lnTo>
                    <a:pt x="226558" y="1303378"/>
                  </a:lnTo>
                  <a:lnTo>
                    <a:pt x="227573" y="1302673"/>
                  </a:lnTo>
                  <a:lnTo>
                    <a:pt x="228235" y="1302312"/>
                  </a:lnTo>
                  <a:lnTo>
                    <a:pt x="229252" y="1302724"/>
                  </a:lnTo>
                  <a:lnTo>
                    <a:pt x="230036" y="1303042"/>
                  </a:lnTo>
                  <a:lnTo>
                    <a:pt x="230554" y="1303326"/>
                  </a:lnTo>
                  <a:lnTo>
                    <a:pt x="230654" y="1304350"/>
                  </a:lnTo>
                  <a:lnTo>
                    <a:pt x="230715" y="1305632"/>
                  </a:lnTo>
                  <a:lnTo>
                    <a:pt x="230771" y="1306393"/>
                  </a:lnTo>
                  <a:lnTo>
                    <a:pt x="230840" y="1307327"/>
                  </a:lnTo>
                  <a:lnTo>
                    <a:pt x="230949" y="1308449"/>
                  </a:lnTo>
                  <a:lnTo>
                    <a:pt x="230972" y="1309482"/>
                  </a:lnTo>
                  <a:lnTo>
                    <a:pt x="231041" y="1310307"/>
                  </a:lnTo>
                  <a:lnTo>
                    <a:pt x="231575" y="1311083"/>
                  </a:lnTo>
                  <a:lnTo>
                    <a:pt x="232344" y="1312177"/>
                  </a:lnTo>
                  <a:lnTo>
                    <a:pt x="233125" y="1313228"/>
                  </a:lnTo>
                  <a:lnTo>
                    <a:pt x="233909" y="1314403"/>
                  </a:lnTo>
                  <a:lnTo>
                    <a:pt x="234672" y="1315449"/>
                  </a:lnTo>
                  <a:lnTo>
                    <a:pt x="235395" y="1316485"/>
                  </a:lnTo>
                  <a:lnTo>
                    <a:pt x="235781" y="1317022"/>
                  </a:lnTo>
                  <a:lnTo>
                    <a:pt x="236779" y="1316442"/>
                  </a:lnTo>
                  <a:lnTo>
                    <a:pt x="238122" y="1315714"/>
                  </a:lnTo>
                  <a:lnTo>
                    <a:pt x="238965" y="1315312"/>
                  </a:lnTo>
                  <a:lnTo>
                    <a:pt x="240723" y="1314894"/>
                  </a:lnTo>
                  <a:lnTo>
                    <a:pt x="241868" y="1314625"/>
                  </a:lnTo>
                  <a:lnTo>
                    <a:pt x="243038" y="1314355"/>
                  </a:lnTo>
                  <a:lnTo>
                    <a:pt x="244245" y="1314065"/>
                  </a:lnTo>
                  <a:lnTo>
                    <a:pt x="245504" y="1313782"/>
                  </a:lnTo>
                  <a:lnTo>
                    <a:pt x="246305" y="1313688"/>
                  </a:lnTo>
                  <a:lnTo>
                    <a:pt x="247818" y="1314965"/>
                  </a:lnTo>
                  <a:lnTo>
                    <a:pt x="250144" y="1316609"/>
                  </a:lnTo>
                  <a:lnTo>
                    <a:pt x="251374" y="1316945"/>
                  </a:lnTo>
                  <a:lnTo>
                    <a:pt x="252581" y="1317271"/>
                  </a:lnTo>
                  <a:lnTo>
                    <a:pt x="255470" y="1313775"/>
                  </a:lnTo>
                  <a:lnTo>
                    <a:pt x="253691" y="1307447"/>
                  </a:lnTo>
                  <a:lnTo>
                    <a:pt x="262227" y="1307934"/>
                  </a:lnTo>
                  <a:lnTo>
                    <a:pt x="269560" y="1308352"/>
                  </a:lnTo>
                  <a:lnTo>
                    <a:pt x="272930" y="1305519"/>
                  </a:lnTo>
                  <a:lnTo>
                    <a:pt x="274730" y="1301208"/>
                  </a:lnTo>
                  <a:lnTo>
                    <a:pt x="274507" y="1300688"/>
                  </a:lnTo>
                  <a:lnTo>
                    <a:pt x="274386" y="1300494"/>
                  </a:lnTo>
                  <a:lnTo>
                    <a:pt x="274215" y="1300373"/>
                  </a:lnTo>
                  <a:lnTo>
                    <a:pt x="273226" y="1299461"/>
                  </a:lnTo>
                  <a:lnTo>
                    <a:pt x="273032" y="1299100"/>
                  </a:lnTo>
                  <a:lnTo>
                    <a:pt x="272736" y="1298261"/>
                  </a:lnTo>
                  <a:lnTo>
                    <a:pt x="271694" y="1297174"/>
                  </a:lnTo>
                  <a:lnTo>
                    <a:pt x="270442" y="1296214"/>
                  </a:lnTo>
                  <a:lnTo>
                    <a:pt x="270186" y="1292820"/>
                  </a:lnTo>
                  <a:lnTo>
                    <a:pt x="272911" y="1290157"/>
                  </a:lnTo>
                  <a:lnTo>
                    <a:pt x="277374" y="1291970"/>
                  </a:lnTo>
                  <a:lnTo>
                    <a:pt x="281092" y="1281995"/>
                  </a:lnTo>
                  <a:lnTo>
                    <a:pt x="282499" y="1281568"/>
                  </a:lnTo>
                  <a:lnTo>
                    <a:pt x="284012" y="1280947"/>
                  </a:lnTo>
                  <a:lnTo>
                    <a:pt x="284244" y="1280875"/>
                  </a:lnTo>
                  <a:lnTo>
                    <a:pt x="285367" y="1280835"/>
                  </a:lnTo>
                  <a:lnTo>
                    <a:pt x="285975" y="1280809"/>
                  </a:lnTo>
                  <a:lnTo>
                    <a:pt x="287139" y="1280544"/>
                  </a:lnTo>
                  <a:lnTo>
                    <a:pt x="287991" y="1280696"/>
                  </a:lnTo>
                  <a:lnTo>
                    <a:pt x="292149" y="1270557"/>
                  </a:lnTo>
                  <a:lnTo>
                    <a:pt x="300219" y="1269121"/>
                  </a:lnTo>
                  <a:close/>
                </a:path>
              </a:pathLst>
            </a:custGeom>
            <a:solidFill>
              <a:srgbClr val="CEE0E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5"/>
            <p:cNvSpPr/>
            <p:nvPr/>
          </p:nvSpPr>
          <p:spPr>
            <a:xfrm>
              <a:off x="3306900" y="3788152"/>
              <a:ext cx="840520" cy="906019"/>
            </a:xfrm>
            <a:custGeom>
              <a:avLst/>
              <a:pathLst>
                <a:path w="840520" h="906019">
                  <a:moveTo>
                    <a:pt x="229323" y="249049"/>
                  </a:moveTo>
                  <a:lnTo>
                    <a:pt x="177399" y="298276"/>
                  </a:lnTo>
                  <a:lnTo>
                    <a:pt x="135327" y="327690"/>
                  </a:lnTo>
                  <a:lnTo>
                    <a:pt x="128487" y="332472"/>
                  </a:lnTo>
                  <a:lnTo>
                    <a:pt x="99904" y="352456"/>
                  </a:lnTo>
                  <a:lnTo>
                    <a:pt x="97691" y="354003"/>
                  </a:lnTo>
                  <a:lnTo>
                    <a:pt x="83382" y="364006"/>
                  </a:lnTo>
                  <a:lnTo>
                    <a:pt x="73577" y="370861"/>
                  </a:lnTo>
                  <a:lnTo>
                    <a:pt x="72849" y="371380"/>
                  </a:lnTo>
                  <a:lnTo>
                    <a:pt x="70819" y="372918"/>
                  </a:lnTo>
                  <a:lnTo>
                    <a:pt x="68860" y="374546"/>
                  </a:lnTo>
                  <a:lnTo>
                    <a:pt x="67562" y="375676"/>
                  </a:lnTo>
                  <a:lnTo>
                    <a:pt x="66917" y="376245"/>
                  </a:lnTo>
                  <a:lnTo>
                    <a:pt x="65770" y="377322"/>
                  </a:lnTo>
                  <a:lnTo>
                    <a:pt x="65060" y="377988"/>
                  </a:lnTo>
                  <a:lnTo>
                    <a:pt x="63284" y="379813"/>
                  </a:lnTo>
                  <a:lnTo>
                    <a:pt x="61458" y="381775"/>
                  </a:lnTo>
                  <a:lnTo>
                    <a:pt x="34197" y="411073"/>
                  </a:lnTo>
                  <a:lnTo>
                    <a:pt x="16576" y="430011"/>
                  </a:lnTo>
                  <a:lnTo>
                    <a:pt x="0" y="447830"/>
                  </a:lnTo>
                  <a:lnTo>
                    <a:pt x="4567" y="452095"/>
                  </a:lnTo>
                  <a:lnTo>
                    <a:pt x="10741" y="457860"/>
                  </a:lnTo>
                  <a:lnTo>
                    <a:pt x="27699" y="473695"/>
                  </a:lnTo>
                  <a:lnTo>
                    <a:pt x="41441" y="486527"/>
                  </a:lnTo>
                  <a:lnTo>
                    <a:pt x="52320" y="502269"/>
                  </a:lnTo>
                  <a:lnTo>
                    <a:pt x="53530" y="507779"/>
                  </a:lnTo>
                  <a:lnTo>
                    <a:pt x="54728" y="513234"/>
                  </a:lnTo>
                  <a:lnTo>
                    <a:pt x="57381" y="525320"/>
                  </a:lnTo>
                  <a:lnTo>
                    <a:pt x="57512" y="525913"/>
                  </a:lnTo>
                  <a:lnTo>
                    <a:pt x="58822" y="531880"/>
                  </a:lnTo>
                  <a:lnTo>
                    <a:pt x="60981" y="541714"/>
                  </a:lnTo>
                  <a:lnTo>
                    <a:pt x="61194" y="542685"/>
                  </a:lnTo>
                  <a:lnTo>
                    <a:pt x="61456" y="543876"/>
                  </a:lnTo>
                  <a:lnTo>
                    <a:pt x="61651" y="544763"/>
                  </a:lnTo>
                  <a:lnTo>
                    <a:pt x="63521" y="553281"/>
                  </a:lnTo>
                  <a:lnTo>
                    <a:pt x="63625" y="553752"/>
                  </a:lnTo>
                  <a:lnTo>
                    <a:pt x="65338" y="556693"/>
                  </a:lnTo>
                  <a:lnTo>
                    <a:pt x="66254" y="558266"/>
                  </a:lnTo>
                  <a:lnTo>
                    <a:pt x="70250" y="565122"/>
                  </a:lnTo>
                  <a:lnTo>
                    <a:pt x="70967" y="566353"/>
                  </a:lnTo>
                  <a:lnTo>
                    <a:pt x="74731" y="572814"/>
                  </a:lnTo>
                  <a:lnTo>
                    <a:pt x="77546" y="571206"/>
                  </a:lnTo>
                  <a:lnTo>
                    <a:pt x="87117" y="565737"/>
                  </a:lnTo>
                  <a:lnTo>
                    <a:pt x="96121" y="562937"/>
                  </a:lnTo>
                  <a:lnTo>
                    <a:pt x="97089" y="562636"/>
                  </a:lnTo>
                  <a:lnTo>
                    <a:pt x="99922" y="561755"/>
                  </a:lnTo>
                  <a:lnTo>
                    <a:pt x="105072" y="560153"/>
                  </a:lnTo>
                  <a:lnTo>
                    <a:pt x="105266" y="560093"/>
                  </a:lnTo>
                  <a:lnTo>
                    <a:pt x="105977" y="559872"/>
                  </a:lnTo>
                  <a:lnTo>
                    <a:pt x="109631" y="558736"/>
                  </a:lnTo>
                  <a:lnTo>
                    <a:pt x="110269" y="558537"/>
                  </a:lnTo>
                  <a:lnTo>
                    <a:pt x="127870" y="553063"/>
                  </a:lnTo>
                  <a:lnTo>
                    <a:pt x="129543" y="562517"/>
                  </a:lnTo>
                  <a:lnTo>
                    <a:pt x="129852" y="562717"/>
                  </a:lnTo>
                  <a:lnTo>
                    <a:pt x="130167" y="562920"/>
                  </a:lnTo>
                  <a:lnTo>
                    <a:pt x="130347" y="563035"/>
                  </a:lnTo>
                  <a:lnTo>
                    <a:pt x="130737" y="563469"/>
                  </a:lnTo>
                  <a:lnTo>
                    <a:pt x="130983" y="563742"/>
                  </a:lnTo>
                  <a:lnTo>
                    <a:pt x="131131" y="563907"/>
                  </a:lnTo>
                  <a:lnTo>
                    <a:pt x="132225" y="565124"/>
                  </a:lnTo>
                  <a:lnTo>
                    <a:pt x="132609" y="565395"/>
                  </a:lnTo>
                  <a:lnTo>
                    <a:pt x="134274" y="566570"/>
                  </a:lnTo>
                  <a:lnTo>
                    <a:pt x="134236" y="566851"/>
                  </a:lnTo>
                  <a:lnTo>
                    <a:pt x="133378" y="570283"/>
                  </a:lnTo>
                  <a:lnTo>
                    <a:pt x="132834" y="572267"/>
                  </a:lnTo>
                  <a:lnTo>
                    <a:pt x="132958" y="572935"/>
                  </a:lnTo>
                  <a:lnTo>
                    <a:pt x="133037" y="573357"/>
                  </a:lnTo>
                  <a:lnTo>
                    <a:pt x="133006" y="573750"/>
                  </a:lnTo>
                  <a:lnTo>
                    <a:pt x="132889" y="575223"/>
                  </a:lnTo>
                  <a:lnTo>
                    <a:pt x="133813" y="575370"/>
                  </a:lnTo>
                  <a:lnTo>
                    <a:pt x="135100" y="575578"/>
                  </a:lnTo>
                  <a:lnTo>
                    <a:pt x="135730" y="575678"/>
                  </a:lnTo>
                  <a:lnTo>
                    <a:pt x="135966" y="575577"/>
                  </a:lnTo>
                  <a:lnTo>
                    <a:pt x="136096" y="575521"/>
                  </a:lnTo>
                  <a:lnTo>
                    <a:pt x="136328" y="575432"/>
                  </a:lnTo>
                  <a:lnTo>
                    <a:pt x="136599" y="575623"/>
                  </a:lnTo>
                  <a:lnTo>
                    <a:pt x="136957" y="575877"/>
                  </a:lnTo>
                  <a:lnTo>
                    <a:pt x="137180" y="576036"/>
                  </a:lnTo>
                  <a:lnTo>
                    <a:pt x="137666" y="576379"/>
                  </a:lnTo>
                  <a:lnTo>
                    <a:pt x="138004" y="576618"/>
                  </a:lnTo>
                  <a:lnTo>
                    <a:pt x="138650" y="577075"/>
                  </a:lnTo>
                  <a:lnTo>
                    <a:pt x="139057" y="577364"/>
                  </a:lnTo>
                  <a:lnTo>
                    <a:pt x="140100" y="577159"/>
                  </a:lnTo>
                  <a:lnTo>
                    <a:pt x="141616" y="576279"/>
                  </a:lnTo>
                  <a:lnTo>
                    <a:pt x="142323" y="578585"/>
                  </a:lnTo>
                  <a:lnTo>
                    <a:pt x="142846" y="579375"/>
                  </a:lnTo>
                  <a:lnTo>
                    <a:pt x="143016" y="579632"/>
                  </a:lnTo>
                  <a:lnTo>
                    <a:pt x="143154" y="579840"/>
                  </a:lnTo>
                  <a:lnTo>
                    <a:pt x="143632" y="580557"/>
                  </a:lnTo>
                  <a:lnTo>
                    <a:pt x="144222" y="581445"/>
                  </a:lnTo>
                  <a:lnTo>
                    <a:pt x="146082" y="580982"/>
                  </a:lnTo>
                  <a:lnTo>
                    <a:pt x="146708" y="580830"/>
                  </a:lnTo>
                  <a:lnTo>
                    <a:pt x="146635" y="580990"/>
                  </a:lnTo>
                  <a:lnTo>
                    <a:pt x="146176" y="581913"/>
                  </a:lnTo>
                  <a:lnTo>
                    <a:pt x="146056" y="582156"/>
                  </a:lnTo>
                  <a:lnTo>
                    <a:pt x="145946" y="582367"/>
                  </a:lnTo>
                  <a:lnTo>
                    <a:pt x="145851" y="582560"/>
                  </a:lnTo>
                  <a:lnTo>
                    <a:pt x="145678" y="582918"/>
                  </a:lnTo>
                  <a:lnTo>
                    <a:pt x="145287" y="583080"/>
                  </a:lnTo>
                  <a:lnTo>
                    <a:pt x="144653" y="583340"/>
                  </a:lnTo>
                  <a:lnTo>
                    <a:pt x="144472" y="583415"/>
                  </a:lnTo>
                  <a:lnTo>
                    <a:pt x="144292" y="583490"/>
                  </a:lnTo>
                  <a:lnTo>
                    <a:pt x="144044" y="583592"/>
                  </a:lnTo>
                  <a:lnTo>
                    <a:pt x="143489" y="583818"/>
                  </a:lnTo>
                  <a:lnTo>
                    <a:pt x="143204" y="583935"/>
                  </a:lnTo>
                  <a:lnTo>
                    <a:pt x="143068" y="583991"/>
                  </a:lnTo>
                  <a:lnTo>
                    <a:pt x="142742" y="584135"/>
                  </a:lnTo>
                  <a:lnTo>
                    <a:pt x="142630" y="585174"/>
                  </a:lnTo>
                  <a:lnTo>
                    <a:pt x="142517" y="586212"/>
                  </a:lnTo>
                  <a:lnTo>
                    <a:pt x="140791" y="587855"/>
                  </a:lnTo>
                  <a:lnTo>
                    <a:pt x="140506" y="588424"/>
                  </a:lnTo>
                  <a:lnTo>
                    <a:pt x="139991" y="589451"/>
                  </a:lnTo>
                  <a:lnTo>
                    <a:pt x="139682" y="590068"/>
                  </a:lnTo>
                  <a:lnTo>
                    <a:pt x="139813" y="591725"/>
                  </a:lnTo>
                  <a:lnTo>
                    <a:pt x="139522" y="593985"/>
                  </a:lnTo>
                  <a:lnTo>
                    <a:pt x="139451" y="594507"/>
                  </a:lnTo>
                  <a:lnTo>
                    <a:pt x="139377" y="595070"/>
                  </a:lnTo>
                  <a:lnTo>
                    <a:pt x="139373" y="595274"/>
                  </a:lnTo>
                  <a:lnTo>
                    <a:pt x="139368" y="595517"/>
                  </a:lnTo>
                  <a:lnTo>
                    <a:pt x="139355" y="596093"/>
                  </a:lnTo>
                  <a:lnTo>
                    <a:pt x="139350" y="596351"/>
                  </a:lnTo>
                  <a:lnTo>
                    <a:pt x="139334" y="597108"/>
                  </a:lnTo>
                  <a:lnTo>
                    <a:pt x="139323" y="597599"/>
                  </a:lnTo>
                  <a:lnTo>
                    <a:pt x="138360" y="598126"/>
                  </a:lnTo>
                  <a:lnTo>
                    <a:pt x="137066" y="598834"/>
                  </a:lnTo>
                  <a:lnTo>
                    <a:pt x="136532" y="599524"/>
                  </a:lnTo>
                  <a:lnTo>
                    <a:pt x="135363" y="601037"/>
                  </a:lnTo>
                  <a:lnTo>
                    <a:pt x="134699" y="601895"/>
                  </a:lnTo>
                  <a:lnTo>
                    <a:pt x="134262" y="602459"/>
                  </a:lnTo>
                  <a:lnTo>
                    <a:pt x="134103" y="602665"/>
                  </a:lnTo>
                  <a:lnTo>
                    <a:pt x="133478" y="603472"/>
                  </a:lnTo>
                  <a:lnTo>
                    <a:pt x="132649" y="604543"/>
                  </a:lnTo>
                  <a:lnTo>
                    <a:pt x="132320" y="604967"/>
                  </a:lnTo>
                  <a:lnTo>
                    <a:pt x="132142" y="605202"/>
                  </a:lnTo>
                  <a:lnTo>
                    <a:pt x="132291" y="605542"/>
                  </a:lnTo>
                  <a:lnTo>
                    <a:pt x="132689" y="606883"/>
                  </a:lnTo>
                  <a:lnTo>
                    <a:pt x="132861" y="608814"/>
                  </a:lnTo>
                  <a:lnTo>
                    <a:pt x="133209" y="611645"/>
                  </a:lnTo>
                  <a:lnTo>
                    <a:pt x="133498" y="611934"/>
                  </a:lnTo>
                  <a:lnTo>
                    <a:pt x="135429" y="613868"/>
                  </a:lnTo>
                  <a:lnTo>
                    <a:pt x="136181" y="614620"/>
                  </a:lnTo>
                  <a:lnTo>
                    <a:pt x="137173" y="615610"/>
                  </a:lnTo>
                  <a:lnTo>
                    <a:pt x="137072" y="616371"/>
                  </a:lnTo>
                  <a:lnTo>
                    <a:pt x="137052" y="616514"/>
                  </a:lnTo>
                  <a:lnTo>
                    <a:pt x="136726" y="618884"/>
                  </a:lnTo>
                  <a:lnTo>
                    <a:pt x="134746" y="619488"/>
                  </a:lnTo>
                  <a:lnTo>
                    <a:pt x="133541" y="619858"/>
                  </a:lnTo>
                  <a:lnTo>
                    <a:pt x="133473" y="620086"/>
                  </a:lnTo>
                  <a:lnTo>
                    <a:pt x="132812" y="622386"/>
                  </a:lnTo>
                  <a:lnTo>
                    <a:pt x="132693" y="622796"/>
                  </a:lnTo>
                  <a:lnTo>
                    <a:pt x="132649" y="622947"/>
                  </a:lnTo>
                  <a:lnTo>
                    <a:pt x="132486" y="623528"/>
                  </a:lnTo>
                  <a:lnTo>
                    <a:pt x="132538" y="624428"/>
                  </a:lnTo>
                  <a:lnTo>
                    <a:pt x="130612" y="625402"/>
                  </a:lnTo>
                  <a:lnTo>
                    <a:pt x="123251" y="626097"/>
                  </a:lnTo>
                  <a:lnTo>
                    <a:pt x="111664" y="625680"/>
                  </a:lnTo>
                  <a:lnTo>
                    <a:pt x="102892" y="627696"/>
                  </a:lnTo>
                  <a:lnTo>
                    <a:pt x="102462" y="627794"/>
                  </a:lnTo>
                  <a:lnTo>
                    <a:pt x="99047" y="628579"/>
                  </a:lnTo>
                  <a:lnTo>
                    <a:pt x="98260" y="628760"/>
                  </a:lnTo>
                  <a:lnTo>
                    <a:pt x="97963" y="628849"/>
                  </a:lnTo>
                  <a:lnTo>
                    <a:pt x="93625" y="630742"/>
                  </a:lnTo>
                  <a:lnTo>
                    <a:pt x="93115" y="630964"/>
                  </a:lnTo>
                  <a:lnTo>
                    <a:pt x="86431" y="633881"/>
                  </a:lnTo>
                  <a:lnTo>
                    <a:pt x="85508" y="633819"/>
                  </a:lnTo>
                  <a:lnTo>
                    <a:pt x="84803" y="633771"/>
                  </a:lnTo>
                  <a:lnTo>
                    <a:pt x="74211" y="633056"/>
                  </a:lnTo>
                  <a:lnTo>
                    <a:pt x="72612" y="632948"/>
                  </a:lnTo>
                  <a:lnTo>
                    <a:pt x="72272" y="632925"/>
                  </a:lnTo>
                  <a:lnTo>
                    <a:pt x="71834" y="632895"/>
                  </a:lnTo>
                  <a:lnTo>
                    <a:pt x="67562" y="629571"/>
                  </a:lnTo>
                  <a:lnTo>
                    <a:pt x="65457" y="629578"/>
                  </a:lnTo>
                  <a:lnTo>
                    <a:pt x="63759" y="629584"/>
                  </a:lnTo>
                  <a:lnTo>
                    <a:pt x="58553" y="629602"/>
                  </a:lnTo>
                  <a:lnTo>
                    <a:pt x="54358" y="630085"/>
                  </a:lnTo>
                  <a:lnTo>
                    <a:pt x="53919" y="630136"/>
                  </a:lnTo>
                  <a:lnTo>
                    <a:pt x="50362" y="630545"/>
                  </a:lnTo>
                  <a:lnTo>
                    <a:pt x="49705" y="630621"/>
                  </a:lnTo>
                  <a:lnTo>
                    <a:pt x="47025" y="630929"/>
                  </a:lnTo>
                  <a:lnTo>
                    <a:pt x="46857" y="630948"/>
                  </a:lnTo>
                  <a:lnTo>
                    <a:pt x="43728" y="631308"/>
                  </a:lnTo>
                  <a:lnTo>
                    <a:pt x="42918" y="631710"/>
                  </a:lnTo>
                  <a:lnTo>
                    <a:pt x="41327" y="632499"/>
                  </a:lnTo>
                  <a:lnTo>
                    <a:pt x="37259" y="634515"/>
                  </a:lnTo>
                  <a:lnTo>
                    <a:pt x="38516" y="637042"/>
                  </a:lnTo>
                  <a:lnTo>
                    <a:pt x="39489" y="638995"/>
                  </a:lnTo>
                  <a:lnTo>
                    <a:pt x="42363" y="644771"/>
                  </a:lnTo>
                  <a:lnTo>
                    <a:pt x="44180" y="653306"/>
                  </a:lnTo>
                  <a:lnTo>
                    <a:pt x="44313" y="653932"/>
                  </a:lnTo>
                  <a:lnTo>
                    <a:pt x="46876" y="665976"/>
                  </a:lnTo>
                  <a:lnTo>
                    <a:pt x="50305" y="668478"/>
                  </a:lnTo>
                  <a:lnTo>
                    <a:pt x="51783" y="669556"/>
                  </a:lnTo>
                  <a:lnTo>
                    <a:pt x="55244" y="666110"/>
                  </a:lnTo>
                  <a:lnTo>
                    <a:pt x="56051" y="666058"/>
                  </a:lnTo>
                  <a:lnTo>
                    <a:pt x="57429" y="664950"/>
                  </a:lnTo>
                  <a:lnTo>
                    <a:pt x="58029" y="664327"/>
                  </a:lnTo>
                  <a:lnTo>
                    <a:pt x="58537" y="663799"/>
                  </a:lnTo>
                  <a:lnTo>
                    <a:pt x="59366" y="662938"/>
                  </a:lnTo>
                  <a:lnTo>
                    <a:pt x="61869" y="662018"/>
                  </a:lnTo>
                  <a:lnTo>
                    <a:pt x="63649" y="661363"/>
                  </a:lnTo>
                  <a:lnTo>
                    <a:pt x="63855" y="661817"/>
                  </a:lnTo>
                  <a:lnTo>
                    <a:pt x="64614" y="664207"/>
                  </a:lnTo>
                  <a:lnTo>
                    <a:pt x="65600" y="662744"/>
                  </a:lnTo>
                  <a:lnTo>
                    <a:pt x="67103" y="662322"/>
                  </a:lnTo>
                  <a:lnTo>
                    <a:pt x="67999" y="661552"/>
                  </a:lnTo>
                  <a:lnTo>
                    <a:pt x="68891" y="660986"/>
                  </a:lnTo>
                  <a:lnTo>
                    <a:pt x="69034" y="660896"/>
                  </a:lnTo>
                  <a:lnTo>
                    <a:pt x="70518" y="659968"/>
                  </a:lnTo>
                  <a:lnTo>
                    <a:pt x="71637" y="659799"/>
                  </a:lnTo>
                  <a:lnTo>
                    <a:pt x="73502" y="659037"/>
                  </a:lnTo>
                  <a:lnTo>
                    <a:pt x="73652" y="659223"/>
                  </a:lnTo>
                  <a:lnTo>
                    <a:pt x="73994" y="659874"/>
                  </a:lnTo>
                  <a:lnTo>
                    <a:pt x="76074" y="662194"/>
                  </a:lnTo>
                  <a:lnTo>
                    <a:pt x="76778" y="661518"/>
                  </a:lnTo>
                  <a:lnTo>
                    <a:pt x="77727" y="660984"/>
                  </a:lnTo>
                  <a:lnTo>
                    <a:pt x="77898" y="659379"/>
                  </a:lnTo>
                  <a:lnTo>
                    <a:pt x="77945" y="658978"/>
                  </a:lnTo>
                  <a:lnTo>
                    <a:pt x="78039" y="658178"/>
                  </a:lnTo>
                  <a:lnTo>
                    <a:pt x="78101" y="657622"/>
                  </a:lnTo>
                  <a:lnTo>
                    <a:pt x="78162" y="657042"/>
                  </a:lnTo>
                  <a:lnTo>
                    <a:pt x="79530" y="655982"/>
                  </a:lnTo>
                  <a:lnTo>
                    <a:pt x="80061" y="655571"/>
                  </a:lnTo>
                  <a:lnTo>
                    <a:pt x="80515" y="655149"/>
                  </a:lnTo>
                  <a:lnTo>
                    <a:pt x="80608" y="654898"/>
                  </a:lnTo>
                  <a:lnTo>
                    <a:pt x="81185" y="654701"/>
                  </a:lnTo>
                  <a:lnTo>
                    <a:pt x="82544" y="654227"/>
                  </a:lnTo>
                  <a:lnTo>
                    <a:pt x="84058" y="653702"/>
                  </a:lnTo>
                  <a:lnTo>
                    <a:pt x="84241" y="653638"/>
                  </a:lnTo>
                  <a:lnTo>
                    <a:pt x="85028" y="656003"/>
                  </a:lnTo>
                  <a:lnTo>
                    <a:pt x="85301" y="656826"/>
                  </a:lnTo>
                  <a:lnTo>
                    <a:pt x="85370" y="657023"/>
                  </a:lnTo>
                  <a:lnTo>
                    <a:pt x="85460" y="657469"/>
                  </a:lnTo>
                  <a:lnTo>
                    <a:pt x="85486" y="657606"/>
                  </a:lnTo>
                  <a:lnTo>
                    <a:pt x="85540" y="657866"/>
                  </a:lnTo>
                  <a:lnTo>
                    <a:pt x="85760" y="658971"/>
                  </a:lnTo>
                  <a:lnTo>
                    <a:pt x="85992" y="662565"/>
                  </a:lnTo>
                  <a:lnTo>
                    <a:pt x="86982" y="661911"/>
                  </a:lnTo>
                  <a:lnTo>
                    <a:pt x="88179" y="661120"/>
                  </a:lnTo>
                  <a:lnTo>
                    <a:pt x="89322" y="660365"/>
                  </a:lnTo>
                  <a:lnTo>
                    <a:pt x="90378" y="660682"/>
                  </a:lnTo>
                  <a:lnTo>
                    <a:pt x="91964" y="661158"/>
                  </a:lnTo>
                  <a:lnTo>
                    <a:pt x="92965" y="659671"/>
                  </a:lnTo>
                  <a:lnTo>
                    <a:pt x="93918" y="659487"/>
                  </a:lnTo>
                  <a:lnTo>
                    <a:pt x="95009" y="659276"/>
                  </a:lnTo>
                  <a:lnTo>
                    <a:pt x="95832" y="659117"/>
                  </a:lnTo>
                  <a:lnTo>
                    <a:pt x="96391" y="659155"/>
                  </a:lnTo>
                  <a:lnTo>
                    <a:pt x="98059" y="659270"/>
                  </a:lnTo>
                  <a:lnTo>
                    <a:pt x="98987" y="658953"/>
                  </a:lnTo>
                  <a:lnTo>
                    <a:pt x="100291" y="658508"/>
                  </a:lnTo>
                  <a:lnTo>
                    <a:pt x="100874" y="658309"/>
                  </a:lnTo>
                  <a:lnTo>
                    <a:pt x="101033" y="658255"/>
                  </a:lnTo>
                  <a:lnTo>
                    <a:pt x="102026" y="657916"/>
                  </a:lnTo>
                  <a:lnTo>
                    <a:pt x="103340" y="658700"/>
                  </a:lnTo>
                  <a:lnTo>
                    <a:pt x="104414" y="658416"/>
                  </a:lnTo>
                  <a:lnTo>
                    <a:pt x="105324" y="657788"/>
                  </a:lnTo>
                  <a:lnTo>
                    <a:pt x="105715" y="660212"/>
                  </a:lnTo>
                  <a:lnTo>
                    <a:pt x="106651" y="659774"/>
                  </a:lnTo>
                  <a:lnTo>
                    <a:pt x="107483" y="659382"/>
                  </a:lnTo>
                  <a:lnTo>
                    <a:pt x="107664" y="659297"/>
                  </a:lnTo>
                  <a:lnTo>
                    <a:pt x="108558" y="658877"/>
                  </a:lnTo>
                  <a:lnTo>
                    <a:pt x="109547" y="658431"/>
                  </a:lnTo>
                  <a:lnTo>
                    <a:pt x="110603" y="658064"/>
                  </a:lnTo>
                  <a:lnTo>
                    <a:pt x="111185" y="657440"/>
                  </a:lnTo>
                  <a:lnTo>
                    <a:pt x="111672" y="656958"/>
                  </a:lnTo>
                  <a:lnTo>
                    <a:pt x="112570" y="656061"/>
                  </a:lnTo>
                  <a:lnTo>
                    <a:pt x="112819" y="655844"/>
                  </a:lnTo>
                  <a:lnTo>
                    <a:pt x="113077" y="655618"/>
                  </a:lnTo>
                  <a:lnTo>
                    <a:pt x="113398" y="655567"/>
                  </a:lnTo>
                  <a:lnTo>
                    <a:pt x="115106" y="655077"/>
                  </a:lnTo>
                  <a:lnTo>
                    <a:pt x="117090" y="652684"/>
                  </a:lnTo>
                  <a:lnTo>
                    <a:pt x="117615" y="652587"/>
                  </a:lnTo>
                  <a:lnTo>
                    <a:pt x="118874" y="651686"/>
                  </a:lnTo>
                  <a:lnTo>
                    <a:pt x="119566" y="651333"/>
                  </a:lnTo>
                  <a:lnTo>
                    <a:pt x="121104" y="650548"/>
                  </a:lnTo>
                  <a:lnTo>
                    <a:pt x="122873" y="649645"/>
                  </a:lnTo>
                  <a:lnTo>
                    <a:pt x="122408" y="648407"/>
                  </a:lnTo>
                  <a:lnTo>
                    <a:pt x="122732" y="647643"/>
                  </a:lnTo>
                  <a:lnTo>
                    <a:pt x="123126" y="647451"/>
                  </a:lnTo>
                  <a:lnTo>
                    <a:pt x="123875" y="647086"/>
                  </a:lnTo>
                  <a:lnTo>
                    <a:pt x="124231" y="646658"/>
                  </a:lnTo>
                  <a:lnTo>
                    <a:pt x="125266" y="645414"/>
                  </a:lnTo>
                  <a:lnTo>
                    <a:pt x="125753" y="645312"/>
                  </a:lnTo>
                  <a:lnTo>
                    <a:pt x="127231" y="644511"/>
                  </a:lnTo>
                  <a:lnTo>
                    <a:pt x="127732" y="644562"/>
                  </a:lnTo>
                  <a:lnTo>
                    <a:pt x="128139" y="644638"/>
                  </a:lnTo>
                  <a:lnTo>
                    <a:pt x="128452" y="644684"/>
                  </a:lnTo>
                  <a:lnTo>
                    <a:pt x="128757" y="644888"/>
                  </a:lnTo>
                  <a:lnTo>
                    <a:pt x="128978" y="644883"/>
                  </a:lnTo>
                  <a:lnTo>
                    <a:pt x="129200" y="644880"/>
                  </a:lnTo>
                  <a:lnTo>
                    <a:pt x="129411" y="644913"/>
                  </a:lnTo>
                  <a:lnTo>
                    <a:pt x="129630" y="644946"/>
                  </a:lnTo>
                  <a:lnTo>
                    <a:pt x="129767" y="644967"/>
                  </a:lnTo>
                  <a:lnTo>
                    <a:pt x="130594" y="644984"/>
                  </a:lnTo>
                  <a:lnTo>
                    <a:pt x="131219" y="645710"/>
                  </a:lnTo>
                  <a:lnTo>
                    <a:pt x="131469" y="646000"/>
                  </a:lnTo>
                  <a:lnTo>
                    <a:pt x="131629" y="646186"/>
                  </a:lnTo>
                  <a:lnTo>
                    <a:pt x="132006" y="646237"/>
                  </a:lnTo>
                  <a:lnTo>
                    <a:pt x="132268" y="646309"/>
                  </a:lnTo>
                  <a:lnTo>
                    <a:pt x="132791" y="646927"/>
                  </a:lnTo>
                  <a:lnTo>
                    <a:pt x="133332" y="647609"/>
                  </a:lnTo>
                  <a:lnTo>
                    <a:pt x="133456" y="647990"/>
                  </a:lnTo>
                  <a:lnTo>
                    <a:pt x="133674" y="648638"/>
                  </a:lnTo>
                  <a:lnTo>
                    <a:pt x="135593" y="647861"/>
                  </a:lnTo>
                  <a:lnTo>
                    <a:pt x="137224" y="647196"/>
                  </a:lnTo>
                  <a:lnTo>
                    <a:pt x="138001" y="646988"/>
                  </a:lnTo>
                  <a:lnTo>
                    <a:pt x="138822" y="646909"/>
                  </a:lnTo>
                  <a:lnTo>
                    <a:pt x="139005" y="647051"/>
                  </a:lnTo>
                  <a:lnTo>
                    <a:pt x="139588" y="647506"/>
                  </a:lnTo>
                  <a:lnTo>
                    <a:pt x="140288" y="648246"/>
                  </a:lnTo>
                  <a:lnTo>
                    <a:pt x="140945" y="647931"/>
                  </a:lnTo>
                  <a:lnTo>
                    <a:pt x="142094" y="647381"/>
                  </a:lnTo>
                  <a:lnTo>
                    <a:pt x="143531" y="646694"/>
                  </a:lnTo>
                  <a:lnTo>
                    <a:pt x="144332" y="646310"/>
                  </a:lnTo>
                  <a:lnTo>
                    <a:pt x="144511" y="646224"/>
                  </a:lnTo>
                  <a:lnTo>
                    <a:pt x="144711" y="646129"/>
                  </a:lnTo>
                  <a:lnTo>
                    <a:pt x="145510" y="645746"/>
                  </a:lnTo>
                  <a:lnTo>
                    <a:pt x="146731" y="645162"/>
                  </a:lnTo>
                  <a:lnTo>
                    <a:pt x="148248" y="644436"/>
                  </a:lnTo>
                  <a:lnTo>
                    <a:pt x="148327" y="644628"/>
                  </a:lnTo>
                  <a:lnTo>
                    <a:pt x="148636" y="645374"/>
                  </a:lnTo>
                  <a:lnTo>
                    <a:pt x="148892" y="645990"/>
                  </a:lnTo>
                  <a:lnTo>
                    <a:pt x="149224" y="646791"/>
                  </a:lnTo>
                  <a:lnTo>
                    <a:pt x="149357" y="647116"/>
                  </a:lnTo>
                  <a:lnTo>
                    <a:pt x="149461" y="647707"/>
                  </a:lnTo>
                  <a:lnTo>
                    <a:pt x="149527" y="649400"/>
                  </a:lnTo>
                  <a:lnTo>
                    <a:pt x="149630" y="649750"/>
                  </a:lnTo>
                  <a:lnTo>
                    <a:pt x="149809" y="650363"/>
                  </a:lnTo>
                  <a:lnTo>
                    <a:pt x="150034" y="651132"/>
                  </a:lnTo>
                  <a:lnTo>
                    <a:pt x="150229" y="651799"/>
                  </a:lnTo>
                  <a:lnTo>
                    <a:pt x="150315" y="652094"/>
                  </a:lnTo>
                  <a:lnTo>
                    <a:pt x="150628" y="653160"/>
                  </a:lnTo>
                  <a:lnTo>
                    <a:pt x="150667" y="653296"/>
                  </a:lnTo>
                  <a:lnTo>
                    <a:pt x="150384" y="653607"/>
                  </a:lnTo>
                  <a:lnTo>
                    <a:pt x="149648" y="653964"/>
                  </a:lnTo>
                  <a:lnTo>
                    <a:pt x="149118" y="654132"/>
                  </a:lnTo>
                  <a:lnTo>
                    <a:pt x="147486" y="655226"/>
                  </a:lnTo>
                  <a:lnTo>
                    <a:pt x="146634" y="655549"/>
                  </a:lnTo>
                  <a:lnTo>
                    <a:pt x="145759" y="655848"/>
                  </a:lnTo>
                  <a:lnTo>
                    <a:pt x="145884" y="656336"/>
                  </a:lnTo>
                  <a:lnTo>
                    <a:pt x="145982" y="656722"/>
                  </a:lnTo>
                  <a:lnTo>
                    <a:pt x="146061" y="657034"/>
                  </a:lnTo>
                  <a:lnTo>
                    <a:pt x="146205" y="657598"/>
                  </a:lnTo>
                  <a:lnTo>
                    <a:pt x="146368" y="658238"/>
                  </a:lnTo>
                  <a:lnTo>
                    <a:pt x="146869" y="660204"/>
                  </a:lnTo>
                  <a:lnTo>
                    <a:pt x="146958" y="660552"/>
                  </a:lnTo>
                  <a:lnTo>
                    <a:pt x="146982" y="661816"/>
                  </a:lnTo>
                  <a:lnTo>
                    <a:pt x="148001" y="661749"/>
                  </a:lnTo>
                  <a:lnTo>
                    <a:pt x="148383" y="661775"/>
                  </a:lnTo>
                  <a:lnTo>
                    <a:pt x="149069" y="661820"/>
                  </a:lnTo>
                  <a:lnTo>
                    <a:pt x="150138" y="661977"/>
                  </a:lnTo>
                  <a:lnTo>
                    <a:pt x="150392" y="662015"/>
                  </a:lnTo>
                  <a:lnTo>
                    <a:pt x="151057" y="661925"/>
                  </a:lnTo>
                  <a:lnTo>
                    <a:pt x="151417" y="661938"/>
                  </a:lnTo>
                  <a:lnTo>
                    <a:pt x="152220" y="661930"/>
                  </a:lnTo>
                  <a:lnTo>
                    <a:pt x="153544" y="661417"/>
                  </a:lnTo>
                  <a:lnTo>
                    <a:pt x="154663" y="660615"/>
                  </a:lnTo>
                  <a:lnTo>
                    <a:pt x="154993" y="659790"/>
                  </a:lnTo>
                  <a:lnTo>
                    <a:pt x="155083" y="659411"/>
                  </a:lnTo>
                  <a:lnTo>
                    <a:pt x="155827" y="658802"/>
                  </a:lnTo>
                  <a:lnTo>
                    <a:pt x="156848" y="658295"/>
                  </a:lnTo>
                  <a:lnTo>
                    <a:pt x="157722" y="658001"/>
                  </a:lnTo>
                  <a:lnTo>
                    <a:pt x="159548" y="657890"/>
                  </a:lnTo>
                  <a:lnTo>
                    <a:pt x="161421" y="658162"/>
                  </a:lnTo>
                  <a:lnTo>
                    <a:pt x="161662" y="658097"/>
                  </a:lnTo>
                  <a:lnTo>
                    <a:pt x="161726" y="659117"/>
                  </a:lnTo>
                  <a:lnTo>
                    <a:pt x="161813" y="660325"/>
                  </a:lnTo>
                  <a:lnTo>
                    <a:pt x="161932" y="662100"/>
                  </a:lnTo>
                  <a:lnTo>
                    <a:pt x="161942" y="662258"/>
                  </a:lnTo>
                  <a:lnTo>
                    <a:pt x="162003" y="663227"/>
                  </a:lnTo>
                  <a:lnTo>
                    <a:pt x="162029" y="663642"/>
                  </a:lnTo>
                  <a:lnTo>
                    <a:pt x="162078" y="664440"/>
                  </a:lnTo>
                  <a:lnTo>
                    <a:pt x="162290" y="665823"/>
                  </a:lnTo>
                  <a:lnTo>
                    <a:pt x="162318" y="666025"/>
                  </a:lnTo>
                  <a:lnTo>
                    <a:pt x="162372" y="666588"/>
                  </a:lnTo>
                  <a:lnTo>
                    <a:pt x="162550" y="667571"/>
                  </a:lnTo>
                  <a:lnTo>
                    <a:pt x="162639" y="668578"/>
                  </a:lnTo>
                  <a:lnTo>
                    <a:pt x="162703" y="669299"/>
                  </a:lnTo>
                  <a:lnTo>
                    <a:pt x="162820" y="669929"/>
                  </a:lnTo>
                  <a:lnTo>
                    <a:pt x="162919" y="670402"/>
                  </a:lnTo>
                  <a:lnTo>
                    <a:pt x="162935" y="670546"/>
                  </a:lnTo>
                  <a:lnTo>
                    <a:pt x="162962" y="670769"/>
                  </a:lnTo>
                  <a:lnTo>
                    <a:pt x="163068" y="671257"/>
                  </a:lnTo>
                  <a:lnTo>
                    <a:pt x="163080" y="671476"/>
                  </a:lnTo>
                  <a:lnTo>
                    <a:pt x="163843" y="671629"/>
                  </a:lnTo>
                  <a:lnTo>
                    <a:pt x="163916" y="671825"/>
                  </a:lnTo>
                  <a:lnTo>
                    <a:pt x="164133" y="672289"/>
                  </a:lnTo>
                  <a:lnTo>
                    <a:pt x="164166" y="672673"/>
                  </a:lnTo>
                  <a:lnTo>
                    <a:pt x="163885" y="672739"/>
                  </a:lnTo>
                  <a:lnTo>
                    <a:pt x="163654" y="672803"/>
                  </a:lnTo>
                  <a:lnTo>
                    <a:pt x="163201" y="673272"/>
                  </a:lnTo>
                  <a:lnTo>
                    <a:pt x="163125" y="673400"/>
                  </a:lnTo>
                  <a:lnTo>
                    <a:pt x="163018" y="673551"/>
                  </a:lnTo>
                  <a:lnTo>
                    <a:pt x="162818" y="673986"/>
                  </a:lnTo>
                  <a:lnTo>
                    <a:pt x="162707" y="674430"/>
                  </a:lnTo>
                  <a:lnTo>
                    <a:pt x="162691" y="674652"/>
                  </a:lnTo>
                  <a:lnTo>
                    <a:pt x="162737" y="674850"/>
                  </a:lnTo>
                  <a:lnTo>
                    <a:pt x="162787" y="675019"/>
                  </a:lnTo>
                  <a:lnTo>
                    <a:pt x="162823" y="675220"/>
                  </a:lnTo>
                  <a:lnTo>
                    <a:pt x="162796" y="675350"/>
                  </a:lnTo>
                  <a:lnTo>
                    <a:pt x="163713" y="676162"/>
                  </a:lnTo>
                  <a:lnTo>
                    <a:pt x="164096" y="676541"/>
                  </a:lnTo>
                  <a:lnTo>
                    <a:pt x="164482" y="676931"/>
                  </a:lnTo>
                  <a:lnTo>
                    <a:pt x="164693" y="677044"/>
                  </a:lnTo>
                  <a:lnTo>
                    <a:pt x="164910" y="677279"/>
                  </a:lnTo>
                  <a:lnTo>
                    <a:pt x="165024" y="677453"/>
                  </a:lnTo>
                  <a:lnTo>
                    <a:pt x="165108" y="677635"/>
                  </a:lnTo>
                  <a:lnTo>
                    <a:pt x="165278" y="677948"/>
                  </a:lnTo>
                  <a:lnTo>
                    <a:pt x="165440" y="678220"/>
                  </a:lnTo>
                  <a:lnTo>
                    <a:pt x="165497" y="678360"/>
                  </a:lnTo>
                  <a:lnTo>
                    <a:pt x="165757" y="678961"/>
                  </a:lnTo>
                  <a:lnTo>
                    <a:pt x="165961" y="679518"/>
                  </a:lnTo>
                  <a:lnTo>
                    <a:pt x="166457" y="679429"/>
                  </a:lnTo>
                  <a:lnTo>
                    <a:pt x="166950" y="679446"/>
                  </a:lnTo>
                  <a:lnTo>
                    <a:pt x="167265" y="679397"/>
                  </a:lnTo>
                  <a:lnTo>
                    <a:pt x="167436" y="679370"/>
                  </a:lnTo>
                  <a:lnTo>
                    <a:pt x="167679" y="679332"/>
                  </a:lnTo>
                  <a:lnTo>
                    <a:pt x="168100" y="679315"/>
                  </a:lnTo>
                  <a:lnTo>
                    <a:pt x="168314" y="679400"/>
                  </a:lnTo>
                  <a:lnTo>
                    <a:pt x="168511" y="679478"/>
                  </a:lnTo>
                  <a:lnTo>
                    <a:pt x="168766" y="679579"/>
                  </a:lnTo>
                  <a:lnTo>
                    <a:pt x="169057" y="679694"/>
                  </a:lnTo>
                  <a:lnTo>
                    <a:pt x="168994" y="679860"/>
                  </a:lnTo>
                  <a:lnTo>
                    <a:pt x="167758" y="682721"/>
                  </a:lnTo>
                  <a:lnTo>
                    <a:pt x="167371" y="682794"/>
                  </a:lnTo>
                  <a:lnTo>
                    <a:pt x="166685" y="683324"/>
                  </a:lnTo>
                  <a:lnTo>
                    <a:pt x="168192" y="685738"/>
                  </a:lnTo>
                  <a:lnTo>
                    <a:pt x="168896" y="686114"/>
                  </a:lnTo>
                  <a:lnTo>
                    <a:pt x="169827" y="686607"/>
                  </a:lnTo>
                  <a:lnTo>
                    <a:pt x="171188" y="686723"/>
                  </a:lnTo>
                  <a:lnTo>
                    <a:pt x="171107" y="686985"/>
                  </a:lnTo>
                  <a:lnTo>
                    <a:pt x="170713" y="688249"/>
                  </a:lnTo>
                  <a:lnTo>
                    <a:pt x="170569" y="688717"/>
                  </a:lnTo>
                  <a:lnTo>
                    <a:pt x="168225" y="687489"/>
                  </a:lnTo>
                  <a:lnTo>
                    <a:pt x="166461" y="687531"/>
                  </a:lnTo>
                  <a:lnTo>
                    <a:pt x="166320" y="687596"/>
                  </a:lnTo>
                  <a:lnTo>
                    <a:pt x="165648" y="688334"/>
                  </a:lnTo>
                  <a:lnTo>
                    <a:pt x="162052" y="695073"/>
                  </a:lnTo>
                  <a:lnTo>
                    <a:pt x="163893" y="695863"/>
                  </a:lnTo>
                  <a:lnTo>
                    <a:pt x="164077" y="696001"/>
                  </a:lnTo>
                  <a:lnTo>
                    <a:pt x="164274" y="696155"/>
                  </a:lnTo>
                  <a:lnTo>
                    <a:pt x="164109" y="696368"/>
                  </a:lnTo>
                  <a:lnTo>
                    <a:pt x="163971" y="696549"/>
                  </a:lnTo>
                  <a:lnTo>
                    <a:pt x="163771" y="696807"/>
                  </a:lnTo>
                  <a:lnTo>
                    <a:pt x="163497" y="696603"/>
                  </a:lnTo>
                  <a:lnTo>
                    <a:pt x="163188" y="696366"/>
                  </a:lnTo>
                  <a:lnTo>
                    <a:pt x="163035" y="696245"/>
                  </a:lnTo>
                  <a:lnTo>
                    <a:pt x="162786" y="702675"/>
                  </a:lnTo>
                  <a:lnTo>
                    <a:pt x="162891" y="702826"/>
                  </a:lnTo>
                  <a:lnTo>
                    <a:pt x="163177" y="702874"/>
                  </a:lnTo>
                  <a:lnTo>
                    <a:pt x="166870" y="705791"/>
                  </a:lnTo>
                  <a:lnTo>
                    <a:pt x="167017" y="706053"/>
                  </a:lnTo>
                  <a:lnTo>
                    <a:pt x="167388" y="706710"/>
                  </a:lnTo>
                  <a:lnTo>
                    <a:pt x="167931" y="707513"/>
                  </a:lnTo>
                  <a:lnTo>
                    <a:pt x="168046" y="707683"/>
                  </a:lnTo>
                  <a:lnTo>
                    <a:pt x="168533" y="707952"/>
                  </a:lnTo>
                  <a:lnTo>
                    <a:pt x="168814" y="708119"/>
                  </a:lnTo>
                  <a:lnTo>
                    <a:pt x="169236" y="708164"/>
                  </a:lnTo>
                  <a:lnTo>
                    <a:pt x="170939" y="707222"/>
                  </a:lnTo>
                  <a:lnTo>
                    <a:pt x="172752" y="706214"/>
                  </a:lnTo>
                  <a:lnTo>
                    <a:pt x="174387" y="706321"/>
                  </a:lnTo>
                  <a:lnTo>
                    <a:pt x="175739" y="706408"/>
                  </a:lnTo>
                  <a:lnTo>
                    <a:pt x="175968" y="706424"/>
                  </a:lnTo>
                  <a:lnTo>
                    <a:pt x="177130" y="706499"/>
                  </a:lnTo>
                  <a:lnTo>
                    <a:pt x="180297" y="706706"/>
                  </a:lnTo>
                  <a:lnTo>
                    <a:pt x="180660" y="706728"/>
                  </a:lnTo>
                  <a:lnTo>
                    <a:pt x="180940" y="706745"/>
                  </a:lnTo>
                  <a:lnTo>
                    <a:pt x="181303" y="707220"/>
                  </a:lnTo>
                  <a:lnTo>
                    <a:pt x="182180" y="708372"/>
                  </a:lnTo>
                  <a:lnTo>
                    <a:pt x="182787" y="709170"/>
                  </a:lnTo>
                  <a:lnTo>
                    <a:pt x="183306" y="709851"/>
                  </a:lnTo>
                  <a:lnTo>
                    <a:pt x="184263" y="711113"/>
                  </a:lnTo>
                  <a:lnTo>
                    <a:pt x="184448" y="711357"/>
                  </a:lnTo>
                  <a:lnTo>
                    <a:pt x="184821" y="711847"/>
                  </a:lnTo>
                  <a:lnTo>
                    <a:pt x="185723" y="713031"/>
                  </a:lnTo>
                  <a:lnTo>
                    <a:pt x="186035" y="716297"/>
                  </a:lnTo>
                  <a:lnTo>
                    <a:pt x="185940" y="716988"/>
                  </a:lnTo>
                  <a:lnTo>
                    <a:pt x="184318" y="717371"/>
                  </a:lnTo>
                  <a:lnTo>
                    <a:pt x="184103" y="717713"/>
                  </a:lnTo>
                  <a:lnTo>
                    <a:pt x="182799" y="719771"/>
                  </a:lnTo>
                  <a:lnTo>
                    <a:pt x="182219" y="720685"/>
                  </a:lnTo>
                  <a:lnTo>
                    <a:pt x="184014" y="722269"/>
                  </a:lnTo>
                  <a:lnTo>
                    <a:pt x="187653" y="725491"/>
                  </a:lnTo>
                  <a:lnTo>
                    <a:pt x="186548" y="728263"/>
                  </a:lnTo>
                  <a:lnTo>
                    <a:pt x="186517" y="728572"/>
                  </a:lnTo>
                  <a:lnTo>
                    <a:pt x="186246" y="731785"/>
                  </a:lnTo>
                  <a:lnTo>
                    <a:pt x="186159" y="732693"/>
                  </a:lnTo>
                  <a:lnTo>
                    <a:pt x="185945" y="735031"/>
                  </a:lnTo>
                  <a:lnTo>
                    <a:pt x="185726" y="737488"/>
                  </a:lnTo>
                  <a:lnTo>
                    <a:pt x="185687" y="737763"/>
                  </a:lnTo>
                  <a:lnTo>
                    <a:pt x="185608" y="738354"/>
                  </a:lnTo>
                  <a:lnTo>
                    <a:pt x="185411" y="739839"/>
                  </a:lnTo>
                  <a:lnTo>
                    <a:pt x="185351" y="740295"/>
                  </a:lnTo>
                  <a:lnTo>
                    <a:pt x="185722" y="742037"/>
                  </a:lnTo>
                  <a:lnTo>
                    <a:pt x="186016" y="743413"/>
                  </a:lnTo>
                  <a:lnTo>
                    <a:pt x="187536" y="744012"/>
                  </a:lnTo>
                  <a:lnTo>
                    <a:pt x="189329" y="744713"/>
                  </a:lnTo>
                  <a:lnTo>
                    <a:pt x="190310" y="745102"/>
                  </a:lnTo>
                  <a:lnTo>
                    <a:pt x="179958" y="747998"/>
                  </a:lnTo>
                  <a:lnTo>
                    <a:pt x="176135" y="749067"/>
                  </a:lnTo>
                  <a:lnTo>
                    <a:pt x="175776" y="749167"/>
                  </a:lnTo>
                  <a:lnTo>
                    <a:pt x="170647" y="750598"/>
                  </a:lnTo>
                  <a:lnTo>
                    <a:pt x="161003" y="753237"/>
                  </a:lnTo>
                  <a:lnTo>
                    <a:pt x="160685" y="753288"/>
                  </a:lnTo>
                  <a:lnTo>
                    <a:pt x="160540" y="753283"/>
                  </a:lnTo>
                  <a:lnTo>
                    <a:pt x="160389" y="753285"/>
                  </a:lnTo>
                  <a:lnTo>
                    <a:pt x="159372" y="753156"/>
                  </a:lnTo>
                  <a:lnTo>
                    <a:pt x="159193" y="753156"/>
                  </a:lnTo>
                  <a:lnTo>
                    <a:pt x="158881" y="753191"/>
                  </a:lnTo>
                  <a:lnTo>
                    <a:pt x="158423" y="753235"/>
                  </a:lnTo>
                  <a:lnTo>
                    <a:pt x="158168" y="753349"/>
                  </a:lnTo>
                  <a:lnTo>
                    <a:pt x="157893" y="753341"/>
                  </a:lnTo>
                  <a:lnTo>
                    <a:pt x="157494" y="753110"/>
                  </a:lnTo>
                  <a:lnTo>
                    <a:pt x="157255" y="753072"/>
                  </a:lnTo>
                  <a:lnTo>
                    <a:pt x="156906" y="753107"/>
                  </a:lnTo>
                  <a:lnTo>
                    <a:pt x="156713" y="753143"/>
                  </a:lnTo>
                  <a:lnTo>
                    <a:pt x="156448" y="753196"/>
                  </a:lnTo>
                  <a:lnTo>
                    <a:pt x="156127" y="753255"/>
                  </a:lnTo>
                  <a:lnTo>
                    <a:pt x="155720" y="753329"/>
                  </a:lnTo>
                  <a:lnTo>
                    <a:pt x="155491" y="753367"/>
                  </a:lnTo>
                  <a:lnTo>
                    <a:pt x="155359" y="753369"/>
                  </a:lnTo>
                  <a:lnTo>
                    <a:pt x="155031" y="753273"/>
                  </a:lnTo>
                  <a:lnTo>
                    <a:pt x="154740" y="753151"/>
                  </a:lnTo>
                  <a:lnTo>
                    <a:pt x="154361" y="752983"/>
                  </a:lnTo>
                  <a:lnTo>
                    <a:pt x="154173" y="752871"/>
                  </a:lnTo>
                  <a:lnTo>
                    <a:pt x="154323" y="752433"/>
                  </a:lnTo>
                  <a:lnTo>
                    <a:pt x="154165" y="752105"/>
                  </a:lnTo>
                  <a:lnTo>
                    <a:pt x="153957" y="752013"/>
                  </a:lnTo>
                  <a:lnTo>
                    <a:pt x="153646" y="751858"/>
                  </a:lnTo>
                  <a:lnTo>
                    <a:pt x="153402" y="751754"/>
                  </a:lnTo>
                  <a:lnTo>
                    <a:pt x="153275" y="751629"/>
                  </a:lnTo>
                  <a:lnTo>
                    <a:pt x="153137" y="751575"/>
                  </a:lnTo>
                  <a:lnTo>
                    <a:pt x="152771" y="751580"/>
                  </a:lnTo>
                  <a:lnTo>
                    <a:pt x="152117" y="751573"/>
                  </a:lnTo>
                  <a:lnTo>
                    <a:pt x="150823" y="753217"/>
                  </a:lnTo>
                  <a:lnTo>
                    <a:pt x="150084" y="754156"/>
                  </a:lnTo>
                  <a:lnTo>
                    <a:pt x="149315" y="755021"/>
                  </a:lnTo>
                  <a:lnTo>
                    <a:pt x="148440" y="755060"/>
                  </a:lnTo>
                  <a:lnTo>
                    <a:pt x="139957" y="755433"/>
                  </a:lnTo>
                  <a:lnTo>
                    <a:pt x="130541" y="763115"/>
                  </a:lnTo>
                  <a:lnTo>
                    <a:pt x="130607" y="763260"/>
                  </a:lnTo>
                  <a:lnTo>
                    <a:pt x="137170" y="777881"/>
                  </a:lnTo>
                  <a:lnTo>
                    <a:pt x="141239" y="777752"/>
                  </a:lnTo>
                  <a:lnTo>
                    <a:pt x="141371" y="777948"/>
                  </a:lnTo>
                  <a:lnTo>
                    <a:pt x="143692" y="781413"/>
                  </a:lnTo>
                  <a:lnTo>
                    <a:pt x="144399" y="782464"/>
                  </a:lnTo>
                  <a:lnTo>
                    <a:pt x="145069" y="783463"/>
                  </a:lnTo>
                  <a:lnTo>
                    <a:pt x="145539" y="784164"/>
                  </a:lnTo>
                  <a:lnTo>
                    <a:pt x="146613" y="785764"/>
                  </a:lnTo>
                  <a:lnTo>
                    <a:pt x="147603" y="787380"/>
                  </a:lnTo>
                  <a:lnTo>
                    <a:pt x="147877" y="787604"/>
                  </a:lnTo>
                  <a:lnTo>
                    <a:pt x="148025" y="787973"/>
                  </a:lnTo>
                  <a:lnTo>
                    <a:pt x="148743" y="788978"/>
                  </a:lnTo>
                  <a:lnTo>
                    <a:pt x="149125" y="789513"/>
                  </a:lnTo>
                  <a:lnTo>
                    <a:pt x="151374" y="793332"/>
                  </a:lnTo>
                  <a:lnTo>
                    <a:pt x="152249" y="794818"/>
                  </a:lnTo>
                  <a:lnTo>
                    <a:pt x="152623" y="795454"/>
                  </a:lnTo>
                  <a:lnTo>
                    <a:pt x="152657" y="795589"/>
                  </a:lnTo>
                  <a:lnTo>
                    <a:pt x="153611" y="799457"/>
                  </a:lnTo>
                  <a:lnTo>
                    <a:pt x="153746" y="800001"/>
                  </a:lnTo>
                  <a:lnTo>
                    <a:pt x="153863" y="800475"/>
                  </a:lnTo>
                  <a:lnTo>
                    <a:pt x="153898" y="800620"/>
                  </a:lnTo>
                  <a:lnTo>
                    <a:pt x="154008" y="801083"/>
                  </a:lnTo>
                  <a:lnTo>
                    <a:pt x="154153" y="801332"/>
                  </a:lnTo>
                  <a:lnTo>
                    <a:pt x="154418" y="801498"/>
                  </a:lnTo>
                  <a:lnTo>
                    <a:pt x="154621" y="801604"/>
                  </a:lnTo>
                  <a:lnTo>
                    <a:pt x="154883" y="801747"/>
                  </a:lnTo>
                  <a:lnTo>
                    <a:pt x="155206" y="801979"/>
                  </a:lnTo>
                  <a:lnTo>
                    <a:pt x="155364" y="802172"/>
                  </a:lnTo>
                  <a:lnTo>
                    <a:pt x="155652" y="802289"/>
                  </a:lnTo>
                  <a:lnTo>
                    <a:pt x="155621" y="802505"/>
                  </a:lnTo>
                  <a:lnTo>
                    <a:pt x="155764" y="802602"/>
                  </a:lnTo>
                  <a:lnTo>
                    <a:pt x="155902" y="802598"/>
                  </a:lnTo>
                  <a:lnTo>
                    <a:pt x="156406" y="803041"/>
                  </a:lnTo>
                  <a:lnTo>
                    <a:pt x="156467" y="803302"/>
                  </a:lnTo>
                  <a:lnTo>
                    <a:pt x="156902" y="803644"/>
                  </a:lnTo>
                  <a:lnTo>
                    <a:pt x="156654" y="804082"/>
                  </a:lnTo>
                  <a:lnTo>
                    <a:pt x="156888" y="804301"/>
                  </a:lnTo>
                  <a:lnTo>
                    <a:pt x="157135" y="804669"/>
                  </a:lnTo>
                  <a:lnTo>
                    <a:pt x="157206" y="804885"/>
                  </a:lnTo>
                  <a:lnTo>
                    <a:pt x="157107" y="805166"/>
                  </a:lnTo>
                  <a:lnTo>
                    <a:pt x="157374" y="805202"/>
                  </a:lnTo>
                  <a:lnTo>
                    <a:pt x="158141" y="804974"/>
                  </a:lnTo>
                  <a:lnTo>
                    <a:pt x="158383" y="804834"/>
                  </a:lnTo>
                  <a:lnTo>
                    <a:pt x="158888" y="804781"/>
                  </a:lnTo>
                  <a:lnTo>
                    <a:pt x="159293" y="804703"/>
                  </a:lnTo>
                  <a:lnTo>
                    <a:pt x="159711" y="804811"/>
                  </a:lnTo>
                  <a:lnTo>
                    <a:pt x="159899" y="805053"/>
                  </a:lnTo>
                  <a:lnTo>
                    <a:pt x="160275" y="804980"/>
                  </a:lnTo>
                  <a:lnTo>
                    <a:pt x="160422" y="804953"/>
                  </a:lnTo>
                  <a:lnTo>
                    <a:pt x="160953" y="804857"/>
                  </a:lnTo>
                  <a:lnTo>
                    <a:pt x="161278" y="804798"/>
                  </a:lnTo>
                  <a:lnTo>
                    <a:pt x="161733" y="804663"/>
                  </a:lnTo>
                  <a:lnTo>
                    <a:pt x="162011" y="804554"/>
                  </a:lnTo>
                  <a:lnTo>
                    <a:pt x="162199" y="804531"/>
                  </a:lnTo>
                  <a:lnTo>
                    <a:pt x="162703" y="804490"/>
                  </a:lnTo>
                  <a:lnTo>
                    <a:pt x="163507" y="805973"/>
                  </a:lnTo>
                  <a:lnTo>
                    <a:pt x="163662" y="805945"/>
                  </a:lnTo>
                  <a:lnTo>
                    <a:pt x="163991" y="805881"/>
                  </a:lnTo>
                  <a:lnTo>
                    <a:pt x="164354" y="805808"/>
                  </a:lnTo>
                  <a:lnTo>
                    <a:pt x="164767" y="805725"/>
                  </a:lnTo>
                  <a:lnTo>
                    <a:pt x="165179" y="805640"/>
                  </a:lnTo>
                  <a:lnTo>
                    <a:pt x="165531" y="805571"/>
                  </a:lnTo>
                  <a:lnTo>
                    <a:pt x="165841" y="805512"/>
                  </a:lnTo>
                  <a:lnTo>
                    <a:pt x="166119" y="805454"/>
                  </a:lnTo>
                  <a:lnTo>
                    <a:pt x="166199" y="806317"/>
                  </a:lnTo>
                  <a:lnTo>
                    <a:pt x="166312" y="806705"/>
                  </a:lnTo>
                  <a:lnTo>
                    <a:pt x="166745" y="806874"/>
                  </a:lnTo>
                  <a:lnTo>
                    <a:pt x="167448" y="808345"/>
                  </a:lnTo>
                  <a:lnTo>
                    <a:pt x="167616" y="808864"/>
                  </a:lnTo>
                  <a:lnTo>
                    <a:pt x="167680" y="809154"/>
                  </a:lnTo>
                  <a:lnTo>
                    <a:pt x="167710" y="809281"/>
                  </a:lnTo>
                  <a:lnTo>
                    <a:pt x="167784" y="809546"/>
                  </a:lnTo>
                  <a:lnTo>
                    <a:pt x="168013" y="810185"/>
                  </a:lnTo>
                  <a:lnTo>
                    <a:pt x="168140" y="810396"/>
                  </a:lnTo>
                  <a:lnTo>
                    <a:pt x="168484" y="810605"/>
                  </a:lnTo>
                  <a:lnTo>
                    <a:pt x="168558" y="810737"/>
                  </a:lnTo>
                  <a:lnTo>
                    <a:pt x="168611" y="810994"/>
                  </a:lnTo>
                  <a:lnTo>
                    <a:pt x="168604" y="811215"/>
                  </a:lnTo>
                  <a:lnTo>
                    <a:pt x="168571" y="811432"/>
                  </a:lnTo>
                  <a:lnTo>
                    <a:pt x="168535" y="811656"/>
                  </a:lnTo>
                  <a:lnTo>
                    <a:pt x="168448" y="811910"/>
                  </a:lnTo>
                  <a:lnTo>
                    <a:pt x="168242" y="812129"/>
                  </a:lnTo>
                  <a:lnTo>
                    <a:pt x="168018" y="812465"/>
                  </a:lnTo>
                  <a:lnTo>
                    <a:pt x="167955" y="812651"/>
                  </a:lnTo>
                  <a:lnTo>
                    <a:pt x="167784" y="812923"/>
                  </a:lnTo>
                  <a:lnTo>
                    <a:pt x="167718" y="813228"/>
                  </a:lnTo>
                  <a:lnTo>
                    <a:pt x="167655" y="813528"/>
                  </a:lnTo>
                  <a:lnTo>
                    <a:pt x="167614" y="813826"/>
                  </a:lnTo>
                  <a:lnTo>
                    <a:pt x="167525" y="814147"/>
                  </a:lnTo>
                  <a:lnTo>
                    <a:pt x="167494" y="814325"/>
                  </a:lnTo>
                  <a:lnTo>
                    <a:pt x="167431" y="814549"/>
                  </a:lnTo>
                  <a:lnTo>
                    <a:pt x="167461" y="814760"/>
                  </a:lnTo>
                  <a:lnTo>
                    <a:pt x="167489" y="814943"/>
                  </a:lnTo>
                  <a:lnTo>
                    <a:pt x="167474" y="815091"/>
                  </a:lnTo>
                  <a:lnTo>
                    <a:pt x="167497" y="815450"/>
                  </a:lnTo>
                  <a:lnTo>
                    <a:pt x="167349" y="816508"/>
                  </a:lnTo>
                  <a:lnTo>
                    <a:pt x="166499" y="815384"/>
                  </a:lnTo>
                  <a:lnTo>
                    <a:pt x="165641" y="817395"/>
                  </a:lnTo>
                  <a:lnTo>
                    <a:pt x="165512" y="817719"/>
                  </a:lnTo>
                  <a:lnTo>
                    <a:pt x="165382" y="817981"/>
                  </a:lnTo>
                  <a:lnTo>
                    <a:pt x="165199" y="818389"/>
                  </a:lnTo>
                  <a:lnTo>
                    <a:pt x="165036" y="818582"/>
                  </a:lnTo>
                  <a:lnTo>
                    <a:pt x="164919" y="818933"/>
                  </a:lnTo>
                  <a:lnTo>
                    <a:pt x="164881" y="819134"/>
                  </a:lnTo>
                  <a:lnTo>
                    <a:pt x="164855" y="819271"/>
                  </a:lnTo>
                  <a:lnTo>
                    <a:pt x="164845" y="819490"/>
                  </a:lnTo>
                  <a:lnTo>
                    <a:pt x="164746" y="819694"/>
                  </a:lnTo>
                  <a:lnTo>
                    <a:pt x="164853" y="819890"/>
                  </a:lnTo>
                  <a:lnTo>
                    <a:pt x="164960" y="820040"/>
                  </a:lnTo>
                  <a:lnTo>
                    <a:pt x="165016" y="820386"/>
                  </a:lnTo>
                  <a:lnTo>
                    <a:pt x="165031" y="820702"/>
                  </a:lnTo>
                  <a:lnTo>
                    <a:pt x="164894" y="820847"/>
                  </a:lnTo>
                  <a:lnTo>
                    <a:pt x="164754" y="820900"/>
                  </a:lnTo>
                  <a:lnTo>
                    <a:pt x="164603" y="820959"/>
                  </a:lnTo>
                  <a:lnTo>
                    <a:pt x="164033" y="820757"/>
                  </a:lnTo>
                  <a:lnTo>
                    <a:pt x="163761" y="820620"/>
                  </a:lnTo>
                  <a:lnTo>
                    <a:pt x="163519" y="820343"/>
                  </a:lnTo>
                  <a:lnTo>
                    <a:pt x="163408" y="820213"/>
                  </a:lnTo>
                  <a:lnTo>
                    <a:pt x="162863" y="820310"/>
                  </a:lnTo>
                  <a:lnTo>
                    <a:pt x="162759" y="820801"/>
                  </a:lnTo>
                  <a:lnTo>
                    <a:pt x="162832" y="820933"/>
                  </a:lnTo>
                  <a:lnTo>
                    <a:pt x="163023" y="821381"/>
                  </a:lnTo>
                  <a:lnTo>
                    <a:pt x="163120" y="821735"/>
                  </a:lnTo>
                  <a:lnTo>
                    <a:pt x="163209" y="822009"/>
                  </a:lnTo>
                  <a:lnTo>
                    <a:pt x="163173" y="822233"/>
                  </a:lnTo>
                  <a:lnTo>
                    <a:pt x="163334" y="822630"/>
                  </a:lnTo>
                  <a:lnTo>
                    <a:pt x="163362" y="822951"/>
                  </a:lnTo>
                  <a:lnTo>
                    <a:pt x="163368" y="823344"/>
                  </a:lnTo>
                  <a:lnTo>
                    <a:pt x="163372" y="823506"/>
                  </a:lnTo>
                  <a:lnTo>
                    <a:pt x="163329" y="823752"/>
                  </a:lnTo>
                  <a:lnTo>
                    <a:pt x="163346" y="824012"/>
                  </a:lnTo>
                  <a:lnTo>
                    <a:pt x="163341" y="824249"/>
                  </a:lnTo>
                  <a:lnTo>
                    <a:pt x="163299" y="824610"/>
                  </a:lnTo>
                  <a:lnTo>
                    <a:pt x="162952" y="826182"/>
                  </a:lnTo>
                  <a:lnTo>
                    <a:pt x="162925" y="826310"/>
                  </a:lnTo>
                  <a:lnTo>
                    <a:pt x="162535" y="826516"/>
                  </a:lnTo>
                  <a:lnTo>
                    <a:pt x="161659" y="828895"/>
                  </a:lnTo>
                  <a:lnTo>
                    <a:pt x="160519" y="831975"/>
                  </a:lnTo>
                  <a:lnTo>
                    <a:pt x="159549" y="834653"/>
                  </a:lnTo>
                  <a:lnTo>
                    <a:pt x="158365" y="837959"/>
                  </a:lnTo>
                  <a:lnTo>
                    <a:pt x="159290" y="839790"/>
                  </a:lnTo>
                  <a:lnTo>
                    <a:pt x="159549" y="840307"/>
                  </a:lnTo>
                  <a:lnTo>
                    <a:pt x="159974" y="841152"/>
                  </a:lnTo>
                  <a:lnTo>
                    <a:pt x="159628" y="841943"/>
                  </a:lnTo>
                  <a:lnTo>
                    <a:pt x="159277" y="842745"/>
                  </a:lnTo>
                  <a:lnTo>
                    <a:pt x="159040" y="843284"/>
                  </a:lnTo>
                  <a:lnTo>
                    <a:pt x="158536" y="844427"/>
                  </a:lnTo>
                  <a:lnTo>
                    <a:pt x="158264" y="845050"/>
                  </a:lnTo>
                  <a:lnTo>
                    <a:pt x="157903" y="845872"/>
                  </a:lnTo>
                  <a:lnTo>
                    <a:pt x="157653" y="846445"/>
                  </a:lnTo>
                  <a:lnTo>
                    <a:pt x="157465" y="846872"/>
                  </a:lnTo>
                  <a:lnTo>
                    <a:pt x="152770" y="852585"/>
                  </a:lnTo>
                  <a:lnTo>
                    <a:pt x="151310" y="854363"/>
                  </a:lnTo>
                  <a:lnTo>
                    <a:pt x="148816" y="856351"/>
                  </a:lnTo>
                  <a:lnTo>
                    <a:pt x="146452" y="858223"/>
                  </a:lnTo>
                  <a:lnTo>
                    <a:pt x="145966" y="858544"/>
                  </a:lnTo>
                  <a:lnTo>
                    <a:pt x="145295" y="858788"/>
                  </a:lnTo>
                  <a:lnTo>
                    <a:pt x="144086" y="859229"/>
                  </a:lnTo>
                  <a:lnTo>
                    <a:pt x="143610" y="859447"/>
                  </a:lnTo>
                  <a:lnTo>
                    <a:pt x="143348" y="859544"/>
                  </a:lnTo>
                  <a:lnTo>
                    <a:pt x="143032" y="859659"/>
                  </a:lnTo>
                  <a:lnTo>
                    <a:pt x="141386" y="860267"/>
                  </a:lnTo>
                  <a:lnTo>
                    <a:pt x="140684" y="860506"/>
                  </a:lnTo>
                  <a:lnTo>
                    <a:pt x="140131" y="860690"/>
                  </a:lnTo>
                  <a:lnTo>
                    <a:pt x="140447" y="860914"/>
                  </a:lnTo>
                  <a:lnTo>
                    <a:pt x="140978" y="861291"/>
                  </a:lnTo>
                  <a:lnTo>
                    <a:pt x="141760" y="861846"/>
                  </a:lnTo>
                  <a:lnTo>
                    <a:pt x="142380" y="862283"/>
                  </a:lnTo>
                  <a:lnTo>
                    <a:pt x="143167" y="862843"/>
                  </a:lnTo>
                  <a:lnTo>
                    <a:pt x="143940" y="863393"/>
                  </a:lnTo>
                  <a:lnTo>
                    <a:pt x="144523" y="863805"/>
                  </a:lnTo>
                  <a:lnTo>
                    <a:pt x="145714" y="864377"/>
                  </a:lnTo>
                  <a:lnTo>
                    <a:pt x="146368" y="864688"/>
                  </a:lnTo>
                  <a:lnTo>
                    <a:pt x="147472" y="865220"/>
                  </a:lnTo>
                  <a:lnTo>
                    <a:pt x="148597" y="865759"/>
                  </a:lnTo>
                  <a:lnTo>
                    <a:pt x="149627" y="866250"/>
                  </a:lnTo>
                  <a:lnTo>
                    <a:pt x="150772" y="866800"/>
                  </a:lnTo>
                  <a:lnTo>
                    <a:pt x="151546" y="867171"/>
                  </a:lnTo>
                  <a:lnTo>
                    <a:pt x="152508" y="867634"/>
                  </a:lnTo>
                  <a:lnTo>
                    <a:pt x="152925" y="867836"/>
                  </a:lnTo>
                  <a:lnTo>
                    <a:pt x="153589" y="868154"/>
                  </a:lnTo>
                  <a:lnTo>
                    <a:pt x="154686" y="868678"/>
                  </a:lnTo>
                  <a:lnTo>
                    <a:pt x="155762" y="869194"/>
                  </a:lnTo>
                  <a:lnTo>
                    <a:pt x="156961" y="869769"/>
                  </a:lnTo>
                  <a:lnTo>
                    <a:pt x="158635" y="870571"/>
                  </a:lnTo>
                  <a:lnTo>
                    <a:pt x="159159" y="870822"/>
                  </a:lnTo>
                  <a:lnTo>
                    <a:pt x="159762" y="871115"/>
                  </a:lnTo>
                  <a:lnTo>
                    <a:pt x="160579" y="871359"/>
                  </a:lnTo>
                  <a:lnTo>
                    <a:pt x="161648" y="871873"/>
                  </a:lnTo>
                  <a:lnTo>
                    <a:pt x="162663" y="872362"/>
                  </a:lnTo>
                  <a:lnTo>
                    <a:pt x="164365" y="873179"/>
                  </a:lnTo>
                  <a:lnTo>
                    <a:pt x="164979" y="873474"/>
                  </a:lnTo>
                  <a:lnTo>
                    <a:pt x="165940" y="873937"/>
                  </a:lnTo>
                  <a:lnTo>
                    <a:pt x="167050" y="874471"/>
                  </a:lnTo>
                  <a:lnTo>
                    <a:pt x="167599" y="874736"/>
                  </a:lnTo>
                  <a:lnTo>
                    <a:pt x="168678" y="875258"/>
                  </a:lnTo>
                  <a:lnTo>
                    <a:pt x="169905" y="875848"/>
                  </a:lnTo>
                  <a:lnTo>
                    <a:pt x="170854" y="876304"/>
                  </a:lnTo>
                  <a:lnTo>
                    <a:pt x="171851" y="876784"/>
                  </a:lnTo>
                  <a:lnTo>
                    <a:pt x="172767" y="877227"/>
                  </a:lnTo>
                  <a:lnTo>
                    <a:pt x="173325" y="877492"/>
                  </a:lnTo>
                  <a:lnTo>
                    <a:pt x="174055" y="877846"/>
                  </a:lnTo>
                  <a:lnTo>
                    <a:pt x="175253" y="878423"/>
                  </a:lnTo>
                  <a:lnTo>
                    <a:pt x="176431" y="878991"/>
                  </a:lnTo>
                  <a:lnTo>
                    <a:pt x="177498" y="879499"/>
                  </a:lnTo>
                  <a:lnTo>
                    <a:pt x="177953" y="879726"/>
                  </a:lnTo>
                  <a:lnTo>
                    <a:pt x="178490" y="880021"/>
                  </a:lnTo>
                  <a:lnTo>
                    <a:pt x="179192" y="880408"/>
                  </a:lnTo>
                  <a:lnTo>
                    <a:pt x="180141" y="880932"/>
                  </a:lnTo>
                  <a:lnTo>
                    <a:pt x="180750" y="881263"/>
                  </a:lnTo>
                  <a:lnTo>
                    <a:pt x="181320" y="881578"/>
                  </a:lnTo>
                  <a:lnTo>
                    <a:pt x="181900" y="881902"/>
                  </a:lnTo>
                  <a:lnTo>
                    <a:pt x="182475" y="882215"/>
                  </a:lnTo>
                  <a:lnTo>
                    <a:pt x="182882" y="882438"/>
                  </a:lnTo>
                  <a:lnTo>
                    <a:pt x="183373" y="882711"/>
                  </a:lnTo>
                  <a:lnTo>
                    <a:pt x="183686" y="882884"/>
                  </a:lnTo>
                  <a:lnTo>
                    <a:pt x="183920" y="883011"/>
                  </a:lnTo>
                  <a:lnTo>
                    <a:pt x="184253" y="883197"/>
                  </a:lnTo>
                  <a:lnTo>
                    <a:pt x="184485" y="883327"/>
                  </a:lnTo>
                  <a:lnTo>
                    <a:pt x="184727" y="883459"/>
                  </a:lnTo>
                  <a:lnTo>
                    <a:pt x="184958" y="883584"/>
                  </a:lnTo>
                  <a:lnTo>
                    <a:pt x="185085" y="883655"/>
                  </a:lnTo>
                  <a:lnTo>
                    <a:pt x="185559" y="883917"/>
                  </a:lnTo>
                  <a:lnTo>
                    <a:pt x="185795" y="884047"/>
                  </a:lnTo>
                  <a:lnTo>
                    <a:pt x="186103" y="884217"/>
                  </a:lnTo>
                  <a:lnTo>
                    <a:pt x="186673" y="884530"/>
                  </a:lnTo>
                  <a:lnTo>
                    <a:pt x="187154" y="884795"/>
                  </a:lnTo>
                  <a:lnTo>
                    <a:pt x="187671" y="885080"/>
                  </a:lnTo>
                  <a:lnTo>
                    <a:pt x="188253" y="885401"/>
                  </a:lnTo>
                  <a:lnTo>
                    <a:pt x="188773" y="885688"/>
                  </a:lnTo>
                  <a:lnTo>
                    <a:pt x="189269" y="885960"/>
                  </a:lnTo>
                  <a:lnTo>
                    <a:pt x="189879" y="886296"/>
                  </a:lnTo>
                  <a:lnTo>
                    <a:pt x="190419" y="886594"/>
                  </a:lnTo>
                  <a:lnTo>
                    <a:pt x="190689" y="886742"/>
                  </a:lnTo>
                  <a:lnTo>
                    <a:pt x="191388" y="887128"/>
                  </a:lnTo>
                  <a:lnTo>
                    <a:pt x="191790" y="887350"/>
                  </a:lnTo>
                  <a:lnTo>
                    <a:pt x="192073" y="887505"/>
                  </a:lnTo>
                  <a:lnTo>
                    <a:pt x="192477" y="887732"/>
                  </a:lnTo>
                  <a:lnTo>
                    <a:pt x="193019" y="888027"/>
                  </a:lnTo>
                  <a:lnTo>
                    <a:pt x="193561" y="888325"/>
                  </a:lnTo>
                  <a:lnTo>
                    <a:pt x="193915" y="888551"/>
                  </a:lnTo>
                  <a:lnTo>
                    <a:pt x="194106" y="888788"/>
                  </a:lnTo>
                  <a:lnTo>
                    <a:pt x="194513" y="889284"/>
                  </a:lnTo>
                  <a:lnTo>
                    <a:pt x="194846" y="889688"/>
                  </a:lnTo>
                  <a:lnTo>
                    <a:pt x="195152" y="890060"/>
                  </a:lnTo>
                  <a:lnTo>
                    <a:pt x="195264" y="890195"/>
                  </a:lnTo>
                  <a:lnTo>
                    <a:pt x="195574" y="890574"/>
                  </a:lnTo>
                  <a:lnTo>
                    <a:pt x="195877" y="890940"/>
                  </a:lnTo>
                  <a:lnTo>
                    <a:pt x="196149" y="891271"/>
                  </a:lnTo>
                  <a:lnTo>
                    <a:pt x="196727" y="891976"/>
                  </a:lnTo>
                  <a:lnTo>
                    <a:pt x="197103" y="892436"/>
                  </a:lnTo>
                  <a:lnTo>
                    <a:pt x="197325" y="892704"/>
                  </a:lnTo>
                  <a:lnTo>
                    <a:pt x="197732" y="892981"/>
                  </a:lnTo>
                  <a:lnTo>
                    <a:pt x="198241" y="893322"/>
                  </a:lnTo>
                  <a:lnTo>
                    <a:pt x="198721" y="893647"/>
                  </a:lnTo>
                  <a:lnTo>
                    <a:pt x="200826" y="895070"/>
                  </a:lnTo>
                  <a:lnTo>
                    <a:pt x="201358" y="895429"/>
                  </a:lnTo>
                  <a:lnTo>
                    <a:pt x="201873" y="895618"/>
                  </a:lnTo>
                  <a:lnTo>
                    <a:pt x="203566" y="896777"/>
                  </a:lnTo>
                  <a:lnTo>
                    <a:pt x="204028" y="897100"/>
                  </a:lnTo>
                  <a:lnTo>
                    <a:pt x="205521" y="898112"/>
                  </a:lnTo>
                  <a:lnTo>
                    <a:pt x="208237" y="899972"/>
                  </a:lnTo>
                  <a:lnTo>
                    <a:pt x="208594" y="899821"/>
                  </a:lnTo>
                  <a:lnTo>
                    <a:pt x="209224" y="899555"/>
                  </a:lnTo>
                  <a:lnTo>
                    <a:pt x="211729" y="898523"/>
                  </a:lnTo>
                  <a:lnTo>
                    <a:pt x="212635" y="898245"/>
                  </a:lnTo>
                  <a:lnTo>
                    <a:pt x="215317" y="897123"/>
                  </a:lnTo>
                  <a:lnTo>
                    <a:pt x="217778" y="896090"/>
                  </a:lnTo>
                  <a:lnTo>
                    <a:pt x="220015" y="895151"/>
                  </a:lnTo>
                  <a:lnTo>
                    <a:pt x="220193" y="895077"/>
                  </a:lnTo>
                  <a:lnTo>
                    <a:pt x="220638" y="894881"/>
                  </a:lnTo>
                  <a:lnTo>
                    <a:pt x="221350" y="894622"/>
                  </a:lnTo>
                  <a:lnTo>
                    <a:pt x="224175" y="893586"/>
                  </a:lnTo>
                  <a:lnTo>
                    <a:pt x="225376" y="893508"/>
                  </a:lnTo>
                  <a:lnTo>
                    <a:pt x="227058" y="893396"/>
                  </a:lnTo>
                  <a:lnTo>
                    <a:pt x="228857" y="893276"/>
                  </a:lnTo>
                  <a:lnTo>
                    <a:pt x="230600" y="893159"/>
                  </a:lnTo>
                  <a:lnTo>
                    <a:pt x="231185" y="893118"/>
                  </a:lnTo>
                  <a:lnTo>
                    <a:pt x="232488" y="893034"/>
                  </a:lnTo>
                  <a:lnTo>
                    <a:pt x="233488" y="892968"/>
                  </a:lnTo>
                  <a:lnTo>
                    <a:pt x="234091" y="892927"/>
                  </a:lnTo>
                  <a:lnTo>
                    <a:pt x="234867" y="893025"/>
                  </a:lnTo>
                  <a:lnTo>
                    <a:pt x="235353" y="892722"/>
                  </a:lnTo>
                  <a:lnTo>
                    <a:pt x="235565" y="892378"/>
                  </a:lnTo>
                  <a:lnTo>
                    <a:pt x="235763" y="892198"/>
                  </a:lnTo>
                  <a:lnTo>
                    <a:pt x="236112" y="892058"/>
                  </a:lnTo>
                  <a:lnTo>
                    <a:pt x="236274" y="891908"/>
                  </a:lnTo>
                  <a:lnTo>
                    <a:pt x="236496" y="891689"/>
                  </a:lnTo>
                  <a:lnTo>
                    <a:pt x="236715" y="891506"/>
                  </a:lnTo>
                  <a:lnTo>
                    <a:pt x="236911" y="891325"/>
                  </a:lnTo>
                  <a:lnTo>
                    <a:pt x="237043" y="891203"/>
                  </a:lnTo>
                  <a:lnTo>
                    <a:pt x="237740" y="890691"/>
                  </a:lnTo>
                  <a:lnTo>
                    <a:pt x="238012" y="890630"/>
                  </a:lnTo>
                  <a:lnTo>
                    <a:pt x="238168" y="890536"/>
                  </a:lnTo>
                  <a:lnTo>
                    <a:pt x="238501" y="890333"/>
                  </a:lnTo>
                  <a:lnTo>
                    <a:pt x="238791" y="890167"/>
                  </a:lnTo>
                  <a:lnTo>
                    <a:pt x="238936" y="890111"/>
                  </a:lnTo>
                  <a:lnTo>
                    <a:pt x="238928" y="889943"/>
                  </a:lnTo>
                  <a:lnTo>
                    <a:pt x="239015" y="889498"/>
                  </a:lnTo>
                  <a:lnTo>
                    <a:pt x="239099" y="889198"/>
                  </a:lnTo>
                  <a:lnTo>
                    <a:pt x="239185" y="888925"/>
                  </a:lnTo>
                  <a:lnTo>
                    <a:pt x="239175" y="888648"/>
                  </a:lnTo>
                  <a:lnTo>
                    <a:pt x="239341" y="888399"/>
                  </a:lnTo>
                  <a:lnTo>
                    <a:pt x="239600" y="888307"/>
                  </a:lnTo>
                  <a:lnTo>
                    <a:pt x="239862" y="888203"/>
                  </a:lnTo>
                  <a:lnTo>
                    <a:pt x="240104" y="887903"/>
                  </a:lnTo>
                  <a:lnTo>
                    <a:pt x="240145" y="887684"/>
                  </a:lnTo>
                  <a:lnTo>
                    <a:pt x="240130" y="887447"/>
                  </a:lnTo>
                  <a:lnTo>
                    <a:pt x="240089" y="887315"/>
                  </a:lnTo>
                  <a:lnTo>
                    <a:pt x="239944" y="887093"/>
                  </a:lnTo>
                  <a:lnTo>
                    <a:pt x="240259" y="886411"/>
                  </a:lnTo>
                  <a:lnTo>
                    <a:pt x="240906" y="885709"/>
                  </a:lnTo>
                  <a:lnTo>
                    <a:pt x="240873" y="885483"/>
                  </a:lnTo>
                  <a:lnTo>
                    <a:pt x="240748" y="885210"/>
                  </a:lnTo>
                  <a:lnTo>
                    <a:pt x="240699" y="885068"/>
                  </a:lnTo>
                  <a:lnTo>
                    <a:pt x="240641" y="884862"/>
                  </a:lnTo>
                  <a:lnTo>
                    <a:pt x="240582" y="884651"/>
                  </a:lnTo>
                  <a:lnTo>
                    <a:pt x="240430" y="884287"/>
                  </a:lnTo>
                  <a:lnTo>
                    <a:pt x="240392" y="884058"/>
                  </a:lnTo>
                  <a:lnTo>
                    <a:pt x="240328" y="883592"/>
                  </a:lnTo>
                  <a:lnTo>
                    <a:pt x="240338" y="883289"/>
                  </a:lnTo>
                  <a:lnTo>
                    <a:pt x="240333" y="883022"/>
                  </a:lnTo>
                  <a:lnTo>
                    <a:pt x="240338" y="882806"/>
                  </a:lnTo>
                  <a:lnTo>
                    <a:pt x="240280" y="882488"/>
                  </a:lnTo>
                  <a:lnTo>
                    <a:pt x="240338" y="882264"/>
                  </a:lnTo>
                  <a:lnTo>
                    <a:pt x="240427" y="881836"/>
                  </a:lnTo>
                  <a:lnTo>
                    <a:pt x="240603" y="881518"/>
                  </a:lnTo>
                  <a:lnTo>
                    <a:pt x="240819" y="881450"/>
                  </a:lnTo>
                  <a:lnTo>
                    <a:pt x="240964" y="881404"/>
                  </a:lnTo>
                  <a:lnTo>
                    <a:pt x="241231" y="881363"/>
                  </a:lnTo>
                  <a:lnTo>
                    <a:pt x="241369" y="881419"/>
                  </a:lnTo>
                  <a:lnTo>
                    <a:pt x="241628" y="881528"/>
                  </a:lnTo>
                  <a:lnTo>
                    <a:pt x="241969" y="881579"/>
                  </a:lnTo>
                  <a:lnTo>
                    <a:pt x="242292" y="881666"/>
                  </a:lnTo>
                  <a:lnTo>
                    <a:pt x="242460" y="881673"/>
                  </a:lnTo>
                  <a:lnTo>
                    <a:pt x="242684" y="881686"/>
                  </a:lnTo>
                  <a:lnTo>
                    <a:pt x="243051" y="881633"/>
                  </a:lnTo>
                  <a:lnTo>
                    <a:pt x="243267" y="881411"/>
                  </a:lnTo>
                  <a:lnTo>
                    <a:pt x="243239" y="881185"/>
                  </a:lnTo>
                  <a:lnTo>
                    <a:pt x="243086" y="881129"/>
                  </a:lnTo>
                  <a:lnTo>
                    <a:pt x="242875" y="881042"/>
                  </a:lnTo>
                  <a:lnTo>
                    <a:pt x="242583" y="880976"/>
                  </a:lnTo>
                  <a:lnTo>
                    <a:pt x="242384" y="880895"/>
                  </a:lnTo>
                  <a:lnTo>
                    <a:pt x="242056" y="880734"/>
                  </a:lnTo>
                  <a:lnTo>
                    <a:pt x="241906" y="880633"/>
                  </a:lnTo>
                  <a:lnTo>
                    <a:pt x="242041" y="880078"/>
                  </a:lnTo>
                  <a:lnTo>
                    <a:pt x="241979" y="879722"/>
                  </a:lnTo>
                  <a:lnTo>
                    <a:pt x="241893" y="879462"/>
                  </a:lnTo>
                  <a:lnTo>
                    <a:pt x="241949" y="879109"/>
                  </a:lnTo>
                  <a:lnTo>
                    <a:pt x="241580" y="878801"/>
                  </a:lnTo>
                  <a:lnTo>
                    <a:pt x="241392" y="878722"/>
                  </a:lnTo>
                  <a:lnTo>
                    <a:pt x="240880" y="878740"/>
                  </a:lnTo>
                  <a:lnTo>
                    <a:pt x="240348" y="878579"/>
                  </a:lnTo>
                  <a:lnTo>
                    <a:pt x="240130" y="878465"/>
                  </a:lnTo>
                  <a:lnTo>
                    <a:pt x="239773" y="877925"/>
                  </a:lnTo>
                  <a:lnTo>
                    <a:pt x="239496" y="877793"/>
                  </a:lnTo>
                  <a:lnTo>
                    <a:pt x="239188" y="877602"/>
                  </a:lnTo>
                  <a:lnTo>
                    <a:pt x="239272" y="877325"/>
                  </a:lnTo>
                  <a:lnTo>
                    <a:pt x="239509" y="876905"/>
                  </a:lnTo>
                  <a:lnTo>
                    <a:pt x="239628" y="876686"/>
                  </a:lnTo>
                  <a:lnTo>
                    <a:pt x="239773" y="876381"/>
                  </a:lnTo>
                  <a:lnTo>
                    <a:pt x="239941" y="876126"/>
                  </a:lnTo>
                  <a:lnTo>
                    <a:pt x="240084" y="875829"/>
                  </a:lnTo>
                  <a:lnTo>
                    <a:pt x="240272" y="875513"/>
                  </a:lnTo>
                  <a:lnTo>
                    <a:pt x="240417" y="875226"/>
                  </a:lnTo>
                  <a:lnTo>
                    <a:pt x="240499" y="875075"/>
                  </a:lnTo>
                  <a:lnTo>
                    <a:pt x="240896" y="874376"/>
                  </a:lnTo>
                  <a:lnTo>
                    <a:pt x="241514" y="873223"/>
                  </a:lnTo>
                  <a:lnTo>
                    <a:pt x="241939" y="872450"/>
                  </a:lnTo>
                  <a:lnTo>
                    <a:pt x="249552" y="878098"/>
                  </a:lnTo>
                  <a:lnTo>
                    <a:pt x="250035" y="877819"/>
                  </a:lnTo>
                  <a:lnTo>
                    <a:pt x="250542" y="877526"/>
                  </a:lnTo>
                  <a:lnTo>
                    <a:pt x="254254" y="875381"/>
                  </a:lnTo>
                  <a:lnTo>
                    <a:pt x="257300" y="868299"/>
                  </a:lnTo>
                  <a:lnTo>
                    <a:pt x="257356" y="868172"/>
                  </a:lnTo>
                  <a:lnTo>
                    <a:pt x="257387" y="867330"/>
                  </a:lnTo>
                  <a:lnTo>
                    <a:pt x="257422" y="866177"/>
                  </a:lnTo>
                  <a:lnTo>
                    <a:pt x="257471" y="864658"/>
                  </a:lnTo>
                  <a:lnTo>
                    <a:pt x="257494" y="863857"/>
                  </a:lnTo>
                  <a:lnTo>
                    <a:pt x="257499" y="863689"/>
                  </a:lnTo>
                  <a:lnTo>
                    <a:pt x="258107" y="863467"/>
                  </a:lnTo>
                  <a:lnTo>
                    <a:pt x="258875" y="863188"/>
                  </a:lnTo>
                  <a:lnTo>
                    <a:pt x="259226" y="863063"/>
                  </a:lnTo>
                  <a:lnTo>
                    <a:pt x="259618" y="862920"/>
                  </a:lnTo>
                  <a:lnTo>
                    <a:pt x="260239" y="862694"/>
                  </a:lnTo>
                  <a:lnTo>
                    <a:pt x="260466" y="862612"/>
                  </a:lnTo>
                  <a:lnTo>
                    <a:pt x="266315" y="860488"/>
                  </a:lnTo>
                  <a:lnTo>
                    <a:pt x="268929" y="859539"/>
                  </a:lnTo>
                  <a:lnTo>
                    <a:pt x="269855" y="859203"/>
                  </a:lnTo>
                  <a:lnTo>
                    <a:pt x="270852" y="858842"/>
                  </a:lnTo>
                  <a:lnTo>
                    <a:pt x="271527" y="858597"/>
                  </a:lnTo>
                  <a:lnTo>
                    <a:pt x="272120" y="858384"/>
                  </a:lnTo>
                  <a:lnTo>
                    <a:pt x="273186" y="857994"/>
                  </a:lnTo>
                  <a:lnTo>
                    <a:pt x="273997" y="857702"/>
                  </a:lnTo>
                  <a:lnTo>
                    <a:pt x="275254" y="857244"/>
                  </a:lnTo>
                  <a:lnTo>
                    <a:pt x="276229" y="856890"/>
                  </a:lnTo>
                  <a:lnTo>
                    <a:pt x="277290" y="856506"/>
                  </a:lnTo>
                  <a:lnTo>
                    <a:pt x="275729" y="850881"/>
                  </a:lnTo>
                  <a:lnTo>
                    <a:pt x="273086" y="841361"/>
                  </a:lnTo>
                  <a:lnTo>
                    <a:pt x="272172" y="838105"/>
                  </a:lnTo>
                  <a:lnTo>
                    <a:pt x="271472" y="835610"/>
                  </a:lnTo>
                  <a:lnTo>
                    <a:pt x="271188" y="834589"/>
                  </a:lnTo>
                  <a:lnTo>
                    <a:pt x="270617" y="831610"/>
                  </a:lnTo>
                  <a:lnTo>
                    <a:pt x="269438" y="826014"/>
                  </a:lnTo>
                  <a:lnTo>
                    <a:pt x="269447" y="825605"/>
                  </a:lnTo>
                  <a:lnTo>
                    <a:pt x="269248" y="824584"/>
                  </a:lnTo>
                  <a:lnTo>
                    <a:pt x="268152" y="818692"/>
                  </a:lnTo>
                  <a:lnTo>
                    <a:pt x="272581" y="816272"/>
                  </a:lnTo>
                  <a:lnTo>
                    <a:pt x="272077" y="815126"/>
                  </a:lnTo>
                  <a:lnTo>
                    <a:pt x="271906" y="815041"/>
                  </a:lnTo>
                  <a:lnTo>
                    <a:pt x="271865" y="814791"/>
                  </a:lnTo>
                  <a:lnTo>
                    <a:pt x="271774" y="814292"/>
                  </a:lnTo>
                  <a:lnTo>
                    <a:pt x="271663" y="813696"/>
                  </a:lnTo>
                  <a:lnTo>
                    <a:pt x="271546" y="813549"/>
                  </a:lnTo>
                  <a:lnTo>
                    <a:pt x="271448" y="812994"/>
                  </a:lnTo>
                  <a:lnTo>
                    <a:pt x="271402" y="812568"/>
                  </a:lnTo>
                  <a:lnTo>
                    <a:pt x="271439" y="811152"/>
                  </a:lnTo>
                  <a:lnTo>
                    <a:pt x="272196" y="810688"/>
                  </a:lnTo>
                  <a:lnTo>
                    <a:pt x="273134" y="810112"/>
                  </a:lnTo>
                  <a:lnTo>
                    <a:pt x="273756" y="809151"/>
                  </a:lnTo>
                  <a:lnTo>
                    <a:pt x="274328" y="808268"/>
                  </a:lnTo>
                  <a:lnTo>
                    <a:pt x="275336" y="807575"/>
                  </a:lnTo>
                  <a:lnTo>
                    <a:pt x="275666" y="807349"/>
                  </a:lnTo>
                  <a:lnTo>
                    <a:pt x="276074" y="807292"/>
                  </a:lnTo>
                  <a:lnTo>
                    <a:pt x="276889" y="807168"/>
                  </a:lnTo>
                  <a:lnTo>
                    <a:pt x="277223" y="807122"/>
                  </a:lnTo>
                  <a:lnTo>
                    <a:pt x="277521" y="807095"/>
                  </a:lnTo>
                  <a:lnTo>
                    <a:pt x="277986" y="806981"/>
                  </a:lnTo>
                  <a:lnTo>
                    <a:pt x="278313" y="805870"/>
                  </a:lnTo>
                  <a:lnTo>
                    <a:pt x="278412" y="805560"/>
                  </a:lnTo>
                  <a:lnTo>
                    <a:pt x="278717" y="804628"/>
                  </a:lnTo>
                  <a:lnTo>
                    <a:pt x="278941" y="803943"/>
                  </a:lnTo>
                  <a:lnTo>
                    <a:pt x="279401" y="802536"/>
                  </a:lnTo>
                  <a:lnTo>
                    <a:pt x="279826" y="801237"/>
                  </a:lnTo>
                  <a:lnTo>
                    <a:pt x="280071" y="800490"/>
                  </a:lnTo>
                  <a:lnTo>
                    <a:pt x="281208" y="798987"/>
                  </a:lnTo>
                  <a:lnTo>
                    <a:pt x="282350" y="797478"/>
                  </a:lnTo>
                  <a:lnTo>
                    <a:pt x="283634" y="792738"/>
                  </a:lnTo>
                  <a:lnTo>
                    <a:pt x="285236" y="789811"/>
                  </a:lnTo>
                  <a:lnTo>
                    <a:pt x="286306" y="789188"/>
                  </a:lnTo>
                  <a:lnTo>
                    <a:pt x="287160" y="788690"/>
                  </a:lnTo>
                  <a:lnTo>
                    <a:pt x="287503" y="788401"/>
                  </a:lnTo>
                  <a:lnTo>
                    <a:pt x="287490" y="788265"/>
                  </a:lnTo>
                  <a:lnTo>
                    <a:pt x="287482" y="788130"/>
                  </a:lnTo>
                  <a:lnTo>
                    <a:pt x="287475" y="788003"/>
                  </a:lnTo>
                  <a:lnTo>
                    <a:pt x="287462" y="787863"/>
                  </a:lnTo>
                  <a:lnTo>
                    <a:pt x="287454" y="787736"/>
                  </a:lnTo>
                  <a:lnTo>
                    <a:pt x="287723" y="787231"/>
                  </a:lnTo>
                  <a:lnTo>
                    <a:pt x="288132" y="787184"/>
                  </a:lnTo>
                  <a:lnTo>
                    <a:pt x="289153" y="786592"/>
                  </a:lnTo>
                  <a:lnTo>
                    <a:pt x="289145" y="786321"/>
                  </a:lnTo>
                  <a:lnTo>
                    <a:pt x="289109" y="786091"/>
                  </a:lnTo>
                  <a:lnTo>
                    <a:pt x="289098" y="785844"/>
                  </a:lnTo>
                  <a:lnTo>
                    <a:pt x="289079" y="785370"/>
                  </a:lnTo>
                  <a:lnTo>
                    <a:pt x="289138" y="784296"/>
                  </a:lnTo>
                  <a:lnTo>
                    <a:pt x="289126" y="784125"/>
                  </a:lnTo>
                  <a:lnTo>
                    <a:pt x="288989" y="783499"/>
                  </a:lnTo>
                  <a:lnTo>
                    <a:pt x="289339" y="783565"/>
                  </a:lnTo>
                  <a:lnTo>
                    <a:pt x="289420" y="784069"/>
                  </a:lnTo>
                  <a:lnTo>
                    <a:pt x="289555" y="784290"/>
                  </a:lnTo>
                  <a:lnTo>
                    <a:pt x="289592" y="784561"/>
                  </a:lnTo>
                  <a:lnTo>
                    <a:pt x="290336" y="784465"/>
                  </a:lnTo>
                  <a:lnTo>
                    <a:pt x="290542" y="784438"/>
                  </a:lnTo>
                  <a:lnTo>
                    <a:pt x="290830" y="784345"/>
                  </a:lnTo>
                  <a:lnTo>
                    <a:pt x="291185" y="784180"/>
                  </a:lnTo>
                  <a:lnTo>
                    <a:pt x="291353" y="784098"/>
                  </a:lnTo>
                  <a:lnTo>
                    <a:pt x="291094" y="782537"/>
                  </a:lnTo>
                  <a:lnTo>
                    <a:pt x="291335" y="782388"/>
                  </a:lnTo>
                  <a:lnTo>
                    <a:pt x="291906" y="782031"/>
                  </a:lnTo>
                  <a:lnTo>
                    <a:pt x="292129" y="781902"/>
                  </a:lnTo>
                  <a:lnTo>
                    <a:pt x="292516" y="781635"/>
                  </a:lnTo>
                  <a:lnTo>
                    <a:pt x="292992" y="781274"/>
                  </a:lnTo>
                  <a:lnTo>
                    <a:pt x="294325" y="781586"/>
                  </a:lnTo>
                  <a:lnTo>
                    <a:pt x="294964" y="782267"/>
                  </a:lnTo>
                  <a:lnTo>
                    <a:pt x="295038" y="782419"/>
                  </a:lnTo>
                  <a:lnTo>
                    <a:pt x="295111" y="782549"/>
                  </a:lnTo>
                  <a:lnTo>
                    <a:pt x="295228" y="782882"/>
                  </a:lnTo>
                  <a:lnTo>
                    <a:pt x="296888" y="782935"/>
                  </a:lnTo>
                  <a:lnTo>
                    <a:pt x="297113" y="782746"/>
                  </a:lnTo>
                  <a:lnTo>
                    <a:pt x="298623" y="782607"/>
                  </a:lnTo>
                  <a:lnTo>
                    <a:pt x="298786" y="782592"/>
                  </a:lnTo>
                  <a:lnTo>
                    <a:pt x="301190" y="782305"/>
                  </a:lnTo>
                  <a:lnTo>
                    <a:pt x="301389" y="782277"/>
                  </a:lnTo>
                  <a:lnTo>
                    <a:pt x="306227" y="782612"/>
                  </a:lnTo>
                  <a:lnTo>
                    <a:pt x="312617" y="783037"/>
                  </a:lnTo>
                  <a:lnTo>
                    <a:pt x="317691" y="784641"/>
                  </a:lnTo>
                  <a:lnTo>
                    <a:pt x="321072" y="785729"/>
                  </a:lnTo>
                  <a:lnTo>
                    <a:pt x="321342" y="785816"/>
                  </a:lnTo>
                  <a:lnTo>
                    <a:pt x="327797" y="787902"/>
                  </a:lnTo>
                  <a:lnTo>
                    <a:pt x="333436" y="789798"/>
                  </a:lnTo>
                  <a:lnTo>
                    <a:pt x="346813" y="794404"/>
                  </a:lnTo>
                  <a:lnTo>
                    <a:pt x="347011" y="794432"/>
                  </a:lnTo>
                  <a:lnTo>
                    <a:pt x="347146" y="794442"/>
                  </a:lnTo>
                  <a:lnTo>
                    <a:pt x="347408" y="794460"/>
                  </a:lnTo>
                  <a:lnTo>
                    <a:pt x="354434" y="791292"/>
                  </a:lnTo>
                  <a:lnTo>
                    <a:pt x="357335" y="791902"/>
                  </a:lnTo>
                  <a:lnTo>
                    <a:pt x="357469" y="791931"/>
                  </a:lnTo>
                  <a:lnTo>
                    <a:pt x="362332" y="794826"/>
                  </a:lnTo>
                  <a:lnTo>
                    <a:pt x="362586" y="797043"/>
                  </a:lnTo>
                  <a:lnTo>
                    <a:pt x="362856" y="799363"/>
                  </a:lnTo>
                  <a:lnTo>
                    <a:pt x="365668" y="800888"/>
                  </a:lnTo>
                  <a:lnTo>
                    <a:pt x="372418" y="792611"/>
                  </a:lnTo>
                  <a:lnTo>
                    <a:pt x="373065" y="791818"/>
                  </a:lnTo>
                  <a:lnTo>
                    <a:pt x="375375" y="790617"/>
                  </a:lnTo>
                  <a:lnTo>
                    <a:pt x="377520" y="789488"/>
                  </a:lnTo>
                  <a:lnTo>
                    <a:pt x="380983" y="788419"/>
                  </a:lnTo>
                  <a:lnTo>
                    <a:pt x="382458" y="788370"/>
                  </a:lnTo>
                  <a:lnTo>
                    <a:pt x="389663" y="788130"/>
                  </a:lnTo>
                  <a:lnTo>
                    <a:pt x="390620" y="788098"/>
                  </a:lnTo>
                  <a:lnTo>
                    <a:pt x="391202" y="788236"/>
                  </a:lnTo>
                  <a:lnTo>
                    <a:pt x="391243" y="788371"/>
                  </a:lnTo>
                  <a:lnTo>
                    <a:pt x="391299" y="788498"/>
                  </a:lnTo>
                  <a:lnTo>
                    <a:pt x="391421" y="788633"/>
                  </a:lnTo>
                  <a:lnTo>
                    <a:pt x="391693" y="788801"/>
                  </a:lnTo>
                  <a:lnTo>
                    <a:pt x="392806" y="789487"/>
                  </a:lnTo>
                  <a:lnTo>
                    <a:pt x="397950" y="792661"/>
                  </a:lnTo>
                  <a:lnTo>
                    <a:pt x="398194" y="792811"/>
                  </a:lnTo>
                  <a:lnTo>
                    <a:pt x="405569" y="797361"/>
                  </a:lnTo>
                  <a:lnTo>
                    <a:pt x="408575" y="797970"/>
                  </a:lnTo>
                  <a:lnTo>
                    <a:pt x="415840" y="799504"/>
                  </a:lnTo>
                  <a:lnTo>
                    <a:pt x="416075" y="799811"/>
                  </a:lnTo>
                  <a:lnTo>
                    <a:pt x="416113" y="800144"/>
                  </a:lnTo>
                  <a:lnTo>
                    <a:pt x="416184" y="800770"/>
                  </a:lnTo>
                  <a:lnTo>
                    <a:pt x="416207" y="800951"/>
                  </a:lnTo>
                  <a:lnTo>
                    <a:pt x="416541" y="801353"/>
                  </a:lnTo>
                  <a:lnTo>
                    <a:pt x="417167" y="802114"/>
                  </a:lnTo>
                  <a:lnTo>
                    <a:pt x="417146" y="802348"/>
                  </a:lnTo>
                  <a:lnTo>
                    <a:pt x="416874" y="802529"/>
                  </a:lnTo>
                  <a:lnTo>
                    <a:pt x="416731" y="802696"/>
                  </a:lnTo>
                  <a:lnTo>
                    <a:pt x="416688" y="802854"/>
                  </a:lnTo>
                  <a:lnTo>
                    <a:pt x="416930" y="803081"/>
                  </a:lnTo>
                  <a:lnTo>
                    <a:pt x="417136" y="803193"/>
                  </a:lnTo>
                  <a:lnTo>
                    <a:pt x="417599" y="802737"/>
                  </a:lnTo>
                  <a:lnTo>
                    <a:pt x="417859" y="802773"/>
                  </a:lnTo>
                  <a:lnTo>
                    <a:pt x="418039" y="802826"/>
                  </a:lnTo>
                  <a:lnTo>
                    <a:pt x="418327" y="802727"/>
                  </a:lnTo>
                  <a:lnTo>
                    <a:pt x="418579" y="802950"/>
                  </a:lnTo>
                  <a:lnTo>
                    <a:pt x="419127" y="803205"/>
                  </a:lnTo>
                  <a:lnTo>
                    <a:pt x="420468" y="803779"/>
                  </a:lnTo>
                  <a:lnTo>
                    <a:pt x="420547" y="807366"/>
                  </a:lnTo>
                  <a:lnTo>
                    <a:pt x="420569" y="808368"/>
                  </a:lnTo>
                  <a:lnTo>
                    <a:pt x="420581" y="808916"/>
                  </a:lnTo>
                  <a:lnTo>
                    <a:pt x="420601" y="809815"/>
                  </a:lnTo>
                  <a:lnTo>
                    <a:pt x="420614" y="810417"/>
                  </a:lnTo>
                  <a:lnTo>
                    <a:pt x="420494" y="812031"/>
                  </a:lnTo>
                  <a:lnTo>
                    <a:pt x="420427" y="812364"/>
                  </a:lnTo>
                  <a:lnTo>
                    <a:pt x="420416" y="812698"/>
                  </a:lnTo>
                  <a:lnTo>
                    <a:pt x="420501" y="812995"/>
                  </a:lnTo>
                  <a:lnTo>
                    <a:pt x="420788" y="813545"/>
                  </a:lnTo>
                  <a:lnTo>
                    <a:pt x="421560" y="814380"/>
                  </a:lnTo>
                  <a:lnTo>
                    <a:pt x="422420" y="815328"/>
                  </a:lnTo>
                  <a:lnTo>
                    <a:pt x="422976" y="815838"/>
                  </a:lnTo>
                  <a:lnTo>
                    <a:pt x="423446" y="816708"/>
                  </a:lnTo>
                  <a:lnTo>
                    <a:pt x="423781" y="817800"/>
                  </a:lnTo>
                  <a:lnTo>
                    <a:pt x="423836" y="824202"/>
                  </a:lnTo>
                  <a:lnTo>
                    <a:pt x="423803" y="824912"/>
                  </a:lnTo>
                  <a:lnTo>
                    <a:pt x="423798" y="825109"/>
                  </a:lnTo>
                  <a:lnTo>
                    <a:pt x="423965" y="825708"/>
                  </a:lnTo>
                  <a:lnTo>
                    <a:pt x="424325" y="825622"/>
                  </a:lnTo>
                  <a:lnTo>
                    <a:pt x="424499" y="825574"/>
                  </a:lnTo>
                  <a:lnTo>
                    <a:pt x="424943" y="825509"/>
                  </a:lnTo>
                  <a:lnTo>
                    <a:pt x="429969" y="827286"/>
                  </a:lnTo>
                  <a:lnTo>
                    <a:pt x="429967" y="827794"/>
                  </a:lnTo>
                  <a:lnTo>
                    <a:pt x="429995" y="828605"/>
                  </a:lnTo>
                  <a:lnTo>
                    <a:pt x="430017" y="829231"/>
                  </a:lnTo>
                  <a:lnTo>
                    <a:pt x="430405" y="830015"/>
                  </a:lnTo>
                  <a:lnTo>
                    <a:pt x="430813" y="836487"/>
                  </a:lnTo>
                  <a:lnTo>
                    <a:pt x="430780" y="836785"/>
                  </a:lnTo>
                  <a:lnTo>
                    <a:pt x="431453" y="837251"/>
                  </a:lnTo>
                  <a:lnTo>
                    <a:pt x="434274" y="838237"/>
                  </a:lnTo>
                  <a:lnTo>
                    <a:pt x="434319" y="838017"/>
                  </a:lnTo>
                  <a:lnTo>
                    <a:pt x="434436" y="837824"/>
                  </a:lnTo>
                  <a:lnTo>
                    <a:pt x="434664" y="837662"/>
                  </a:lnTo>
                  <a:lnTo>
                    <a:pt x="434816" y="837614"/>
                  </a:lnTo>
                  <a:lnTo>
                    <a:pt x="435064" y="837749"/>
                  </a:lnTo>
                  <a:lnTo>
                    <a:pt x="435233" y="837945"/>
                  </a:lnTo>
                  <a:lnTo>
                    <a:pt x="435464" y="838228"/>
                  </a:lnTo>
                  <a:lnTo>
                    <a:pt x="436335" y="839991"/>
                  </a:lnTo>
                  <a:lnTo>
                    <a:pt x="444261" y="846983"/>
                  </a:lnTo>
                  <a:lnTo>
                    <a:pt x="445399" y="848880"/>
                  </a:lnTo>
                  <a:lnTo>
                    <a:pt x="451961" y="852765"/>
                  </a:lnTo>
                  <a:lnTo>
                    <a:pt x="455099" y="856374"/>
                  </a:lnTo>
                  <a:lnTo>
                    <a:pt x="455644" y="857498"/>
                  </a:lnTo>
                  <a:lnTo>
                    <a:pt x="455940" y="858114"/>
                  </a:lnTo>
                  <a:lnTo>
                    <a:pt x="456049" y="858360"/>
                  </a:lnTo>
                  <a:lnTo>
                    <a:pt x="456100" y="858491"/>
                  </a:lnTo>
                  <a:lnTo>
                    <a:pt x="456149" y="858619"/>
                  </a:lnTo>
                  <a:lnTo>
                    <a:pt x="456243" y="858878"/>
                  </a:lnTo>
                  <a:lnTo>
                    <a:pt x="456413" y="859373"/>
                  </a:lnTo>
                  <a:lnTo>
                    <a:pt x="456580" y="860012"/>
                  </a:lnTo>
                  <a:lnTo>
                    <a:pt x="456597" y="860140"/>
                  </a:lnTo>
                  <a:lnTo>
                    <a:pt x="456609" y="860306"/>
                  </a:lnTo>
                  <a:lnTo>
                    <a:pt x="456617" y="860439"/>
                  </a:lnTo>
                  <a:lnTo>
                    <a:pt x="456625" y="860576"/>
                  </a:lnTo>
                  <a:lnTo>
                    <a:pt x="456916" y="860799"/>
                  </a:lnTo>
                  <a:lnTo>
                    <a:pt x="457136" y="860805"/>
                  </a:lnTo>
                  <a:lnTo>
                    <a:pt x="457119" y="861029"/>
                  </a:lnTo>
                  <a:lnTo>
                    <a:pt x="459994" y="865385"/>
                  </a:lnTo>
                  <a:lnTo>
                    <a:pt x="460316" y="865884"/>
                  </a:lnTo>
                  <a:lnTo>
                    <a:pt x="460346" y="866024"/>
                  </a:lnTo>
                  <a:lnTo>
                    <a:pt x="460747" y="866924"/>
                  </a:lnTo>
                  <a:lnTo>
                    <a:pt x="461075" y="867756"/>
                  </a:lnTo>
                  <a:lnTo>
                    <a:pt x="461429" y="868636"/>
                  </a:lnTo>
                  <a:lnTo>
                    <a:pt x="461864" y="869728"/>
                  </a:lnTo>
                  <a:lnTo>
                    <a:pt x="462080" y="870275"/>
                  </a:lnTo>
                  <a:lnTo>
                    <a:pt x="462217" y="870621"/>
                  </a:lnTo>
                  <a:lnTo>
                    <a:pt x="462421" y="871132"/>
                  </a:lnTo>
                  <a:lnTo>
                    <a:pt x="462838" y="872173"/>
                  </a:lnTo>
                  <a:lnTo>
                    <a:pt x="463228" y="873127"/>
                  </a:lnTo>
                  <a:lnTo>
                    <a:pt x="463340" y="873512"/>
                  </a:lnTo>
                  <a:lnTo>
                    <a:pt x="463770" y="874998"/>
                  </a:lnTo>
                  <a:lnTo>
                    <a:pt x="464098" y="876261"/>
                  </a:lnTo>
                  <a:lnTo>
                    <a:pt x="464242" y="876825"/>
                  </a:lnTo>
                  <a:lnTo>
                    <a:pt x="464339" y="877204"/>
                  </a:lnTo>
                  <a:lnTo>
                    <a:pt x="464494" y="877813"/>
                  </a:lnTo>
                  <a:lnTo>
                    <a:pt x="464599" y="878225"/>
                  </a:lnTo>
                  <a:lnTo>
                    <a:pt x="464775" y="878917"/>
                  </a:lnTo>
                  <a:lnTo>
                    <a:pt x="464914" y="879461"/>
                  </a:lnTo>
                  <a:lnTo>
                    <a:pt x="465113" y="879982"/>
                  </a:lnTo>
                  <a:lnTo>
                    <a:pt x="465269" y="880388"/>
                  </a:lnTo>
                  <a:lnTo>
                    <a:pt x="465419" y="880780"/>
                  </a:lnTo>
                  <a:lnTo>
                    <a:pt x="465593" y="881048"/>
                  </a:lnTo>
                  <a:lnTo>
                    <a:pt x="465716" y="881237"/>
                  </a:lnTo>
                  <a:lnTo>
                    <a:pt x="465960" y="881622"/>
                  </a:lnTo>
                  <a:lnTo>
                    <a:pt x="466208" y="882014"/>
                  </a:lnTo>
                  <a:lnTo>
                    <a:pt x="466440" y="882622"/>
                  </a:lnTo>
                  <a:lnTo>
                    <a:pt x="466646" y="883162"/>
                  </a:lnTo>
                  <a:lnTo>
                    <a:pt x="466876" y="883461"/>
                  </a:lnTo>
                  <a:lnTo>
                    <a:pt x="467207" y="883965"/>
                  </a:lnTo>
                  <a:lnTo>
                    <a:pt x="467803" y="884804"/>
                  </a:lnTo>
                  <a:lnTo>
                    <a:pt x="467937" y="884835"/>
                  </a:lnTo>
                  <a:lnTo>
                    <a:pt x="468423" y="884926"/>
                  </a:lnTo>
                  <a:lnTo>
                    <a:pt x="469131" y="885061"/>
                  </a:lnTo>
                  <a:lnTo>
                    <a:pt x="469418" y="884924"/>
                  </a:lnTo>
                  <a:lnTo>
                    <a:pt x="469646" y="884836"/>
                  </a:lnTo>
                  <a:lnTo>
                    <a:pt x="469849" y="884843"/>
                  </a:lnTo>
                  <a:lnTo>
                    <a:pt x="470083" y="884840"/>
                  </a:lnTo>
                  <a:lnTo>
                    <a:pt x="472519" y="884712"/>
                  </a:lnTo>
                  <a:lnTo>
                    <a:pt x="475569" y="883832"/>
                  </a:lnTo>
                  <a:lnTo>
                    <a:pt x="475726" y="883805"/>
                  </a:lnTo>
                  <a:lnTo>
                    <a:pt x="475972" y="883763"/>
                  </a:lnTo>
                  <a:lnTo>
                    <a:pt x="476384" y="883695"/>
                  </a:lnTo>
                  <a:lnTo>
                    <a:pt x="477783" y="883458"/>
                  </a:lnTo>
                  <a:lnTo>
                    <a:pt x="479619" y="883147"/>
                  </a:lnTo>
                  <a:lnTo>
                    <a:pt x="481160" y="882886"/>
                  </a:lnTo>
                  <a:lnTo>
                    <a:pt x="482422" y="882776"/>
                  </a:lnTo>
                  <a:lnTo>
                    <a:pt x="483157" y="882712"/>
                  </a:lnTo>
                  <a:lnTo>
                    <a:pt x="483212" y="882975"/>
                  </a:lnTo>
                  <a:lnTo>
                    <a:pt x="483429" y="883926"/>
                  </a:lnTo>
                  <a:lnTo>
                    <a:pt x="483731" y="884474"/>
                  </a:lnTo>
                  <a:lnTo>
                    <a:pt x="483813" y="884620"/>
                  </a:lnTo>
                  <a:lnTo>
                    <a:pt x="484098" y="885130"/>
                  </a:lnTo>
                  <a:lnTo>
                    <a:pt x="484390" y="885692"/>
                  </a:lnTo>
                  <a:lnTo>
                    <a:pt x="484663" y="886214"/>
                  </a:lnTo>
                  <a:lnTo>
                    <a:pt x="484859" y="886550"/>
                  </a:lnTo>
                  <a:lnTo>
                    <a:pt x="485052" y="886886"/>
                  </a:lnTo>
                  <a:lnTo>
                    <a:pt x="485217" y="887283"/>
                  </a:lnTo>
                  <a:lnTo>
                    <a:pt x="485174" y="887787"/>
                  </a:lnTo>
                  <a:lnTo>
                    <a:pt x="485080" y="888924"/>
                  </a:lnTo>
                  <a:lnTo>
                    <a:pt x="484986" y="890011"/>
                  </a:lnTo>
                  <a:lnTo>
                    <a:pt x="484932" y="890624"/>
                  </a:lnTo>
                  <a:lnTo>
                    <a:pt x="484899" y="891453"/>
                  </a:lnTo>
                  <a:lnTo>
                    <a:pt x="485296" y="891949"/>
                  </a:lnTo>
                  <a:lnTo>
                    <a:pt x="485426" y="891937"/>
                  </a:lnTo>
                  <a:lnTo>
                    <a:pt x="485823" y="892031"/>
                  </a:lnTo>
                  <a:lnTo>
                    <a:pt x="486591" y="892056"/>
                  </a:lnTo>
                  <a:lnTo>
                    <a:pt x="486729" y="892112"/>
                  </a:lnTo>
                  <a:lnTo>
                    <a:pt x="486871" y="892171"/>
                  </a:lnTo>
                  <a:lnTo>
                    <a:pt x="487283" y="892166"/>
                  </a:lnTo>
                  <a:lnTo>
                    <a:pt x="490206" y="892483"/>
                  </a:lnTo>
                  <a:lnTo>
                    <a:pt x="490044" y="892107"/>
                  </a:lnTo>
                  <a:lnTo>
                    <a:pt x="490044" y="891820"/>
                  </a:lnTo>
                  <a:lnTo>
                    <a:pt x="490146" y="891700"/>
                  </a:lnTo>
                  <a:lnTo>
                    <a:pt x="490350" y="891728"/>
                  </a:lnTo>
                  <a:lnTo>
                    <a:pt x="490505" y="891621"/>
                  </a:lnTo>
                  <a:lnTo>
                    <a:pt x="490408" y="891316"/>
                  </a:lnTo>
                  <a:lnTo>
                    <a:pt x="490500" y="891117"/>
                  </a:lnTo>
                  <a:lnTo>
                    <a:pt x="490454" y="890453"/>
                  </a:lnTo>
                  <a:lnTo>
                    <a:pt x="490523" y="890217"/>
                  </a:lnTo>
                  <a:lnTo>
                    <a:pt x="490469" y="890033"/>
                  </a:lnTo>
                  <a:lnTo>
                    <a:pt x="490373" y="889848"/>
                  </a:lnTo>
                  <a:lnTo>
                    <a:pt x="489927" y="889321"/>
                  </a:lnTo>
                  <a:lnTo>
                    <a:pt x="490060" y="889209"/>
                  </a:lnTo>
                  <a:lnTo>
                    <a:pt x="490759" y="889000"/>
                  </a:lnTo>
                  <a:lnTo>
                    <a:pt x="491156" y="889316"/>
                  </a:lnTo>
                  <a:lnTo>
                    <a:pt x="491365" y="889316"/>
                  </a:lnTo>
                  <a:lnTo>
                    <a:pt x="491688" y="889288"/>
                  </a:lnTo>
                  <a:lnTo>
                    <a:pt x="491864" y="889298"/>
                  </a:lnTo>
                  <a:lnTo>
                    <a:pt x="492462" y="889138"/>
                  </a:lnTo>
                  <a:lnTo>
                    <a:pt x="492869" y="888848"/>
                  </a:lnTo>
                  <a:lnTo>
                    <a:pt x="492988" y="888537"/>
                  </a:lnTo>
                  <a:lnTo>
                    <a:pt x="493258" y="888316"/>
                  </a:lnTo>
                  <a:lnTo>
                    <a:pt x="493431" y="887983"/>
                  </a:lnTo>
                  <a:lnTo>
                    <a:pt x="493579" y="887682"/>
                  </a:lnTo>
                  <a:lnTo>
                    <a:pt x="493813" y="887293"/>
                  </a:lnTo>
                  <a:lnTo>
                    <a:pt x="494128" y="886830"/>
                  </a:lnTo>
                  <a:lnTo>
                    <a:pt x="494126" y="886570"/>
                  </a:lnTo>
                  <a:lnTo>
                    <a:pt x="494126" y="886423"/>
                  </a:lnTo>
                  <a:lnTo>
                    <a:pt x="494144" y="886290"/>
                  </a:lnTo>
                  <a:lnTo>
                    <a:pt x="494075" y="886077"/>
                  </a:lnTo>
                  <a:lnTo>
                    <a:pt x="494210" y="885621"/>
                  </a:lnTo>
                  <a:lnTo>
                    <a:pt x="494408" y="885265"/>
                  </a:lnTo>
                  <a:lnTo>
                    <a:pt x="494508" y="885074"/>
                  </a:lnTo>
                  <a:lnTo>
                    <a:pt x="494630" y="884860"/>
                  </a:lnTo>
                  <a:lnTo>
                    <a:pt x="494828" y="884413"/>
                  </a:lnTo>
                  <a:lnTo>
                    <a:pt x="494943" y="884166"/>
                  </a:lnTo>
                  <a:lnTo>
                    <a:pt x="495205" y="883799"/>
                  </a:lnTo>
                  <a:lnTo>
                    <a:pt x="495299" y="883664"/>
                  </a:lnTo>
                  <a:lnTo>
                    <a:pt x="495436" y="883494"/>
                  </a:lnTo>
                  <a:lnTo>
                    <a:pt x="495691" y="883301"/>
                  </a:lnTo>
                  <a:lnTo>
                    <a:pt x="495899" y="883194"/>
                  </a:lnTo>
                  <a:lnTo>
                    <a:pt x="496055" y="883161"/>
                  </a:lnTo>
                  <a:lnTo>
                    <a:pt x="496297" y="883119"/>
                  </a:lnTo>
                  <a:lnTo>
                    <a:pt x="496431" y="883125"/>
                  </a:lnTo>
                  <a:lnTo>
                    <a:pt x="496833" y="883163"/>
                  </a:lnTo>
                  <a:lnTo>
                    <a:pt x="497128" y="883285"/>
                  </a:lnTo>
                  <a:lnTo>
                    <a:pt x="497289" y="883354"/>
                  </a:lnTo>
                  <a:lnTo>
                    <a:pt x="497719" y="883626"/>
                  </a:lnTo>
                  <a:lnTo>
                    <a:pt x="497905" y="883807"/>
                  </a:lnTo>
                  <a:lnTo>
                    <a:pt x="498212" y="884079"/>
                  </a:lnTo>
                  <a:lnTo>
                    <a:pt x="498367" y="884172"/>
                  </a:lnTo>
                  <a:lnTo>
                    <a:pt x="498515" y="884204"/>
                  </a:lnTo>
                  <a:lnTo>
                    <a:pt x="498981" y="884318"/>
                  </a:lnTo>
                  <a:lnTo>
                    <a:pt x="499749" y="884520"/>
                  </a:lnTo>
                  <a:lnTo>
                    <a:pt x="500060" y="884601"/>
                  </a:lnTo>
                  <a:lnTo>
                    <a:pt x="500187" y="884647"/>
                  </a:lnTo>
                  <a:lnTo>
                    <a:pt x="500459" y="884718"/>
                  </a:lnTo>
                  <a:lnTo>
                    <a:pt x="501169" y="884909"/>
                  </a:lnTo>
                  <a:lnTo>
                    <a:pt x="502060" y="885148"/>
                  </a:lnTo>
                  <a:lnTo>
                    <a:pt x="503070" y="885418"/>
                  </a:lnTo>
                  <a:lnTo>
                    <a:pt x="503767" y="885604"/>
                  </a:lnTo>
                  <a:lnTo>
                    <a:pt x="504401" y="885774"/>
                  </a:lnTo>
                  <a:lnTo>
                    <a:pt x="504770" y="885873"/>
                  </a:lnTo>
                  <a:lnTo>
                    <a:pt x="505529" y="886066"/>
                  </a:lnTo>
                  <a:lnTo>
                    <a:pt x="506105" y="886214"/>
                  </a:lnTo>
                  <a:lnTo>
                    <a:pt x="507392" y="886545"/>
                  </a:lnTo>
                  <a:lnTo>
                    <a:pt x="508344" y="886792"/>
                  </a:lnTo>
                  <a:lnTo>
                    <a:pt x="509219" y="887016"/>
                  </a:lnTo>
                  <a:lnTo>
                    <a:pt x="510176" y="887260"/>
                  </a:lnTo>
                  <a:lnTo>
                    <a:pt x="511362" y="887565"/>
                  </a:lnTo>
                  <a:lnTo>
                    <a:pt x="511624" y="887631"/>
                  </a:lnTo>
                  <a:lnTo>
                    <a:pt x="511911" y="887705"/>
                  </a:lnTo>
                  <a:lnTo>
                    <a:pt x="512723" y="887914"/>
                  </a:lnTo>
                  <a:lnTo>
                    <a:pt x="513066" y="888016"/>
                  </a:lnTo>
                  <a:lnTo>
                    <a:pt x="514746" y="888459"/>
                  </a:lnTo>
                  <a:lnTo>
                    <a:pt x="515906" y="888761"/>
                  </a:lnTo>
                  <a:lnTo>
                    <a:pt x="516194" y="888850"/>
                  </a:lnTo>
                  <a:lnTo>
                    <a:pt x="516372" y="888904"/>
                  </a:lnTo>
                  <a:lnTo>
                    <a:pt x="516535" y="888924"/>
                  </a:lnTo>
                  <a:lnTo>
                    <a:pt x="517041" y="889049"/>
                  </a:lnTo>
                  <a:lnTo>
                    <a:pt x="517664" y="889207"/>
                  </a:lnTo>
                  <a:lnTo>
                    <a:pt x="517977" y="889291"/>
                  </a:lnTo>
                  <a:lnTo>
                    <a:pt x="518649" y="889446"/>
                  </a:lnTo>
                  <a:lnTo>
                    <a:pt x="519257" y="889606"/>
                  </a:lnTo>
                  <a:lnTo>
                    <a:pt x="520158" y="889843"/>
                  </a:lnTo>
                  <a:lnTo>
                    <a:pt x="520486" y="889924"/>
                  </a:lnTo>
                  <a:lnTo>
                    <a:pt x="520657" y="889965"/>
                  </a:lnTo>
                  <a:lnTo>
                    <a:pt x="521171" y="890095"/>
                  </a:lnTo>
                  <a:lnTo>
                    <a:pt x="521965" y="890324"/>
                  </a:lnTo>
                  <a:lnTo>
                    <a:pt x="522843" y="890563"/>
                  </a:lnTo>
                  <a:lnTo>
                    <a:pt x="523270" y="890685"/>
                  </a:lnTo>
                  <a:lnTo>
                    <a:pt x="523995" y="890955"/>
                  </a:lnTo>
                  <a:lnTo>
                    <a:pt x="524115" y="891087"/>
                  </a:lnTo>
                  <a:lnTo>
                    <a:pt x="524474" y="891217"/>
                  </a:lnTo>
                  <a:lnTo>
                    <a:pt x="524469" y="891385"/>
                  </a:lnTo>
                  <a:lnTo>
                    <a:pt x="524698" y="891853"/>
                  </a:lnTo>
                  <a:lnTo>
                    <a:pt x="524848" y="892174"/>
                  </a:lnTo>
                  <a:lnTo>
                    <a:pt x="525041" y="892619"/>
                  </a:lnTo>
                  <a:lnTo>
                    <a:pt x="525364" y="892764"/>
                  </a:lnTo>
                  <a:lnTo>
                    <a:pt x="525619" y="892777"/>
                  </a:lnTo>
                  <a:lnTo>
                    <a:pt x="525845" y="892756"/>
                  </a:lnTo>
                  <a:lnTo>
                    <a:pt x="526184" y="892733"/>
                  </a:lnTo>
                  <a:lnTo>
                    <a:pt x="526390" y="892741"/>
                  </a:lnTo>
                  <a:lnTo>
                    <a:pt x="526657" y="892772"/>
                  </a:lnTo>
                  <a:lnTo>
                    <a:pt x="527031" y="892848"/>
                  </a:lnTo>
                  <a:lnTo>
                    <a:pt x="527273" y="892901"/>
                  </a:lnTo>
                  <a:lnTo>
                    <a:pt x="527560" y="892985"/>
                  </a:lnTo>
                  <a:lnTo>
                    <a:pt x="527891" y="892894"/>
                  </a:lnTo>
                  <a:lnTo>
                    <a:pt x="528118" y="892975"/>
                  </a:lnTo>
                  <a:lnTo>
                    <a:pt x="528649" y="893334"/>
                  </a:lnTo>
                  <a:lnTo>
                    <a:pt x="528988" y="893502"/>
                  </a:lnTo>
                  <a:lnTo>
                    <a:pt x="529298" y="893624"/>
                  </a:lnTo>
                  <a:lnTo>
                    <a:pt x="529845" y="893881"/>
                  </a:lnTo>
                  <a:lnTo>
                    <a:pt x="530219" y="894034"/>
                  </a:lnTo>
                  <a:lnTo>
                    <a:pt x="530512" y="894189"/>
                  </a:lnTo>
                  <a:lnTo>
                    <a:pt x="530934" y="894321"/>
                  </a:lnTo>
                  <a:lnTo>
                    <a:pt x="531453" y="894321"/>
                  </a:lnTo>
                  <a:lnTo>
                    <a:pt x="531797" y="894492"/>
                  </a:lnTo>
                  <a:lnTo>
                    <a:pt x="532230" y="894665"/>
                  </a:lnTo>
                  <a:lnTo>
                    <a:pt x="532520" y="894563"/>
                  </a:lnTo>
                  <a:lnTo>
                    <a:pt x="532647" y="894736"/>
                  </a:lnTo>
                  <a:lnTo>
                    <a:pt x="532723" y="894940"/>
                  </a:lnTo>
                  <a:lnTo>
                    <a:pt x="532761" y="895403"/>
                  </a:lnTo>
                  <a:lnTo>
                    <a:pt x="532947" y="895380"/>
                  </a:lnTo>
                  <a:lnTo>
                    <a:pt x="533191" y="895337"/>
                  </a:lnTo>
                  <a:lnTo>
                    <a:pt x="533385" y="895273"/>
                  </a:lnTo>
                  <a:lnTo>
                    <a:pt x="533545" y="895214"/>
                  </a:lnTo>
                  <a:lnTo>
                    <a:pt x="533675" y="895258"/>
                  </a:lnTo>
                  <a:lnTo>
                    <a:pt x="534044" y="895606"/>
                  </a:lnTo>
                  <a:lnTo>
                    <a:pt x="534530" y="896339"/>
                  </a:lnTo>
                  <a:lnTo>
                    <a:pt x="534650" y="896471"/>
                  </a:lnTo>
                  <a:lnTo>
                    <a:pt x="534680" y="896619"/>
                  </a:lnTo>
                  <a:lnTo>
                    <a:pt x="534764" y="896795"/>
                  </a:lnTo>
                  <a:lnTo>
                    <a:pt x="534907" y="897087"/>
                  </a:lnTo>
                  <a:lnTo>
                    <a:pt x="534985" y="897253"/>
                  </a:lnTo>
                  <a:lnTo>
                    <a:pt x="535176" y="897594"/>
                  </a:lnTo>
                  <a:lnTo>
                    <a:pt x="535319" y="897952"/>
                  </a:lnTo>
                  <a:lnTo>
                    <a:pt x="535533" y="898357"/>
                  </a:lnTo>
                  <a:lnTo>
                    <a:pt x="535629" y="898560"/>
                  </a:lnTo>
                  <a:lnTo>
                    <a:pt x="535907" y="898985"/>
                  </a:lnTo>
                  <a:lnTo>
                    <a:pt x="536260" y="899464"/>
                  </a:lnTo>
                  <a:lnTo>
                    <a:pt x="536683" y="900041"/>
                  </a:lnTo>
                  <a:lnTo>
                    <a:pt x="536975" y="900321"/>
                  </a:lnTo>
                  <a:lnTo>
                    <a:pt x="537438" y="900764"/>
                  </a:lnTo>
                  <a:lnTo>
                    <a:pt x="537805" y="901192"/>
                  </a:lnTo>
                  <a:lnTo>
                    <a:pt x="537975" y="901382"/>
                  </a:lnTo>
                  <a:lnTo>
                    <a:pt x="538131" y="901527"/>
                  </a:lnTo>
                  <a:lnTo>
                    <a:pt x="538436" y="901815"/>
                  </a:lnTo>
                  <a:lnTo>
                    <a:pt x="538696" y="902085"/>
                  </a:lnTo>
                  <a:lnTo>
                    <a:pt x="538807" y="902278"/>
                  </a:lnTo>
                  <a:lnTo>
                    <a:pt x="538965" y="902545"/>
                  </a:lnTo>
                  <a:lnTo>
                    <a:pt x="539131" y="902784"/>
                  </a:lnTo>
                  <a:lnTo>
                    <a:pt x="539342" y="903046"/>
                  </a:lnTo>
                  <a:lnTo>
                    <a:pt x="539571" y="903393"/>
                  </a:lnTo>
                  <a:lnTo>
                    <a:pt x="539978" y="903817"/>
                  </a:lnTo>
                  <a:lnTo>
                    <a:pt x="540383" y="904120"/>
                  </a:lnTo>
                  <a:lnTo>
                    <a:pt x="540866" y="904428"/>
                  </a:lnTo>
                  <a:lnTo>
                    <a:pt x="541039" y="904543"/>
                  </a:lnTo>
                  <a:lnTo>
                    <a:pt x="541210" y="904576"/>
                  </a:lnTo>
                  <a:lnTo>
                    <a:pt x="541599" y="904858"/>
                  </a:lnTo>
                  <a:lnTo>
                    <a:pt x="541780" y="904973"/>
                  </a:lnTo>
                  <a:lnTo>
                    <a:pt x="542304" y="905413"/>
                  </a:lnTo>
                  <a:lnTo>
                    <a:pt x="542441" y="905499"/>
                  </a:lnTo>
                  <a:lnTo>
                    <a:pt x="542500" y="905670"/>
                  </a:lnTo>
                  <a:lnTo>
                    <a:pt x="542762" y="905952"/>
                  </a:lnTo>
                  <a:lnTo>
                    <a:pt x="542907" y="905978"/>
                  </a:lnTo>
                  <a:lnTo>
                    <a:pt x="543100" y="905973"/>
                  </a:lnTo>
                  <a:lnTo>
                    <a:pt x="543345" y="905998"/>
                  </a:lnTo>
                  <a:lnTo>
                    <a:pt x="543597" y="906019"/>
                  </a:lnTo>
                  <a:lnTo>
                    <a:pt x="543909" y="905777"/>
                  </a:lnTo>
                  <a:lnTo>
                    <a:pt x="544136" y="905563"/>
                  </a:lnTo>
                  <a:lnTo>
                    <a:pt x="544327" y="905543"/>
                  </a:lnTo>
                  <a:lnTo>
                    <a:pt x="544482" y="905520"/>
                  </a:lnTo>
                  <a:lnTo>
                    <a:pt x="545098" y="905657"/>
                  </a:lnTo>
                  <a:lnTo>
                    <a:pt x="545347" y="905576"/>
                  </a:lnTo>
                  <a:lnTo>
                    <a:pt x="545520" y="905240"/>
                  </a:lnTo>
                  <a:lnTo>
                    <a:pt x="545915" y="904901"/>
                  </a:lnTo>
                  <a:lnTo>
                    <a:pt x="546075" y="904896"/>
                  </a:lnTo>
                  <a:lnTo>
                    <a:pt x="546228" y="904818"/>
                  </a:lnTo>
                  <a:lnTo>
                    <a:pt x="546579" y="905072"/>
                  </a:lnTo>
                  <a:lnTo>
                    <a:pt x="546675" y="905235"/>
                  </a:lnTo>
                  <a:lnTo>
                    <a:pt x="546935" y="905398"/>
                  </a:lnTo>
                  <a:lnTo>
                    <a:pt x="547444" y="905260"/>
                  </a:lnTo>
                  <a:lnTo>
                    <a:pt x="547546" y="905133"/>
                  </a:lnTo>
                  <a:lnTo>
                    <a:pt x="547691" y="904746"/>
                  </a:lnTo>
                  <a:lnTo>
                    <a:pt x="547673" y="904609"/>
                  </a:lnTo>
                  <a:lnTo>
                    <a:pt x="547675" y="904438"/>
                  </a:lnTo>
                  <a:lnTo>
                    <a:pt x="547889" y="904169"/>
                  </a:lnTo>
                  <a:lnTo>
                    <a:pt x="548189" y="904156"/>
                  </a:lnTo>
                  <a:lnTo>
                    <a:pt x="548352" y="904136"/>
                  </a:lnTo>
                  <a:lnTo>
                    <a:pt x="548635" y="904064"/>
                  </a:lnTo>
                  <a:lnTo>
                    <a:pt x="548876" y="903965"/>
                  </a:lnTo>
                  <a:lnTo>
                    <a:pt x="549004" y="903929"/>
                  </a:lnTo>
                  <a:lnTo>
                    <a:pt x="549319" y="903754"/>
                  </a:lnTo>
                  <a:lnTo>
                    <a:pt x="549609" y="903530"/>
                  </a:lnTo>
                  <a:lnTo>
                    <a:pt x="549706" y="903395"/>
                  </a:lnTo>
                  <a:lnTo>
                    <a:pt x="549874" y="903158"/>
                  </a:lnTo>
                  <a:lnTo>
                    <a:pt x="550151" y="902698"/>
                  </a:lnTo>
                  <a:lnTo>
                    <a:pt x="550169" y="902540"/>
                  </a:lnTo>
                  <a:lnTo>
                    <a:pt x="550579" y="902003"/>
                  </a:lnTo>
                  <a:lnTo>
                    <a:pt x="550734" y="901711"/>
                  </a:lnTo>
                  <a:lnTo>
                    <a:pt x="550912" y="901421"/>
                  </a:lnTo>
                  <a:lnTo>
                    <a:pt x="551184" y="901286"/>
                  </a:lnTo>
                  <a:lnTo>
                    <a:pt x="551388" y="901189"/>
                  </a:lnTo>
                  <a:lnTo>
                    <a:pt x="551538" y="901115"/>
                  </a:lnTo>
                  <a:lnTo>
                    <a:pt x="551782" y="901049"/>
                  </a:lnTo>
                  <a:lnTo>
                    <a:pt x="552248" y="900868"/>
                  </a:lnTo>
                  <a:lnTo>
                    <a:pt x="552545" y="900731"/>
                  </a:lnTo>
                  <a:lnTo>
                    <a:pt x="552848" y="900591"/>
                  </a:lnTo>
                  <a:lnTo>
                    <a:pt x="552986" y="900540"/>
                  </a:lnTo>
                  <a:lnTo>
                    <a:pt x="553393" y="900428"/>
                  </a:lnTo>
                  <a:lnTo>
                    <a:pt x="553657" y="900545"/>
                  </a:lnTo>
                  <a:lnTo>
                    <a:pt x="553988" y="900583"/>
                  </a:lnTo>
                  <a:lnTo>
                    <a:pt x="554344" y="900611"/>
                  </a:lnTo>
                  <a:lnTo>
                    <a:pt x="554645" y="900772"/>
                  </a:lnTo>
                  <a:lnTo>
                    <a:pt x="554785" y="900848"/>
                  </a:lnTo>
                  <a:lnTo>
                    <a:pt x="554981" y="900952"/>
                  </a:lnTo>
                  <a:lnTo>
                    <a:pt x="555090" y="901141"/>
                  </a:lnTo>
                  <a:lnTo>
                    <a:pt x="555171" y="901288"/>
                  </a:lnTo>
                  <a:lnTo>
                    <a:pt x="555530" y="901492"/>
                  </a:lnTo>
                  <a:lnTo>
                    <a:pt x="555843" y="901573"/>
                  </a:lnTo>
                  <a:lnTo>
                    <a:pt x="556113" y="901568"/>
                  </a:lnTo>
                  <a:lnTo>
                    <a:pt x="556347" y="901469"/>
                  </a:lnTo>
                  <a:lnTo>
                    <a:pt x="556719" y="901342"/>
                  </a:lnTo>
                  <a:lnTo>
                    <a:pt x="556925" y="901286"/>
                  </a:lnTo>
                  <a:lnTo>
                    <a:pt x="557184" y="901171"/>
                  </a:lnTo>
                  <a:lnTo>
                    <a:pt x="557327" y="901092"/>
                  </a:lnTo>
                  <a:lnTo>
                    <a:pt x="557510" y="900960"/>
                  </a:lnTo>
                  <a:lnTo>
                    <a:pt x="557607" y="900774"/>
                  </a:lnTo>
                  <a:lnTo>
                    <a:pt x="557790" y="900749"/>
                  </a:lnTo>
                  <a:lnTo>
                    <a:pt x="558016" y="900767"/>
                  </a:lnTo>
                  <a:lnTo>
                    <a:pt x="558258" y="900741"/>
                  </a:lnTo>
                  <a:lnTo>
                    <a:pt x="558579" y="900713"/>
                  </a:lnTo>
                  <a:lnTo>
                    <a:pt x="558836" y="900690"/>
                  </a:lnTo>
                  <a:lnTo>
                    <a:pt x="559203" y="900696"/>
                  </a:lnTo>
                  <a:lnTo>
                    <a:pt x="558082" y="896727"/>
                  </a:lnTo>
                  <a:lnTo>
                    <a:pt x="556086" y="889664"/>
                  </a:lnTo>
                  <a:lnTo>
                    <a:pt x="553511" y="880560"/>
                  </a:lnTo>
                  <a:lnTo>
                    <a:pt x="550847" y="871068"/>
                  </a:lnTo>
                  <a:lnTo>
                    <a:pt x="549005" y="864318"/>
                  </a:lnTo>
                  <a:lnTo>
                    <a:pt x="546274" y="854784"/>
                  </a:lnTo>
                  <a:lnTo>
                    <a:pt x="542221" y="840337"/>
                  </a:lnTo>
                  <a:lnTo>
                    <a:pt x="538100" y="825201"/>
                  </a:lnTo>
                  <a:lnTo>
                    <a:pt x="536679" y="819977"/>
                  </a:lnTo>
                  <a:lnTo>
                    <a:pt x="538094" y="815577"/>
                  </a:lnTo>
                  <a:lnTo>
                    <a:pt x="539371" y="811614"/>
                  </a:lnTo>
                  <a:lnTo>
                    <a:pt x="540510" y="808050"/>
                  </a:lnTo>
                  <a:lnTo>
                    <a:pt x="542037" y="803287"/>
                  </a:lnTo>
                  <a:lnTo>
                    <a:pt x="542184" y="802828"/>
                  </a:lnTo>
                  <a:lnTo>
                    <a:pt x="542908" y="800552"/>
                  </a:lnTo>
                  <a:lnTo>
                    <a:pt x="545137" y="793582"/>
                  </a:lnTo>
                  <a:lnTo>
                    <a:pt x="548863" y="781922"/>
                  </a:lnTo>
                  <a:lnTo>
                    <a:pt x="547030" y="768523"/>
                  </a:lnTo>
                  <a:lnTo>
                    <a:pt x="545674" y="758608"/>
                  </a:lnTo>
                  <a:lnTo>
                    <a:pt x="545159" y="754823"/>
                  </a:lnTo>
                  <a:lnTo>
                    <a:pt x="544509" y="750037"/>
                  </a:lnTo>
                  <a:lnTo>
                    <a:pt x="542840" y="737758"/>
                  </a:lnTo>
                  <a:lnTo>
                    <a:pt x="545959" y="733547"/>
                  </a:lnTo>
                  <a:lnTo>
                    <a:pt x="551118" y="726585"/>
                  </a:lnTo>
                  <a:lnTo>
                    <a:pt x="553217" y="723736"/>
                  </a:lnTo>
                  <a:lnTo>
                    <a:pt x="556018" y="719935"/>
                  </a:lnTo>
                  <a:lnTo>
                    <a:pt x="557112" y="718428"/>
                  </a:lnTo>
                  <a:lnTo>
                    <a:pt x="562588" y="710877"/>
                  </a:lnTo>
                  <a:lnTo>
                    <a:pt x="560432" y="704822"/>
                  </a:lnTo>
                  <a:lnTo>
                    <a:pt x="557041" y="695300"/>
                  </a:lnTo>
                  <a:lnTo>
                    <a:pt x="553762" y="686085"/>
                  </a:lnTo>
                  <a:lnTo>
                    <a:pt x="551176" y="678968"/>
                  </a:lnTo>
                  <a:lnTo>
                    <a:pt x="549132" y="673337"/>
                  </a:lnTo>
                  <a:lnTo>
                    <a:pt x="545929" y="664518"/>
                  </a:lnTo>
                  <a:lnTo>
                    <a:pt x="543619" y="658051"/>
                  </a:lnTo>
                  <a:lnTo>
                    <a:pt x="543015" y="656360"/>
                  </a:lnTo>
                  <a:lnTo>
                    <a:pt x="540403" y="649057"/>
                  </a:lnTo>
                  <a:lnTo>
                    <a:pt x="537475" y="640978"/>
                  </a:lnTo>
                  <a:lnTo>
                    <a:pt x="534800" y="633288"/>
                  </a:lnTo>
                  <a:lnTo>
                    <a:pt x="540785" y="623801"/>
                  </a:lnTo>
                  <a:lnTo>
                    <a:pt x="542715" y="620733"/>
                  </a:lnTo>
                  <a:lnTo>
                    <a:pt x="542976" y="620318"/>
                  </a:lnTo>
                  <a:lnTo>
                    <a:pt x="546617" y="614611"/>
                  </a:lnTo>
                  <a:lnTo>
                    <a:pt x="549886" y="609472"/>
                  </a:lnTo>
                  <a:lnTo>
                    <a:pt x="551885" y="605561"/>
                  </a:lnTo>
                  <a:lnTo>
                    <a:pt x="557709" y="594175"/>
                  </a:lnTo>
                  <a:lnTo>
                    <a:pt x="562115" y="585941"/>
                  </a:lnTo>
                  <a:lnTo>
                    <a:pt x="564435" y="581604"/>
                  </a:lnTo>
                  <a:lnTo>
                    <a:pt x="565019" y="580513"/>
                  </a:lnTo>
                  <a:lnTo>
                    <a:pt x="567788" y="575350"/>
                  </a:lnTo>
                  <a:lnTo>
                    <a:pt x="565590" y="564371"/>
                  </a:lnTo>
                  <a:lnTo>
                    <a:pt x="564616" y="559505"/>
                  </a:lnTo>
                  <a:lnTo>
                    <a:pt x="562139" y="546866"/>
                  </a:lnTo>
                  <a:lnTo>
                    <a:pt x="561250" y="542316"/>
                  </a:lnTo>
                  <a:lnTo>
                    <a:pt x="564388" y="539235"/>
                  </a:lnTo>
                  <a:lnTo>
                    <a:pt x="567543" y="536141"/>
                  </a:lnTo>
                  <a:lnTo>
                    <a:pt x="571480" y="532281"/>
                  </a:lnTo>
                  <a:lnTo>
                    <a:pt x="575735" y="527286"/>
                  </a:lnTo>
                  <a:lnTo>
                    <a:pt x="581071" y="521026"/>
                  </a:lnTo>
                  <a:lnTo>
                    <a:pt x="582784" y="516384"/>
                  </a:lnTo>
                  <a:lnTo>
                    <a:pt x="585497" y="508981"/>
                  </a:lnTo>
                  <a:lnTo>
                    <a:pt x="587708" y="505823"/>
                  </a:lnTo>
                  <a:lnTo>
                    <a:pt x="592184" y="499428"/>
                  </a:lnTo>
                  <a:lnTo>
                    <a:pt x="595118" y="495245"/>
                  </a:lnTo>
                  <a:lnTo>
                    <a:pt x="597655" y="491612"/>
                  </a:lnTo>
                  <a:lnTo>
                    <a:pt x="600211" y="487959"/>
                  </a:lnTo>
                  <a:lnTo>
                    <a:pt x="605460" y="480362"/>
                  </a:lnTo>
                  <a:lnTo>
                    <a:pt x="607908" y="476536"/>
                  </a:lnTo>
                  <a:lnTo>
                    <a:pt x="613183" y="468306"/>
                  </a:lnTo>
                  <a:lnTo>
                    <a:pt x="618488" y="459831"/>
                  </a:lnTo>
                  <a:lnTo>
                    <a:pt x="622738" y="453035"/>
                  </a:lnTo>
                  <a:lnTo>
                    <a:pt x="628282" y="444142"/>
                  </a:lnTo>
                  <a:lnTo>
                    <a:pt x="632518" y="437269"/>
                  </a:lnTo>
                  <a:lnTo>
                    <a:pt x="642176" y="430202"/>
                  </a:lnTo>
                  <a:lnTo>
                    <a:pt x="651781" y="423174"/>
                  </a:lnTo>
                  <a:lnTo>
                    <a:pt x="663566" y="414580"/>
                  </a:lnTo>
                  <a:lnTo>
                    <a:pt x="672532" y="412195"/>
                  </a:lnTo>
                  <a:lnTo>
                    <a:pt x="674707" y="411619"/>
                  </a:lnTo>
                  <a:lnTo>
                    <a:pt x="683383" y="409320"/>
                  </a:lnTo>
                  <a:lnTo>
                    <a:pt x="690920" y="407275"/>
                  </a:lnTo>
                  <a:lnTo>
                    <a:pt x="699174" y="405045"/>
                  </a:lnTo>
                  <a:lnTo>
                    <a:pt x="709947" y="407611"/>
                  </a:lnTo>
                  <a:lnTo>
                    <a:pt x="719812" y="410052"/>
                  </a:lnTo>
                  <a:lnTo>
                    <a:pt x="728575" y="412047"/>
                  </a:lnTo>
                  <a:lnTo>
                    <a:pt x="739476" y="414538"/>
                  </a:lnTo>
                  <a:lnTo>
                    <a:pt x="747139" y="416610"/>
                  </a:lnTo>
                  <a:lnTo>
                    <a:pt x="750339" y="417474"/>
                  </a:lnTo>
                  <a:lnTo>
                    <a:pt x="754743" y="418657"/>
                  </a:lnTo>
                  <a:lnTo>
                    <a:pt x="761428" y="420468"/>
                  </a:lnTo>
                  <a:lnTo>
                    <a:pt x="772407" y="424524"/>
                  </a:lnTo>
                  <a:lnTo>
                    <a:pt x="777117" y="426266"/>
                  </a:lnTo>
                  <a:lnTo>
                    <a:pt x="782811" y="428369"/>
                  </a:lnTo>
                  <a:lnTo>
                    <a:pt x="786194" y="429600"/>
                  </a:lnTo>
                  <a:lnTo>
                    <a:pt x="792576" y="431901"/>
                  </a:lnTo>
                  <a:lnTo>
                    <a:pt x="795494" y="425869"/>
                  </a:lnTo>
                  <a:lnTo>
                    <a:pt x="798326" y="420001"/>
                  </a:lnTo>
                  <a:lnTo>
                    <a:pt x="800166" y="416016"/>
                  </a:lnTo>
                  <a:lnTo>
                    <a:pt x="803613" y="408531"/>
                  </a:lnTo>
                  <a:lnTo>
                    <a:pt x="805817" y="403749"/>
                  </a:lnTo>
                  <a:lnTo>
                    <a:pt x="808933" y="396832"/>
                  </a:lnTo>
                  <a:lnTo>
                    <a:pt x="811080" y="392051"/>
                  </a:lnTo>
                  <a:lnTo>
                    <a:pt x="812124" y="389734"/>
                  </a:lnTo>
                  <a:lnTo>
                    <a:pt x="812732" y="388385"/>
                  </a:lnTo>
                  <a:lnTo>
                    <a:pt x="816865" y="379204"/>
                  </a:lnTo>
                  <a:lnTo>
                    <a:pt x="816468" y="370775"/>
                  </a:lnTo>
                  <a:lnTo>
                    <a:pt x="816019" y="361225"/>
                  </a:lnTo>
                  <a:lnTo>
                    <a:pt x="815672" y="353885"/>
                  </a:lnTo>
                  <a:lnTo>
                    <a:pt x="815129" y="345201"/>
                  </a:lnTo>
                  <a:lnTo>
                    <a:pt x="814108" y="328869"/>
                  </a:lnTo>
                  <a:lnTo>
                    <a:pt x="813673" y="321556"/>
                  </a:lnTo>
                  <a:lnTo>
                    <a:pt x="813046" y="311094"/>
                  </a:lnTo>
                  <a:lnTo>
                    <a:pt x="812578" y="303306"/>
                  </a:lnTo>
                  <a:lnTo>
                    <a:pt x="809138" y="298786"/>
                  </a:lnTo>
                  <a:lnTo>
                    <a:pt x="805477" y="297437"/>
                  </a:lnTo>
                  <a:lnTo>
                    <a:pt x="792185" y="292617"/>
                  </a:lnTo>
                  <a:lnTo>
                    <a:pt x="785545" y="290218"/>
                  </a:lnTo>
                  <a:lnTo>
                    <a:pt x="779471" y="285716"/>
                  </a:lnTo>
                  <a:lnTo>
                    <a:pt x="772988" y="280907"/>
                  </a:lnTo>
                  <a:lnTo>
                    <a:pt x="768641" y="277682"/>
                  </a:lnTo>
                  <a:lnTo>
                    <a:pt x="762585" y="273096"/>
                  </a:lnTo>
                  <a:lnTo>
                    <a:pt x="757038" y="268903"/>
                  </a:lnTo>
                  <a:lnTo>
                    <a:pt x="760753" y="259448"/>
                  </a:lnTo>
                  <a:lnTo>
                    <a:pt x="763624" y="252130"/>
                  </a:lnTo>
                  <a:lnTo>
                    <a:pt x="770164" y="240417"/>
                  </a:lnTo>
                  <a:lnTo>
                    <a:pt x="774854" y="232036"/>
                  </a:lnTo>
                  <a:lnTo>
                    <a:pt x="777700" y="226837"/>
                  </a:lnTo>
                  <a:lnTo>
                    <a:pt x="782458" y="218161"/>
                  </a:lnTo>
                  <a:lnTo>
                    <a:pt x="784724" y="214029"/>
                  </a:lnTo>
                  <a:lnTo>
                    <a:pt x="790105" y="204323"/>
                  </a:lnTo>
                  <a:lnTo>
                    <a:pt x="791950" y="200991"/>
                  </a:lnTo>
                  <a:lnTo>
                    <a:pt x="797713" y="190438"/>
                  </a:lnTo>
                  <a:lnTo>
                    <a:pt x="802388" y="181963"/>
                  </a:lnTo>
                  <a:lnTo>
                    <a:pt x="806252" y="175011"/>
                  </a:lnTo>
                  <a:lnTo>
                    <a:pt x="807698" y="172409"/>
                  </a:lnTo>
                  <a:lnTo>
                    <a:pt x="810069" y="168144"/>
                  </a:lnTo>
                  <a:lnTo>
                    <a:pt x="812092" y="164660"/>
                  </a:lnTo>
                  <a:lnTo>
                    <a:pt x="816548" y="156998"/>
                  </a:lnTo>
                  <a:lnTo>
                    <a:pt x="822312" y="147444"/>
                  </a:lnTo>
                  <a:lnTo>
                    <a:pt x="828451" y="137265"/>
                  </a:lnTo>
                  <a:lnTo>
                    <a:pt x="830740" y="133509"/>
                  </a:lnTo>
                  <a:lnTo>
                    <a:pt x="836558" y="123972"/>
                  </a:lnTo>
                  <a:lnTo>
                    <a:pt x="840520" y="117485"/>
                  </a:lnTo>
                  <a:lnTo>
                    <a:pt x="839412" y="116740"/>
                  </a:lnTo>
                  <a:lnTo>
                    <a:pt x="837005" y="118541"/>
                  </a:lnTo>
                  <a:lnTo>
                    <a:pt x="836509" y="117984"/>
                  </a:lnTo>
                  <a:lnTo>
                    <a:pt x="836099" y="117536"/>
                  </a:lnTo>
                  <a:lnTo>
                    <a:pt x="835712" y="117109"/>
                  </a:lnTo>
                  <a:lnTo>
                    <a:pt x="835499" y="116872"/>
                  </a:lnTo>
                  <a:lnTo>
                    <a:pt x="834939" y="116213"/>
                  </a:lnTo>
                  <a:lnTo>
                    <a:pt x="834776" y="116020"/>
                  </a:lnTo>
                  <a:lnTo>
                    <a:pt x="833705" y="116068"/>
                  </a:lnTo>
                  <a:lnTo>
                    <a:pt x="833333" y="116078"/>
                  </a:lnTo>
                  <a:lnTo>
                    <a:pt x="833112" y="116086"/>
                  </a:lnTo>
                  <a:lnTo>
                    <a:pt x="832740" y="116086"/>
                  </a:lnTo>
                  <a:lnTo>
                    <a:pt x="832600" y="115987"/>
                  </a:lnTo>
                  <a:lnTo>
                    <a:pt x="832379" y="115406"/>
                  </a:lnTo>
                  <a:lnTo>
                    <a:pt x="832145" y="114798"/>
                  </a:lnTo>
                  <a:lnTo>
                    <a:pt x="831952" y="114266"/>
                  </a:lnTo>
                  <a:lnTo>
                    <a:pt x="831779" y="113836"/>
                  </a:lnTo>
                  <a:lnTo>
                    <a:pt x="831560" y="113826"/>
                  </a:lnTo>
                  <a:lnTo>
                    <a:pt x="830972" y="113803"/>
                  </a:lnTo>
                  <a:lnTo>
                    <a:pt x="830300" y="113803"/>
                  </a:lnTo>
                  <a:lnTo>
                    <a:pt x="829751" y="113763"/>
                  </a:lnTo>
                  <a:lnTo>
                    <a:pt x="829206" y="113747"/>
                  </a:lnTo>
                  <a:lnTo>
                    <a:pt x="828842" y="113758"/>
                  </a:lnTo>
                  <a:lnTo>
                    <a:pt x="828595" y="113742"/>
                  </a:lnTo>
                  <a:lnTo>
                    <a:pt x="827949" y="113748"/>
                  </a:lnTo>
                  <a:lnTo>
                    <a:pt x="827700" y="113763"/>
                  </a:lnTo>
                  <a:lnTo>
                    <a:pt x="826972" y="113804"/>
                  </a:lnTo>
                  <a:lnTo>
                    <a:pt x="825967" y="113829"/>
                  </a:lnTo>
                  <a:lnTo>
                    <a:pt x="824987" y="113837"/>
                  </a:lnTo>
                  <a:lnTo>
                    <a:pt x="824501" y="113847"/>
                  </a:lnTo>
                  <a:lnTo>
                    <a:pt x="824171" y="113643"/>
                  </a:lnTo>
                  <a:lnTo>
                    <a:pt x="823822" y="113394"/>
                  </a:lnTo>
                  <a:lnTo>
                    <a:pt x="823575" y="113218"/>
                  </a:lnTo>
                  <a:lnTo>
                    <a:pt x="823331" y="112900"/>
                  </a:lnTo>
                  <a:lnTo>
                    <a:pt x="823066" y="112585"/>
                  </a:lnTo>
                  <a:lnTo>
                    <a:pt x="822603" y="112078"/>
                  </a:lnTo>
                  <a:lnTo>
                    <a:pt x="822290" y="111834"/>
                  </a:lnTo>
                  <a:lnTo>
                    <a:pt x="821982" y="111671"/>
                  </a:lnTo>
                  <a:lnTo>
                    <a:pt x="821626" y="111552"/>
                  </a:lnTo>
                  <a:lnTo>
                    <a:pt x="821283" y="111488"/>
                  </a:lnTo>
                  <a:lnTo>
                    <a:pt x="821069" y="111597"/>
                  </a:lnTo>
                  <a:lnTo>
                    <a:pt x="820707" y="111770"/>
                  </a:lnTo>
                  <a:lnTo>
                    <a:pt x="820255" y="111943"/>
                  </a:lnTo>
                  <a:lnTo>
                    <a:pt x="819710" y="112200"/>
                  </a:lnTo>
                  <a:lnTo>
                    <a:pt x="819382" y="112340"/>
                  </a:lnTo>
                  <a:lnTo>
                    <a:pt x="819008" y="112518"/>
                  </a:lnTo>
                  <a:lnTo>
                    <a:pt x="818639" y="112656"/>
                  </a:lnTo>
                  <a:lnTo>
                    <a:pt x="818199" y="112839"/>
                  </a:lnTo>
                  <a:lnTo>
                    <a:pt x="817769" y="113030"/>
                  </a:lnTo>
                  <a:lnTo>
                    <a:pt x="817333" y="113223"/>
                  </a:lnTo>
                  <a:lnTo>
                    <a:pt x="816766" y="113452"/>
                  </a:lnTo>
                  <a:lnTo>
                    <a:pt x="816331" y="113661"/>
                  </a:lnTo>
                  <a:lnTo>
                    <a:pt x="815690" y="113951"/>
                  </a:lnTo>
                  <a:lnTo>
                    <a:pt x="815076" y="114190"/>
                  </a:lnTo>
                  <a:lnTo>
                    <a:pt x="814825" y="114294"/>
                  </a:lnTo>
                  <a:lnTo>
                    <a:pt x="814593" y="114416"/>
                  </a:lnTo>
                  <a:lnTo>
                    <a:pt x="814120" y="114551"/>
                  </a:lnTo>
                  <a:lnTo>
                    <a:pt x="813659" y="114714"/>
                  </a:lnTo>
                  <a:lnTo>
                    <a:pt x="813346" y="114816"/>
                  </a:lnTo>
                  <a:lnTo>
                    <a:pt x="812822" y="114986"/>
                  </a:lnTo>
                  <a:lnTo>
                    <a:pt x="812275" y="115172"/>
                  </a:lnTo>
                  <a:lnTo>
                    <a:pt x="811819" y="115330"/>
                  </a:lnTo>
                  <a:lnTo>
                    <a:pt x="811267" y="115549"/>
                  </a:lnTo>
                  <a:lnTo>
                    <a:pt x="810705" y="115712"/>
                  </a:lnTo>
                  <a:lnTo>
                    <a:pt x="810283" y="115857"/>
                  </a:lnTo>
                  <a:lnTo>
                    <a:pt x="809751" y="116040"/>
                  </a:lnTo>
                  <a:lnTo>
                    <a:pt x="809221" y="116223"/>
                  </a:lnTo>
                  <a:lnTo>
                    <a:pt x="808634" y="115984"/>
                  </a:lnTo>
                  <a:lnTo>
                    <a:pt x="807924" y="115737"/>
                  </a:lnTo>
                  <a:lnTo>
                    <a:pt x="807193" y="115462"/>
                  </a:lnTo>
                  <a:lnTo>
                    <a:pt x="806346" y="115169"/>
                  </a:lnTo>
                  <a:lnTo>
                    <a:pt x="805623" y="114892"/>
                  </a:lnTo>
                  <a:lnTo>
                    <a:pt x="804835" y="114650"/>
                  </a:lnTo>
                  <a:lnTo>
                    <a:pt x="804204" y="114404"/>
                  </a:lnTo>
                  <a:lnTo>
                    <a:pt x="803570" y="114167"/>
                  </a:lnTo>
                  <a:lnTo>
                    <a:pt x="803087" y="113989"/>
                  </a:lnTo>
                  <a:lnTo>
                    <a:pt x="802132" y="114083"/>
                  </a:lnTo>
                  <a:lnTo>
                    <a:pt x="801377" y="114159"/>
                  </a:lnTo>
                  <a:lnTo>
                    <a:pt x="800443" y="114258"/>
                  </a:lnTo>
                  <a:lnTo>
                    <a:pt x="799702" y="114322"/>
                  </a:lnTo>
                  <a:lnTo>
                    <a:pt x="798903" y="114373"/>
                  </a:lnTo>
                  <a:lnTo>
                    <a:pt x="798031" y="114442"/>
                  </a:lnTo>
                  <a:lnTo>
                    <a:pt x="796664" y="114569"/>
                  </a:lnTo>
                  <a:lnTo>
                    <a:pt x="795753" y="114602"/>
                  </a:lnTo>
                  <a:lnTo>
                    <a:pt x="795509" y="114625"/>
                  </a:lnTo>
                  <a:lnTo>
                    <a:pt x="794982" y="115215"/>
                  </a:lnTo>
                  <a:lnTo>
                    <a:pt x="794412" y="115831"/>
                  </a:lnTo>
                  <a:lnTo>
                    <a:pt x="793842" y="116426"/>
                  </a:lnTo>
                  <a:lnTo>
                    <a:pt x="793412" y="116900"/>
                  </a:lnTo>
                  <a:lnTo>
                    <a:pt x="792331" y="116877"/>
                  </a:lnTo>
                  <a:lnTo>
                    <a:pt x="791415" y="116879"/>
                  </a:lnTo>
                  <a:lnTo>
                    <a:pt x="790557" y="116879"/>
                  </a:lnTo>
                  <a:lnTo>
                    <a:pt x="789909" y="116854"/>
                  </a:lnTo>
                  <a:lnTo>
                    <a:pt x="788038" y="116854"/>
                  </a:lnTo>
                  <a:lnTo>
                    <a:pt x="787209" y="116856"/>
                  </a:lnTo>
                  <a:lnTo>
                    <a:pt x="786346" y="116851"/>
                  </a:lnTo>
                  <a:lnTo>
                    <a:pt x="785545" y="116846"/>
                  </a:lnTo>
                  <a:lnTo>
                    <a:pt x="785010" y="116846"/>
                  </a:lnTo>
                  <a:lnTo>
                    <a:pt x="784341" y="116828"/>
                  </a:lnTo>
                  <a:lnTo>
                    <a:pt x="783453" y="116813"/>
                  </a:lnTo>
                  <a:lnTo>
                    <a:pt x="782021" y="116813"/>
                  </a:lnTo>
                  <a:lnTo>
                    <a:pt x="781761" y="116816"/>
                  </a:lnTo>
                  <a:lnTo>
                    <a:pt x="781295" y="117032"/>
                  </a:lnTo>
                  <a:lnTo>
                    <a:pt x="780677" y="117205"/>
                  </a:lnTo>
                  <a:lnTo>
                    <a:pt x="780099" y="117391"/>
                  </a:lnTo>
                  <a:lnTo>
                    <a:pt x="779395" y="117587"/>
                  </a:lnTo>
                  <a:lnTo>
                    <a:pt x="778850" y="117762"/>
                  </a:lnTo>
                  <a:lnTo>
                    <a:pt x="778260" y="117956"/>
                  </a:lnTo>
                  <a:lnTo>
                    <a:pt x="777647" y="118152"/>
                  </a:lnTo>
                  <a:lnTo>
                    <a:pt x="776886" y="118378"/>
                  </a:lnTo>
                  <a:lnTo>
                    <a:pt x="776150" y="118617"/>
                  </a:lnTo>
                  <a:lnTo>
                    <a:pt x="775636" y="118770"/>
                  </a:lnTo>
                  <a:lnTo>
                    <a:pt x="775321" y="118861"/>
                  </a:lnTo>
                  <a:lnTo>
                    <a:pt x="774766" y="118808"/>
                  </a:lnTo>
                  <a:lnTo>
                    <a:pt x="774237" y="118755"/>
                  </a:lnTo>
                  <a:lnTo>
                    <a:pt x="773530" y="118678"/>
                  </a:lnTo>
                  <a:lnTo>
                    <a:pt x="772865" y="118653"/>
                  </a:lnTo>
                  <a:lnTo>
                    <a:pt x="772087" y="118574"/>
                  </a:lnTo>
                  <a:lnTo>
                    <a:pt x="771382" y="118520"/>
                  </a:lnTo>
                  <a:lnTo>
                    <a:pt x="770563" y="118449"/>
                  </a:lnTo>
                  <a:lnTo>
                    <a:pt x="769756" y="118378"/>
                  </a:lnTo>
                  <a:lnTo>
                    <a:pt x="769150" y="118307"/>
                  </a:lnTo>
                  <a:lnTo>
                    <a:pt x="768392" y="118274"/>
                  </a:lnTo>
                  <a:lnTo>
                    <a:pt x="767855" y="118190"/>
                  </a:lnTo>
                  <a:lnTo>
                    <a:pt x="766870" y="118136"/>
                  </a:lnTo>
                  <a:lnTo>
                    <a:pt x="766641" y="118207"/>
                  </a:lnTo>
                  <a:lnTo>
                    <a:pt x="765178" y="118477"/>
                  </a:lnTo>
                  <a:lnTo>
                    <a:pt x="764069" y="118668"/>
                  </a:lnTo>
                  <a:lnTo>
                    <a:pt x="762400" y="118986"/>
                  </a:lnTo>
                  <a:lnTo>
                    <a:pt x="761191" y="119200"/>
                  </a:lnTo>
                  <a:lnTo>
                    <a:pt x="761036" y="119230"/>
                  </a:lnTo>
                  <a:lnTo>
                    <a:pt x="759970" y="119439"/>
                  </a:lnTo>
                  <a:lnTo>
                    <a:pt x="758423" y="119737"/>
                  </a:lnTo>
                  <a:lnTo>
                    <a:pt x="757175" y="119992"/>
                  </a:lnTo>
                  <a:lnTo>
                    <a:pt x="756384" y="119744"/>
                  </a:lnTo>
                  <a:lnTo>
                    <a:pt x="755158" y="119365"/>
                  </a:lnTo>
                  <a:lnTo>
                    <a:pt x="754303" y="119042"/>
                  </a:lnTo>
                  <a:lnTo>
                    <a:pt x="753382" y="118752"/>
                  </a:lnTo>
                  <a:lnTo>
                    <a:pt x="752038" y="118335"/>
                  </a:lnTo>
                  <a:lnTo>
                    <a:pt x="750970" y="117999"/>
                  </a:lnTo>
                  <a:lnTo>
                    <a:pt x="749626" y="117576"/>
                  </a:lnTo>
                  <a:lnTo>
                    <a:pt x="747959" y="117090"/>
                  </a:lnTo>
                  <a:lnTo>
                    <a:pt x="746865" y="116818"/>
                  </a:lnTo>
                  <a:lnTo>
                    <a:pt x="745405" y="116490"/>
                  </a:lnTo>
                  <a:lnTo>
                    <a:pt x="745135" y="116597"/>
                  </a:lnTo>
                  <a:lnTo>
                    <a:pt x="744316" y="116874"/>
                  </a:lnTo>
                  <a:lnTo>
                    <a:pt x="742812" y="117347"/>
                  </a:lnTo>
                  <a:lnTo>
                    <a:pt x="741987" y="117620"/>
                  </a:lnTo>
                  <a:lnTo>
                    <a:pt x="740410" y="118128"/>
                  </a:lnTo>
                  <a:lnTo>
                    <a:pt x="739290" y="118487"/>
                  </a:lnTo>
                  <a:lnTo>
                    <a:pt x="738366" y="118799"/>
                  </a:lnTo>
                  <a:lnTo>
                    <a:pt x="731120" y="121152"/>
                  </a:lnTo>
                  <a:lnTo>
                    <a:pt x="725026" y="120582"/>
                  </a:lnTo>
                  <a:lnTo>
                    <a:pt x="724205" y="120505"/>
                  </a:lnTo>
                  <a:lnTo>
                    <a:pt x="723666" y="120454"/>
                  </a:lnTo>
                  <a:lnTo>
                    <a:pt x="723168" y="120408"/>
                  </a:lnTo>
                  <a:lnTo>
                    <a:pt x="722835" y="120377"/>
                  </a:lnTo>
                  <a:lnTo>
                    <a:pt x="718325" y="119955"/>
                  </a:lnTo>
                  <a:lnTo>
                    <a:pt x="713745" y="118714"/>
                  </a:lnTo>
                  <a:lnTo>
                    <a:pt x="713521" y="118654"/>
                  </a:lnTo>
                  <a:lnTo>
                    <a:pt x="712120" y="118274"/>
                  </a:lnTo>
                  <a:lnTo>
                    <a:pt x="710543" y="117847"/>
                  </a:lnTo>
                  <a:lnTo>
                    <a:pt x="710118" y="117732"/>
                  </a:lnTo>
                  <a:lnTo>
                    <a:pt x="708009" y="117280"/>
                  </a:lnTo>
                  <a:lnTo>
                    <a:pt x="700341" y="115548"/>
                  </a:lnTo>
                  <a:lnTo>
                    <a:pt x="692271" y="116984"/>
                  </a:lnTo>
                  <a:lnTo>
                    <a:pt x="688113" y="127123"/>
                  </a:lnTo>
                  <a:lnTo>
                    <a:pt x="687262" y="126971"/>
                  </a:lnTo>
                  <a:lnTo>
                    <a:pt x="686097" y="127236"/>
                  </a:lnTo>
                  <a:lnTo>
                    <a:pt x="685489" y="127262"/>
                  </a:lnTo>
                  <a:lnTo>
                    <a:pt x="684366" y="127302"/>
                  </a:lnTo>
                  <a:lnTo>
                    <a:pt x="684135" y="127374"/>
                  </a:lnTo>
                  <a:lnTo>
                    <a:pt x="682622" y="127995"/>
                  </a:lnTo>
                  <a:lnTo>
                    <a:pt x="681214" y="128422"/>
                  </a:lnTo>
                  <a:lnTo>
                    <a:pt x="677496" y="138397"/>
                  </a:lnTo>
                  <a:lnTo>
                    <a:pt x="673033" y="136584"/>
                  </a:lnTo>
                  <a:lnTo>
                    <a:pt x="670308" y="139246"/>
                  </a:lnTo>
                  <a:lnTo>
                    <a:pt x="670564" y="142641"/>
                  </a:lnTo>
                  <a:lnTo>
                    <a:pt x="671816" y="143601"/>
                  </a:lnTo>
                  <a:lnTo>
                    <a:pt x="672859" y="144688"/>
                  </a:lnTo>
                  <a:lnTo>
                    <a:pt x="673154" y="145527"/>
                  </a:lnTo>
                  <a:lnTo>
                    <a:pt x="673455" y="146001"/>
                  </a:lnTo>
                  <a:lnTo>
                    <a:pt x="674337" y="146800"/>
                  </a:lnTo>
                  <a:lnTo>
                    <a:pt x="674508" y="146921"/>
                  </a:lnTo>
                  <a:lnTo>
                    <a:pt x="674629" y="147115"/>
                  </a:lnTo>
                  <a:lnTo>
                    <a:pt x="674852" y="147635"/>
                  </a:lnTo>
                  <a:lnTo>
                    <a:pt x="673052" y="151946"/>
                  </a:lnTo>
                  <a:lnTo>
                    <a:pt x="669682" y="154779"/>
                  </a:lnTo>
                  <a:lnTo>
                    <a:pt x="662350" y="154361"/>
                  </a:lnTo>
                  <a:lnTo>
                    <a:pt x="653814" y="153874"/>
                  </a:lnTo>
                  <a:lnTo>
                    <a:pt x="655593" y="160202"/>
                  </a:lnTo>
                  <a:lnTo>
                    <a:pt x="652703" y="163698"/>
                  </a:lnTo>
                  <a:lnTo>
                    <a:pt x="651496" y="163372"/>
                  </a:lnTo>
                  <a:lnTo>
                    <a:pt x="650266" y="163036"/>
                  </a:lnTo>
                  <a:lnTo>
                    <a:pt x="647940" y="161392"/>
                  </a:lnTo>
                  <a:lnTo>
                    <a:pt x="646427" y="160115"/>
                  </a:lnTo>
                  <a:lnTo>
                    <a:pt x="645626" y="160209"/>
                  </a:lnTo>
                  <a:lnTo>
                    <a:pt x="644367" y="160492"/>
                  </a:lnTo>
                  <a:lnTo>
                    <a:pt x="643161" y="160782"/>
                  </a:lnTo>
                  <a:lnTo>
                    <a:pt x="641990" y="161052"/>
                  </a:lnTo>
                  <a:lnTo>
                    <a:pt x="640845" y="161321"/>
                  </a:lnTo>
                  <a:lnTo>
                    <a:pt x="639087" y="161739"/>
                  </a:lnTo>
                  <a:lnTo>
                    <a:pt x="638245" y="162141"/>
                  </a:lnTo>
                  <a:lnTo>
                    <a:pt x="636901" y="162869"/>
                  </a:lnTo>
                  <a:lnTo>
                    <a:pt x="635904" y="163449"/>
                  </a:lnTo>
                  <a:lnTo>
                    <a:pt x="635517" y="162912"/>
                  </a:lnTo>
                  <a:lnTo>
                    <a:pt x="634794" y="161876"/>
                  </a:lnTo>
                  <a:lnTo>
                    <a:pt x="634031" y="160830"/>
                  </a:lnTo>
                  <a:lnTo>
                    <a:pt x="633247" y="159655"/>
                  </a:lnTo>
                  <a:lnTo>
                    <a:pt x="632466" y="158604"/>
                  </a:lnTo>
                  <a:lnTo>
                    <a:pt x="631698" y="157510"/>
                  </a:lnTo>
                  <a:lnTo>
                    <a:pt x="631163" y="156734"/>
                  </a:lnTo>
                  <a:lnTo>
                    <a:pt x="631095" y="155909"/>
                  </a:lnTo>
                  <a:lnTo>
                    <a:pt x="631072" y="154876"/>
                  </a:lnTo>
                  <a:lnTo>
                    <a:pt x="630962" y="153754"/>
                  </a:lnTo>
                  <a:lnTo>
                    <a:pt x="630894" y="152820"/>
                  </a:lnTo>
                  <a:lnTo>
                    <a:pt x="630838" y="152059"/>
                  </a:lnTo>
                  <a:lnTo>
                    <a:pt x="630777" y="150777"/>
                  </a:lnTo>
                  <a:lnTo>
                    <a:pt x="630676" y="149753"/>
                  </a:lnTo>
                  <a:lnTo>
                    <a:pt x="630158" y="149469"/>
                  </a:lnTo>
                  <a:lnTo>
                    <a:pt x="629375" y="149151"/>
                  </a:lnTo>
                  <a:lnTo>
                    <a:pt x="628357" y="148739"/>
                  </a:lnTo>
                  <a:lnTo>
                    <a:pt x="627695" y="149100"/>
                  </a:lnTo>
                  <a:lnTo>
                    <a:pt x="626680" y="149805"/>
                  </a:lnTo>
                  <a:lnTo>
                    <a:pt x="624431" y="151311"/>
                  </a:lnTo>
                  <a:lnTo>
                    <a:pt x="623420" y="151980"/>
                  </a:lnTo>
                  <a:lnTo>
                    <a:pt x="621794" y="152235"/>
                  </a:lnTo>
                  <a:lnTo>
                    <a:pt x="621448" y="152115"/>
                  </a:lnTo>
                  <a:lnTo>
                    <a:pt x="620599" y="151556"/>
                  </a:lnTo>
                  <a:lnTo>
                    <a:pt x="619889" y="151085"/>
                  </a:lnTo>
                  <a:lnTo>
                    <a:pt x="619398" y="150762"/>
                  </a:lnTo>
                  <a:lnTo>
                    <a:pt x="619001" y="150479"/>
                  </a:lnTo>
                  <a:lnTo>
                    <a:pt x="618426" y="150169"/>
                  </a:lnTo>
                  <a:lnTo>
                    <a:pt x="618232" y="150072"/>
                  </a:lnTo>
                  <a:lnTo>
                    <a:pt x="618029" y="150047"/>
                  </a:lnTo>
                  <a:lnTo>
                    <a:pt x="617657" y="150057"/>
                  </a:lnTo>
                  <a:lnTo>
                    <a:pt x="617324" y="150215"/>
                  </a:lnTo>
                  <a:lnTo>
                    <a:pt x="616779" y="150451"/>
                  </a:lnTo>
                  <a:lnTo>
                    <a:pt x="616426" y="150062"/>
                  </a:lnTo>
                  <a:lnTo>
                    <a:pt x="615741" y="149365"/>
                  </a:lnTo>
                  <a:lnTo>
                    <a:pt x="615194" y="148874"/>
                  </a:lnTo>
                  <a:lnTo>
                    <a:pt x="613924" y="148421"/>
                  </a:lnTo>
                  <a:lnTo>
                    <a:pt x="612873" y="148072"/>
                  </a:lnTo>
                  <a:lnTo>
                    <a:pt x="612500" y="147947"/>
                  </a:lnTo>
                  <a:lnTo>
                    <a:pt x="611848" y="147729"/>
                  </a:lnTo>
                  <a:lnTo>
                    <a:pt x="611174" y="147556"/>
                  </a:lnTo>
                  <a:lnTo>
                    <a:pt x="610021" y="147321"/>
                  </a:lnTo>
                  <a:lnTo>
                    <a:pt x="609670" y="147344"/>
                  </a:lnTo>
                  <a:lnTo>
                    <a:pt x="608517" y="147497"/>
                  </a:lnTo>
                  <a:lnTo>
                    <a:pt x="607723" y="147657"/>
                  </a:lnTo>
                  <a:lnTo>
                    <a:pt x="607474" y="147787"/>
                  </a:lnTo>
                  <a:lnTo>
                    <a:pt x="607258" y="147894"/>
                  </a:lnTo>
                  <a:lnTo>
                    <a:pt x="607008" y="148019"/>
                  </a:lnTo>
                  <a:lnTo>
                    <a:pt x="606192" y="148500"/>
                  </a:lnTo>
                  <a:lnTo>
                    <a:pt x="605477" y="148925"/>
                  </a:lnTo>
                  <a:lnTo>
                    <a:pt x="605095" y="149238"/>
                  </a:lnTo>
                  <a:lnTo>
                    <a:pt x="604459" y="149589"/>
                  </a:lnTo>
                  <a:lnTo>
                    <a:pt x="603456" y="150182"/>
                  </a:lnTo>
                  <a:lnTo>
                    <a:pt x="602830" y="150525"/>
                  </a:lnTo>
                  <a:lnTo>
                    <a:pt x="602207" y="150925"/>
                  </a:lnTo>
                  <a:lnTo>
                    <a:pt x="601497" y="151342"/>
                  </a:lnTo>
                  <a:lnTo>
                    <a:pt x="600685" y="151813"/>
                  </a:lnTo>
                  <a:lnTo>
                    <a:pt x="599991" y="152260"/>
                  </a:lnTo>
                  <a:lnTo>
                    <a:pt x="599034" y="152838"/>
                  </a:lnTo>
                  <a:lnTo>
                    <a:pt x="598232" y="153296"/>
                  </a:lnTo>
                  <a:lnTo>
                    <a:pt x="597591" y="153746"/>
                  </a:lnTo>
                  <a:lnTo>
                    <a:pt x="596823" y="154184"/>
                  </a:lnTo>
                  <a:lnTo>
                    <a:pt x="596039" y="154640"/>
                  </a:lnTo>
                  <a:lnTo>
                    <a:pt x="595791" y="154787"/>
                  </a:lnTo>
                  <a:lnTo>
                    <a:pt x="595454" y="154988"/>
                  </a:lnTo>
                  <a:lnTo>
                    <a:pt x="595013" y="155263"/>
                  </a:lnTo>
                  <a:lnTo>
                    <a:pt x="594657" y="155479"/>
                  </a:lnTo>
                  <a:lnTo>
                    <a:pt x="594225" y="155787"/>
                  </a:lnTo>
                  <a:lnTo>
                    <a:pt x="593864" y="155995"/>
                  </a:lnTo>
                  <a:lnTo>
                    <a:pt x="593450" y="155703"/>
                  </a:lnTo>
                  <a:lnTo>
                    <a:pt x="592260" y="154863"/>
                  </a:lnTo>
                  <a:lnTo>
                    <a:pt x="591920" y="154623"/>
                  </a:lnTo>
                  <a:lnTo>
                    <a:pt x="590514" y="152559"/>
                  </a:lnTo>
                  <a:lnTo>
                    <a:pt x="589550" y="153275"/>
                  </a:lnTo>
                  <a:lnTo>
                    <a:pt x="589304" y="153457"/>
                  </a:lnTo>
                  <a:lnTo>
                    <a:pt x="588713" y="153256"/>
                  </a:lnTo>
                  <a:lnTo>
                    <a:pt x="587682" y="152776"/>
                  </a:lnTo>
                  <a:lnTo>
                    <a:pt x="587169" y="152519"/>
                  </a:lnTo>
                  <a:lnTo>
                    <a:pt x="586863" y="152324"/>
                  </a:lnTo>
                  <a:lnTo>
                    <a:pt x="586485" y="152097"/>
                  </a:lnTo>
                  <a:lnTo>
                    <a:pt x="586268" y="151883"/>
                  </a:lnTo>
                  <a:lnTo>
                    <a:pt x="586069" y="151723"/>
                  </a:lnTo>
                  <a:lnTo>
                    <a:pt x="585443" y="152026"/>
                  </a:lnTo>
                  <a:lnTo>
                    <a:pt x="585133" y="151903"/>
                  </a:lnTo>
                  <a:lnTo>
                    <a:pt x="584851" y="151633"/>
                  </a:lnTo>
                  <a:lnTo>
                    <a:pt x="584537" y="151327"/>
                  </a:lnTo>
                  <a:lnTo>
                    <a:pt x="584358" y="151180"/>
                  </a:lnTo>
                  <a:lnTo>
                    <a:pt x="584065" y="150930"/>
                  </a:lnTo>
                  <a:lnTo>
                    <a:pt x="583516" y="150520"/>
                  </a:lnTo>
                  <a:lnTo>
                    <a:pt x="583356" y="150334"/>
                  </a:lnTo>
                  <a:lnTo>
                    <a:pt x="583091" y="149847"/>
                  </a:lnTo>
                  <a:lnTo>
                    <a:pt x="582794" y="149386"/>
                  </a:lnTo>
                  <a:lnTo>
                    <a:pt x="582621" y="149111"/>
                  </a:lnTo>
                  <a:lnTo>
                    <a:pt x="582591" y="146952"/>
                  </a:lnTo>
                  <a:lnTo>
                    <a:pt x="583066" y="145868"/>
                  </a:lnTo>
                  <a:lnTo>
                    <a:pt x="584128" y="144415"/>
                  </a:lnTo>
                  <a:lnTo>
                    <a:pt x="583536" y="144039"/>
                  </a:lnTo>
                  <a:lnTo>
                    <a:pt x="580599" y="142164"/>
                  </a:lnTo>
                  <a:lnTo>
                    <a:pt x="580520" y="141944"/>
                  </a:lnTo>
                  <a:lnTo>
                    <a:pt x="580171" y="140968"/>
                  </a:lnTo>
                  <a:lnTo>
                    <a:pt x="580057" y="140637"/>
                  </a:lnTo>
                  <a:lnTo>
                    <a:pt x="579713" y="139701"/>
                  </a:lnTo>
                  <a:lnTo>
                    <a:pt x="579690" y="139291"/>
                  </a:lnTo>
                  <a:lnTo>
                    <a:pt x="579680" y="139077"/>
                  </a:lnTo>
                  <a:lnTo>
                    <a:pt x="579489" y="138757"/>
                  </a:lnTo>
                  <a:lnTo>
                    <a:pt x="579382" y="138563"/>
                  </a:lnTo>
                  <a:lnTo>
                    <a:pt x="579148" y="138449"/>
                  </a:lnTo>
                  <a:lnTo>
                    <a:pt x="576820" y="138506"/>
                  </a:lnTo>
                  <a:lnTo>
                    <a:pt x="576202" y="140258"/>
                  </a:lnTo>
                  <a:lnTo>
                    <a:pt x="576045" y="140208"/>
                  </a:lnTo>
                  <a:lnTo>
                    <a:pt x="575718" y="140104"/>
                  </a:lnTo>
                  <a:lnTo>
                    <a:pt x="576075" y="141269"/>
                  </a:lnTo>
                  <a:lnTo>
                    <a:pt x="576944" y="144105"/>
                  </a:lnTo>
                  <a:lnTo>
                    <a:pt x="576276" y="143589"/>
                  </a:lnTo>
                  <a:lnTo>
                    <a:pt x="575853" y="143262"/>
                  </a:lnTo>
                  <a:lnTo>
                    <a:pt x="574904" y="142528"/>
                  </a:lnTo>
                  <a:lnTo>
                    <a:pt x="573475" y="142956"/>
                  </a:lnTo>
                  <a:lnTo>
                    <a:pt x="573278" y="143015"/>
                  </a:lnTo>
                  <a:lnTo>
                    <a:pt x="572407" y="143275"/>
                  </a:lnTo>
                  <a:lnTo>
                    <a:pt x="571362" y="143588"/>
                  </a:lnTo>
                  <a:lnTo>
                    <a:pt x="567262" y="138965"/>
                  </a:lnTo>
                  <a:lnTo>
                    <a:pt x="567118" y="138409"/>
                  </a:lnTo>
                  <a:lnTo>
                    <a:pt x="566873" y="137236"/>
                  </a:lnTo>
                  <a:lnTo>
                    <a:pt x="566802" y="136951"/>
                  </a:lnTo>
                  <a:lnTo>
                    <a:pt x="566713" y="136485"/>
                  </a:lnTo>
                  <a:lnTo>
                    <a:pt x="566482" y="134876"/>
                  </a:lnTo>
                  <a:lnTo>
                    <a:pt x="565886" y="134759"/>
                  </a:lnTo>
                  <a:lnTo>
                    <a:pt x="566438" y="133471"/>
                  </a:lnTo>
                  <a:lnTo>
                    <a:pt x="566398" y="132194"/>
                  </a:lnTo>
                  <a:lnTo>
                    <a:pt x="566156" y="130827"/>
                  </a:lnTo>
                  <a:lnTo>
                    <a:pt x="566320" y="129787"/>
                  </a:lnTo>
                  <a:lnTo>
                    <a:pt x="567348" y="127469"/>
                  </a:lnTo>
                  <a:lnTo>
                    <a:pt x="567490" y="125580"/>
                  </a:lnTo>
                  <a:lnTo>
                    <a:pt x="567886" y="124788"/>
                  </a:lnTo>
                  <a:lnTo>
                    <a:pt x="567909" y="124425"/>
                  </a:lnTo>
                  <a:lnTo>
                    <a:pt x="566908" y="124178"/>
                  </a:lnTo>
                  <a:lnTo>
                    <a:pt x="566279" y="124186"/>
                  </a:lnTo>
                  <a:lnTo>
                    <a:pt x="565473" y="123901"/>
                  </a:lnTo>
                  <a:lnTo>
                    <a:pt x="560184" y="123732"/>
                  </a:lnTo>
                  <a:lnTo>
                    <a:pt x="560242" y="123000"/>
                  </a:lnTo>
                  <a:lnTo>
                    <a:pt x="559914" y="122914"/>
                  </a:lnTo>
                  <a:lnTo>
                    <a:pt x="559661" y="122776"/>
                  </a:lnTo>
                  <a:lnTo>
                    <a:pt x="559482" y="122554"/>
                  </a:lnTo>
                  <a:lnTo>
                    <a:pt x="558945" y="122129"/>
                  </a:lnTo>
                  <a:lnTo>
                    <a:pt x="558510" y="121852"/>
                  </a:lnTo>
                  <a:lnTo>
                    <a:pt x="558223" y="121701"/>
                  </a:lnTo>
                  <a:lnTo>
                    <a:pt x="558081" y="121602"/>
                  </a:lnTo>
                  <a:lnTo>
                    <a:pt x="557793" y="121293"/>
                  </a:lnTo>
                  <a:lnTo>
                    <a:pt x="557544" y="121019"/>
                  </a:lnTo>
                  <a:lnTo>
                    <a:pt x="557381" y="120830"/>
                  </a:lnTo>
                  <a:lnTo>
                    <a:pt x="556680" y="121279"/>
                  </a:lnTo>
                  <a:lnTo>
                    <a:pt x="556533" y="121524"/>
                  </a:lnTo>
                  <a:lnTo>
                    <a:pt x="556440" y="121916"/>
                  </a:lnTo>
                  <a:lnTo>
                    <a:pt x="556355" y="122119"/>
                  </a:lnTo>
                  <a:lnTo>
                    <a:pt x="555143" y="123674"/>
                  </a:lnTo>
                  <a:lnTo>
                    <a:pt x="552920" y="123441"/>
                  </a:lnTo>
                  <a:lnTo>
                    <a:pt x="552287" y="123492"/>
                  </a:lnTo>
                  <a:lnTo>
                    <a:pt x="551607" y="123721"/>
                  </a:lnTo>
                  <a:lnTo>
                    <a:pt x="550980" y="123787"/>
                  </a:lnTo>
                  <a:lnTo>
                    <a:pt x="550727" y="123764"/>
                  </a:lnTo>
                  <a:lnTo>
                    <a:pt x="550448" y="123739"/>
                  </a:lnTo>
                  <a:lnTo>
                    <a:pt x="549871" y="123691"/>
                  </a:lnTo>
                  <a:lnTo>
                    <a:pt x="549683" y="123683"/>
                  </a:lnTo>
                  <a:lnTo>
                    <a:pt x="549372" y="123669"/>
                  </a:lnTo>
                  <a:lnTo>
                    <a:pt x="549183" y="123661"/>
                  </a:lnTo>
                  <a:lnTo>
                    <a:pt x="547543" y="123591"/>
                  </a:lnTo>
                  <a:lnTo>
                    <a:pt x="547769" y="122924"/>
                  </a:lnTo>
                  <a:lnTo>
                    <a:pt x="549478" y="122258"/>
                  </a:lnTo>
                  <a:lnTo>
                    <a:pt x="550145" y="120894"/>
                  </a:lnTo>
                  <a:lnTo>
                    <a:pt x="552334" y="119983"/>
                  </a:lnTo>
                  <a:lnTo>
                    <a:pt x="552637" y="118917"/>
                  </a:lnTo>
                  <a:lnTo>
                    <a:pt x="553084" y="117342"/>
                  </a:lnTo>
                  <a:lnTo>
                    <a:pt x="553316" y="116552"/>
                  </a:lnTo>
                  <a:lnTo>
                    <a:pt x="553392" y="116320"/>
                  </a:lnTo>
                  <a:lnTo>
                    <a:pt x="553369" y="115786"/>
                  </a:lnTo>
                  <a:lnTo>
                    <a:pt x="553255" y="115529"/>
                  </a:lnTo>
                  <a:lnTo>
                    <a:pt x="553639" y="115279"/>
                  </a:lnTo>
                  <a:lnTo>
                    <a:pt x="553528" y="115105"/>
                  </a:lnTo>
                  <a:lnTo>
                    <a:pt x="553065" y="114391"/>
                  </a:lnTo>
                  <a:lnTo>
                    <a:pt x="553387" y="114114"/>
                  </a:lnTo>
                  <a:lnTo>
                    <a:pt x="553705" y="113842"/>
                  </a:lnTo>
                  <a:lnTo>
                    <a:pt x="554295" y="113334"/>
                  </a:lnTo>
                  <a:lnTo>
                    <a:pt x="554481" y="113188"/>
                  </a:lnTo>
                  <a:lnTo>
                    <a:pt x="554717" y="112980"/>
                  </a:lnTo>
                  <a:lnTo>
                    <a:pt x="555128" y="112623"/>
                  </a:lnTo>
                  <a:lnTo>
                    <a:pt x="555907" y="111954"/>
                  </a:lnTo>
                  <a:lnTo>
                    <a:pt x="556057" y="111827"/>
                  </a:lnTo>
                  <a:lnTo>
                    <a:pt x="556221" y="111686"/>
                  </a:lnTo>
                  <a:lnTo>
                    <a:pt x="556686" y="111182"/>
                  </a:lnTo>
                  <a:lnTo>
                    <a:pt x="557198" y="110627"/>
                  </a:lnTo>
                  <a:lnTo>
                    <a:pt x="557839" y="109931"/>
                  </a:lnTo>
                  <a:lnTo>
                    <a:pt x="557989" y="109769"/>
                  </a:lnTo>
                  <a:lnTo>
                    <a:pt x="557458" y="109543"/>
                  </a:lnTo>
                  <a:lnTo>
                    <a:pt x="557189" y="109430"/>
                  </a:lnTo>
                  <a:lnTo>
                    <a:pt x="556741" y="109239"/>
                  </a:lnTo>
                  <a:lnTo>
                    <a:pt x="556251" y="108467"/>
                  </a:lnTo>
                  <a:lnTo>
                    <a:pt x="555932" y="107975"/>
                  </a:lnTo>
                  <a:lnTo>
                    <a:pt x="555598" y="107440"/>
                  </a:lnTo>
                  <a:lnTo>
                    <a:pt x="555228" y="106851"/>
                  </a:lnTo>
                  <a:lnTo>
                    <a:pt x="555423" y="105946"/>
                  </a:lnTo>
                  <a:lnTo>
                    <a:pt x="555567" y="105258"/>
                  </a:lnTo>
                  <a:lnTo>
                    <a:pt x="555871" y="100551"/>
                  </a:lnTo>
                  <a:lnTo>
                    <a:pt x="553254" y="97150"/>
                  </a:lnTo>
                  <a:lnTo>
                    <a:pt x="543771" y="97397"/>
                  </a:lnTo>
                  <a:lnTo>
                    <a:pt x="539776" y="94972"/>
                  </a:lnTo>
                  <a:lnTo>
                    <a:pt x="523096" y="84848"/>
                  </a:lnTo>
                  <a:lnTo>
                    <a:pt x="503297" y="72830"/>
                  </a:lnTo>
                  <a:lnTo>
                    <a:pt x="494076" y="55589"/>
                  </a:lnTo>
                  <a:lnTo>
                    <a:pt x="451155" y="25093"/>
                  </a:lnTo>
                  <a:lnTo>
                    <a:pt x="450929" y="24933"/>
                  </a:lnTo>
                  <a:lnTo>
                    <a:pt x="400122" y="0"/>
                  </a:lnTo>
                  <a:lnTo>
                    <a:pt x="385669" y="27795"/>
                  </a:lnTo>
                  <a:lnTo>
                    <a:pt x="383341" y="32271"/>
                  </a:lnTo>
                  <a:lnTo>
                    <a:pt x="382752" y="33404"/>
                  </a:lnTo>
                  <a:lnTo>
                    <a:pt x="370895" y="56206"/>
                  </a:lnTo>
                  <a:lnTo>
                    <a:pt x="340500" y="114661"/>
                  </a:lnTo>
                  <a:lnTo>
                    <a:pt x="338029" y="119414"/>
                  </a:lnTo>
                  <a:lnTo>
                    <a:pt x="332103" y="130810"/>
                  </a:lnTo>
                  <a:lnTo>
                    <a:pt x="331087" y="132866"/>
                  </a:lnTo>
                  <a:lnTo>
                    <a:pt x="330057" y="135194"/>
                  </a:lnTo>
                  <a:lnTo>
                    <a:pt x="320596" y="157964"/>
                  </a:lnTo>
                  <a:lnTo>
                    <a:pt x="319846" y="159867"/>
                  </a:lnTo>
                  <a:lnTo>
                    <a:pt x="319009" y="162271"/>
                  </a:lnTo>
                  <a:lnTo>
                    <a:pt x="318281" y="164709"/>
                  </a:lnTo>
                  <a:lnTo>
                    <a:pt x="292916" y="188758"/>
                  </a:lnTo>
                  <a:lnTo>
                    <a:pt x="286048" y="195268"/>
                  </a:lnTo>
                  <a:lnTo>
                    <a:pt x="279189" y="201771"/>
                  </a:lnTo>
                  <a:close/>
                </a:path>
              </a:pathLst>
            </a:custGeom>
            <a:solidFill>
              <a:srgbClr val="507281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6"/>
            <p:cNvSpPr/>
            <p:nvPr/>
          </p:nvSpPr>
          <p:spPr>
            <a:xfrm>
              <a:off x="3210212" y="4569309"/>
              <a:ext cx="728028" cy="822212"/>
            </a:xfrm>
            <a:custGeom>
              <a:avLst/>
              <a:pathLst>
                <a:path w="728028" h="822212">
                  <a:moveTo>
                    <a:pt x="515472" y="674385"/>
                  </a:moveTo>
                  <a:lnTo>
                    <a:pt x="515899" y="675085"/>
                  </a:lnTo>
                  <a:lnTo>
                    <a:pt x="516075" y="675426"/>
                  </a:lnTo>
                  <a:lnTo>
                    <a:pt x="516282" y="675849"/>
                  </a:lnTo>
                  <a:lnTo>
                    <a:pt x="516356" y="676012"/>
                  </a:lnTo>
                  <a:lnTo>
                    <a:pt x="516656" y="676859"/>
                  </a:lnTo>
                  <a:lnTo>
                    <a:pt x="516772" y="678099"/>
                  </a:lnTo>
                  <a:lnTo>
                    <a:pt x="516962" y="678189"/>
                  </a:lnTo>
                  <a:lnTo>
                    <a:pt x="518408" y="679016"/>
                  </a:lnTo>
                  <a:lnTo>
                    <a:pt x="518990" y="679679"/>
                  </a:lnTo>
                  <a:lnTo>
                    <a:pt x="519512" y="680296"/>
                  </a:lnTo>
                  <a:lnTo>
                    <a:pt x="519963" y="680401"/>
                  </a:lnTo>
                  <a:lnTo>
                    <a:pt x="520642" y="680519"/>
                  </a:lnTo>
                  <a:lnTo>
                    <a:pt x="520855" y="680555"/>
                  </a:lnTo>
                  <a:lnTo>
                    <a:pt x="521161" y="680602"/>
                  </a:lnTo>
                  <a:lnTo>
                    <a:pt x="521721" y="680580"/>
                  </a:lnTo>
                  <a:lnTo>
                    <a:pt x="522041" y="680570"/>
                  </a:lnTo>
                  <a:lnTo>
                    <a:pt x="522591" y="680712"/>
                  </a:lnTo>
                  <a:lnTo>
                    <a:pt x="522674" y="680876"/>
                  </a:lnTo>
                  <a:lnTo>
                    <a:pt x="522855" y="681201"/>
                  </a:lnTo>
                  <a:lnTo>
                    <a:pt x="523280" y="681959"/>
                  </a:lnTo>
                  <a:lnTo>
                    <a:pt x="523695" y="682767"/>
                  </a:lnTo>
                  <a:lnTo>
                    <a:pt x="523793" y="682953"/>
                  </a:lnTo>
                  <a:lnTo>
                    <a:pt x="524400" y="684096"/>
                  </a:lnTo>
                  <a:lnTo>
                    <a:pt x="525001" y="685147"/>
                  </a:lnTo>
                  <a:lnTo>
                    <a:pt x="525364" y="685572"/>
                  </a:lnTo>
                  <a:lnTo>
                    <a:pt x="525756" y="686040"/>
                  </a:lnTo>
                  <a:lnTo>
                    <a:pt x="525884" y="686195"/>
                  </a:lnTo>
                  <a:lnTo>
                    <a:pt x="526068" y="686408"/>
                  </a:lnTo>
                  <a:lnTo>
                    <a:pt x="526428" y="686969"/>
                  </a:lnTo>
                  <a:lnTo>
                    <a:pt x="526545" y="687109"/>
                  </a:lnTo>
                  <a:lnTo>
                    <a:pt x="526581" y="687244"/>
                  </a:lnTo>
                  <a:lnTo>
                    <a:pt x="526706" y="687596"/>
                  </a:lnTo>
                  <a:lnTo>
                    <a:pt x="526830" y="687854"/>
                  </a:lnTo>
                  <a:lnTo>
                    <a:pt x="527052" y="688214"/>
                  </a:lnTo>
                  <a:lnTo>
                    <a:pt x="527200" y="688523"/>
                  </a:lnTo>
                  <a:lnTo>
                    <a:pt x="527299" y="688768"/>
                  </a:lnTo>
                  <a:lnTo>
                    <a:pt x="527429" y="688983"/>
                  </a:lnTo>
                  <a:lnTo>
                    <a:pt x="527566" y="689307"/>
                  </a:lnTo>
                  <a:lnTo>
                    <a:pt x="527662" y="689508"/>
                  </a:lnTo>
                  <a:lnTo>
                    <a:pt x="527760" y="689791"/>
                  </a:lnTo>
                  <a:lnTo>
                    <a:pt x="527822" y="690218"/>
                  </a:lnTo>
                  <a:lnTo>
                    <a:pt x="528423" y="691268"/>
                  </a:lnTo>
                  <a:lnTo>
                    <a:pt x="528583" y="691402"/>
                  </a:lnTo>
                  <a:lnTo>
                    <a:pt x="528825" y="691611"/>
                  </a:lnTo>
                  <a:lnTo>
                    <a:pt x="529567" y="692242"/>
                  </a:lnTo>
                  <a:lnTo>
                    <a:pt x="529844" y="692489"/>
                  </a:lnTo>
                  <a:lnTo>
                    <a:pt x="530189" y="692765"/>
                  </a:lnTo>
                  <a:lnTo>
                    <a:pt x="530617" y="693138"/>
                  </a:lnTo>
                  <a:lnTo>
                    <a:pt x="531018" y="693471"/>
                  </a:lnTo>
                  <a:lnTo>
                    <a:pt x="531510" y="693889"/>
                  </a:lnTo>
                  <a:lnTo>
                    <a:pt x="532043" y="694341"/>
                  </a:lnTo>
                  <a:lnTo>
                    <a:pt x="532415" y="694637"/>
                  </a:lnTo>
                  <a:lnTo>
                    <a:pt x="532621" y="694821"/>
                  </a:lnTo>
                  <a:lnTo>
                    <a:pt x="532980" y="695122"/>
                  </a:lnTo>
                  <a:lnTo>
                    <a:pt x="533446" y="695577"/>
                  </a:lnTo>
                  <a:lnTo>
                    <a:pt x="533559" y="695748"/>
                  </a:lnTo>
                  <a:lnTo>
                    <a:pt x="533912" y="696077"/>
                  </a:lnTo>
                  <a:lnTo>
                    <a:pt x="534363" y="696204"/>
                  </a:lnTo>
                  <a:lnTo>
                    <a:pt x="534658" y="696335"/>
                  </a:lnTo>
                  <a:lnTo>
                    <a:pt x="534982" y="696456"/>
                  </a:lnTo>
                  <a:lnTo>
                    <a:pt x="535429" y="696743"/>
                  </a:lnTo>
                  <a:lnTo>
                    <a:pt x="535601" y="696853"/>
                  </a:lnTo>
                  <a:lnTo>
                    <a:pt x="535792" y="696950"/>
                  </a:lnTo>
                  <a:lnTo>
                    <a:pt x="536351" y="697245"/>
                  </a:lnTo>
                  <a:lnTo>
                    <a:pt x="536673" y="697392"/>
                  </a:lnTo>
                  <a:lnTo>
                    <a:pt x="536996" y="697796"/>
                  </a:lnTo>
                  <a:lnTo>
                    <a:pt x="537335" y="698111"/>
                  </a:lnTo>
                  <a:lnTo>
                    <a:pt x="537595" y="698357"/>
                  </a:lnTo>
                  <a:lnTo>
                    <a:pt x="538006" y="698643"/>
                  </a:lnTo>
                  <a:lnTo>
                    <a:pt x="538200" y="698819"/>
                  </a:lnTo>
                  <a:lnTo>
                    <a:pt x="538501" y="699191"/>
                  </a:lnTo>
                  <a:lnTo>
                    <a:pt x="538561" y="699368"/>
                  </a:lnTo>
                  <a:lnTo>
                    <a:pt x="538790" y="699497"/>
                  </a:lnTo>
                  <a:lnTo>
                    <a:pt x="538950" y="699546"/>
                  </a:lnTo>
                  <a:lnTo>
                    <a:pt x="539104" y="699625"/>
                  </a:lnTo>
                  <a:lnTo>
                    <a:pt x="539247" y="699727"/>
                  </a:lnTo>
                  <a:lnTo>
                    <a:pt x="539316" y="700112"/>
                  </a:lnTo>
                  <a:lnTo>
                    <a:pt x="539017" y="700751"/>
                  </a:lnTo>
                  <a:lnTo>
                    <a:pt x="538976" y="702882"/>
                  </a:lnTo>
                  <a:lnTo>
                    <a:pt x="538975" y="703156"/>
                  </a:lnTo>
                  <a:lnTo>
                    <a:pt x="538559" y="704378"/>
                  </a:lnTo>
                  <a:lnTo>
                    <a:pt x="538257" y="704924"/>
                  </a:lnTo>
                  <a:lnTo>
                    <a:pt x="538271" y="705109"/>
                  </a:lnTo>
                  <a:lnTo>
                    <a:pt x="536157" y="715319"/>
                  </a:lnTo>
                  <a:lnTo>
                    <a:pt x="536225" y="716295"/>
                  </a:lnTo>
                  <a:lnTo>
                    <a:pt x="536176" y="716643"/>
                  </a:lnTo>
                  <a:lnTo>
                    <a:pt x="535949" y="716705"/>
                  </a:lnTo>
                  <a:lnTo>
                    <a:pt x="536016" y="717232"/>
                  </a:lnTo>
                  <a:lnTo>
                    <a:pt x="536372" y="730018"/>
                  </a:lnTo>
                  <a:lnTo>
                    <a:pt x="539503" y="734004"/>
                  </a:lnTo>
                  <a:lnTo>
                    <a:pt x="540695" y="735598"/>
                  </a:lnTo>
                  <a:lnTo>
                    <a:pt x="540922" y="736642"/>
                  </a:lnTo>
                  <a:lnTo>
                    <a:pt x="542548" y="738753"/>
                  </a:lnTo>
                  <a:lnTo>
                    <a:pt x="543817" y="740094"/>
                  </a:lnTo>
                  <a:lnTo>
                    <a:pt x="545139" y="741326"/>
                  </a:lnTo>
                  <a:lnTo>
                    <a:pt x="545751" y="741639"/>
                  </a:lnTo>
                  <a:lnTo>
                    <a:pt x="545922" y="741874"/>
                  </a:lnTo>
                  <a:lnTo>
                    <a:pt x="546877" y="742683"/>
                  </a:lnTo>
                  <a:lnTo>
                    <a:pt x="547449" y="743168"/>
                  </a:lnTo>
                  <a:lnTo>
                    <a:pt x="549670" y="744381"/>
                  </a:lnTo>
                  <a:lnTo>
                    <a:pt x="550100" y="744580"/>
                  </a:lnTo>
                  <a:lnTo>
                    <a:pt x="556279" y="749208"/>
                  </a:lnTo>
                  <a:lnTo>
                    <a:pt x="556804" y="749185"/>
                  </a:lnTo>
                  <a:lnTo>
                    <a:pt x="556964" y="749171"/>
                  </a:lnTo>
                  <a:lnTo>
                    <a:pt x="557269" y="749162"/>
                  </a:lnTo>
                  <a:lnTo>
                    <a:pt x="557818" y="749164"/>
                  </a:lnTo>
                  <a:lnTo>
                    <a:pt x="557945" y="749180"/>
                  </a:lnTo>
                  <a:lnTo>
                    <a:pt x="558220" y="749222"/>
                  </a:lnTo>
                  <a:lnTo>
                    <a:pt x="558399" y="749293"/>
                  </a:lnTo>
                  <a:lnTo>
                    <a:pt x="560595" y="750799"/>
                  </a:lnTo>
                  <a:lnTo>
                    <a:pt x="561858" y="752819"/>
                  </a:lnTo>
                  <a:lnTo>
                    <a:pt x="562019" y="753602"/>
                  </a:lnTo>
                  <a:lnTo>
                    <a:pt x="562098" y="754408"/>
                  </a:lnTo>
                  <a:lnTo>
                    <a:pt x="562583" y="755107"/>
                  </a:lnTo>
                  <a:lnTo>
                    <a:pt x="562599" y="755309"/>
                  </a:lnTo>
                  <a:lnTo>
                    <a:pt x="563279" y="756675"/>
                  </a:lnTo>
                  <a:lnTo>
                    <a:pt x="562703" y="758141"/>
                  </a:lnTo>
                  <a:lnTo>
                    <a:pt x="562702" y="758418"/>
                  </a:lnTo>
                  <a:lnTo>
                    <a:pt x="562869" y="759960"/>
                  </a:lnTo>
                  <a:lnTo>
                    <a:pt x="562781" y="761394"/>
                  </a:lnTo>
                  <a:lnTo>
                    <a:pt x="562521" y="762089"/>
                  </a:lnTo>
                  <a:lnTo>
                    <a:pt x="563472" y="763116"/>
                  </a:lnTo>
                  <a:lnTo>
                    <a:pt x="563808" y="762932"/>
                  </a:lnTo>
                  <a:lnTo>
                    <a:pt x="564249" y="762674"/>
                  </a:lnTo>
                  <a:lnTo>
                    <a:pt x="564552" y="762518"/>
                  </a:lnTo>
                  <a:lnTo>
                    <a:pt x="564798" y="762386"/>
                  </a:lnTo>
                  <a:lnTo>
                    <a:pt x="565582" y="761917"/>
                  </a:lnTo>
                  <a:lnTo>
                    <a:pt x="565781" y="761642"/>
                  </a:lnTo>
                  <a:lnTo>
                    <a:pt x="565926" y="761470"/>
                  </a:lnTo>
                  <a:lnTo>
                    <a:pt x="566144" y="761169"/>
                  </a:lnTo>
                  <a:lnTo>
                    <a:pt x="566482" y="760797"/>
                  </a:lnTo>
                  <a:lnTo>
                    <a:pt x="566818" y="760448"/>
                  </a:lnTo>
                  <a:lnTo>
                    <a:pt x="567030" y="760473"/>
                  </a:lnTo>
                  <a:lnTo>
                    <a:pt x="566873" y="760980"/>
                  </a:lnTo>
                  <a:lnTo>
                    <a:pt x="567021" y="761236"/>
                  </a:lnTo>
                  <a:lnTo>
                    <a:pt x="567221" y="761620"/>
                  </a:lnTo>
                  <a:lnTo>
                    <a:pt x="567293" y="761768"/>
                  </a:lnTo>
                  <a:lnTo>
                    <a:pt x="567402" y="762015"/>
                  </a:lnTo>
                  <a:lnTo>
                    <a:pt x="567518" y="762652"/>
                  </a:lnTo>
                  <a:lnTo>
                    <a:pt x="567529" y="762824"/>
                  </a:lnTo>
                  <a:lnTo>
                    <a:pt x="567507" y="763243"/>
                  </a:lnTo>
                  <a:lnTo>
                    <a:pt x="567495" y="763398"/>
                  </a:lnTo>
                  <a:lnTo>
                    <a:pt x="567484" y="763577"/>
                  </a:lnTo>
                  <a:lnTo>
                    <a:pt x="567515" y="763764"/>
                  </a:lnTo>
                  <a:lnTo>
                    <a:pt x="567490" y="764577"/>
                  </a:lnTo>
                  <a:lnTo>
                    <a:pt x="567473" y="764710"/>
                  </a:lnTo>
                  <a:lnTo>
                    <a:pt x="567454" y="764845"/>
                  </a:lnTo>
                  <a:lnTo>
                    <a:pt x="567389" y="765157"/>
                  </a:lnTo>
                  <a:lnTo>
                    <a:pt x="567352" y="766954"/>
                  </a:lnTo>
                  <a:lnTo>
                    <a:pt x="567258" y="767880"/>
                  </a:lnTo>
                  <a:lnTo>
                    <a:pt x="567229" y="768600"/>
                  </a:lnTo>
                  <a:lnTo>
                    <a:pt x="566742" y="770355"/>
                  </a:lnTo>
                  <a:lnTo>
                    <a:pt x="569195" y="772511"/>
                  </a:lnTo>
                  <a:lnTo>
                    <a:pt x="569115" y="774948"/>
                  </a:lnTo>
                  <a:lnTo>
                    <a:pt x="569062" y="775152"/>
                  </a:lnTo>
                  <a:lnTo>
                    <a:pt x="568955" y="775606"/>
                  </a:lnTo>
                  <a:lnTo>
                    <a:pt x="568867" y="776059"/>
                  </a:lnTo>
                  <a:lnTo>
                    <a:pt x="568788" y="776542"/>
                  </a:lnTo>
                  <a:lnTo>
                    <a:pt x="568656" y="777380"/>
                  </a:lnTo>
                  <a:lnTo>
                    <a:pt x="568621" y="777513"/>
                  </a:lnTo>
                  <a:lnTo>
                    <a:pt x="568549" y="777728"/>
                  </a:lnTo>
                  <a:lnTo>
                    <a:pt x="568412" y="778016"/>
                  </a:lnTo>
                  <a:lnTo>
                    <a:pt x="568188" y="778390"/>
                  </a:lnTo>
                  <a:lnTo>
                    <a:pt x="567992" y="778563"/>
                  </a:lnTo>
                  <a:lnTo>
                    <a:pt x="567838" y="778642"/>
                  </a:lnTo>
                  <a:lnTo>
                    <a:pt x="567705" y="778668"/>
                  </a:lnTo>
                  <a:lnTo>
                    <a:pt x="566996" y="778643"/>
                  </a:lnTo>
                  <a:lnTo>
                    <a:pt x="566118" y="778837"/>
                  </a:lnTo>
                  <a:lnTo>
                    <a:pt x="565943" y="779113"/>
                  </a:lnTo>
                  <a:lnTo>
                    <a:pt x="565827" y="779320"/>
                  </a:lnTo>
                  <a:lnTo>
                    <a:pt x="565741" y="779481"/>
                  </a:lnTo>
                  <a:lnTo>
                    <a:pt x="564797" y="780970"/>
                  </a:lnTo>
                  <a:lnTo>
                    <a:pt x="564593" y="781456"/>
                  </a:lnTo>
                  <a:lnTo>
                    <a:pt x="564590" y="781636"/>
                  </a:lnTo>
                  <a:lnTo>
                    <a:pt x="563525" y="784539"/>
                  </a:lnTo>
                  <a:lnTo>
                    <a:pt x="563348" y="784901"/>
                  </a:lnTo>
                  <a:lnTo>
                    <a:pt x="562853" y="785869"/>
                  </a:lnTo>
                  <a:lnTo>
                    <a:pt x="562554" y="786731"/>
                  </a:lnTo>
                  <a:lnTo>
                    <a:pt x="562371" y="787916"/>
                  </a:lnTo>
                  <a:lnTo>
                    <a:pt x="562321" y="788247"/>
                  </a:lnTo>
                  <a:lnTo>
                    <a:pt x="562210" y="788597"/>
                  </a:lnTo>
                  <a:lnTo>
                    <a:pt x="562101" y="788976"/>
                  </a:lnTo>
                  <a:lnTo>
                    <a:pt x="562086" y="789196"/>
                  </a:lnTo>
                  <a:lnTo>
                    <a:pt x="562125" y="789442"/>
                  </a:lnTo>
                  <a:lnTo>
                    <a:pt x="562514" y="789983"/>
                  </a:lnTo>
                  <a:lnTo>
                    <a:pt x="562660" y="790194"/>
                  </a:lnTo>
                  <a:lnTo>
                    <a:pt x="563145" y="790821"/>
                  </a:lnTo>
                  <a:lnTo>
                    <a:pt x="564175" y="791964"/>
                  </a:lnTo>
                  <a:lnTo>
                    <a:pt x="564230" y="792130"/>
                  </a:lnTo>
                  <a:lnTo>
                    <a:pt x="564226" y="792376"/>
                  </a:lnTo>
                  <a:lnTo>
                    <a:pt x="564158" y="792512"/>
                  </a:lnTo>
                  <a:lnTo>
                    <a:pt x="564163" y="792695"/>
                  </a:lnTo>
                  <a:lnTo>
                    <a:pt x="564145" y="792877"/>
                  </a:lnTo>
                  <a:lnTo>
                    <a:pt x="564937" y="793825"/>
                  </a:lnTo>
                  <a:lnTo>
                    <a:pt x="564967" y="793969"/>
                  </a:lnTo>
                  <a:lnTo>
                    <a:pt x="565056" y="794202"/>
                  </a:lnTo>
                  <a:lnTo>
                    <a:pt x="565178" y="794470"/>
                  </a:lnTo>
                  <a:lnTo>
                    <a:pt x="565386" y="794908"/>
                  </a:lnTo>
                  <a:lnTo>
                    <a:pt x="565510" y="795316"/>
                  </a:lnTo>
                  <a:lnTo>
                    <a:pt x="565279" y="795751"/>
                  </a:lnTo>
                  <a:lnTo>
                    <a:pt x="565151" y="795972"/>
                  </a:lnTo>
                  <a:lnTo>
                    <a:pt x="565459" y="796459"/>
                  </a:lnTo>
                  <a:lnTo>
                    <a:pt x="565631" y="796886"/>
                  </a:lnTo>
                  <a:lnTo>
                    <a:pt x="565232" y="797213"/>
                  </a:lnTo>
                  <a:lnTo>
                    <a:pt x="564912" y="797760"/>
                  </a:lnTo>
                  <a:lnTo>
                    <a:pt x="564821" y="797928"/>
                  </a:lnTo>
                  <a:lnTo>
                    <a:pt x="566889" y="815929"/>
                  </a:lnTo>
                  <a:lnTo>
                    <a:pt x="566913" y="816267"/>
                  </a:lnTo>
                  <a:lnTo>
                    <a:pt x="566883" y="816523"/>
                  </a:lnTo>
                  <a:lnTo>
                    <a:pt x="566960" y="816878"/>
                  </a:lnTo>
                  <a:lnTo>
                    <a:pt x="566866" y="817374"/>
                  </a:lnTo>
                  <a:lnTo>
                    <a:pt x="566839" y="817590"/>
                  </a:lnTo>
                  <a:lnTo>
                    <a:pt x="566810" y="817795"/>
                  </a:lnTo>
                  <a:lnTo>
                    <a:pt x="566564" y="818317"/>
                  </a:lnTo>
                  <a:lnTo>
                    <a:pt x="566524" y="819000"/>
                  </a:lnTo>
                  <a:lnTo>
                    <a:pt x="566876" y="819901"/>
                  </a:lnTo>
                  <a:lnTo>
                    <a:pt x="566918" y="820595"/>
                  </a:lnTo>
                  <a:lnTo>
                    <a:pt x="566397" y="820851"/>
                  </a:lnTo>
                  <a:lnTo>
                    <a:pt x="566882" y="822212"/>
                  </a:lnTo>
                  <a:lnTo>
                    <a:pt x="567371" y="821981"/>
                  </a:lnTo>
                  <a:lnTo>
                    <a:pt x="567513" y="821954"/>
                  </a:lnTo>
                  <a:lnTo>
                    <a:pt x="567719" y="821875"/>
                  </a:lnTo>
                  <a:lnTo>
                    <a:pt x="568416" y="821474"/>
                  </a:lnTo>
                  <a:lnTo>
                    <a:pt x="569537" y="820992"/>
                  </a:lnTo>
                  <a:lnTo>
                    <a:pt x="573234" y="818644"/>
                  </a:lnTo>
                  <a:lnTo>
                    <a:pt x="573555" y="815570"/>
                  </a:lnTo>
                  <a:lnTo>
                    <a:pt x="573496" y="815421"/>
                  </a:lnTo>
                  <a:lnTo>
                    <a:pt x="573456" y="815265"/>
                  </a:lnTo>
                  <a:lnTo>
                    <a:pt x="573436" y="815105"/>
                  </a:lnTo>
                  <a:lnTo>
                    <a:pt x="573436" y="814944"/>
                  </a:lnTo>
                  <a:lnTo>
                    <a:pt x="573456" y="814785"/>
                  </a:lnTo>
                  <a:lnTo>
                    <a:pt x="573497" y="814629"/>
                  </a:lnTo>
                  <a:lnTo>
                    <a:pt x="577490" y="813883"/>
                  </a:lnTo>
                  <a:lnTo>
                    <a:pt x="577647" y="813917"/>
                  </a:lnTo>
                  <a:lnTo>
                    <a:pt x="577808" y="813930"/>
                  </a:lnTo>
                  <a:lnTo>
                    <a:pt x="577968" y="813923"/>
                  </a:lnTo>
                  <a:lnTo>
                    <a:pt x="578127" y="813895"/>
                  </a:lnTo>
                  <a:lnTo>
                    <a:pt x="578281" y="813848"/>
                  </a:lnTo>
                  <a:lnTo>
                    <a:pt x="578507" y="813735"/>
                  </a:lnTo>
                  <a:lnTo>
                    <a:pt x="578715" y="813643"/>
                  </a:lnTo>
                  <a:lnTo>
                    <a:pt x="578914" y="813532"/>
                  </a:lnTo>
                  <a:lnTo>
                    <a:pt x="579418" y="812628"/>
                  </a:lnTo>
                  <a:lnTo>
                    <a:pt x="579344" y="812033"/>
                  </a:lnTo>
                  <a:lnTo>
                    <a:pt x="579308" y="811894"/>
                  </a:lnTo>
                  <a:lnTo>
                    <a:pt x="579291" y="811751"/>
                  </a:lnTo>
                  <a:lnTo>
                    <a:pt x="579295" y="811607"/>
                  </a:lnTo>
                  <a:lnTo>
                    <a:pt x="579319" y="811466"/>
                  </a:lnTo>
                  <a:lnTo>
                    <a:pt x="579360" y="811336"/>
                  </a:lnTo>
                  <a:lnTo>
                    <a:pt x="579488" y="811123"/>
                  </a:lnTo>
                  <a:lnTo>
                    <a:pt x="579634" y="810920"/>
                  </a:lnTo>
                  <a:lnTo>
                    <a:pt x="579795" y="810731"/>
                  </a:lnTo>
                  <a:lnTo>
                    <a:pt x="579972" y="810555"/>
                  </a:lnTo>
                  <a:lnTo>
                    <a:pt x="580162" y="810393"/>
                  </a:lnTo>
                  <a:lnTo>
                    <a:pt x="580365" y="810248"/>
                  </a:lnTo>
                  <a:lnTo>
                    <a:pt x="580579" y="810121"/>
                  </a:lnTo>
                  <a:lnTo>
                    <a:pt x="582381" y="808994"/>
                  </a:lnTo>
                  <a:lnTo>
                    <a:pt x="588957" y="806795"/>
                  </a:lnTo>
                  <a:lnTo>
                    <a:pt x="594066" y="809288"/>
                  </a:lnTo>
                  <a:lnTo>
                    <a:pt x="594411" y="809456"/>
                  </a:lnTo>
                  <a:lnTo>
                    <a:pt x="595225" y="809852"/>
                  </a:lnTo>
                  <a:lnTo>
                    <a:pt x="595364" y="809919"/>
                  </a:lnTo>
                  <a:lnTo>
                    <a:pt x="596394" y="810274"/>
                  </a:lnTo>
                  <a:lnTo>
                    <a:pt x="597073" y="810508"/>
                  </a:lnTo>
                  <a:lnTo>
                    <a:pt x="598179" y="810887"/>
                  </a:lnTo>
                  <a:lnTo>
                    <a:pt x="604831" y="809842"/>
                  </a:lnTo>
                  <a:lnTo>
                    <a:pt x="608618" y="809076"/>
                  </a:lnTo>
                  <a:lnTo>
                    <a:pt x="609688" y="809660"/>
                  </a:lnTo>
                  <a:lnTo>
                    <a:pt x="612680" y="811293"/>
                  </a:lnTo>
                  <a:lnTo>
                    <a:pt x="615423" y="810541"/>
                  </a:lnTo>
                  <a:lnTo>
                    <a:pt x="617906" y="807371"/>
                  </a:lnTo>
                  <a:lnTo>
                    <a:pt x="620484" y="804310"/>
                  </a:lnTo>
                  <a:lnTo>
                    <a:pt x="623948" y="800182"/>
                  </a:lnTo>
                  <a:lnTo>
                    <a:pt x="624408" y="799894"/>
                  </a:lnTo>
                  <a:lnTo>
                    <a:pt x="625628" y="799130"/>
                  </a:lnTo>
                  <a:lnTo>
                    <a:pt x="631142" y="795650"/>
                  </a:lnTo>
                  <a:lnTo>
                    <a:pt x="636928" y="791997"/>
                  </a:lnTo>
                  <a:lnTo>
                    <a:pt x="639579" y="790325"/>
                  </a:lnTo>
                  <a:lnTo>
                    <a:pt x="640032" y="790039"/>
                  </a:lnTo>
                  <a:lnTo>
                    <a:pt x="642705" y="785597"/>
                  </a:lnTo>
                  <a:lnTo>
                    <a:pt x="644329" y="782897"/>
                  </a:lnTo>
                  <a:lnTo>
                    <a:pt x="645542" y="780869"/>
                  </a:lnTo>
                  <a:lnTo>
                    <a:pt x="648332" y="776206"/>
                  </a:lnTo>
                  <a:lnTo>
                    <a:pt x="648955" y="775776"/>
                  </a:lnTo>
                  <a:lnTo>
                    <a:pt x="652590" y="773268"/>
                  </a:lnTo>
                  <a:lnTo>
                    <a:pt x="656090" y="769820"/>
                  </a:lnTo>
                  <a:lnTo>
                    <a:pt x="657810" y="766513"/>
                  </a:lnTo>
                  <a:lnTo>
                    <a:pt x="660983" y="760407"/>
                  </a:lnTo>
                  <a:lnTo>
                    <a:pt x="661174" y="759964"/>
                  </a:lnTo>
                  <a:lnTo>
                    <a:pt x="663611" y="754304"/>
                  </a:lnTo>
                  <a:lnTo>
                    <a:pt x="663941" y="753533"/>
                  </a:lnTo>
                  <a:lnTo>
                    <a:pt x="664111" y="753136"/>
                  </a:lnTo>
                  <a:lnTo>
                    <a:pt x="664397" y="752019"/>
                  </a:lnTo>
                  <a:lnTo>
                    <a:pt x="664893" y="750064"/>
                  </a:lnTo>
                  <a:lnTo>
                    <a:pt x="666779" y="742672"/>
                  </a:lnTo>
                  <a:lnTo>
                    <a:pt x="667892" y="738368"/>
                  </a:lnTo>
                  <a:lnTo>
                    <a:pt x="668909" y="734475"/>
                  </a:lnTo>
                  <a:lnTo>
                    <a:pt x="668950" y="734319"/>
                  </a:lnTo>
                  <a:lnTo>
                    <a:pt x="670942" y="726644"/>
                  </a:lnTo>
                  <a:lnTo>
                    <a:pt x="669007" y="718513"/>
                  </a:lnTo>
                  <a:lnTo>
                    <a:pt x="668881" y="717984"/>
                  </a:lnTo>
                  <a:lnTo>
                    <a:pt x="668332" y="714037"/>
                  </a:lnTo>
                  <a:lnTo>
                    <a:pt x="667751" y="709863"/>
                  </a:lnTo>
                  <a:lnTo>
                    <a:pt x="667604" y="708824"/>
                  </a:lnTo>
                  <a:lnTo>
                    <a:pt x="666770" y="702816"/>
                  </a:lnTo>
                  <a:lnTo>
                    <a:pt x="666597" y="701566"/>
                  </a:lnTo>
                  <a:lnTo>
                    <a:pt x="666427" y="696350"/>
                  </a:lnTo>
                  <a:lnTo>
                    <a:pt x="666393" y="694300"/>
                  </a:lnTo>
                  <a:lnTo>
                    <a:pt x="666261" y="689514"/>
                  </a:lnTo>
                  <a:lnTo>
                    <a:pt x="669261" y="686651"/>
                  </a:lnTo>
                  <a:lnTo>
                    <a:pt x="671640" y="684384"/>
                  </a:lnTo>
                  <a:lnTo>
                    <a:pt x="673042" y="683047"/>
                  </a:lnTo>
                  <a:lnTo>
                    <a:pt x="673397" y="682424"/>
                  </a:lnTo>
                  <a:lnTo>
                    <a:pt x="673743" y="681818"/>
                  </a:lnTo>
                  <a:lnTo>
                    <a:pt x="676664" y="676692"/>
                  </a:lnTo>
                  <a:lnTo>
                    <a:pt x="676743" y="676553"/>
                  </a:lnTo>
                  <a:lnTo>
                    <a:pt x="679142" y="672231"/>
                  </a:lnTo>
                  <a:lnTo>
                    <a:pt x="679461" y="671656"/>
                  </a:lnTo>
                  <a:lnTo>
                    <a:pt x="682175" y="666768"/>
                  </a:lnTo>
                  <a:lnTo>
                    <a:pt x="682207" y="665961"/>
                  </a:lnTo>
                  <a:lnTo>
                    <a:pt x="682413" y="660653"/>
                  </a:lnTo>
                  <a:lnTo>
                    <a:pt x="682595" y="656032"/>
                  </a:lnTo>
                  <a:lnTo>
                    <a:pt x="682857" y="649283"/>
                  </a:lnTo>
                  <a:lnTo>
                    <a:pt x="682961" y="646562"/>
                  </a:lnTo>
                  <a:lnTo>
                    <a:pt x="683141" y="642366"/>
                  </a:lnTo>
                  <a:lnTo>
                    <a:pt x="683392" y="636514"/>
                  </a:lnTo>
                  <a:lnTo>
                    <a:pt x="683331" y="636301"/>
                  </a:lnTo>
                  <a:lnTo>
                    <a:pt x="682327" y="632754"/>
                  </a:lnTo>
                  <a:lnTo>
                    <a:pt x="680295" y="625576"/>
                  </a:lnTo>
                  <a:lnTo>
                    <a:pt x="678614" y="622848"/>
                  </a:lnTo>
                  <a:lnTo>
                    <a:pt x="676001" y="618607"/>
                  </a:lnTo>
                  <a:lnTo>
                    <a:pt x="673887" y="615086"/>
                  </a:lnTo>
                  <a:lnTo>
                    <a:pt x="671604" y="611282"/>
                  </a:lnTo>
                  <a:lnTo>
                    <a:pt x="671483" y="604344"/>
                  </a:lnTo>
                  <a:lnTo>
                    <a:pt x="671394" y="599273"/>
                  </a:lnTo>
                  <a:lnTo>
                    <a:pt x="667581" y="591948"/>
                  </a:lnTo>
                  <a:lnTo>
                    <a:pt x="664913" y="586895"/>
                  </a:lnTo>
                  <a:lnTo>
                    <a:pt x="664725" y="586587"/>
                  </a:lnTo>
                  <a:lnTo>
                    <a:pt x="660754" y="580071"/>
                  </a:lnTo>
                  <a:lnTo>
                    <a:pt x="658325" y="576048"/>
                  </a:lnTo>
                  <a:lnTo>
                    <a:pt x="656336" y="572752"/>
                  </a:lnTo>
                  <a:lnTo>
                    <a:pt x="654761" y="565719"/>
                  </a:lnTo>
                  <a:lnTo>
                    <a:pt x="653893" y="561832"/>
                  </a:lnTo>
                  <a:lnTo>
                    <a:pt x="652707" y="556521"/>
                  </a:lnTo>
                  <a:lnTo>
                    <a:pt x="650926" y="548701"/>
                  </a:lnTo>
                  <a:lnTo>
                    <a:pt x="649934" y="542856"/>
                  </a:lnTo>
                  <a:lnTo>
                    <a:pt x="649659" y="541239"/>
                  </a:lnTo>
                  <a:lnTo>
                    <a:pt x="649255" y="538854"/>
                  </a:lnTo>
                  <a:lnTo>
                    <a:pt x="649404" y="530874"/>
                  </a:lnTo>
                  <a:lnTo>
                    <a:pt x="649437" y="529155"/>
                  </a:lnTo>
                  <a:lnTo>
                    <a:pt x="649456" y="528135"/>
                  </a:lnTo>
                  <a:lnTo>
                    <a:pt x="648712" y="526230"/>
                  </a:lnTo>
                  <a:lnTo>
                    <a:pt x="647388" y="522838"/>
                  </a:lnTo>
                  <a:lnTo>
                    <a:pt x="645955" y="519126"/>
                  </a:lnTo>
                  <a:lnTo>
                    <a:pt x="643430" y="512663"/>
                  </a:lnTo>
                  <a:lnTo>
                    <a:pt x="641362" y="507179"/>
                  </a:lnTo>
                  <a:lnTo>
                    <a:pt x="639647" y="502627"/>
                  </a:lnTo>
                  <a:lnTo>
                    <a:pt x="637430" y="496732"/>
                  </a:lnTo>
                  <a:lnTo>
                    <a:pt x="635916" y="492699"/>
                  </a:lnTo>
                  <a:lnTo>
                    <a:pt x="638152" y="491122"/>
                  </a:lnTo>
                  <a:lnTo>
                    <a:pt x="638536" y="490857"/>
                  </a:lnTo>
                  <a:lnTo>
                    <a:pt x="639207" y="490694"/>
                  </a:lnTo>
                  <a:lnTo>
                    <a:pt x="640269" y="490441"/>
                  </a:lnTo>
                  <a:lnTo>
                    <a:pt x="645816" y="489120"/>
                  </a:lnTo>
                  <a:lnTo>
                    <a:pt x="652414" y="487294"/>
                  </a:lnTo>
                  <a:lnTo>
                    <a:pt x="657581" y="485862"/>
                  </a:lnTo>
                  <a:lnTo>
                    <a:pt x="659907" y="485231"/>
                  </a:lnTo>
                  <a:lnTo>
                    <a:pt x="667077" y="483285"/>
                  </a:lnTo>
                  <a:lnTo>
                    <a:pt x="672578" y="483242"/>
                  </a:lnTo>
                  <a:lnTo>
                    <a:pt x="673942" y="483419"/>
                  </a:lnTo>
                  <a:lnTo>
                    <a:pt x="674898" y="483542"/>
                  </a:lnTo>
                  <a:lnTo>
                    <a:pt x="679847" y="484183"/>
                  </a:lnTo>
                  <a:lnTo>
                    <a:pt x="687697" y="485115"/>
                  </a:lnTo>
                  <a:lnTo>
                    <a:pt x="687980" y="485289"/>
                  </a:lnTo>
                  <a:lnTo>
                    <a:pt x="688225" y="485293"/>
                  </a:lnTo>
                  <a:lnTo>
                    <a:pt x="689382" y="485316"/>
                  </a:lnTo>
                  <a:lnTo>
                    <a:pt x="689683" y="485243"/>
                  </a:lnTo>
                  <a:lnTo>
                    <a:pt x="695118" y="483927"/>
                  </a:lnTo>
                  <a:lnTo>
                    <a:pt x="695942" y="483804"/>
                  </a:lnTo>
                  <a:lnTo>
                    <a:pt x="697447" y="483189"/>
                  </a:lnTo>
                  <a:lnTo>
                    <a:pt x="697846" y="482789"/>
                  </a:lnTo>
                  <a:lnTo>
                    <a:pt x="699274" y="481985"/>
                  </a:lnTo>
                  <a:lnTo>
                    <a:pt x="699453" y="481514"/>
                  </a:lnTo>
                  <a:lnTo>
                    <a:pt x="700251" y="477173"/>
                  </a:lnTo>
                  <a:lnTo>
                    <a:pt x="701535" y="470181"/>
                  </a:lnTo>
                  <a:lnTo>
                    <a:pt x="702497" y="464750"/>
                  </a:lnTo>
                  <a:lnTo>
                    <a:pt x="702605" y="464142"/>
                  </a:lnTo>
                  <a:lnTo>
                    <a:pt x="703081" y="461452"/>
                  </a:lnTo>
                  <a:lnTo>
                    <a:pt x="703624" y="458387"/>
                  </a:lnTo>
                  <a:lnTo>
                    <a:pt x="708407" y="452433"/>
                  </a:lnTo>
                  <a:lnTo>
                    <a:pt x="710030" y="450417"/>
                  </a:lnTo>
                  <a:lnTo>
                    <a:pt x="712505" y="447333"/>
                  </a:lnTo>
                  <a:lnTo>
                    <a:pt x="715549" y="443544"/>
                  </a:lnTo>
                  <a:lnTo>
                    <a:pt x="716019" y="442305"/>
                  </a:lnTo>
                  <a:lnTo>
                    <a:pt x="717833" y="437516"/>
                  </a:lnTo>
                  <a:lnTo>
                    <a:pt x="718047" y="436952"/>
                  </a:lnTo>
                  <a:lnTo>
                    <a:pt x="720572" y="430292"/>
                  </a:lnTo>
                  <a:lnTo>
                    <a:pt x="722070" y="426341"/>
                  </a:lnTo>
                  <a:lnTo>
                    <a:pt x="722559" y="424132"/>
                  </a:lnTo>
                  <a:lnTo>
                    <a:pt x="722614" y="423886"/>
                  </a:lnTo>
                  <a:lnTo>
                    <a:pt x="723838" y="418358"/>
                  </a:lnTo>
                  <a:lnTo>
                    <a:pt x="725162" y="412360"/>
                  </a:lnTo>
                  <a:lnTo>
                    <a:pt x="725710" y="409761"/>
                  </a:lnTo>
                  <a:lnTo>
                    <a:pt x="726365" y="406648"/>
                  </a:lnTo>
                  <a:lnTo>
                    <a:pt x="728028" y="398732"/>
                  </a:lnTo>
                  <a:lnTo>
                    <a:pt x="724488" y="392936"/>
                  </a:lnTo>
                  <a:lnTo>
                    <a:pt x="719542" y="384843"/>
                  </a:lnTo>
                  <a:lnTo>
                    <a:pt x="715034" y="377823"/>
                  </a:lnTo>
                  <a:lnTo>
                    <a:pt x="711611" y="372493"/>
                  </a:lnTo>
                  <a:lnTo>
                    <a:pt x="710213" y="370316"/>
                  </a:lnTo>
                  <a:lnTo>
                    <a:pt x="708942" y="368337"/>
                  </a:lnTo>
                  <a:lnTo>
                    <a:pt x="703576" y="359861"/>
                  </a:lnTo>
                  <a:lnTo>
                    <a:pt x="700182" y="354510"/>
                  </a:lnTo>
                  <a:lnTo>
                    <a:pt x="695892" y="347701"/>
                  </a:lnTo>
                  <a:lnTo>
                    <a:pt x="689256" y="337168"/>
                  </a:lnTo>
                  <a:lnTo>
                    <a:pt x="678791" y="337058"/>
                  </a:lnTo>
                  <a:lnTo>
                    <a:pt x="672661" y="336994"/>
                  </a:lnTo>
                  <a:lnTo>
                    <a:pt x="668968" y="338023"/>
                  </a:lnTo>
                  <a:lnTo>
                    <a:pt x="665606" y="332953"/>
                  </a:lnTo>
                  <a:lnTo>
                    <a:pt x="663688" y="330061"/>
                  </a:lnTo>
                  <a:lnTo>
                    <a:pt x="661778" y="327181"/>
                  </a:lnTo>
                  <a:lnTo>
                    <a:pt x="658976" y="322954"/>
                  </a:lnTo>
                  <a:lnTo>
                    <a:pt x="655551" y="319903"/>
                  </a:lnTo>
                  <a:lnTo>
                    <a:pt x="650433" y="315344"/>
                  </a:lnTo>
                  <a:lnTo>
                    <a:pt x="646736" y="310203"/>
                  </a:lnTo>
                  <a:lnTo>
                    <a:pt x="643500" y="305697"/>
                  </a:lnTo>
                  <a:lnTo>
                    <a:pt x="638455" y="298654"/>
                  </a:lnTo>
                  <a:lnTo>
                    <a:pt x="637215" y="296924"/>
                  </a:lnTo>
                  <a:lnTo>
                    <a:pt x="632882" y="290873"/>
                  </a:lnTo>
                  <a:lnTo>
                    <a:pt x="634032" y="284916"/>
                  </a:lnTo>
                  <a:lnTo>
                    <a:pt x="635207" y="278835"/>
                  </a:lnTo>
                  <a:lnTo>
                    <a:pt x="636986" y="269626"/>
                  </a:lnTo>
                  <a:lnTo>
                    <a:pt x="638206" y="263058"/>
                  </a:lnTo>
                  <a:lnTo>
                    <a:pt x="638824" y="259743"/>
                  </a:lnTo>
                  <a:lnTo>
                    <a:pt x="639784" y="254567"/>
                  </a:lnTo>
                  <a:lnTo>
                    <a:pt x="639833" y="254299"/>
                  </a:lnTo>
                  <a:lnTo>
                    <a:pt x="640686" y="249713"/>
                  </a:lnTo>
                  <a:lnTo>
                    <a:pt x="640741" y="249416"/>
                  </a:lnTo>
                  <a:lnTo>
                    <a:pt x="641117" y="247385"/>
                  </a:lnTo>
                  <a:lnTo>
                    <a:pt x="641901" y="243041"/>
                  </a:lnTo>
                  <a:lnTo>
                    <a:pt x="642696" y="238620"/>
                  </a:lnTo>
                  <a:lnTo>
                    <a:pt x="643747" y="232782"/>
                  </a:lnTo>
                  <a:lnTo>
                    <a:pt x="643966" y="231567"/>
                  </a:lnTo>
                  <a:lnTo>
                    <a:pt x="644583" y="228135"/>
                  </a:lnTo>
                  <a:lnTo>
                    <a:pt x="645427" y="223402"/>
                  </a:lnTo>
                  <a:lnTo>
                    <a:pt x="646181" y="219176"/>
                  </a:lnTo>
                  <a:lnTo>
                    <a:pt x="646661" y="216486"/>
                  </a:lnTo>
                  <a:lnTo>
                    <a:pt x="647431" y="212166"/>
                  </a:lnTo>
                  <a:lnTo>
                    <a:pt x="648140" y="208212"/>
                  </a:lnTo>
                  <a:lnTo>
                    <a:pt x="649434" y="201008"/>
                  </a:lnTo>
                  <a:lnTo>
                    <a:pt x="650412" y="195524"/>
                  </a:lnTo>
                  <a:lnTo>
                    <a:pt x="651635" y="188707"/>
                  </a:lnTo>
                  <a:lnTo>
                    <a:pt x="653935" y="177219"/>
                  </a:lnTo>
                  <a:lnTo>
                    <a:pt x="654420" y="174794"/>
                  </a:lnTo>
                  <a:lnTo>
                    <a:pt x="656088" y="165055"/>
                  </a:lnTo>
                  <a:lnTo>
                    <a:pt x="657322" y="157841"/>
                  </a:lnTo>
                  <a:lnTo>
                    <a:pt x="658658" y="150605"/>
                  </a:lnTo>
                  <a:lnTo>
                    <a:pt x="659355" y="146833"/>
                  </a:lnTo>
                  <a:lnTo>
                    <a:pt x="661029" y="137786"/>
                  </a:lnTo>
                  <a:lnTo>
                    <a:pt x="658617" y="129230"/>
                  </a:lnTo>
                  <a:lnTo>
                    <a:pt x="656807" y="122783"/>
                  </a:lnTo>
                  <a:lnTo>
                    <a:pt x="655891" y="119539"/>
                  </a:lnTo>
                  <a:lnTo>
                    <a:pt x="655524" y="119534"/>
                  </a:lnTo>
                  <a:lnTo>
                    <a:pt x="655267" y="119557"/>
                  </a:lnTo>
                  <a:lnTo>
                    <a:pt x="654946" y="119585"/>
                  </a:lnTo>
                  <a:lnTo>
                    <a:pt x="654704" y="119610"/>
                  </a:lnTo>
                  <a:lnTo>
                    <a:pt x="654478" y="119592"/>
                  </a:lnTo>
                  <a:lnTo>
                    <a:pt x="654295" y="119618"/>
                  </a:lnTo>
                  <a:lnTo>
                    <a:pt x="654198" y="119803"/>
                  </a:lnTo>
                  <a:lnTo>
                    <a:pt x="654015" y="119936"/>
                  </a:lnTo>
                  <a:lnTo>
                    <a:pt x="653872" y="120015"/>
                  </a:lnTo>
                  <a:lnTo>
                    <a:pt x="653613" y="120129"/>
                  </a:lnTo>
                  <a:lnTo>
                    <a:pt x="653178" y="120249"/>
                  </a:lnTo>
                  <a:lnTo>
                    <a:pt x="653035" y="120312"/>
                  </a:lnTo>
                  <a:lnTo>
                    <a:pt x="652801" y="120412"/>
                  </a:lnTo>
                  <a:lnTo>
                    <a:pt x="652531" y="120417"/>
                  </a:lnTo>
                  <a:lnTo>
                    <a:pt x="652218" y="120335"/>
                  </a:lnTo>
                  <a:lnTo>
                    <a:pt x="651859" y="120132"/>
                  </a:lnTo>
                  <a:lnTo>
                    <a:pt x="651778" y="119984"/>
                  </a:lnTo>
                  <a:lnTo>
                    <a:pt x="651669" y="119796"/>
                  </a:lnTo>
                  <a:lnTo>
                    <a:pt x="651473" y="119691"/>
                  </a:lnTo>
                  <a:lnTo>
                    <a:pt x="651211" y="119549"/>
                  </a:lnTo>
                  <a:lnTo>
                    <a:pt x="651032" y="119455"/>
                  </a:lnTo>
                  <a:lnTo>
                    <a:pt x="650676" y="119427"/>
                  </a:lnTo>
                  <a:lnTo>
                    <a:pt x="650236" y="119340"/>
                  </a:lnTo>
                  <a:lnTo>
                    <a:pt x="649867" y="119254"/>
                  </a:lnTo>
                  <a:lnTo>
                    <a:pt x="649674" y="119384"/>
                  </a:lnTo>
                  <a:lnTo>
                    <a:pt x="649432" y="119485"/>
                  </a:lnTo>
                  <a:lnTo>
                    <a:pt x="649234" y="119574"/>
                  </a:lnTo>
                  <a:lnTo>
                    <a:pt x="648936" y="119712"/>
                  </a:lnTo>
                  <a:lnTo>
                    <a:pt x="648470" y="119892"/>
                  </a:lnTo>
                  <a:lnTo>
                    <a:pt x="648226" y="119959"/>
                  </a:lnTo>
                  <a:lnTo>
                    <a:pt x="648076" y="120032"/>
                  </a:lnTo>
                  <a:lnTo>
                    <a:pt x="647872" y="120129"/>
                  </a:lnTo>
                  <a:lnTo>
                    <a:pt x="647600" y="120264"/>
                  </a:lnTo>
                  <a:lnTo>
                    <a:pt x="647422" y="120554"/>
                  </a:lnTo>
                  <a:lnTo>
                    <a:pt x="646903" y="121251"/>
                  </a:lnTo>
                  <a:lnTo>
                    <a:pt x="646857" y="121384"/>
                  </a:lnTo>
                  <a:lnTo>
                    <a:pt x="646684" y="121839"/>
                  </a:lnTo>
                  <a:lnTo>
                    <a:pt x="646562" y="122002"/>
                  </a:lnTo>
                  <a:lnTo>
                    <a:pt x="646394" y="122239"/>
                  </a:lnTo>
                  <a:lnTo>
                    <a:pt x="646297" y="122373"/>
                  </a:lnTo>
                  <a:lnTo>
                    <a:pt x="646007" y="122597"/>
                  </a:lnTo>
                  <a:lnTo>
                    <a:pt x="645692" y="122773"/>
                  </a:lnTo>
                  <a:lnTo>
                    <a:pt x="645564" y="122809"/>
                  </a:lnTo>
                  <a:lnTo>
                    <a:pt x="645198" y="122959"/>
                  </a:lnTo>
                  <a:lnTo>
                    <a:pt x="645040" y="122979"/>
                  </a:lnTo>
                  <a:lnTo>
                    <a:pt x="644877" y="122999"/>
                  </a:lnTo>
                  <a:lnTo>
                    <a:pt x="644460" y="123050"/>
                  </a:lnTo>
                  <a:lnTo>
                    <a:pt x="644363" y="123282"/>
                  </a:lnTo>
                  <a:lnTo>
                    <a:pt x="644361" y="123452"/>
                  </a:lnTo>
                  <a:lnTo>
                    <a:pt x="644315" y="123793"/>
                  </a:lnTo>
                  <a:lnTo>
                    <a:pt x="644234" y="123977"/>
                  </a:lnTo>
                  <a:lnTo>
                    <a:pt x="643839" y="124244"/>
                  </a:lnTo>
                  <a:lnTo>
                    <a:pt x="643501" y="124244"/>
                  </a:lnTo>
                  <a:lnTo>
                    <a:pt x="643363" y="124078"/>
                  </a:lnTo>
                  <a:lnTo>
                    <a:pt x="643211" y="123814"/>
                  </a:lnTo>
                  <a:lnTo>
                    <a:pt x="642916" y="123661"/>
                  </a:lnTo>
                  <a:lnTo>
                    <a:pt x="642763" y="123740"/>
                  </a:lnTo>
                  <a:lnTo>
                    <a:pt x="642320" y="123908"/>
                  </a:lnTo>
                  <a:lnTo>
                    <a:pt x="642106" y="124251"/>
                  </a:lnTo>
                  <a:lnTo>
                    <a:pt x="641936" y="124508"/>
                  </a:lnTo>
                  <a:lnTo>
                    <a:pt x="641351" y="124407"/>
                  </a:lnTo>
                  <a:lnTo>
                    <a:pt x="641170" y="124363"/>
                  </a:lnTo>
                  <a:lnTo>
                    <a:pt x="641015" y="124386"/>
                  </a:lnTo>
                  <a:lnTo>
                    <a:pt x="640709" y="124419"/>
                  </a:lnTo>
                  <a:lnTo>
                    <a:pt x="640442" y="124821"/>
                  </a:lnTo>
                  <a:lnTo>
                    <a:pt x="640170" y="124852"/>
                  </a:lnTo>
                  <a:lnTo>
                    <a:pt x="640033" y="124842"/>
                  </a:lnTo>
                  <a:lnTo>
                    <a:pt x="639788" y="124816"/>
                  </a:lnTo>
                  <a:lnTo>
                    <a:pt x="639595" y="124821"/>
                  </a:lnTo>
                  <a:lnTo>
                    <a:pt x="639239" y="124679"/>
                  </a:lnTo>
                  <a:lnTo>
                    <a:pt x="639188" y="124513"/>
                  </a:lnTo>
                  <a:lnTo>
                    <a:pt x="639129" y="124343"/>
                  </a:lnTo>
                  <a:lnTo>
                    <a:pt x="638641" y="123923"/>
                  </a:lnTo>
                  <a:lnTo>
                    <a:pt x="638468" y="123816"/>
                  </a:lnTo>
                  <a:lnTo>
                    <a:pt x="638287" y="123702"/>
                  </a:lnTo>
                  <a:lnTo>
                    <a:pt x="637898" y="123419"/>
                  </a:lnTo>
                  <a:lnTo>
                    <a:pt x="637727" y="123386"/>
                  </a:lnTo>
                  <a:lnTo>
                    <a:pt x="637483" y="123226"/>
                  </a:lnTo>
                  <a:lnTo>
                    <a:pt x="637071" y="122964"/>
                  </a:lnTo>
                  <a:lnTo>
                    <a:pt x="636666" y="122661"/>
                  </a:lnTo>
                  <a:lnTo>
                    <a:pt x="636259" y="122236"/>
                  </a:lnTo>
                  <a:lnTo>
                    <a:pt x="636030" y="121890"/>
                  </a:lnTo>
                  <a:lnTo>
                    <a:pt x="635819" y="121628"/>
                  </a:lnTo>
                  <a:lnTo>
                    <a:pt x="635653" y="121389"/>
                  </a:lnTo>
                  <a:lnTo>
                    <a:pt x="635496" y="121122"/>
                  </a:lnTo>
                  <a:lnTo>
                    <a:pt x="635335" y="120854"/>
                  </a:lnTo>
                  <a:lnTo>
                    <a:pt x="635124" y="120658"/>
                  </a:lnTo>
                  <a:lnTo>
                    <a:pt x="634819" y="120371"/>
                  </a:lnTo>
                  <a:lnTo>
                    <a:pt x="634663" y="120226"/>
                  </a:lnTo>
                  <a:lnTo>
                    <a:pt x="634493" y="120035"/>
                  </a:lnTo>
                  <a:lnTo>
                    <a:pt x="634127" y="119608"/>
                  </a:lnTo>
                  <a:lnTo>
                    <a:pt x="633663" y="119165"/>
                  </a:lnTo>
                  <a:lnTo>
                    <a:pt x="633340" y="118783"/>
                  </a:lnTo>
                  <a:lnTo>
                    <a:pt x="632948" y="118307"/>
                  </a:lnTo>
                  <a:lnTo>
                    <a:pt x="632556" y="117753"/>
                  </a:lnTo>
                  <a:lnTo>
                    <a:pt x="632317" y="117404"/>
                  </a:lnTo>
                  <a:lnTo>
                    <a:pt x="632221" y="117200"/>
                  </a:lnTo>
                  <a:lnTo>
                    <a:pt x="631951" y="116704"/>
                  </a:lnTo>
                  <a:lnTo>
                    <a:pt x="631864" y="116437"/>
                  </a:lnTo>
                  <a:lnTo>
                    <a:pt x="631673" y="116096"/>
                  </a:lnTo>
                  <a:lnTo>
                    <a:pt x="631595" y="115931"/>
                  </a:lnTo>
                  <a:lnTo>
                    <a:pt x="631452" y="115638"/>
                  </a:lnTo>
                  <a:lnTo>
                    <a:pt x="631368" y="115463"/>
                  </a:lnTo>
                  <a:lnTo>
                    <a:pt x="631338" y="115315"/>
                  </a:lnTo>
                  <a:lnTo>
                    <a:pt x="630882" y="114613"/>
                  </a:lnTo>
                  <a:lnTo>
                    <a:pt x="630508" y="114157"/>
                  </a:lnTo>
                  <a:lnTo>
                    <a:pt x="630363" y="114101"/>
                  </a:lnTo>
                  <a:lnTo>
                    <a:pt x="630233" y="114058"/>
                  </a:lnTo>
                  <a:lnTo>
                    <a:pt x="630073" y="114116"/>
                  </a:lnTo>
                  <a:lnTo>
                    <a:pt x="629790" y="114213"/>
                  </a:lnTo>
                  <a:lnTo>
                    <a:pt x="629635" y="114223"/>
                  </a:lnTo>
                  <a:lnTo>
                    <a:pt x="629289" y="113943"/>
                  </a:lnTo>
                  <a:lnTo>
                    <a:pt x="629411" y="113783"/>
                  </a:lnTo>
                  <a:lnTo>
                    <a:pt x="629335" y="113580"/>
                  </a:lnTo>
                  <a:lnTo>
                    <a:pt x="629208" y="113407"/>
                  </a:lnTo>
                  <a:lnTo>
                    <a:pt x="628918" y="113508"/>
                  </a:lnTo>
                  <a:lnTo>
                    <a:pt x="628485" y="113335"/>
                  </a:lnTo>
                  <a:lnTo>
                    <a:pt x="628142" y="113165"/>
                  </a:lnTo>
                  <a:lnTo>
                    <a:pt x="627622" y="113165"/>
                  </a:lnTo>
                  <a:lnTo>
                    <a:pt x="627124" y="112956"/>
                  </a:lnTo>
                  <a:lnTo>
                    <a:pt x="626709" y="112803"/>
                  </a:lnTo>
                  <a:lnTo>
                    <a:pt x="626177" y="112478"/>
                  </a:lnTo>
                  <a:lnTo>
                    <a:pt x="625821" y="112412"/>
                  </a:lnTo>
                  <a:lnTo>
                    <a:pt x="625551" y="112180"/>
                  </a:lnTo>
                  <a:lnTo>
                    <a:pt x="624971" y="111880"/>
                  </a:lnTo>
                  <a:lnTo>
                    <a:pt x="624806" y="111819"/>
                  </a:lnTo>
                  <a:lnTo>
                    <a:pt x="624401" y="111793"/>
                  </a:lnTo>
                  <a:lnTo>
                    <a:pt x="624248" y="111829"/>
                  </a:lnTo>
                  <a:lnTo>
                    <a:pt x="623872" y="111714"/>
                  </a:lnTo>
                  <a:lnTo>
                    <a:pt x="623620" y="111671"/>
                  </a:lnTo>
                  <a:lnTo>
                    <a:pt x="623228" y="111590"/>
                  </a:lnTo>
                  <a:lnTo>
                    <a:pt x="623078" y="111585"/>
                  </a:lnTo>
                  <a:lnTo>
                    <a:pt x="622872" y="111577"/>
                  </a:lnTo>
                  <a:lnTo>
                    <a:pt x="622533" y="111600"/>
                  </a:lnTo>
                  <a:lnTo>
                    <a:pt x="622307" y="111620"/>
                  </a:lnTo>
                  <a:lnTo>
                    <a:pt x="622052" y="111607"/>
                  </a:lnTo>
                  <a:lnTo>
                    <a:pt x="621640" y="111297"/>
                  </a:lnTo>
                  <a:lnTo>
                    <a:pt x="621439" y="110826"/>
                  </a:lnTo>
                  <a:lnTo>
                    <a:pt x="621213" y="110389"/>
                  </a:lnTo>
                  <a:lnTo>
                    <a:pt x="621157" y="110228"/>
                  </a:lnTo>
                  <a:lnTo>
                    <a:pt x="620986" y="109936"/>
                  </a:lnTo>
                  <a:lnTo>
                    <a:pt x="620803" y="109931"/>
                  </a:lnTo>
                  <a:lnTo>
                    <a:pt x="620347" y="109607"/>
                  </a:lnTo>
                  <a:lnTo>
                    <a:pt x="619958" y="109529"/>
                  </a:lnTo>
                  <a:lnTo>
                    <a:pt x="619444" y="109383"/>
                  </a:lnTo>
                  <a:lnTo>
                    <a:pt x="618653" y="109167"/>
                  </a:lnTo>
                  <a:lnTo>
                    <a:pt x="617859" y="108938"/>
                  </a:lnTo>
                  <a:lnTo>
                    <a:pt x="617345" y="108808"/>
                  </a:lnTo>
                  <a:lnTo>
                    <a:pt x="617174" y="108768"/>
                  </a:lnTo>
                  <a:lnTo>
                    <a:pt x="616732" y="108666"/>
                  </a:lnTo>
                  <a:lnTo>
                    <a:pt x="615945" y="108450"/>
                  </a:lnTo>
                  <a:lnTo>
                    <a:pt x="615337" y="108289"/>
                  </a:lnTo>
                  <a:lnTo>
                    <a:pt x="614665" y="108134"/>
                  </a:lnTo>
                  <a:lnTo>
                    <a:pt x="614352" y="108050"/>
                  </a:lnTo>
                  <a:lnTo>
                    <a:pt x="613729" y="107892"/>
                  </a:lnTo>
                  <a:lnTo>
                    <a:pt x="613223" y="107768"/>
                  </a:lnTo>
                  <a:lnTo>
                    <a:pt x="613060" y="107747"/>
                  </a:lnTo>
                  <a:lnTo>
                    <a:pt x="612882" y="107693"/>
                  </a:lnTo>
                  <a:lnTo>
                    <a:pt x="612594" y="107605"/>
                  </a:lnTo>
                  <a:lnTo>
                    <a:pt x="611434" y="107302"/>
                  </a:lnTo>
                  <a:lnTo>
                    <a:pt x="609754" y="106859"/>
                  </a:lnTo>
                  <a:lnTo>
                    <a:pt x="609411" y="106757"/>
                  </a:lnTo>
                  <a:lnTo>
                    <a:pt x="608599" y="106549"/>
                  </a:lnTo>
                  <a:lnTo>
                    <a:pt x="608312" y="106475"/>
                  </a:lnTo>
                  <a:lnTo>
                    <a:pt x="608050" y="106409"/>
                  </a:lnTo>
                  <a:lnTo>
                    <a:pt x="606864" y="106103"/>
                  </a:lnTo>
                  <a:lnTo>
                    <a:pt x="605907" y="105859"/>
                  </a:lnTo>
                  <a:lnTo>
                    <a:pt x="604934" y="105610"/>
                  </a:lnTo>
                  <a:lnTo>
                    <a:pt x="604080" y="105388"/>
                  </a:lnTo>
                  <a:lnTo>
                    <a:pt x="602793" y="105058"/>
                  </a:lnTo>
                  <a:lnTo>
                    <a:pt x="602217" y="104910"/>
                  </a:lnTo>
                  <a:lnTo>
                    <a:pt x="601458" y="104716"/>
                  </a:lnTo>
                  <a:lnTo>
                    <a:pt x="601089" y="104617"/>
                  </a:lnTo>
                  <a:lnTo>
                    <a:pt x="600455" y="104447"/>
                  </a:lnTo>
                  <a:lnTo>
                    <a:pt x="599758" y="104261"/>
                  </a:lnTo>
                  <a:lnTo>
                    <a:pt x="598748" y="103992"/>
                  </a:lnTo>
                  <a:lnTo>
                    <a:pt x="597857" y="103752"/>
                  </a:lnTo>
                  <a:lnTo>
                    <a:pt x="597147" y="103561"/>
                  </a:lnTo>
                  <a:lnTo>
                    <a:pt x="596875" y="103490"/>
                  </a:lnTo>
                  <a:lnTo>
                    <a:pt x="596748" y="103444"/>
                  </a:lnTo>
                  <a:lnTo>
                    <a:pt x="596437" y="103363"/>
                  </a:lnTo>
                  <a:lnTo>
                    <a:pt x="595669" y="103162"/>
                  </a:lnTo>
                  <a:lnTo>
                    <a:pt x="595203" y="103047"/>
                  </a:lnTo>
                  <a:lnTo>
                    <a:pt x="595036" y="103006"/>
                  </a:lnTo>
                  <a:lnTo>
                    <a:pt x="594819" y="102874"/>
                  </a:lnTo>
                  <a:lnTo>
                    <a:pt x="594593" y="102650"/>
                  </a:lnTo>
                  <a:lnTo>
                    <a:pt x="594292" y="102360"/>
                  </a:lnTo>
                  <a:lnTo>
                    <a:pt x="593977" y="102198"/>
                  </a:lnTo>
                  <a:lnTo>
                    <a:pt x="593817" y="102129"/>
                  </a:lnTo>
                  <a:lnTo>
                    <a:pt x="593425" y="101984"/>
                  </a:lnTo>
                  <a:lnTo>
                    <a:pt x="593119" y="101969"/>
                  </a:lnTo>
                  <a:lnTo>
                    <a:pt x="592946" y="101961"/>
                  </a:lnTo>
                  <a:lnTo>
                    <a:pt x="592743" y="102004"/>
                  </a:lnTo>
                  <a:lnTo>
                    <a:pt x="592587" y="102037"/>
                  </a:lnTo>
                  <a:lnTo>
                    <a:pt x="592262" y="102205"/>
                  </a:lnTo>
                  <a:lnTo>
                    <a:pt x="592124" y="102337"/>
                  </a:lnTo>
                  <a:lnTo>
                    <a:pt x="591987" y="102508"/>
                  </a:lnTo>
                  <a:lnTo>
                    <a:pt x="591893" y="102643"/>
                  </a:lnTo>
                  <a:lnTo>
                    <a:pt x="591631" y="103009"/>
                  </a:lnTo>
                  <a:lnTo>
                    <a:pt x="591465" y="103363"/>
                  </a:lnTo>
                  <a:lnTo>
                    <a:pt x="591264" y="103788"/>
                  </a:lnTo>
                  <a:lnTo>
                    <a:pt x="591196" y="103918"/>
                  </a:lnTo>
                  <a:lnTo>
                    <a:pt x="591028" y="104231"/>
                  </a:lnTo>
                  <a:lnTo>
                    <a:pt x="590832" y="104643"/>
                  </a:lnTo>
                  <a:lnTo>
                    <a:pt x="590775" y="104957"/>
                  </a:lnTo>
                  <a:lnTo>
                    <a:pt x="590832" y="105134"/>
                  </a:lnTo>
                  <a:lnTo>
                    <a:pt x="590814" y="105266"/>
                  </a:lnTo>
                  <a:lnTo>
                    <a:pt x="590815" y="105535"/>
                  </a:lnTo>
                  <a:lnTo>
                    <a:pt x="590626" y="105969"/>
                  </a:lnTo>
                  <a:lnTo>
                    <a:pt x="590397" y="106299"/>
                  </a:lnTo>
                  <a:lnTo>
                    <a:pt x="590211" y="106645"/>
                  </a:lnTo>
                  <a:lnTo>
                    <a:pt x="590038" y="106986"/>
                  </a:lnTo>
                  <a:lnTo>
                    <a:pt x="589827" y="107259"/>
                  </a:lnTo>
                  <a:lnTo>
                    <a:pt x="589633" y="107490"/>
                  </a:lnTo>
                  <a:lnTo>
                    <a:pt x="589341" y="107826"/>
                  </a:lnTo>
                  <a:lnTo>
                    <a:pt x="588699" y="108200"/>
                  </a:lnTo>
                  <a:lnTo>
                    <a:pt x="588552" y="108142"/>
                  </a:lnTo>
                  <a:lnTo>
                    <a:pt x="588262" y="108096"/>
                  </a:lnTo>
                  <a:lnTo>
                    <a:pt x="587989" y="108246"/>
                  </a:lnTo>
                  <a:lnTo>
                    <a:pt x="587605" y="107915"/>
                  </a:lnTo>
                  <a:lnTo>
                    <a:pt x="586977" y="108030"/>
                  </a:lnTo>
                  <a:lnTo>
                    <a:pt x="586748" y="108053"/>
                  </a:lnTo>
                  <a:lnTo>
                    <a:pt x="586890" y="108605"/>
                  </a:lnTo>
                  <a:lnTo>
                    <a:pt x="587160" y="108740"/>
                  </a:lnTo>
                  <a:lnTo>
                    <a:pt x="587157" y="108877"/>
                  </a:lnTo>
                  <a:lnTo>
                    <a:pt x="587188" y="109147"/>
                  </a:lnTo>
                  <a:lnTo>
                    <a:pt x="587285" y="109783"/>
                  </a:lnTo>
                  <a:lnTo>
                    <a:pt x="587089" y="109961"/>
                  </a:lnTo>
                  <a:lnTo>
                    <a:pt x="587203" y="110254"/>
                  </a:lnTo>
                  <a:lnTo>
                    <a:pt x="587183" y="110556"/>
                  </a:lnTo>
                  <a:lnTo>
                    <a:pt x="587038" y="110572"/>
                  </a:lnTo>
                  <a:lnTo>
                    <a:pt x="586748" y="110480"/>
                  </a:lnTo>
                  <a:lnTo>
                    <a:pt x="586679" y="110808"/>
                  </a:lnTo>
                  <a:lnTo>
                    <a:pt x="586732" y="111055"/>
                  </a:lnTo>
                  <a:lnTo>
                    <a:pt x="584114" y="111047"/>
                  </a:lnTo>
                  <a:lnTo>
                    <a:pt x="583740" y="110971"/>
                  </a:lnTo>
                  <a:lnTo>
                    <a:pt x="583559" y="111014"/>
                  </a:lnTo>
                  <a:lnTo>
                    <a:pt x="583417" y="110956"/>
                  </a:lnTo>
                  <a:lnTo>
                    <a:pt x="582707" y="110862"/>
                  </a:lnTo>
                  <a:lnTo>
                    <a:pt x="582264" y="110747"/>
                  </a:lnTo>
                  <a:lnTo>
                    <a:pt x="582114" y="110780"/>
                  </a:lnTo>
                  <a:lnTo>
                    <a:pt x="581641" y="110546"/>
                  </a:lnTo>
                  <a:lnTo>
                    <a:pt x="581562" y="110198"/>
                  </a:lnTo>
                  <a:lnTo>
                    <a:pt x="581620" y="109467"/>
                  </a:lnTo>
                  <a:lnTo>
                    <a:pt x="581674" y="108854"/>
                  </a:lnTo>
                  <a:lnTo>
                    <a:pt x="581768" y="107768"/>
                  </a:lnTo>
                  <a:lnTo>
                    <a:pt x="581862" y="106630"/>
                  </a:lnTo>
                  <a:lnTo>
                    <a:pt x="581865" y="105971"/>
                  </a:lnTo>
                  <a:lnTo>
                    <a:pt x="581740" y="105729"/>
                  </a:lnTo>
                  <a:lnTo>
                    <a:pt x="581547" y="105393"/>
                  </a:lnTo>
                  <a:lnTo>
                    <a:pt x="581351" y="105058"/>
                  </a:lnTo>
                  <a:lnTo>
                    <a:pt x="581078" y="104536"/>
                  </a:lnTo>
                  <a:lnTo>
                    <a:pt x="580786" y="103974"/>
                  </a:lnTo>
                  <a:lnTo>
                    <a:pt x="580501" y="103464"/>
                  </a:lnTo>
                  <a:lnTo>
                    <a:pt x="580419" y="103317"/>
                  </a:lnTo>
                  <a:lnTo>
                    <a:pt x="580117" y="102770"/>
                  </a:lnTo>
                  <a:lnTo>
                    <a:pt x="579900" y="101818"/>
                  </a:lnTo>
                  <a:lnTo>
                    <a:pt x="579845" y="101556"/>
                  </a:lnTo>
                  <a:lnTo>
                    <a:pt x="579110" y="101619"/>
                  </a:lnTo>
                  <a:lnTo>
                    <a:pt x="577848" y="101729"/>
                  </a:lnTo>
                  <a:lnTo>
                    <a:pt x="576307" y="101991"/>
                  </a:lnTo>
                  <a:lnTo>
                    <a:pt x="574471" y="102302"/>
                  </a:lnTo>
                  <a:lnTo>
                    <a:pt x="573072" y="102539"/>
                  </a:lnTo>
                  <a:lnTo>
                    <a:pt x="572660" y="102607"/>
                  </a:lnTo>
                  <a:lnTo>
                    <a:pt x="572414" y="102649"/>
                  </a:lnTo>
                  <a:lnTo>
                    <a:pt x="572257" y="102675"/>
                  </a:lnTo>
                  <a:lnTo>
                    <a:pt x="569207" y="103556"/>
                  </a:lnTo>
                  <a:lnTo>
                    <a:pt x="566721" y="103694"/>
                  </a:lnTo>
                  <a:lnTo>
                    <a:pt x="566537" y="103687"/>
                  </a:lnTo>
                  <a:lnTo>
                    <a:pt x="566315" y="103678"/>
                  </a:lnTo>
                  <a:lnTo>
                    <a:pt x="566106" y="103767"/>
                  </a:lnTo>
                  <a:lnTo>
                    <a:pt x="565727" y="103971"/>
                  </a:lnTo>
                  <a:lnTo>
                    <a:pt x="565111" y="103770"/>
                  </a:lnTo>
                  <a:lnTo>
                    <a:pt x="564625" y="103678"/>
                  </a:lnTo>
                  <a:lnTo>
                    <a:pt x="564491" y="103648"/>
                  </a:lnTo>
                  <a:lnTo>
                    <a:pt x="563895" y="102808"/>
                  </a:lnTo>
                  <a:lnTo>
                    <a:pt x="563564" y="102304"/>
                  </a:lnTo>
                  <a:lnTo>
                    <a:pt x="563334" y="102006"/>
                  </a:lnTo>
                  <a:lnTo>
                    <a:pt x="563128" y="101465"/>
                  </a:lnTo>
                  <a:lnTo>
                    <a:pt x="562896" y="100857"/>
                  </a:lnTo>
                  <a:lnTo>
                    <a:pt x="562648" y="100465"/>
                  </a:lnTo>
                  <a:lnTo>
                    <a:pt x="562404" y="100080"/>
                  </a:lnTo>
                  <a:lnTo>
                    <a:pt x="562281" y="99892"/>
                  </a:lnTo>
                  <a:lnTo>
                    <a:pt x="562107" y="99623"/>
                  </a:lnTo>
                  <a:lnTo>
                    <a:pt x="561957" y="99232"/>
                  </a:lnTo>
                  <a:lnTo>
                    <a:pt x="561801" y="98825"/>
                  </a:lnTo>
                  <a:lnTo>
                    <a:pt x="561602" y="98305"/>
                  </a:lnTo>
                  <a:lnTo>
                    <a:pt x="561463" y="97760"/>
                  </a:lnTo>
                  <a:lnTo>
                    <a:pt x="561287" y="97068"/>
                  </a:lnTo>
                  <a:lnTo>
                    <a:pt x="561182" y="96657"/>
                  </a:lnTo>
                  <a:lnTo>
                    <a:pt x="561027" y="96048"/>
                  </a:lnTo>
                  <a:lnTo>
                    <a:pt x="560930" y="95668"/>
                  </a:lnTo>
                  <a:lnTo>
                    <a:pt x="560786" y="95105"/>
                  </a:lnTo>
                  <a:lnTo>
                    <a:pt x="560458" y="93841"/>
                  </a:lnTo>
                  <a:lnTo>
                    <a:pt x="560028" y="92355"/>
                  </a:lnTo>
                  <a:lnTo>
                    <a:pt x="559885" y="91859"/>
                  </a:lnTo>
                  <a:lnTo>
                    <a:pt x="559526" y="91017"/>
                  </a:lnTo>
                  <a:lnTo>
                    <a:pt x="559109" y="89976"/>
                  </a:lnTo>
                  <a:lnTo>
                    <a:pt x="558905" y="89464"/>
                  </a:lnTo>
                  <a:lnTo>
                    <a:pt x="558768" y="89118"/>
                  </a:lnTo>
                  <a:lnTo>
                    <a:pt x="558552" y="88571"/>
                  </a:lnTo>
                  <a:lnTo>
                    <a:pt x="558117" y="87480"/>
                  </a:lnTo>
                  <a:lnTo>
                    <a:pt x="557763" y="86599"/>
                  </a:lnTo>
                  <a:lnTo>
                    <a:pt x="557435" y="85767"/>
                  </a:lnTo>
                  <a:lnTo>
                    <a:pt x="557031" y="84860"/>
                  </a:lnTo>
                  <a:lnTo>
                    <a:pt x="556974" y="84580"/>
                  </a:lnTo>
                  <a:lnTo>
                    <a:pt x="553785" y="80009"/>
                  </a:lnTo>
                  <a:lnTo>
                    <a:pt x="553827" y="79779"/>
                  </a:lnTo>
                  <a:lnTo>
                    <a:pt x="553752" y="79598"/>
                  </a:lnTo>
                  <a:lnTo>
                    <a:pt x="553321" y="79555"/>
                  </a:lnTo>
                  <a:lnTo>
                    <a:pt x="553313" y="79419"/>
                  </a:lnTo>
                  <a:lnTo>
                    <a:pt x="553306" y="79283"/>
                  </a:lnTo>
                  <a:lnTo>
                    <a:pt x="553297" y="79149"/>
                  </a:lnTo>
                  <a:lnTo>
                    <a:pt x="553285" y="78984"/>
                  </a:lnTo>
                  <a:lnTo>
                    <a:pt x="553151" y="78347"/>
                  </a:lnTo>
                  <a:lnTo>
                    <a:pt x="552980" y="77852"/>
                  </a:lnTo>
                  <a:lnTo>
                    <a:pt x="552885" y="77595"/>
                  </a:lnTo>
                  <a:lnTo>
                    <a:pt x="552837" y="77462"/>
                  </a:lnTo>
                  <a:lnTo>
                    <a:pt x="552788" y="77334"/>
                  </a:lnTo>
                  <a:lnTo>
                    <a:pt x="552692" y="77087"/>
                  </a:lnTo>
                  <a:lnTo>
                    <a:pt x="552395" y="76471"/>
                  </a:lnTo>
                  <a:lnTo>
                    <a:pt x="551850" y="75346"/>
                  </a:lnTo>
                  <a:lnTo>
                    <a:pt x="548777" y="71683"/>
                  </a:lnTo>
                  <a:lnTo>
                    <a:pt x="542240" y="67813"/>
                  </a:lnTo>
                  <a:lnTo>
                    <a:pt x="541064" y="66020"/>
                  </a:lnTo>
                  <a:lnTo>
                    <a:pt x="532973" y="58974"/>
                  </a:lnTo>
                  <a:lnTo>
                    <a:pt x="532753" y="58395"/>
                  </a:lnTo>
                  <a:lnTo>
                    <a:pt x="532119" y="57007"/>
                  </a:lnTo>
                  <a:lnTo>
                    <a:pt x="531921" y="56788"/>
                  </a:lnTo>
                  <a:lnTo>
                    <a:pt x="531752" y="56592"/>
                  </a:lnTo>
                  <a:lnTo>
                    <a:pt x="531504" y="56458"/>
                  </a:lnTo>
                  <a:lnTo>
                    <a:pt x="531352" y="56505"/>
                  </a:lnTo>
                  <a:lnTo>
                    <a:pt x="531124" y="56668"/>
                  </a:lnTo>
                  <a:lnTo>
                    <a:pt x="531007" y="56861"/>
                  </a:lnTo>
                  <a:lnTo>
                    <a:pt x="528282" y="56096"/>
                  </a:lnTo>
                  <a:lnTo>
                    <a:pt x="527440" y="55882"/>
                  </a:lnTo>
                  <a:lnTo>
                    <a:pt x="527468" y="55629"/>
                  </a:lnTo>
                  <a:lnTo>
                    <a:pt x="527370" y="50032"/>
                  </a:lnTo>
                  <a:lnTo>
                    <a:pt x="527093" y="48859"/>
                  </a:lnTo>
                  <a:lnTo>
                    <a:pt x="526705" y="48074"/>
                  </a:lnTo>
                  <a:lnTo>
                    <a:pt x="526683" y="47448"/>
                  </a:lnTo>
                  <a:lnTo>
                    <a:pt x="526652" y="46527"/>
                  </a:lnTo>
                  <a:lnTo>
                    <a:pt x="521773" y="44426"/>
                  </a:lnTo>
                  <a:lnTo>
                    <a:pt x="521459" y="44348"/>
                  </a:lnTo>
                  <a:lnTo>
                    <a:pt x="521187" y="44417"/>
                  </a:lnTo>
                  <a:lnTo>
                    <a:pt x="521013" y="44465"/>
                  </a:lnTo>
                  <a:lnTo>
                    <a:pt x="520482" y="44411"/>
                  </a:lnTo>
                  <a:lnTo>
                    <a:pt x="520486" y="43953"/>
                  </a:lnTo>
                  <a:lnTo>
                    <a:pt x="520491" y="43756"/>
                  </a:lnTo>
                  <a:lnTo>
                    <a:pt x="520872" y="37939"/>
                  </a:lnTo>
                  <a:lnTo>
                    <a:pt x="520469" y="36644"/>
                  </a:lnTo>
                  <a:lnTo>
                    <a:pt x="520134" y="35552"/>
                  </a:lnTo>
                  <a:lnTo>
                    <a:pt x="519654" y="34673"/>
                  </a:lnTo>
                  <a:lnTo>
                    <a:pt x="519108" y="34171"/>
                  </a:lnTo>
                  <a:lnTo>
                    <a:pt x="518248" y="33223"/>
                  </a:lnTo>
                  <a:lnTo>
                    <a:pt x="517368" y="32265"/>
                  </a:lnTo>
                  <a:lnTo>
                    <a:pt x="517189" y="31838"/>
                  </a:lnTo>
                  <a:lnTo>
                    <a:pt x="517104" y="31542"/>
                  </a:lnTo>
                  <a:lnTo>
                    <a:pt x="517115" y="31208"/>
                  </a:lnTo>
                  <a:lnTo>
                    <a:pt x="517331" y="30556"/>
                  </a:lnTo>
                  <a:lnTo>
                    <a:pt x="517302" y="29260"/>
                  </a:lnTo>
                  <a:lnTo>
                    <a:pt x="517289" y="28658"/>
                  </a:lnTo>
                  <a:lnTo>
                    <a:pt x="517269" y="27759"/>
                  </a:lnTo>
                  <a:lnTo>
                    <a:pt x="517257" y="27212"/>
                  </a:lnTo>
                  <a:lnTo>
                    <a:pt x="517235" y="26209"/>
                  </a:lnTo>
                  <a:lnTo>
                    <a:pt x="517156" y="22623"/>
                  </a:lnTo>
                  <a:lnTo>
                    <a:pt x="515815" y="22048"/>
                  </a:lnTo>
                  <a:lnTo>
                    <a:pt x="515267" y="21793"/>
                  </a:lnTo>
                  <a:lnTo>
                    <a:pt x="514900" y="21609"/>
                  </a:lnTo>
                  <a:lnTo>
                    <a:pt x="514727" y="21670"/>
                  </a:lnTo>
                  <a:lnTo>
                    <a:pt x="514450" y="21583"/>
                  </a:lnTo>
                  <a:lnTo>
                    <a:pt x="513954" y="21965"/>
                  </a:lnTo>
                  <a:lnTo>
                    <a:pt x="513824" y="22036"/>
                  </a:lnTo>
                  <a:lnTo>
                    <a:pt x="513564" y="21848"/>
                  </a:lnTo>
                  <a:lnTo>
                    <a:pt x="513376" y="21698"/>
                  </a:lnTo>
                  <a:lnTo>
                    <a:pt x="513419" y="21540"/>
                  </a:lnTo>
                  <a:lnTo>
                    <a:pt x="513674" y="21199"/>
                  </a:lnTo>
                  <a:lnTo>
                    <a:pt x="513834" y="21191"/>
                  </a:lnTo>
                  <a:lnTo>
                    <a:pt x="513818" y="20912"/>
                  </a:lnTo>
                  <a:lnTo>
                    <a:pt x="513229" y="20196"/>
                  </a:lnTo>
                  <a:lnTo>
                    <a:pt x="512895" y="19794"/>
                  </a:lnTo>
                  <a:lnTo>
                    <a:pt x="512872" y="19614"/>
                  </a:lnTo>
                  <a:lnTo>
                    <a:pt x="512798" y="18959"/>
                  </a:lnTo>
                  <a:lnTo>
                    <a:pt x="512740" y="18563"/>
                  </a:lnTo>
                  <a:lnTo>
                    <a:pt x="512417" y="18254"/>
                  </a:lnTo>
                  <a:lnTo>
                    <a:pt x="505263" y="16813"/>
                  </a:lnTo>
                  <a:lnTo>
                    <a:pt x="502257" y="16204"/>
                  </a:lnTo>
                  <a:lnTo>
                    <a:pt x="494882" y="11655"/>
                  </a:lnTo>
                  <a:lnTo>
                    <a:pt x="494638" y="11504"/>
                  </a:lnTo>
                  <a:lnTo>
                    <a:pt x="489494" y="8331"/>
                  </a:lnTo>
                  <a:lnTo>
                    <a:pt x="488381" y="7644"/>
                  </a:lnTo>
                  <a:lnTo>
                    <a:pt x="488109" y="7476"/>
                  </a:lnTo>
                  <a:lnTo>
                    <a:pt x="487987" y="7341"/>
                  </a:lnTo>
                  <a:lnTo>
                    <a:pt x="487931" y="7214"/>
                  </a:lnTo>
                  <a:lnTo>
                    <a:pt x="487740" y="6927"/>
                  </a:lnTo>
                  <a:lnTo>
                    <a:pt x="487308" y="6942"/>
                  </a:lnTo>
                  <a:lnTo>
                    <a:pt x="486351" y="6974"/>
                  </a:lnTo>
                  <a:lnTo>
                    <a:pt x="479063" y="7216"/>
                  </a:lnTo>
                  <a:lnTo>
                    <a:pt x="477671" y="7262"/>
                  </a:lnTo>
                  <a:lnTo>
                    <a:pt x="474208" y="8331"/>
                  </a:lnTo>
                  <a:lnTo>
                    <a:pt x="472063" y="9461"/>
                  </a:lnTo>
                  <a:lnTo>
                    <a:pt x="469753" y="10662"/>
                  </a:lnTo>
                  <a:lnTo>
                    <a:pt x="469106" y="11455"/>
                  </a:lnTo>
                  <a:lnTo>
                    <a:pt x="462356" y="19732"/>
                  </a:lnTo>
                  <a:lnTo>
                    <a:pt x="459544" y="18207"/>
                  </a:lnTo>
                  <a:lnTo>
                    <a:pt x="459274" y="15886"/>
                  </a:lnTo>
                  <a:lnTo>
                    <a:pt x="459020" y="13670"/>
                  </a:lnTo>
                  <a:lnTo>
                    <a:pt x="454157" y="10774"/>
                  </a:lnTo>
                  <a:lnTo>
                    <a:pt x="454023" y="10746"/>
                  </a:lnTo>
                  <a:lnTo>
                    <a:pt x="451122" y="10135"/>
                  </a:lnTo>
                  <a:lnTo>
                    <a:pt x="444096" y="13303"/>
                  </a:lnTo>
                  <a:lnTo>
                    <a:pt x="443834" y="13286"/>
                  </a:lnTo>
                  <a:lnTo>
                    <a:pt x="443699" y="13275"/>
                  </a:lnTo>
                  <a:lnTo>
                    <a:pt x="443501" y="13247"/>
                  </a:lnTo>
                  <a:lnTo>
                    <a:pt x="430124" y="8642"/>
                  </a:lnTo>
                  <a:lnTo>
                    <a:pt x="424485" y="6746"/>
                  </a:lnTo>
                  <a:lnTo>
                    <a:pt x="417948" y="4633"/>
                  </a:lnTo>
                  <a:lnTo>
                    <a:pt x="417760" y="4573"/>
                  </a:lnTo>
                  <a:lnTo>
                    <a:pt x="414379" y="3484"/>
                  </a:lnTo>
                  <a:lnTo>
                    <a:pt x="409305" y="1881"/>
                  </a:lnTo>
                  <a:lnTo>
                    <a:pt x="402915" y="1456"/>
                  </a:lnTo>
                  <a:lnTo>
                    <a:pt x="398077" y="1120"/>
                  </a:lnTo>
                  <a:lnTo>
                    <a:pt x="397877" y="1148"/>
                  </a:lnTo>
                  <a:lnTo>
                    <a:pt x="395474" y="1435"/>
                  </a:lnTo>
                  <a:lnTo>
                    <a:pt x="395309" y="1450"/>
                  </a:lnTo>
                  <a:lnTo>
                    <a:pt x="393801" y="1590"/>
                  </a:lnTo>
                  <a:lnTo>
                    <a:pt x="391950" y="1884"/>
                  </a:lnTo>
                  <a:lnTo>
                    <a:pt x="391837" y="1541"/>
                  </a:lnTo>
                  <a:lnTo>
                    <a:pt x="391799" y="1393"/>
                  </a:lnTo>
                  <a:lnTo>
                    <a:pt x="391726" y="1262"/>
                  </a:lnTo>
                  <a:lnTo>
                    <a:pt x="391144" y="548"/>
                  </a:lnTo>
                  <a:lnTo>
                    <a:pt x="390007" y="0"/>
                  </a:lnTo>
                  <a:lnTo>
                    <a:pt x="389526" y="333"/>
                  </a:lnTo>
                  <a:lnTo>
                    <a:pt x="389204" y="479"/>
                  </a:lnTo>
                  <a:lnTo>
                    <a:pt x="388817" y="746"/>
                  </a:lnTo>
                  <a:lnTo>
                    <a:pt x="388594" y="875"/>
                  </a:lnTo>
                  <a:lnTo>
                    <a:pt x="388023" y="1231"/>
                  </a:lnTo>
                  <a:lnTo>
                    <a:pt x="387727" y="1409"/>
                  </a:lnTo>
                  <a:lnTo>
                    <a:pt x="388041" y="2941"/>
                  </a:lnTo>
                  <a:lnTo>
                    <a:pt x="387858" y="3031"/>
                  </a:lnTo>
                  <a:lnTo>
                    <a:pt x="387518" y="3188"/>
                  </a:lnTo>
                  <a:lnTo>
                    <a:pt x="387231" y="3282"/>
                  </a:lnTo>
                  <a:lnTo>
                    <a:pt x="387024" y="3308"/>
                  </a:lnTo>
                  <a:lnTo>
                    <a:pt x="386280" y="3404"/>
                  </a:lnTo>
                  <a:lnTo>
                    <a:pt x="386243" y="3133"/>
                  </a:lnTo>
                  <a:lnTo>
                    <a:pt x="386112" y="2861"/>
                  </a:lnTo>
                  <a:lnTo>
                    <a:pt x="386041" y="2385"/>
                  </a:lnTo>
                  <a:lnTo>
                    <a:pt x="385843" y="2689"/>
                  </a:lnTo>
                  <a:lnTo>
                    <a:pt x="385814" y="2968"/>
                  </a:lnTo>
                  <a:lnTo>
                    <a:pt x="385744" y="3851"/>
                  </a:lnTo>
                  <a:lnTo>
                    <a:pt x="385767" y="4214"/>
                  </a:lnTo>
                  <a:lnTo>
                    <a:pt x="385786" y="4687"/>
                  </a:lnTo>
                  <a:lnTo>
                    <a:pt x="385797" y="4934"/>
                  </a:lnTo>
                  <a:lnTo>
                    <a:pt x="385833" y="5165"/>
                  </a:lnTo>
                  <a:lnTo>
                    <a:pt x="384821" y="5894"/>
                  </a:lnTo>
                  <a:lnTo>
                    <a:pt x="384438" y="6233"/>
                  </a:lnTo>
                  <a:lnTo>
                    <a:pt x="384175" y="6391"/>
                  </a:lnTo>
                  <a:lnTo>
                    <a:pt x="384142" y="6579"/>
                  </a:lnTo>
                  <a:lnTo>
                    <a:pt x="384150" y="6707"/>
                  </a:lnTo>
                  <a:lnTo>
                    <a:pt x="384163" y="6846"/>
                  </a:lnTo>
                  <a:lnTo>
                    <a:pt x="384170" y="6974"/>
                  </a:lnTo>
                  <a:lnTo>
                    <a:pt x="384178" y="7109"/>
                  </a:lnTo>
                  <a:lnTo>
                    <a:pt x="383978" y="7459"/>
                  </a:lnTo>
                  <a:lnTo>
                    <a:pt x="383848" y="7534"/>
                  </a:lnTo>
                  <a:lnTo>
                    <a:pt x="382994" y="8031"/>
                  </a:lnTo>
                  <a:lnTo>
                    <a:pt x="381924" y="8655"/>
                  </a:lnTo>
                  <a:lnTo>
                    <a:pt x="380322" y="11582"/>
                  </a:lnTo>
                  <a:lnTo>
                    <a:pt x="379038" y="16321"/>
                  </a:lnTo>
                  <a:lnTo>
                    <a:pt x="377896" y="17831"/>
                  </a:lnTo>
                  <a:lnTo>
                    <a:pt x="376752" y="19354"/>
                  </a:lnTo>
                  <a:lnTo>
                    <a:pt x="376514" y="20080"/>
                  </a:lnTo>
                  <a:lnTo>
                    <a:pt x="376089" y="21380"/>
                  </a:lnTo>
                  <a:lnTo>
                    <a:pt x="375629" y="22786"/>
                  </a:lnTo>
                  <a:lnTo>
                    <a:pt x="375405" y="23472"/>
                  </a:lnTo>
                  <a:lnTo>
                    <a:pt x="375101" y="24403"/>
                  </a:lnTo>
                  <a:lnTo>
                    <a:pt x="374679" y="25536"/>
                  </a:lnTo>
                  <a:lnTo>
                    <a:pt x="374673" y="25867"/>
                  </a:lnTo>
                  <a:lnTo>
                    <a:pt x="374209" y="25938"/>
                  </a:lnTo>
                  <a:lnTo>
                    <a:pt x="373911" y="25965"/>
                  </a:lnTo>
                  <a:lnTo>
                    <a:pt x="373577" y="26012"/>
                  </a:lnTo>
                  <a:lnTo>
                    <a:pt x="372762" y="26136"/>
                  </a:lnTo>
                  <a:lnTo>
                    <a:pt x="372270" y="26250"/>
                  </a:lnTo>
                  <a:lnTo>
                    <a:pt x="372024" y="26419"/>
                  </a:lnTo>
                  <a:lnTo>
                    <a:pt x="371016" y="27111"/>
                  </a:lnTo>
                  <a:lnTo>
                    <a:pt x="370391" y="28076"/>
                  </a:lnTo>
                  <a:lnTo>
                    <a:pt x="369822" y="28955"/>
                  </a:lnTo>
                  <a:lnTo>
                    <a:pt x="368883" y="29531"/>
                  </a:lnTo>
                  <a:lnTo>
                    <a:pt x="368127" y="29996"/>
                  </a:lnTo>
                  <a:lnTo>
                    <a:pt x="368166" y="31563"/>
                  </a:lnTo>
                  <a:lnTo>
                    <a:pt x="368203" y="32211"/>
                  </a:lnTo>
                  <a:lnTo>
                    <a:pt x="368234" y="32393"/>
                  </a:lnTo>
                  <a:lnTo>
                    <a:pt x="368456" y="32841"/>
                  </a:lnTo>
                  <a:lnTo>
                    <a:pt x="368594" y="33495"/>
                  </a:lnTo>
                  <a:lnTo>
                    <a:pt x="368584" y="33745"/>
                  </a:lnTo>
                  <a:lnTo>
                    <a:pt x="368594" y="33885"/>
                  </a:lnTo>
                  <a:lnTo>
                    <a:pt x="369153" y="34959"/>
                  </a:lnTo>
                  <a:lnTo>
                    <a:pt x="369208" y="35222"/>
                  </a:lnTo>
                  <a:lnTo>
                    <a:pt x="364792" y="37560"/>
                  </a:lnTo>
                  <a:lnTo>
                    <a:pt x="365936" y="43428"/>
                  </a:lnTo>
                  <a:lnTo>
                    <a:pt x="366150" y="44525"/>
                  </a:lnTo>
                  <a:lnTo>
                    <a:pt x="366126" y="44858"/>
                  </a:lnTo>
                  <a:lnTo>
                    <a:pt x="367306" y="50453"/>
                  </a:lnTo>
                  <a:lnTo>
                    <a:pt x="367876" y="53432"/>
                  </a:lnTo>
                  <a:lnTo>
                    <a:pt x="368160" y="54454"/>
                  </a:lnTo>
                  <a:lnTo>
                    <a:pt x="368860" y="56949"/>
                  </a:lnTo>
                  <a:lnTo>
                    <a:pt x="369774" y="60204"/>
                  </a:lnTo>
                  <a:lnTo>
                    <a:pt x="372429" y="69769"/>
                  </a:lnTo>
                  <a:lnTo>
                    <a:pt x="373978" y="75349"/>
                  </a:lnTo>
                  <a:lnTo>
                    <a:pt x="372917" y="75733"/>
                  </a:lnTo>
                  <a:lnTo>
                    <a:pt x="371942" y="76087"/>
                  </a:lnTo>
                  <a:lnTo>
                    <a:pt x="370685" y="76545"/>
                  </a:lnTo>
                  <a:lnTo>
                    <a:pt x="369874" y="76838"/>
                  </a:lnTo>
                  <a:lnTo>
                    <a:pt x="368808" y="77227"/>
                  </a:lnTo>
                  <a:lnTo>
                    <a:pt x="368215" y="77441"/>
                  </a:lnTo>
                  <a:lnTo>
                    <a:pt x="367540" y="77685"/>
                  </a:lnTo>
                  <a:lnTo>
                    <a:pt x="366543" y="78046"/>
                  </a:lnTo>
                  <a:lnTo>
                    <a:pt x="365617" y="78382"/>
                  </a:lnTo>
                  <a:lnTo>
                    <a:pt x="363003" y="79331"/>
                  </a:lnTo>
                  <a:lnTo>
                    <a:pt x="357154" y="81456"/>
                  </a:lnTo>
                  <a:lnTo>
                    <a:pt x="356927" y="81537"/>
                  </a:lnTo>
                  <a:lnTo>
                    <a:pt x="356306" y="81764"/>
                  </a:lnTo>
                  <a:lnTo>
                    <a:pt x="355914" y="81906"/>
                  </a:lnTo>
                  <a:lnTo>
                    <a:pt x="355563" y="82031"/>
                  </a:lnTo>
                  <a:lnTo>
                    <a:pt x="354795" y="82311"/>
                  </a:lnTo>
                  <a:lnTo>
                    <a:pt x="354187" y="82532"/>
                  </a:lnTo>
                  <a:lnTo>
                    <a:pt x="354182" y="82700"/>
                  </a:lnTo>
                  <a:lnTo>
                    <a:pt x="354159" y="83502"/>
                  </a:lnTo>
                  <a:lnTo>
                    <a:pt x="354110" y="85021"/>
                  </a:lnTo>
                  <a:lnTo>
                    <a:pt x="354075" y="86173"/>
                  </a:lnTo>
                  <a:lnTo>
                    <a:pt x="354044" y="87016"/>
                  </a:lnTo>
                  <a:lnTo>
                    <a:pt x="353988" y="87143"/>
                  </a:lnTo>
                  <a:lnTo>
                    <a:pt x="350942" y="94224"/>
                  </a:lnTo>
                  <a:lnTo>
                    <a:pt x="347230" y="96369"/>
                  </a:lnTo>
                  <a:lnTo>
                    <a:pt x="346723" y="96662"/>
                  </a:lnTo>
                  <a:lnTo>
                    <a:pt x="346240" y="96942"/>
                  </a:lnTo>
                  <a:lnTo>
                    <a:pt x="338627" y="91293"/>
                  </a:lnTo>
                  <a:lnTo>
                    <a:pt x="338202" y="92066"/>
                  </a:lnTo>
                  <a:lnTo>
                    <a:pt x="337584" y="93219"/>
                  </a:lnTo>
                  <a:lnTo>
                    <a:pt x="337187" y="93919"/>
                  </a:lnTo>
                  <a:lnTo>
                    <a:pt x="337105" y="94069"/>
                  </a:lnTo>
                  <a:lnTo>
                    <a:pt x="336960" y="94357"/>
                  </a:lnTo>
                  <a:lnTo>
                    <a:pt x="336772" y="94672"/>
                  </a:lnTo>
                  <a:lnTo>
                    <a:pt x="336629" y="94970"/>
                  </a:lnTo>
                  <a:lnTo>
                    <a:pt x="336461" y="95224"/>
                  </a:lnTo>
                  <a:lnTo>
                    <a:pt x="336316" y="95530"/>
                  </a:lnTo>
                  <a:lnTo>
                    <a:pt x="336197" y="95748"/>
                  </a:lnTo>
                  <a:lnTo>
                    <a:pt x="335960" y="96168"/>
                  </a:lnTo>
                  <a:lnTo>
                    <a:pt x="335968" y="96598"/>
                  </a:lnTo>
                  <a:lnTo>
                    <a:pt x="336278" y="96680"/>
                  </a:lnTo>
                  <a:lnTo>
                    <a:pt x="336746" y="97115"/>
                  </a:lnTo>
                  <a:lnTo>
                    <a:pt x="336818" y="97308"/>
                  </a:lnTo>
                  <a:lnTo>
                    <a:pt x="337390" y="97606"/>
                  </a:lnTo>
                  <a:lnTo>
                    <a:pt x="337937" y="97524"/>
                  </a:lnTo>
                  <a:lnTo>
                    <a:pt x="338080" y="97565"/>
                  </a:lnTo>
                  <a:lnTo>
                    <a:pt x="338533" y="97825"/>
                  </a:lnTo>
                  <a:lnTo>
                    <a:pt x="338606" y="98133"/>
                  </a:lnTo>
                  <a:lnTo>
                    <a:pt x="338619" y="98425"/>
                  </a:lnTo>
                  <a:lnTo>
                    <a:pt x="338886" y="98840"/>
                  </a:lnTo>
                  <a:lnTo>
                    <a:pt x="338558" y="99293"/>
                  </a:lnTo>
                  <a:lnTo>
                    <a:pt x="338594" y="99476"/>
                  </a:lnTo>
                  <a:lnTo>
                    <a:pt x="338925" y="99675"/>
                  </a:lnTo>
                  <a:lnTo>
                    <a:pt x="339072" y="99738"/>
                  </a:lnTo>
                  <a:lnTo>
                    <a:pt x="339271" y="99820"/>
                  </a:lnTo>
                  <a:lnTo>
                    <a:pt x="339563" y="99886"/>
                  </a:lnTo>
                  <a:lnTo>
                    <a:pt x="339774" y="99972"/>
                  </a:lnTo>
                  <a:lnTo>
                    <a:pt x="339937" y="100102"/>
                  </a:lnTo>
                  <a:lnTo>
                    <a:pt x="339922" y="100329"/>
                  </a:lnTo>
                  <a:lnTo>
                    <a:pt x="339739" y="100476"/>
                  </a:lnTo>
                  <a:lnTo>
                    <a:pt x="339372" y="100530"/>
                  </a:lnTo>
                  <a:lnTo>
                    <a:pt x="339148" y="100517"/>
                  </a:lnTo>
                  <a:lnTo>
                    <a:pt x="338866" y="100479"/>
                  </a:lnTo>
                  <a:lnTo>
                    <a:pt x="338657" y="100423"/>
                  </a:lnTo>
                  <a:lnTo>
                    <a:pt x="338197" y="100318"/>
                  </a:lnTo>
                  <a:lnTo>
                    <a:pt x="338057" y="100262"/>
                  </a:lnTo>
                  <a:lnTo>
                    <a:pt x="337807" y="100245"/>
                  </a:lnTo>
                  <a:lnTo>
                    <a:pt x="337652" y="100247"/>
                  </a:lnTo>
                  <a:lnTo>
                    <a:pt x="337507" y="100293"/>
                  </a:lnTo>
                  <a:lnTo>
                    <a:pt x="337291" y="100362"/>
                  </a:lnTo>
                  <a:lnTo>
                    <a:pt x="337087" y="100863"/>
                  </a:lnTo>
                  <a:lnTo>
                    <a:pt x="337026" y="101107"/>
                  </a:lnTo>
                  <a:lnTo>
                    <a:pt x="336968" y="101331"/>
                  </a:lnTo>
                  <a:lnTo>
                    <a:pt x="337026" y="101649"/>
                  </a:lnTo>
                  <a:lnTo>
                    <a:pt x="337021" y="101990"/>
                  </a:lnTo>
                  <a:lnTo>
                    <a:pt x="337026" y="102133"/>
                  </a:lnTo>
                  <a:lnTo>
                    <a:pt x="337123" y="102715"/>
                  </a:lnTo>
                  <a:lnTo>
                    <a:pt x="337080" y="102901"/>
                  </a:lnTo>
                  <a:lnTo>
                    <a:pt x="337225" y="103364"/>
                  </a:lnTo>
                  <a:lnTo>
                    <a:pt x="337291" y="103575"/>
                  </a:lnTo>
                  <a:lnTo>
                    <a:pt x="337347" y="103784"/>
                  </a:lnTo>
                  <a:lnTo>
                    <a:pt x="337388" y="103911"/>
                  </a:lnTo>
                  <a:lnTo>
                    <a:pt x="337477" y="104140"/>
                  </a:lnTo>
                  <a:lnTo>
                    <a:pt x="337561" y="104326"/>
                  </a:lnTo>
                  <a:lnTo>
                    <a:pt x="337120" y="105153"/>
                  </a:lnTo>
                  <a:lnTo>
                    <a:pt x="336678" y="105576"/>
                  </a:lnTo>
                  <a:lnTo>
                    <a:pt x="336820" y="106001"/>
                  </a:lnTo>
                  <a:lnTo>
                    <a:pt x="336777" y="106158"/>
                  </a:lnTo>
                  <a:lnTo>
                    <a:pt x="336846" y="106392"/>
                  </a:lnTo>
                  <a:lnTo>
                    <a:pt x="336833" y="106527"/>
                  </a:lnTo>
                  <a:lnTo>
                    <a:pt x="336723" y="106863"/>
                  </a:lnTo>
                  <a:lnTo>
                    <a:pt x="336436" y="107092"/>
                  </a:lnTo>
                  <a:lnTo>
                    <a:pt x="336288" y="107151"/>
                  </a:lnTo>
                  <a:lnTo>
                    <a:pt x="336029" y="107242"/>
                  </a:lnTo>
                  <a:lnTo>
                    <a:pt x="335863" y="107492"/>
                  </a:lnTo>
                  <a:lnTo>
                    <a:pt x="335848" y="107845"/>
                  </a:lnTo>
                  <a:lnTo>
                    <a:pt x="335779" y="108135"/>
                  </a:lnTo>
                  <a:lnTo>
                    <a:pt x="335611" y="108616"/>
                  </a:lnTo>
                  <a:lnTo>
                    <a:pt x="335616" y="108787"/>
                  </a:lnTo>
                  <a:lnTo>
                    <a:pt x="335624" y="108955"/>
                  </a:lnTo>
                  <a:lnTo>
                    <a:pt x="335400" y="109041"/>
                  </a:lnTo>
                  <a:lnTo>
                    <a:pt x="335064" y="109255"/>
                  </a:lnTo>
                  <a:lnTo>
                    <a:pt x="334856" y="109380"/>
                  </a:lnTo>
                  <a:lnTo>
                    <a:pt x="334591" y="109497"/>
                  </a:lnTo>
                  <a:lnTo>
                    <a:pt x="333868" y="109965"/>
                  </a:lnTo>
                  <a:lnTo>
                    <a:pt x="333731" y="110046"/>
                  </a:lnTo>
                  <a:lnTo>
                    <a:pt x="333599" y="110168"/>
                  </a:lnTo>
                  <a:lnTo>
                    <a:pt x="333316" y="110420"/>
                  </a:lnTo>
                  <a:lnTo>
                    <a:pt x="333184" y="110532"/>
                  </a:lnTo>
                  <a:lnTo>
                    <a:pt x="332963" y="110751"/>
                  </a:lnTo>
                  <a:lnTo>
                    <a:pt x="332581" y="110990"/>
                  </a:lnTo>
                  <a:lnTo>
                    <a:pt x="332451" y="111041"/>
                  </a:lnTo>
                  <a:lnTo>
                    <a:pt x="332253" y="111222"/>
                  </a:lnTo>
                  <a:lnTo>
                    <a:pt x="331703" y="111731"/>
                  </a:lnTo>
                  <a:lnTo>
                    <a:pt x="330917" y="111799"/>
                  </a:lnTo>
                  <a:lnTo>
                    <a:pt x="330779" y="111771"/>
                  </a:lnTo>
                  <a:lnTo>
                    <a:pt x="330176" y="111811"/>
                  </a:lnTo>
                  <a:lnTo>
                    <a:pt x="329176" y="111878"/>
                  </a:lnTo>
                  <a:lnTo>
                    <a:pt x="327873" y="111962"/>
                  </a:lnTo>
                  <a:lnTo>
                    <a:pt x="327288" y="112002"/>
                  </a:lnTo>
                  <a:lnTo>
                    <a:pt x="325545" y="112119"/>
                  </a:lnTo>
                  <a:lnTo>
                    <a:pt x="323746" y="112239"/>
                  </a:lnTo>
                  <a:lnTo>
                    <a:pt x="322064" y="112351"/>
                  </a:lnTo>
                  <a:lnTo>
                    <a:pt x="320863" y="112430"/>
                  </a:lnTo>
                  <a:lnTo>
                    <a:pt x="318039" y="113465"/>
                  </a:lnTo>
                  <a:lnTo>
                    <a:pt x="317326" y="113725"/>
                  </a:lnTo>
                  <a:lnTo>
                    <a:pt x="316881" y="113921"/>
                  </a:lnTo>
                  <a:lnTo>
                    <a:pt x="316703" y="113995"/>
                  </a:lnTo>
                  <a:lnTo>
                    <a:pt x="314466" y="114934"/>
                  </a:lnTo>
                  <a:lnTo>
                    <a:pt x="312005" y="115967"/>
                  </a:lnTo>
                  <a:lnTo>
                    <a:pt x="309324" y="117089"/>
                  </a:lnTo>
                  <a:lnTo>
                    <a:pt x="308417" y="117366"/>
                  </a:lnTo>
                  <a:lnTo>
                    <a:pt x="305912" y="118398"/>
                  </a:lnTo>
                  <a:lnTo>
                    <a:pt x="305283" y="118664"/>
                  </a:lnTo>
                  <a:lnTo>
                    <a:pt x="304925" y="118815"/>
                  </a:lnTo>
                  <a:lnTo>
                    <a:pt x="302209" y="116956"/>
                  </a:lnTo>
                  <a:lnTo>
                    <a:pt x="300636" y="115888"/>
                  </a:lnTo>
                  <a:lnTo>
                    <a:pt x="300254" y="115621"/>
                  </a:lnTo>
                  <a:lnTo>
                    <a:pt x="298561" y="114462"/>
                  </a:lnTo>
                  <a:lnTo>
                    <a:pt x="298046" y="114272"/>
                  </a:lnTo>
                  <a:lnTo>
                    <a:pt x="297514" y="113913"/>
                  </a:lnTo>
                  <a:lnTo>
                    <a:pt x="295409" y="112491"/>
                  </a:lnTo>
                  <a:lnTo>
                    <a:pt x="294929" y="112165"/>
                  </a:lnTo>
                  <a:lnTo>
                    <a:pt x="294420" y="111824"/>
                  </a:lnTo>
                  <a:lnTo>
                    <a:pt x="294013" y="111547"/>
                  </a:lnTo>
                  <a:lnTo>
                    <a:pt x="293791" y="111280"/>
                  </a:lnTo>
                  <a:lnTo>
                    <a:pt x="293415" y="110819"/>
                  </a:lnTo>
                  <a:lnTo>
                    <a:pt x="292837" y="110115"/>
                  </a:lnTo>
                  <a:lnTo>
                    <a:pt x="292565" y="109784"/>
                  </a:lnTo>
                  <a:lnTo>
                    <a:pt x="292262" y="109417"/>
                  </a:lnTo>
                  <a:lnTo>
                    <a:pt x="291952" y="109038"/>
                  </a:lnTo>
                  <a:lnTo>
                    <a:pt x="291840" y="108903"/>
                  </a:lnTo>
                  <a:lnTo>
                    <a:pt x="291534" y="108532"/>
                  </a:lnTo>
                  <a:lnTo>
                    <a:pt x="291201" y="108127"/>
                  </a:lnTo>
                  <a:lnTo>
                    <a:pt x="290794" y="107631"/>
                  </a:lnTo>
                  <a:lnTo>
                    <a:pt x="290603" y="107395"/>
                  </a:lnTo>
                  <a:lnTo>
                    <a:pt x="290249" y="107168"/>
                  </a:lnTo>
                  <a:lnTo>
                    <a:pt x="289707" y="106870"/>
                  </a:lnTo>
                  <a:lnTo>
                    <a:pt x="289165" y="106575"/>
                  </a:lnTo>
                  <a:lnTo>
                    <a:pt x="288761" y="106349"/>
                  </a:lnTo>
                  <a:lnTo>
                    <a:pt x="288478" y="106193"/>
                  </a:lnTo>
                  <a:lnTo>
                    <a:pt x="288076" y="105972"/>
                  </a:lnTo>
                  <a:lnTo>
                    <a:pt x="287377" y="105585"/>
                  </a:lnTo>
                  <a:lnTo>
                    <a:pt x="287107" y="105438"/>
                  </a:lnTo>
                  <a:lnTo>
                    <a:pt x="286567" y="105140"/>
                  </a:lnTo>
                  <a:lnTo>
                    <a:pt x="285957" y="104804"/>
                  </a:lnTo>
                  <a:lnTo>
                    <a:pt x="285461" y="104532"/>
                  </a:lnTo>
                  <a:lnTo>
                    <a:pt x="284941" y="104244"/>
                  </a:lnTo>
                  <a:lnTo>
                    <a:pt x="284359" y="103923"/>
                  </a:lnTo>
                  <a:lnTo>
                    <a:pt x="283842" y="103638"/>
                  </a:lnTo>
                  <a:lnTo>
                    <a:pt x="283361" y="103374"/>
                  </a:lnTo>
                  <a:lnTo>
                    <a:pt x="282791" y="103061"/>
                  </a:lnTo>
                  <a:lnTo>
                    <a:pt x="282483" y="102890"/>
                  </a:lnTo>
                  <a:lnTo>
                    <a:pt x="282247" y="102760"/>
                  </a:lnTo>
                  <a:lnTo>
                    <a:pt x="281774" y="102498"/>
                  </a:lnTo>
                  <a:lnTo>
                    <a:pt x="281646" y="102427"/>
                  </a:lnTo>
                  <a:lnTo>
                    <a:pt x="281415" y="102302"/>
                  </a:lnTo>
                  <a:lnTo>
                    <a:pt x="281173" y="102170"/>
                  </a:lnTo>
                  <a:lnTo>
                    <a:pt x="280941" y="102040"/>
                  </a:lnTo>
                  <a:lnTo>
                    <a:pt x="280608" y="101855"/>
                  </a:lnTo>
                  <a:lnTo>
                    <a:pt x="280374" y="101727"/>
                  </a:lnTo>
                  <a:lnTo>
                    <a:pt x="280061" y="101554"/>
                  </a:lnTo>
                  <a:lnTo>
                    <a:pt x="279570" y="101282"/>
                  </a:lnTo>
                  <a:lnTo>
                    <a:pt x="279163" y="101058"/>
                  </a:lnTo>
                  <a:lnTo>
                    <a:pt x="278588" y="100745"/>
                  </a:lnTo>
                  <a:lnTo>
                    <a:pt x="278008" y="100422"/>
                  </a:lnTo>
                  <a:lnTo>
                    <a:pt x="277438" y="100106"/>
                  </a:lnTo>
                  <a:lnTo>
                    <a:pt x="276829" y="99776"/>
                  </a:lnTo>
                  <a:lnTo>
                    <a:pt x="275880" y="99251"/>
                  </a:lnTo>
                  <a:lnTo>
                    <a:pt x="275178" y="98865"/>
                  </a:lnTo>
                  <a:lnTo>
                    <a:pt x="274641" y="98569"/>
                  </a:lnTo>
                  <a:lnTo>
                    <a:pt x="274186" y="98343"/>
                  </a:lnTo>
                  <a:lnTo>
                    <a:pt x="273119" y="97834"/>
                  </a:lnTo>
                  <a:lnTo>
                    <a:pt x="271941" y="97267"/>
                  </a:lnTo>
                  <a:lnTo>
                    <a:pt x="270743" y="96689"/>
                  </a:lnTo>
                  <a:lnTo>
                    <a:pt x="270013" y="96335"/>
                  </a:lnTo>
                  <a:lnTo>
                    <a:pt x="269455" y="96071"/>
                  </a:lnTo>
                  <a:lnTo>
                    <a:pt x="268539" y="95628"/>
                  </a:lnTo>
                  <a:lnTo>
                    <a:pt x="267542" y="95147"/>
                  </a:lnTo>
                  <a:lnTo>
                    <a:pt x="266593" y="94692"/>
                  </a:lnTo>
                  <a:lnTo>
                    <a:pt x="265366" y="94101"/>
                  </a:lnTo>
                  <a:lnTo>
                    <a:pt x="264288" y="93580"/>
                  </a:lnTo>
                  <a:lnTo>
                    <a:pt x="263738" y="93315"/>
                  </a:lnTo>
                  <a:lnTo>
                    <a:pt x="262628" y="92781"/>
                  </a:lnTo>
                  <a:lnTo>
                    <a:pt x="261667" y="92317"/>
                  </a:lnTo>
                  <a:lnTo>
                    <a:pt x="261053" y="92022"/>
                  </a:lnTo>
                  <a:lnTo>
                    <a:pt x="259351" y="91205"/>
                  </a:lnTo>
                  <a:lnTo>
                    <a:pt x="258336" y="90717"/>
                  </a:lnTo>
                  <a:lnTo>
                    <a:pt x="257267" y="90203"/>
                  </a:lnTo>
                  <a:lnTo>
                    <a:pt x="256450" y="89958"/>
                  </a:lnTo>
                  <a:lnTo>
                    <a:pt x="255847" y="89666"/>
                  </a:lnTo>
                  <a:lnTo>
                    <a:pt x="255323" y="89414"/>
                  </a:lnTo>
                  <a:lnTo>
                    <a:pt x="253649" y="88613"/>
                  </a:lnTo>
                  <a:lnTo>
                    <a:pt x="252450" y="88038"/>
                  </a:lnTo>
                  <a:lnTo>
                    <a:pt x="251374" y="87521"/>
                  </a:lnTo>
                  <a:lnTo>
                    <a:pt x="250277" y="86997"/>
                  </a:lnTo>
                  <a:lnTo>
                    <a:pt x="249613" y="86679"/>
                  </a:lnTo>
                  <a:lnTo>
                    <a:pt x="249196" y="86478"/>
                  </a:lnTo>
                  <a:lnTo>
                    <a:pt x="248234" y="86015"/>
                  </a:lnTo>
                  <a:lnTo>
                    <a:pt x="247460" y="85643"/>
                  </a:lnTo>
                  <a:lnTo>
                    <a:pt x="246315" y="85094"/>
                  </a:lnTo>
                  <a:lnTo>
                    <a:pt x="245285" y="84603"/>
                  </a:lnTo>
                  <a:lnTo>
                    <a:pt x="244160" y="84063"/>
                  </a:lnTo>
                  <a:lnTo>
                    <a:pt x="243056" y="83531"/>
                  </a:lnTo>
                  <a:lnTo>
                    <a:pt x="242402" y="83221"/>
                  </a:lnTo>
                  <a:lnTo>
                    <a:pt x="241211" y="82648"/>
                  </a:lnTo>
                  <a:lnTo>
                    <a:pt x="240628" y="82236"/>
                  </a:lnTo>
                  <a:lnTo>
                    <a:pt x="239855" y="81687"/>
                  </a:lnTo>
                  <a:lnTo>
                    <a:pt x="239068" y="81127"/>
                  </a:lnTo>
                  <a:lnTo>
                    <a:pt x="238448" y="80689"/>
                  </a:lnTo>
                  <a:lnTo>
                    <a:pt x="237666" y="80134"/>
                  </a:lnTo>
                  <a:lnTo>
                    <a:pt x="237135" y="79758"/>
                  </a:lnTo>
                  <a:lnTo>
                    <a:pt x="236819" y="79534"/>
                  </a:lnTo>
                  <a:lnTo>
                    <a:pt x="236193" y="79880"/>
                  </a:lnTo>
                  <a:lnTo>
                    <a:pt x="235066" y="80503"/>
                  </a:lnTo>
                  <a:lnTo>
                    <a:pt x="233257" y="81503"/>
                  </a:lnTo>
                  <a:lnTo>
                    <a:pt x="231305" y="82618"/>
                  </a:lnTo>
                  <a:lnTo>
                    <a:pt x="231140" y="82753"/>
                  </a:lnTo>
                  <a:lnTo>
                    <a:pt x="231002" y="82839"/>
                  </a:lnTo>
                  <a:lnTo>
                    <a:pt x="230849" y="82845"/>
                  </a:lnTo>
                  <a:lnTo>
                    <a:pt x="230419" y="82921"/>
                  </a:lnTo>
                  <a:lnTo>
                    <a:pt x="230175" y="82949"/>
                  </a:lnTo>
                  <a:lnTo>
                    <a:pt x="229893" y="82982"/>
                  </a:lnTo>
                  <a:lnTo>
                    <a:pt x="229567" y="83018"/>
                  </a:lnTo>
                  <a:lnTo>
                    <a:pt x="229236" y="83058"/>
                  </a:lnTo>
                  <a:lnTo>
                    <a:pt x="228954" y="83086"/>
                  </a:lnTo>
                  <a:lnTo>
                    <a:pt x="228821" y="83109"/>
                  </a:lnTo>
                  <a:lnTo>
                    <a:pt x="227241" y="83366"/>
                  </a:lnTo>
                  <a:lnTo>
                    <a:pt x="224391" y="83712"/>
                  </a:lnTo>
                  <a:lnTo>
                    <a:pt x="219208" y="83427"/>
                  </a:lnTo>
                  <a:lnTo>
                    <a:pt x="217541" y="83193"/>
                  </a:lnTo>
                  <a:lnTo>
                    <a:pt x="214267" y="76603"/>
                  </a:lnTo>
                  <a:lnTo>
                    <a:pt x="213320" y="76450"/>
                  </a:lnTo>
                  <a:lnTo>
                    <a:pt x="211524" y="76160"/>
                  </a:lnTo>
                  <a:lnTo>
                    <a:pt x="207127" y="75450"/>
                  </a:lnTo>
                  <a:lnTo>
                    <a:pt x="201620" y="74564"/>
                  </a:lnTo>
                  <a:lnTo>
                    <a:pt x="199142" y="74457"/>
                  </a:lnTo>
                  <a:lnTo>
                    <a:pt x="196783" y="74356"/>
                  </a:lnTo>
                  <a:lnTo>
                    <a:pt x="195368" y="74297"/>
                  </a:lnTo>
                  <a:lnTo>
                    <a:pt x="194289" y="74251"/>
                  </a:lnTo>
                  <a:lnTo>
                    <a:pt x="193580" y="74222"/>
                  </a:lnTo>
                  <a:lnTo>
                    <a:pt x="191768" y="74162"/>
                  </a:lnTo>
                  <a:lnTo>
                    <a:pt x="189152" y="74065"/>
                  </a:lnTo>
                  <a:lnTo>
                    <a:pt x="183124" y="73839"/>
                  </a:lnTo>
                  <a:lnTo>
                    <a:pt x="180847" y="73752"/>
                  </a:lnTo>
                  <a:lnTo>
                    <a:pt x="179625" y="73740"/>
                  </a:lnTo>
                  <a:lnTo>
                    <a:pt x="179274" y="73755"/>
                  </a:lnTo>
                  <a:lnTo>
                    <a:pt x="177882" y="73803"/>
                  </a:lnTo>
                  <a:lnTo>
                    <a:pt x="176691" y="73847"/>
                  </a:lnTo>
                  <a:lnTo>
                    <a:pt x="170521" y="74068"/>
                  </a:lnTo>
                  <a:lnTo>
                    <a:pt x="157996" y="74516"/>
                  </a:lnTo>
                  <a:lnTo>
                    <a:pt x="148620" y="73437"/>
                  </a:lnTo>
                  <a:lnTo>
                    <a:pt x="148307" y="73404"/>
                  </a:lnTo>
                  <a:lnTo>
                    <a:pt x="148083" y="73445"/>
                  </a:lnTo>
                  <a:lnTo>
                    <a:pt x="147910" y="73481"/>
                  </a:lnTo>
                  <a:lnTo>
                    <a:pt x="137238" y="75506"/>
                  </a:lnTo>
                  <a:lnTo>
                    <a:pt x="132869" y="76338"/>
                  </a:lnTo>
                  <a:lnTo>
                    <a:pt x="127462" y="78727"/>
                  </a:lnTo>
                  <a:lnTo>
                    <a:pt x="124933" y="79376"/>
                  </a:lnTo>
                  <a:lnTo>
                    <a:pt x="124655" y="79468"/>
                  </a:lnTo>
                  <a:lnTo>
                    <a:pt x="123515" y="79852"/>
                  </a:lnTo>
                  <a:lnTo>
                    <a:pt x="123284" y="79969"/>
                  </a:lnTo>
                  <a:lnTo>
                    <a:pt x="122760" y="80641"/>
                  </a:lnTo>
                  <a:lnTo>
                    <a:pt x="122037" y="81562"/>
                  </a:lnTo>
                  <a:lnTo>
                    <a:pt x="121533" y="82208"/>
                  </a:lnTo>
                  <a:lnTo>
                    <a:pt x="121164" y="82674"/>
                  </a:lnTo>
                  <a:lnTo>
                    <a:pt x="120482" y="83542"/>
                  </a:lnTo>
                  <a:lnTo>
                    <a:pt x="120121" y="84002"/>
                  </a:lnTo>
                  <a:lnTo>
                    <a:pt x="119996" y="84163"/>
                  </a:lnTo>
                  <a:lnTo>
                    <a:pt x="119368" y="84964"/>
                  </a:lnTo>
                  <a:lnTo>
                    <a:pt x="118716" y="85801"/>
                  </a:lnTo>
                  <a:lnTo>
                    <a:pt x="118518" y="85964"/>
                  </a:lnTo>
                  <a:lnTo>
                    <a:pt x="117718" y="86971"/>
                  </a:lnTo>
                  <a:lnTo>
                    <a:pt x="116217" y="87855"/>
                  </a:lnTo>
                  <a:lnTo>
                    <a:pt x="116086" y="87931"/>
                  </a:lnTo>
                  <a:lnTo>
                    <a:pt x="114149" y="88990"/>
                  </a:lnTo>
                  <a:lnTo>
                    <a:pt x="113904" y="89213"/>
                  </a:lnTo>
                  <a:lnTo>
                    <a:pt x="113628" y="89465"/>
                  </a:lnTo>
                  <a:lnTo>
                    <a:pt x="113216" y="89900"/>
                  </a:lnTo>
                  <a:lnTo>
                    <a:pt x="112972" y="90092"/>
                  </a:lnTo>
                  <a:lnTo>
                    <a:pt x="112640" y="90379"/>
                  </a:lnTo>
                  <a:lnTo>
                    <a:pt x="112194" y="90790"/>
                  </a:lnTo>
                  <a:lnTo>
                    <a:pt x="112146" y="90947"/>
                  </a:lnTo>
                  <a:lnTo>
                    <a:pt x="112092" y="91179"/>
                  </a:lnTo>
                  <a:lnTo>
                    <a:pt x="112048" y="91642"/>
                  </a:lnTo>
                  <a:lnTo>
                    <a:pt x="111941" y="91801"/>
                  </a:lnTo>
                  <a:lnTo>
                    <a:pt x="111898" y="91940"/>
                  </a:lnTo>
                  <a:lnTo>
                    <a:pt x="111634" y="92112"/>
                  </a:lnTo>
                  <a:lnTo>
                    <a:pt x="111551" y="92258"/>
                  </a:lnTo>
                  <a:lnTo>
                    <a:pt x="111435" y="92391"/>
                  </a:lnTo>
                  <a:lnTo>
                    <a:pt x="111287" y="92560"/>
                  </a:lnTo>
                  <a:lnTo>
                    <a:pt x="111117" y="92730"/>
                  </a:lnTo>
                  <a:lnTo>
                    <a:pt x="111026" y="92934"/>
                  </a:lnTo>
                  <a:lnTo>
                    <a:pt x="110879" y="93015"/>
                  </a:lnTo>
                  <a:lnTo>
                    <a:pt x="110304" y="93298"/>
                  </a:lnTo>
                  <a:lnTo>
                    <a:pt x="109678" y="94379"/>
                  </a:lnTo>
                  <a:lnTo>
                    <a:pt x="109360" y="94650"/>
                  </a:lnTo>
                  <a:lnTo>
                    <a:pt x="108826" y="95385"/>
                  </a:lnTo>
                  <a:lnTo>
                    <a:pt x="108542" y="96133"/>
                  </a:lnTo>
                  <a:lnTo>
                    <a:pt x="107445" y="97608"/>
                  </a:lnTo>
                  <a:lnTo>
                    <a:pt x="106886" y="98306"/>
                  </a:lnTo>
                  <a:lnTo>
                    <a:pt x="104197" y="101011"/>
                  </a:lnTo>
                  <a:lnTo>
                    <a:pt x="103835" y="101489"/>
                  </a:lnTo>
                  <a:lnTo>
                    <a:pt x="103249" y="102250"/>
                  </a:lnTo>
                  <a:lnTo>
                    <a:pt x="102828" y="102788"/>
                  </a:lnTo>
                  <a:lnTo>
                    <a:pt x="102707" y="102943"/>
                  </a:lnTo>
                  <a:lnTo>
                    <a:pt x="102462" y="103261"/>
                  </a:lnTo>
                  <a:lnTo>
                    <a:pt x="102307" y="103464"/>
                  </a:lnTo>
                  <a:lnTo>
                    <a:pt x="102154" y="103664"/>
                  </a:lnTo>
                  <a:lnTo>
                    <a:pt x="101844" y="104071"/>
                  </a:lnTo>
                  <a:lnTo>
                    <a:pt x="101223" y="104880"/>
                  </a:lnTo>
                  <a:lnTo>
                    <a:pt x="100909" y="105289"/>
                  </a:lnTo>
                  <a:lnTo>
                    <a:pt x="100673" y="105596"/>
                  </a:lnTo>
                  <a:lnTo>
                    <a:pt x="100129" y="106306"/>
                  </a:lnTo>
                  <a:lnTo>
                    <a:pt x="99741" y="106809"/>
                  </a:lnTo>
                  <a:lnTo>
                    <a:pt x="99511" y="107114"/>
                  </a:lnTo>
                  <a:lnTo>
                    <a:pt x="99402" y="107255"/>
                  </a:lnTo>
                  <a:lnTo>
                    <a:pt x="99120" y="107621"/>
                  </a:lnTo>
                  <a:lnTo>
                    <a:pt x="98811" y="108025"/>
                  </a:lnTo>
                  <a:lnTo>
                    <a:pt x="98658" y="108227"/>
                  </a:lnTo>
                  <a:lnTo>
                    <a:pt x="98455" y="108492"/>
                  </a:lnTo>
                  <a:lnTo>
                    <a:pt x="93005" y="115629"/>
                  </a:lnTo>
                  <a:lnTo>
                    <a:pt x="89365" y="120389"/>
                  </a:lnTo>
                  <a:lnTo>
                    <a:pt x="80960" y="120768"/>
                  </a:lnTo>
                  <a:lnTo>
                    <a:pt x="78558" y="120697"/>
                  </a:lnTo>
                  <a:lnTo>
                    <a:pt x="78021" y="120681"/>
                  </a:lnTo>
                  <a:lnTo>
                    <a:pt x="77553" y="120667"/>
                  </a:lnTo>
                  <a:lnTo>
                    <a:pt x="77042" y="120651"/>
                  </a:lnTo>
                  <a:lnTo>
                    <a:pt x="76474" y="120633"/>
                  </a:lnTo>
                  <a:lnTo>
                    <a:pt x="73372" y="120542"/>
                  </a:lnTo>
                  <a:lnTo>
                    <a:pt x="69133" y="114669"/>
                  </a:lnTo>
                  <a:lnTo>
                    <a:pt x="64253" y="114916"/>
                  </a:lnTo>
                  <a:lnTo>
                    <a:pt x="63171" y="114969"/>
                  </a:lnTo>
                  <a:lnTo>
                    <a:pt x="60120" y="114852"/>
                  </a:lnTo>
                  <a:lnTo>
                    <a:pt x="56744" y="114725"/>
                  </a:lnTo>
                  <a:lnTo>
                    <a:pt x="54240" y="117084"/>
                  </a:lnTo>
                  <a:lnTo>
                    <a:pt x="52998" y="118247"/>
                  </a:lnTo>
                  <a:lnTo>
                    <a:pt x="44876" y="125880"/>
                  </a:lnTo>
                  <a:lnTo>
                    <a:pt x="34240" y="130092"/>
                  </a:lnTo>
                  <a:lnTo>
                    <a:pt x="37682" y="135952"/>
                  </a:lnTo>
                  <a:lnTo>
                    <a:pt x="37840" y="137158"/>
                  </a:lnTo>
                  <a:lnTo>
                    <a:pt x="39983" y="141272"/>
                  </a:lnTo>
                  <a:lnTo>
                    <a:pt x="34380" y="143654"/>
                  </a:lnTo>
                  <a:lnTo>
                    <a:pt x="33815" y="144649"/>
                  </a:lnTo>
                  <a:lnTo>
                    <a:pt x="32985" y="146115"/>
                  </a:lnTo>
                  <a:lnTo>
                    <a:pt x="29189" y="144489"/>
                  </a:lnTo>
                  <a:lnTo>
                    <a:pt x="24835" y="135998"/>
                  </a:lnTo>
                  <a:lnTo>
                    <a:pt x="20825" y="137786"/>
                  </a:lnTo>
                  <a:lnTo>
                    <a:pt x="16123" y="137657"/>
                  </a:lnTo>
                  <a:lnTo>
                    <a:pt x="11499" y="135968"/>
                  </a:lnTo>
                  <a:lnTo>
                    <a:pt x="10497" y="137008"/>
                  </a:lnTo>
                  <a:lnTo>
                    <a:pt x="11471" y="137860"/>
                  </a:lnTo>
                  <a:lnTo>
                    <a:pt x="11550" y="138239"/>
                  </a:lnTo>
                  <a:lnTo>
                    <a:pt x="11677" y="138850"/>
                  </a:lnTo>
                  <a:lnTo>
                    <a:pt x="11749" y="139242"/>
                  </a:lnTo>
                  <a:lnTo>
                    <a:pt x="11573" y="139249"/>
                  </a:lnTo>
                  <a:lnTo>
                    <a:pt x="11169" y="139130"/>
                  </a:lnTo>
                  <a:lnTo>
                    <a:pt x="11074" y="139262"/>
                  </a:lnTo>
                  <a:lnTo>
                    <a:pt x="10840" y="139590"/>
                  </a:lnTo>
                  <a:lnTo>
                    <a:pt x="10616" y="139906"/>
                  </a:lnTo>
                  <a:lnTo>
                    <a:pt x="10377" y="140244"/>
                  </a:lnTo>
                  <a:lnTo>
                    <a:pt x="10326" y="140517"/>
                  </a:lnTo>
                  <a:lnTo>
                    <a:pt x="10268" y="140756"/>
                  </a:lnTo>
                  <a:lnTo>
                    <a:pt x="10225" y="141048"/>
                  </a:lnTo>
                  <a:lnTo>
                    <a:pt x="10097" y="141293"/>
                  </a:lnTo>
                  <a:lnTo>
                    <a:pt x="9962" y="141562"/>
                  </a:lnTo>
                  <a:lnTo>
                    <a:pt x="9563" y="142316"/>
                  </a:lnTo>
                  <a:lnTo>
                    <a:pt x="9319" y="142382"/>
                  </a:lnTo>
                  <a:lnTo>
                    <a:pt x="9143" y="142445"/>
                  </a:lnTo>
                  <a:lnTo>
                    <a:pt x="8929" y="142415"/>
                  </a:lnTo>
                  <a:lnTo>
                    <a:pt x="8789" y="142509"/>
                  </a:lnTo>
                  <a:lnTo>
                    <a:pt x="8675" y="142697"/>
                  </a:lnTo>
                  <a:lnTo>
                    <a:pt x="8634" y="142870"/>
                  </a:lnTo>
                  <a:lnTo>
                    <a:pt x="8647" y="143061"/>
                  </a:lnTo>
                  <a:lnTo>
                    <a:pt x="8611" y="143484"/>
                  </a:lnTo>
                  <a:lnTo>
                    <a:pt x="8573" y="143697"/>
                  </a:lnTo>
                  <a:lnTo>
                    <a:pt x="8497" y="143840"/>
                  </a:lnTo>
                  <a:lnTo>
                    <a:pt x="8400" y="143990"/>
                  </a:lnTo>
                  <a:lnTo>
                    <a:pt x="8400" y="144219"/>
                  </a:lnTo>
                  <a:lnTo>
                    <a:pt x="8670" y="144435"/>
                  </a:lnTo>
                  <a:lnTo>
                    <a:pt x="8856" y="144580"/>
                  </a:lnTo>
                  <a:lnTo>
                    <a:pt x="8754" y="144794"/>
                  </a:lnTo>
                  <a:lnTo>
                    <a:pt x="8627" y="144926"/>
                  </a:lnTo>
                  <a:lnTo>
                    <a:pt x="8364" y="145191"/>
                  </a:lnTo>
                  <a:lnTo>
                    <a:pt x="8219" y="145165"/>
                  </a:lnTo>
                  <a:lnTo>
                    <a:pt x="8074" y="145321"/>
                  </a:lnTo>
                  <a:lnTo>
                    <a:pt x="7797" y="145697"/>
                  </a:lnTo>
                  <a:lnTo>
                    <a:pt x="7158" y="146059"/>
                  </a:lnTo>
                  <a:lnTo>
                    <a:pt x="6957" y="146249"/>
                  </a:lnTo>
                  <a:lnTo>
                    <a:pt x="6838" y="146387"/>
                  </a:lnTo>
                  <a:lnTo>
                    <a:pt x="6522" y="146542"/>
                  </a:lnTo>
                  <a:lnTo>
                    <a:pt x="6532" y="146725"/>
                  </a:lnTo>
                  <a:lnTo>
                    <a:pt x="6324" y="146822"/>
                  </a:lnTo>
                  <a:lnTo>
                    <a:pt x="6031" y="146970"/>
                  </a:lnTo>
                  <a:lnTo>
                    <a:pt x="56" y="150819"/>
                  </a:lnTo>
                  <a:lnTo>
                    <a:pt x="1199" y="152718"/>
                  </a:lnTo>
                  <a:lnTo>
                    <a:pt x="985" y="154201"/>
                  </a:lnTo>
                  <a:lnTo>
                    <a:pt x="838" y="155153"/>
                  </a:lnTo>
                  <a:lnTo>
                    <a:pt x="695" y="156015"/>
                  </a:lnTo>
                  <a:lnTo>
                    <a:pt x="0" y="158748"/>
                  </a:lnTo>
                  <a:lnTo>
                    <a:pt x="2279" y="160378"/>
                  </a:lnTo>
                  <a:lnTo>
                    <a:pt x="4054" y="160579"/>
                  </a:lnTo>
                  <a:lnTo>
                    <a:pt x="4783" y="161952"/>
                  </a:lnTo>
                  <a:lnTo>
                    <a:pt x="5051" y="162590"/>
                  </a:lnTo>
                  <a:lnTo>
                    <a:pt x="5366" y="163718"/>
                  </a:lnTo>
                  <a:lnTo>
                    <a:pt x="5633" y="167769"/>
                  </a:lnTo>
                  <a:lnTo>
                    <a:pt x="5624" y="167929"/>
                  </a:lnTo>
                  <a:lnTo>
                    <a:pt x="5293" y="169375"/>
                  </a:lnTo>
                  <a:lnTo>
                    <a:pt x="4853" y="171311"/>
                  </a:lnTo>
                  <a:lnTo>
                    <a:pt x="4783" y="171619"/>
                  </a:lnTo>
                  <a:lnTo>
                    <a:pt x="3779" y="176026"/>
                  </a:lnTo>
                  <a:lnTo>
                    <a:pt x="2779" y="180415"/>
                  </a:lnTo>
                  <a:lnTo>
                    <a:pt x="4386" y="190140"/>
                  </a:lnTo>
                  <a:lnTo>
                    <a:pt x="4782" y="192535"/>
                  </a:lnTo>
                  <a:lnTo>
                    <a:pt x="4676" y="193283"/>
                  </a:lnTo>
                  <a:lnTo>
                    <a:pt x="3425" y="202100"/>
                  </a:lnTo>
                  <a:lnTo>
                    <a:pt x="3639" y="202891"/>
                  </a:lnTo>
                  <a:lnTo>
                    <a:pt x="3789" y="203454"/>
                  </a:lnTo>
                  <a:lnTo>
                    <a:pt x="3950" y="204047"/>
                  </a:lnTo>
                  <a:lnTo>
                    <a:pt x="4095" y="204583"/>
                  </a:lnTo>
                  <a:lnTo>
                    <a:pt x="4255" y="205179"/>
                  </a:lnTo>
                  <a:lnTo>
                    <a:pt x="4418" y="205787"/>
                  </a:lnTo>
                  <a:lnTo>
                    <a:pt x="4509" y="206064"/>
                  </a:lnTo>
                  <a:lnTo>
                    <a:pt x="4794" y="206874"/>
                  </a:lnTo>
                  <a:lnTo>
                    <a:pt x="5013" y="207502"/>
                  </a:lnTo>
                  <a:lnTo>
                    <a:pt x="5212" y="208075"/>
                  </a:lnTo>
                  <a:lnTo>
                    <a:pt x="5352" y="208474"/>
                  </a:lnTo>
                  <a:lnTo>
                    <a:pt x="5614" y="209220"/>
                  </a:lnTo>
                  <a:lnTo>
                    <a:pt x="5807" y="209772"/>
                  </a:lnTo>
                  <a:lnTo>
                    <a:pt x="6005" y="210337"/>
                  </a:lnTo>
                  <a:lnTo>
                    <a:pt x="6237" y="211003"/>
                  </a:lnTo>
                  <a:lnTo>
                    <a:pt x="6436" y="211561"/>
                  </a:lnTo>
                  <a:lnTo>
                    <a:pt x="6664" y="212220"/>
                  </a:lnTo>
                  <a:lnTo>
                    <a:pt x="6988" y="213151"/>
                  </a:lnTo>
                  <a:lnTo>
                    <a:pt x="7171" y="213673"/>
                  </a:lnTo>
                  <a:lnTo>
                    <a:pt x="7380" y="214263"/>
                  </a:lnTo>
                  <a:lnTo>
                    <a:pt x="7565" y="214795"/>
                  </a:lnTo>
                  <a:lnTo>
                    <a:pt x="7754" y="215332"/>
                  </a:lnTo>
                  <a:lnTo>
                    <a:pt x="7955" y="215907"/>
                  </a:lnTo>
                  <a:lnTo>
                    <a:pt x="8178" y="216548"/>
                  </a:lnTo>
                  <a:lnTo>
                    <a:pt x="8369" y="217093"/>
                  </a:lnTo>
                  <a:lnTo>
                    <a:pt x="8583" y="217701"/>
                  </a:lnTo>
                  <a:lnTo>
                    <a:pt x="8769" y="218230"/>
                  </a:lnTo>
                  <a:lnTo>
                    <a:pt x="8960" y="218775"/>
                  </a:lnTo>
                  <a:lnTo>
                    <a:pt x="9145" y="219314"/>
                  </a:lnTo>
                  <a:lnTo>
                    <a:pt x="9384" y="219993"/>
                  </a:lnTo>
                  <a:lnTo>
                    <a:pt x="9781" y="221126"/>
                  </a:lnTo>
                  <a:lnTo>
                    <a:pt x="10127" y="222113"/>
                  </a:lnTo>
                  <a:lnTo>
                    <a:pt x="10354" y="222759"/>
                  </a:lnTo>
                  <a:lnTo>
                    <a:pt x="10573" y="223390"/>
                  </a:lnTo>
                  <a:lnTo>
                    <a:pt x="10751" y="223899"/>
                  </a:lnTo>
                  <a:lnTo>
                    <a:pt x="10960" y="224495"/>
                  </a:lnTo>
                  <a:lnTo>
                    <a:pt x="11364" y="225645"/>
                  </a:lnTo>
                  <a:lnTo>
                    <a:pt x="11484" y="225925"/>
                  </a:lnTo>
                  <a:lnTo>
                    <a:pt x="11591" y="226227"/>
                  </a:lnTo>
                  <a:lnTo>
                    <a:pt x="11774" y="226749"/>
                  </a:lnTo>
                  <a:lnTo>
                    <a:pt x="11863" y="226973"/>
                  </a:lnTo>
                  <a:lnTo>
                    <a:pt x="12036" y="227329"/>
                  </a:lnTo>
                  <a:lnTo>
                    <a:pt x="12509" y="228296"/>
                  </a:lnTo>
                  <a:lnTo>
                    <a:pt x="12830" y="228960"/>
                  </a:lnTo>
                  <a:lnTo>
                    <a:pt x="13298" y="229922"/>
                  </a:lnTo>
                  <a:lnTo>
                    <a:pt x="13614" y="230566"/>
                  </a:lnTo>
                  <a:lnTo>
                    <a:pt x="13876" y="231105"/>
                  </a:lnTo>
                  <a:lnTo>
                    <a:pt x="13815" y="231663"/>
                  </a:lnTo>
                  <a:lnTo>
                    <a:pt x="13792" y="231846"/>
                  </a:lnTo>
                  <a:lnTo>
                    <a:pt x="13677" y="232861"/>
                  </a:lnTo>
                  <a:lnTo>
                    <a:pt x="13609" y="233467"/>
                  </a:lnTo>
                  <a:lnTo>
                    <a:pt x="13535" y="234118"/>
                  </a:lnTo>
                  <a:lnTo>
                    <a:pt x="13474" y="234568"/>
                  </a:lnTo>
                  <a:lnTo>
                    <a:pt x="13369" y="235314"/>
                  </a:lnTo>
                  <a:lnTo>
                    <a:pt x="13273" y="236044"/>
                  </a:lnTo>
                  <a:lnTo>
                    <a:pt x="13115" y="237179"/>
                  </a:lnTo>
                  <a:lnTo>
                    <a:pt x="13036" y="237759"/>
                  </a:lnTo>
                  <a:lnTo>
                    <a:pt x="12916" y="238637"/>
                  </a:lnTo>
                  <a:lnTo>
                    <a:pt x="12830" y="239268"/>
                  </a:lnTo>
                  <a:lnTo>
                    <a:pt x="12787" y="239579"/>
                  </a:lnTo>
                  <a:lnTo>
                    <a:pt x="12675" y="240390"/>
                  </a:lnTo>
                  <a:lnTo>
                    <a:pt x="13107" y="240322"/>
                  </a:lnTo>
                  <a:lnTo>
                    <a:pt x="13863" y="240202"/>
                  </a:lnTo>
                  <a:lnTo>
                    <a:pt x="14934" y="240032"/>
                  </a:lnTo>
                  <a:lnTo>
                    <a:pt x="16023" y="239861"/>
                  </a:lnTo>
                  <a:lnTo>
                    <a:pt x="16815" y="239739"/>
                  </a:lnTo>
                  <a:lnTo>
                    <a:pt x="17863" y="239571"/>
                  </a:lnTo>
                  <a:lnTo>
                    <a:pt x="18443" y="239479"/>
                  </a:lnTo>
                  <a:lnTo>
                    <a:pt x="19598" y="239296"/>
                  </a:lnTo>
                  <a:lnTo>
                    <a:pt x="20173" y="239207"/>
                  </a:lnTo>
                  <a:lnTo>
                    <a:pt x="20718" y="239121"/>
                  </a:lnTo>
                  <a:lnTo>
                    <a:pt x="21407" y="239039"/>
                  </a:lnTo>
                  <a:lnTo>
                    <a:pt x="23013" y="238853"/>
                  </a:lnTo>
                  <a:lnTo>
                    <a:pt x="24173" y="238719"/>
                  </a:lnTo>
                  <a:lnTo>
                    <a:pt x="24647" y="238663"/>
                  </a:lnTo>
                  <a:lnTo>
                    <a:pt x="25352" y="238584"/>
                  </a:lnTo>
                  <a:lnTo>
                    <a:pt x="25878" y="238523"/>
                  </a:lnTo>
                  <a:lnTo>
                    <a:pt x="26463" y="238454"/>
                  </a:lnTo>
                  <a:lnTo>
                    <a:pt x="27189" y="238370"/>
                  </a:lnTo>
                  <a:lnTo>
                    <a:pt x="28133" y="238261"/>
                  </a:lnTo>
                  <a:lnTo>
                    <a:pt x="28553" y="238212"/>
                  </a:lnTo>
                  <a:lnTo>
                    <a:pt x="28848" y="238205"/>
                  </a:lnTo>
                  <a:lnTo>
                    <a:pt x="29413" y="238263"/>
                  </a:lnTo>
                  <a:lnTo>
                    <a:pt x="30621" y="238322"/>
                  </a:lnTo>
                  <a:lnTo>
                    <a:pt x="31458" y="238367"/>
                  </a:lnTo>
                  <a:lnTo>
                    <a:pt x="32667" y="238444"/>
                  </a:lnTo>
                  <a:lnTo>
                    <a:pt x="34906" y="238607"/>
                  </a:lnTo>
                  <a:lnTo>
                    <a:pt x="36018" y="238670"/>
                  </a:lnTo>
                  <a:lnTo>
                    <a:pt x="37950" y="238227"/>
                  </a:lnTo>
                  <a:lnTo>
                    <a:pt x="39107" y="237907"/>
                  </a:lnTo>
                  <a:lnTo>
                    <a:pt x="39369" y="237833"/>
                  </a:lnTo>
                  <a:lnTo>
                    <a:pt x="40637" y="237482"/>
                  </a:lnTo>
                  <a:lnTo>
                    <a:pt x="41263" y="237344"/>
                  </a:lnTo>
                  <a:lnTo>
                    <a:pt x="41576" y="237276"/>
                  </a:lnTo>
                  <a:lnTo>
                    <a:pt x="43250" y="236861"/>
                  </a:lnTo>
                  <a:lnTo>
                    <a:pt x="45492" y="236283"/>
                  </a:lnTo>
                  <a:lnTo>
                    <a:pt x="50629" y="238337"/>
                  </a:lnTo>
                  <a:lnTo>
                    <a:pt x="55329" y="240212"/>
                  </a:lnTo>
                  <a:lnTo>
                    <a:pt x="57199" y="241021"/>
                  </a:lnTo>
                  <a:lnTo>
                    <a:pt x="57535" y="241314"/>
                  </a:lnTo>
                  <a:lnTo>
                    <a:pt x="59428" y="242932"/>
                  </a:lnTo>
                  <a:lnTo>
                    <a:pt x="62606" y="245645"/>
                  </a:lnTo>
                  <a:lnTo>
                    <a:pt x="65031" y="247718"/>
                  </a:lnTo>
                  <a:lnTo>
                    <a:pt x="65293" y="247942"/>
                  </a:lnTo>
                  <a:lnTo>
                    <a:pt x="64476" y="253299"/>
                  </a:lnTo>
                  <a:lnTo>
                    <a:pt x="63469" y="259894"/>
                  </a:lnTo>
                  <a:lnTo>
                    <a:pt x="61194" y="269782"/>
                  </a:lnTo>
                  <a:lnTo>
                    <a:pt x="64937" y="281981"/>
                  </a:lnTo>
                  <a:lnTo>
                    <a:pt x="65138" y="283602"/>
                  </a:lnTo>
                  <a:lnTo>
                    <a:pt x="65288" y="284826"/>
                  </a:lnTo>
                  <a:lnTo>
                    <a:pt x="65568" y="287100"/>
                  </a:lnTo>
                  <a:lnTo>
                    <a:pt x="65647" y="287752"/>
                  </a:lnTo>
                  <a:lnTo>
                    <a:pt x="65634" y="288329"/>
                  </a:lnTo>
                  <a:lnTo>
                    <a:pt x="65601" y="289551"/>
                  </a:lnTo>
                  <a:lnTo>
                    <a:pt x="65571" y="290752"/>
                  </a:lnTo>
                  <a:lnTo>
                    <a:pt x="65540" y="291907"/>
                  </a:lnTo>
                  <a:lnTo>
                    <a:pt x="65512" y="293075"/>
                  </a:lnTo>
                  <a:lnTo>
                    <a:pt x="65479" y="294294"/>
                  </a:lnTo>
                  <a:lnTo>
                    <a:pt x="65459" y="295088"/>
                  </a:lnTo>
                  <a:lnTo>
                    <a:pt x="66347" y="295658"/>
                  </a:lnTo>
                  <a:lnTo>
                    <a:pt x="67291" y="296266"/>
                  </a:lnTo>
                  <a:lnTo>
                    <a:pt x="68242" y="296877"/>
                  </a:lnTo>
                  <a:lnTo>
                    <a:pt x="69337" y="297579"/>
                  </a:lnTo>
                  <a:lnTo>
                    <a:pt x="70812" y="298531"/>
                  </a:lnTo>
                  <a:lnTo>
                    <a:pt x="71879" y="299215"/>
                  </a:lnTo>
                  <a:lnTo>
                    <a:pt x="73818" y="300462"/>
                  </a:lnTo>
                  <a:lnTo>
                    <a:pt x="74225" y="300724"/>
                  </a:lnTo>
                  <a:lnTo>
                    <a:pt x="75451" y="301317"/>
                  </a:lnTo>
                  <a:lnTo>
                    <a:pt x="76047" y="301604"/>
                  </a:lnTo>
                  <a:lnTo>
                    <a:pt x="76553" y="301849"/>
                  </a:lnTo>
                  <a:lnTo>
                    <a:pt x="77034" y="302083"/>
                  </a:lnTo>
                  <a:lnTo>
                    <a:pt x="77540" y="302327"/>
                  </a:lnTo>
                  <a:lnTo>
                    <a:pt x="78141" y="302617"/>
                  </a:lnTo>
                  <a:lnTo>
                    <a:pt x="79164" y="303111"/>
                  </a:lnTo>
                  <a:lnTo>
                    <a:pt x="80790" y="303897"/>
                  </a:lnTo>
                  <a:lnTo>
                    <a:pt x="81377" y="304182"/>
                  </a:lnTo>
                  <a:lnTo>
                    <a:pt x="82421" y="304683"/>
                  </a:lnTo>
                  <a:lnTo>
                    <a:pt x="83622" y="305263"/>
                  </a:lnTo>
                  <a:lnTo>
                    <a:pt x="84176" y="305533"/>
                  </a:lnTo>
                  <a:lnTo>
                    <a:pt x="84749" y="305810"/>
                  </a:lnTo>
                  <a:lnTo>
                    <a:pt x="85288" y="306073"/>
                  </a:lnTo>
                  <a:lnTo>
                    <a:pt x="85858" y="306350"/>
                  </a:lnTo>
                  <a:lnTo>
                    <a:pt x="86912" y="306864"/>
                  </a:lnTo>
                  <a:lnTo>
                    <a:pt x="87416" y="307108"/>
                  </a:lnTo>
                  <a:lnTo>
                    <a:pt x="87871" y="306867"/>
                  </a:lnTo>
                  <a:lnTo>
                    <a:pt x="88958" y="306291"/>
                  </a:lnTo>
                  <a:lnTo>
                    <a:pt x="90044" y="305714"/>
                  </a:lnTo>
                  <a:lnTo>
                    <a:pt x="91092" y="305159"/>
                  </a:lnTo>
                  <a:lnTo>
                    <a:pt x="92726" y="304294"/>
                  </a:lnTo>
                  <a:lnTo>
                    <a:pt x="94263" y="303480"/>
                  </a:lnTo>
                  <a:lnTo>
                    <a:pt x="96899" y="302083"/>
                  </a:lnTo>
                  <a:lnTo>
                    <a:pt x="98024" y="301490"/>
                  </a:lnTo>
                  <a:lnTo>
                    <a:pt x="98627" y="301169"/>
                  </a:lnTo>
                  <a:lnTo>
                    <a:pt x="98797" y="301266"/>
                  </a:lnTo>
                  <a:lnTo>
                    <a:pt x="99833" y="301871"/>
                  </a:lnTo>
                  <a:lnTo>
                    <a:pt x="100909" y="302500"/>
                  </a:lnTo>
                  <a:lnTo>
                    <a:pt x="102184" y="303210"/>
                  </a:lnTo>
                  <a:lnTo>
                    <a:pt x="104166" y="304312"/>
                  </a:lnTo>
                  <a:lnTo>
                    <a:pt x="105215" y="304897"/>
                  </a:lnTo>
                  <a:lnTo>
                    <a:pt x="106026" y="305345"/>
                  </a:lnTo>
                  <a:lnTo>
                    <a:pt x="106713" y="305729"/>
                  </a:lnTo>
                  <a:lnTo>
                    <a:pt x="107217" y="306009"/>
                  </a:lnTo>
                  <a:lnTo>
                    <a:pt x="107360" y="306841"/>
                  </a:lnTo>
                  <a:lnTo>
                    <a:pt x="107459" y="307408"/>
                  </a:lnTo>
                  <a:lnTo>
                    <a:pt x="107762" y="309164"/>
                  </a:lnTo>
                  <a:lnTo>
                    <a:pt x="108146" y="311045"/>
                  </a:lnTo>
                  <a:lnTo>
                    <a:pt x="108808" y="315459"/>
                  </a:lnTo>
                  <a:lnTo>
                    <a:pt x="108886" y="316004"/>
                  </a:lnTo>
                  <a:lnTo>
                    <a:pt x="108965" y="316526"/>
                  </a:lnTo>
                  <a:lnTo>
                    <a:pt x="109100" y="317436"/>
                  </a:lnTo>
                  <a:lnTo>
                    <a:pt x="109222" y="318246"/>
                  </a:lnTo>
                  <a:lnTo>
                    <a:pt x="109321" y="318907"/>
                  </a:lnTo>
                  <a:lnTo>
                    <a:pt x="109573" y="319337"/>
                  </a:lnTo>
                  <a:lnTo>
                    <a:pt x="109978" y="320027"/>
                  </a:lnTo>
                  <a:lnTo>
                    <a:pt x="110428" y="320803"/>
                  </a:lnTo>
                  <a:lnTo>
                    <a:pt x="110919" y="321637"/>
                  </a:lnTo>
                  <a:lnTo>
                    <a:pt x="111194" y="322111"/>
                  </a:lnTo>
                  <a:lnTo>
                    <a:pt x="111329" y="322625"/>
                  </a:lnTo>
                  <a:lnTo>
                    <a:pt x="111482" y="323210"/>
                  </a:lnTo>
                  <a:lnTo>
                    <a:pt x="111642" y="323821"/>
                  </a:lnTo>
                  <a:lnTo>
                    <a:pt x="111930" y="324922"/>
                  </a:lnTo>
                  <a:lnTo>
                    <a:pt x="112261" y="326190"/>
                  </a:lnTo>
                  <a:lnTo>
                    <a:pt x="112551" y="327294"/>
                  </a:lnTo>
                  <a:lnTo>
                    <a:pt x="112869" y="328502"/>
                  </a:lnTo>
                  <a:lnTo>
                    <a:pt x="112879" y="329001"/>
                  </a:lnTo>
                  <a:lnTo>
                    <a:pt x="112024" y="329767"/>
                  </a:lnTo>
                  <a:lnTo>
                    <a:pt x="110062" y="331523"/>
                  </a:lnTo>
                  <a:lnTo>
                    <a:pt x="105897" y="335187"/>
                  </a:lnTo>
                  <a:lnTo>
                    <a:pt x="99917" y="334996"/>
                  </a:lnTo>
                  <a:lnTo>
                    <a:pt x="98329" y="334729"/>
                  </a:lnTo>
                  <a:lnTo>
                    <a:pt x="97950" y="334666"/>
                  </a:lnTo>
                  <a:lnTo>
                    <a:pt x="97729" y="334630"/>
                  </a:lnTo>
                  <a:lnTo>
                    <a:pt x="94953" y="331897"/>
                  </a:lnTo>
                  <a:lnTo>
                    <a:pt x="91831" y="333444"/>
                  </a:lnTo>
                  <a:lnTo>
                    <a:pt x="88929" y="334706"/>
                  </a:lnTo>
                  <a:lnTo>
                    <a:pt x="88866" y="336103"/>
                  </a:lnTo>
                  <a:lnTo>
                    <a:pt x="88859" y="336724"/>
                  </a:lnTo>
                  <a:lnTo>
                    <a:pt x="88843" y="337910"/>
                  </a:lnTo>
                  <a:lnTo>
                    <a:pt x="88825" y="339093"/>
                  </a:lnTo>
                  <a:lnTo>
                    <a:pt x="88813" y="340271"/>
                  </a:lnTo>
                  <a:lnTo>
                    <a:pt x="88805" y="340849"/>
                  </a:lnTo>
                  <a:lnTo>
                    <a:pt x="88795" y="341457"/>
                  </a:lnTo>
                  <a:lnTo>
                    <a:pt x="88787" y="342060"/>
                  </a:lnTo>
                  <a:lnTo>
                    <a:pt x="88930" y="342930"/>
                  </a:lnTo>
                  <a:lnTo>
                    <a:pt x="88594" y="343449"/>
                  </a:lnTo>
                  <a:lnTo>
                    <a:pt x="88599" y="343602"/>
                  </a:lnTo>
                  <a:lnTo>
                    <a:pt x="88713" y="343859"/>
                  </a:lnTo>
                  <a:lnTo>
                    <a:pt x="88876" y="344152"/>
                  </a:lnTo>
                  <a:lnTo>
                    <a:pt x="88935" y="344284"/>
                  </a:lnTo>
                  <a:lnTo>
                    <a:pt x="88981" y="344668"/>
                  </a:lnTo>
                  <a:lnTo>
                    <a:pt x="89024" y="344979"/>
                  </a:lnTo>
                  <a:lnTo>
                    <a:pt x="89059" y="345175"/>
                  </a:lnTo>
                  <a:lnTo>
                    <a:pt x="89001" y="345673"/>
                  </a:lnTo>
                  <a:lnTo>
                    <a:pt x="89146" y="345925"/>
                  </a:lnTo>
                  <a:lnTo>
                    <a:pt x="89278" y="345984"/>
                  </a:lnTo>
                  <a:lnTo>
                    <a:pt x="89227" y="346221"/>
                  </a:lnTo>
                  <a:lnTo>
                    <a:pt x="89194" y="346371"/>
                  </a:lnTo>
                  <a:lnTo>
                    <a:pt x="89199" y="346617"/>
                  </a:lnTo>
                  <a:lnTo>
                    <a:pt x="89230" y="346755"/>
                  </a:lnTo>
                  <a:lnTo>
                    <a:pt x="89098" y="347404"/>
                  </a:lnTo>
                  <a:lnTo>
                    <a:pt x="88879" y="348068"/>
                  </a:lnTo>
                  <a:lnTo>
                    <a:pt x="88647" y="348109"/>
                  </a:lnTo>
                  <a:lnTo>
                    <a:pt x="88365" y="348142"/>
                  </a:lnTo>
                  <a:lnTo>
                    <a:pt x="88263" y="348299"/>
                  </a:lnTo>
                  <a:lnTo>
                    <a:pt x="88232" y="348467"/>
                  </a:lnTo>
                  <a:lnTo>
                    <a:pt x="88189" y="348691"/>
                  </a:lnTo>
                  <a:lnTo>
                    <a:pt x="88202" y="349343"/>
                  </a:lnTo>
                  <a:lnTo>
                    <a:pt x="88263" y="349732"/>
                  </a:lnTo>
                  <a:lnTo>
                    <a:pt x="88296" y="350030"/>
                  </a:lnTo>
                  <a:lnTo>
                    <a:pt x="88337" y="350429"/>
                  </a:lnTo>
                  <a:lnTo>
                    <a:pt x="88474" y="350948"/>
                  </a:lnTo>
                  <a:lnTo>
                    <a:pt x="88561" y="351195"/>
                  </a:lnTo>
                  <a:lnTo>
                    <a:pt x="88668" y="351500"/>
                  </a:lnTo>
                  <a:lnTo>
                    <a:pt x="89169" y="352282"/>
                  </a:lnTo>
                  <a:lnTo>
                    <a:pt x="89286" y="352638"/>
                  </a:lnTo>
                  <a:lnTo>
                    <a:pt x="89492" y="352755"/>
                  </a:lnTo>
                  <a:lnTo>
                    <a:pt x="89785" y="352702"/>
                  </a:lnTo>
                  <a:lnTo>
                    <a:pt x="89830" y="352951"/>
                  </a:lnTo>
                  <a:lnTo>
                    <a:pt x="89965" y="353269"/>
                  </a:lnTo>
                  <a:lnTo>
                    <a:pt x="90724" y="354040"/>
                  </a:lnTo>
                  <a:lnTo>
                    <a:pt x="90713" y="354302"/>
                  </a:lnTo>
                  <a:lnTo>
                    <a:pt x="91154" y="354890"/>
                  </a:lnTo>
                  <a:lnTo>
                    <a:pt x="91296" y="354938"/>
                  </a:lnTo>
                  <a:lnTo>
                    <a:pt x="91708" y="355223"/>
                  </a:lnTo>
                  <a:lnTo>
                    <a:pt x="91848" y="355350"/>
                  </a:lnTo>
                  <a:lnTo>
                    <a:pt x="92036" y="355460"/>
                  </a:lnTo>
                  <a:lnTo>
                    <a:pt x="92306" y="355618"/>
                  </a:lnTo>
                  <a:lnTo>
                    <a:pt x="92604" y="355730"/>
                  </a:lnTo>
                  <a:lnTo>
                    <a:pt x="92846" y="356035"/>
                  </a:lnTo>
                  <a:lnTo>
                    <a:pt x="93087" y="356093"/>
                  </a:lnTo>
                  <a:lnTo>
                    <a:pt x="93271" y="356190"/>
                  </a:lnTo>
                  <a:lnTo>
                    <a:pt x="93449" y="356269"/>
                  </a:lnTo>
                  <a:lnTo>
                    <a:pt x="93708" y="356282"/>
                  </a:lnTo>
                  <a:lnTo>
                    <a:pt x="93835" y="356289"/>
                  </a:lnTo>
                  <a:lnTo>
                    <a:pt x="94153" y="356010"/>
                  </a:lnTo>
                  <a:lnTo>
                    <a:pt x="94271" y="355788"/>
                  </a:lnTo>
                  <a:lnTo>
                    <a:pt x="94407" y="355669"/>
                  </a:lnTo>
                  <a:lnTo>
                    <a:pt x="94704" y="355584"/>
                  </a:lnTo>
                  <a:lnTo>
                    <a:pt x="95010" y="355652"/>
                  </a:lnTo>
                  <a:lnTo>
                    <a:pt x="95745" y="356325"/>
                  </a:lnTo>
                  <a:lnTo>
                    <a:pt x="98017" y="360420"/>
                  </a:lnTo>
                  <a:lnTo>
                    <a:pt x="98653" y="360711"/>
                  </a:lnTo>
                  <a:lnTo>
                    <a:pt x="99531" y="360671"/>
                  </a:lnTo>
                  <a:lnTo>
                    <a:pt x="99801" y="360738"/>
                  </a:lnTo>
                  <a:lnTo>
                    <a:pt x="99990" y="360870"/>
                  </a:lnTo>
                  <a:lnTo>
                    <a:pt x="99979" y="361145"/>
                  </a:lnTo>
                  <a:lnTo>
                    <a:pt x="99919" y="361957"/>
                  </a:lnTo>
                  <a:lnTo>
                    <a:pt x="99792" y="362322"/>
                  </a:lnTo>
                  <a:lnTo>
                    <a:pt x="99544" y="362601"/>
                  </a:lnTo>
                  <a:lnTo>
                    <a:pt x="94758" y="367350"/>
                  </a:lnTo>
                  <a:lnTo>
                    <a:pt x="95191" y="369060"/>
                  </a:lnTo>
                  <a:lnTo>
                    <a:pt x="88352" y="370608"/>
                  </a:lnTo>
                  <a:lnTo>
                    <a:pt x="82138" y="376586"/>
                  </a:lnTo>
                  <a:lnTo>
                    <a:pt x="83171" y="377637"/>
                  </a:lnTo>
                  <a:lnTo>
                    <a:pt x="82243" y="379025"/>
                  </a:lnTo>
                  <a:lnTo>
                    <a:pt x="81452" y="379538"/>
                  </a:lnTo>
                  <a:lnTo>
                    <a:pt x="80223" y="380117"/>
                  </a:lnTo>
                  <a:lnTo>
                    <a:pt x="78505" y="381172"/>
                  </a:lnTo>
                  <a:lnTo>
                    <a:pt x="76875" y="381943"/>
                  </a:lnTo>
                  <a:lnTo>
                    <a:pt x="76012" y="382342"/>
                  </a:lnTo>
                  <a:lnTo>
                    <a:pt x="72843" y="383664"/>
                  </a:lnTo>
                  <a:lnTo>
                    <a:pt x="72291" y="383961"/>
                  </a:lnTo>
                  <a:lnTo>
                    <a:pt x="72013" y="384391"/>
                  </a:lnTo>
                  <a:lnTo>
                    <a:pt x="71413" y="385323"/>
                  </a:lnTo>
                  <a:lnTo>
                    <a:pt x="70929" y="386071"/>
                  </a:lnTo>
                  <a:lnTo>
                    <a:pt x="70230" y="387155"/>
                  </a:lnTo>
                  <a:lnTo>
                    <a:pt x="69660" y="388038"/>
                  </a:lnTo>
                  <a:lnTo>
                    <a:pt x="68672" y="387788"/>
                  </a:lnTo>
                  <a:lnTo>
                    <a:pt x="68143" y="387656"/>
                  </a:lnTo>
                  <a:lnTo>
                    <a:pt x="67479" y="387491"/>
                  </a:lnTo>
                  <a:lnTo>
                    <a:pt x="66957" y="387361"/>
                  </a:lnTo>
                  <a:lnTo>
                    <a:pt x="65766" y="387063"/>
                  </a:lnTo>
                  <a:lnTo>
                    <a:pt x="65204" y="386987"/>
                  </a:lnTo>
                  <a:lnTo>
                    <a:pt x="64550" y="386895"/>
                  </a:lnTo>
                  <a:lnTo>
                    <a:pt x="63678" y="386773"/>
                  </a:lnTo>
                  <a:lnTo>
                    <a:pt x="63614" y="387162"/>
                  </a:lnTo>
                  <a:lnTo>
                    <a:pt x="63576" y="387631"/>
                  </a:lnTo>
                  <a:lnTo>
                    <a:pt x="63586" y="387857"/>
                  </a:lnTo>
                  <a:lnTo>
                    <a:pt x="63596" y="388035"/>
                  </a:lnTo>
                  <a:lnTo>
                    <a:pt x="63665" y="388224"/>
                  </a:lnTo>
                  <a:lnTo>
                    <a:pt x="63853" y="388503"/>
                  </a:lnTo>
                  <a:lnTo>
                    <a:pt x="63991" y="388710"/>
                  </a:lnTo>
                  <a:lnTo>
                    <a:pt x="64128" y="388877"/>
                  </a:lnTo>
                  <a:lnTo>
                    <a:pt x="64354" y="389112"/>
                  </a:lnTo>
                  <a:lnTo>
                    <a:pt x="64841" y="389534"/>
                  </a:lnTo>
                  <a:lnTo>
                    <a:pt x="65372" y="389865"/>
                  </a:lnTo>
                  <a:lnTo>
                    <a:pt x="65828" y="390152"/>
                  </a:lnTo>
                  <a:lnTo>
                    <a:pt x="66655" y="390666"/>
                  </a:lnTo>
                  <a:lnTo>
                    <a:pt x="66807" y="390743"/>
                  </a:lnTo>
                  <a:lnTo>
                    <a:pt x="67024" y="390849"/>
                  </a:lnTo>
                  <a:lnTo>
                    <a:pt x="67204" y="390898"/>
                  </a:lnTo>
                  <a:lnTo>
                    <a:pt x="67426" y="390959"/>
                  </a:lnTo>
                  <a:lnTo>
                    <a:pt x="67619" y="390984"/>
                  </a:lnTo>
                  <a:lnTo>
                    <a:pt x="67970" y="391033"/>
                  </a:lnTo>
                  <a:lnTo>
                    <a:pt x="68372" y="391086"/>
                  </a:lnTo>
                  <a:lnTo>
                    <a:pt x="68548" y="391122"/>
                  </a:lnTo>
                  <a:lnTo>
                    <a:pt x="69108" y="391386"/>
                  </a:lnTo>
                  <a:lnTo>
                    <a:pt x="69561" y="391603"/>
                  </a:lnTo>
                  <a:lnTo>
                    <a:pt x="69517" y="391781"/>
                  </a:lnTo>
                  <a:lnTo>
                    <a:pt x="69375" y="392374"/>
                  </a:lnTo>
                  <a:lnTo>
                    <a:pt x="69240" y="392941"/>
                  </a:lnTo>
                  <a:lnTo>
                    <a:pt x="69105" y="393501"/>
                  </a:lnTo>
                  <a:lnTo>
                    <a:pt x="69047" y="393748"/>
                  </a:lnTo>
                  <a:lnTo>
                    <a:pt x="69006" y="394081"/>
                  </a:lnTo>
                  <a:lnTo>
                    <a:pt x="69067" y="394659"/>
                  </a:lnTo>
                  <a:lnTo>
                    <a:pt x="69128" y="395180"/>
                  </a:lnTo>
                  <a:lnTo>
                    <a:pt x="69194" y="395786"/>
                  </a:lnTo>
                  <a:lnTo>
                    <a:pt x="69265" y="396450"/>
                  </a:lnTo>
                  <a:lnTo>
                    <a:pt x="69339" y="397114"/>
                  </a:lnTo>
                  <a:lnTo>
                    <a:pt x="69751" y="399314"/>
                  </a:lnTo>
                  <a:lnTo>
                    <a:pt x="67129" y="402639"/>
                  </a:lnTo>
                  <a:lnTo>
                    <a:pt x="67061" y="403118"/>
                  </a:lnTo>
                  <a:lnTo>
                    <a:pt x="67265" y="403750"/>
                  </a:lnTo>
                  <a:lnTo>
                    <a:pt x="67418" y="404221"/>
                  </a:lnTo>
                  <a:lnTo>
                    <a:pt x="71407" y="403556"/>
                  </a:lnTo>
                  <a:lnTo>
                    <a:pt x="71595" y="405557"/>
                  </a:lnTo>
                  <a:lnTo>
                    <a:pt x="71659" y="406242"/>
                  </a:lnTo>
                  <a:lnTo>
                    <a:pt x="71715" y="406926"/>
                  </a:lnTo>
                  <a:lnTo>
                    <a:pt x="71866" y="408435"/>
                  </a:lnTo>
                  <a:lnTo>
                    <a:pt x="73836" y="413273"/>
                  </a:lnTo>
                  <a:lnTo>
                    <a:pt x="75247" y="416746"/>
                  </a:lnTo>
                  <a:lnTo>
                    <a:pt x="76658" y="420213"/>
                  </a:lnTo>
                  <a:lnTo>
                    <a:pt x="77741" y="422321"/>
                  </a:lnTo>
                  <a:lnTo>
                    <a:pt x="77248" y="423990"/>
                  </a:lnTo>
                  <a:lnTo>
                    <a:pt x="78619" y="424158"/>
                  </a:lnTo>
                  <a:lnTo>
                    <a:pt x="82001" y="426476"/>
                  </a:lnTo>
                  <a:lnTo>
                    <a:pt x="84031" y="427819"/>
                  </a:lnTo>
                  <a:lnTo>
                    <a:pt x="85209" y="428598"/>
                  </a:lnTo>
                  <a:lnTo>
                    <a:pt x="85874" y="429387"/>
                  </a:lnTo>
                  <a:lnTo>
                    <a:pt x="87558" y="430153"/>
                  </a:lnTo>
                  <a:lnTo>
                    <a:pt x="87833" y="430374"/>
                  </a:lnTo>
                  <a:lnTo>
                    <a:pt x="88087" y="430565"/>
                  </a:lnTo>
                  <a:lnTo>
                    <a:pt x="88586" y="430941"/>
                  </a:lnTo>
                  <a:lnTo>
                    <a:pt x="88787" y="431170"/>
                  </a:lnTo>
                  <a:lnTo>
                    <a:pt x="88907" y="431356"/>
                  </a:lnTo>
                  <a:lnTo>
                    <a:pt x="88978" y="431641"/>
                  </a:lnTo>
                  <a:lnTo>
                    <a:pt x="88973" y="431916"/>
                  </a:lnTo>
                  <a:lnTo>
                    <a:pt x="88986" y="432356"/>
                  </a:lnTo>
                  <a:lnTo>
                    <a:pt x="89617" y="433069"/>
                  </a:lnTo>
                  <a:lnTo>
                    <a:pt x="90003" y="433545"/>
                  </a:lnTo>
                  <a:lnTo>
                    <a:pt x="90263" y="433824"/>
                  </a:lnTo>
                  <a:lnTo>
                    <a:pt x="90484" y="434064"/>
                  </a:lnTo>
                  <a:lnTo>
                    <a:pt x="90670" y="434224"/>
                  </a:lnTo>
                  <a:lnTo>
                    <a:pt x="90856" y="434361"/>
                  </a:lnTo>
                  <a:lnTo>
                    <a:pt x="91276" y="434664"/>
                  </a:lnTo>
                  <a:lnTo>
                    <a:pt x="91553" y="434827"/>
                  </a:lnTo>
                  <a:lnTo>
                    <a:pt x="91690" y="434908"/>
                  </a:lnTo>
                  <a:lnTo>
                    <a:pt x="91879" y="435153"/>
                  </a:lnTo>
                  <a:lnTo>
                    <a:pt x="92021" y="435349"/>
                  </a:lnTo>
                  <a:lnTo>
                    <a:pt x="92187" y="435590"/>
                  </a:lnTo>
                  <a:lnTo>
                    <a:pt x="92301" y="435761"/>
                  </a:lnTo>
                  <a:lnTo>
                    <a:pt x="95019" y="433898"/>
                  </a:lnTo>
                  <a:lnTo>
                    <a:pt x="100683" y="431552"/>
                  </a:lnTo>
                  <a:lnTo>
                    <a:pt x="106121" y="441908"/>
                  </a:lnTo>
                  <a:lnTo>
                    <a:pt x="106545" y="442718"/>
                  </a:lnTo>
                  <a:lnTo>
                    <a:pt x="107138" y="444333"/>
                  </a:lnTo>
                  <a:lnTo>
                    <a:pt x="107245" y="444623"/>
                  </a:lnTo>
                  <a:lnTo>
                    <a:pt x="114680" y="450860"/>
                  </a:lnTo>
                  <a:lnTo>
                    <a:pt x="114838" y="450914"/>
                  </a:lnTo>
                  <a:lnTo>
                    <a:pt x="115141" y="451018"/>
                  </a:lnTo>
                  <a:lnTo>
                    <a:pt x="115550" y="451181"/>
                  </a:lnTo>
                  <a:lnTo>
                    <a:pt x="115830" y="451413"/>
                  </a:lnTo>
                  <a:lnTo>
                    <a:pt x="116136" y="451797"/>
                  </a:lnTo>
                  <a:lnTo>
                    <a:pt x="116260" y="452049"/>
                  </a:lnTo>
                  <a:lnTo>
                    <a:pt x="116528" y="452624"/>
                  </a:lnTo>
                  <a:lnTo>
                    <a:pt x="116703" y="453008"/>
                  </a:lnTo>
                  <a:lnTo>
                    <a:pt x="116869" y="453364"/>
                  </a:lnTo>
                  <a:lnTo>
                    <a:pt x="116998" y="453461"/>
                  </a:lnTo>
                  <a:lnTo>
                    <a:pt x="117161" y="453586"/>
                  </a:lnTo>
                  <a:lnTo>
                    <a:pt x="117423" y="453741"/>
                  </a:lnTo>
                  <a:lnTo>
                    <a:pt x="117591" y="453804"/>
                  </a:lnTo>
                  <a:lnTo>
                    <a:pt x="117942" y="453937"/>
                  </a:lnTo>
                  <a:lnTo>
                    <a:pt x="118179" y="454026"/>
                  </a:lnTo>
                  <a:lnTo>
                    <a:pt x="118454" y="454066"/>
                  </a:lnTo>
                  <a:lnTo>
                    <a:pt x="118581" y="454087"/>
                  </a:lnTo>
                  <a:lnTo>
                    <a:pt x="118808" y="454112"/>
                  </a:lnTo>
                  <a:lnTo>
                    <a:pt x="119113" y="454128"/>
                  </a:lnTo>
                  <a:lnTo>
                    <a:pt x="119296" y="454189"/>
                  </a:lnTo>
                  <a:lnTo>
                    <a:pt x="119713" y="454329"/>
                  </a:lnTo>
                  <a:lnTo>
                    <a:pt x="120054" y="454369"/>
                  </a:lnTo>
                  <a:lnTo>
                    <a:pt x="120324" y="454410"/>
                  </a:lnTo>
                  <a:lnTo>
                    <a:pt x="120993" y="454087"/>
                  </a:lnTo>
                  <a:lnTo>
                    <a:pt x="121487" y="453848"/>
                  </a:lnTo>
                  <a:lnTo>
                    <a:pt x="121696" y="453746"/>
                  </a:lnTo>
                  <a:lnTo>
                    <a:pt x="122009" y="453720"/>
                  </a:lnTo>
                  <a:lnTo>
                    <a:pt x="122156" y="453713"/>
                  </a:lnTo>
                  <a:lnTo>
                    <a:pt x="123635" y="454443"/>
                  </a:lnTo>
                  <a:lnTo>
                    <a:pt x="124510" y="454878"/>
                  </a:lnTo>
                  <a:lnTo>
                    <a:pt x="125169" y="454938"/>
                  </a:lnTo>
                  <a:lnTo>
                    <a:pt x="126009" y="455029"/>
                  </a:lnTo>
                  <a:lnTo>
                    <a:pt x="126006" y="455186"/>
                  </a:lnTo>
                  <a:lnTo>
                    <a:pt x="125991" y="455479"/>
                  </a:lnTo>
                  <a:lnTo>
                    <a:pt x="126067" y="455817"/>
                  </a:lnTo>
                  <a:lnTo>
                    <a:pt x="126032" y="455993"/>
                  </a:lnTo>
                  <a:lnTo>
                    <a:pt x="126049" y="456382"/>
                  </a:lnTo>
                  <a:lnTo>
                    <a:pt x="126131" y="456563"/>
                  </a:lnTo>
                  <a:lnTo>
                    <a:pt x="126271" y="456693"/>
                  </a:lnTo>
                  <a:lnTo>
                    <a:pt x="126731" y="456690"/>
                  </a:lnTo>
                  <a:lnTo>
                    <a:pt x="127525" y="456682"/>
                  </a:lnTo>
                  <a:lnTo>
                    <a:pt x="127752" y="456904"/>
                  </a:lnTo>
                  <a:lnTo>
                    <a:pt x="127889" y="456977"/>
                  </a:lnTo>
                  <a:lnTo>
                    <a:pt x="128083" y="457082"/>
                  </a:lnTo>
                  <a:lnTo>
                    <a:pt x="128261" y="457179"/>
                  </a:lnTo>
                  <a:lnTo>
                    <a:pt x="128480" y="457255"/>
                  </a:lnTo>
                  <a:lnTo>
                    <a:pt x="128637" y="457313"/>
                  </a:lnTo>
                  <a:lnTo>
                    <a:pt x="128836" y="457382"/>
                  </a:lnTo>
                  <a:lnTo>
                    <a:pt x="129205" y="457514"/>
                  </a:lnTo>
                  <a:lnTo>
                    <a:pt x="129391" y="457581"/>
                  </a:lnTo>
                  <a:lnTo>
                    <a:pt x="129553" y="457639"/>
                  </a:lnTo>
                  <a:lnTo>
                    <a:pt x="129714" y="457698"/>
                  </a:lnTo>
                  <a:lnTo>
                    <a:pt x="129917" y="457771"/>
                  </a:lnTo>
                  <a:lnTo>
                    <a:pt x="130103" y="457835"/>
                  </a:lnTo>
                  <a:lnTo>
                    <a:pt x="130248" y="457888"/>
                  </a:lnTo>
                  <a:lnTo>
                    <a:pt x="130394" y="457938"/>
                  </a:lnTo>
                  <a:lnTo>
                    <a:pt x="130831" y="458453"/>
                  </a:lnTo>
                  <a:lnTo>
                    <a:pt x="131067" y="458695"/>
                  </a:lnTo>
                  <a:lnTo>
                    <a:pt x="131253" y="458886"/>
                  </a:lnTo>
                  <a:lnTo>
                    <a:pt x="131373" y="459018"/>
                  </a:lnTo>
                  <a:lnTo>
                    <a:pt x="131498" y="459153"/>
                  </a:lnTo>
                  <a:lnTo>
                    <a:pt x="131706" y="459405"/>
                  </a:lnTo>
                  <a:lnTo>
                    <a:pt x="131917" y="459555"/>
                  </a:lnTo>
                  <a:lnTo>
                    <a:pt x="132083" y="459675"/>
                  </a:lnTo>
                  <a:lnTo>
                    <a:pt x="132276" y="459812"/>
                  </a:lnTo>
                  <a:lnTo>
                    <a:pt x="132421" y="459914"/>
                  </a:lnTo>
                  <a:lnTo>
                    <a:pt x="132515" y="460084"/>
                  </a:lnTo>
                  <a:lnTo>
                    <a:pt x="132597" y="460227"/>
                  </a:lnTo>
                  <a:lnTo>
                    <a:pt x="132719" y="460446"/>
                  </a:lnTo>
                  <a:lnTo>
                    <a:pt x="132844" y="460672"/>
                  </a:lnTo>
                  <a:lnTo>
                    <a:pt x="132958" y="460876"/>
                  </a:lnTo>
                  <a:lnTo>
                    <a:pt x="133034" y="461107"/>
                  </a:lnTo>
                  <a:lnTo>
                    <a:pt x="133124" y="461382"/>
                  </a:lnTo>
                  <a:lnTo>
                    <a:pt x="133192" y="461598"/>
                  </a:lnTo>
                  <a:lnTo>
                    <a:pt x="133246" y="461759"/>
                  </a:lnTo>
                  <a:lnTo>
                    <a:pt x="133335" y="462034"/>
                  </a:lnTo>
                  <a:lnTo>
                    <a:pt x="133411" y="462270"/>
                  </a:lnTo>
                  <a:lnTo>
                    <a:pt x="133500" y="462548"/>
                  </a:lnTo>
                  <a:lnTo>
                    <a:pt x="135075" y="462946"/>
                  </a:lnTo>
                  <a:lnTo>
                    <a:pt x="135631" y="463595"/>
                  </a:lnTo>
                  <a:lnTo>
                    <a:pt x="136560" y="464551"/>
                  </a:lnTo>
                  <a:lnTo>
                    <a:pt x="137338" y="465362"/>
                  </a:lnTo>
                  <a:lnTo>
                    <a:pt x="137849" y="465891"/>
                  </a:lnTo>
                  <a:lnTo>
                    <a:pt x="138504" y="466569"/>
                  </a:lnTo>
                  <a:lnTo>
                    <a:pt x="138507" y="466847"/>
                  </a:lnTo>
                  <a:lnTo>
                    <a:pt x="138506" y="467108"/>
                  </a:lnTo>
                  <a:lnTo>
                    <a:pt x="138516" y="467430"/>
                  </a:lnTo>
                  <a:lnTo>
                    <a:pt x="138695" y="467662"/>
                  </a:lnTo>
                  <a:lnTo>
                    <a:pt x="139205" y="468339"/>
                  </a:lnTo>
                  <a:lnTo>
                    <a:pt x="139627" y="468884"/>
                  </a:lnTo>
                  <a:lnTo>
                    <a:pt x="140096" y="469318"/>
                  </a:lnTo>
                  <a:lnTo>
                    <a:pt x="140741" y="469905"/>
                  </a:lnTo>
                  <a:lnTo>
                    <a:pt x="140798" y="470353"/>
                  </a:lnTo>
                  <a:lnTo>
                    <a:pt x="140901" y="470979"/>
                  </a:lnTo>
                  <a:lnTo>
                    <a:pt x="140741" y="471317"/>
                  </a:lnTo>
                  <a:lnTo>
                    <a:pt x="141228" y="472456"/>
                  </a:lnTo>
                  <a:lnTo>
                    <a:pt x="139505" y="475357"/>
                  </a:lnTo>
                  <a:lnTo>
                    <a:pt x="140744" y="476457"/>
                  </a:lnTo>
                  <a:lnTo>
                    <a:pt x="141724" y="477323"/>
                  </a:lnTo>
                  <a:lnTo>
                    <a:pt x="142289" y="477828"/>
                  </a:lnTo>
                  <a:lnTo>
                    <a:pt x="142937" y="478403"/>
                  </a:lnTo>
                  <a:lnTo>
                    <a:pt x="143110" y="478551"/>
                  </a:lnTo>
                  <a:lnTo>
                    <a:pt x="143643" y="479018"/>
                  </a:lnTo>
                  <a:lnTo>
                    <a:pt x="144085" y="479409"/>
                  </a:lnTo>
                  <a:lnTo>
                    <a:pt x="143935" y="479650"/>
                  </a:lnTo>
                  <a:lnTo>
                    <a:pt x="143560" y="480275"/>
                  </a:lnTo>
                  <a:lnTo>
                    <a:pt x="145948" y="481901"/>
                  </a:lnTo>
                  <a:lnTo>
                    <a:pt x="148694" y="483771"/>
                  </a:lnTo>
                  <a:lnTo>
                    <a:pt x="151262" y="484834"/>
                  </a:lnTo>
                  <a:lnTo>
                    <a:pt x="153917" y="485933"/>
                  </a:lnTo>
                  <a:lnTo>
                    <a:pt x="154326" y="486179"/>
                  </a:lnTo>
                  <a:lnTo>
                    <a:pt x="154640" y="486367"/>
                  </a:lnTo>
                  <a:lnTo>
                    <a:pt x="155082" y="486632"/>
                  </a:lnTo>
                  <a:lnTo>
                    <a:pt x="155564" y="486922"/>
                  </a:lnTo>
                  <a:lnTo>
                    <a:pt x="155982" y="487172"/>
                  </a:lnTo>
                  <a:lnTo>
                    <a:pt x="156641" y="487568"/>
                  </a:lnTo>
                  <a:lnTo>
                    <a:pt x="157225" y="487918"/>
                  </a:lnTo>
                  <a:lnTo>
                    <a:pt x="157806" y="488266"/>
                  </a:lnTo>
                  <a:lnTo>
                    <a:pt x="158064" y="488421"/>
                  </a:lnTo>
                  <a:lnTo>
                    <a:pt x="158908" y="488927"/>
                  </a:lnTo>
                  <a:lnTo>
                    <a:pt x="160192" y="489697"/>
                  </a:lnTo>
                  <a:lnTo>
                    <a:pt x="160487" y="489874"/>
                  </a:lnTo>
                  <a:lnTo>
                    <a:pt x="160812" y="490069"/>
                  </a:lnTo>
                  <a:lnTo>
                    <a:pt x="161405" y="490425"/>
                  </a:lnTo>
                  <a:lnTo>
                    <a:pt x="161943" y="490747"/>
                  </a:lnTo>
                  <a:lnTo>
                    <a:pt x="162447" y="491050"/>
                  </a:lnTo>
                  <a:lnTo>
                    <a:pt x="162669" y="491183"/>
                  </a:lnTo>
                  <a:lnTo>
                    <a:pt x="162947" y="491350"/>
                  </a:lnTo>
                  <a:lnTo>
                    <a:pt x="163499" y="491681"/>
                  </a:lnTo>
                  <a:lnTo>
                    <a:pt x="163951" y="491952"/>
                  </a:lnTo>
                  <a:lnTo>
                    <a:pt x="164669" y="492382"/>
                  </a:lnTo>
                  <a:lnTo>
                    <a:pt x="165305" y="492503"/>
                  </a:lnTo>
                  <a:lnTo>
                    <a:pt x="166664" y="492751"/>
                  </a:lnTo>
                  <a:lnTo>
                    <a:pt x="167516" y="492886"/>
                  </a:lnTo>
                  <a:lnTo>
                    <a:pt x="168544" y="493159"/>
                  </a:lnTo>
                  <a:lnTo>
                    <a:pt x="169023" y="493284"/>
                  </a:lnTo>
                  <a:lnTo>
                    <a:pt x="169678" y="493447"/>
                  </a:lnTo>
                  <a:lnTo>
                    <a:pt x="170118" y="493564"/>
                  </a:lnTo>
                  <a:lnTo>
                    <a:pt x="170682" y="493724"/>
                  </a:lnTo>
                  <a:lnTo>
                    <a:pt x="171122" y="493835"/>
                  </a:lnTo>
                  <a:lnTo>
                    <a:pt x="171386" y="493901"/>
                  </a:lnTo>
                  <a:lnTo>
                    <a:pt x="171658" y="493970"/>
                  </a:lnTo>
                  <a:lnTo>
                    <a:pt x="172077" y="494073"/>
                  </a:lnTo>
                  <a:lnTo>
                    <a:pt x="172299" y="494130"/>
                  </a:lnTo>
                  <a:lnTo>
                    <a:pt x="172604" y="494167"/>
                  </a:lnTo>
                  <a:lnTo>
                    <a:pt x="173544" y="494285"/>
                  </a:lnTo>
                  <a:lnTo>
                    <a:pt x="174504" y="494423"/>
                  </a:lnTo>
                  <a:lnTo>
                    <a:pt x="175037" y="494488"/>
                  </a:lnTo>
                  <a:lnTo>
                    <a:pt x="175731" y="495394"/>
                  </a:lnTo>
                  <a:lnTo>
                    <a:pt x="175658" y="495560"/>
                  </a:lnTo>
                  <a:lnTo>
                    <a:pt x="175501" y="495930"/>
                  </a:lnTo>
                  <a:lnTo>
                    <a:pt x="175492" y="496085"/>
                  </a:lnTo>
                  <a:lnTo>
                    <a:pt x="175400" y="496618"/>
                  </a:lnTo>
                  <a:lnTo>
                    <a:pt x="175448" y="496805"/>
                  </a:lnTo>
                  <a:lnTo>
                    <a:pt x="175590" y="497317"/>
                  </a:lnTo>
                  <a:lnTo>
                    <a:pt x="175617" y="497714"/>
                  </a:lnTo>
                  <a:lnTo>
                    <a:pt x="175694" y="498531"/>
                  </a:lnTo>
                  <a:lnTo>
                    <a:pt x="175903" y="498730"/>
                  </a:lnTo>
                  <a:lnTo>
                    <a:pt x="176068" y="499347"/>
                  </a:lnTo>
                  <a:lnTo>
                    <a:pt x="176043" y="499643"/>
                  </a:lnTo>
                  <a:lnTo>
                    <a:pt x="176293" y="499652"/>
                  </a:lnTo>
                  <a:lnTo>
                    <a:pt x="177086" y="500225"/>
                  </a:lnTo>
                  <a:lnTo>
                    <a:pt x="177397" y="500732"/>
                  </a:lnTo>
                  <a:lnTo>
                    <a:pt x="177428" y="500949"/>
                  </a:lnTo>
                  <a:lnTo>
                    <a:pt x="177423" y="501145"/>
                  </a:lnTo>
                  <a:lnTo>
                    <a:pt x="177435" y="501477"/>
                  </a:lnTo>
                  <a:lnTo>
                    <a:pt x="177722" y="502005"/>
                  </a:lnTo>
                  <a:lnTo>
                    <a:pt x="178221" y="502662"/>
                  </a:lnTo>
                  <a:lnTo>
                    <a:pt x="178120" y="503744"/>
                  </a:lnTo>
                  <a:lnTo>
                    <a:pt x="178073" y="504247"/>
                  </a:lnTo>
                  <a:lnTo>
                    <a:pt x="180213" y="505007"/>
                  </a:lnTo>
                  <a:lnTo>
                    <a:pt x="180660" y="505294"/>
                  </a:lnTo>
                  <a:lnTo>
                    <a:pt x="181259" y="505771"/>
                  </a:lnTo>
                  <a:lnTo>
                    <a:pt x="182405" y="506644"/>
                  </a:lnTo>
                  <a:lnTo>
                    <a:pt x="184036" y="507912"/>
                  </a:lnTo>
                  <a:lnTo>
                    <a:pt x="187615" y="510817"/>
                  </a:lnTo>
                  <a:lnTo>
                    <a:pt x="188564" y="510965"/>
                  </a:lnTo>
                  <a:lnTo>
                    <a:pt x="188864" y="511366"/>
                  </a:lnTo>
                  <a:lnTo>
                    <a:pt x="189979" y="512001"/>
                  </a:lnTo>
                  <a:lnTo>
                    <a:pt x="190580" y="511970"/>
                  </a:lnTo>
                  <a:lnTo>
                    <a:pt x="190852" y="512088"/>
                  </a:lnTo>
                  <a:lnTo>
                    <a:pt x="190848" y="512523"/>
                  </a:lnTo>
                  <a:lnTo>
                    <a:pt x="191166" y="512749"/>
                  </a:lnTo>
                  <a:lnTo>
                    <a:pt x="192086" y="513591"/>
                  </a:lnTo>
                  <a:lnTo>
                    <a:pt x="192270" y="513641"/>
                  </a:lnTo>
                  <a:lnTo>
                    <a:pt x="192600" y="513809"/>
                  </a:lnTo>
                  <a:lnTo>
                    <a:pt x="192960" y="514101"/>
                  </a:lnTo>
                  <a:lnTo>
                    <a:pt x="193230" y="514361"/>
                  </a:lnTo>
                  <a:lnTo>
                    <a:pt x="193702" y="514410"/>
                  </a:lnTo>
                  <a:lnTo>
                    <a:pt x="194046" y="514527"/>
                  </a:lnTo>
                  <a:lnTo>
                    <a:pt x="194097" y="514945"/>
                  </a:lnTo>
                  <a:lnTo>
                    <a:pt x="194567" y="515323"/>
                  </a:lnTo>
                  <a:lnTo>
                    <a:pt x="195086" y="515737"/>
                  </a:lnTo>
                  <a:lnTo>
                    <a:pt x="195381" y="515964"/>
                  </a:lnTo>
                  <a:lnTo>
                    <a:pt x="195776" y="516268"/>
                  </a:lnTo>
                  <a:lnTo>
                    <a:pt x="196705" y="516963"/>
                  </a:lnTo>
                  <a:lnTo>
                    <a:pt x="196975" y="517166"/>
                  </a:lnTo>
                  <a:lnTo>
                    <a:pt x="197299" y="517406"/>
                  </a:lnTo>
                  <a:lnTo>
                    <a:pt x="197760" y="517752"/>
                  </a:lnTo>
                  <a:lnTo>
                    <a:pt x="197902" y="517859"/>
                  </a:lnTo>
                  <a:lnTo>
                    <a:pt x="200279" y="519652"/>
                  </a:lnTo>
                  <a:lnTo>
                    <a:pt x="200513" y="519720"/>
                  </a:lnTo>
                  <a:lnTo>
                    <a:pt x="200799" y="519805"/>
                  </a:lnTo>
                  <a:lnTo>
                    <a:pt x="201084" y="519889"/>
                  </a:lnTo>
                  <a:lnTo>
                    <a:pt x="201263" y="519942"/>
                  </a:lnTo>
                  <a:lnTo>
                    <a:pt x="201410" y="519985"/>
                  </a:lnTo>
                  <a:lnTo>
                    <a:pt x="201615" y="520046"/>
                  </a:lnTo>
                  <a:lnTo>
                    <a:pt x="201835" y="520111"/>
                  </a:lnTo>
                  <a:lnTo>
                    <a:pt x="202139" y="520201"/>
                  </a:lnTo>
                  <a:lnTo>
                    <a:pt x="202425" y="520285"/>
                  </a:lnTo>
                  <a:lnTo>
                    <a:pt x="202716" y="520371"/>
                  </a:lnTo>
                  <a:lnTo>
                    <a:pt x="203069" y="520474"/>
                  </a:lnTo>
                  <a:lnTo>
                    <a:pt x="203528" y="520610"/>
                  </a:lnTo>
                  <a:lnTo>
                    <a:pt x="203738" y="520672"/>
                  </a:lnTo>
                  <a:lnTo>
                    <a:pt x="204057" y="520766"/>
                  </a:lnTo>
                  <a:lnTo>
                    <a:pt x="204324" y="520845"/>
                  </a:lnTo>
                  <a:lnTo>
                    <a:pt x="204521" y="520903"/>
                  </a:lnTo>
                  <a:lnTo>
                    <a:pt x="208053" y="523097"/>
                  </a:lnTo>
                  <a:lnTo>
                    <a:pt x="210022" y="525172"/>
                  </a:lnTo>
                  <a:lnTo>
                    <a:pt x="210425" y="525632"/>
                  </a:lnTo>
                  <a:lnTo>
                    <a:pt x="212393" y="527216"/>
                  </a:lnTo>
                  <a:lnTo>
                    <a:pt x="212468" y="527050"/>
                  </a:lnTo>
                  <a:lnTo>
                    <a:pt x="212752" y="527242"/>
                  </a:lnTo>
                  <a:lnTo>
                    <a:pt x="212905" y="527628"/>
                  </a:lnTo>
                  <a:lnTo>
                    <a:pt x="213049" y="527742"/>
                  </a:lnTo>
                  <a:lnTo>
                    <a:pt x="214004" y="528293"/>
                  </a:lnTo>
                  <a:lnTo>
                    <a:pt x="214117" y="528462"/>
                  </a:lnTo>
                  <a:lnTo>
                    <a:pt x="214132" y="528774"/>
                  </a:lnTo>
                  <a:lnTo>
                    <a:pt x="214134" y="529021"/>
                  </a:lnTo>
                  <a:lnTo>
                    <a:pt x="214123" y="529371"/>
                  </a:lnTo>
                  <a:lnTo>
                    <a:pt x="214115" y="529661"/>
                  </a:lnTo>
                  <a:lnTo>
                    <a:pt x="214262" y="529924"/>
                  </a:lnTo>
                  <a:lnTo>
                    <a:pt x="214389" y="530150"/>
                  </a:lnTo>
                  <a:lnTo>
                    <a:pt x="214981" y="531216"/>
                  </a:lnTo>
                  <a:lnTo>
                    <a:pt x="216724" y="534197"/>
                  </a:lnTo>
                  <a:lnTo>
                    <a:pt x="220223" y="535421"/>
                  </a:lnTo>
                  <a:lnTo>
                    <a:pt x="222387" y="535580"/>
                  </a:lnTo>
                  <a:lnTo>
                    <a:pt x="226884" y="537570"/>
                  </a:lnTo>
                  <a:lnTo>
                    <a:pt x="227180" y="538600"/>
                  </a:lnTo>
                  <a:lnTo>
                    <a:pt x="227817" y="540811"/>
                  </a:lnTo>
                  <a:lnTo>
                    <a:pt x="228063" y="541667"/>
                  </a:lnTo>
                  <a:lnTo>
                    <a:pt x="228316" y="542470"/>
                  </a:lnTo>
                  <a:lnTo>
                    <a:pt x="228881" y="543228"/>
                  </a:lnTo>
                  <a:lnTo>
                    <a:pt x="230748" y="545759"/>
                  </a:lnTo>
                  <a:lnTo>
                    <a:pt x="231123" y="546233"/>
                  </a:lnTo>
                  <a:lnTo>
                    <a:pt x="231745" y="547095"/>
                  </a:lnTo>
                  <a:lnTo>
                    <a:pt x="231708" y="547351"/>
                  </a:lnTo>
                  <a:lnTo>
                    <a:pt x="231459" y="549085"/>
                  </a:lnTo>
                  <a:lnTo>
                    <a:pt x="231248" y="550454"/>
                  </a:lnTo>
                  <a:lnTo>
                    <a:pt x="231227" y="550588"/>
                  </a:lnTo>
                  <a:lnTo>
                    <a:pt x="231206" y="550722"/>
                  </a:lnTo>
                  <a:lnTo>
                    <a:pt x="231155" y="551030"/>
                  </a:lnTo>
                  <a:lnTo>
                    <a:pt x="231125" y="551210"/>
                  </a:lnTo>
                  <a:lnTo>
                    <a:pt x="231047" y="551679"/>
                  </a:lnTo>
                  <a:lnTo>
                    <a:pt x="230968" y="552092"/>
                  </a:lnTo>
                  <a:lnTo>
                    <a:pt x="230765" y="553151"/>
                  </a:lnTo>
                  <a:lnTo>
                    <a:pt x="230044" y="554195"/>
                  </a:lnTo>
                  <a:lnTo>
                    <a:pt x="229721" y="554633"/>
                  </a:lnTo>
                  <a:lnTo>
                    <a:pt x="229481" y="554998"/>
                  </a:lnTo>
                  <a:lnTo>
                    <a:pt x="229186" y="555440"/>
                  </a:lnTo>
                  <a:lnTo>
                    <a:pt x="229037" y="555675"/>
                  </a:lnTo>
                  <a:lnTo>
                    <a:pt x="228988" y="556527"/>
                  </a:lnTo>
                  <a:lnTo>
                    <a:pt x="228977" y="556726"/>
                  </a:lnTo>
                  <a:lnTo>
                    <a:pt x="228961" y="556901"/>
                  </a:lnTo>
                  <a:lnTo>
                    <a:pt x="228956" y="557161"/>
                  </a:lnTo>
                  <a:lnTo>
                    <a:pt x="228925" y="557395"/>
                  </a:lnTo>
                  <a:lnTo>
                    <a:pt x="228917" y="557719"/>
                  </a:lnTo>
                  <a:lnTo>
                    <a:pt x="228911" y="557934"/>
                  </a:lnTo>
                  <a:lnTo>
                    <a:pt x="228902" y="558285"/>
                  </a:lnTo>
                  <a:lnTo>
                    <a:pt x="228888" y="558710"/>
                  </a:lnTo>
                  <a:lnTo>
                    <a:pt x="228877" y="558967"/>
                  </a:lnTo>
                  <a:lnTo>
                    <a:pt x="228870" y="559370"/>
                  </a:lnTo>
                  <a:lnTo>
                    <a:pt x="228852" y="559594"/>
                  </a:lnTo>
                  <a:lnTo>
                    <a:pt x="228843" y="559746"/>
                  </a:lnTo>
                  <a:lnTo>
                    <a:pt x="228824" y="560200"/>
                  </a:lnTo>
                  <a:lnTo>
                    <a:pt x="230278" y="562954"/>
                  </a:lnTo>
                  <a:lnTo>
                    <a:pt x="230830" y="563420"/>
                  </a:lnTo>
                  <a:lnTo>
                    <a:pt x="231250" y="563743"/>
                  </a:lnTo>
                  <a:lnTo>
                    <a:pt x="231431" y="563881"/>
                  </a:lnTo>
                  <a:lnTo>
                    <a:pt x="232009" y="564315"/>
                  </a:lnTo>
                  <a:lnTo>
                    <a:pt x="232398" y="564600"/>
                  </a:lnTo>
                  <a:lnTo>
                    <a:pt x="232699" y="564827"/>
                  </a:lnTo>
                  <a:lnTo>
                    <a:pt x="233057" y="565090"/>
                  </a:lnTo>
                  <a:lnTo>
                    <a:pt x="233114" y="565442"/>
                  </a:lnTo>
                  <a:lnTo>
                    <a:pt x="233159" y="565697"/>
                  </a:lnTo>
                  <a:lnTo>
                    <a:pt x="233216" y="566084"/>
                  </a:lnTo>
                  <a:lnTo>
                    <a:pt x="233276" y="566398"/>
                  </a:lnTo>
                  <a:lnTo>
                    <a:pt x="233321" y="566686"/>
                  </a:lnTo>
                  <a:lnTo>
                    <a:pt x="233353" y="566904"/>
                  </a:lnTo>
                  <a:lnTo>
                    <a:pt x="233392" y="567158"/>
                  </a:lnTo>
                  <a:lnTo>
                    <a:pt x="233423" y="567352"/>
                  </a:lnTo>
                  <a:lnTo>
                    <a:pt x="233467" y="567646"/>
                  </a:lnTo>
                  <a:lnTo>
                    <a:pt x="233509" y="567874"/>
                  </a:lnTo>
                  <a:lnTo>
                    <a:pt x="233583" y="568441"/>
                  </a:lnTo>
                  <a:lnTo>
                    <a:pt x="233664" y="568634"/>
                  </a:lnTo>
                  <a:lnTo>
                    <a:pt x="233805" y="568971"/>
                  </a:lnTo>
                  <a:lnTo>
                    <a:pt x="233972" y="569372"/>
                  </a:lnTo>
                  <a:lnTo>
                    <a:pt x="234101" y="569711"/>
                  </a:lnTo>
                  <a:lnTo>
                    <a:pt x="234177" y="569912"/>
                  </a:lnTo>
                  <a:lnTo>
                    <a:pt x="234337" y="570329"/>
                  </a:lnTo>
                  <a:lnTo>
                    <a:pt x="234206" y="571362"/>
                  </a:lnTo>
                  <a:lnTo>
                    <a:pt x="234044" y="571763"/>
                  </a:lnTo>
                  <a:lnTo>
                    <a:pt x="233967" y="571954"/>
                  </a:lnTo>
                  <a:lnTo>
                    <a:pt x="234092" y="575013"/>
                  </a:lnTo>
                  <a:lnTo>
                    <a:pt x="234100" y="575291"/>
                  </a:lnTo>
                  <a:lnTo>
                    <a:pt x="235121" y="577138"/>
                  </a:lnTo>
                  <a:lnTo>
                    <a:pt x="235247" y="577571"/>
                  </a:lnTo>
                  <a:lnTo>
                    <a:pt x="235328" y="577827"/>
                  </a:lnTo>
                  <a:lnTo>
                    <a:pt x="235577" y="578351"/>
                  </a:lnTo>
                  <a:lnTo>
                    <a:pt x="235863" y="578798"/>
                  </a:lnTo>
                  <a:lnTo>
                    <a:pt x="236247" y="579198"/>
                  </a:lnTo>
                  <a:lnTo>
                    <a:pt x="236522" y="579437"/>
                  </a:lnTo>
                  <a:lnTo>
                    <a:pt x="236881" y="579724"/>
                  </a:lnTo>
                  <a:lnTo>
                    <a:pt x="237386" y="580097"/>
                  </a:lnTo>
                  <a:lnTo>
                    <a:pt x="237817" y="580341"/>
                  </a:lnTo>
                  <a:lnTo>
                    <a:pt x="238320" y="580561"/>
                  </a:lnTo>
                  <a:lnTo>
                    <a:pt x="238799" y="580667"/>
                  </a:lnTo>
                  <a:lnTo>
                    <a:pt x="239195" y="580765"/>
                  </a:lnTo>
                  <a:lnTo>
                    <a:pt x="239813" y="580876"/>
                  </a:lnTo>
                  <a:lnTo>
                    <a:pt x="240239" y="580933"/>
                  </a:lnTo>
                  <a:lnTo>
                    <a:pt x="240660" y="580995"/>
                  </a:lnTo>
                  <a:lnTo>
                    <a:pt x="240873" y="581034"/>
                  </a:lnTo>
                  <a:lnTo>
                    <a:pt x="241076" y="581095"/>
                  </a:lnTo>
                  <a:lnTo>
                    <a:pt x="241285" y="581203"/>
                  </a:lnTo>
                  <a:lnTo>
                    <a:pt x="241436" y="581365"/>
                  </a:lnTo>
                  <a:lnTo>
                    <a:pt x="241532" y="581569"/>
                  </a:lnTo>
                  <a:lnTo>
                    <a:pt x="241561" y="581798"/>
                  </a:lnTo>
                  <a:lnTo>
                    <a:pt x="241687" y="582352"/>
                  </a:lnTo>
                  <a:lnTo>
                    <a:pt x="241662" y="583050"/>
                  </a:lnTo>
                  <a:lnTo>
                    <a:pt x="241632" y="583219"/>
                  </a:lnTo>
                  <a:lnTo>
                    <a:pt x="241683" y="583414"/>
                  </a:lnTo>
                  <a:lnTo>
                    <a:pt x="241756" y="583588"/>
                  </a:lnTo>
                  <a:lnTo>
                    <a:pt x="242114" y="584057"/>
                  </a:lnTo>
                  <a:lnTo>
                    <a:pt x="242424" y="584347"/>
                  </a:lnTo>
                  <a:lnTo>
                    <a:pt x="242668" y="584613"/>
                  </a:lnTo>
                  <a:lnTo>
                    <a:pt x="242795" y="584909"/>
                  </a:lnTo>
                  <a:lnTo>
                    <a:pt x="242879" y="585167"/>
                  </a:lnTo>
                  <a:lnTo>
                    <a:pt x="242874" y="585299"/>
                  </a:lnTo>
                  <a:lnTo>
                    <a:pt x="238846" y="593819"/>
                  </a:lnTo>
                  <a:lnTo>
                    <a:pt x="238879" y="594213"/>
                  </a:lnTo>
                  <a:lnTo>
                    <a:pt x="238858" y="594404"/>
                  </a:lnTo>
                  <a:lnTo>
                    <a:pt x="238837" y="594598"/>
                  </a:lnTo>
                  <a:lnTo>
                    <a:pt x="238815" y="594812"/>
                  </a:lnTo>
                  <a:lnTo>
                    <a:pt x="238791" y="595015"/>
                  </a:lnTo>
                  <a:lnTo>
                    <a:pt x="238724" y="595524"/>
                  </a:lnTo>
                  <a:lnTo>
                    <a:pt x="238738" y="595725"/>
                  </a:lnTo>
                  <a:lnTo>
                    <a:pt x="238813" y="595915"/>
                  </a:lnTo>
                  <a:lnTo>
                    <a:pt x="239717" y="599723"/>
                  </a:lnTo>
                  <a:lnTo>
                    <a:pt x="240584" y="600179"/>
                  </a:lnTo>
                  <a:lnTo>
                    <a:pt x="240745" y="600260"/>
                  </a:lnTo>
                  <a:lnTo>
                    <a:pt x="241580" y="600575"/>
                  </a:lnTo>
                  <a:lnTo>
                    <a:pt x="241800" y="600695"/>
                  </a:lnTo>
                  <a:lnTo>
                    <a:pt x="243063" y="600888"/>
                  </a:lnTo>
                  <a:lnTo>
                    <a:pt x="243192" y="600927"/>
                  </a:lnTo>
                  <a:lnTo>
                    <a:pt x="243522" y="601162"/>
                  </a:lnTo>
                  <a:lnTo>
                    <a:pt x="244020" y="601575"/>
                  </a:lnTo>
                  <a:lnTo>
                    <a:pt x="244588" y="602099"/>
                  </a:lnTo>
                  <a:lnTo>
                    <a:pt x="244912" y="602488"/>
                  </a:lnTo>
                  <a:lnTo>
                    <a:pt x="245050" y="602652"/>
                  </a:lnTo>
                  <a:lnTo>
                    <a:pt x="245695" y="603420"/>
                  </a:lnTo>
                  <a:lnTo>
                    <a:pt x="247102" y="605097"/>
                  </a:lnTo>
                  <a:lnTo>
                    <a:pt x="247319" y="605330"/>
                  </a:lnTo>
                  <a:lnTo>
                    <a:pt x="249619" y="606233"/>
                  </a:lnTo>
                  <a:lnTo>
                    <a:pt x="249856" y="606225"/>
                  </a:lnTo>
                  <a:lnTo>
                    <a:pt x="250410" y="606290"/>
                  </a:lnTo>
                  <a:lnTo>
                    <a:pt x="250990" y="606253"/>
                  </a:lnTo>
                  <a:lnTo>
                    <a:pt x="253515" y="605191"/>
                  </a:lnTo>
                  <a:lnTo>
                    <a:pt x="254334" y="605194"/>
                  </a:lnTo>
                  <a:lnTo>
                    <a:pt x="255323" y="605198"/>
                  </a:lnTo>
                  <a:lnTo>
                    <a:pt x="256620" y="605208"/>
                  </a:lnTo>
                  <a:lnTo>
                    <a:pt x="257165" y="605210"/>
                  </a:lnTo>
                  <a:lnTo>
                    <a:pt x="257495" y="605207"/>
                  </a:lnTo>
                  <a:lnTo>
                    <a:pt x="258263" y="605202"/>
                  </a:lnTo>
                  <a:lnTo>
                    <a:pt x="260307" y="605227"/>
                  </a:lnTo>
                  <a:lnTo>
                    <a:pt x="261337" y="605262"/>
                  </a:lnTo>
                  <a:lnTo>
                    <a:pt x="261877" y="605206"/>
                  </a:lnTo>
                  <a:lnTo>
                    <a:pt x="262678" y="605064"/>
                  </a:lnTo>
                  <a:lnTo>
                    <a:pt x="263969" y="604697"/>
                  </a:lnTo>
                  <a:lnTo>
                    <a:pt x="264668" y="604497"/>
                  </a:lnTo>
                  <a:lnTo>
                    <a:pt x="264907" y="604429"/>
                  </a:lnTo>
                  <a:lnTo>
                    <a:pt x="265184" y="604384"/>
                  </a:lnTo>
                  <a:lnTo>
                    <a:pt x="265390" y="604454"/>
                  </a:lnTo>
                  <a:lnTo>
                    <a:pt x="265613" y="605652"/>
                  </a:lnTo>
                  <a:lnTo>
                    <a:pt x="265648" y="605801"/>
                  </a:lnTo>
                  <a:lnTo>
                    <a:pt x="265732" y="606270"/>
                  </a:lnTo>
                  <a:lnTo>
                    <a:pt x="265671" y="611022"/>
                  </a:lnTo>
                  <a:lnTo>
                    <a:pt x="265610" y="611220"/>
                  </a:lnTo>
                  <a:lnTo>
                    <a:pt x="265605" y="611388"/>
                  </a:lnTo>
                  <a:lnTo>
                    <a:pt x="265648" y="611533"/>
                  </a:lnTo>
                  <a:lnTo>
                    <a:pt x="265862" y="611745"/>
                  </a:lnTo>
                  <a:lnTo>
                    <a:pt x="266015" y="611783"/>
                  </a:lnTo>
                  <a:lnTo>
                    <a:pt x="266193" y="611772"/>
                  </a:lnTo>
                  <a:lnTo>
                    <a:pt x="266348" y="611859"/>
                  </a:lnTo>
                  <a:lnTo>
                    <a:pt x="266422" y="612055"/>
                  </a:lnTo>
                  <a:lnTo>
                    <a:pt x="266396" y="612185"/>
                  </a:lnTo>
                  <a:lnTo>
                    <a:pt x="266361" y="612373"/>
                  </a:lnTo>
                  <a:lnTo>
                    <a:pt x="266366" y="612500"/>
                  </a:lnTo>
                  <a:lnTo>
                    <a:pt x="266407" y="612806"/>
                  </a:lnTo>
                  <a:lnTo>
                    <a:pt x="266437" y="612940"/>
                  </a:lnTo>
                  <a:lnTo>
                    <a:pt x="266442" y="613113"/>
                  </a:lnTo>
                  <a:lnTo>
                    <a:pt x="266424" y="613365"/>
                  </a:lnTo>
                  <a:lnTo>
                    <a:pt x="266340" y="613521"/>
                  </a:lnTo>
                  <a:lnTo>
                    <a:pt x="266213" y="613602"/>
                  </a:lnTo>
                  <a:lnTo>
                    <a:pt x="265956" y="613823"/>
                  </a:lnTo>
                  <a:lnTo>
                    <a:pt x="265763" y="613994"/>
                  </a:lnTo>
                  <a:lnTo>
                    <a:pt x="265653" y="614136"/>
                  </a:lnTo>
                  <a:lnTo>
                    <a:pt x="265526" y="614276"/>
                  </a:lnTo>
                  <a:lnTo>
                    <a:pt x="265351" y="614454"/>
                  </a:lnTo>
                  <a:lnTo>
                    <a:pt x="265213" y="614571"/>
                  </a:lnTo>
                  <a:lnTo>
                    <a:pt x="265048" y="615124"/>
                  </a:lnTo>
                  <a:lnTo>
                    <a:pt x="265132" y="615274"/>
                  </a:lnTo>
                  <a:lnTo>
                    <a:pt x="265394" y="615307"/>
                  </a:lnTo>
                  <a:lnTo>
                    <a:pt x="265816" y="615538"/>
                  </a:lnTo>
                  <a:lnTo>
                    <a:pt x="266015" y="615645"/>
                  </a:lnTo>
                  <a:lnTo>
                    <a:pt x="268273" y="616861"/>
                  </a:lnTo>
                  <a:lnTo>
                    <a:pt x="268450" y="617065"/>
                  </a:lnTo>
                  <a:lnTo>
                    <a:pt x="268760" y="617536"/>
                  </a:lnTo>
                  <a:lnTo>
                    <a:pt x="269987" y="618348"/>
                  </a:lnTo>
                  <a:lnTo>
                    <a:pt x="272946" y="620309"/>
                  </a:lnTo>
                  <a:lnTo>
                    <a:pt x="273618" y="620755"/>
                  </a:lnTo>
                  <a:lnTo>
                    <a:pt x="273824" y="620892"/>
                  </a:lnTo>
                  <a:lnTo>
                    <a:pt x="274086" y="621055"/>
                  </a:lnTo>
                  <a:lnTo>
                    <a:pt x="274977" y="621554"/>
                  </a:lnTo>
                  <a:lnTo>
                    <a:pt x="275913" y="622080"/>
                  </a:lnTo>
                  <a:lnTo>
                    <a:pt x="279295" y="623974"/>
                  </a:lnTo>
                  <a:lnTo>
                    <a:pt x="279216" y="624228"/>
                  </a:lnTo>
                  <a:lnTo>
                    <a:pt x="279211" y="624439"/>
                  </a:lnTo>
                  <a:lnTo>
                    <a:pt x="279277" y="624699"/>
                  </a:lnTo>
                  <a:lnTo>
                    <a:pt x="279348" y="624844"/>
                  </a:lnTo>
                  <a:lnTo>
                    <a:pt x="279597" y="624851"/>
                  </a:lnTo>
                  <a:lnTo>
                    <a:pt x="279890" y="624739"/>
                  </a:lnTo>
                  <a:lnTo>
                    <a:pt x="280068" y="624429"/>
                  </a:lnTo>
                  <a:lnTo>
                    <a:pt x="288679" y="629461"/>
                  </a:lnTo>
                  <a:lnTo>
                    <a:pt x="290137" y="630259"/>
                  </a:lnTo>
                  <a:lnTo>
                    <a:pt x="290475" y="630441"/>
                  </a:lnTo>
                  <a:lnTo>
                    <a:pt x="290974" y="630410"/>
                  </a:lnTo>
                  <a:lnTo>
                    <a:pt x="292043" y="630341"/>
                  </a:lnTo>
                  <a:lnTo>
                    <a:pt x="292411" y="630320"/>
                  </a:lnTo>
                  <a:lnTo>
                    <a:pt x="293807" y="630109"/>
                  </a:lnTo>
                  <a:lnTo>
                    <a:pt x="293945" y="630115"/>
                  </a:lnTo>
                  <a:lnTo>
                    <a:pt x="294206" y="630127"/>
                  </a:lnTo>
                  <a:lnTo>
                    <a:pt x="294478" y="630140"/>
                  </a:lnTo>
                  <a:lnTo>
                    <a:pt x="294591" y="629887"/>
                  </a:lnTo>
                  <a:lnTo>
                    <a:pt x="294682" y="629612"/>
                  </a:lnTo>
                  <a:lnTo>
                    <a:pt x="294752" y="629194"/>
                  </a:lnTo>
                  <a:lnTo>
                    <a:pt x="294746" y="629043"/>
                  </a:lnTo>
                  <a:lnTo>
                    <a:pt x="294759" y="628915"/>
                  </a:lnTo>
                  <a:lnTo>
                    <a:pt x="294721" y="628787"/>
                  </a:lnTo>
                  <a:lnTo>
                    <a:pt x="294417" y="619421"/>
                  </a:lnTo>
                  <a:lnTo>
                    <a:pt x="294613" y="618827"/>
                  </a:lnTo>
                  <a:lnTo>
                    <a:pt x="294054" y="604644"/>
                  </a:lnTo>
                  <a:lnTo>
                    <a:pt x="293942" y="603917"/>
                  </a:lnTo>
                  <a:lnTo>
                    <a:pt x="294988" y="600328"/>
                  </a:lnTo>
                  <a:lnTo>
                    <a:pt x="295086" y="600152"/>
                  </a:lnTo>
                  <a:lnTo>
                    <a:pt x="295165" y="600008"/>
                  </a:lnTo>
                  <a:lnTo>
                    <a:pt x="295295" y="599782"/>
                  </a:lnTo>
                  <a:lnTo>
                    <a:pt x="295369" y="599651"/>
                  </a:lnTo>
                  <a:lnTo>
                    <a:pt x="295474" y="599469"/>
                  </a:lnTo>
                  <a:lnTo>
                    <a:pt x="295664" y="599134"/>
                  </a:lnTo>
                  <a:lnTo>
                    <a:pt x="295798" y="598890"/>
                  </a:lnTo>
                  <a:lnTo>
                    <a:pt x="295869" y="598751"/>
                  </a:lnTo>
                  <a:lnTo>
                    <a:pt x="295981" y="598546"/>
                  </a:lnTo>
                  <a:lnTo>
                    <a:pt x="296060" y="598416"/>
                  </a:lnTo>
                  <a:lnTo>
                    <a:pt x="296246" y="598094"/>
                  </a:lnTo>
                  <a:lnTo>
                    <a:pt x="296320" y="597964"/>
                  </a:lnTo>
                  <a:lnTo>
                    <a:pt x="296419" y="597803"/>
                  </a:lnTo>
                  <a:lnTo>
                    <a:pt x="296523" y="597564"/>
                  </a:lnTo>
                  <a:lnTo>
                    <a:pt x="296583" y="597434"/>
                  </a:lnTo>
                  <a:lnTo>
                    <a:pt x="296922" y="596696"/>
                  </a:lnTo>
                  <a:lnTo>
                    <a:pt x="297124" y="596306"/>
                  </a:lnTo>
                  <a:lnTo>
                    <a:pt x="297272" y="596024"/>
                  </a:lnTo>
                  <a:lnTo>
                    <a:pt x="297656" y="595296"/>
                  </a:lnTo>
                  <a:lnTo>
                    <a:pt x="297799" y="595145"/>
                  </a:lnTo>
                  <a:lnTo>
                    <a:pt x="298491" y="594376"/>
                  </a:lnTo>
                  <a:lnTo>
                    <a:pt x="298614" y="594241"/>
                  </a:lnTo>
                  <a:lnTo>
                    <a:pt x="300517" y="598644"/>
                  </a:lnTo>
                  <a:lnTo>
                    <a:pt x="300788" y="598294"/>
                  </a:lnTo>
                  <a:lnTo>
                    <a:pt x="300916" y="598137"/>
                  </a:lnTo>
                  <a:lnTo>
                    <a:pt x="305149" y="594222"/>
                  </a:lnTo>
                  <a:lnTo>
                    <a:pt x="305983" y="593831"/>
                  </a:lnTo>
                  <a:lnTo>
                    <a:pt x="306984" y="593347"/>
                  </a:lnTo>
                  <a:lnTo>
                    <a:pt x="307658" y="592957"/>
                  </a:lnTo>
                  <a:lnTo>
                    <a:pt x="308575" y="592449"/>
                  </a:lnTo>
                  <a:lnTo>
                    <a:pt x="309593" y="582670"/>
                  </a:lnTo>
                  <a:lnTo>
                    <a:pt x="309358" y="582420"/>
                  </a:lnTo>
                  <a:lnTo>
                    <a:pt x="309240" y="582213"/>
                  </a:lnTo>
                  <a:lnTo>
                    <a:pt x="309151" y="582049"/>
                  </a:lnTo>
                  <a:lnTo>
                    <a:pt x="308996" y="581764"/>
                  </a:lnTo>
                  <a:lnTo>
                    <a:pt x="308899" y="581549"/>
                  </a:lnTo>
                  <a:lnTo>
                    <a:pt x="308837" y="581393"/>
                  </a:lnTo>
                  <a:lnTo>
                    <a:pt x="308803" y="581192"/>
                  </a:lnTo>
                  <a:lnTo>
                    <a:pt x="308785" y="580974"/>
                  </a:lnTo>
                  <a:lnTo>
                    <a:pt x="308812" y="580599"/>
                  </a:lnTo>
                  <a:lnTo>
                    <a:pt x="309158" y="580440"/>
                  </a:lnTo>
                  <a:lnTo>
                    <a:pt x="309587" y="580696"/>
                  </a:lnTo>
                  <a:lnTo>
                    <a:pt x="310441" y="580841"/>
                  </a:lnTo>
                  <a:lnTo>
                    <a:pt x="310568" y="580849"/>
                  </a:lnTo>
                  <a:lnTo>
                    <a:pt x="311005" y="580987"/>
                  </a:lnTo>
                  <a:lnTo>
                    <a:pt x="311164" y="581063"/>
                  </a:lnTo>
                  <a:lnTo>
                    <a:pt x="311357" y="580950"/>
                  </a:lnTo>
                  <a:lnTo>
                    <a:pt x="311677" y="580723"/>
                  </a:lnTo>
                  <a:lnTo>
                    <a:pt x="312247" y="580714"/>
                  </a:lnTo>
                  <a:lnTo>
                    <a:pt x="312474" y="580691"/>
                  </a:lnTo>
                  <a:lnTo>
                    <a:pt x="312870" y="580657"/>
                  </a:lnTo>
                  <a:lnTo>
                    <a:pt x="313357" y="580641"/>
                  </a:lnTo>
                  <a:lnTo>
                    <a:pt x="313812" y="580559"/>
                  </a:lnTo>
                  <a:lnTo>
                    <a:pt x="314049" y="580567"/>
                  </a:lnTo>
                  <a:lnTo>
                    <a:pt x="314241" y="580580"/>
                  </a:lnTo>
                  <a:lnTo>
                    <a:pt x="314433" y="580576"/>
                  </a:lnTo>
                  <a:lnTo>
                    <a:pt x="314572" y="580572"/>
                  </a:lnTo>
                  <a:lnTo>
                    <a:pt x="314959" y="580511"/>
                  </a:lnTo>
                  <a:lnTo>
                    <a:pt x="315368" y="580448"/>
                  </a:lnTo>
                  <a:lnTo>
                    <a:pt x="315724" y="580422"/>
                  </a:lnTo>
                  <a:lnTo>
                    <a:pt x="315918" y="580418"/>
                  </a:lnTo>
                  <a:lnTo>
                    <a:pt x="316070" y="580416"/>
                  </a:lnTo>
                  <a:lnTo>
                    <a:pt x="316234" y="580424"/>
                  </a:lnTo>
                  <a:lnTo>
                    <a:pt x="316703" y="580345"/>
                  </a:lnTo>
                  <a:lnTo>
                    <a:pt x="316858" y="580302"/>
                  </a:lnTo>
                  <a:lnTo>
                    <a:pt x="317193" y="580263"/>
                  </a:lnTo>
                  <a:lnTo>
                    <a:pt x="317614" y="580313"/>
                  </a:lnTo>
                  <a:lnTo>
                    <a:pt x="318214" y="580407"/>
                  </a:lnTo>
                  <a:lnTo>
                    <a:pt x="318526" y="580456"/>
                  </a:lnTo>
                  <a:lnTo>
                    <a:pt x="318671" y="580497"/>
                  </a:lnTo>
                  <a:lnTo>
                    <a:pt x="318906" y="580579"/>
                  </a:lnTo>
                  <a:lnTo>
                    <a:pt x="319174" y="580648"/>
                  </a:lnTo>
                  <a:lnTo>
                    <a:pt x="319541" y="580724"/>
                  </a:lnTo>
                  <a:lnTo>
                    <a:pt x="319747" y="580787"/>
                  </a:lnTo>
                  <a:lnTo>
                    <a:pt x="320318" y="580964"/>
                  </a:lnTo>
                  <a:lnTo>
                    <a:pt x="320624" y="581056"/>
                  </a:lnTo>
                  <a:lnTo>
                    <a:pt x="320765" y="581095"/>
                  </a:lnTo>
                  <a:lnTo>
                    <a:pt x="321026" y="581109"/>
                  </a:lnTo>
                  <a:lnTo>
                    <a:pt x="321309" y="581145"/>
                  </a:lnTo>
                  <a:lnTo>
                    <a:pt x="321497" y="581173"/>
                  </a:lnTo>
                  <a:lnTo>
                    <a:pt x="322017" y="581320"/>
                  </a:lnTo>
                  <a:lnTo>
                    <a:pt x="322194" y="581398"/>
                  </a:lnTo>
                  <a:lnTo>
                    <a:pt x="322345" y="581509"/>
                  </a:lnTo>
                  <a:lnTo>
                    <a:pt x="322837" y="581735"/>
                  </a:lnTo>
                  <a:lnTo>
                    <a:pt x="323013" y="581770"/>
                  </a:lnTo>
                  <a:lnTo>
                    <a:pt x="323352" y="581834"/>
                  </a:lnTo>
                  <a:lnTo>
                    <a:pt x="323712" y="581940"/>
                  </a:lnTo>
                  <a:lnTo>
                    <a:pt x="324129" y="582056"/>
                  </a:lnTo>
                  <a:lnTo>
                    <a:pt x="324422" y="582097"/>
                  </a:lnTo>
                  <a:lnTo>
                    <a:pt x="324868" y="582169"/>
                  </a:lnTo>
                  <a:lnTo>
                    <a:pt x="325447" y="582265"/>
                  </a:lnTo>
                  <a:lnTo>
                    <a:pt x="325660" y="582322"/>
                  </a:lnTo>
                  <a:lnTo>
                    <a:pt x="325807" y="582361"/>
                  </a:lnTo>
                  <a:lnTo>
                    <a:pt x="325967" y="582419"/>
                  </a:lnTo>
                  <a:lnTo>
                    <a:pt x="326220" y="582515"/>
                  </a:lnTo>
                  <a:lnTo>
                    <a:pt x="326420" y="582565"/>
                  </a:lnTo>
                  <a:lnTo>
                    <a:pt x="326596" y="582585"/>
                  </a:lnTo>
                  <a:lnTo>
                    <a:pt x="327353" y="583352"/>
                  </a:lnTo>
                  <a:lnTo>
                    <a:pt x="327624" y="583918"/>
                  </a:lnTo>
                  <a:lnTo>
                    <a:pt x="327729" y="584138"/>
                  </a:lnTo>
                  <a:lnTo>
                    <a:pt x="327938" y="584572"/>
                  </a:lnTo>
                  <a:lnTo>
                    <a:pt x="328013" y="584730"/>
                  </a:lnTo>
                  <a:lnTo>
                    <a:pt x="328189" y="585098"/>
                  </a:lnTo>
                  <a:lnTo>
                    <a:pt x="328308" y="585346"/>
                  </a:lnTo>
                  <a:lnTo>
                    <a:pt x="328377" y="585490"/>
                  </a:lnTo>
                  <a:lnTo>
                    <a:pt x="328453" y="585649"/>
                  </a:lnTo>
                  <a:lnTo>
                    <a:pt x="328763" y="586296"/>
                  </a:lnTo>
                  <a:lnTo>
                    <a:pt x="329071" y="586928"/>
                  </a:lnTo>
                  <a:lnTo>
                    <a:pt x="329152" y="587082"/>
                  </a:lnTo>
                  <a:lnTo>
                    <a:pt x="329485" y="587715"/>
                  </a:lnTo>
                  <a:lnTo>
                    <a:pt x="329800" y="588314"/>
                  </a:lnTo>
                  <a:lnTo>
                    <a:pt x="329975" y="588648"/>
                  </a:lnTo>
                  <a:lnTo>
                    <a:pt x="330623" y="589955"/>
                  </a:lnTo>
                  <a:lnTo>
                    <a:pt x="330726" y="590595"/>
                  </a:lnTo>
                  <a:lnTo>
                    <a:pt x="330889" y="591208"/>
                  </a:lnTo>
                  <a:lnTo>
                    <a:pt x="330926" y="591405"/>
                  </a:lnTo>
                  <a:lnTo>
                    <a:pt x="331344" y="592669"/>
                  </a:lnTo>
                  <a:lnTo>
                    <a:pt x="331415" y="593053"/>
                  </a:lnTo>
                  <a:lnTo>
                    <a:pt x="331443" y="593183"/>
                  </a:lnTo>
                  <a:lnTo>
                    <a:pt x="331474" y="593326"/>
                  </a:lnTo>
                  <a:lnTo>
                    <a:pt x="331579" y="593816"/>
                  </a:lnTo>
                  <a:lnTo>
                    <a:pt x="331613" y="593976"/>
                  </a:lnTo>
                  <a:lnTo>
                    <a:pt x="331689" y="594310"/>
                  </a:lnTo>
                  <a:lnTo>
                    <a:pt x="331737" y="594639"/>
                  </a:lnTo>
                  <a:lnTo>
                    <a:pt x="331773" y="594791"/>
                  </a:lnTo>
                  <a:lnTo>
                    <a:pt x="331810" y="594959"/>
                  </a:lnTo>
                  <a:lnTo>
                    <a:pt x="331841" y="595585"/>
                  </a:lnTo>
                  <a:lnTo>
                    <a:pt x="331918" y="595914"/>
                  </a:lnTo>
                  <a:lnTo>
                    <a:pt x="331975" y="596082"/>
                  </a:lnTo>
                  <a:lnTo>
                    <a:pt x="332079" y="596400"/>
                  </a:lnTo>
                  <a:lnTo>
                    <a:pt x="332416" y="596910"/>
                  </a:lnTo>
                  <a:lnTo>
                    <a:pt x="332454" y="597752"/>
                  </a:lnTo>
                  <a:lnTo>
                    <a:pt x="332482" y="598156"/>
                  </a:lnTo>
                  <a:lnTo>
                    <a:pt x="332529" y="598343"/>
                  </a:lnTo>
                  <a:lnTo>
                    <a:pt x="332589" y="598509"/>
                  </a:lnTo>
                  <a:lnTo>
                    <a:pt x="332631" y="598852"/>
                  </a:lnTo>
                  <a:lnTo>
                    <a:pt x="332691" y="599076"/>
                  </a:lnTo>
                  <a:lnTo>
                    <a:pt x="332772" y="599360"/>
                  </a:lnTo>
                  <a:lnTo>
                    <a:pt x="332868" y="599744"/>
                  </a:lnTo>
                  <a:lnTo>
                    <a:pt x="332964" y="600080"/>
                  </a:lnTo>
                  <a:lnTo>
                    <a:pt x="333017" y="600251"/>
                  </a:lnTo>
                  <a:lnTo>
                    <a:pt x="333067" y="600399"/>
                  </a:lnTo>
                  <a:lnTo>
                    <a:pt x="333145" y="600668"/>
                  </a:lnTo>
                  <a:lnTo>
                    <a:pt x="333197" y="600840"/>
                  </a:lnTo>
                  <a:lnTo>
                    <a:pt x="333271" y="601072"/>
                  </a:lnTo>
                  <a:lnTo>
                    <a:pt x="333319" y="601236"/>
                  </a:lnTo>
                  <a:lnTo>
                    <a:pt x="333366" y="601402"/>
                  </a:lnTo>
                  <a:lnTo>
                    <a:pt x="333436" y="601702"/>
                  </a:lnTo>
                  <a:lnTo>
                    <a:pt x="333507" y="601963"/>
                  </a:lnTo>
                  <a:lnTo>
                    <a:pt x="333520" y="602298"/>
                  </a:lnTo>
                  <a:lnTo>
                    <a:pt x="333570" y="602485"/>
                  </a:lnTo>
                  <a:lnTo>
                    <a:pt x="333500" y="602711"/>
                  </a:lnTo>
                  <a:lnTo>
                    <a:pt x="333532" y="602930"/>
                  </a:lnTo>
                  <a:lnTo>
                    <a:pt x="333569" y="603217"/>
                  </a:lnTo>
                  <a:lnTo>
                    <a:pt x="333613" y="603531"/>
                  </a:lnTo>
                  <a:lnTo>
                    <a:pt x="333655" y="603795"/>
                  </a:lnTo>
                  <a:lnTo>
                    <a:pt x="333842" y="603882"/>
                  </a:lnTo>
                  <a:lnTo>
                    <a:pt x="334016" y="603967"/>
                  </a:lnTo>
                  <a:lnTo>
                    <a:pt x="334355" y="604133"/>
                  </a:lnTo>
                  <a:lnTo>
                    <a:pt x="334657" y="604265"/>
                  </a:lnTo>
                  <a:lnTo>
                    <a:pt x="335010" y="604413"/>
                  </a:lnTo>
                  <a:lnTo>
                    <a:pt x="337244" y="610530"/>
                  </a:lnTo>
                  <a:lnTo>
                    <a:pt x="337432" y="610914"/>
                  </a:lnTo>
                  <a:lnTo>
                    <a:pt x="338021" y="611424"/>
                  </a:lnTo>
                  <a:lnTo>
                    <a:pt x="338535" y="611856"/>
                  </a:lnTo>
                  <a:lnTo>
                    <a:pt x="338795" y="612077"/>
                  </a:lnTo>
                  <a:lnTo>
                    <a:pt x="339216" y="612439"/>
                  </a:lnTo>
                  <a:lnTo>
                    <a:pt x="339442" y="612633"/>
                  </a:lnTo>
                  <a:lnTo>
                    <a:pt x="341336" y="614327"/>
                  </a:lnTo>
                  <a:lnTo>
                    <a:pt x="341554" y="615012"/>
                  </a:lnTo>
                  <a:lnTo>
                    <a:pt x="341581" y="615246"/>
                  </a:lnTo>
                  <a:lnTo>
                    <a:pt x="341554" y="615398"/>
                  </a:lnTo>
                  <a:lnTo>
                    <a:pt x="341535" y="615660"/>
                  </a:lnTo>
                  <a:lnTo>
                    <a:pt x="341460" y="615863"/>
                  </a:lnTo>
                  <a:lnTo>
                    <a:pt x="341529" y="616231"/>
                  </a:lnTo>
                  <a:lnTo>
                    <a:pt x="341562" y="616498"/>
                  </a:lnTo>
                  <a:lnTo>
                    <a:pt x="341575" y="616710"/>
                  </a:lnTo>
                  <a:lnTo>
                    <a:pt x="341591" y="616913"/>
                  </a:lnTo>
                  <a:lnTo>
                    <a:pt x="341647" y="617291"/>
                  </a:lnTo>
                  <a:lnTo>
                    <a:pt x="341650" y="617572"/>
                  </a:lnTo>
                  <a:lnTo>
                    <a:pt x="341787" y="618712"/>
                  </a:lnTo>
                  <a:lnTo>
                    <a:pt x="341811" y="619374"/>
                  </a:lnTo>
                  <a:lnTo>
                    <a:pt x="341846" y="619794"/>
                  </a:lnTo>
                  <a:lnTo>
                    <a:pt x="341956" y="620980"/>
                  </a:lnTo>
                  <a:lnTo>
                    <a:pt x="342158" y="621597"/>
                  </a:lnTo>
                  <a:lnTo>
                    <a:pt x="342397" y="621786"/>
                  </a:lnTo>
                  <a:lnTo>
                    <a:pt x="342575" y="622148"/>
                  </a:lnTo>
                  <a:lnTo>
                    <a:pt x="342674" y="622407"/>
                  </a:lnTo>
                  <a:lnTo>
                    <a:pt x="342545" y="622786"/>
                  </a:lnTo>
                  <a:lnTo>
                    <a:pt x="342613" y="623122"/>
                  </a:lnTo>
                  <a:lnTo>
                    <a:pt x="342660" y="623513"/>
                  </a:lnTo>
                  <a:lnTo>
                    <a:pt x="342682" y="623722"/>
                  </a:lnTo>
                  <a:lnTo>
                    <a:pt x="342725" y="623886"/>
                  </a:lnTo>
                  <a:lnTo>
                    <a:pt x="342816" y="624245"/>
                  </a:lnTo>
                  <a:lnTo>
                    <a:pt x="342958" y="624900"/>
                  </a:lnTo>
                  <a:lnTo>
                    <a:pt x="343211" y="625968"/>
                  </a:lnTo>
                  <a:lnTo>
                    <a:pt x="343226" y="626195"/>
                  </a:lnTo>
                  <a:lnTo>
                    <a:pt x="343297" y="627064"/>
                  </a:lnTo>
                  <a:lnTo>
                    <a:pt x="343407" y="627595"/>
                  </a:lnTo>
                  <a:lnTo>
                    <a:pt x="343388" y="627793"/>
                  </a:lnTo>
                  <a:lnTo>
                    <a:pt x="343148" y="628463"/>
                  </a:lnTo>
                  <a:lnTo>
                    <a:pt x="343074" y="628632"/>
                  </a:lnTo>
                  <a:lnTo>
                    <a:pt x="342884" y="629288"/>
                  </a:lnTo>
                  <a:lnTo>
                    <a:pt x="342839" y="629639"/>
                  </a:lnTo>
                  <a:lnTo>
                    <a:pt x="342808" y="629948"/>
                  </a:lnTo>
                  <a:lnTo>
                    <a:pt x="342804" y="630078"/>
                  </a:lnTo>
                  <a:lnTo>
                    <a:pt x="342763" y="630614"/>
                  </a:lnTo>
                  <a:lnTo>
                    <a:pt x="342777" y="630817"/>
                  </a:lnTo>
                  <a:lnTo>
                    <a:pt x="342885" y="631335"/>
                  </a:lnTo>
                  <a:lnTo>
                    <a:pt x="342917" y="631497"/>
                  </a:lnTo>
                  <a:lnTo>
                    <a:pt x="342879" y="632497"/>
                  </a:lnTo>
                  <a:lnTo>
                    <a:pt x="342825" y="632841"/>
                  </a:lnTo>
                  <a:lnTo>
                    <a:pt x="342992" y="633554"/>
                  </a:lnTo>
                  <a:lnTo>
                    <a:pt x="343080" y="634120"/>
                  </a:lnTo>
                  <a:lnTo>
                    <a:pt x="343169" y="634858"/>
                  </a:lnTo>
                  <a:lnTo>
                    <a:pt x="343174" y="635012"/>
                  </a:lnTo>
                  <a:lnTo>
                    <a:pt x="343179" y="635250"/>
                  </a:lnTo>
                  <a:lnTo>
                    <a:pt x="343265" y="637875"/>
                  </a:lnTo>
                  <a:lnTo>
                    <a:pt x="343255" y="638103"/>
                  </a:lnTo>
                  <a:lnTo>
                    <a:pt x="343280" y="638291"/>
                  </a:lnTo>
                  <a:lnTo>
                    <a:pt x="343318" y="638545"/>
                  </a:lnTo>
                  <a:lnTo>
                    <a:pt x="343327" y="638708"/>
                  </a:lnTo>
                  <a:lnTo>
                    <a:pt x="343366" y="639164"/>
                  </a:lnTo>
                  <a:lnTo>
                    <a:pt x="343367" y="639497"/>
                  </a:lnTo>
                  <a:lnTo>
                    <a:pt x="343328" y="639627"/>
                  </a:lnTo>
                  <a:lnTo>
                    <a:pt x="343329" y="640235"/>
                  </a:lnTo>
                  <a:lnTo>
                    <a:pt x="343337" y="640363"/>
                  </a:lnTo>
                  <a:lnTo>
                    <a:pt x="343362" y="640569"/>
                  </a:lnTo>
                  <a:lnTo>
                    <a:pt x="343382" y="640735"/>
                  </a:lnTo>
                  <a:lnTo>
                    <a:pt x="343451" y="641135"/>
                  </a:lnTo>
                  <a:lnTo>
                    <a:pt x="343481" y="641693"/>
                  </a:lnTo>
                  <a:lnTo>
                    <a:pt x="343487" y="641958"/>
                  </a:lnTo>
                  <a:lnTo>
                    <a:pt x="343537" y="642555"/>
                  </a:lnTo>
                  <a:lnTo>
                    <a:pt x="343626" y="642915"/>
                  </a:lnTo>
                  <a:lnTo>
                    <a:pt x="343675" y="643097"/>
                  </a:lnTo>
                  <a:lnTo>
                    <a:pt x="343712" y="643563"/>
                  </a:lnTo>
                  <a:lnTo>
                    <a:pt x="343766" y="643804"/>
                  </a:lnTo>
                  <a:lnTo>
                    <a:pt x="343867" y="644229"/>
                  </a:lnTo>
                  <a:lnTo>
                    <a:pt x="343824" y="644539"/>
                  </a:lnTo>
                  <a:lnTo>
                    <a:pt x="343853" y="644707"/>
                  </a:lnTo>
                  <a:lnTo>
                    <a:pt x="343915" y="644968"/>
                  </a:lnTo>
                  <a:lnTo>
                    <a:pt x="343963" y="645236"/>
                  </a:lnTo>
                  <a:lnTo>
                    <a:pt x="343911" y="645470"/>
                  </a:lnTo>
                  <a:lnTo>
                    <a:pt x="343924" y="645684"/>
                  </a:lnTo>
                  <a:lnTo>
                    <a:pt x="343907" y="646084"/>
                  </a:lnTo>
                  <a:lnTo>
                    <a:pt x="343886" y="646498"/>
                  </a:lnTo>
                  <a:lnTo>
                    <a:pt x="343879" y="646628"/>
                  </a:lnTo>
                  <a:lnTo>
                    <a:pt x="343869" y="646901"/>
                  </a:lnTo>
                  <a:lnTo>
                    <a:pt x="343869" y="647267"/>
                  </a:lnTo>
                  <a:lnTo>
                    <a:pt x="343969" y="647894"/>
                  </a:lnTo>
                  <a:lnTo>
                    <a:pt x="344050" y="648266"/>
                  </a:lnTo>
                  <a:lnTo>
                    <a:pt x="344150" y="648697"/>
                  </a:lnTo>
                  <a:lnTo>
                    <a:pt x="344237" y="649219"/>
                  </a:lnTo>
                  <a:lnTo>
                    <a:pt x="344271" y="649427"/>
                  </a:lnTo>
                  <a:lnTo>
                    <a:pt x="344313" y="649576"/>
                  </a:lnTo>
                  <a:lnTo>
                    <a:pt x="344316" y="649880"/>
                  </a:lnTo>
                  <a:lnTo>
                    <a:pt x="345162" y="649989"/>
                  </a:lnTo>
                  <a:lnTo>
                    <a:pt x="345405" y="650025"/>
                  </a:lnTo>
                  <a:lnTo>
                    <a:pt x="345660" y="650128"/>
                  </a:lnTo>
                  <a:lnTo>
                    <a:pt x="345243" y="652225"/>
                  </a:lnTo>
                  <a:lnTo>
                    <a:pt x="345731" y="652257"/>
                  </a:lnTo>
                  <a:lnTo>
                    <a:pt x="346027" y="652265"/>
                  </a:lnTo>
                  <a:lnTo>
                    <a:pt x="346629" y="652281"/>
                  </a:lnTo>
                  <a:lnTo>
                    <a:pt x="347262" y="652306"/>
                  </a:lnTo>
                  <a:lnTo>
                    <a:pt x="347601" y="652311"/>
                  </a:lnTo>
                  <a:lnTo>
                    <a:pt x="347791" y="652323"/>
                  </a:lnTo>
                  <a:lnTo>
                    <a:pt x="348130" y="652330"/>
                  </a:lnTo>
                  <a:lnTo>
                    <a:pt x="348485" y="652347"/>
                  </a:lnTo>
                  <a:lnTo>
                    <a:pt x="348993" y="652365"/>
                  </a:lnTo>
                  <a:lnTo>
                    <a:pt x="349157" y="652367"/>
                  </a:lnTo>
                  <a:lnTo>
                    <a:pt x="349359" y="652370"/>
                  </a:lnTo>
                  <a:lnTo>
                    <a:pt x="349868" y="652391"/>
                  </a:lnTo>
                  <a:lnTo>
                    <a:pt x="350007" y="652379"/>
                  </a:lnTo>
                  <a:lnTo>
                    <a:pt x="351652" y="652380"/>
                  </a:lnTo>
                  <a:lnTo>
                    <a:pt x="351830" y="652385"/>
                  </a:lnTo>
                  <a:lnTo>
                    <a:pt x="352061" y="652394"/>
                  </a:lnTo>
                  <a:lnTo>
                    <a:pt x="352814" y="652425"/>
                  </a:lnTo>
                  <a:lnTo>
                    <a:pt x="353222" y="652432"/>
                  </a:lnTo>
                  <a:lnTo>
                    <a:pt x="353555" y="652456"/>
                  </a:lnTo>
                  <a:lnTo>
                    <a:pt x="354156" y="652851"/>
                  </a:lnTo>
                  <a:lnTo>
                    <a:pt x="354451" y="653085"/>
                  </a:lnTo>
                  <a:lnTo>
                    <a:pt x="355044" y="653574"/>
                  </a:lnTo>
                  <a:lnTo>
                    <a:pt x="355183" y="653686"/>
                  </a:lnTo>
                  <a:lnTo>
                    <a:pt x="355460" y="653934"/>
                  </a:lnTo>
                  <a:lnTo>
                    <a:pt x="355805" y="654242"/>
                  </a:lnTo>
                  <a:lnTo>
                    <a:pt x="356162" y="654509"/>
                  </a:lnTo>
                  <a:lnTo>
                    <a:pt x="356507" y="654830"/>
                  </a:lnTo>
                  <a:lnTo>
                    <a:pt x="356811" y="655083"/>
                  </a:lnTo>
                  <a:lnTo>
                    <a:pt x="357323" y="655504"/>
                  </a:lnTo>
                  <a:lnTo>
                    <a:pt x="357891" y="655962"/>
                  </a:lnTo>
                  <a:lnTo>
                    <a:pt x="358121" y="656159"/>
                  </a:lnTo>
                  <a:lnTo>
                    <a:pt x="358252" y="656267"/>
                  </a:lnTo>
                  <a:lnTo>
                    <a:pt x="358604" y="656563"/>
                  </a:lnTo>
                  <a:lnTo>
                    <a:pt x="359251" y="657105"/>
                  </a:lnTo>
                  <a:lnTo>
                    <a:pt x="359456" y="657284"/>
                  </a:lnTo>
                  <a:lnTo>
                    <a:pt x="359746" y="657529"/>
                  </a:lnTo>
                  <a:lnTo>
                    <a:pt x="360433" y="658102"/>
                  </a:lnTo>
                  <a:lnTo>
                    <a:pt x="360590" y="658250"/>
                  </a:lnTo>
                  <a:lnTo>
                    <a:pt x="360966" y="658558"/>
                  </a:lnTo>
                  <a:lnTo>
                    <a:pt x="361318" y="658850"/>
                  </a:lnTo>
                  <a:lnTo>
                    <a:pt x="361618" y="659099"/>
                  </a:lnTo>
                  <a:lnTo>
                    <a:pt x="362197" y="659603"/>
                  </a:lnTo>
                  <a:lnTo>
                    <a:pt x="363393" y="660412"/>
                  </a:lnTo>
                  <a:lnTo>
                    <a:pt x="363578" y="660486"/>
                  </a:lnTo>
                  <a:lnTo>
                    <a:pt x="363646" y="660684"/>
                  </a:lnTo>
                  <a:lnTo>
                    <a:pt x="363779" y="660808"/>
                  </a:lnTo>
                  <a:lnTo>
                    <a:pt x="363915" y="661003"/>
                  </a:lnTo>
                  <a:lnTo>
                    <a:pt x="364175" y="660633"/>
                  </a:lnTo>
                  <a:lnTo>
                    <a:pt x="365194" y="660163"/>
                  </a:lnTo>
                  <a:lnTo>
                    <a:pt x="365741" y="659750"/>
                  </a:lnTo>
                  <a:lnTo>
                    <a:pt x="366256" y="659302"/>
                  </a:lnTo>
                  <a:lnTo>
                    <a:pt x="371002" y="658923"/>
                  </a:lnTo>
                  <a:lnTo>
                    <a:pt x="370220" y="664390"/>
                  </a:lnTo>
                  <a:lnTo>
                    <a:pt x="369989" y="665115"/>
                  </a:lnTo>
                  <a:lnTo>
                    <a:pt x="368641" y="669338"/>
                  </a:lnTo>
                  <a:lnTo>
                    <a:pt x="366808" y="672109"/>
                  </a:lnTo>
                  <a:lnTo>
                    <a:pt x="366809" y="674053"/>
                  </a:lnTo>
                  <a:lnTo>
                    <a:pt x="369160" y="675337"/>
                  </a:lnTo>
                  <a:lnTo>
                    <a:pt x="369550" y="675491"/>
                  </a:lnTo>
                  <a:lnTo>
                    <a:pt x="370286" y="675406"/>
                  </a:lnTo>
                  <a:lnTo>
                    <a:pt x="370894" y="675583"/>
                  </a:lnTo>
                  <a:lnTo>
                    <a:pt x="371035" y="675636"/>
                  </a:lnTo>
                  <a:lnTo>
                    <a:pt x="371181" y="675652"/>
                  </a:lnTo>
                  <a:lnTo>
                    <a:pt x="371602" y="675650"/>
                  </a:lnTo>
                  <a:lnTo>
                    <a:pt x="371779" y="675639"/>
                  </a:lnTo>
                  <a:lnTo>
                    <a:pt x="371984" y="675589"/>
                  </a:lnTo>
                  <a:lnTo>
                    <a:pt x="372814" y="675493"/>
                  </a:lnTo>
                  <a:lnTo>
                    <a:pt x="373098" y="675424"/>
                  </a:lnTo>
                  <a:lnTo>
                    <a:pt x="373542" y="675339"/>
                  </a:lnTo>
                  <a:lnTo>
                    <a:pt x="373557" y="675766"/>
                  </a:lnTo>
                  <a:lnTo>
                    <a:pt x="373581" y="676048"/>
                  </a:lnTo>
                  <a:lnTo>
                    <a:pt x="373596" y="676449"/>
                  </a:lnTo>
                  <a:lnTo>
                    <a:pt x="373393" y="676595"/>
                  </a:lnTo>
                  <a:lnTo>
                    <a:pt x="373693" y="676678"/>
                  </a:lnTo>
                  <a:lnTo>
                    <a:pt x="374277" y="676891"/>
                  </a:lnTo>
                  <a:lnTo>
                    <a:pt x="374451" y="676965"/>
                  </a:lnTo>
                  <a:lnTo>
                    <a:pt x="374639" y="676932"/>
                  </a:lnTo>
                  <a:lnTo>
                    <a:pt x="375499" y="676698"/>
                  </a:lnTo>
                  <a:lnTo>
                    <a:pt x="376275" y="676295"/>
                  </a:lnTo>
                  <a:lnTo>
                    <a:pt x="376476" y="676286"/>
                  </a:lnTo>
                  <a:lnTo>
                    <a:pt x="376707" y="676216"/>
                  </a:lnTo>
                  <a:lnTo>
                    <a:pt x="377031" y="676155"/>
                  </a:lnTo>
                  <a:lnTo>
                    <a:pt x="377250" y="676120"/>
                  </a:lnTo>
                  <a:lnTo>
                    <a:pt x="377845" y="676153"/>
                  </a:lnTo>
                  <a:lnTo>
                    <a:pt x="378029" y="676173"/>
                  </a:lnTo>
                  <a:lnTo>
                    <a:pt x="378721" y="676140"/>
                  </a:lnTo>
                  <a:lnTo>
                    <a:pt x="378957" y="676120"/>
                  </a:lnTo>
                  <a:lnTo>
                    <a:pt x="379699" y="675837"/>
                  </a:lnTo>
                  <a:lnTo>
                    <a:pt x="380330" y="675403"/>
                  </a:lnTo>
                  <a:lnTo>
                    <a:pt x="380564" y="674947"/>
                  </a:lnTo>
                  <a:lnTo>
                    <a:pt x="380999" y="674761"/>
                  </a:lnTo>
                  <a:lnTo>
                    <a:pt x="381287" y="674743"/>
                  </a:lnTo>
                  <a:lnTo>
                    <a:pt x="381464" y="674679"/>
                  </a:lnTo>
                  <a:lnTo>
                    <a:pt x="381653" y="674686"/>
                  </a:lnTo>
                  <a:lnTo>
                    <a:pt x="381793" y="674704"/>
                  </a:lnTo>
                  <a:lnTo>
                    <a:pt x="382052" y="674721"/>
                  </a:lnTo>
                  <a:lnTo>
                    <a:pt x="382685" y="674707"/>
                  </a:lnTo>
                  <a:lnTo>
                    <a:pt x="383212" y="674758"/>
                  </a:lnTo>
                  <a:lnTo>
                    <a:pt x="383470" y="674694"/>
                  </a:lnTo>
                  <a:lnTo>
                    <a:pt x="383777" y="674423"/>
                  </a:lnTo>
                  <a:lnTo>
                    <a:pt x="383918" y="674421"/>
                  </a:lnTo>
                  <a:lnTo>
                    <a:pt x="384199" y="674328"/>
                  </a:lnTo>
                  <a:lnTo>
                    <a:pt x="384444" y="674392"/>
                  </a:lnTo>
                  <a:lnTo>
                    <a:pt x="384731" y="674391"/>
                  </a:lnTo>
                  <a:lnTo>
                    <a:pt x="385026" y="674437"/>
                  </a:lnTo>
                  <a:lnTo>
                    <a:pt x="385532" y="674408"/>
                  </a:lnTo>
                  <a:lnTo>
                    <a:pt x="385672" y="674277"/>
                  </a:lnTo>
                  <a:lnTo>
                    <a:pt x="385881" y="674133"/>
                  </a:lnTo>
                  <a:lnTo>
                    <a:pt x="386062" y="674174"/>
                  </a:lnTo>
                  <a:lnTo>
                    <a:pt x="386272" y="674179"/>
                  </a:lnTo>
                  <a:lnTo>
                    <a:pt x="386585" y="674196"/>
                  </a:lnTo>
                  <a:lnTo>
                    <a:pt x="386810" y="674162"/>
                  </a:lnTo>
                  <a:lnTo>
                    <a:pt x="387187" y="674240"/>
                  </a:lnTo>
                  <a:lnTo>
                    <a:pt x="388268" y="674337"/>
                  </a:lnTo>
                  <a:lnTo>
                    <a:pt x="389489" y="675197"/>
                  </a:lnTo>
                  <a:lnTo>
                    <a:pt x="389470" y="674928"/>
                  </a:lnTo>
                  <a:lnTo>
                    <a:pt x="389461" y="674763"/>
                  </a:lnTo>
                  <a:lnTo>
                    <a:pt x="389347" y="674370"/>
                  </a:lnTo>
                  <a:lnTo>
                    <a:pt x="391892" y="674126"/>
                  </a:lnTo>
                  <a:lnTo>
                    <a:pt x="392210" y="673966"/>
                  </a:lnTo>
                  <a:lnTo>
                    <a:pt x="392521" y="674049"/>
                  </a:lnTo>
                  <a:lnTo>
                    <a:pt x="393274" y="674272"/>
                  </a:lnTo>
                  <a:lnTo>
                    <a:pt x="393801" y="674529"/>
                  </a:lnTo>
                  <a:lnTo>
                    <a:pt x="393831" y="675006"/>
                  </a:lnTo>
                  <a:lnTo>
                    <a:pt x="393766" y="675444"/>
                  </a:lnTo>
                  <a:lnTo>
                    <a:pt x="393888" y="676012"/>
                  </a:lnTo>
                  <a:lnTo>
                    <a:pt x="394832" y="675759"/>
                  </a:lnTo>
                  <a:lnTo>
                    <a:pt x="395550" y="675155"/>
                  </a:lnTo>
                  <a:lnTo>
                    <a:pt x="395743" y="675358"/>
                  </a:lnTo>
                  <a:lnTo>
                    <a:pt x="396086" y="675220"/>
                  </a:lnTo>
                  <a:lnTo>
                    <a:pt x="396361" y="675226"/>
                  </a:lnTo>
                  <a:lnTo>
                    <a:pt x="397938" y="676745"/>
                  </a:lnTo>
                  <a:lnTo>
                    <a:pt x="398274" y="676247"/>
                  </a:lnTo>
                  <a:lnTo>
                    <a:pt x="398449" y="676215"/>
                  </a:lnTo>
                  <a:lnTo>
                    <a:pt x="398737" y="676110"/>
                  </a:lnTo>
                  <a:lnTo>
                    <a:pt x="399024" y="676048"/>
                  </a:lnTo>
                  <a:lnTo>
                    <a:pt x="399306" y="676007"/>
                  </a:lnTo>
                  <a:lnTo>
                    <a:pt x="399578" y="675954"/>
                  </a:lnTo>
                  <a:lnTo>
                    <a:pt x="399862" y="676072"/>
                  </a:lnTo>
                  <a:lnTo>
                    <a:pt x="399818" y="676653"/>
                  </a:lnTo>
                  <a:lnTo>
                    <a:pt x="399805" y="676945"/>
                  </a:lnTo>
                  <a:lnTo>
                    <a:pt x="399937" y="677255"/>
                  </a:lnTo>
                  <a:lnTo>
                    <a:pt x="399974" y="677392"/>
                  </a:lnTo>
                  <a:lnTo>
                    <a:pt x="399972" y="677561"/>
                  </a:lnTo>
                  <a:lnTo>
                    <a:pt x="400037" y="677862"/>
                  </a:lnTo>
                  <a:lnTo>
                    <a:pt x="400078" y="678109"/>
                  </a:lnTo>
                  <a:lnTo>
                    <a:pt x="400090" y="678305"/>
                  </a:lnTo>
                  <a:lnTo>
                    <a:pt x="400054" y="678566"/>
                  </a:lnTo>
                  <a:lnTo>
                    <a:pt x="400171" y="678779"/>
                  </a:lnTo>
                  <a:lnTo>
                    <a:pt x="400813" y="678446"/>
                  </a:lnTo>
                  <a:lnTo>
                    <a:pt x="400880" y="678251"/>
                  </a:lnTo>
                  <a:lnTo>
                    <a:pt x="401131" y="678006"/>
                  </a:lnTo>
                  <a:lnTo>
                    <a:pt x="401384" y="677931"/>
                  </a:lnTo>
                  <a:lnTo>
                    <a:pt x="401444" y="677644"/>
                  </a:lnTo>
                  <a:lnTo>
                    <a:pt x="401623" y="677012"/>
                  </a:lnTo>
                  <a:lnTo>
                    <a:pt x="402723" y="676884"/>
                  </a:lnTo>
                  <a:lnTo>
                    <a:pt x="403025" y="676870"/>
                  </a:lnTo>
                  <a:lnTo>
                    <a:pt x="403311" y="676772"/>
                  </a:lnTo>
                  <a:lnTo>
                    <a:pt x="403690" y="676608"/>
                  </a:lnTo>
                  <a:lnTo>
                    <a:pt x="403833" y="676147"/>
                  </a:lnTo>
                  <a:lnTo>
                    <a:pt x="404067" y="675563"/>
                  </a:lnTo>
                  <a:lnTo>
                    <a:pt x="404355" y="675285"/>
                  </a:lnTo>
                  <a:lnTo>
                    <a:pt x="404653" y="675311"/>
                  </a:lnTo>
                  <a:lnTo>
                    <a:pt x="405095" y="675371"/>
                  </a:lnTo>
                  <a:lnTo>
                    <a:pt x="405982" y="676136"/>
                  </a:lnTo>
                  <a:lnTo>
                    <a:pt x="406207" y="676060"/>
                  </a:lnTo>
                  <a:lnTo>
                    <a:pt x="406451" y="675967"/>
                  </a:lnTo>
                  <a:lnTo>
                    <a:pt x="406721" y="675900"/>
                  </a:lnTo>
                  <a:lnTo>
                    <a:pt x="407004" y="675831"/>
                  </a:lnTo>
                  <a:lnTo>
                    <a:pt x="407342" y="675776"/>
                  </a:lnTo>
                  <a:lnTo>
                    <a:pt x="408085" y="675540"/>
                  </a:lnTo>
                  <a:lnTo>
                    <a:pt x="408230" y="675491"/>
                  </a:lnTo>
                  <a:lnTo>
                    <a:pt x="408605" y="675438"/>
                  </a:lnTo>
                  <a:lnTo>
                    <a:pt x="408969" y="675362"/>
                  </a:lnTo>
                  <a:lnTo>
                    <a:pt x="411016" y="675524"/>
                  </a:lnTo>
                  <a:lnTo>
                    <a:pt x="411166" y="675232"/>
                  </a:lnTo>
                  <a:lnTo>
                    <a:pt x="411638" y="675569"/>
                  </a:lnTo>
                  <a:lnTo>
                    <a:pt x="411852" y="675549"/>
                  </a:lnTo>
                  <a:lnTo>
                    <a:pt x="411927" y="675174"/>
                  </a:lnTo>
                  <a:lnTo>
                    <a:pt x="412060" y="674884"/>
                  </a:lnTo>
                  <a:lnTo>
                    <a:pt x="412280" y="674752"/>
                  </a:lnTo>
                  <a:lnTo>
                    <a:pt x="412415" y="674749"/>
                  </a:lnTo>
                  <a:lnTo>
                    <a:pt x="412558" y="674662"/>
                  </a:lnTo>
                  <a:lnTo>
                    <a:pt x="412703" y="674576"/>
                  </a:lnTo>
                  <a:lnTo>
                    <a:pt x="412866" y="674451"/>
                  </a:lnTo>
                  <a:lnTo>
                    <a:pt x="413041" y="674227"/>
                  </a:lnTo>
                  <a:lnTo>
                    <a:pt x="413232" y="674324"/>
                  </a:lnTo>
                  <a:lnTo>
                    <a:pt x="413410" y="674408"/>
                  </a:lnTo>
                  <a:lnTo>
                    <a:pt x="413690" y="674581"/>
                  </a:lnTo>
                  <a:lnTo>
                    <a:pt x="414340" y="674792"/>
                  </a:lnTo>
                  <a:lnTo>
                    <a:pt x="414467" y="674779"/>
                  </a:lnTo>
                  <a:lnTo>
                    <a:pt x="414698" y="674414"/>
                  </a:lnTo>
                  <a:lnTo>
                    <a:pt x="414800" y="674249"/>
                  </a:lnTo>
                  <a:lnTo>
                    <a:pt x="414843" y="673841"/>
                  </a:lnTo>
                  <a:lnTo>
                    <a:pt x="414831" y="673670"/>
                  </a:lnTo>
                  <a:lnTo>
                    <a:pt x="414854" y="673454"/>
                  </a:lnTo>
                  <a:lnTo>
                    <a:pt x="414947" y="673196"/>
                  </a:lnTo>
                  <a:lnTo>
                    <a:pt x="415138" y="673070"/>
                  </a:lnTo>
                  <a:lnTo>
                    <a:pt x="415274" y="672705"/>
                  </a:lnTo>
                  <a:lnTo>
                    <a:pt x="415505" y="672463"/>
                  </a:lnTo>
                  <a:lnTo>
                    <a:pt x="415672" y="672380"/>
                  </a:lnTo>
                  <a:lnTo>
                    <a:pt x="415911" y="672257"/>
                  </a:lnTo>
                  <a:lnTo>
                    <a:pt x="416133" y="672239"/>
                  </a:lnTo>
                  <a:lnTo>
                    <a:pt x="416322" y="672279"/>
                  </a:lnTo>
                  <a:lnTo>
                    <a:pt x="416500" y="672377"/>
                  </a:lnTo>
                  <a:lnTo>
                    <a:pt x="416699" y="672519"/>
                  </a:lnTo>
                  <a:lnTo>
                    <a:pt x="416768" y="672664"/>
                  </a:lnTo>
                  <a:lnTo>
                    <a:pt x="417025" y="673201"/>
                  </a:lnTo>
                  <a:lnTo>
                    <a:pt x="417187" y="673747"/>
                  </a:lnTo>
                  <a:lnTo>
                    <a:pt x="416939" y="673898"/>
                  </a:lnTo>
                  <a:lnTo>
                    <a:pt x="416585" y="674992"/>
                  </a:lnTo>
                  <a:lnTo>
                    <a:pt x="417462" y="675711"/>
                  </a:lnTo>
                  <a:lnTo>
                    <a:pt x="418782" y="676794"/>
                  </a:lnTo>
                  <a:lnTo>
                    <a:pt x="419521" y="677405"/>
                  </a:lnTo>
                  <a:lnTo>
                    <a:pt x="421094" y="678705"/>
                  </a:lnTo>
                  <a:lnTo>
                    <a:pt x="422404" y="679762"/>
                  </a:lnTo>
                  <a:lnTo>
                    <a:pt x="425152" y="680099"/>
                  </a:lnTo>
                  <a:lnTo>
                    <a:pt x="434638" y="680622"/>
                  </a:lnTo>
                  <a:lnTo>
                    <a:pt x="436639" y="680709"/>
                  </a:lnTo>
                  <a:lnTo>
                    <a:pt x="437382" y="679504"/>
                  </a:lnTo>
                  <a:lnTo>
                    <a:pt x="437624" y="679126"/>
                  </a:lnTo>
                  <a:lnTo>
                    <a:pt x="437824" y="678823"/>
                  </a:lnTo>
                  <a:lnTo>
                    <a:pt x="437977" y="678759"/>
                  </a:lnTo>
                  <a:lnTo>
                    <a:pt x="438556" y="679284"/>
                  </a:lnTo>
                  <a:lnTo>
                    <a:pt x="438915" y="679587"/>
                  </a:lnTo>
                  <a:lnTo>
                    <a:pt x="439342" y="679428"/>
                  </a:lnTo>
                  <a:lnTo>
                    <a:pt x="440579" y="678132"/>
                  </a:lnTo>
                  <a:lnTo>
                    <a:pt x="440741" y="677968"/>
                  </a:lnTo>
                  <a:lnTo>
                    <a:pt x="441545" y="677154"/>
                  </a:lnTo>
                  <a:lnTo>
                    <a:pt x="441749" y="676956"/>
                  </a:lnTo>
                  <a:lnTo>
                    <a:pt x="442486" y="676202"/>
                  </a:lnTo>
                  <a:lnTo>
                    <a:pt x="442929" y="675757"/>
                  </a:lnTo>
                  <a:lnTo>
                    <a:pt x="443831" y="674889"/>
                  </a:lnTo>
                  <a:lnTo>
                    <a:pt x="444387" y="674378"/>
                  </a:lnTo>
                  <a:lnTo>
                    <a:pt x="444547" y="674229"/>
                  </a:lnTo>
                  <a:lnTo>
                    <a:pt x="445229" y="673642"/>
                  </a:lnTo>
                  <a:lnTo>
                    <a:pt x="445452" y="673445"/>
                  </a:lnTo>
                  <a:lnTo>
                    <a:pt x="445748" y="673165"/>
                  </a:lnTo>
                  <a:lnTo>
                    <a:pt x="445883" y="670129"/>
                  </a:lnTo>
                  <a:lnTo>
                    <a:pt x="445331" y="668171"/>
                  </a:lnTo>
                  <a:lnTo>
                    <a:pt x="444416" y="665160"/>
                  </a:lnTo>
                  <a:lnTo>
                    <a:pt x="443421" y="657893"/>
                  </a:lnTo>
                  <a:lnTo>
                    <a:pt x="443477" y="657733"/>
                  </a:lnTo>
                  <a:lnTo>
                    <a:pt x="442614" y="657011"/>
                  </a:lnTo>
                  <a:lnTo>
                    <a:pt x="442017" y="656502"/>
                  </a:lnTo>
                  <a:lnTo>
                    <a:pt x="434287" y="649866"/>
                  </a:lnTo>
                  <a:lnTo>
                    <a:pt x="432331" y="648201"/>
                  </a:lnTo>
                  <a:lnTo>
                    <a:pt x="431254" y="648771"/>
                  </a:lnTo>
                  <a:lnTo>
                    <a:pt x="430951" y="648935"/>
                  </a:lnTo>
                  <a:lnTo>
                    <a:pt x="430796" y="649017"/>
                  </a:lnTo>
                  <a:lnTo>
                    <a:pt x="430259" y="648920"/>
                  </a:lnTo>
                  <a:lnTo>
                    <a:pt x="426320" y="648208"/>
                  </a:lnTo>
                  <a:lnTo>
                    <a:pt x="425026" y="648074"/>
                  </a:lnTo>
                  <a:lnTo>
                    <a:pt x="420618" y="646202"/>
                  </a:lnTo>
                  <a:lnTo>
                    <a:pt x="418576" y="645336"/>
                  </a:lnTo>
                  <a:lnTo>
                    <a:pt x="413896" y="646035"/>
                  </a:lnTo>
                  <a:lnTo>
                    <a:pt x="412581" y="645401"/>
                  </a:lnTo>
                  <a:lnTo>
                    <a:pt x="411810" y="645030"/>
                  </a:lnTo>
                  <a:lnTo>
                    <a:pt x="414516" y="641357"/>
                  </a:lnTo>
                  <a:lnTo>
                    <a:pt x="415366" y="640885"/>
                  </a:lnTo>
                  <a:lnTo>
                    <a:pt x="417527" y="639688"/>
                  </a:lnTo>
                  <a:lnTo>
                    <a:pt x="416863" y="636641"/>
                  </a:lnTo>
                  <a:lnTo>
                    <a:pt x="416257" y="632392"/>
                  </a:lnTo>
                  <a:lnTo>
                    <a:pt x="416102" y="631313"/>
                  </a:lnTo>
                  <a:lnTo>
                    <a:pt x="415778" y="628977"/>
                  </a:lnTo>
                  <a:lnTo>
                    <a:pt x="415747" y="628757"/>
                  </a:lnTo>
                  <a:lnTo>
                    <a:pt x="419296" y="619848"/>
                  </a:lnTo>
                  <a:lnTo>
                    <a:pt x="419425" y="619979"/>
                  </a:lnTo>
                  <a:lnTo>
                    <a:pt x="419596" y="620170"/>
                  </a:lnTo>
                  <a:lnTo>
                    <a:pt x="419740" y="620331"/>
                  </a:lnTo>
                  <a:lnTo>
                    <a:pt x="419827" y="620464"/>
                  </a:lnTo>
                  <a:lnTo>
                    <a:pt x="420038" y="620773"/>
                  </a:lnTo>
                  <a:lnTo>
                    <a:pt x="420538" y="621403"/>
                  </a:lnTo>
                  <a:lnTo>
                    <a:pt x="420709" y="621537"/>
                  </a:lnTo>
                  <a:lnTo>
                    <a:pt x="420846" y="621733"/>
                  </a:lnTo>
                  <a:lnTo>
                    <a:pt x="421016" y="621969"/>
                  </a:lnTo>
                  <a:lnTo>
                    <a:pt x="421352" y="622596"/>
                  </a:lnTo>
                  <a:lnTo>
                    <a:pt x="421447" y="622807"/>
                  </a:lnTo>
                  <a:lnTo>
                    <a:pt x="421706" y="623493"/>
                  </a:lnTo>
                  <a:lnTo>
                    <a:pt x="421775" y="623642"/>
                  </a:lnTo>
                  <a:lnTo>
                    <a:pt x="421897" y="623917"/>
                  </a:lnTo>
                  <a:lnTo>
                    <a:pt x="422277" y="624531"/>
                  </a:lnTo>
                  <a:lnTo>
                    <a:pt x="422585" y="624993"/>
                  </a:lnTo>
                  <a:lnTo>
                    <a:pt x="422907" y="625478"/>
                  </a:lnTo>
                  <a:lnTo>
                    <a:pt x="423514" y="626412"/>
                  </a:lnTo>
                  <a:lnTo>
                    <a:pt x="423954" y="627127"/>
                  </a:lnTo>
                  <a:lnTo>
                    <a:pt x="424500" y="627909"/>
                  </a:lnTo>
                  <a:lnTo>
                    <a:pt x="424936" y="628432"/>
                  </a:lnTo>
                  <a:lnTo>
                    <a:pt x="425264" y="628827"/>
                  </a:lnTo>
                  <a:lnTo>
                    <a:pt x="425686" y="628925"/>
                  </a:lnTo>
                  <a:lnTo>
                    <a:pt x="425968" y="628984"/>
                  </a:lnTo>
                  <a:lnTo>
                    <a:pt x="426166" y="629021"/>
                  </a:lnTo>
                  <a:lnTo>
                    <a:pt x="426362" y="629153"/>
                  </a:lnTo>
                  <a:lnTo>
                    <a:pt x="426908" y="629497"/>
                  </a:lnTo>
                  <a:lnTo>
                    <a:pt x="427107" y="629707"/>
                  </a:lnTo>
                  <a:lnTo>
                    <a:pt x="427283" y="629845"/>
                  </a:lnTo>
                  <a:lnTo>
                    <a:pt x="427486" y="629955"/>
                  </a:lnTo>
                  <a:lnTo>
                    <a:pt x="427620" y="630104"/>
                  </a:lnTo>
                  <a:lnTo>
                    <a:pt x="427844" y="630354"/>
                  </a:lnTo>
                  <a:lnTo>
                    <a:pt x="427973" y="630404"/>
                  </a:lnTo>
                  <a:lnTo>
                    <a:pt x="428810" y="630267"/>
                  </a:lnTo>
                  <a:lnTo>
                    <a:pt x="428948" y="630260"/>
                  </a:lnTo>
                  <a:lnTo>
                    <a:pt x="429196" y="630354"/>
                  </a:lnTo>
                  <a:lnTo>
                    <a:pt x="429350" y="630425"/>
                  </a:lnTo>
                  <a:lnTo>
                    <a:pt x="430060" y="630735"/>
                  </a:lnTo>
                  <a:lnTo>
                    <a:pt x="430277" y="630813"/>
                  </a:lnTo>
                  <a:lnTo>
                    <a:pt x="430964" y="630982"/>
                  </a:lnTo>
                  <a:lnTo>
                    <a:pt x="435303" y="633863"/>
                  </a:lnTo>
                  <a:lnTo>
                    <a:pt x="435467" y="633884"/>
                  </a:lnTo>
                  <a:lnTo>
                    <a:pt x="435622" y="633887"/>
                  </a:lnTo>
                  <a:lnTo>
                    <a:pt x="435834" y="633907"/>
                  </a:lnTo>
                  <a:lnTo>
                    <a:pt x="436100" y="633944"/>
                  </a:lnTo>
                  <a:lnTo>
                    <a:pt x="436617" y="633985"/>
                  </a:lnTo>
                  <a:lnTo>
                    <a:pt x="436899" y="633989"/>
                  </a:lnTo>
                  <a:lnTo>
                    <a:pt x="437100" y="633980"/>
                  </a:lnTo>
                  <a:lnTo>
                    <a:pt x="437897" y="633915"/>
                  </a:lnTo>
                  <a:lnTo>
                    <a:pt x="438543" y="633773"/>
                  </a:lnTo>
                  <a:lnTo>
                    <a:pt x="438774" y="633711"/>
                  </a:lnTo>
                  <a:lnTo>
                    <a:pt x="438934" y="633703"/>
                  </a:lnTo>
                  <a:lnTo>
                    <a:pt x="439155" y="633722"/>
                  </a:lnTo>
                  <a:lnTo>
                    <a:pt x="439635" y="633843"/>
                  </a:lnTo>
                  <a:lnTo>
                    <a:pt x="440531" y="634686"/>
                  </a:lnTo>
                  <a:lnTo>
                    <a:pt x="440843" y="634730"/>
                  </a:lnTo>
                  <a:lnTo>
                    <a:pt x="441284" y="634784"/>
                  </a:lnTo>
                  <a:lnTo>
                    <a:pt x="441555" y="634844"/>
                  </a:lnTo>
                  <a:lnTo>
                    <a:pt x="442100" y="634930"/>
                  </a:lnTo>
                  <a:lnTo>
                    <a:pt x="442621" y="635005"/>
                  </a:lnTo>
                  <a:lnTo>
                    <a:pt x="443006" y="635067"/>
                  </a:lnTo>
                  <a:lnTo>
                    <a:pt x="443171" y="635090"/>
                  </a:lnTo>
                  <a:lnTo>
                    <a:pt x="444020" y="635220"/>
                  </a:lnTo>
                  <a:lnTo>
                    <a:pt x="444949" y="635372"/>
                  </a:lnTo>
                  <a:lnTo>
                    <a:pt x="445588" y="635482"/>
                  </a:lnTo>
                  <a:lnTo>
                    <a:pt x="445898" y="635533"/>
                  </a:lnTo>
                  <a:lnTo>
                    <a:pt x="446160" y="635559"/>
                  </a:lnTo>
                  <a:lnTo>
                    <a:pt x="446319" y="635558"/>
                  </a:lnTo>
                  <a:lnTo>
                    <a:pt x="446592" y="635631"/>
                  </a:lnTo>
                  <a:lnTo>
                    <a:pt x="447769" y="636607"/>
                  </a:lnTo>
                  <a:lnTo>
                    <a:pt x="451336" y="632100"/>
                  </a:lnTo>
                  <a:lnTo>
                    <a:pt x="451693" y="631934"/>
                  </a:lnTo>
                  <a:lnTo>
                    <a:pt x="451865" y="631848"/>
                  </a:lnTo>
                  <a:lnTo>
                    <a:pt x="452733" y="631421"/>
                  </a:lnTo>
                  <a:lnTo>
                    <a:pt x="453769" y="630876"/>
                  </a:lnTo>
                  <a:lnTo>
                    <a:pt x="454030" y="630629"/>
                  </a:lnTo>
                  <a:lnTo>
                    <a:pt x="454199" y="630609"/>
                  </a:lnTo>
                  <a:lnTo>
                    <a:pt x="454505" y="630475"/>
                  </a:lnTo>
                  <a:lnTo>
                    <a:pt x="454912" y="630170"/>
                  </a:lnTo>
                  <a:lnTo>
                    <a:pt x="455142" y="630021"/>
                  </a:lnTo>
                  <a:lnTo>
                    <a:pt x="455825" y="629442"/>
                  </a:lnTo>
                  <a:lnTo>
                    <a:pt x="455961" y="629132"/>
                  </a:lnTo>
                  <a:lnTo>
                    <a:pt x="456219" y="628989"/>
                  </a:lnTo>
                  <a:lnTo>
                    <a:pt x="456351" y="628937"/>
                  </a:lnTo>
                  <a:lnTo>
                    <a:pt x="456491" y="629200"/>
                  </a:lnTo>
                  <a:lnTo>
                    <a:pt x="456539" y="629366"/>
                  </a:lnTo>
                  <a:lnTo>
                    <a:pt x="456686" y="629515"/>
                  </a:lnTo>
                  <a:lnTo>
                    <a:pt x="456885" y="629659"/>
                  </a:lnTo>
                  <a:lnTo>
                    <a:pt x="457059" y="629738"/>
                  </a:lnTo>
                  <a:lnTo>
                    <a:pt x="457179" y="629417"/>
                  </a:lnTo>
                  <a:lnTo>
                    <a:pt x="457545" y="629240"/>
                  </a:lnTo>
                  <a:lnTo>
                    <a:pt x="457731" y="629210"/>
                  </a:lnTo>
                  <a:lnTo>
                    <a:pt x="457936" y="629199"/>
                  </a:lnTo>
                  <a:lnTo>
                    <a:pt x="458694" y="628876"/>
                  </a:lnTo>
                  <a:lnTo>
                    <a:pt x="459063" y="628713"/>
                  </a:lnTo>
                  <a:lnTo>
                    <a:pt x="459263" y="628625"/>
                  </a:lnTo>
                  <a:lnTo>
                    <a:pt x="459718" y="628423"/>
                  </a:lnTo>
                  <a:lnTo>
                    <a:pt x="459847" y="628366"/>
                  </a:lnTo>
                  <a:lnTo>
                    <a:pt x="460297" y="628160"/>
                  </a:lnTo>
                  <a:lnTo>
                    <a:pt x="460567" y="628040"/>
                  </a:lnTo>
                  <a:lnTo>
                    <a:pt x="460900" y="627892"/>
                  </a:lnTo>
                  <a:lnTo>
                    <a:pt x="461085" y="627804"/>
                  </a:lnTo>
                  <a:lnTo>
                    <a:pt x="461232" y="627758"/>
                  </a:lnTo>
                  <a:lnTo>
                    <a:pt x="461565" y="627616"/>
                  </a:lnTo>
                  <a:lnTo>
                    <a:pt x="461921" y="627454"/>
                  </a:lnTo>
                  <a:lnTo>
                    <a:pt x="462280" y="627291"/>
                  </a:lnTo>
                  <a:lnTo>
                    <a:pt x="462679" y="627125"/>
                  </a:lnTo>
                  <a:lnTo>
                    <a:pt x="462880" y="627034"/>
                  </a:lnTo>
                  <a:lnTo>
                    <a:pt x="463120" y="626920"/>
                  </a:lnTo>
                  <a:lnTo>
                    <a:pt x="463344" y="626821"/>
                  </a:lnTo>
                  <a:lnTo>
                    <a:pt x="463497" y="626761"/>
                  </a:lnTo>
                  <a:lnTo>
                    <a:pt x="463895" y="626569"/>
                  </a:lnTo>
                  <a:lnTo>
                    <a:pt x="464039" y="626501"/>
                  </a:lnTo>
                  <a:lnTo>
                    <a:pt x="464171" y="626466"/>
                  </a:lnTo>
                  <a:lnTo>
                    <a:pt x="464342" y="626380"/>
                  </a:lnTo>
                  <a:lnTo>
                    <a:pt x="464984" y="626084"/>
                  </a:lnTo>
                  <a:lnTo>
                    <a:pt x="465116" y="626025"/>
                  </a:lnTo>
                  <a:lnTo>
                    <a:pt x="465766" y="625725"/>
                  </a:lnTo>
                  <a:lnTo>
                    <a:pt x="465987" y="625629"/>
                  </a:lnTo>
                  <a:lnTo>
                    <a:pt x="466360" y="625450"/>
                  </a:lnTo>
                  <a:lnTo>
                    <a:pt x="466629" y="625343"/>
                  </a:lnTo>
                  <a:lnTo>
                    <a:pt x="466982" y="625186"/>
                  </a:lnTo>
                  <a:lnTo>
                    <a:pt x="467510" y="624927"/>
                  </a:lnTo>
                  <a:lnTo>
                    <a:pt x="467695" y="624858"/>
                  </a:lnTo>
                  <a:lnTo>
                    <a:pt x="467862" y="624783"/>
                  </a:lnTo>
                  <a:lnTo>
                    <a:pt x="468373" y="624561"/>
                  </a:lnTo>
                  <a:lnTo>
                    <a:pt x="468521" y="624496"/>
                  </a:lnTo>
                  <a:lnTo>
                    <a:pt x="468946" y="624587"/>
                  </a:lnTo>
                  <a:lnTo>
                    <a:pt x="469207" y="624642"/>
                  </a:lnTo>
                  <a:lnTo>
                    <a:pt x="469377" y="624678"/>
                  </a:lnTo>
                  <a:lnTo>
                    <a:pt x="469755" y="624724"/>
                  </a:lnTo>
                  <a:lnTo>
                    <a:pt x="470830" y="624956"/>
                  </a:lnTo>
                  <a:lnTo>
                    <a:pt x="472041" y="625245"/>
                  </a:lnTo>
                  <a:lnTo>
                    <a:pt x="472154" y="624843"/>
                  </a:lnTo>
                  <a:lnTo>
                    <a:pt x="472713" y="624295"/>
                  </a:lnTo>
                  <a:lnTo>
                    <a:pt x="473106" y="623775"/>
                  </a:lnTo>
                  <a:lnTo>
                    <a:pt x="473235" y="623286"/>
                  </a:lnTo>
                  <a:lnTo>
                    <a:pt x="473282" y="622950"/>
                  </a:lnTo>
                  <a:lnTo>
                    <a:pt x="473354" y="622593"/>
                  </a:lnTo>
                  <a:lnTo>
                    <a:pt x="472808" y="622232"/>
                  </a:lnTo>
                  <a:lnTo>
                    <a:pt x="472838" y="622070"/>
                  </a:lnTo>
                  <a:lnTo>
                    <a:pt x="472861" y="621900"/>
                  </a:lnTo>
                  <a:lnTo>
                    <a:pt x="472910" y="621651"/>
                  </a:lnTo>
                  <a:lnTo>
                    <a:pt x="472995" y="621287"/>
                  </a:lnTo>
                  <a:lnTo>
                    <a:pt x="473054" y="620900"/>
                  </a:lnTo>
                  <a:lnTo>
                    <a:pt x="472990" y="620499"/>
                  </a:lnTo>
                  <a:lnTo>
                    <a:pt x="472983" y="620285"/>
                  </a:lnTo>
                  <a:lnTo>
                    <a:pt x="473066" y="619720"/>
                  </a:lnTo>
                  <a:lnTo>
                    <a:pt x="473176" y="619383"/>
                  </a:lnTo>
                  <a:lnTo>
                    <a:pt x="473272" y="618868"/>
                  </a:lnTo>
                  <a:lnTo>
                    <a:pt x="473340" y="618456"/>
                  </a:lnTo>
                  <a:lnTo>
                    <a:pt x="473390" y="618199"/>
                  </a:lnTo>
                  <a:lnTo>
                    <a:pt x="473432" y="617942"/>
                  </a:lnTo>
                  <a:lnTo>
                    <a:pt x="473516" y="617549"/>
                  </a:lnTo>
                  <a:lnTo>
                    <a:pt x="473554" y="617382"/>
                  </a:lnTo>
                  <a:lnTo>
                    <a:pt x="473603" y="617200"/>
                  </a:lnTo>
                  <a:lnTo>
                    <a:pt x="474094" y="615624"/>
                  </a:lnTo>
                  <a:lnTo>
                    <a:pt x="474277" y="615383"/>
                  </a:lnTo>
                  <a:lnTo>
                    <a:pt x="474361" y="615213"/>
                  </a:lnTo>
                  <a:lnTo>
                    <a:pt x="474238" y="614505"/>
                  </a:lnTo>
                  <a:lnTo>
                    <a:pt x="474224" y="614171"/>
                  </a:lnTo>
                  <a:lnTo>
                    <a:pt x="475026" y="613496"/>
                  </a:lnTo>
                  <a:lnTo>
                    <a:pt x="475169" y="613819"/>
                  </a:lnTo>
                  <a:lnTo>
                    <a:pt x="475424" y="613276"/>
                  </a:lnTo>
                  <a:lnTo>
                    <a:pt x="475504" y="613099"/>
                  </a:lnTo>
                  <a:lnTo>
                    <a:pt x="475634" y="612793"/>
                  </a:lnTo>
                  <a:lnTo>
                    <a:pt x="475645" y="612633"/>
                  </a:lnTo>
                  <a:lnTo>
                    <a:pt x="475254" y="611975"/>
                  </a:lnTo>
                  <a:lnTo>
                    <a:pt x="475188" y="611716"/>
                  </a:lnTo>
                  <a:lnTo>
                    <a:pt x="475133" y="611368"/>
                  </a:lnTo>
                  <a:lnTo>
                    <a:pt x="475196" y="610777"/>
                  </a:lnTo>
                  <a:lnTo>
                    <a:pt x="475178" y="610647"/>
                  </a:lnTo>
                  <a:lnTo>
                    <a:pt x="476832" y="606410"/>
                  </a:lnTo>
                  <a:lnTo>
                    <a:pt x="477025" y="606064"/>
                  </a:lnTo>
                  <a:lnTo>
                    <a:pt x="477207" y="605831"/>
                  </a:lnTo>
                  <a:lnTo>
                    <a:pt x="479012" y="602951"/>
                  </a:lnTo>
                  <a:lnTo>
                    <a:pt x="482073" y="600733"/>
                  </a:lnTo>
                  <a:lnTo>
                    <a:pt x="482243" y="601050"/>
                  </a:lnTo>
                  <a:lnTo>
                    <a:pt x="482420" y="601350"/>
                  </a:lnTo>
                  <a:lnTo>
                    <a:pt x="486074" y="606559"/>
                  </a:lnTo>
                  <a:lnTo>
                    <a:pt x="489844" y="612925"/>
                  </a:lnTo>
                  <a:lnTo>
                    <a:pt x="490105" y="619063"/>
                  </a:lnTo>
                  <a:lnTo>
                    <a:pt x="489734" y="621352"/>
                  </a:lnTo>
                  <a:lnTo>
                    <a:pt x="489598" y="622190"/>
                  </a:lnTo>
                  <a:lnTo>
                    <a:pt x="489123" y="625119"/>
                  </a:lnTo>
                  <a:lnTo>
                    <a:pt x="488170" y="629557"/>
                  </a:lnTo>
                  <a:lnTo>
                    <a:pt x="490225" y="630381"/>
                  </a:lnTo>
                  <a:lnTo>
                    <a:pt x="491409" y="630941"/>
                  </a:lnTo>
                  <a:lnTo>
                    <a:pt x="494795" y="633905"/>
                  </a:lnTo>
                  <a:lnTo>
                    <a:pt x="495063" y="634149"/>
                  </a:lnTo>
                  <a:lnTo>
                    <a:pt x="495937" y="634889"/>
                  </a:lnTo>
                  <a:lnTo>
                    <a:pt x="496514" y="635377"/>
                  </a:lnTo>
                  <a:lnTo>
                    <a:pt x="496962" y="635777"/>
                  </a:lnTo>
                  <a:lnTo>
                    <a:pt x="497412" y="636548"/>
                  </a:lnTo>
                  <a:lnTo>
                    <a:pt x="497519" y="636699"/>
                  </a:lnTo>
                  <a:lnTo>
                    <a:pt x="497637" y="636893"/>
                  </a:lnTo>
                  <a:lnTo>
                    <a:pt x="497774" y="637113"/>
                  </a:lnTo>
                  <a:lnTo>
                    <a:pt x="498297" y="637957"/>
                  </a:lnTo>
                  <a:lnTo>
                    <a:pt x="499438" y="639803"/>
                  </a:lnTo>
                  <a:lnTo>
                    <a:pt x="499832" y="640512"/>
                  </a:lnTo>
                  <a:lnTo>
                    <a:pt x="500169" y="640757"/>
                  </a:lnTo>
                  <a:lnTo>
                    <a:pt x="500524" y="640969"/>
                  </a:lnTo>
                  <a:lnTo>
                    <a:pt x="501415" y="641525"/>
                  </a:lnTo>
                  <a:lnTo>
                    <a:pt x="501869" y="641874"/>
                  </a:lnTo>
                  <a:lnTo>
                    <a:pt x="502165" y="642139"/>
                  </a:lnTo>
                  <a:lnTo>
                    <a:pt x="502321" y="642278"/>
                  </a:lnTo>
                  <a:lnTo>
                    <a:pt x="502469" y="642361"/>
                  </a:lnTo>
                  <a:lnTo>
                    <a:pt x="502609" y="642442"/>
                  </a:lnTo>
                  <a:lnTo>
                    <a:pt x="502769" y="642564"/>
                  </a:lnTo>
                  <a:lnTo>
                    <a:pt x="503022" y="642723"/>
                  </a:lnTo>
                  <a:lnTo>
                    <a:pt x="503178" y="642753"/>
                  </a:lnTo>
                  <a:lnTo>
                    <a:pt x="503899" y="642938"/>
                  </a:lnTo>
                  <a:lnTo>
                    <a:pt x="504712" y="643246"/>
                  </a:lnTo>
                  <a:lnTo>
                    <a:pt x="505569" y="643551"/>
                  </a:lnTo>
                  <a:lnTo>
                    <a:pt x="505967" y="643666"/>
                  </a:lnTo>
                  <a:lnTo>
                    <a:pt x="506292" y="644437"/>
                  </a:lnTo>
                  <a:lnTo>
                    <a:pt x="506378" y="644645"/>
                  </a:lnTo>
                  <a:lnTo>
                    <a:pt x="506497" y="644944"/>
                  </a:lnTo>
                  <a:lnTo>
                    <a:pt x="506580" y="645155"/>
                  </a:lnTo>
                  <a:lnTo>
                    <a:pt x="506835" y="645702"/>
                  </a:lnTo>
                  <a:lnTo>
                    <a:pt x="506928" y="645901"/>
                  </a:lnTo>
                  <a:lnTo>
                    <a:pt x="507092" y="646243"/>
                  </a:lnTo>
                  <a:lnTo>
                    <a:pt x="507224" y="646540"/>
                  </a:lnTo>
                  <a:lnTo>
                    <a:pt x="507332" y="646903"/>
                  </a:lnTo>
                  <a:lnTo>
                    <a:pt x="507402" y="647118"/>
                  </a:lnTo>
                  <a:lnTo>
                    <a:pt x="507475" y="647359"/>
                  </a:lnTo>
                  <a:lnTo>
                    <a:pt x="507529" y="647533"/>
                  </a:lnTo>
                  <a:lnTo>
                    <a:pt x="507848" y="648566"/>
                  </a:lnTo>
                  <a:lnTo>
                    <a:pt x="508566" y="650866"/>
                  </a:lnTo>
                  <a:lnTo>
                    <a:pt x="509130" y="652668"/>
                  </a:lnTo>
                  <a:lnTo>
                    <a:pt x="509185" y="652844"/>
                  </a:lnTo>
                  <a:lnTo>
                    <a:pt x="509337" y="653377"/>
                  </a:lnTo>
                  <a:lnTo>
                    <a:pt x="509403" y="653612"/>
                  </a:lnTo>
                  <a:lnTo>
                    <a:pt x="509566" y="654194"/>
                  </a:lnTo>
                  <a:lnTo>
                    <a:pt x="509632" y="654427"/>
                  </a:lnTo>
                  <a:lnTo>
                    <a:pt x="509871" y="655328"/>
                  </a:lnTo>
                  <a:lnTo>
                    <a:pt x="509917" y="655496"/>
                  </a:lnTo>
                  <a:lnTo>
                    <a:pt x="509952" y="655640"/>
                  </a:lnTo>
                  <a:lnTo>
                    <a:pt x="510153" y="656283"/>
                  </a:lnTo>
                  <a:lnTo>
                    <a:pt x="510224" y="656480"/>
                  </a:lnTo>
                  <a:lnTo>
                    <a:pt x="510502" y="657190"/>
                  </a:lnTo>
                  <a:lnTo>
                    <a:pt x="510736" y="657808"/>
                  </a:lnTo>
                  <a:lnTo>
                    <a:pt x="510867" y="658173"/>
                  </a:lnTo>
                  <a:lnTo>
                    <a:pt x="511163" y="658977"/>
                  </a:lnTo>
                  <a:lnTo>
                    <a:pt x="511259" y="659231"/>
                  </a:lnTo>
                  <a:lnTo>
                    <a:pt x="511340" y="659553"/>
                  </a:lnTo>
                  <a:lnTo>
                    <a:pt x="511395" y="659772"/>
                  </a:lnTo>
                  <a:lnTo>
                    <a:pt x="511440" y="659955"/>
                  </a:lnTo>
                  <a:lnTo>
                    <a:pt x="511476" y="660655"/>
                  </a:lnTo>
                  <a:lnTo>
                    <a:pt x="511488" y="660904"/>
                  </a:lnTo>
                  <a:lnTo>
                    <a:pt x="511501" y="661110"/>
                  </a:lnTo>
                  <a:lnTo>
                    <a:pt x="511555" y="661988"/>
                  </a:lnTo>
                  <a:lnTo>
                    <a:pt x="511639" y="662377"/>
                  </a:lnTo>
                  <a:lnTo>
                    <a:pt x="511866" y="663285"/>
                  </a:lnTo>
                  <a:lnTo>
                    <a:pt x="511953" y="663739"/>
                  </a:lnTo>
                  <a:lnTo>
                    <a:pt x="512069" y="664010"/>
                  </a:lnTo>
                  <a:lnTo>
                    <a:pt x="512127" y="664223"/>
                  </a:lnTo>
                  <a:lnTo>
                    <a:pt x="512237" y="664713"/>
                  </a:lnTo>
                  <a:lnTo>
                    <a:pt x="512284" y="664872"/>
                  </a:lnTo>
                  <a:lnTo>
                    <a:pt x="512396" y="665201"/>
                  </a:lnTo>
                  <a:lnTo>
                    <a:pt x="512457" y="665442"/>
                  </a:lnTo>
                  <a:lnTo>
                    <a:pt x="512527" y="665679"/>
                  </a:lnTo>
                  <a:lnTo>
                    <a:pt x="512641" y="666041"/>
                  </a:lnTo>
                  <a:lnTo>
                    <a:pt x="512780" y="666388"/>
                  </a:lnTo>
                  <a:lnTo>
                    <a:pt x="512886" y="666819"/>
                  </a:lnTo>
                  <a:lnTo>
                    <a:pt x="513045" y="667188"/>
                  </a:lnTo>
                  <a:lnTo>
                    <a:pt x="513098" y="667387"/>
                  </a:lnTo>
                  <a:lnTo>
                    <a:pt x="513264" y="667568"/>
                  </a:lnTo>
                  <a:lnTo>
                    <a:pt x="513528" y="667841"/>
                  </a:lnTo>
                  <a:lnTo>
                    <a:pt x="513837" y="668184"/>
                  </a:lnTo>
                  <a:lnTo>
                    <a:pt x="513975" y="668302"/>
                  </a:lnTo>
                  <a:lnTo>
                    <a:pt x="514105" y="668454"/>
                  </a:lnTo>
                  <a:lnTo>
                    <a:pt x="514400" y="668864"/>
                  </a:lnTo>
                  <a:lnTo>
                    <a:pt x="514832" y="669423"/>
                  </a:lnTo>
                  <a:lnTo>
                    <a:pt x="514961" y="669632"/>
                  </a:lnTo>
                  <a:lnTo>
                    <a:pt x="515094" y="669838"/>
                  </a:lnTo>
                  <a:lnTo>
                    <a:pt x="515395" y="673821"/>
                  </a:lnTo>
                  <a:close/>
                </a:path>
              </a:pathLst>
            </a:custGeom>
            <a:solidFill>
              <a:srgbClr val="9FB7C2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7"/>
            <p:cNvSpPr/>
            <p:nvPr/>
          </p:nvSpPr>
          <p:spPr>
            <a:xfrm>
              <a:off x="2731811" y="4576360"/>
              <a:ext cx="591399" cy="827703"/>
            </a:xfrm>
            <a:custGeom>
              <a:avLst/>
              <a:pathLst>
                <a:path w="591399" h="827703">
                  <a:moveTo>
                    <a:pt x="234806" y="109794"/>
                  </a:moveTo>
                  <a:lnTo>
                    <a:pt x="236323" y="105994"/>
                  </a:lnTo>
                  <a:lnTo>
                    <a:pt x="236378" y="104420"/>
                  </a:lnTo>
                  <a:lnTo>
                    <a:pt x="236444" y="102547"/>
                  </a:lnTo>
                  <a:lnTo>
                    <a:pt x="233906" y="99705"/>
                  </a:lnTo>
                  <a:lnTo>
                    <a:pt x="231536" y="97051"/>
                  </a:lnTo>
                  <a:lnTo>
                    <a:pt x="228305" y="93433"/>
                  </a:lnTo>
                  <a:lnTo>
                    <a:pt x="220022" y="84158"/>
                  </a:lnTo>
                  <a:lnTo>
                    <a:pt x="220101" y="83469"/>
                  </a:lnTo>
                  <a:lnTo>
                    <a:pt x="220426" y="80607"/>
                  </a:lnTo>
                  <a:lnTo>
                    <a:pt x="220685" y="78331"/>
                  </a:lnTo>
                  <a:lnTo>
                    <a:pt x="221070" y="74952"/>
                  </a:lnTo>
                  <a:lnTo>
                    <a:pt x="221167" y="74093"/>
                  </a:lnTo>
                  <a:lnTo>
                    <a:pt x="221514" y="71030"/>
                  </a:lnTo>
                  <a:lnTo>
                    <a:pt x="207898" y="43725"/>
                  </a:lnTo>
                  <a:lnTo>
                    <a:pt x="207154" y="42233"/>
                  </a:lnTo>
                  <a:lnTo>
                    <a:pt x="202249" y="37839"/>
                  </a:lnTo>
                  <a:lnTo>
                    <a:pt x="160009" y="0"/>
                  </a:lnTo>
                  <a:lnTo>
                    <a:pt x="158786" y="1362"/>
                  </a:lnTo>
                  <a:lnTo>
                    <a:pt x="140330" y="21952"/>
                  </a:lnTo>
                  <a:lnTo>
                    <a:pt x="140115" y="22192"/>
                  </a:lnTo>
                  <a:lnTo>
                    <a:pt x="138466" y="24140"/>
                  </a:lnTo>
                  <a:lnTo>
                    <a:pt x="136906" y="26160"/>
                  </a:lnTo>
                  <a:lnTo>
                    <a:pt x="135439" y="28248"/>
                  </a:lnTo>
                  <a:lnTo>
                    <a:pt x="119806" y="51602"/>
                  </a:lnTo>
                  <a:lnTo>
                    <a:pt x="114455" y="59593"/>
                  </a:lnTo>
                  <a:lnTo>
                    <a:pt x="107923" y="69350"/>
                  </a:lnTo>
                  <a:lnTo>
                    <a:pt x="106809" y="71082"/>
                  </a:lnTo>
                  <a:lnTo>
                    <a:pt x="94845" y="90444"/>
                  </a:lnTo>
                  <a:lnTo>
                    <a:pt x="91808" y="95360"/>
                  </a:lnTo>
                  <a:lnTo>
                    <a:pt x="65483" y="138159"/>
                  </a:lnTo>
                  <a:lnTo>
                    <a:pt x="54837" y="155469"/>
                  </a:lnTo>
                  <a:lnTo>
                    <a:pt x="45664" y="170380"/>
                  </a:lnTo>
                  <a:lnTo>
                    <a:pt x="45107" y="171307"/>
                  </a:lnTo>
                  <a:lnTo>
                    <a:pt x="43861" y="173536"/>
                  </a:lnTo>
                  <a:lnTo>
                    <a:pt x="42716" y="175819"/>
                  </a:lnTo>
                  <a:lnTo>
                    <a:pt x="41676" y="178151"/>
                  </a:lnTo>
                  <a:lnTo>
                    <a:pt x="40742" y="180527"/>
                  </a:lnTo>
                  <a:lnTo>
                    <a:pt x="39915" y="182943"/>
                  </a:lnTo>
                  <a:lnTo>
                    <a:pt x="39836" y="183214"/>
                  </a:lnTo>
                  <a:lnTo>
                    <a:pt x="39198" y="185394"/>
                  </a:lnTo>
                  <a:lnTo>
                    <a:pt x="38592" y="187874"/>
                  </a:lnTo>
                  <a:lnTo>
                    <a:pt x="31513" y="220032"/>
                  </a:lnTo>
                  <a:lnTo>
                    <a:pt x="31013" y="222302"/>
                  </a:lnTo>
                  <a:lnTo>
                    <a:pt x="28124" y="235425"/>
                  </a:lnTo>
                  <a:lnTo>
                    <a:pt x="19585" y="274216"/>
                  </a:lnTo>
                  <a:lnTo>
                    <a:pt x="12142" y="308025"/>
                  </a:lnTo>
                  <a:lnTo>
                    <a:pt x="7711" y="328154"/>
                  </a:lnTo>
                  <a:lnTo>
                    <a:pt x="3185" y="348710"/>
                  </a:lnTo>
                  <a:lnTo>
                    <a:pt x="2970" y="349736"/>
                  </a:lnTo>
                  <a:lnTo>
                    <a:pt x="2525" y="352251"/>
                  </a:lnTo>
                  <a:lnTo>
                    <a:pt x="833" y="363241"/>
                  </a:lnTo>
                  <a:lnTo>
                    <a:pt x="506" y="365733"/>
                  </a:lnTo>
                  <a:lnTo>
                    <a:pt x="329" y="367357"/>
                  </a:lnTo>
                  <a:lnTo>
                    <a:pt x="169" y="369067"/>
                  </a:lnTo>
                  <a:lnTo>
                    <a:pt x="27" y="371617"/>
                  </a:lnTo>
                  <a:lnTo>
                    <a:pt x="0" y="374171"/>
                  </a:lnTo>
                  <a:lnTo>
                    <a:pt x="87" y="376724"/>
                  </a:lnTo>
                  <a:lnTo>
                    <a:pt x="290" y="379270"/>
                  </a:lnTo>
                  <a:lnTo>
                    <a:pt x="4602" y="421214"/>
                  </a:lnTo>
                  <a:lnTo>
                    <a:pt x="6992" y="444463"/>
                  </a:lnTo>
                  <a:lnTo>
                    <a:pt x="7910" y="453395"/>
                  </a:lnTo>
                  <a:lnTo>
                    <a:pt x="8018" y="454438"/>
                  </a:lnTo>
                  <a:lnTo>
                    <a:pt x="8993" y="463930"/>
                  </a:lnTo>
                  <a:lnTo>
                    <a:pt x="11798" y="491212"/>
                  </a:lnTo>
                  <a:lnTo>
                    <a:pt x="12532" y="498349"/>
                  </a:lnTo>
                  <a:lnTo>
                    <a:pt x="12933" y="502250"/>
                  </a:lnTo>
                  <a:lnTo>
                    <a:pt x="14208" y="514651"/>
                  </a:lnTo>
                  <a:lnTo>
                    <a:pt x="14268" y="515234"/>
                  </a:lnTo>
                  <a:lnTo>
                    <a:pt x="15260" y="524885"/>
                  </a:lnTo>
                  <a:lnTo>
                    <a:pt x="15419" y="526434"/>
                  </a:lnTo>
                  <a:lnTo>
                    <a:pt x="16089" y="532946"/>
                  </a:lnTo>
                  <a:lnTo>
                    <a:pt x="16395" y="535922"/>
                  </a:lnTo>
                  <a:lnTo>
                    <a:pt x="16481" y="536759"/>
                  </a:lnTo>
                  <a:lnTo>
                    <a:pt x="17115" y="542933"/>
                  </a:lnTo>
                  <a:lnTo>
                    <a:pt x="17293" y="544663"/>
                  </a:lnTo>
                  <a:lnTo>
                    <a:pt x="17825" y="549837"/>
                  </a:lnTo>
                  <a:lnTo>
                    <a:pt x="18582" y="557193"/>
                  </a:lnTo>
                  <a:lnTo>
                    <a:pt x="20058" y="571554"/>
                  </a:lnTo>
                  <a:lnTo>
                    <a:pt x="20356" y="574450"/>
                  </a:lnTo>
                  <a:lnTo>
                    <a:pt x="21137" y="582048"/>
                  </a:lnTo>
                  <a:lnTo>
                    <a:pt x="21524" y="585810"/>
                  </a:lnTo>
                  <a:lnTo>
                    <a:pt x="21523" y="585940"/>
                  </a:lnTo>
                  <a:lnTo>
                    <a:pt x="21486" y="597801"/>
                  </a:lnTo>
                  <a:lnTo>
                    <a:pt x="21458" y="606815"/>
                  </a:lnTo>
                  <a:lnTo>
                    <a:pt x="21432" y="615305"/>
                  </a:lnTo>
                  <a:lnTo>
                    <a:pt x="21429" y="616015"/>
                  </a:lnTo>
                  <a:lnTo>
                    <a:pt x="21372" y="634250"/>
                  </a:lnTo>
                  <a:lnTo>
                    <a:pt x="21345" y="642918"/>
                  </a:lnTo>
                  <a:lnTo>
                    <a:pt x="21335" y="646278"/>
                  </a:lnTo>
                  <a:lnTo>
                    <a:pt x="21321" y="650736"/>
                  </a:lnTo>
                  <a:lnTo>
                    <a:pt x="21284" y="662551"/>
                  </a:lnTo>
                  <a:lnTo>
                    <a:pt x="21202" y="689122"/>
                  </a:lnTo>
                  <a:lnTo>
                    <a:pt x="21159" y="702859"/>
                  </a:lnTo>
                  <a:lnTo>
                    <a:pt x="21136" y="710208"/>
                  </a:lnTo>
                  <a:lnTo>
                    <a:pt x="21107" y="719477"/>
                  </a:lnTo>
                  <a:lnTo>
                    <a:pt x="21089" y="725016"/>
                  </a:lnTo>
                  <a:lnTo>
                    <a:pt x="21077" y="729042"/>
                  </a:lnTo>
                  <a:lnTo>
                    <a:pt x="20993" y="730669"/>
                  </a:lnTo>
                  <a:lnTo>
                    <a:pt x="20842" y="733601"/>
                  </a:lnTo>
                  <a:lnTo>
                    <a:pt x="20613" y="738047"/>
                  </a:lnTo>
                  <a:lnTo>
                    <a:pt x="20373" y="742698"/>
                  </a:lnTo>
                  <a:lnTo>
                    <a:pt x="20252" y="745055"/>
                  </a:lnTo>
                  <a:lnTo>
                    <a:pt x="20213" y="745807"/>
                  </a:lnTo>
                  <a:lnTo>
                    <a:pt x="19722" y="755341"/>
                  </a:lnTo>
                  <a:lnTo>
                    <a:pt x="19458" y="760450"/>
                  </a:lnTo>
                  <a:lnTo>
                    <a:pt x="17623" y="764060"/>
                  </a:lnTo>
                  <a:lnTo>
                    <a:pt x="5638" y="787644"/>
                  </a:lnTo>
                  <a:lnTo>
                    <a:pt x="4984" y="788930"/>
                  </a:lnTo>
                  <a:lnTo>
                    <a:pt x="55579" y="814645"/>
                  </a:lnTo>
                  <a:lnTo>
                    <a:pt x="80441" y="813916"/>
                  </a:lnTo>
                  <a:lnTo>
                    <a:pt x="82682" y="813850"/>
                  </a:lnTo>
                  <a:lnTo>
                    <a:pt x="86500" y="813738"/>
                  </a:lnTo>
                  <a:lnTo>
                    <a:pt x="89617" y="815850"/>
                  </a:lnTo>
                  <a:lnTo>
                    <a:pt x="92732" y="817961"/>
                  </a:lnTo>
                  <a:lnTo>
                    <a:pt x="94021" y="817963"/>
                  </a:lnTo>
                  <a:lnTo>
                    <a:pt x="94652" y="818656"/>
                  </a:lnTo>
                  <a:lnTo>
                    <a:pt x="94720" y="819047"/>
                  </a:lnTo>
                  <a:lnTo>
                    <a:pt x="95448" y="819779"/>
                  </a:lnTo>
                  <a:lnTo>
                    <a:pt x="95520" y="820106"/>
                  </a:lnTo>
                  <a:lnTo>
                    <a:pt x="95727" y="820425"/>
                  </a:lnTo>
                  <a:lnTo>
                    <a:pt x="96087" y="820785"/>
                  </a:lnTo>
                  <a:lnTo>
                    <a:pt x="96438" y="820869"/>
                  </a:lnTo>
                  <a:lnTo>
                    <a:pt x="96862" y="821279"/>
                  </a:lnTo>
                  <a:lnTo>
                    <a:pt x="97485" y="821617"/>
                  </a:lnTo>
                  <a:lnTo>
                    <a:pt x="98093" y="822378"/>
                  </a:lnTo>
                  <a:lnTo>
                    <a:pt x="98544" y="822944"/>
                  </a:lnTo>
                  <a:lnTo>
                    <a:pt x="98773" y="823049"/>
                  </a:lnTo>
                  <a:lnTo>
                    <a:pt x="99681" y="823468"/>
                  </a:lnTo>
                  <a:lnTo>
                    <a:pt x="100032" y="823630"/>
                  </a:lnTo>
                  <a:lnTo>
                    <a:pt x="101449" y="825668"/>
                  </a:lnTo>
                  <a:lnTo>
                    <a:pt x="102177" y="826505"/>
                  </a:lnTo>
                  <a:lnTo>
                    <a:pt x="102313" y="826694"/>
                  </a:lnTo>
                  <a:lnTo>
                    <a:pt x="102546" y="827106"/>
                  </a:lnTo>
                  <a:lnTo>
                    <a:pt x="102681" y="827445"/>
                  </a:lnTo>
                  <a:lnTo>
                    <a:pt x="102877" y="827626"/>
                  </a:lnTo>
                  <a:lnTo>
                    <a:pt x="103040" y="827703"/>
                  </a:lnTo>
                  <a:lnTo>
                    <a:pt x="103217" y="827680"/>
                  </a:lnTo>
                  <a:lnTo>
                    <a:pt x="103411" y="827433"/>
                  </a:lnTo>
                  <a:lnTo>
                    <a:pt x="103755" y="827270"/>
                  </a:lnTo>
                  <a:lnTo>
                    <a:pt x="104568" y="826961"/>
                  </a:lnTo>
                  <a:lnTo>
                    <a:pt x="104834" y="826851"/>
                  </a:lnTo>
                  <a:lnTo>
                    <a:pt x="105233" y="826685"/>
                  </a:lnTo>
                  <a:lnTo>
                    <a:pt x="105888" y="826637"/>
                  </a:lnTo>
                  <a:lnTo>
                    <a:pt x="106142" y="826321"/>
                  </a:lnTo>
                  <a:lnTo>
                    <a:pt x="106347" y="826273"/>
                  </a:lnTo>
                  <a:lnTo>
                    <a:pt x="107008" y="826132"/>
                  </a:lnTo>
                  <a:lnTo>
                    <a:pt x="107199" y="826091"/>
                  </a:lnTo>
                  <a:lnTo>
                    <a:pt x="107658" y="825997"/>
                  </a:lnTo>
                  <a:lnTo>
                    <a:pt x="107801" y="825969"/>
                  </a:lnTo>
                  <a:lnTo>
                    <a:pt x="107997" y="825929"/>
                  </a:lnTo>
                  <a:lnTo>
                    <a:pt x="108145" y="825897"/>
                  </a:lnTo>
                  <a:lnTo>
                    <a:pt x="108492" y="825791"/>
                  </a:lnTo>
                  <a:lnTo>
                    <a:pt x="108833" y="825742"/>
                  </a:lnTo>
                  <a:lnTo>
                    <a:pt x="108951" y="825502"/>
                  </a:lnTo>
                  <a:lnTo>
                    <a:pt x="109165" y="825180"/>
                  </a:lnTo>
                  <a:lnTo>
                    <a:pt x="109135" y="825028"/>
                  </a:lnTo>
                  <a:lnTo>
                    <a:pt x="109332" y="824880"/>
                  </a:lnTo>
                  <a:lnTo>
                    <a:pt x="109465" y="824782"/>
                  </a:lnTo>
                  <a:lnTo>
                    <a:pt x="109421" y="824516"/>
                  </a:lnTo>
                  <a:lnTo>
                    <a:pt x="109361" y="824101"/>
                  </a:lnTo>
                  <a:lnTo>
                    <a:pt x="109522" y="824023"/>
                  </a:lnTo>
                  <a:lnTo>
                    <a:pt x="109991" y="823807"/>
                  </a:lnTo>
                  <a:lnTo>
                    <a:pt x="110421" y="823623"/>
                  </a:lnTo>
                  <a:lnTo>
                    <a:pt x="110857" y="823426"/>
                  </a:lnTo>
                  <a:lnTo>
                    <a:pt x="111029" y="823247"/>
                  </a:lnTo>
                  <a:lnTo>
                    <a:pt x="111369" y="823250"/>
                  </a:lnTo>
                  <a:lnTo>
                    <a:pt x="111574" y="823254"/>
                  </a:lnTo>
                  <a:lnTo>
                    <a:pt x="111857" y="823271"/>
                  </a:lnTo>
                  <a:lnTo>
                    <a:pt x="111862" y="825828"/>
                  </a:lnTo>
                  <a:lnTo>
                    <a:pt x="111942" y="826304"/>
                  </a:lnTo>
                  <a:lnTo>
                    <a:pt x="112272" y="826250"/>
                  </a:lnTo>
                  <a:lnTo>
                    <a:pt x="113130" y="826311"/>
                  </a:lnTo>
                  <a:lnTo>
                    <a:pt x="113498" y="826379"/>
                  </a:lnTo>
                  <a:lnTo>
                    <a:pt x="113966" y="826420"/>
                  </a:lnTo>
                  <a:lnTo>
                    <a:pt x="114460" y="826729"/>
                  </a:lnTo>
                  <a:lnTo>
                    <a:pt x="115182" y="827232"/>
                  </a:lnTo>
                  <a:lnTo>
                    <a:pt x="115812" y="827050"/>
                  </a:lnTo>
                  <a:lnTo>
                    <a:pt x="115346" y="826304"/>
                  </a:lnTo>
                  <a:lnTo>
                    <a:pt x="115239" y="826132"/>
                  </a:lnTo>
                  <a:lnTo>
                    <a:pt x="114871" y="825543"/>
                  </a:lnTo>
                  <a:lnTo>
                    <a:pt x="114704" y="825274"/>
                  </a:lnTo>
                  <a:lnTo>
                    <a:pt x="114447" y="824829"/>
                  </a:lnTo>
                  <a:lnTo>
                    <a:pt x="115165" y="824748"/>
                  </a:lnTo>
                  <a:lnTo>
                    <a:pt x="115609" y="824701"/>
                  </a:lnTo>
                  <a:lnTo>
                    <a:pt x="116092" y="824650"/>
                  </a:lnTo>
                  <a:lnTo>
                    <a:pt x="116393" y="824618"/>
                  </a:lnTo>
                  <a:lnTo>
                    <a:pt x="117011" y="824553"/>
                  </a:lnTo>
                  <a:lnTo>
                    <a:pt x="117173" y="824536"/>
                  </a:lnTo>
                  <a:lnTo>
                    <a:pt x="117575" y="824494"/>
                  </a:lnTo>
                  <a:lnTo>
                    <a:pt x="117765" y="824474"/>
                  </a:lnTo>
                  <a:lnTo>
                    <a:pt x="118303" y="824417"/>
                  </a:lnTo>
                  <a:lnTo>
                    <a:pt x="118697" y="824375"/>
                  </a:lnTo>
                  <a:lnTo>
                    <a:pt x="118922" y="824035"/>
                  </a:lnTo>
                  <a:lnTo>
                    <a:pt x="119131" y="823673"/>
                  </a:lnTo>
                  <a:lnTo>
                    <a:pt x="119498" y="823138"/>
                  </a:lnTo>
                  <a:lnTo>
                    <a:pt x="119643" y="823178"/>
                  </a:lnTo>
                  <a:lnTo>
                    <a:pt x="120037" y="823285"/>
                  </a:lnTo>
                  <a:lnTo>
                    <a:pt x="120277" y="823350"/>
                  </a:lnTo>
                  <a:lnTo>
                    <a:pt x="120462" y="823401"/>
                  </a:lnTo>
                  <a:lnTo>
                    <a:pt x="120677" y="823459"/>
                  </a:lnTo>
                  <a:lnTo>
                    <a:pt x="121140" y="824018"/>
                  </a:lnTo>
                  <a:lnTo>
                    <a:pt x="121559" y="824068"/>
                  </a:lnTo>
                  <a:lnTo>
                    <a:pt x="121806" y="824097"/>
                  </a:lnTo>
                  <a:lnTo>
                    <a:pt x="122012" y="824122"/>
                  </a:lnTo>
                  <a:lnTo>
                    <a:pt x="122157" y="824139"/>
                  </a:lnTo>
                  <a:lnTo>
                    <a:pt x="122532" y="824184"/>
                  </a:lnTo>
                  <a:lnTo>
                    <a:pt x="122842" y="824220"/>
                  </a:lnTo>
                  <a:lnTo>
                    <a:pt x="122974" y="824236"/>
                  </a:lnTo>
                  <a:lnTo>
                    <a:pt x="123330" y="824277"/>
                  </a:lnTo>
                  <a:lnTo>
                    <a:pt x="124336" y="824313"/>
                  </a:lnTo>
                  <a:lnTo>
                    <a:pt x="124793" y="824325"/>
                  </a:lnTo>
                  <a:lnTo>
                    <a:pt x="125067" y="824261"/>
                  </a:lnTo>
                  <a:lnTo>
                    <a:pt x="125464" y="819485"/>
                  </a:lnTo>
                  <a:lnTo>
                    <a:pt x="126481" y="818801"/>
                  </a:lnTo>
                  <a:lnTo>
                    <a:pt x="127506" y="818112"/>
                  </a:lnTo>
                  <a:lnTo>
                    <a:pt x="130761" y="819738"/>
                  </a:lnTo>
                  <a:lnTo>
                    <a:pt x="133036" y="818540"/>
                  </a:lnTo>
                  <a:lnTo>
                    <a:pt x="135100" y="813387"/>
                  </a:lnTo>
                  <a:lnTo>
                    <a:pt x="137054" y="811519"/>
                  </a:lnTo>
                  <a:lnTo>
                    <a:pt x="140505" y="807266"/>
                  </a:lnTo>
                  <a:lnTo>
                    <a:pt x="140601" y="800687"/>
                  </a:lnTo>
                  <a:lnTo>
                    <a:pt x="140612" y="799944"/>
                  </a:lnTo>
                  <a:lnTo>
                    <a:pt x="140715" y="792831"/>
                  </a:lnTo>
                  <a:lnTo>
                    <a:pt x="143583" y="780176"/>
                  </a:lnTo>
                  <a:lnTo>
                    <a:pt x="144436" y="778632"/>
                  </a:lnTo>
                  <a:lnTo>
                    <a:pt x="148583" y="771123"/>
                  </a:lnTo>
                  <a:lnTo>
                    <a:pt x="148565" y="762588"/>
                  </a:lnTo>
                  <a:lnTo>
                    <a:pt x="152337" y="754936"/>
                  </a:lnTo>
                  <a:lnTo>
                    <a:pt x="154615" y="755528"/>
                  </a:lnTo>
                  <a:lnTo>
                    <a:pt x="157894" y="771022"/>
                  </a:lnTo>
                  <a:lnTo>
                    <a:pt x="161454" y="773626"/>
                  </a:lnTo>
                  <a:lnTo>
                    <a:pt x="164814" y="776085"/>
                  </a:lnTo>
                  <a:lnTo>
                    <a:pt x="176272" y="773796"/>
                  </a:lnTo>
                  <a:lnTo>
                    <a:pt x="176199" y="777610"/>
                  </a:lnTo>
                  <a:lnTo>
                    <a:pt x="176038" y="786116"/>
                  </a:lnTo>
                  <a:lnTo>
                    <a:pt x="177088" y="788926"/>
                  </a:lnTo>
                  <a:lnTo>
                    <a:pt x="177469" y="789084"/>
                  </a:lnTo>
                  <a:lnTo>
                    <a:pt x="178734" y="789606"/>
                  </a:lnTo>
                  <a:lnTo>
                    <a:pt x="182754" y="789451"/>
                  </a:lnTo>
                  <a:lnTo>
                    <a:pt x="182281" y="791712"/>
                  </a:lnTo>
                  <a:lnTo>
                    <a:pt x="182409" y="792124"/>
                  </a:lnTo>
                  <a:lnTo>
                    <a:pt x="182480" y="792352"/>
                  </a:lnTo>
                  <a:lnTo>
                    <a:pt x="182691" y="793046"/>
                  </a:lnTo>
                  <a:lnTo>
                    <a:pt x="182889" y="793346"/>
                  </a:lnTo>
                  <a:lnTo>
                    <a:pt x="183551" y="794353"/>
                  </a:lnTo>
                  <a:lnTo>
                    <a:pt x="184479" y="794991"/>
                  </a:lnTo>
                  <a:lnTo>
                    <a:pt x="184852" y="795247"/>
                  </a:lnTo>
                  <a:lnTo>
                    <a:pt x="185837" y="795364"/>
                  </a:lnTo>
                  <a:lnTo>
                    <a:pt x="186022" y="795388"/>
                  </a:lnTo>
                  <a:lnTo>
                    <a:pt x="186268" y="795419"/>
                  </a:lnTo>
                  <a:lnTo>
                    <a:pt x="186672" y="795471"/>
                  </a:lnTo>
                  <a:lnTo>
                    <a:pt x="186915" y="795498"/>
                  </a:lnTo>
                  <a:lnTo>
                    <a:pt x="187322" y="795545"/>
                  </a:lnTo>
                  <a:lnTo>
                    <a:pt x="187486" y="795623"/>
                  </a:lnTo>
                  <a:lnTo>
                    <a:pt x="187918" y="795829"/>
                  </a:lnTo>
                  <a:lnTo>
                    <a:pt x="188253" y="795969"/>
                  </a:lnTo>
                  <a:lnTo>
                    <a:pt x="188586" y="796114"/>
                  </a:lnTo>
                  <a:lnTo>
                    <a:pt x="189051" y="796371"/>
                  </a:lnTo>
                  <a:lnTo>
                    <a:pt x="189302" y="796569"/>
                  </a:lnTo>
                  <a:lnTo>
                    <a:pt x="189496" y="796719"/>
                  </a:lnTo>
                  <a:lnTo>
                    <a:pt x="189766" y="796769"/>
                  </a:lnTo>
                  <a:lnTo>
                    <a:pt x="190117" y="796832"/>
                  </a:lnTo>
                  <a:lnTo>
                    <a:pt x="190318" y="796873"/>
                  </a:lnTo>
                  <a:lnTo>
                    <a:pt x="190472" y="796908"/>
                  </a:lnTo>
                  <a:lnTo>
                    <a:pt x="191116" y="797066"/>
                  </a:lnTo>
                  <a:lnTo>
                    <a:pt x="191271" y="797106"/>
                  </a:lnTo>
                  <a:lnTo>
                    <a:pt x="191501" y="797164"/>
                  </a:lnTo>
                  <a:lnTo>
                    <a:pt x="192284" y="799865"/>
                  </a:lnTo>
                  <a:lnTo>
                    <a:pt x="192166" y="800132"/>
                  </a:lnTo>
                  <a:lnTo>
                    <a:pt x="192045" y="801042"/>
                  </a:lnTo>
                  <a:lnTo>
                    <a:pt x="192068" y="801292"/>
                  </a:lnTo>
                  <a:lnTo>
                    <a:pt x="192453" y="801997"/>
                  </a:lnTo>
                  <a:lnTo>
                    <a:pt x="193021" y="802487"/>
                  </a:lnTo>
                  <a:lnTo>
                    <a:pt x="193516" y="802189"/>
                  </a:lnTo>
                  <a:lnTo>
                    <a:pt x="193780" y="801828"/>
                  </a:lnTo>
                  <a:lnTo>
                    <a:pt x="194147" y="801914"/>
                  </a:lnTo>
                  <a:lnTo>
                    <a:pt x="195545" y="802241"/>
                  </a:lnTo>
                  <a:lnTo>
                    <a:pt x="196979" y="803077"/>
                  </a:lnTo>
                  <a:lnTo>
                    <a:pt x="197475" y="803366"/>
                  </a:lnTo>
                  <a:lnTo>
                    <a:pt x="198365" y="803889"/>
                  </a:lnTo>
                  <a:lnTo>
                    <a:pt x="198561" y="804004"/>
                  </a:lnTo>
                  <a:lnTo>
                    <a:pt x="198751" y="804115"/>
                  </a:lnTo>
                  <a:lnTo>
                    <a:pt x="199335" y="804521"/>
                  </a:lnTo>
                  <a:lnTo>
                    <a:pt x="199757" y="804815"/>
                  </a:lnTo>
                  <a:lnTo>
                    <a:pt x="200749" y="805507"/>
                  </a:lnTo>
                  <a:lnTo>
                    <a:pt x="201553" y="806592"/>
                  </a:lnTo>
                  <a:lnTo>
                    <a:pt x="201456" y="807287"/>
                  </a:lnTo>
                  <a:lnTo>
                    <a:pt x="201408" y="807613"/>
                  </a:lnTo>
                  <a:lnTo>
                    <a:pt x="201125" y="809559"/>
                  </a:lnTo>
                  <a:lnTo>
                    <a:pt x="200809" y="811853"/>
                  </a:lnTo>
                  <a:lnTo>
                    <a:pt x="201871" y="811917"/>
                  </a:lnTo>
                  <a:lnTo>
                    <a:pt x="204653" y="811186"/>
                  </a:lnTo>
                  <a:lnTo>
                    <a:pt x="205667" y="810920"/>
                  </a:lnTo>
                  <a:lnTo>
                    <a:pt x="206077" y="810812"/>
                  </a:lnTo>
                  <a:lnTo>
                    <a:pt x="206302" y="810378"/>
                  </a:lnTo>
                  <a:lnTo>
                    <a:pt x="206477" y="809615"/>
                  </a:lnTo>
                  <a:lnTo>
                    <a:pt x="207796" y="808830"/>
                  </a:lnTo>
                  <a:lnTo>
                    <a:pt x="211712" y="809871"/>
                  </a:lnTo>
                  <a:lnTo>
                    <a:pt x="212267" y="809265"/>
                  </a:lnTo>
                  <a:lnTo>
                    <a:pt x="212451" y="808908"/>
                  </a:lnTo>
                  <a:lnTo>
                    <a:pt x="212625" y="808804"/>
                  </a:lnTo>
                  <a:lnTo>
                    <a:pt x="213259" y="808486"/>
                  </a:lnTo>
                  <a:lnTo>
                    <a:pt x="213686" y="808273"/>
                  </a:lnTo>
                  <a:lnTo>
                    <a:pt x="214370" y="808170"/>
                  </a:lnTo>
                  <a:lnTo>
                    <a:pt x="216429" y="808836"/>
                  </a:lnTo>
                  <a:lnTo>
                    <a:pt x="217786" y="809363"/>
                  </a:lnTo>
                  <a:lnTo>
                    <a:pt x="217926" y="809417"/>
                  </a:lnTo>
                  <a:lnTo>
                    <a:pt x="218377" y="809585"/>
                  </a:lnTo>
                  <a:lnTo>
                    <a:pt x="218545" y="809648"/>
                  </a:lnTo>
                  <a:lnTo>
                    <a:pt x="219012" y="810095"/>
                  </a:lnTo>
                  <a:lnTo>
                    <a:pt x="219930" y="810968"/>
                  </a:lnTo>
                  <a:lnTo>
                    <a:pt x="221268" y="812086"/>
                  </a:lnTo>
                  <a:lnTo>
                    <a:pt x="222296" y="812945"/>
                  </a:lnTo>
                  <a:lnTo>
                    <a:pt x="222659" y="813077"/>
                  </a:lnTo>
                  <a:lnTo>
                    <a:pt x="223131" y="813187"/>
                  </a:lnTo>
                  <a:lnTo>
                    <a:pt x="223479" y="812866"/>
                  </a:lnTo>
                  <a:lnTo>
                    <a:pt x="224000" y="812654"/>
                  </a:lnTo>
                  <a:lnTo>
                    <a:pt x="225892" y="813625"/>
                  </a:lnTo>
                  <a:lnTo>
                    <a:pt x="228759" y="813799"/>
                  </a:lnTo>
                  <a:lnTo>
                    <a:pt x="229080" y="813819"/>
                  </a:lnTo>
                  <a:lnTo>
                    <a:pt x="229242" y="813830"/>
                  </a:lnTo>
                  <a:lnTo>
                    <a:pt x="231730" y="813729"/>
                  </a:lnTo>
                  <a:lnTo>
                    <a:pt x="231880" y="813438"/>
                  </a:lnTo>
                  <a:lnTo>
                    <a:pt x="231998" y="813208"/>
                  </a:lnTo>
                  <a:lnTo>
                    <a:pt x="232326" y="812575"/>
                  </a:lnTo>
                  <a:lnTo>
                    <a:pt x="232701" y="811856"/>
                  </a:lnTo>
                  <a:lnTo>
                    <a:pt x="232792" y="811235"/>
                  </a:lnTo>
                  <a:lnTo>
                    <a:pt x="232885" y="810665"/>
                  </a:lnTo>
                  <a:lnTo>
                    <a:pt x="233184" y="809910"/>
                  </a:lnTo>
                  <a:lnTo>
                    <a:pt x="233180" y="808999"/>
                  </a:lnTo>
                  <a:lnTo>
                    <a:pt x="233190" y="808412"/>
                  </a:lnTo>
                  <a:lnTo>
                    <a:pt x="232793" y="807425"/>
                  </a:lnTo>
                  <a:lnTo>
                    <a:pt x="232381" y="806737"/>
                  </a:lnTo>
                  <a:lnTo>
                    <a:pt x="232150" y="806175"/>
                  </a:lnTo>
                  <a:lnTo>
                    <a:pt x="231974" y="805800"/>
                  </a:lnTo>
                  <a:lnTo>
                    <a:pt x="232673" y="805304"/>
                  </a:lnTo>
                  <a:lnTo>
                    <a:pt x="233196" y="804934"/>
                  </a:lnTo>
                  <a:lnTo>
                    <a:pt x="233561" y="804093"/>
                  </a:lnTo>
                  <a:lnTo>
                    <a:pt x="233063" y="803091"/>
                  </a:lnTo>
                  <a:lnTo>
                    <a:pt x="233499" y="801342"/>
                  </a:lnTo>
                  <a:lnTo>
                    <a:pt x="233768" y="801003"/>
                  </a:lnTo>
                  <a:lnTo>
                    <a:pt x="233912" y="800822"/>
                  </a:lnTo>
                  <a:lnTo>
                    <a:pt x="234383" y="800231"/>
                  </a:lnTo>
                  <a:lnTo>
                    <a:pt x="234146" y="799367"/>
                  </a:lnTo>
                  <a:lnTo>
                    <a:pt x="235210" y="797957"/>
                  </a:lnTo>
                  <a:lnTo>
                    <a:pt x="235727" y="798462"/>
                  </a:lnTo>
                  <a:lnTo>
                    <a:pt x="236153" y="798739"/>
                  </a:lnTo>
                  <a:lnTo>
                    <a:pt x="237336" y="797266"/>
                  </a:lnTo>
                  <a:lnTo>
                    <a:pt x="237498" y="796960"/>
                  </a:lnTo>
                  <a:lnTo>
                    <a:pt x="237533" y="796797"/>
                  </a:lnTo>
                  <a:lnTo>
                    <a:pt x="237639" y="796661"/>
                  </a:lnTo>
                  <a:lnTo>
                    <a:pt x="238532" y="794944"/>
                  </a:lnTo>
                  <a:lnTo>
                    <a:pt x="238719" y="793586"/>
                  </a:lnTo>
                  <a:lnTo>
                    <a:pt x="238921" y="793103"/>
                  </a:lnTo>
                  <a:lnTo>
                    <a:pt x="239010" y="792891"/>
                  </a:lnTo>
                  <a:lnTo>
                    <a:pt x="239171" y="792500"/>
                  </a:lnTo>
                  <a:lnTo>
                    <a:pt x="239366" y="791629"/>
                  </a:lnTo>
                  <a:lnTo>
                    <a:pt x="239617" y="790827"/>
                  </a:lnTo>
                  <a:lnTo>
                    <a:pt x="239756" y="790202"/>
                  </a:lnTo>
                  <a:lnTo>
                    <a:pt x="239934" y="789650"/>
                  </a:lnTo>
                  <a:lnTo>
                    <a:pt x="240154" y="789358"/>
                  </a:lnTo>
                  <a:lnTo>
                    <a:pt x="240055" y="789119"/>
                  </a:lnTo>
                  <a:lnTo>
                    <a:pt x="240596" y="788653"/>
                  </a:lnTo>
                  <a:lnTo>
                    <a:pt x="240670" y="788397"/>
                  </a:lnTo>
                  <a:lnTo>
                    <a:pt x="240933" y="788069"/>
                  </a:lnTo>
                  <a:lnTo>
                    <a:pt x="242224" y="784645"/>
                  </a:lnTo>
                  <a:lnTo>
                    <a:pt x="242906" y="784389"/>
                  </a:lnTo>
                  <a:lnTo>
                    <a:pt x="244249" y="783892"/>
                  </a:lnTo>
                  <a:lnTo>
                    <a:pt x="247292" y="782889"/>
                  </a:lnTo>
                  <a:lnTo>
                    <a:pt x="248171" y="782600"/>
                  </a:lnTo>
                  <a:lnTo>
                    <a:pt x="248510" y="780480"/>
                  </a:lnTo>
                  <a:lnTo>
                    <a:pt x="248587" y="780003"/>
                  </a:lnTo>
                  <a:lnTo>
                    <a:pt x="249132" y="776687"/>
                  </a:lnTo>
                  <a:lnTo>
                    <a:pt x="249391" y="775089"/>
                  </a:lnTo>
                  <a:lnTo>
                    <a:pt x="249419" y="774509"/>
                  </a:lnTo>
                  <a:lnTo>
                    <a:pt x="249793" y="773469"/>
                  </a:lnTo>
                  <a:lnTo>
                    <a:pt x="250361" y="772338"/>
                  </a:lnTo>
                  <a:lnTo>
                    <a:pt x="250768" y="771843"/>
                  </a:lnTo>
                  <a:lnTo>
                    <a:pt x="251120" y="771415"/>
                  </a:lnTo>
                  <a:lnTo>
                    <a:pt x="251607" y="770821"/>
                  </a:lnTo>
                  <a:lnTo>
                    <a:pt x="253925" y="767953"/>
                  </a:lnTo>
                  <a:lnTo>
                    <a:pt x="255403" y="765153"/>
                  </a:lnTo>
                  <a:lnTo>
                    <a:pt x="258042" y="764455"/>
                  </a:lnTo>
                  <a:lnTo>
                    <a:pt x="259564" y="761647"/>
                  </a:lnTo>
                  <a:lnTo>
                    <a:pt x="260365" y="761098"/>
                  </a:lnTo>
                  <a:lnTo>
                    <a:pt x="261632" y="761671"/>
                  </a:lnTo>
                  <a:lnTo>
                    <a:pt x="262813" y="761616"/>
                  </a:lnTo>
                  <a:lnTo>
                    <a:pt x="267329" y="761407"/>
                  </a:lnTo>
                  <a:lnTo>
                    <a:pt x="267545" y="761397"/>
                  </a:lnTo>
                  <a:lnTo>
                    <a:pt x="268500" y="761353"/>
                  </a:lnTo>
                  <a:lnTo>
                    <a:pt x="268767" y="761341"/>
                  </a:lnTo>
                  <a:lnTo>
                    <a:pt x="273712" y="761112"/>
                  </a:lnTo>
                  <a:lnTo>
                    <a:pt x="274932" y="759318"/>
                  </a:lnTo>
                  <a:lnTo>
                    <a:pt x="275088" y="759088"/>
                  </a:lnTo>
                  <a:lnTo>
                    <a:pt x="276402" y="757155"/>
                  </a:lnTo>
                  <a:lnTo>
                    <a:pt x="276667" y="756765"/>
                  </a:lnTo>
                  <a:lnTo>
                    <a:pt x="279054" y="755684"/>
                  </a:lnTo>
                  <a:lnTo>
                    <a:pt x="279206" y="755615"/>
                  </a:lnTo>
                  <a:lnTo>
                    <a:pt x="279566" y="755452"/>
                  </a:lnTo>
                  <a:lnTo>
                    <a:pt x="279837" y="755329"/>
                  </a:lnTo>
                  <a:lnTo>
                    <a:pt x="280953" y="754824"/>
                  </a:lnTo>
                  <a:lnTo>
                    <a:pt x="281645" y="754510"/>
                  </a:lnTo>
                  <a:lnTo>
                    <a:pt x="282660" y="754050"/>
                  </a:lnTo>
                  <a:lnTo>
                    <a:pt x="282978" y="753906"/>
                  </a:lnTo>
                  <a:lnTo>
                    <a:pt x="283555" y="753645"/>
                  </a:lnTo>
                  <a:lnTo>
                    <a:pt x="287870" y="750529"/>
                  </a:lnTo>
                  <a:lnTo>
                    <a:pt x="289642" y="749460"/>
                  </a:lnTo>
                  <a:lnTo>
                    <a:pt x="291625" y="748264"/>
                  </a:lnTo>
                  <a:lnTo>
                    <a:pt x="292697" y="748949"/>
                  </a:lnTo>
                  <a:lnTo>
                    <a:pt x="293154" y="749241"/>
                  </a:lnTo>
                  <a:lnTo>
                    <a:pt x="294875" y="750342"/>
                  </a:lnTo>
                  <a:lnTo>
                    <a:pt x="295245" y="751080"/>
                  </a:lnTo>
                  <a:lnTo>
                    <a:pt x="295352" y="751293"/>
                  </a:lnTo>
                  <a:lnTo>
                    <a:pt x="295802" y="751976"/>
                  </a:lnTo>
                  <a:lnTo>
                    <a:pt x="299317" y="752119"/>
                  </a:lnTo>
                  <a:lnTo>
                    <a:pt x="299688" y="752134"/>
                  </a:lnTo>
                  <a:lnTo>
                    <a:pt x="299817" y="752139"/>
                  </a:lnTo>
                  <a:lnTo>
                    <a:pt x="299990" y="752140"/>
                  </a:lnTo>
                  <a:lnTo>
                    <a:pt x="300461" y="752115"/>
                  </a:lnTo>
                  <a:lnTo>
                    <a:pt x="300874" y="751910"/>
                  </a:lnTo>
                  <a:lnTo>
                    <a:pt x="301514" y="752018"/>
                  </a:lnTo>
                  <a:lnTo>
                    <a:pt x="302641" y="751736"/>
                  </a:lnTo>
                  <a:lnTo>
                    <a:pt x="303250" y="751594"/>
                  </a:lnTo>
                  <a:lnTo>
                    <a:pt x="304426" y="751333"/>
                  </a:lnTo>
                  <a:lnTo>
                    <a:pt x="305400" y="751118"/>
                  </a:lnTo>
                  <a:lnTo>
                    <a:pt x="306477" y="750925"/>
                  </a:lnTo>
                  <a:lnTo>
                    <a:pt x="307467" y="750656"/>
                  </a:lnTo>
                  <a:lnTo>
                    <a:pt x="307676" y="750365"/>
                  </a:lnTo>
                  <a:lnTo>
                    <a:pt x="308003" y="750248"/>
                  </a:lnTo>
                  <a:lnTo>
                    <a:pt x="308271" y="750123"/>
                  </a:lnTo>
                  <a:lnTo>
                    <a:pt x="308516" y="749926"/>
                  </a:lnTo>
                  <a:lnTo>
                    <a:pt x="308785" y="750344"/>
                  </a:lnTo>
                  <a:lnTo>
                    <a:pt x="309580" y="751263"/>
                  </a:lnTo>
                  <a:lnTo>
                    <a:pt x="309974" y="751652"/>
                  </a:lnTo>
                  <a:lnTo>
                    <a:pt x="311504" y="753558"/>
                  </a:lnTo>
                  <a:lnTo>
                    <a:pt x="312097" y="754215"/>
                  </a:lnTo>
                  <a:lnTo>
                    <a:pt x="312135" y="754379"/>
                  </a:lnTo>
                  <a:lnTo>
                    <a:pt x="312236" y="755275"/>
                  </a:lnTo>
                  <a:lnTo>
                    <a:pt x="312393" y="755559"/>
                  </a:lnTo>
                  <a:lnTo>
                    <a:pt x="312439" y="755719"/>
                  </a:lnTo>
                  <a:lnTo>
                    <a:pt x="312600" y="756059"/>
                  </a:lnTo>
                  <a:lnTo>
                    <a:pt x="312734" y="756275"/>
                  </a:lnTo>
                  <a:lnTo>
                    <a:pt x="312846" y="756464"/>
                  </a:lnTo>
                  <a:lnTo>
                    <a:pt x="312835" y="756815"/>
                  </a:lnTo>
                  <a:lnTo>
                    <a:pt x="312646" y="757187"/>
                  </a:lnTo>
                  <a:lnTo>
                    <a:pt x="311702" y="758740"/>
                  </a:lnTo>
                  <a:lnTo>
                    <a:pt x="311322" y="760432"/>
                  </a:lnTo>
                  <a:lnTo>
                    <a:pt x="311013" y="761735"/>
                  </a:lnTo>
                  <a:lnTo>
                    <a:pt x="310794" y="762661"/>
                  </a:lnTo>
                  <a:lnTo>
                    <a:pt x="310408" y="764363"/>
                  </a:lnTo>
                  <a:lnTo>
                    <a:pt x="310373" y="764519"/>
                  </a:lnTo>
                  <a:lnTo>
                    <a:pt x="309731" y="764978"/>
                  </a:lnTo>
                  <a:lnTo>
                    <a:pt x="309798" y="766678"/>
                  </a:lnTo>
                  <a:lnTo>
                    <a:pt x="309319" y="768056"/>
                  </a:lnTo>
                  <a:lnTo>
                    <a:pt x="309899" y="770327"/>
                  </a:lnTo>
                  <a:lnTo>
                    <a:pt x="310258" y="770815"/>
                  </a:lnTo>
                  <a:lnTo>
                    <a:pt x="310538" y="771151"/>
                  </a:lnTo>
                  <a:lnTo>
                    <a:pt x="310585" y="771702"/>
                  </a:lnTo>
                  <a:lnTo>
                    <a:pt x="309519" y="773325"/>
                  </a:lnTo>
                  <a:lnTo>
                    <a:pt x="308306" y="775173"/>
                  </a:lnTo>
                  <a:lnTo>
                    <a:pt x="307553" y="776890"/>
                  </a:lnTo>
                  <a:lnTo>
                    <a:pt x="307253" y="777123"/>
                  </a:lnTo>
                  <a:lnTo>
                    <a:pt x="306929" y="777375"/>
                  </a:lnTo>
                  <a:lnTo>
                    <a:pt x="306816" y="777949"/>
                  </a:lnTo>
                  <a:lnTo>
                    <a:pt x="306752" y="778277"/>
                  </a:lnTo>
                  <a:lnTo>
                    <a:pt x="306616" y="778970"/>
                  </a:lnTo>
                  <a:lnTo>
                    <a:pt x="306356" y="779459"/>
                  </a:lnTo>
                  <a:lnTo>
                    <a:pt x="305995" y="780137"/>
                  </a:lnTo>
                  <a:lnTo>
                    <a:pt x="305526" y="781016"/>
                  </a:lnTo>
                  <a:lnTo>
                    <a:pt x="305032" y="781773"/>
                  </a:lnTo>
                  <a:lnTo>
                    <a:pt x="304883" y="782001"/>
                  </a:lnTo>
                  <a:lnTo>
                    <a:pt x="304481" y="782911"/>
                  </a:lnTo>
                  <a:lnTo>
                    <a:pt x="303939" y="784135"/>
                  </a:lnTo>
                  <a:lnTo>
                    <a:pt x="303714" y="784645"/>
                  </a:lnTo>
                  <a:lnTo>
                    <a:pt x="303349" y="785468"/>
                  </a:lnTo>
                  <a:lnTo>
                    <a:pt x="303298" y="785811"/>
                  </a:lnTo>
                  <a:lnTo>
                    <a:pt x="303185" y="786567"/>
                  </a:lnTo>
                  <a:lnTo>
                    <a:pt x="303071" y="787373"/>
                  </a:lnTo>
                  <a:lnTo>
                    <a:pt x="303195" y="788227"/>
                  </a:lnTo>
                  <a:lnTo>
                    <a:pt x="303310" y="788983"/>
                  </a:lnTo>
                  <a:lnTo>
                    <a:pt x="303496" y="790199"/>
                  </a:lnTo>
                  <a:lnTo>
                    <a:pt x="305730" y="791391"/>
                  </a:lnTo>
                  <a:lnTo>
                    <a:pt x="307085" y="792113"/>
                  </a:lnTo>
                  <a:lnTo>
                    <a:pt x="307407" y="792286"/>
                  </a:lnTo>
                  <a:lnTo>
                    <a:pt x="307724" y="792454"/>
                  </a:lnTo>
                  <a:lnTo>
                    <a:pt x="309887" y="793235"/>
                  </a:lnTo>
                  <a:lnTo>
                    <a:pt x="310089" y="793271"/>
                  </a:lnTo>
                  <a:lnTo>
                    <a:pt x="310486" y="793342"/>
                  </a:lnTo>
                  <a:lnTo>
                    <a:pt x="310658" y="793373"/>
                  </a:lnTo>
                  <a:lnTo>
                    <a:pt x="310988" y="793304"/>
                  </a:lnTo>
                  <a:lnTo>
                    <a:pt x="311547" y="793147"/>
                  </a:lnTo>
                  <a:lnTo>
                    <a:pt x="311953" y="793033"/>
                  </a:lnTo>
                  <a:lnTo>
                    <a:pt x="312543" y="792867"/>
                  </a:lnTo>
                  <a:lnTo>
                    <a:pt x="313576" y="792577"/>
                  </a:lnTo>
                  <a:lnTo>
                    <a:pt x="314195" y="792400"/>
                  </a:lnTo>
                  <a:lnTo>
                    <a:pt x="315051" y="792165"/>
                  </a:lnTo>
                  <a:lnTo>
                    <a:pt x="316192" y="792076"/>
                  </a:lnTo>
                  <a:lnTo>
                    <a:pt x="316425" y="792174"/>
                  </a:lnTo>
                  <a:lnTo>
                    <a:pt x="316565" y="792232"/>
                  </a:lnTo>
                  <a:lnTo>
                    <a:pt x="316863" y="792300"/>
                  </a:lnTo>
                  <a:lnTo>
                    <a:pt x="317756" y="792212"/>
                  </a:lnTo>
                  <a:lnTo>
                    <a:pt x="318162" y="792550"/>
                  </a:lnTo>
                  <a:lnTo>
                    <a:pt x="318507" y="792614"/>
                  </a:lnTo>
                  <a:lnTo>
                    <a:pt x="319150" y="792524"/>
                  </a:lnTo>
                  <a:lnTo>
                    <a:pt x="319764" y="791997"/>
                  </a:lnTo>
                  <a:lnTo>
                    <a:pt x="319842" y="791465"/>
                  </a:lnTo>
                  <a:lnTo>
                    <a:pt x="319890" y="791153"/>
                  </a:lnTo>
                  <a:lnTo>
                    <a:pt x="320099" y="790792"/>
                  </a:lnTo>
                  <a:lnTo>
                    <a:pt x="320335" y="790487"/>
                  </a:lnTo>
                  <a:lnTo>
                    <a:pt x="320471" y="790438"/>
                  </a:lnTo>
                  <a:lnTo>
                    <a:pt x="320807" y="790319"/>
                  </a:lnTo>
                  <a:lnTo>
                    <a:pt x="321523" y="790066"/>
                  </a:lnTo>
                  <a:lnTo>
                    <a:pt x="321930" y="789713"/>
                  </a:lnTo>
                  <a:lnTo>
                    <a:pt x="322362" y="789484"/>
                  </a:lnTo>
                  <a:lnTo>
                    <a:pt x="322995" y="789149"/>
                  </a:lnTo>
                  <a:lnTo>
                    <a:pt x="324430" y="788550"/>
                  </a:lnTo>
                  <a:lnTo>
                    <a:pt x="324902" y="788276"/>
                  </a:lnTo>
                  <a:lnTo>
                    <a:pt x="325460" y="787952"/>
                  </a:lnTo>
                  <a:lnTo>
                    <a:pt x="326838" y="787152"/>
                  </a:lnTo>
                  <a:lnTo>
                    <a:pt x="327915" y="786685"/>
                  </a:lnTo>
                  <a:lnTo>
                    <a:pt x="331251" y="785239"/>
                  </a:lnTo>
                  <a:lnTo>
                    <a:pt x="331411" y="785170"/>
                  </a:lnTo>
                  <a:lnTo>
                    <a:pt x="331686" y="785051"/>
                  </a:lnTo>
                  <a:lnTo>
                    <a:pt x="332347" y="784765"/>
                  </a:lnTo>
                  <a:lnTo>
                    <a:pt x="333362" y="784325"/>
                  </a:lnTo>
                  <a:lnTo>
                    <a:pt x="333703" y="784177"/>
                  </a:lnTo>
                  <a:lnTo>
                    <a:pt x="334760" y="783719"/>
                  </a:lnTo>
                  <a:lnTo>
                    <a:pt x="335299" y="783485"/>
                  </a:lnTo>
                  <a:lnTo>
                    <a:pt x="336003" y="783180"/>
                  </a:lnTo>
                  <a:lnTo>
                    <a:pt x="336234" y="783080"/>
                  </a:lnTo>
                  <a:lnTo>
                    <a:pt x="336840" y="782818"/>
                  </a:lnTo>
                  <a:lnTo>
                    <a:pt x="337034" y="782734"/>
                  </a:lnTo>
                  <a:lnTo>
                    <a:pt x="337557" y="782507"/>
                  </a:lnTo>
                  <a:lnTo>
                    <a:pt x="338338" y="782169"/>
                  </a:lnTo>
                  <a:lnTo>
                    <a:pt x="341273" y="780897"/>
                  </a:lnTo>
                  <a:lnTo>
                    <a:pt x="342205" y="780493"/>
                  </a:lnTo>
                  <a:lnTo>
                    <a:pt x="342482" y="780360"/>
                  </a:lnTo>
                  <a:lnTo>
                    <a:pt x="342764" y="780225"/>
                  </a:lnTo>
                  <a:lnTo>
                    <a:pt x="343111" y="780058"/>
                  </a:lnTo>
                  <a:lnTo>
                    <a:pt x="343531" y="779856"/>
                  </a:lnTo>
                  <a:lnTo>
                    <a:pt x="344020" y="779621"/>
                  </a:lnTo>
                  <a:lnTo>
                    <a:pt x="345163" y="779073"/>
                  </a:lnTo>
                  <a:lnTo>
                    <a:pt x="345900" y="778718"/>
                  </a:lnTo>
                  <a:lnTo>
                    <a:pt x="346850" y="778262"/>
                  </a:lnTo>
                  <a:lnTo>
                    <a:pt x="348085" y="777669"/>
                  </a:lnTo>
                  <a:lnTo>
                    <a:pt x="349399" y="777038"/>
                  </a:lnTo>
                  <a:lnTo>
                    <a:pt x="349741" y="776872"/>
                  </a:lnTo>
                  <a:lnTo>
                    <a:pt x="351495" y="776025"/>
                  </a:lnTo>
                  <a:lnTo>
                    <a:pt x="352074" y="775992"/>
                  </a:lnTo>
                  <a:lnTo>
                    <a:pt x="352245" y="775983"/>
                  </a:lnTo>
                  <a:lnTo>
                    <a:pt x="352761" y="775953"/>
                  </a:lnTo>
                  <a:lnTo>
                    <a:pt x="355482" y="775800"/>
                  </a:lnTo>
                  <a:lnTo>
                    <a:pt x="355897" y="775777"/>
                  </a:lnTo>
                  <a:lnTo>
                    <a:pt x="356340" y="775752"/>
                  </a:lnTo>
                  <a:lnTo>
                    <a:pt x="357929" y="775662"/>
                  </a:lnTo>
                  <a:lnTo>
                    <a:pt x="358830" y="775612"/>
                  </a:lnTo>
                  <a:lnTo>
                    <a:pt x="360224" y="775533"/>
                  </a:lnTo>
                  <a:lnTo>
                    <a:pt x="360395" y="775523"/>
                  </a:lnTo>
                  <a:lnTo>
                    <a:pt x="364841" y="775273"/>
                  </a:lnTo>
                  <a:lnTo>
                    <a:pt x="368801" y="775028"/>
                  </a:lnTo>
                  <a:lnTo>
                    <a:pt x="369246" y="774616"/>
                  </a:lnTo>
                  <a:lnTo>
                    <a:pt x="369849" y="774061"/>
                  </a:lnTo>
                  <a:lnTo>
                    <a:pt x="370755" y="773224"/>
                  </a:lnTo>
                  <a:lnTo>
                    <a:pt x="371607" y="772479"/>
                  </a:lnTo>
                  <a:lnTo>
                    <a:pt x="372475" y="771674"/>
                  </a:lnTo>
                  <a:lnTo>
                    <a:pt x="373600" y="770631"/>
                  </a:lnTo>
                  <a:lnTo>
                    <a:pt x="374640" y="769667"/>
                  </a:lnTo>
                  <a:lnTo>
                    <a:pt x="375760" y="768644"/>
                  </a:lnTo>
                  <a:lnTo>
                    <a:pt x="376472" y="767995"/>
                  </a:lnTo>
                  <a:lnTo>
                    <a:pt x="376759" y="767708"/>
                  </a:lnTo>
                  <a:lnTo>
                    <a:pt x="376670" y="765478"/>
                  </a:lnTo>
                  <a:lnTo>
                    <a:pt x="376657" y="765158"/>
                  </a:lnTo>
                  <a:lnTo>
                    <a:pt x="376648" y="764933"/>
                  </a:lnTo>
                  <a:lnTo>
                    <a:pt x="376731" y="764543"/>
                  </a:lnTo>
                  <a:lnTo>
                    <a:pt x="377263" y="764072"/>
                  </a:lnTo>
                  <a:lnTo>
                    <a:pt x="377881" y="763478"/>
                  </a:lnTo>
                  <a:lnTo>
                    <a:pt x="379118" y="763216"/>
                  </a:lnTo>
                  <a:lnTo>
                    <a:pt x="379235" y="762974"/>
                  </a:lnTo>
                  <a:lnTo>
                    <a:pt x="379653" y="762142"/>
                  </a:lnTo>
                  <a:lnTo>
                    <a:pt x="379664" y="761047"/>
                  </a:lnTo>
                  <a:lnTo>
                    <a:pt x="379559" y="760810"/>
                  </a:lnTo>
                  <a:lnTo>
                    <a:pt x="379101" y="760205"/>
                  </a:lnTo>
                  <a:lnTo>
                    <a:pt x="378848" y="759743"/>
                  </a:lnTo>
                  <a:lnTo>
                    <a:pt x="378876" y="759481"/>
                  </a:lnTo>
                  <a:lnTo>
                    <a:pt x="379001" y="759297"/>
                  </a:lnTo>
                  <a:lnTo>
                    <a:pt x="379371" y="758828"/>
                  </a:lnTo>
                  <a:lnTo>
                    <a:pt x="379392" y="758639"/>
                  </a:lnTo>
                  <a:lnTo>
                    <a:pt x="379218" y="758314"/>
                  </a:lnTo>
                  <a:lnTo>
                    <a:pt x="378713" y="758155"/>
                  </a:lnTo>
                  <a:lnTo>
                    <a:pt x="378056" y="757913"/>
                  </a:lnTo>
                  <a:lnTo>
                    <a:pt x="378077" y="757157"/>
                  </a:lnTo>
                  <a:lnTo>
                    <a:pt x="377897" y="756715"/>
                  </a:lnTo>
                  <a:lnTo>
                    <a:pt x="377851" y="756557"/>
                  </a:lnTo>
                  <a:lnTo>
                    <a:pt x="377635" y="756005"/>
                  </a:lnTo>
                  <a:lnTo>
                    <a:pt x="377724" y="755613"/>
                  </a:lnTo>
                  <a:lnTo>
                    <a:pt x="377806" y="755478"/>
                  </a:lnTo>
                  <a:lnTo>
                    <a:pt x="377897" y="755323"/>
                  </a:lnTo>
                  <a:lnTo>
                    <a:pt x="378093" y="755033"/>
                  </a:lnTo>
                  <a:lnTo>
                    <a:pt x="378225" y="754880"/>
                  </a:lnTo>
                  <a:lnTo>
                    <a:pt x="379004" y="754297"/>
                  </a:lnTo>
                  <a:lnTo>
                    <a:pt x="379116" y="754117"/>
                  </a:lnTo>
                  <a:lnTo>
                    <a:pt x="379287" y="753928"/>
                  </a:lnTo>
                  <a:lnTo>
                    <a:pt x="379510" y="753758"/>
                  </a:lnTo>
                  <a:lnTo>
                    <a:pt x="379699" y="753542"/>
                  </a:lnTo>
                  <a:lnTo>
                    <a:pt x="379823" y="753320"/>
                  </a:lnTo>
                  <a:lnTo>
                    <a:pt x="379996" y="753010"/>
                  </a:lnTo>
                  <a:lnTo>
                    <a:pt x="380169" y="752697"/>
                  </a:lnTo>
                  <a:lnTo>
                    <a:pt x="380416" y="752285"/>
                  </a:lnTo>
                  <a:lnTo>
                    <a:pt x="380437" y="752145"/>
                  </a:lnTo>
                  <a:lnTo>
                    <a:pt x="380470" y="751796"/>
                  </a:lnTo>
                  <a:lnTo>
                    <a:pt x="380503" y="751651"/>
                  </a:lnTo>
                  <a:lnTo>
                    <a:pt x="380284" y="751264"/>
                  </a:lnTo>
                  <a:lnTo>
                    <a:pt x="380182" y="751086"/>
                  </a:lnTo>
                  <a:lnTo>
                    <a:pt x="380093" y="750860"/>
                  </a:lnTo>
                  <a:lnTo>
                    <a:pt x="379900" y="750504"/>
                  </a:lnTo>
                  <a:lnTo>
                    <a:pt x="379643" y="750046"/>
                  </a:lnTo>
                  <a:lnTo>
                    <a:pt x="379592" y="749870"/>
                  </a:lnTo>
                  <a:lnTo>
                    <a:pt x="379528" y="749644"/>
                  </a:lnTo>
                  <a:lnTo>
                    <a:pt x="379472" y="749445"/>
                  </a:lnTo>
                  <a:lnTo>
                    <a:pt x="379429" y="749249"/>
                  </a:lnTo>
                  <a:lnTo>
                    <a:pt x="379381" y="748977"/>
                  </a:lnTo>
                  <a:lnTo>
                    <a:pt x="379314" y="748705"/>
                  </a:lnTo>
                  <a:lnTo>
                    <a:pt x="379243" y="748412"/>
                  </a:lnTo>
                  <a:lnTo>
                    <a:pt x="379279" y="748213"/>
                  </a:lnTo>
                  <a:lnTo>
                    <a:pt x="379375" y="747982"/>
                  </a:lnTo>
                  <a:lnTo>
                    <a:pt x="379459" y="747852"/>
                  </a:lnTo>
                  <a:lnTo>
                    <a:pt x="379664" y="747565"/>
                  </a:lnTo>
                  <a:lnTo>
                    <a:pt x="379830" y="747331"/>
                  </a:lnTo>
                  <a:lnTo>
                    <a:pt x="380186" y="746774"/>
                  </a:lnTo>
                  <a:lnTo>
                    <a:pt x="380466" y="746339"/>
                  </a:lnTo>
                  <a:lnTo>
                    <a:pt x="380804" y="745804"/>
                  </a:lnTo>
                  <a:lnTo>
                    <a:pt x="381066" y="745364"/>
                  </a:lnTo>
                  <a:lnTo>
                    <a:pt x="381438" y="744804"/>
                  </a:lnTo>
                  <a:lnTo>
                    <a:pt x="382033" y="743863"/>
                  </a:lnTo>
                  <a:lnTo>
                    <a:pt x="382550" y="743016"/>
                  </a:lnTo>
                  <a:lnTo>
                    <a:pt x="382634" y="742878"/>
                  </a:lnTo>
                  <a:lnTo>
                    <a:pt x="382768" y="742677"/>
                  </a:lnTo>
                  <a:lnTo>
                    <a:pt x="383053" y="742252"/>
                  </a:lnTo>
                  <a:lnTo>
                    <a:pt x="383677" y="741374"/>
                  </a:lnTo>
                  <a:lnTo>
                    <a:pt x="383776" y="741232"/>
                  </a:lnTo>
                  <a:lnTo>
                    <a:pt x="384023" y="740881"/>
                  </a:lnTo>
                  <a:lnTo>
                    <a:pt x="384366" y="740395"/>
                  </a:lnTo>
                  <a:lnTo>
                    <a:pt x="384690" y="739921"/>
                  </a:lnTo>
                  <a:lnTo>
                    <a:pt x="385023" y="739458"/>
                  </a:lnTo>
                  <a:lnTo>
                    <a:pt x="385384" y="738949"/>
                  </a:lnTo>
                  <a:lnTo>
                    <a:pt x="385763" y="738423"/>
                  </a:lnTo>
                  <a:lnTo>
                    <a:pt x="386038" y="738003"/>
                  </a:lnTo>
                  <a:lnTo>
                    <a:pt x="386758" y="737054"/>
                  </a:lnTo>
                  <a:lnTo>
                    <a:pt x="387786" y="735578"/>
                  </a:lnTo>
                  <a:lnTo>
                    <a:pt x="388468" y="734654"/>
                  </a:lnTo>
                  <a:lnTo>
                    <a:pt x="389155" y="733705"/>
                  </a:lnTo>
                  <a:lnTo>
                    <a:pt x="389549" y="733155"/>
                  </a:lnTo>
                  <a:lnTo>
                    <a:pt x="389860" y="732748"/>
                  </a:lnTo>
                  <a:lnTo>
                    <a:pt x="390216" y="732251"/>
                  </a:lnTo>
                  <a:lnTo>
                    <a:pt x="390552" y="731798"/>
                  </a:lnTo>
                  <a:lnTo>
                    <a:pt x="391073" y="731070"/>
                  </a:lnTo>
                  <a:lnTo>
                    <a:pt x="391241" y="730838"/>
                  </a:lnTo>
                  <a:lnTo>
                    <a:pt x="391928" y="729877"/>
                  </a:lnTo>
                  <a:lnTo>
                    <a:pt x="392236" y="729447"/>
                  </a:lnTo>
                  <a:lnTo>
                    <a:pt x="392587" y="728958"/>
                  </a:lnTo>
                  <a:lnTo>
                    <a:pt x="392948" y="728464"/>
                  </a:lnTo>
                  <a:lnTo>
                    <a:pt x="393643" y="727439"/>
                  </a:lnTo>
                  <a:lnTo>
                    <a:pt x="394205" y="726607"/>
                  </a:lnTo>
                  <a:lnTo>
                    <a:pt x="394821" y="726131"/>
                  </a:lnTo>
                  <a:lnTo>
                    <a:pt x="395294" y="725770"/>
                  </a:lnTo>
                  <a:lnTo>
                    <a:pt x="395992" y="725233"/>
                  </a:lnTo>
                  <a:lnTo>
                    <a:pt x="396241" y="725037"/>
                  </a:lnTo>
                  <a:lnTo>
                    <a:pt x="396704" y="724663"/>
                  </a:lnTo>
                  <a:lnTo>
                    <a:pt x="397595" y="723943"/>
                  </a:lnTo>
                  <a:lnTo>
                    <a:pt x="398345" y="723317"/>
                  </a:lnTo>
                  <a:lnTo>
                    <a:pt x="398467" y="723182"/>
                  </a:lnTo>
                  <a:lnTo>
                    <a:pt x="398668" y="722810"/>
                  </a:lnTo>
                  <a:lnTo>
                    <a:pt x="398742" y="722678"/>
                  </a:lnTo>
                  <a:lnTo>
                    <a:pt x="398811" y="722505"/>
                  </a:lnTo>
                  <a:lnTo>
                    <a:pt x="398951" y="722159"/>
                  </a:lnTo>
                  <a:lnTo>
                    <a:pt x="399221" y="721574"/>
                  </a:lnTo>
                  <a:lnTo>
                    <a:pt x="399434" y="721368"/>
                  </a:lnTo>
                  <a:lnTo>
                    <a:pt x="399648" y="721235"/>
                  </a:lnTo>
                  <a:lnTo>
                    <a:pt x="399933" y="721121"/>
                  </a:lnTo>
                  <a:lnTo>
                    <a:pt x="400167" y="721080"/>
                  </a:lnTo>
                  <a:lnTo>
                    <a:pt x="400722" y="721009"/>
                  </a:lnTo>
                  <a:lnTo>
                    <a:pt x="401106" y="720940"/>
                  </a:lnTo>
                  <a:lnTo>
                    <a:pt x="401447" y="720793"/>
                  </a:lnTo>
                  <a:lnTo>
                    <a:pt x="401788" y="720673"/>
                  </a:lnTo>
                  <a:lnTo>
                    <a:pt x="402264" y="720398"/>
                  </a:lnTo>
                  <a:lnTo>
                    <a:pt x="402457" y="720258"/>
                  </a:lnTo>
                  <a:lnTo>
                    <a:pt x="402620" y="720212"/>
                  </a:lnTo>
                  <a:lnTo>
                    <a:pt x="402849" y="720210"/>
                  </a:lnTo>
                  <a:lnTo>
                    <a:pt x="403007" y="720233"/>
                  </a:lnTo>
                  <a:lnTo>
                    <a:pt x="403162" y="720345"/>
                  </a:lnTo>
                  <a:lnTo>
                    <a:pt x="403383" y="720497"/>
                  </a:lnTo>
                  <a:lnTo>
                    <a:pt x="403658" y="720592"/>
                  </a:lnTo>
                  <a:lnTo>
                    <a:pt x="403844" y="720703"/>
                  </a:lnTo>
                  <a:lnTo>
                    <a:pt x="404124" y="720673"/>
                  </a:lnTo>
                  <a:lnTo>
                    <a:pt x="404340" y="720668"/>
                  </a:lnTo>
                  <a:lnTo>
                    <a:pt x="404719" y="720655"/>
                  </a:lnTo>
                  <a:lnTo>
                    <a:pt x="405129" y="720668"/>
                  </a:lnTo>
                  <a:lnTo>
                    <a:pt x="405383" y="720635"/>
                  </a:lnTo>
                  <a:lnTo>
                    <a:pt x="405686" y="720622"/>
                  </a:lnTo>
                  <a:lnTo>
                    <a:pt x="405775" y="720777"/>
                  </a:lnTo>
                  <a:lnTo>
                    <a:pt x="406050" y="720938"/>
                  </a:lnTo>
                  <a:lnTo>
                    <a:pt x="406340" y="721088"/>
                  </a:lnTo>
                  <a:lnTo>
                    <a:pt x="406714" y="721296"/>
                  </a:lnTo>
                  <a:lnTo>
                    <a:pt x="407060" y="721452"/>
                  </a:lnTo>
                  <a:lnTo>
                    <a:pt x="407350" y="721502"/>
                  </a:lnTo>
                  <a:lnTo>
                    <a:pt x="407572" y="721424"/>
                  </a:lnTo>
                  <a:lnTo>
                    <a:pt x="407857" y="721307"/>
                  </a:lnTo>
                  <a:lnTo>
                    <a:pt x="408251" y="721075"/>
                  </a:lnTo>
                  <a:lnTo>
                    <a:pt x="408712" y="720803"/>
                  </a:lnTo>
                  <a:lnTo>
                    <a:pt x="409020" y="720625"/>
                  </a:lnTo>
                  <a:lnTo>
                    <a:pt x="409472" y="720439"/>
                  </a:lnTo>
                  <a:lnTo>
                    <a:pt x="409981" y="720268"/>
                  </a:lnTo>
                  <a:lnTo>
                    <a:pt x="410310" y="720162"/>
                  </a:lnTo>
                  <a:lnTo>
                    <a:pt x="410544" y="719930"/>
                  </a:lnTo>
                  <a:lnTo>
                    <a:pt x="410867" y="719833"/>
                  </a:lnTo>
                  <a:lnTo>
                    <a:pt x="412198" y="719220"/>
                  </a:lnTo>
                  <a:lnTo>
                    <a:pt x="415154" y="718581"/>
                  </a:lnTo>
                  <a:lnTo>
                    <a:pt x="415732" y="718459"/>
                  </a:lnTo>
                  <a:lnTo>
                    <a:pt x="416595" y="718011"/>
                  </a:lnTo>
                  <a:lnTo>
                    <a:pt x="417432" y="717579"/>
                  </a:lnTo>
                  <a:lnTo>
                    <a:pt x="418416" y="717106"/>
                  </a:lnTo>
                  <a:lnTo>
                    <a:pt x="419775" y="716457"/>
                  </a:lnTo>
                  <a:lnTo>
                    <a:pt x="420857" y="715935"/>
                  </a:lnTo>
                  <a:lnTo>
                    <a:pt x="421422" y="715663"/>
                  </a:lnTo>
                  <a:lnTo>
                    <a:pt x="422277" y="715261"/>
                  </a:lnTo>
                  <a:lnTo>
                    <a:pt x="422709" y="715057"/>
                  </a:lnTo>
                  <a:lnTo>
                    <a:pt x="423959" y="714469"/>
                  </a:lnTo>
                  <a:lnTo>
                    <a:pt x="424170" y="714363"/>
                  </a:lnTo>
                  <a:lnTo>
                    <a:pt x="424663" y="714103"/>
                  </a:lnTo>
                  <a:lnTo>
                    <a:pt x="424826" y="714017"/>
                  </a:lnTo>
                  <a:lnTo>
                    <a:pt x="424872" y="713788"/>
                  </a:lnTo>
                  <a:lnTo>
                    <a:pt x="424982" y="713248"/>
                  </a:lnTo>
                  <a:lnTo>
                    <a:pt x="425093" y="712676"/>
                  </a:lnTo>
                  <a:lnTo>
                    <a:pt x="425322" y="711520"/>
                  </a:lnTo>
                  <a:lnTo>
                    <a:pt x="425429" y="710983"/>
                  </a:lnTo>
                  <a:lnTo>
                    <a:pt x="425549" y="710393"/>
                  </a:lnTo>
                  <a:lnTo>
                    <a:pt x="425781" y="709245"/>
                  </a:lnTo>
                  <a:lnTo>
                    <a:pt x="425890" y="708701"/>
                  </a:lnTo>
                  <a:lnTo>
                    <a:pt x="426122" y="707510"/>
                  </a:lnTo>
                  <a:lnTo>
                    <a:pt x="426226" y="706955"/>
                  </a:lnTo>
                  <a:lnTo>
                    <a:pt x="426333" y="706385"/>
                  </a:lnTo>
                  <a:lnTo>
                    <a:pt x="426452" y="705823"/>
                  </a:lnTo>
                  <a:lnTo>
                    <a:pt x="426671" y="704665"/>
                  </a:lnTo>
                  <a:lnTo>
                    <a:pt x="426791" y="704044"/>
                  </a:lnTo>
                  <a:lnTo>
                    <a:pt x="426852" y="703734"/>
                  </a:lnTo>
                  <a:lnTo>
                    <a:pt x="426941" y="703370"/>
                  </a:lnTo>
                  <a:lnTo>
                    <a:pt x="427068" y="703167"/>
                  </a:lnTo>
                  <a:lnTo>
                    <a:pt x="427409" y="702632"/>
                  </a:lnTo>
                  <a:lnTo>
                    <a:pt x="427712" y="702164"/>
                  </a:lnTo>
                  <a:lnTo>
                    <a:pt x="428371" y="701133"/>
                  </a:lnTo>
                  <a:lnTo>
                    <a:pt x="428676" y="700663"/>
                  </a:lnTo>
                  <a:lnTo>
                    <a:pt x="428926" y="700314"/>
                  </a:lnTo>
                  <a:lnTo>
                    <a:pt x="429704" y="699220"/>
                  </a:lnTo>
                  <a:lnTo>
                    <a:pt x="430053" y="698719"/>
                  </a:lnTo>
                  <a:lnTo>
                    <a:pt x="430409" y="698235"/>
                  </a:lnTo>
                  <a:lnTo>
                    <a:pt x="431086" y="697296"/>
                  </a:lnTo>
                  <a:lnTo>
                    <a:pt x="431783" y="696370"/>
                  </a:lnTo>
                  <a:lnTo>
                    <a:pt x="432508" y="695403"/>
                  </a:lnTo>
                  <a:lnTo>
                    <a:pt x="433174" y="694477"/>
                  </a:lnTo>
                  <a:lnTo>
                    <a:pt x="433859" y="693531"/>
                  </a:lnTo>
                  <a:lnTo>
                    <a:pt x="434205" y="693049"/>
                  </a:lnTo>
                  <a:lnTo>
                    <a:pt x="434526" y="692622"/>
                  </a:lnTo>
                  <a:lnTo>
                    <a:pt x="434716" y="692368"/>
                  </a:lnTo>
                  <a:lnTo>
                    <a:pt x="450520" y="672216"/>
                  </a:lnTo>
                  <a:lnTo>
                    <a:pt x="456443" y="653344"/>
                  </a:lnTo>
                  <a:lnTo>
                    <a:pt x="456633" y="653107"/>
                  </a:lnTo>
                  <a:lnTo>
                    <a:pt x="456979" y="652676"/>
                  </a:lnTo>
                  <a:lnTo>
                    <a:pt x="457686" y="651793"/>
                  </a:lnTo>
                  <a:lnTo>
                    <a:pt x="458776" y="650433"/>
                  </a:lnTo>
                  <a:lnTo>
                    <a:pt x="459564" y="649450"/>
                  </a:lnTo>
                  <a:lnTo>
                    <a:pt x="460914" y="647765"/>
                  </a:lnTo>
                  <a:lnTo>
                    <a:pt x="462787" y="645428"/>
                  </a:lnTo>
                  <a:lnTo>
                    <a:pt x="463409" y="644652"/>
                  </a:lnTo>
                  <a:lnTo>
                    <a:pt x="464187" y="643680"/>
                  </a:lnTo>
                  <a:lnTo>
                    <a:pt x="464947" y="642732"/>
                  </a:lnTo>
                  <a:lnTo>
                    <a:pt x="466269" y="641082"/>
                  </a:lnTo>
                  <a:lnTo>
                    <a:pt x="466999" y="640172"/>
                  </a:lnTo>
                  <a:lnTo>
                    <a:pt x="467343" y="638360"/>
                  </a:lnTo>
                  <a:lnTo>
                    <a:pt x="467614" y="636934"/>
                  </a:lnTo>
                  <a:lnTo>
                    <a:pt x="467888" y="635494"/>
                  </a:lnTo>
                  <a:lnTo>
                    <a:pt x="467937" y="635237"/>
                  </a:lnTo>
                  <a:lnTo>
                    <a:pt x="468060" y="634590"/>
                  </a:lnTo>
                  <a:lnTo>
                    <a:pt x="468336" y="633142"/>
                  </a:lnTo>
                  <a:lnTo>
                    <a:pt x="468730" y="631071"/>
                  </a:lnTo>
                  <a:lnTo>
                    <a:pt x="468986" y="629724"/>
                  </a:lnTo>
                  <a:lnTo>
                    <a:pt x="469092" y="629166"/>
                  </a:lnTo>
                  <a:lnTo>
                    <a:pt x="469833" y="625268"/>
                  </a:lnTo>
                  <a:lnTo>
                    <a:pt x="469881" y="625018"/>
                  </a:lnTo>
                  <a:lnTo>
                    <a:pt x="469968" y="624560"/>
                  </a:lnTo>
                  <a:lnTo>
                    <a:pt x="470413" y="622219"/>
                  </a:lnTo>
                  <a:lnTo>
                    <a:pt x="470449" y="622034"/>
                  </a:lnTo>
                  <a:lnTo>
                    <a:pt x="470840" y="619974"/>
                  </a:lnTo>
                  <a:lnTo>
                    <a:pt x="471086" y="618685"/>
                  </a:lnTo>
                  <a:lnTo>
                    <a:pt x="471306" y="617526"/>
                  </a:lnTo>
                  <a:lnTo>
                    <a:pt x="471696" y="615476"/>
                  </a:lnTo>
                  <a:lnTo>
                    <a:pt x="472108" y="613314"/>
                  </a:lnTo>
                  <a:lnTo>
                    <a:pt x="472438" y="611578"/>
                  </a:lnTo>
                  <a:lnTo>
                    <a:pt x="472478" y="611368"/>
                  </a:lnTo>
                  <a:lnTo>
                    <a:pt x="472613" y="610639"/>
                  </a:lnTo>
                  <a:lnTo>
                    <a:pt x="472745" y="609964"/>
                  </a:lnTo>
                  <a:lnTo>
                    <a:pt x="473119" y="608002"/>
                  </a:lnTo>
                  <a:lnTo>
                    <a:pt x="473295" y="607075"/>
                  </a:lnTo>
                  <a:lnTo>
                    <a:pt x="473353" y="606769"/>
                  </a:lnTo>
                  <a:lnTo>
                    <a:pt x="473620" y="605303"/>
                  </a:lnTo>
                  <a:lnTo>
                    <a:pt x="473672" y="605015"/>
                  </a:lnTo>
                  <a:lnTo>
                    <a:pt x="473899" y="603769"/>
                  </a:lnTo>
                  <a:lnTo>
                    <a:pt x="473997" y="603231"/>
                  </a:lnTo>
                  <a:lnTo>
                    <a:pt x="474608" y="601318"/>
                  </a:lnTo>
                  <a:lnTo>
                    <a:pt x="475048" y="599840"/>
                  </a:lnTo>
                  <a:lnTo>
                    <a:pt x="475402" y="598748"/>
                  </a:lnTo>
                  <a:lnTo>
                    <a:pt x="475762" y="597665"/>
                  </a:lnTo>
                  <a:lnTo>
                    <a:pt x="476088" y="596566"/>
                  </a:lnTo>
                  <a:lnTo>
                    <a:pt x="476474" y="595395"/>
                  </a:lnTo>
                  <a:lnTo>
                    <a:pt x="476828" y="594294"/>
                  </a:lnTo>
                  <a:lnTo>
                    <a:pt x="477358" y="592619"/>
                  </a:lnTo>
                  <a:lnTo>
                    <a:pt x="477724" y="591521"/>
                  </a:lnTo>
                  <a:lnTo>
                    <a:pt x="478099" y="590370"/>
                  </a:lnTo>
                  <a:lnTo>
                    <a:pt x="478460" y="589216"/>
                  </a:lnTo>
                  <a:lnTo>
                    <a:pt x="478794" y="588110"/>
                  </a:lnTo>
                  <a:lnTo>
                    <a:pt x="479001" y="587470"/>
                  </a:lnTo>
                  <a:lnTo>
                    <a:pt x="479152" y="586998"/>
                  </a:lnTo>
                  <a:lnTo>
                    <a:pt x="479353" y="586563"/>
                  </a:lnTo>
                  <a:lnTo>
                    <a:pt x="479548" y="585892"/>
                  </a:lnTo>
                  <a:lnTo>
                    <a:pt x="479881" y="584825"/>
                  </a:lnTo>
                  <a:lnTo>
                    <a:pt x="480263" y="583677"/>
                  </a:lnTo>
                  <a:lnTo>
                    <a:pt x="480529" y="583064"/>
                  </a:lnTo>
                  <a:lnTo>
                    <a:pt x="480949" y="581802"/>
                  </a:lnTo>
                  <a:lnTo>
                    <a:pt x="481078" y="581365"/>
                  </a:lnTo>
                  <a:lnTo>
                    <a:pt x="481282" y="580675"/>
                  </a:lnTo>
                  <a:lnTo>
                    <a:pt x="481582" y="579558"/>
                  </a:lnTo>
                  <a:lnTo>
                    <a:pt x="481915" y="578411"/>
                  </a:lnTo>
                  <a:lnTo>
                    <a:pt x="482219" y="577320"/>
                  </a:lnTo>
                  <a:lnTo>
                    <a:pt x="482273" y="577120"/>
                  </a:lnTo>
                  <a:lnTo>
                    <a:pt x="481943" y="576896"/>
                  </a:lnTo>
                  <a:lnTo>
                    <a:pt x="481057" y="576248"/>
                  </a:lnTo>
                  <a:lnTo>
                    <a:pt x="480462" y="575812"/>
                  </a:lnTo>
                  <a:lnTo>
                    <a:pt x="479703" y="575268"/>
                  </a:lnTo>
                  <a:lnTo>
                    <a:pt x="477729" y="573838"/>
                  </a:lnTo>
                  <a:lnTo>
                    <a:pt x="476385" y="572866"/>
                  </a:lnTo>
                  <a:lnTo>
                    <a:pt x="474892" y="571787"/>
                  </a:lnTo>
                  <a:lnTo>
                    <a:pt x="474594" y="571573"/>
                  </a:lnTo>
                  <a:lnTo>
                    <a:pt x="472983" y="568815"/>
                  </a:lnTo>
                  <a:lnTo>
                    <a:pt x="471442" y="566182"/>
                  </a:lnTo>
                  <a:lnTo>
                    <a:pt x="471274" y="565894"/>
                  </a:lnTo>
                  <a:lnTo>
                    <a:pt x="470627" y="564785"/>
                  </a:lnTo>
                  <a:lnTo>
                    <a:pt x="470591" y="564586"/>
                  </a:lnTo>
                  <a:lnTo>
                    <a:pt x="470301" y="563031"/>
                  </a:lnTo>
                  <a:lnTo>
                    <a:pt x="470200" y="562497"/>
                  </a:lnTo>
                  <a:lnTo>
                    <a:pt x="469993" y="561281"/>
                  </a:lnTo>
                  <a:lnTo>
                    <a:pt x="469943" y="560105"/>
                  </a:lnTo>
                  <a:lnTo>
                    <a:pt x="469754" y="558347"/>
                  </a:lnTo>
                  <a:lnTo>
                    <a:pt x="469630" y="557166"/>
                  </a:lnTo>
                  <a:lnTo>
                    <a:pt x="469446" y="555472"/>
                  </a:lnTo>
                  <a:lnTo>
                    <a:pt x="469309" y="554189"/>
                  </a:lnTo>
                  <a:lnTo>
                    <a:pt x="469848" y="552464"/>
                  </a:lnTo>
                  <a:lnTo>
                    <a:pt x="470580" y="550166"/>
                  </a:lnTo>
                  <a:lnTo>
                    <a:pt x="471070" y="548556"/>
                  </a:lnTo>
                  <a:lnTo>
                    <a:pt x="471485" y="547225"/>
                  </a:lnTo>
                  <a:lnTo>
                    <a:pt x="471775" y="546296"/>
                  </a:lnTo>
                  <a:lnTo>
                    <a:pt x="471943" y="545759"/>
                  </a:lnTo>
                  <a:lnTo>
                    <a:pt x="472134" y="545220"/>
                  </a:lnTo>
                  <a:lnTo>
                    <a:pt x="472439" y="544037"/>
                  </a:lnTo>
                  <a:lnTo>
                    <a:pt x="460818" y="535718"/>
                  </a:lnTo>
                  <a:lnTo>
                    <a:pt x="446334" y="533319"/>
                  </a:lnTo>
                  <a:lnTo>
                    <a:pt x="446021" y="533265"/>
                  </a:lnTo>
                  <a:lnTo>
                    <a:pt x="450789" y="529382"/>
                  </a:lnTo>
                  <a:lnTo>
                    <a:pt x="465957" y="517748"/>
                  </a:lnTo>
                  <a:lnTo>
                    <a:pt x="466303" y="517483"/>
                  </a:lnTo>
                  <a:lnTo>
                    <a:pt x="467753" y="516370"/>
                  </a:lnTo>
                  <a:lnTo>
                    <a:pt x="468613" y="515711"/>
                  </a:lnTo>
                  <a:lnTo>
                    <a:pt x="473056" y="512303"/>
                  </a:lnTo>
                  <a:lnTo>
                    <a:pt x="482413" y="516838"/>
                  </a:lnTo>
                  <a:lnTo>
                    <a:pt x="485288" y="515128"/>
                  </a:lnTo>
                  <a:lnTo>
                    <a:pt x="486008" y="513736"/>
                  </a:lnTo>
                  <a:lnTo>
                    <a:pt x="486744" y="512319"/>
                  </a:lnTo>
                  <a:lnTo>
                    <a:pt x="487214" y="511611"/>
                  </a:lnTo>
                  <a:lnTo>
                    <a:pt x="487634" y="510985"/>
                  </a:lnTo>
                  <a:lnTo>
                    <a:pt x="488143" y="510344"/>
                  </a:lnTo>
                  <a:lnTo>
                    <a:pt x="488995" y="509252"/>
                  </a:lnTo>
                  <a:lnTo>
                    <a:pt x="489074" y="506777"/>
                  </a:lnTo>
                  <a:lnTo>
                    <a:pt x="489120" y="505375"/>
                  </a:lnTo>
                  <a:lnTo>
                    <a:pt x="489158" y="504163"/>
                  </a:lnTo>
                  <a:lnTo>
                    <a:pt x="489219" y="502273"/>
                  </a:lnTo>
                  <a:lnTo>
                    <a:pt x="489258" y="501013"/>
                  </a:lnTo>
                  <a:lnTo>
                    <a:pt x="487843" y="500374"/>
                  </a:lnTo>
                  <a:lnTo>
                    <a:pt x="486983" y="499988"/>
                  </a:lnTo>
                  <a:lnTo>
                    <a:pt x="489334" y="495741"/>
                  </a:lnTo>
                  <a:lnTo>
                    <a:pt x="494854" y="486883"/>
                  </a:lnTo>
                  <a:lnTo>
                    <a:pt x="499046" y="480245"/>
                  </a:lnTo>
                  <a:lnTo>
                    <a:pt x="503818" y="472155"/>
                  </a:lnTo>
                  <a:lnTo>
                    <a:pt x="511203" y="466343"/>
                  </a:lnTo>
                  <a:lnTo>
                    <a:pt x="515111" y="465593"/>
                  </a:lnTo>
                  <a:lnTo>
                    <a:pt x="516602" y="467201"/>
                  </a:lnTo>
                  <a:lnTo>
                    <a:pt x="517233" y="467880"/>
                  </a:lnTo>
                  <a:lnTo>
                    <a:pt x="518622" y="469384"/>
                  </a:lnTo>
                  <a:lnTo>
                    <a:pt x="519355" y="470173"/>
                  </a:lnTo>
                  <a:lnTo>
                    <a:pt x="522009" y="473995"/>
                  </a:lnTo>
                  <a:lnTo>
                    <a:pt x="528383" y="473453"/>
                  </a:lnTo>
                  <a:lnTo>
                    <a:pt x="536419" y="476697"/>
                  </a:lnTo>
                  <a:lnTo>
                    <a:pt x="542585" y="468524"/>
                  </a:lnTo>
                  <a:lnTo>
                    <a:pt x="544564" y="465901"/>
                  </a:lnTo>
                  <a:lnTo>
                    <a:pt x="544839" y="465534"/>
                  </a:lnTo>
                  <a:lnTo>
                    <a:pt x="545050" y="465249"/>
                  </a:lnTo>
                  <a:lnTo>
                    <a:pt x="545287" y="464934"/>
                  </a:lnTo>
                  <a:lnTo>
                    <a:pt x="545645" y="464448"/>
                  </a:lnTo>
                  <a:lnTo>
                    <a:pt x="546411" y="463420"/>
                  </a:lnTo>
                  <a:lnTo>
                    <a:pt x="546902" y="462755"/>
                  </a:lnTo>
                  <a:lnTo>
                    <a:pt x="547358" y="462145"/>
                  </a:lnTo>
                  <a:lnTo>
                    <a:pt x="548073" y="461178"/>
                  </a:lnTo>
                  <a:lnTo>
                    <a:pt x="548442" y="460682"/>
                  </a:lnTo>
                  <a:lnTo>
                    <a:pt x="548783" y="460219"/>
                  </a:lnTo>
                  <a:lnTo>
                    <a:pt x="549195" y="459666"/>
                  </a:lnTo>
                  <a:lnTo>
                    <a:pt x="549508" y="459244"/>
                  </a:lnTo>
                  <a:lnTo>
                    <a:pt x="549859" y="458776"/>
                  </a:lnTo>
                  <a:lnTo>
                    <a:pt x="550185" y="458328"/>
                  </a:lnTo>
                  <a:lnTo>
                    <a:pt x="550709" y="457626"/>
                  </a:lnTo>
                  <a:lnTo>
                    <a:pt x="551030" y="457196"/>
                  </a:lnTo>
                  <a:lnTo>
                    <a:pt x="551221" y="456936"/>
                  </a:lnTo>
                  <a:lnTo>
                    <a:pt x="551572" y="456468"/>
                  </a:lnTo>
                  <a:lnTo>
                    <a:pt x="551946" y="455962"/>
                  </a:lnTo>
                  <a:lnTo>
                    <a:pt x="552165" y="455666"/>
                  </a:lnTo>
                  <a:lnTo>
                    <a:pt x="552378" y="455514"/>
                  </a:lnTo>
                  <a:lnTo>
                    <a:pt x="553007" y="455061"/>
                  </a:lnTo>
                  <a:lnTo>
                    <a:pt x="553785" y="454504"/>
                  </a:lnTo>
                  <a:lnTo>
                    <a:pt x="554078" y="454292"/>
                  </a:lnTo>
                  <a:lnTo>
                    <a:pt x="554259" y="454163"/>
                  </a:lnTo>
                  <a:lnTo>
                    <a:pt x="554490" y="453837"/>
                  </a:lnTo>
                  <a:lnTo>
                    <a:pt x="554574" y="453636"/>
                  </a:lnTo>
                  <a:lnTo>
                    <a:pt x="554643" y="453351"/>
                  </a:lnTo>
                  <a:lnTo>
                    <a:pt x="554610" y="453208"/>
                  </a:lnTo>
                  <a:lnTo>
                    <a:pt x="554895" y="453394"/>
                  </a:lnTo>
                  <a:lnTo>
                    <a:pt x="555345" y="453692"/>
                  </a:lnTo>
                  <a:lnTo>
                    <a:pt x="555847" y="454020"/>
                  </a:lnTo>
                  <a:lnTo>
                    <a:pt x="556340" y="454343"/>
                  </a:lnTo>
                  <a:lnTo>
                    <a:pt x="556651" y="454549"/>
                  </a:lnTo>
                  <a:lnTo>
                    <a:pt x="556768" y="454748"/>
                  </a:lnTo>
                  <a:lnTo>
                    <a:pt x="557055" y="455234"/>
                  </a:lnTo>
                  <a:lnTo>
                    <a:pt x="557358" y="455740"/>
                  </a:lnTo>
                  <a:lnTo>
                    <a:pt x="557648" y="456231"/>
                  </a:lnTo>
                  <a:lnTo>
                    <a:pt x="557956" y="456750"/>
                  </a:lnTo>
                  <a:lnTo>
                    <a:pt x="558325" y="457374"/>
                  </a:lnTo>
                  <a:lnTo>
                    <a:pt x="558796" y="457402"/>
                  </a:lnTo>
                  <a:lnTo>
                    <a:pt x="559363" y="457443"/>
                  </a:lnTo>
                  <a:lnTo>
                    <a:pt x="559959" y="457483"/>
                  </a:lnTo>
                  <a:lnTo>
                    <a:pt x="560345" y="457506"/>
                  </a:lnTo>
                  <a:lnTo>
                    <a:pt x="560587" y="457509"/>
                  </a:lnTo>
                  <a:lnTo>
                    <a:pt x="561170" y="457468"/>
                  </a:lnTo>
                  <a:lnTo>
                    <a:pt x="561640" y="457432"/>
                  </a:lnTo>
                  <a:lnTo>
                    <a:pt x="561770" y="457422"/>
                  </a:lnTo>
                  <a:lnTo>
                    <a:pt x="562299" y="457575"/>
                  </a:lnTo>
                  <a:lnTo>
                    <a:pt x="562798" y="457715"/>
                  </a:lnTo>
                  <a:lnTo>
                    <a:pt x="563208" y="457832"/>
                  </a:lnTo>
                  <a:lnTo>
                    <a:pt x="563353" y="457939"/>
                  </a:lnTo>
                  <a:lnTo>
                    <a:pt x="563534" y="458076"/>
                  </a:lnTo>
                  <a:lnTo>
                    <a:pt x="563684" y="458193"/>
                  </a:lnTo>
                  <a:lnTo>
                    <a:pt x="563722" y="458063"/>
                  </a:lnTo>
                  <a:lnTo>
                    <a:pt x="563783" y="457857"/>
                  </a:lnTo>
                  <a:lnTo>
                    <a:pt x="563880" y="457519"/>
                  </a:lnTo>
                  <a:lnTo>
                    <a:pt x="564048" y="456944"/>
                  </a:lnTo>
                  <a:lnTo>
                    <a:pt x="564221" y="456353"/>
                  </a:lnTo>
                  <a:lnTo>
                    <a:pt x="564383" y="455794"/>
                  </a:lnTo>
                  <a:lnTo>
                    <a:pt x="564551" y="455208"/>
                  </a:lnTo>
                  <a:lnTo>
                    <a:pt x="564709" y="454669"/>
                  </a:lnTo>
                  <a:lnTo>
                    <a:pt x="564875" y="454104"/>
                  </a:lnTo>
                  <a:lnTo>
                    <a:pt x="565035" y="453544"/>
                  </a:lnTo>
                  <a:lnTo>
                    <a:pt x="565200" y="452982"/>
                  </a:lnTo>
                  <a:lnTo>
                    <a:pt x="565361" y="452435"/>
                  </a:lnTo>
                  <a:lnTo>
                    <a:pt x="565526" y="451867"/>
                  </a:lnTo>
                  <a:lnTo>
                    <a:pt x="565758" y="451068"/>
                  </a:lnTo>
                  <a:lnTo>
                    <a:pt x="565792" y="450856"/>
                  </a:lnTo>
                  <a:lnTo>
                    <a:pt x="565620" y="450702"/>
                  </a:lnTo>
                  <a:lnTo>
                    <a:pt x="565167" y="450272"/>
                  </a:lnTo>
                  <a:lnTo>
                    <a:pt x="564834" y="449951"/>
                  </a:lnTo>
                  <a:lnTo>
                    <a:pt x="564498" y="449483"/>
                  </a:lnTo>
                  <a:lnTo>
                    <a:pt x="564340" y="449262"/>
                  </a:lnTo>
                  <a:lnTo>
                    <a:pt x="564371" y="448834"/>
                  </a:lnTo>
                  <a:lnTo>
                    <a:pt x="564406" y="448404"/>
                  </a:lnTo>
                  <a:lnTo>
                    <a:pt x="564424" y="448185"/>
                  </a:lnTo>
                  <a:lnTo>
                    <a:pt x="564562" y="447824"/>
                  </a:lnTo>
                  <a:lnTo>
                    <a:pt x="564694" y="447699"/>
                  </a:lnTo>
                  <a:lnTo>
                    <a:pt x="565071" y="447343"/>
                  </a:lnTo>
                  <a:lnTo>
                    <a:pt x="565239" y="447236"/>
                  </a:lnTo>
                  <a:lnTo>
                    <a:pt x="565442" y="447104"/>
                  </a:lnTo>
                  <a:lnTo>
                    <a:pt x="565600" y="447000"/>
                  </a:lnTo>
                  <a:lnTo>
                    <a:pt x="565605" y="446847"/>
                  </a:lnTo>
                  <a:lnTo>
                    <a:pt x="565653" y="446715"/>
                  </a:lnTo>
                  <a:lnTo>
                    <a:pt x="566060" y="446725"/>
                  </a:lnTo>
                  <a:lnTo>
                    <a:pt x="566674" y="446743"/>
                  </a:lnTo>
                  <a:lnTo>
                    <a:pt x="567233" y="446755"/>
                  </a:lnTo>
                  <a:lnTo>
                    <a:pt x="567837" y="446773"/>
                  </a:lnTo>
                  <a:lnTo>
                    <a:pt x="568139" y="446781"/>
                  </a:lnTo>
                  <a:lnTo>
                    <a:pt x="568455" y="446883"/>
                  </a:lnTo>
                  <a:lnTo>
                    <a:pt x="569083" y="447096"/>
                  </a:lnTo>
                  <a:lnTo>
                    <a:pt x="569434" y="447213"/>
                  </a:lnTo>
                  <a:lnTo>
                    <a:pt x="569562" y="447257"/>
                  </a:lnTo>
                  <a:lnTo>
                    <a:pt x="569852" y="446712"/>
                  </a:lnTo>
                  <a:lnTo>
                    <a:pt x="570401" y="445689"/>
                  </a:lnTo>
                  <a:lnTo>
                    <a:pt x="570648" y="445229"/>
                  </a:lnTo>
                  <a:lnTo>
                    <a:pt x="570737" y="445063"/>
                  </a:lnTo>
                  <a:lnTo>
                    <a:pt x="570816" y="444893"/>
                  </a:lnTo>
                  <a:lnTo>
                    <a:pt x="571068" y="444524"/>
                  </a:lnTo>
                  <a:lnTo>
                    <a:pt x="571480" y="443928"/>
                  </a:lnTo>
                  <a:lnTo>
                    <a:pt x="572185" y="442900"/>
                  </a:lnTo>
                  <a:lnTo>
                    <a:pt x="573200" y="441425"/>
                  </a:lnTo>
                  <a:lnTo>
                    <a:pt x="573755" y="440615"/>
                  </a:lnTo>
                  <a:lnTo>
                    <a:pt x="568386" y="435424"/>
                  </a:lnTo>
                  <a:lnTo>
                    <a:pt x="565015" y="433836"/>
                  </a:lnTo>
                  <a:lnTo>
                    <a:pt x="570702" y="428709"/>
                  </a:lnTo>
                  <a:lnTo>
                    <a:pt x="570587" y="428539"/>
                  </a:lnTo>
                  <a:lnTo>
                    <a:pt x="570374" y="428228"/>
                  </a:lnTo>
                  <a:lnTo>
                    <a:pt x="570218" y="428025"/>
                  </a:lnTo>
                  <a:lnTo>
                    <a:pt x="570091" y="427857"/>
                  </a:lnTo>
                  <a:lnTo>
                    <a:pt x="569954" y="427775"/>
                  </a:lnTo>
                  <a:lnTo>
                    <a:pt x="569511" y="427490"/>
                  </a:lnTo>
                  <a:lnTo>
                    <a:pt x="569257" y="427310"/>
                  </a:lnTo>
                  <a:lnTo>
                    <a:pt x="569071" y="427172"/>
                  </a:lnTo>
                  <a:lnTo>
                    <a:pt x="568799" y="426938"/>
                  </a:lnTo>
                  <a:lnTo>
                    <a:pt x="568664" y="426773"/>
                  </a:lnTo>
                  <a:lnTo>
                    <a:pt x="568346" y="426432"/>
                  </a:lnTo>
                  <a:lnTo>
                    <a:pt x="568017" y="426017"/>
                  </a:lnTo>
                  <a:lnTo>
                    <a:pt x="567386" y="425305"/>
                  </a:lnTo>
                  <a:lnTo>
                    <a:pt x="567374" y="424864"/>
                  </a:lnTo>
                  <a:lnTo>
                    <a:pt x="567363" y="424475"/>
                  </a:lnTo>
                  <a:lnTo>
                    <a:pt x="567307" y="424305"/>
                  </a:lnTo>
                  <a:lnTo>
                    <a:pt x="567114" y="424032"/>
                  </a:lnTo>
                  <a:lnTo>
                    <a:pt x="566987" y="423890"/>
                  </a:lnTo>
                  <a:lnTo>
                    <a:pt x="566488" y="423513"/>
                  </a:lnTo>
                  <a:lnTo>
                    <a:pt x="566234" y="423322"/>
                  </a:lnTo>
                  <a:lnTo>
                    <a:pt x="565959" y="423101"/>
                  </a:lnTo>
                  <a:lnTo>
                    <a:pt x="564274" y="422335"/>
                  </a:lnTo>
                  <a:lnTo>
                    <a:pt x="563610" y="421546"/>
                  </a:lnTo>
                  <a:lnTo>
                    <a:pt x="562432" y="420768"/>
                  </a:lnTo>
                  <a:lnTo>
                    <a:pt x="560402" y="419424"/>
                  </a:lnTo>
                  <a:lnTo>
                    <a:pt x="557020" y="417106"/>
                  </a:lnTo>
                  <a:lnTo>
                    <a:pt x="555648" y="416938"/>
                  </a:lnTo>
                  <a:lnTo>
                    <a:pt x="556142" y="415269"/>
                  </a:lnTo>
                  <a:lnTo>
                    <a:pt x="555059" y="413162"/>
                  </a:lnTo>
                  <a:lnTo>
                    <a:pt x="553648" y="409695"/>
                  </a:lnTo>
                  <a:lnTo>
                    <a:pt x="552236" y="406221"/>
                  </a:lnTo>
                  <a:lnTo>
                    <a:pt x="550267" y="401383"/>
                  </a:lnTo>
                  <a:lnTo>
                    <a:pt x="550116" y="399874"/>
                  </a:lnTo>
                  <a:lnTo>
                    <a:pt x="550060" y="399191"/>
                  </a:lnTo>
                  <a:lnTo>
                    <a:pt x="549995" y="398505"/>
                  </a:lnTo>
                  <a:lnTo>
                    <a:pt x="545899" y="397420"/>
                  </a:lnTo>
                  <a:lnTo>
                    <a:pt x="545818" y="397169"/>
                  </a:lnTo>
                  <a:lnTo>
                    <a:pt x="545666" y="396698"/>
                  </a:lnTo>
                  <a:lnTo>
                    <a:pt x="545462" y="396067"/>
                  </a:lnTo>
                  <a:lnTo>
                    <a:pt x="545530" y="395587"/>
                  </a:lnTo>
                  <a:lnTo>
                    <a:pt x="548151" y="392263"/>
                  </a:lnTo>
                  <a:lnTo>
                    <a:pt x="547740" y="390063"/>
                  </a:lnTo>
                  <a:lnTo>
                    <a:pt x="547666" y="389399"/>
                  </a:lnTo>
                  <a:lnTo>
                    <a:pt x="547595" y="388735"/>
                  </a:lnTo>
                  <a:lnTo>
                    <a:pt x="547529" y="388129"/>
                  </a:lnTo>
                  <a:lnTo>
                    <a:pt x="547468" y="387607"/>
                  </a:lnTo>
                  <a:lnTo>
                    <a:pt x="547394" y="386918"/>
                  </a:lnTo>
                  <a:lnTo>
                    <a:pt x="547447" y="386696"/>
                  </a:lnTo>
                  <a:lnTo>
                    <a:pt x="547506" y="386449"/>
                  </a:lnTo>
                  <a:lnTo>
                    <a:pt x="547641" y="385890"/>
                  </a:lnTo>
                  <a:lnTo>
                    <a:pt x="547776" y="385322"/>
                  </a:lnTo>
                  <a:lnTo>
                    <a:pt x="547918" y="384729"/>
                  </a:lnTo>
                  <a:lnTo>
                    <a:pt x="547961" y="384551"/>
                  </a:lnTo>
                  <a:lnTo>
                    <a:pt x="547509" y="384335"/>
                  </a:lnTo>
                  <a:lnTo>
                    <a:pt x="546949" y="384070"/>
                  </a:lnTo>
                  <a:lnTo>
                    <a:pt x="546773" y="384035"/>
                  </a:lnTo>
                  <a:lnTo>
                    <a:pt x="546371" y="383981"/>
                  </a:lnTo>
                  <a:lnTo>
                    <a:pt x="546020" y="383933"/>
                  </a:lnTo>
                  <a:lnTo>
                    <a:pt x="545827" y="383907"/>
                  </a:lnTo>
                  <a:lnTo>
                    <a:pt x="545605" y="383846"/>
                  </a:lnTo>
                  <a:lnTo>
                    <a:pt x="545425" y="383798"/>
                  </a:lnTo>
                  <a:lnTo>
                    <a:pt x="545208" y="383691"/>
                  </a:lnTo>
                  <a:lnTo>
                    <a:pt x="545056" y="383615"/>
                  </a:lnTo>
                  <a:lnTo>
                    <a:pt x="544229" y="383101"/>
                  </a:lnTo>
                  <a:lnTo>
                    <a:pt x="543773" y="382813"/>
                  </a:lnTo>
                  <a:lnTo>
                    <a:pt x="543241" y="382482"/>
                  </a:lnTo>
                  <a:lnTo>
                    <a:pt x="542755" y="382060"/>
                  </a:lnTo>
                  <a:lnTo>
                    <a:pt x="542529" y="381826"/>
                  </a:lnTo>
                  <a:lnTo>
                    <a:pt x="542391" y="381658"/>
                  </a:lnTo>
                  <a:lnTo>
                    <a:pt x="542254" y="381452"/>
                  </a:lnTo>
                  <a:lnTo>
                    <a:pt x="542066" y="381172"/>
                  </a:lnTo>
                  <a:lnTo>
                    <a:pt x="541997" y="380984"/>
                  </a:lnTo>
                  <a:lnTo>
                    <a:pt x="541987" y="380806"/>
                  </a:lnTo>
                  <a:lnTo>
                    <a:pt x="541977" y="380579"/>
                  </a:lnTo>
                  <a:lnTo>
                    <a:pt x="542015" y="380111"/>
                  </a:lnTo>
                  <a:lnTo>
                    <a:pt x="542079" y="379722"/>
                  </a:lnTo>
                  <a:lnTo>
                    <a:pt x="542951" y="379844"/>
                  </a:lnTo>
                  <a:lnTo>
                    <a:pt x="543605" y="379935"/>
                  </a:lnTo>
                  <a:lnTo>
                    <a:pt x="544167" y="380011"/>
                  </a:lnTo>
                  <a:lnTo>
                    <a:pt x="545358" y="380309"/>
                  </a:lnTo>
                  <a:lnTo>
                    <a:pt x="545880" y="380439"/>
                  </a:lnTo>
                  <a:lnTo>
                    <a:pt x="546544" y="380604"/>
                  </a:lnTo>
                  <a:lnTo>
                    <a:pt x="547073" y="380737"/>
                  </a:lnTo>
                  <a:lnTo>
                    <a:pt x="548060" y="380986"/>
                  </a:lnTo>
                  <a:lnTo>
                    <a:pt x="548630" y="380103"/>
                  </a:lnTo>
                  <a:lnTo>
                    <a:pt x="549330" y="379019"/>
                  </a:lnTo>
                  <a:lnTo>
                    <a:pt x="549814" y="378271"/>
                  </a:lnTo>
                  <a:lnTo>
                    <a:pt x="550415" y="377338"/>
                  </a:lnTo>
                  <a:lnTo>
                    <a:pt x="550732" y="376836"/>
                  </a:lnTo>
                  <a:lnTo>
                    <a:pt x="551244" y="376612"/>
                  </a:lnTo>
                  <a:lnTo>
                    <a:pt x="554413" y="375291"/>
                  </a:lnTo>
                  <a:lnTo>
                    <a:pt x="555275" y="374892"/>
                  </a:lnTo>
                  <a:lnTo>
                    <a:pt x="556906" y="374120"/>
                  </a:lnTo>
                  <a:lnTo>
                    <a:pt x="558624" y="373066"/>
                  </a:lnTo>
                  <a:lnTo>
                    <a:pt x="559853" y="372486"/>
                  </a:lnTo>
                  <a:lnTo>
                    <a:pt x="560643" y="371973"/>
                  </a:lnTo>
                  <a:lnTo>
                    <a:pt x="560614" y="369676"/>
                  </a:lnTo>
                  <a:lnTo>
                    <a:pt x="566729" y="363686"/>
                  </a:lnTo>
                  <a:lnTo>
                    <a:pt x="573579" y="362158"/>
                  </a:lnTo>
                  <a:lnTo>
                    <a:pt x="573142" y="360469"/>
                  </a:lnTo>
                  <a:lnTo>
                    <a:pt x="577655" y="355954"/>
                  </a:lnTo>
                  <a:lnTo>
                    <a:pt x="577944" y="355549"/>
                  </a:lnTo>
                  <a:lnTo>
                    <a:pt x="578294" y="355162"/>
                  </a:lnTo>
                  <a:lnTo>
                    <a:pt x="578320" y="354905"/>
                  </a:lnTo>
                  <a:lnTo>
                    <a:pt x="578380" y="354093"/>
                  </a:lnTo>
                  <a:lnTo>
                    <a:pt x="578391" y="353818"/>
                  </a:lnTo>
                  <a:lnTo>
                    <a:pt x="578202" y="353686"/>
                  </a:lnTo>
                  <a:lnTo>
                    <a:pt x="577932" y="353619"/>
                  </a:lnTo>
                  <a:lnTo>
                    <a:pt x="576959" y="353650"/>
                  </a:lnTo>
                  <a:lnTo>
                    <a:pt x="574272" y="349453"/>
                  </a:lnTo>
                  <a:lnTo>
                    <a:pt x="573564" y="348639"/>
                  </a:lnTo>
                  <a:lnTo>
                    <a:pt x="573316" y="348568"/>
                  </a:lnTo>
                  <a:lnTo>
                    <a:pt x="573017" y="348546"/>
                  </a:lnTo>
                  <a:lnTo>
                    <a:pt x="572808" y="348618"/>
                  </a:lnTo>
                  <a:lnTo>
                    <a:pt x="572672" y="348737"/>
                  </a:lnTo>
                  <a:lnTo>
                    <a:pt x="572376" y="349143"/>
                  </a:lnTo>
                  <a:lnTo>
                    <a:pt x="572236" y="349238"/>
                  </a:lnTo>
                  <a:lnTo>
                    <a:pt x="572109" y="349230"/>
                  </a:lnTo>
                  <a:lnTo>
                    <a:pt x="571849" y="349217"/>
                  </a:lnTo>
                  <a:lnTo>
                    <a:pt x="571671" y="349138"/>
                  </a:lnTo>
                  <a:lnTo>
                    <a:pt x="571488" y="349042"/>
                  </a:lnTo>
                  <a:lnTo>
                    <a:pt x="571050" y="348912"/>
                  </a:lnTo>
                  <a:lnTo>
                    <a:pt x="570905" y="348670"/>
                  </a:lnTo>
                  <a:lnTo>
                    <a:pt x="570587" y="348457"/>
                  </a:lnTo>
                  <a:lnTo>
                    <a:pt x="570437" y="348408"/>
                  </a:lnTo>
                  <a:lnTo>
                    <a:pt x="570249" y="348299"/>
                  </a:lnTo>
                  <a:lnTo>
                    <a:pt x="569829" y="347960"/>
                  </a:lnTo>
                  <a:lnTo>
                    <a:pt x="569697" y="347887"/>
                  </a:lnTo>
                  <a:lnTo>
                    <a:pt x="569152" y="347426"/>
                  </a:lnTo>
                  <a:lnTo>
                    <a:pt x="569127" y="347141"/>
                  </a:lnTo>
                  <a:lnTo>
                    <a:pt x="568481" y="346378"/>
                  </a:lnTo>
                  <a:lnTo>
                    <a:pt x="568310" y="346121"/>
                  </a:lnTo>
                  <a:lnTo>
                    <a:pt x="568229" y="345792"/>
                  </a:lnTo>
                  <a:lnTo>
                    <a:pt x="567987" y="345574"/>
                  </a:lnTo>
                  <a:lnTo>
                    <a:pt x="567804" y="345719"/>
                  </a:lnTo>
                  <a:lnTo>
                    <a:pt x="567600" y="345365"/>
                  </a:lnTo>
                  <a:lnTo>
                    <a:pt x="567203" y="344683"/>
                  </a:lnTo>
                  <a:lnTo>
                    <a:pt x="567068" y="344449"/>
                  </a:lnTo>
                  <a:lnTo>
                    <a:pt x="566961" y="344144"/>
                  </a:lnTo>
                  <a:lnTo>
                    <a:pt x="566875" y="343897"/>
                  </a:lnTo>
                  <a:lnTo>
                    <a:pt x="566738" y="343378"/>
                  </a:lnTo>
                  <a:lnTo>
                    <a:pt x="566697" y="342978"/>
                  </a:lnTo>
                  <a:lnTo>
                    <a:pt x="566656" y="342589"/>
                  </a:lnTo>
                  <a:lnTo>
                    <a:pt x="566603" y="342291"/>
                  </a:lnTo>
                  <a:lnTo>
                    <a:pt x="566590" y="341640"/>
                  </a:lnTo>
                  <a:lnTo>
                    <a:pt x="566633" y="341416"/>
                  </a:lnTo>
                  <a:lnTo>
                    <a:pt x="566664" y="341248"/>
                  </a:lnTo>
                  <a:lnTo>
                    <a:pt x="566819" y="341006"/>
                  </a:lnTo>
                  <a:lnTo>
                    <a:pt x="567048" y="341057"/>
                  </a:lnTo>
                  <a:lnTo>
                    <a:pt x="567478" y="340540"/>
                  </a:lnTo>
                  <a:lnTo>
                    <a:pt x="567496" y="339879"/>
                  </a:lnTo>
                  <a:lnTo>
                    <a:pt x="567631" y="339703"/>
                  </a:lnTo>
                  <a:lnTo>
                    <a:pt x="567598" y="339477"/>
                  </a:lnTo>
                  <a:lnTo>
                    <a:pt x="567595" y="339319"/>
                  </a:lnTo>
                  <a:lnTo>
                    <a:pt x="567654" y="339067"/>
                  </a:lnTo>
                  <a:lnTo>
                    <a:pt x="567679" y="338932"/>
                  </a:lnTo>
                  <a:lnTo>
                    <a:pt x="567379" y="338787"/>
                  </a:lnTo>
                  <a:lnTo>
                    <a:pt x="567501" y="338253"/>
                  </a:lnTo>
                  <a:lnTo>
                    <a:pt x="567460" y="338123"/>
                  </a:lnTo>
                  <a:lnTo>
                    <a:pt x="567409" y="337810"/>
                  </a:lnTo>
                  <a:lnTo>
                    <a:pt x="567364" y="337505"/>
                  </a:lnTo>
                  <a:lnTo>
                    <a:pt x="567336" y="337232"/>
                  </a:lnTo>
                  <a:lnTo>
                    <a:pt x="567213" y="337016"/>
                  </a:lnTo>
                  <a:lnTo>
                    <a:pt x="567089" y="336731"/>
                  </a:lnTo>
                  <a:lnTo>
                    <a:pt x="567000" y="336551"/>
                  </a:lnTo>
                  <a:lnTo>
                    <a:pt x="567282" y="336031"/>
                  </a:lnTo>
                  <a:lnTo>
                    <a:pt x="567180" y="335614"/>
                  </a:lnTo>
                  <a:lnTo>
                    <a:pt x="567188" y="335009"/>
                  </a:lnTo>
                  <a:lnTo>
                    <a:pt x="567196" y="334405"/>
                  </a:lnTo>
                  <a:lnTo>
                    <a:pt x="567206" y="333797"/>
                  </a:lnTo>
                  <a:lnTo>
                    <a:pt x="567214" y="333220"/>
                  </a:lnTo>
                  <a:lnTo>
                    <a:pt x="567226" y="332042"/>
                  </a:lnTo>
                  <a:lnTo>
                    <a:pt x="567244" y="330858"/>
                  </a:lnTo>
                  <a:lnTo>
                    <a:pt x="567259" y="329673"/>
                  </a:lnTo>
                  <a:lnTo>
                    <a:pt x="567267" y="329052"/>
                  </a:lnTo>
                  <a:lnTo>
                    <a:pt x="567330" y="327654"/>
                  </a:lnTo>
                  <a:lnTo>
                    <a:pt x="570348" y="326335"/>
                  </a:lnTo>
                  <a:lnTo>
                    <a:pt x="573353" y="324845"/>
                  </a:lnTo>
                  <a:lnTo>
                    <a:pt x="576130" y="327578"/>
                  </a:lnTo>
                  <a:lnTo>
                    <a:pt x="576455" y="327711"/>
                  </a:lnTo>
                  <a:lnTo>
                    <a:pt x="576730" y="327678"/>
                  </a:lnTo>
                  <a:lnTo>
                    <a:pt x="578318" y="327945"/>
                  </a:lnTo>
                  <a:lnTo>
                    <a:pt x="584297" y="328135"/>
                  </a:lnTo>
                  <a:lnTo>
                    <a:pt x="588463" y="324471"/>
                  </a:lnTo>
                  <a:lnTo>
                    <a:pt x="590425" y="322715"/>
                  </a:lnTo>
                  <a:lnTo>
                    <a:pt x="591399" y="321843"/>
                  </a:lnTo>
                  <a:lnTo>
                    <a:pt x="591269" y="321451"/>
                  </a:lnTo>
                  <a:lnTo>
                    <a:pt x="590951" y="320242"/>
                  </a:lnTo>
                  <a:lnTo>
                    <a:pt x="590661" y="319138"/>
                  </a:lnTo>
                  <a:lnTo>
                    <a:pt x="590331" y="317871"/>
                  </a:lnTo>
                  <a:lnTo>
                    <a:pt x="590043" y="316769"/>
                  </a:lnTo>
                  <a:lnTo>
                    <a:pt x="589883" y="316158"/>
                  </a:lnTo>
                  <a:lnTo>
                    <a:pt x="589730" y="315573"/>
                  </a:lnTo>
                  <a:lnTo>
                    <a:pt x="589595" y="315059"/>
                  </a:lnTo>
                  <a:lnTo>
                    <a:pt x="589320" y="314586"/>
                  </a:lnTo>
                  <a:lnTo>
                    <a:pt x="588829" y="313751"/>
                  </a:lnTo>
                  <a:lnTo>
                    <a:pt x="588379" y="312975"/>
                  </a:lnTo>
                  <a:lnTo>
                    <a:pt x="587974" y="312286"/>
                  </a:lnTo>
                  <a:lnTo>
                    <a:pt x="587722" y="311856"/>
                  </a:lnTo>
                  <a:lnTo>
                    <a:pt x="587623" y="311194"/>
                  </a:lnTo>
                  <a:lnTo>
                    <a:pt x="587501" y="310385"/>
                  </a:lnTo>
                  <a:lnTo>
                    <a:pt x="587366" y="309474"/>
                  </a:lnTo>
                  <a:lnTo>
                    <a:pt x="587287" y="308952"/>
                  </a:lnTo>
                  <a:lnTo>
                    <a:pt x="587208" y="308408"/>
                  </a:lnTo>
                  <a:lnTo>
                    <a:pt x="586547" y="303993"/>
                  </a:lnTo>
                  <a:lnTo>
                    <a:pt x="586163" y="302113"/>
                  </a:lnTo>
                  <a:lnTo>
                    <a:pt x="585860" y="300357"/>
                  </a:lnTo>
                  <a:lnTo>
                    <a:pt x="585760" y="299789"/>
                  </a:lnTo>
                  <a:lnTo>
                    <a:pt x="585618" y="298957"/>
                  </a:lnTo>
                  <a:lnTo>
                    <a:pt x="585114" y="298677"/>
                  </a:lnTo>
                  <a:lnTo>
                    <a:pt x="584427" y="298293"/>
                  </a:lnTo>
                  <a:lnTo>
                    <a:pt x="583615" y="297845"/>
                  </a:lnTo>
                  <a:lnTo>
                    <a:pt x="582567" y="297260"/>
                  </a:lnTo>
                  <a:lnTo>
                    <a:pt x="580585" y="296158"/>
                  </a:lnTo>
                  <a:lnTo>
                    <a:pt x="579310" y="295448"/>
                  </a:lnTo>
                  <a:lnTo>
                    <a:pt x="578234" y="294820"/>
                  </a:lnTo>
                  <a:lnTo>
                    <a:pt x="577198" y="294214"/>
                  </a:lnTo>
                  <a:lnTo>
                    <a:pt x="577028" y="294118"/>
                  </a:lnTo>
                  <a:lnTo>
                    <a:pt x="576425" y="294438"/>
                  </a:lnTo>
                  <a:lnTo>
                    <a:pt x="575300" y="295031"/>
                  </a:lnTo>
                  <a:lnTo>
                    <a:pt x="572664" y="296428"/>
                  </a:lnTo>
                  <a:lnTo>
                    <a:pt x="571127" y="297242"/>
                  </a:lnTo>
                  <a:lnTo>
                    <a:pt x="569493" y="298107"/>
                  </a:lnTo>
                  <a:lnTo>
                    <a:pt x="568445" y="298662"/>
                  </a:lnTo>
                  <a:lnTo>
                    <a:pt x="567358" y="299240"/>
                  </a:lnTo>
                  <a:lnTo>
                    <a:pt x="566272" y="299815"/>
                  </a:lnTo>
                  <a:lnTo>
                    <a:pt x="565816" y="300057"/>
                  </a:lnTo>
                  <a:lnTo>
                    <a:pt x="565313" y="299812"/>
                  </a:lnTo>
                  <a:lnTo>
                    <a:pt x="564259" y="299298"/>
                  </a:lnTo>
                  <a:lnTo>
                    <a:pt x="563689" y="299021"/>
                  </a:lnTo>
                  <a:lnTo>
                    <a:pt x="563150" y="298759"/>
                  </a:lnTo>
                  <a:lnTo>
                    <a:pt x="562577" y="298482"/>
                  </a:lnTo>
                  <a:lnTo>
                    <a:pt x="562023" y="298212"/>
                  </a:lnTo>
                  <a:lnTo>
                    <a:pt x="560822" y="297632"/>
                  </a:lnTo>
                  <a:lnTo>
                    <a:pt x="559778" y="297130"/>
                  </a:lnTo>
                  <a:lnTo>
                    <a:pt x="559190" y="296845"/>
                  </a:lnTo>
                  <a:lnTo>
                    <a:pt x="557564" y="296059"/>
                  </a:lnTo>
                  <a:lnTo>
                    <a:pt x="556542" y="295565"/>
                  </a:lnTo>
                  <a:lnTo>
                    <a:pt x="555941" y="295275"/>
                  </a:lnTo>
                  <a:lnTo>
                    <a:pt x="555435" y="295031"/>
                  </a:lnTo>
                  <a:lnTo>
                    <a:pt x="554954" y="294797"/>
                  </a:lnTo>
                  <a:lnTo>
                    <a:pt x="554447" y="294553"/>
                  </a:lnTo>
                  <a:lnTo>
                    <a:pt x="553852" y="294265"/>
                  </a:lnTo>
                  <a:lnTo>
                    <a:pt x="552625" y="293672"/>
                  </a:lnTo>
                  <a:lnTo>
                    <a:pt x="552218" y="293410"/>
                  </a:lnTo>
                  <a:lnTo>
                    <a:pt x="550279" y="292163"/>
                  </a:lnTo>
                  <a:lnTo>
                    <a:pt x="549213" y="291479"/>
                  </a:lnTo>
                  <a:lnTo>
                    <a:pt x="547737" y="290527"/>
                  </a:lnTo>
                  <a:lnTo>
                    <a:pt x="546643" y="289825"/>
                  </a:lnTo>
                  <a:lnTo>
                    <a:pt x="545692" y="289214"/>
                  </a:lnTo>
                  <a:lnTo>
                    <a:pt x="544748" y="288606"/>
                  </a:lnTo>
                  <a:lnTo>
                    <a:pt x="543860" y="288036"/>
                  </a:lnTo>
                  <a:lnTo>
                    <a:pt x="543880" y="287242"/>
                  </a:lnTo>
                  <a:lnTo>
                    <a:pt x="543913" y="286023"/>
                  </a:lnTo>
                  <a:lnTo>
                    <a:pt x="543941" y="284855"/>
                  </a:lnTo>
                  <a:lnTo>
                    <a:pt x="543972" y="283700"/>
                  </a:lnTo>
                  <a:lnTo>
                    <a:pt x="544002" y="282499"/>
                  </a:lnTo>
                  <a:lnTo>
                    <a:pt x="544035" y="281278"/>
                  </a:lnTo>
                  <a:lnTo>
                    <a:pt x="544048" y="280700"/>
                  </a:lnTo>
                  <a:lnTo>
                    <a:pt x="543969" y="280049"/>
                  </a:lnTo>
                  <a:lnTo>
                    <a:pt x="543689" y="277774"/>
                  </a:lnTo>
                  <a:lnTo>
                    <a:pt x="543539" y="276550"/>
                  </a:lnTo>
                  <a:lnTo>
                    <a:pt x="543338" y="274929"/>
                  </a:lnTo>
                  <a:lnTo>
                    <a:pt x="539595" y="262731"/>
                  </a:lnTo>
                  <a:lnTo>
                    <a:pt x="541870" y="252843"/>
                  </a:lnTo>
                  <a:lnTo>
                    <a:pt x="542877" y="246247"/>
                  </a:lnTo>
                  <a:lnTo>
                    <a:pt x="543694" y="240891"/>
                  </a:lnTo>
                  <a:lnTo>
                    <a:pt x="543432" y="240667"/>
                  </a:lnTo>
                  <a:lnTo>
                    <a:pt x="541007" y="238593"/>
                  </a:lnTo>
                  <a:lnTo>
                    <a:pt x="537829" y="235881"/>
                  </a:lnTo>
                  <a:lnTo>
                    <a:pt x="535936" y="234262"/>
                  </a:lnTo>
                  <a:lnTo>
                    <a:pt x="535475" y="233858"/>
                  </a:lnTo>
                  <a:lnTo>
                    <a:pt x="533730" y="233160"/>
                  </a:lnTo>
                  <a:lnTo>
                    <a:pt x="529030" y="231285"/>
                  </a:lnTo>
                  <a:lnTo>
                    <a:pt x="523893" y="229232"/>
                  </a:lnTo>
                  <a:lnTo>
                    <a:pt x="521651" y="229809"/>
                  </a:lnTo>
                  <a:lnTo>
                    <a:pt x="519880" y="230244"/>
                  </a:lnTo>
                  <a:lnTo>
                    <a:pt x="519663" y="230293"/>
                  </a:lnTo>
                  <a:lnTo>
                    <a:pt x="519037" y="230430"/>
                  </a:lnTo>
                  <a:lnTo>
                    <a:pt x="517770" y="230781"/>
                  </a:lnTo>
                  <a:lnTo>
                    <a:pt x="517508" y="230855"/>
                  </a:lnTo>
                  <a:lnTo>
                    <a:pt x="516350" y="231176"/>
                  </a:lnTo>
                  <a:lnTo>
                    <a:pt x="514419" y="231619"/>
                  </a:lnTo>
                  <a:lnTo>
                    <a:pt x="513307" y="231555"/>
                  </a:lnTo>
                  <a:lnTo>
                    <a:pt x="511068" y="231392"/>
                  </a:lnTo>
                  <a:lnTo>
                    <a:pt x="509859" y="231316"/>
                  </a:lnTo>
                  <a:lnTo>
                    <a:pt x="509022" y="231270"/>
                  </a:lnTo>
                  <a:lnTo>
                    <a:pt x="507813" y="231211"/>
                  </a:lnTo>
                  <a:lnTo>
                    <a:pt x="507249" y="231153"/>
                  </a:lnTo>
                  <a:lnTo>
                    <a:pt x="506953" y="231161"/>
                  </a:lnTo>
                  <a:lnTo>
                    <a:pt x="506533" y="231209"/>
                  </a:lnTo>
                  <a:lnTo>
                    <a:pt x="505589" y="231318"/>
                  </a:lnTo>
                  <a:lnTo>
                    <a:pt x="504864" y="231402"/>
                  </a:lnTo>
                  <a:lnTo>
                    <a:pt x="504279" y="231471"/>
                  </a:lnTo>
                  <a:lnTo>
                    <a:pt x="503752" y="231532"/>
                  </a:lnTo>
                  <a:lnTo>
                    <a:pt x="503047" y="231611"/>
                  </a:lnTo>
                  <a:lnTo>
                    <a:pt x="502574" y="231667"/>
                  </a:lnTo>
                  <a:lnTo>
                    <a:pt x="501414" y="231802"/>
                  </a:lnTo>
                  <a:lnTo>
                    <a:pt x="499808" y="231988"/>
                  </a:lnTo>
                  <a:lnTo>
                    <a:pt x="499119" y="232069"/>
                  </a:lnTo>
                  <a:lnTo>
                    <a:pt x="498574" y="232155"/>
                  </a:lnTo>
                  <a:lnTo>
                    <a:pt x="497999" y="232245"/>
                  </a:lnTo>
                  <a:lnTo>
                    <a:pt x="496844" y="232428"/>
                  </a:lnTo>
                  <a:lnTo>
                    <a:pt x="496264" y="232519"/>
                  </a:lnTo>
                  <a:lnTo>
                    <a:pt x="495215" y="232687"/>
                  </a:lnTo>
                  <a:lnTo>
                    <a:pt x="494424" y="232810"/>
                  </a:lnTo>
                  <a:lnTo>
                    <a:pt x="493335" y="232980"/>
                  </a:lnTo>
                  <a:lnTo>
                    <a:pt x="492264" y="233150"/>
                  </a:lnTo>
                  <a:lnTo>
                    <a:pt x="491508" y="233270"/>
                  </a:lnTo>
                  <a:lnTo>
                    <a:pt x="491076" y="233339"/>
                  </a:lnTo>
                  <a:lnTo>
                    <a:pt x="491188" y="232527"/>
                  </a:lnTo>
                  <a:lnTo>
                    <a:pt x="491231" y="232217"/>
                  </a:lnTo>
                  <a:lnTo>
                    <a:pt x="491317" y="231586"/>
                  </a:lnTo>
                  <a:lnTo>
                    <a:pt x="491437" y="230708"/>
                  </a:lnTo>
                  <a:lnTo>
                    <a:pt x="491516" y="230128"/>
                  </a:lnTo>
                  <a:lnTo>
                    <a:pt x="491674" y="228993"/>
                  </a:lnTo>
                  <a:lnTo>
                    <a:pt x="491770" y="228262"/>
                  </a:lnTo>
                  <a:lnTo>
                    <a:pt x="491875" y="227517"/>
                  </a:lnTo>
                  <a:lnTo>
                    <a:pt x="491936" y="227066"/>
                  </a:lnTo>
                  <a:lnTo>
                    <a:pt x="492009" y="226415"/>
                  </a:lnTo>
                  <a:lnTo>
                    <a:pt x="492078" y="225809"/>
                  </a:lnTo>
                  <a:lnTo>
                    <a:pt x="492193" y="224794"/>
                  </a:lnTo>
                  <a:lnTo>
                    <a:pt x="492215" y="224611"/>
                  </a:lnTo>
                  <a:lnTo>
                    <a:pt x="492276" y="224054"/>
                  </a:lnTo>
                  <a:lnTo>
                    <a:pt x="492014" y="223514"/>
                  </a:lnTo>
                  <a:lnTo>
                    <a:pt x="491699" y="222871"/>
                  </a:lnTo>
                  <a:lnTo>
                    <a:pt x="491231" y="221909"/>
                  </a:lnTo>
                  <a:lnTo>
                    <a:pt x="490910" y="221245"/>
                  </a:lnTo>
                  <a:lnTo>
                    <a:pt x="490437" y="220278"/>
                  </a:lnTo>
                  <a:lnTo>
                    <a:pt x="490264" y="219921"/>
                  </a:lnTo>
                  <a:lnTo>
                    <a:pt x="490175" y="219698"/>
                  </a:lnTo>
                  <a:lnTo>
                    <a:pt x="489991" y="219176"/>
                  </a:lnTo>
                  <a:lnTo>
                    <a:pt x="489885" y="218873"/>
                  </a:lnTo>
                  <a:lnTo>
                    <a:pt x="489765" y="218593"/>
                  </a:lnTo>
                  <a:lnTo>
                    <a:pt x="489360" y="217443"/>
                  </a:lnTo>
                  <a:lnTo>
                    <a:pt x="489152" y="216848"/>
                  </a:lnTo>
                  <a:lnTo>
                    <a:pt x="488974" y="216339"/>
                  </a:lnTo>
                  <a:lnTo>
                    <a:pt x="488755" y="215708"/>
                  </a:lnTo>
                  <a:lnTo>
                    <a:pt x="488528" y="215061"/>
                  </a:lnTo>
                  <a:lnTo>
                    <a:pt x="488182" y="214074"/>
                  </a:lnTo>
                  <a:lnTo>
                    <a:pt x="487785" y="212942"/>
                  </a:lnTo>
                  <a:lnTo>
                    <a:pt x="487546" y="212262"/>
                  </a:lnTo>
                  <a:lnTo>
                    <a:pt x="487325" y="211622"/>
                  </a:lnTo>
                  <a:lnTo>
                    <a:pt x="487170" y="211178"/>
                  </a:lnTo>
                  <a:lnTo>
                    <a:pt x="486984" y="210649"/>
                  </a:lnTo>
                  <a:lnTo>
                    <a:pt x="486770" y="210041"/>
                  </a:lnTo>
                  <a:lnTo>
                    <a:pt x="486579" y="209496"/>
                  </a:lnTo>
                  <a:lnTo>
                    <a:pt x="486355" y="208855"/>
                  </a:lnTo>
                  <a:lnTo>
                    <a:pt x="486154" y="208280"/>
                  </a:lnTo>
                  <a:lnTo>
                    <a:pt x="485966" y="207743"/>
                  </a:lnTo>
                  <a:lnTo>
                    <a:pt x="485780" y="207211"/>
                  </a:lnTo>
                  <a:lnTo>
                    <a:pt x="485572" y="206621"/>
                  </a:lnTo>
                  <a:lnTo>
                    <a:pt x="485388" y="206099"/>
                  </a:lnTo>
                  <a:lnTo>
                    <a:pt x="485065" y="205168"/>
                  </a:lnTo>
                  <a:lnTo>
                    <a:pt x="484836" y="204509"/>
                  </a:lnTo>
                  <a:lnTo>
                    <a:pt x="484638" y="203952"/>
                  </a:lnTo>
                  <a:lnTo>
                    <a:pt x="484406" y="203285"/>
                  </a:lnTo>
                  <a:lnTo>
                    <a:pt x="484208" y="202720"/>
                  </a:lnTo>
                  <a:lnTo>
                    <a:pt x="484014" y="202168"/>
                  </a:lnTo>
                  <a:lnTo>
                    <a:pt x="483752" y="201423"/>
                  </a:lnTo>
                  <a:lnTo>
                    <a:pt x="483612" y="201023"/>
                  </a:lnTo>
                  <a:lnTo>
                    <a:pt x="483414" y="200450"/>
                  </a:lnTo>
                  <a:lnTo>
                    <a:pt x="483195" y="199822"/>
                  </a:lnTo>
                  <a:lnTo>
                    <a:pt x="482910" y="199013"/>
                  </a:lnTo>
                  <a:lnTo>
                    <a:pt x="482819" y="198735"/>
                  </a:lnTo>
                  <a:lnTo>
                    <a:pt x="482656" y="198127"/>
                  </a:lnTo>
                  <a:lnTo>
                    <a:pt x="482495" y="197532"/>
                  </a:lnTo>
                  <a:lnTo>
                    <a:pt x="482350" y="196995"/>
                  </a:lnTo>
                  <a:lnTo>
                    <a:pt x="482190" y="196402"/>
                  </a:lnTo>
                  <a:lnTo>
                    <a:pt x="482040" y="195840"/>
                  </a:lnTo>
                  <a:lnTo>
                    <a:pt x="481826" y="195048"/>
                  </a:lnTo>
                  <a:lnTo>
                    <a:pt x="483076" y="186231"/>
                  </a:lnTo>
                  <a:lnTo>
                    <a:pt x="483182" y="185484"/>
                  </a:lnTo>
                  <a:lnTo>
                    <a:pt x="482787" y="183088"/>
                  </a:lnTo>
                  <a:lnTo>
                    <a:pt x="481180" y="173364"/>
                  </a:lnTo>
                  <a:lnTo>
                    <a:pt x="482180" y="168974"/>
                  </a:lnTo>
                  <a:lnTo>
                    <a:pt x="483191" y="164536"/>
                  </a:lnTo>
                  <a:lnTo>
                    <a:pt x="483254" y="164259"/>
                  </a:lnTo>
                  <a:lnTo>
                    <a:pt x="483694" y="162323"/>
                  </a:lnTo>
                  <a:lnTo>
                    <a:pt x="484025" y="160878"/>
                  </a:lnTo>
                  <a:lnTo>
                    <a:pt x="484034" y="160718"/>
                  </a:lnTo>
                  <a:lnTo>
                    <a:pt x="483766" y="156667"/>
                  </a:lnTo>
                  <a:lnTo>
                    <a:pt x="483451" y="155538"/>
                  </a:lnTo>
                  <a:lnTo>
                    <a:pt x="483183" y="154901"/>
                  </a:lnTo>
                  <a:lnTo>
                    <a:pt x="482455" y="153527"/>
                  </a:lnTo>
                  <a:lnTo>
                    <a:pt x="480680" y="153327"/>
                  </a:lnTo>
                  <a:lnTo>
                    <a:pt x="478400" y="151697"/>
                  </a:lnTo>
                  <a:lnTo>
                    <a:pt x="475723" y="151281"/>
                  </a:lnTo>
                  <a:lnTo>
                    <a:pt x="474821" y="149702"/>
                  </a:lnTo>
                  <a:lnTo>
                    <a:pt x="473755" y="148199"/>
                  </a:lnTo>
                  <a:lnTo>
                    <a:pt x="471844" y="147894"/>
                  </a:lnTo>
                  <a:lnTo>
                    <a:pt x="470221" y="147845"/>
                  </a:lnTo>
                  <a:lnTo>
                    <a:pt x="469270" y="147669"/>
                  </a:lnTo>
                  <a:lnTo>
                    <a:pt x="467865" y="147408"/>
                  </a:lnTo>
                  <a:lnTo>
                    <a:pt x="464419" y="146809"/>
                  </a:lnTo>
                  <a:lnTo>
                    <a:pt x="464321" y="145586"/>
                  </a:lnTo>
                  <a:lnTo>
                    <a:pt x="464047" y="142426"/>
                  </a:lnTo>
                  <a:lnTo>
                    <a:pt x="463651" y="142450"/>
                  </a:lnTo>
                  <a:lnTo>
                    <a:pt x="463271" y="142473"/>
                  </a:lnTo>
                  <a:lnTo>
                    <a:pt x="462760" y="142509"/>
                  </a:lnTo>
                  <a:lnTo>
                    <a:pt x="462256" y="142544"/>
                  </a:lnTo>
                  <a:lnTo>
                    <a:pt x="461880" y="142568"/>
                  </a:lnTo>
                  <a:lnTo>
                    <a:pt x="461104" y="142626"/>
                  </a:lnTo>
                  <a:lnTo>
                    <a:pt x="460271" y="142689"/>
                  </a:lnTo>
                  <a:lnTo>
                    <a:pt x="459905" y="142702"/>
                  </a:lnTo>
                  <a:lnTo>
                    <a:pt x="459760" y="142717"/>
                  </a:lnTo>
                  <a:lnTo>
                    <a:pt x="459361" y="142755"/>
                  </a:lnTo>
                  <a:lnTo>
                    <a:pt x="458742" y="142758"/>
                  </a:lnTo>
                  <a:lnTo>
                    <a:pt x="458941" y="143117"/>
                  </a:lnTo>
                  <a:lnTo>
                    <a:pt x="459050" y="143308"/>
                  </a:lnTo>
                  <a:lnTo>
                    <a:pt x="459485" y="143817"/>
                  </a:lnTo>
                  <a:lnTo>
                    <a:pt x="459752" y="144155"/>
                  </a:lnTo>
                  <a:lnTo>
                    <a:pt x="459727" y="144308"/>
                  </a:lnTo>
                  <a:lnTo>
                    <a:pt x="459709" y="144491"/>
                  </a:lnTo>
                  <a:lnTo>
                    <a:pt x="459615" y="144855"/>
                  </a:lnTo>
                  <a:lnTo>
                    <a:pt x="459528" y="145152"/>
                  </a:lnTo>
                  <a:lnTo>
                    <a:pt x="459455" y="145280"/>
                  </a:lnTo>
                  <a:lnTo>
                    <a:pt x="459368" y="145425"/>
                  </a:lnTo>
                  <a:lnTo>
                    <a:pt x="458953" y="145954"/>
                  </a:lnTo>
                  <a:lnTo>
                    <a:pt x="458811" y="146101"/>
                  </a:lnTo>
                  <a:lnTo>
                    <a:pt x="458556" y="146351"/>
                  </a:lnTo>
                  <a:lnTo>
                    <a:pt x="458098" y="146725"/>
                  </a:lnTo>
                  <a:lnTo>
                    <a:pt x="457694" y="146857"/>
                  </a:lnTo>
                  <a:lnTo>
                    <a:pt x="457460" y="146949"/>
                  </a:lnTo>
                  <a:lnTo>
                    <a:pt x="457203" y="147023"/>
                  </a:lnTo>
                  <a:lnTo>
                    <a:pt x="456948" y="147193"/>
                  </a:lnTo>
                  <a:lnTo>
                    <a:pt x="456584" y="146926"/>
                  </a:lnTo>
                  <a:lnTo>
                    <a:pt x="456419" y="146918"/>
                  </a:lnTo>
                  <a:lnTo>
                    <a:pt x="456126" y="147109"/>
                  </a:lnTo>
                  <a:lnTo>
                    <a:pt x="455964" y="147109"/>
                  </a:lnTo>
                  <a:lnTo>
                    <a:pt x="455813" y="147114"/>
                  </a:lnTo>
                  <a:lnTo>
                    <a:pt x="455605" y="147112"/>
                  </a:lnTo>
                  <a:lnTo>
                    <a:pt x="455460" y="147150"/>
                  </a:lnTo>
                  <a:lnTo>
                    <a:pt x="455251" y="147239"/>
                  </a:lnTo>
                  <a:lnTo>
                    <a:pt x="454908" y="147643"/>
                  </a:lnTo>
                  <a:lnTo>
                    <a:pt x="454699" y="147613"/>
                  </a:lnTo>
                  <a:lnTo>
                    <a:pt x="454467" y="147453"/>
                  </a:lnTo>
                  <a:lnTo>
                    <a:pt x="454307" y="147394"/>
                  </a:lnTo>
                  <a:lnTo>
                    <a:pt x="454048" y="147145"/>
                  </a:lnTo>
                  <a:lnTo>
                    <a:pt x="453824" y="146974"/>
                  </a:lnTo>
                  <a:lnTo>
                    <a:pt x="453671" y="146890"/>
                  </a:lnTo>
                  <a:lnTo>
                    <a:pt x="453333" y="146600"/>
                  </a:lnTo>
                  <a:lnTo>
                    <a:pt x="453165" y="146473"/>
                  </a:lnTo>
                  <a:lnTo>
                    <a:pt x="452925" y="146445"/>
                  </a:lnTo>
                  <a:lnTo>
                    <a:pt x="452701" y="146715"/>
                  </a:lnTo>
                  <a:lnTo>
                    <a:pt x="452483" y="146839"/>
                  </a:lnTo>
                  <a:lnTo>
                    <a:pt x="452101" y="146862"/>
                  </a:lnTo>
                  <a:lnTo>
                    <a:pt x="451925" y="146847"/>
                  </a:lnTo>
                  <a:lnTo>
                    <a:pt x="451727" y="146832"/>
                  </a:lnTo>
                  <a:lnTo>
                    <a:pt x="451312" y="146702"/>
                  </a:lnTo>
                  <a:lnTo>
                    <a:pt x="451116" y="146702"/>
                  </a:lnTo>
                  <a:lnTo>
                    <a:pt x="450961" y="146694"/>
                  </a:lnTo>
                  <a:lnTo>
                    <a:pt x="450740" y="146694"/>
                  </a:lnTo>
                  <a:lnTo>
                    <a:pt x="450544" y="146702"/>
                  </a:lnTo>
                  <a:lnTo>
                    <a:pt x="450269" y="146692"/>
                  </a:lnTo>
                  <a:lnTo>
                    <a:pt x="450111" y="146692"/>
                  </a:lnTo>
                  <a:lnTo>
                    <a:pt x="449757" y="146699"/>
                  </a:lnTo>
                  <a:lnTo>
                    <a:pt x="449513" y="146702"/>
                  </a:lnTo>
                  <a:lnTo>
                    <a:pt x="449320" y="146707"/>
                  </a:lnTo>
                  <a:lnTo>
                    <a:pt x="449101" y="146712"/>
                  </a:lnTo>
                  <a:lnTo>
                    <a:pt x="448844" y="146715"/>
                  </a:lnTo>
                  <a:lnTo>
                    <a:pt x="448663" y="146720"/>
                  </a:lnTo>
                  <a:lnTo>
                    <a:pt x="448274" y="146727"/>
                  </a:lnTo>
                  <a:lnTo>
                    <a:pt x="448086" y="146730"/>
                  </a:lnTo>
                  <a:lnTo>
                    <a:pt x="447931" y="146733"/>
                  </a:lnTo>
                  <a:lnTo>
                    <a:pt x="447689" y="146735"/>
                  </a:lnTo>
                  <a:lnTo>
                    <a:pt x="447475" y="146740"/>
                  </a:lnTo>
                  <a:lnTo>
                    <a:pt x="447040" y="146748"/>
                  </a:lnTo>
                  <a:lnTo>
                    <a:pt x="446857" y="146750"/>
                  </a:lnTo>
                  <a:lnTo>
                    <a:pt x="446663" y="146755"/>
                  </a:lnTo>
                  <a:lnTo>
                    <a:pt x="446444" y="146758"/>
                  </a:lnTo>
                  <a:lnTo>
                    <a:pt x="446269" y="146763"/>
                  </a:lnTo>
                  <a:lnTo>
                    <a:pt x="446063" y="146766"/>
                  </a:lnTo>
                  <a:lnTo>
                    <a:pt x="445829" y="146771"/>
                  </a:lnTo>
                  <a:lnTo>
                    <a:pt x="445628" y="146773"/>
                  </a:lnTo>
                  <a:lnTo>
                    <a:pt x="445020" y="146783"/>
                  </a:lnTo>
                  <a:lnTo>
                    <a:pt x="444862" y="146786"/>
                  </a:lnTo>
                  <a:lnTo>
                    <a:pt x="444668" y="146789"/>
                  </a:lnTo>
                  <a:lnTo>
                    <a:pt x="444455" y="146791"/>
                  </a:lnTo>
                  <a:lnTo>
                    <a:pt x="444050" y="146799"/>
                  </a:lnTo>
                  <a:lnTo>
                    <a:pt x="443836" y="146804"/>
                  </a:lnTo>
                  <a:lnTo>
                    <a:pt x="443627" y="146806"/>
                  </a:lnTo>
                  <a:lnTo>
                    <a:pt x="443235" y="146814"/>
                  </a:lnTo>
                  <a:lnTo>
                    <a:pt x="442958" y="146819"/>
                  </a:lnTo>
                  <a:lnTo>
                    <a:pt x="442609" y="146824"/>
                  </a:lnTo>
                  <a:lnTo>
                    <a:pt x="442380" y="146829"/>
                  </a:lnTo>
                  <a:lnTo>
                    <a:pt x="442062" y="146834"/>
                  </a:lnTo>
                  <a:lnTo>
                    <a:pt x="441925" y="146804"/>
                  </a:lnTo>
                  <a:lnTo>
                    <a:pt x="441968" y="147135"/>
                  </a:lnTo>
                  <a:lnTo>
                    <a:pt x="442352" y="147595"/>
                  </a:lnTo>
                  <a:lnTo>
                    <a:pt x="442530" y="147707"/>
                  </a:lnTo>
                  <a:lnTo>
                    <a:pt x="442698" y="147811"/>
                  </a:lnTo>
                  <a:lnTo>
                    <a:pt x="442838" y="147888"/>
                  </a:lnTo>
                  <a:lnTo>
                    <a:pt x="443034" y="147989"/>
                  </a:lnTo>
                  <a:lnTo>
                    <a:pt x="442902" y="148305"/>
                  </a:lnTo>
                  <a:lnTo>
                    <a:pt x="442655" y="148697"/>
                  </a:lnTo>
                  <a:lnTo>
                    <a:pt x="442441" y="148855"/>
                  </a:lnTo>
                  <a:lnTo>
                    <a:pt x="442273" y="149096"/>
                  </a:lnTo>
                  <a:lnTo>
                    <a:pt x="442075" y="149305"/>
                  </a:lnTo>
                  <a:lnTo>
                    <a:pt x="441920" y="149483"/>
                  </a:lnTo>
                  <a:lnTo>
                    <a:pt x="441487" y="149878"/>
                  </a:lnTo>
                  <a:lnTo>
                    <a:pt x="441192" y="150007"/>
                  </a:lnTo>
                  <a:lnTo>
                    <a:pt x="440937" y="150180"/>
                  </a:lnTo>
                  <a:lnTo>
                    <a:pt x="440825" y="150389"/>
                  </a:lnTo>
                  <a:lnTo>
                    <a:pt x="440640" y="150689"/>
                  </a:lnTo>
                  <a:lnTo>
                    <a:pt x="440487" y="150949"/>
                  </a:lnTo>
                  <a:lnTo>
                    <a:pt x="440317" y="151224"/>
                  </a:lnTo>
                  <a:lnTo>
                    <a:pt x="440082" y="151613"/>
                  </a:lnTo>
                  <a:lnTo>
                    <a:pt x="439988" y="151753"/>
                  </a:lnTo>
                  <a:lnTo>
                    <a:pt x="439673" y="152221"/>
                  </a:lnTo>
                  <a:lnTo>
                    <a:pt x="439535" y="152392"/>
                  </a:lnTo>
                  <a:lnTo>
                    <a:pt x="439225" y="152666"/>
                  </a:lnTo>
                  <a:lnTo>
                    <a:pt x="438861" y="152982"/>
                  </a:lnTo>
                  <a:lnTo>
                    <a:pt x="438591" y="153173"/>
                  </a:lnTo>
                  <a:lnTo>
                    <a:pt x="438350" y="153351"/>
                  </a:lnTo>
                  <a:lnTo>
                    <a:pt x="438131" y="153481"/>
                  </a:lnTo>
                  <a:lnTo>
                    <a:pt x="437912" y="153519"/>
                  </a:lnTo>
                  <a:lnTo>
                    <a:pt x="437729" y="153554"/>
                  </a:lnTo>
                  <a:lnTo>
                    <a:pt x="437301" y="153560"/>
                  </a:lnTo>
                  <a:lnTo>
                    <a:pt x="436978" y="153567"/>
                  </a:lnTo>
                  <a:lnTo>
                    <a:pt x="436380" y="153431"/>
                  </a:lnTo>
                  <a:lnTo>
                    <a:pt x="436066" y="153319"/>
                  </a:lnTo>
                  <a:lnTo>
                    <a:pt x="435914" y="153264"/>
                  </a:lnTo>
                  <a:lnTo>
                    <a:pt x="435372" y="153068"/>
                  </a:lnTo>
                  <a:lnTo>
                    <a:pt x="434830" y="152867"/>
                  </a:lnTo>
                  <a:lnTo>
                    <a:pt x="434286" y="152669"/>
                  </a:lnTo>
                  <a:lnTo>
                    <a:pt x="433690" y="152450"/>
                  </a:lnTo>
                  <a:lnTo>
                    <a:pt x="433314" y="152328"/>
                  </a:lnTo>
                  <a:lnTo>
                    <a:pt x="433034" y="152219"/>
                  </a:lnTo>
                  <a:lnTo>
                    <a:pt x="432790" y="152214"/>
                  </a:lnTo>
                  <a:lnTo>
                    <a:pt x="432026" y="152203"/>
                  </a:lnTo>
                  <a:lnTo>
                    <a:pt x="431848" y="152198"/>
                  </a:lnTo>
                  <a:lnTo>
                    <a:pt x="431398" y="152188"/>
                  </a:lnTo>
                  <a:lnTo>
                    <a:pt x="430802" y="152175"/>
                  </a:lnTo>
                  <a:lnTo>
                    <a:pt x="430563" y="152165"/>
                  </a:lnTo>
                  <a:lnTo>
                    <a:pt x="430344" y="152208"/>
                  </a:lnTo>
                  <a:lnTo>
                    <a:pt x="430217" y="152315"/>
                  </a:lnTo>
                  <a:lnTo>
                    <a:pt x="429955" y="152506"/>
                  </a:lnTo>
                  <a:lnTo>
                    <a:pt x="429337" y="152962"/>
                  </a:lnTo>
                  <a:lnTo>
                    <a:pt x="429016" y="153163"/>
                  </a:lnTo>
                  <a:lnTo>
                    <a:pt x="428197" y="152432"/>
                  </a:lnTo>
                  <a:lnTo>
                    <a:pt x="427869" y="152142"/>
                  </a:lnTo>
                  <a:lnTo>
                    <a:pt x="427660" y="151959"/>
                  </a:lnTo>
                  <a:lnTo>
                    <a:pt x="427276" y="151631"/>
                  </a:lnTo>
                  <a:lnTo>
                    <a:pt x="427123" y="151501"/>
                  </a:lnTo>
                  <a:lnTo>
                    <a:pt x="426830" y="151257"/>
                  </a:lnTo>
                  <a:lnTo>
                    <a:pt x="426627" y="151089"/>
                  </a:lnTo>
                  <a:lnTo>
                    <a:pt x="426464" y="150957"/>
                  </a:lnTo>
                  <a:lnTo>
                    <a:pt x="426291" y="150814"/>
                  </a:lnTo>
                  <a:lnTo>
                    <a:pt x="426113" y="150679"/>
                  </a:lnTo>
                  <a:lnTo>
                    <a:pt x="425889" y="150682"/>
                  </a:lnTo>
                  <a:lnTo>
                    <a:pt x="425543" y="150679"/>
                  </a:lnTo>
                  <a:lnTo>
                    <a:pt x="425276" y="150692"/>
                  </a:lnTo>
                  <a:lnTo>
                    <a:pt x="425047" y="150641"/>
                  </a:lnTo>
                  <a:lnTo>
                    <a:pt x="424912" y="150654"/>
                  </a:lnTo>
                  <a:lnTo>
                    <a:pt x="424538" y="150845"/>
                  </a:lnTo>
                  <a:lnTo>
                    <a:pt x="423930" y="151048"/>
                  </a:lnTo>
                  <a:lnTo>
                    <a:pt x="423701" y="151183"/>
                  </a:lnTo>
                  <a:lnTo>
                    <a:pt x="423469" y="151264"/>
                  </a:lnTo>
                  <a:lnTo>
                    <a:pt x="422858" y="151473"/>
                  </a:lnTo>
                  <a:lnTo>
                    <a:pt x="422543" y="151610"/>
                  </a:lnTo>
                  <a:lnTo>
                    <a:pt x="422390" y="151677"/>
                  </a:lnTo>
                  <a:lnTo>
                    <a:pt x="421667" y="151974"/>
                  </a:lnTo>
                  <a:lnTo>
                    <a:pt x="421408" y="152086"/>
                  </a:lnTo>
                  <a:lnTo>
                    <a:pt x="421248" y="152158"/>
                  </a:lnTo>
                  <a:lnTo>
                    <a:pt x="420965" y="152371"/>
                  </a:lnTo>
                  <a:lnTo>
                    <a:pt x="420739" y="152542"/>
                  </a:lnTo>
                  <a:lnTo>
                    <a:pt x="420258" y="152951"/>
                  </a:lnTo>
                  <a:lnTo>
                    <a:pt x="419858" y="153280"/>
                  </a:lnTo>
                  <a:lnTo>
                    <a:pt x="419278" y="153750"/>
                  </a:lnTo>
                  <a:lnTo>
                    <a:pt x="419118" y="153582"/>
                  </a:lnTo>
                  <a:lnTo>
                    <a:pt x="418965" y="153425"/>
                  </a:lnTo>
                  <a:lnTo>
                    <a:pt x="418863" y="153264"/>
                  </a:lnTo>
                  <a:lnTo>
                    <a:pt x="418622" y="152890"/>
                  </a:lnTo>
                  <a:lnTo>
                    <a:pt x="418253" y="152501"/>
                  </a:lnTo>
                  <a:lnTo>
                    <a:pt x="417853" y="152030"/>
                  </a:lnTo>
                  <a:lnTo>
                    <a:pt x="417594" y="151722"/>
                  </a:lnTo>
                  <a:lnTo>
                    <a:pt x="417423" y="151524"/>
                  </a:lnTo>
                  <a:lnTo>
                    <a:pt x="417199" y="151501"/>
                  </a:lnTo>
                  <a:lnTo>
                    <a:pt x="416825" y="151666"/>
                  </a:lnTo>
                  <a:lnTo>
                    <a:pt x="416446" y="151801"/>
                  </a:lnTo>
                  <a:lnTo>
                    <a:pt x="416197" y="151878"/>
                  </a:lnTo>
                  <a:lnTo>
                    <a:pt x="415695" y="152002"/>
                  </a:lnTo>
                  <a:lnTo>
                    <a:pt x="415118" y="152178"/>
                  </a:lnTo>
                  <a:lnTo>
                    <a:pt x="414517" y="152366"/>
                  </a:lnTo>
                  <a:lnTo>
                    <a:pt x="413942" y="152544"/>
                  </a:lnTo>
                  <a:lnTo>
                    <a:pt x="413744" y="152588"/>
                  </a:lnTo>
                  <a:lnTo>
                    <a:pt x="413360" y="152585"/>
                  </a:lnTo>
                  <a:lnTo>
                    <a:pt x="412787" y="152588"/>
                  </a:lnTo>
                  <a:lnTo>
                    <a:pt x="412212" y="152595"/>
                  </a:lnTo>
                  <a:lnTo>
                    <a:pt x="411563" y="152623"/>
                  </a:lnTo>
                  <a:lnTo>
                    <a:pt x="411370" y="152618"/>
                  </a:lnTo>
                  <a:lnTo>
                    <a:pt x="411243" y="152763"/>
                  </a:lnTo>
                  <a:lnTo>
                    <a:pt x="411209" y="152946"/>
                  </a:lnTo>
                  <a:lnTo>
                    <a:pt x="411166" y="153099"/>
                  </a:lnTo>
                  <a:lnTo>
                    <a:pt x="411085" y="153402"/>
                  </a:lnTo>
                  <a:lnTo>
                    <a:pt x="411036" y="153580"/>
                  </a:lnTo>
                  <a:lnTo>
                    <a:pt x="410930" y="153979"/>
                  </a:lnTo>
                  <a:lnTo>
                    <a:pt x="410833" y="154346"/>
                  </a:lnTo>
                  <a:lnTo>
                    <a:pt x="410655" y="154702"/>
                  </a:lnTo>
                  <a:lnTo>
                    <a:pt x="410204" y="155147"/>
                  </a:lnTo>
                  <a:lnTo>
                    <a:pt x="409894" y="155455"/>
                  </a:lnTo>
                  <a:lnTo>
                    <a:pt x="409367" y="155822"/>
                  </a:lnTo>
                  <a:lnTo>
                    <a:pt x="409181" y="155715"/>
                  </a:lnTo>
                  <a:lnTo>
                    <a:pt x="408754" y="155473"/>
                  </a:lnTo>
                  <a:lnTo>
                    <a:pt x="408075" y="155030"/>
                  </a:lnTo>
                  <a:lnTo>
                    <a:pt x="407881" y="154837"/>
                  </a:lnTo>
                  <a:lnTo>
                    <a:pt x="407568" y="154577"/>
                  </a:lnTo>
                  <a:lnTo>
                    <a:pt x="407436" y="154504"/>
                  </a:lnTo>
                  <a:lnTo>
                    <a:pt x="407237" y="154392"/>
                  </a:lnTo>
                  <a:lnTo>
                    <a:pt x="406935" y="154231"/>
                  </a:lnTo>
                  <a:lnTo>
                    <a:pt x="406695" y="154107"/>
                  </a:lnTo>
                  <a:lnTo>
                    <a:pt x="406115" y="154028"/>
                  </a:lnTo>
                  <a:lnTo>
                    <a:pt x="405505" y="153946"/>
                  </a:lnTo>
                  <a:lnTo>
                    <a:pt x="404960" y="153885"/>
                  </a:lnTo>
                  <a:lnTo>
                    <a:pt x="404408" y="153794"/>
                  </a:lnTo>
                  <a:lnTo>
                    <a:pt x="404159" y="153738"/>
                  </a:lnTo>
                  <a:lnTo>
                    <a:pt x="403958" y="153600"/>
                  </a:lnTo>
                  <a:lnTo>
                    <a:pt x="403744" y="153460"/>
                  </a:lnTo>
                  <a:lnTo>
                    <a:pt x="403479" y="153285"/>
                  </a:lnTo>
                  <a:lnTo>
                    <a:pt x="403237" y="153369"/>
                  </a:lnTo>
                  <a:lnTo>
                    <a:pt x="402823" y="153707"/>
                  </a:lnTo>
                  <a:lnTo>
                    <a:pt x="402609" y="153885"/>
                  </a:lnTo>
                  <a:lnTo>
                    <a:pt x="402433" y="154035"/>
                  </a:lnTo>
                  <a:lnTo>
                    <a:pt x="402143" y="154114"/>
                  </a:lnTo>
                  <a:lnTo>
                    <a:pt x="401683" y="154226"/>
                  </a:lnTo>
                  <a:lnTo>
                    <a:pt x="401426" y="154267"/>
                  </a:lnTo>
                  <a:lnTo>
                    <a:pt x="401164" y="154437"/>
                  </a:lnTo>
                  <a:lnTo>
                    <a:pt x="401125" y="154623"/>
                  </a:lnTo>
                  <a:lnTo>
                    <a:pt x="401092" y="154900"/>
                  </a:lnTo>
                  <a:lnTo>
                    <a:pt x="401041" y="155254"/>
                  </a:lnTo>
                  <a:lnTo>
                    <a:pt x="401006" y="155422"/>
                  </a:lnTo>
                  <a:lnTo>
                    <a:pt x="400812" y="155773"/>
                  </a:lnTo>
                  <a:lnTo>
                    <a:pt x="400731" y="155903"/>
                  </a:lnTo>
                  <a:lnTo>
                    <a:pt x="400515" y="156229"/>
                  </a:lnTo>
                  <a:lnTo>
                    <a:pt x="400347" y="156213"/>
                  </a:lnTo>
                  <a:lnTo>
                    <a:pt x="400064" y="156135"/>
                  </a:lnTo>
                  <a:lnTo>
                    <a:pt x="399795" y="156071"/>
                  </a:lnTo>
                  <a:lnTo>
                    <a:pt x="399563" y="156023"/>
                  </a:lnTo>
                  <a:lnTo>
                    <a:pt x="399403" y="155979"/>
                  </a:lnTo>
                  <a:lnTo>
                    <a:pt x="399136" y="156028"/>
                  </a:lnTo>
                  <a:lnTo>
                    <a:pt x="399006" y="156226"/>
                  </a:lnTo>
                  <a:lnTo>
                    <a:pt x="398797" y="156432"/>
                  </a:lnTo>
                  <a:lnTo>
                    <a:pt x="398515" y="156707"/>
                  </a:lnTo>
                  <a:lnTo>
                    <a:pt x="398286" y="156862"/>
                  </a:lnTo>
                  <a:lnTo>
                    <a:pt x="398067" y="156901"/>
                  </a:lnTo>
                  <a:lnTo>
                    <a:pt x="397718" y="156992"/>
                  </a:lnTo>
                  <a:lnTo>
                    <a:pt x="397502" y="157035"/>
                  </a:lnTo>
                  <a:lnTo>
                    <a:pt x="397161" y="157099"/>
                  </a:lnTo>
                  <a:lnTo>
                    <a:pt x="396960" y="157127"/>
                  </a:lnTo>
                  <a:lnTo>
                    <a:pt x="396800" y="157150"/>
                  </a:lnTo>
                  <a:lnTo>
                    <a:pt x="396489" y="157124"/>
                  </a:lnTo>
                  <a:lnTo>
                    <a:pt x="396059" y="157099"/>
                  </a:lnTo>
                  <a:lnTo>
                    <a:pt x="395787" y="157061"/>
                  </a:lnTo>
                  <a:lnTo>
                    <a:pt x="395606" y="157015"/>
                  </a:lnTo>
                  <a:lnTo>
                    <a:pt x="395352" y="156911"/>
                  </a:lnTo>
                  <a:lnTo>
                    <a:pt x="395034" y="156786"/>
                  </a:lnTo>
                  <a:lnTo>
                    <a:pt x="394767" y="156702"/>
                  </a:lnTo>
                  <a:lnTo>
                    <a:pt x="394588" y="156626"/>
                  </a:lnTo>
                  <a:lnTo>
                    <a:pt x="394484" y="156455"/>
                  </a:lnTo>
                  <a:lnTo>
                    <a:pt x="394189" y="156165"/>
                  </a:lnTo>
                  <a:lnTo>
                    <a:pt x="394046" y="156224"/>
                  </a:lnTo>
                  <a:lnTo>
                    <a:pt x="393807" y="156366"/>
                  </a:lnTo>
                  <a:lnTo>
                    <a:pt x="393604" y="156430"/>
                  </a:lnTo>
                  <a:lnTo>
                    <a:pt x="393128" y="156628"/>
                  </a:lnTo>
                  <a:lnTo>
                    <a:pt x="392741" y="156776"/>
                  </a:lnTo>
                  <a:lnTo>
                    <a:pt x="392459" y="156738"/>
                  </a:lnTo>
                  <a:lnTo>
                    <a:pt x="392143" y="156700"/>
                  </a:lnTo>
                  <a:lnTo>
                    <a:pt x="391665" y="156644"/>
                  </a:lnTo>
                  <a:lnTo>
                    <a:pt x="391415" y="156600"/>
                  </a:lnTo>
                  <a:lnTo>
                    <a:pt x="391263" y="156562"/>
                  </a:lnTo>
                  <a:lnTo>
                    <a:pt x="391123" y="156488"/>
                  </a:lnTo>
                  <a:lnTo>
                    <a:pt x="390944" y="156405"/>
                  </a:lnTo>
                  <a:lnTo>
                    <a:pt x="390708" y="156277"/>
                  </a:lnTo>
                  <a:lnTo>
                    <a:pt x="390487" y="156168"/>
                  </a:lnTo>
                  <a:lnTo>
                    <a:pt x="390224" y="155972"/>
                  </a:lnTo>
                  <a:lnTo>
                    <a:pt x="390049" y="155842"/>
                  </a:lnTo>
                  <a:lnTo>
                    <a:pt x="389886" y="155679"/>
                  </a:lnTo>
                  <a:lnTo>
                    <a:pt x="389726" y="155521"/>
                  </a:lnTo>
                  <a:lnTo>
                    <a:pt x="389568" y="155440"/>
                  </a:lnTo>
                  <a:lnTo>
                    <a:pt x="389410" y="155275"/>
                  </a:lnTo>
                  <a:lnTo>
                    <a:pt x="389232" y="155158"/>
                  </a:lnTo>
                  <a:lnTo>
                    <a:pt x="389057" y="155053"/>
                  </a:lnTo>
                  <a:lnTo>
                    <a:pt x="388896" y="154949"/>
                  </a:lnTo>
                  <a:lnTo>
                    <a:pt x="388680" y="154804"/>
                  </a:lnTo>
                  <a:lnTo>
                    <a:pt x="388502" y="154651"/>
                  </a:lnTo>
                  <a:lnTo>
                    <a:pt x="388181" y="154422"/>
                  </a:lnTo>
                  <a:lnTo>
                    <a:pt x="387914" y="154226"/>
                  </a:lnTo>
                  <a:lnTo>
                    <a:pt x="387593" y="154048"/>
                  </a:lnTo>
                  <a:lnTo>
                    <a:pt x="387357" y="153885"/>
                  </a:lnTo>
                  <a:lnTo>
                    <a:pt x="387110" y="153727"/>
                  </a:lnTo>
                  <a:lnTo>
                    <a:pt x="386886" y="153562"/>
                  </a:lnTo>
                  <a:lnTo>
                    <a:pt x="386481" y="153308"/>
                  </a:lnTo>
                  <a:lnTo>
                    <a:pt x="386341" y="153249"/>
                  </a:lnTo>
                  <a:lnTo>
                    <a:pt x="386074" y="153208"/>
                  </a:lnTo>
                  <a:lnTo>
                    <a:pt x="385693" y="153160"/>
                  </a:lnTo>
                  <a:lnTo>
                    <a:pt x="385385" y="153117"/>
                  </a:lnTo>
                  <a:lnTo>
                    <a:pt x="385120" y="153104"/>
                  </a:lnTo>
                  <a:lnTo>
                    <a:pt x="384947" y="153068"/>
                  </a:lnTo>
                  <a:lnTo>
                    <a:pt x="384802" y="153094"/>
                  </a:lnTo>
                  <a:lnTo>
                    <a:pt x="384443" y="153165"/>
                  </a:lnTo>
                  <a:lnTo>
                    <a:pt x="384138" y="153241"/>
                  </a:lnTo>
                  <a:lnTo>
                    <a:pt x="383825" y="153318"/>
                  </a:lnTo>
                  <a:lnTo>
                    <a:pt x="383341" y="153330"/>
                  </a:lnTo>
                  <a:lnTo>
                    <a:pt x="382952" y="153338"/>
                  </a:lnTo>
                  <a:lnTo>
                    <a:pt x="382649" y="153346"/>
                  </a:lnTo>
                  <a:lnTo>
                    <a:pt x="382283" y="153374"/>
                  </a:lnTo>
                  <a:lnTo>
                    <a:pt x="381761" y="153437"/>
                  </a:lnTo>
                  <a:lnTo>
                    <a:pt x="381263" y="153453"/>
                  </a:lnTo>
                  <a:lnTo>
                    <a:pt x="380942" y="153486"/>
                  </a:lnTo>
                  <a:lnTo>
                    <a:pt x="380199" y="153636"/>
                  </a:lnTo>
                  <a:lnTo>
                    <a:pt x="380016" y="153704"/>
                  </a:lnTo>
                  <a:lnTo>
                    <a:pt x="379736" y="153809"/>
                  </a:lnTo>
                  <a:lnTo>
                    <a:pt x="379568" y="153974"/>
                  </a:lnTo>
                  <a:lnTo>
                    <a:pt x="379123" y="154150"/>
                  </a:lnTo>
                  <a:lnTo>
                    <a:pt x="378901" y="154262"/>
                  </a:lnTo>
                  <a:lnTo>
                    <a:pt x="378102" y="154839"/>
                  </a:lnTo>
                  <a:lnTo>
                    <a:pt x="377947" y="155048"/>
                  </a:lnTo>
                  <a:lnTo>
                    <a:pt x="377764" y="155094"/>
                  </a:lnTo>
                  <a:lnTo>
                    <a:pt x="377586" y="155173"/>
                  </a:lnTo>
                  <a:lnTo>
                    <a:pt x="376860" y="155812"/>
                  </a:lnTo>
                  <a:lnTo>
                    <a:pt x="376677" y="155862"/>
                  </a:lnTo>
                  <a:lnTo>
                    <a:pt x="376471" y="155878"/>
                  </a:lnTo>
                  <a:lnTo>
                    <a:pt x="376313" y="155911"/>
                  </a:lnTo>
                  <a:lnTo>
                    <a:pt x="376166" y="155957"/>
                  </a:lnTo>
                  <a:lnTo>
                    <a:pt x="375360" y="155975"/>
                  </a:lnTo>
                  <a:lnTo>
                    <a:pt x="374686" y="155989"/>
                  </a:lnTo>
                  <a:lnTo>
                    <a:pt x="374454" y="155995"/>
                  </a:lnTo>
                  <a:lnTo>
                    <a:pt x="374030" y="156004"/>
                  </a:lnTo>
                  <a:lnTo>
                    <a:pt x="373188" y="156376"/>
                  </a:lnTo>
                  <a:lnTo>
                    <a:pt x="372946" y="156288"/>
                  </a:lnTo>
                  <a:lnTo>
                    <a:pt x="372769" y="156265"/>
                  </a:lnTo>
                  <a:lnTo>
                    <a:pt x="372559" y="156238"/>
                  </a:lnTo>
                  <a:lnTo>
                    <a:pt x="372027" y="156169"/>
                  </a:lnTo>
                  <a:lnTo>
                    <a:pt x="371502" y="156101"/>
                  </a:lnTo>
                  <a:lnTo>
                    <a:pt x="371363" y="156083"/>
                  </a:lnTo>
                  <a:lnTo>
                    <a:pt x="371123" y="156053"/>
                  </a:lnTo>
                  <a:lnTo>
                    <a:pt x="370769" y="156009"/>
                  </a:lnTo>
                  <a:lnTo>
                    <a:pt x="370508" y="155974"/>
                  </a:lnTo>
                  <a:lnTo>
                    <a:pt x="370048" y="155905"/>
                  </a:lnTo>
                  <a:lnTo>
                    <a:pt x="369795" y="155867"/>
                  </a:lnTo>
                  <a:lnTo>
                    <a:pt x="369342" y="155756"/>
                  </a:lnTo>
                  <a:lnTo>
                    <a:pt x="368583" y="155568"/>
                  </a:lnTo>
                  <a:lnTo>
                    <a:pt x="368216" y="156196"/>
                  </a:lnTo>
                  <a:lnTo>
                    <a:pt x="367750" y="156995"/>
                  </a:lnTo>
                  <a:lnTo>
                    <a:pt x="367559" y="157322"/>
                  </a:lnTo>
                  <a:lnTo>
                    <a:pt x="367470" y="157498"/>
                  </a:lnTo>
                  <a:lnTo>
                    <a:pt x="367322" y="157809"/>
                  </a:lnTo>
                  <a:lnTo>
                    <a:pt x="366383" y="158054"/>
                  </a:lnTo>
                  <a:lnTo>
                    <a:pt x="366094" y="158861"/>
                  </a:lnTo>
                  <a:lnTo>
                    <a:pt x="366259" y="159231"/>
                  </a:lnTo>
                  <a:lnTo>
                    <a:pt x="366197" y="159630"/>
                  </a:lnTo>
                  <a:lnTo>
                    <a:pt x="366213" y="159781"/>
                  </a:lnTo>
                  <a:lnTo>
                    <a:pt x="366045" y="159878"/>
                  </a:lnTo>
                  <a:lnTo>
                    <a:pt x="365861" y="160185"/>
                  </a:lnTo>
                  <a:lnTo>
                    <a:pt x="365514" y="160424"/>
                  </a:lnTo>
                  <a:lnTo>
                    <a:pt x="365172" y="160761"/>
                  </a:lnTo>
                  <a:lnTo>
                    <a:pt x="364313" y="161026"/>
                  </a:lnTo>
                  <a:lnTo>
                    <a:pt x="364046" y="161109"/>
                  </a:lnTo>
                  <a:lnTo>
                    <a:pt x="363742" y="161203"/>
                  </a:lnTo>
                  <a:lnTo>
                    <a:pt x="363478" y="161246"/>
                  </a:lnTo>
                  <a:lnTo>
                    <a:pt x="363265" y="161304"/>
                  </a:lnTo>
                  <a:lnTo>
                    <a:pt x="362943" y="161357"/>
                  </a:lnTo>
                  <a:lnTo>
                    <a:pt x="362579" y="160986"/>
                  </a:lnTo>
                  <a:lnTo>
                    <a:pt x="362392" y="160826"/>
                  </a:lnTo>
                  <a:lnTo>
                    <a:pt x="362233" y="160649"/>
                  </a:lnTo>
                  <a:lnTo>
                    <a:pt x="361973" y="160329"/>
                  </a:lnTo>
                  <a:lnTo>
                    <a:pt x="361641" y="160174"/>
                  </a:lnTo>
                  <a:lnTo>
                    <a:pt x="361614" y="159822"/>
                  </a:lnTo>
                  <a:lnTo>
                    <a:pt x="361541" y="159490"/>
                  </a:lnTo>
                  <a:lnTo>
                    <a:pt x="361543" y="159172"/>
                  </a:lnTo>
                  <a:lnTo>
                    <a:pt x="361584" y="158988"/>
                  </a:lnTo>
                  <a:lnTo>
                    <a:pt x="361639" y="158691"/>
                  </a:lnTo>
                  <a:lnTo>
                    <a:pt x="361556" y="158347"/>
                  </a:lnTo>
                  <a:lnTo>
                    <a:pt x="361197" y="158229"/>
                  </a:lnTo>
                  <a:lnTo>
                    <a:pt x="360804" y="158087"/>
                  </a:lnTo>
                  <a:lnTo>
                    <a:pt x="360588" y="158035"/>
                  </a:lnTo>
                  <a:lnTo>
                    <a:pt x="360170" y="157787"/>
                  </a:lnTo>
                  <a:lnTo>
                    <a:pt x="360135" y="157648"/>
                  </a:lnTo>
                  <a:lnTo>
                    <a:pt x="360019" y="157132"/>
                  </a:lnTo>
                  <a:lnTo>
                    <a:pt x="359864" y="156568"/>
                  </a:lnTo>
                  <a:lnTo>
                    <a:pt x="360066" y="156219"/>
                  </a:lnTo>
                  <a:lnTo>
                    <a:pt x="360125" y="155980"/>
                  </a:lnTo>
                  <a:lnTo>
                    <a:pt x="360013" y="155611"/>
                  </a:lnTo>
                  <a:lnTo>
                    <a:pt x="359816" y="155365"/>
                  </a:lnTo>
                  <a:lnTo>
                    <a:pt x="358894" y="154827"/>
                  </a:lnTo>
                  <a:lnTo>
                    <a:pt x="355543" y="152928"/>
                  </a:lnTo>
                  <a:lnTo>
                    <a:pt x="355079" y="152651"/>
                  </a:lnTo>
                  <a:lnTo>
                    <a:pt x="354846" y="152457"/>
                  </a:lnTo>
                  <a:lnTo>
                    <a:pt x="354666" y="152200"/>
                  </a:lnTo>
                  <a:lnTo>
                    <a:pt x="354517" y="151862"/>
                  </a:lnTo>
                  <a:lnTo>
                    <a:pt x="354490" y="151709"/>
                  </a:lnTo>
                  <a:lnTo>
                    <a:pt x="354461" y="151548"/>
                  </a:lnTo>
                  <a:lnTo>
                    <a:pt x="354423" y="151220"/>
                  </a:lnTo>
                  <a:lnTo>
                    <a:pt x="354729" y="149576"/>
                  </a:lnTo>
                  <a:lnTo>
                    <a:pt x="355104" y="147257"/>
                  </a:lnTo>
                  <a:lnTo>
                    <a:pt x="355089" y="146890"/>
                  </a:lnTo>
                  <a:lnTo>
                    <a:pt x="355033" y="145693"/>
                  </a:lnTo>
                  <a:lnTo>
                    <a:pt x="355001" y="145218"/>
                  </a:lnTo>
                  <a:lnTo>
                    <a:pt x="354943" y="144824"/>
                  </a:lnTo>
                  <a:lnTo>
                    <a:pt x="354866" y="144436"/>
                  </a:lnTo>
                  <a:lnTo>
                    <a:pt x="354768" y="144090"/>
                  </a:lnTo>
                  <a:lnTo>
                    <a:pt x="354599" y="143738"/>
                  </a:lnTo>
                  <a:lnTo>
                    <a:pt x="354459" y="143534"/>
                  </a:lnTo>
                  <a:lnTo>
                    <a:pt x="353810" y="143010"/>
                  </a:lnTo>
                  <a:lnTo>
                    <a:pt x="353087" y="142519"/>
                  </a:lnTo>
                  <a:lnTo>
                    <a:pt x="352483" y="142138"/>
                  </a:lnTo>
                  <a:lnTo>
                    <a:pt x="351455" y="142634"/>
                  </a:lnTo>
                  <a:lnTo>
                    <a:pt x="350855" y="142835"/>
                  </a:lnTo>
                  <a:lnTo>
                    <a:pt x="350270" y="143054"/>
                  </a:lnTo>
                  <a:lnTo>
                    <a:pt x="349664" y="143298"/>
                  </a:lnTo>
                  <a:lnTo>
                    <a:pt x="348957" y="143590"/>
                  </a:lnTo>
                  <a:lnTo>
                    <a:pt x="348577" y="143657"/>
                  </a:lnTo>
                  <a:lnTo>
                    <a:pt x="348305" y="143781"/>
                  </a:lnTo>
                  <a:lnTo>
                    <a:pt x="348178" y="143878"/>
                  </a:lnTo>
                  <a:lnTo>
                    <a:pt x="347758" y="144204"/>
                  </a:lnTo>
                  <a:lnTo>
                    <a:pt x="347557" y="144382"/>
                  </a:lnTo>
                  <a:lnTo>
                    <a:pt x="347382" y="144677"/>
                  </a:lnTo>
                  <a:lnTo>
                    <a:pt x="347229" y="144934"/>
                  </a:lnTo>
                  <a:lnTo>
                    <a:pt x="347038" y="145191"/>
                  </a:lnTo>
                  <a:lnTo>
                    <a:pt x="346883" y="145400"/>
                  </a:lnTo>
                  <a:lnTo>
                    <a:pt x="346641" y="145758"/>
                  </a:lnTo>
                  <a:lnTo>
                    <a:pt x="346387" y="146053"/>
                  </a:lnTo>
                  <a:lnTo>
                    <a:pt x="346270" y="146275"/>
                  </a:lnTo>
                  <a:lnTo>
                    <a:pt x="346196" y="146410"/>
                  </a:lnTo>
                  <a:lnTo>
                    <a:pt x="346025" y="146501"/>
                  </a:lnTo>
                  <a:lnTo>
                    <a:pt x="345656" y="146730"/>
                  </a:lnTo>
                  <a:lnTo>
                    <a:pt x="345173" y="146985"/>
                  </a:lnTo>
                  <a:lnTo>
                    <a:pt x="344969" y="147114"/>
                  </a:lnTo>
                  <a:lnTo>
                    <a:pt x="344611" y="147349"/>
                  </a:lnTo>
                  <a:lnTo>
                    <a:pt x="344458" y="147425"/>
                  </a:lnTo>
                  <a:lnTo>
                    <a:pt x="344112" y="147600"/>
                  </a:lnTo>
                  <a:lnTo>
                    <a:pt x="343697" y="147516"/>
                  </a:lnTo>
                  <a:lnTo>
                    <a:pt x="343473" y="147468"/>
                  </a:lnTo>
                  <a:lnTo>
                    <a:pt x="343081" y="147389"/>
                  </a:lnTo>
                  <a:lnTo>
                    <a:pt x="342891" y="147349"/>
                  </a:lnTo>
                  <a:lnTo>
                    <a:pt x="342738" y="147318"/>
                  </a:lnTo>
                  <a:lnTo>
                    <a:pt x="342542" y="147349"/>
                  </a:lnTo>
                  <a:lnTo>
                    <a:pt x="342315" y="147379"/>
                  </a:lnTo>
                  <a:lnTo>
                    <a:pt x="341718" y="147504"/>
                  </a:lnTo>
                  <a:lnTo>
                    <a:pt x="341145" y="147567"/>
                  </a:lnTo>
                  <a:lnTo>
                    <a:pt x="340550" y="147852"/>
                  </a:lnTo>
                  <a:lnTo>
                    <a:pt x="340438" y="148010"/>
                  </a:lnTo>
                  <a:lnTo>
                    <a:pt x="340112" y="148206"/>
                  </a:lnTo>
                  <a:lnTo>
                    <a:pt x="339807" y="148168"/>
                  </a:lnTo>
                  <a:lnTo>
                    <a:pt x="339486" y="148120"/>
                  </a:lnTo>
                  <a:lnTo>
                    <a:pt x="339056" y="148076"/>
                  </a:lnTo>
                  <a:lnTo>
                    <a:pt x="338929" y="147883"/>
                  </a:lnTo>
                  <a:lnTo>
                    <a:pt x="338730" y="147585"/>
                  </a:lnTo>
                  <a:lnTo>
                    <a:pt x="338804" y="147244"/>
                  </a:lnTo>
                  <a:lnTo>
                    <a:pt x="338898" y="147104"/>
                  </a:lnTo>
                  <a:lnTo>
                    <a:pt x="338995" y="146964"/>
                  </a:lnTo>
                  <a:lnTo>
                    <a:pt x="339298" y="146672"/>
                  </a:lnTo>
                  <a:lnTo>
                    <a:pt x="339425" y="146547"/>
                  </a:lnTo>
                  <a:lnTo>
                    <a:pt x="339573" y="146404"/>
                  </a:lnTo>
                  <a:lnTo>
                    <a:pt x="339374" y="146071"/>
                  </a:lnTo>
                  <a:lnTo>
                    <a:pt x="339051" y="145539"/>
                  </a:lnTo>
                  <a:lnTo>
                    <a:pt x="338888" y="145270"/>
                  </a:lnTo>
                  <a:lnTo>
                    <a:pt x="338504" y="145005"/>
                  </a:lnTo>
                  <a:lnTo>
                    <a:pt x="338308" y="144728"/>
                  </a:lnTo>
                  <a:lnTo>
                    <a:pt x="337967" y="144391"/>
                  </a:lnTo>
                  <a:lnTo>
                    <a:pt x="337243" y="143366"/>
                  </a:lnTo>
                  <a:lnTo>
                    <a:pt x="337150" y="143233"/>
                  </a:lnTo>
                  <a:lnTo>
                    <a:pt x="336873" y="142838"/>
                  </a:lnTo>
                  <a:lnTo>
                    <a:pt x="336735" y="142634"/>
                  </a:lnTo>
                  <a:lnTo>
                    <a:pt x="336625" y="142476"/>
                  </a:lnTo>
                  <a:lnTo>
                    <a:pt x="336510" y="142325"/>
                  </a:lnTo>
                  <a:lnTo>
                    <a:pt x="336304" y="142097"/>
                  </a:lnTo>
                  <a:lnTo>
                    <a:pt x="335972" y="141893"/>
                  </a:lnTo>
                  <a:lnTo>
                    <a:pt x="335742" y="141994"/>
                  </a:lnTo>
                  <a:lnTo>
                    <a:pt x="335455" y="142085"/>
                  </a:lnTo>
                  <a:lnTo>
                    <a:pt x="335265" y="142238"/>
                  </a:lnTo>
                  <a:lnTo>
                    <a:pt x="334943" y="141905"/>
                  </a:lnTo>
                  <a:lnTo>
                    <a:pt x="334757" y="141723"/>
                  </a:lnTo>
                  <a:lnTo>
                    <a:pt x="334410" y="141381"/>
                  </a:lnTo>
                  <a:lnTo>
                    <a:pt x="334119" y="141094"/>
                  </a:lnTo>
                  <a:lnTo>
                    <a:pt x="333836" y="140723"/>
                  </a:lnTo>
                  <a:lnTo>
                    <a:pt x="333735" y="140590"/>
                  </a:lnTo>
                  <a:lnTo>
                    <a:pt x="333247" y="140135"/>
                  </a:lnTo>
                  <a:lnTo>
                    <a:pt x="332855" y="139768"/>
                  </a:lnTo>
                  <a:lnTo>
                    <a:pt x="332524" y="139455"/>
                  </a:lnTo>
                  <a:lnTo>
                    <a:pt x="332359" y="139303"/>
                  </a:lnTo>
                  <a:lnTo>
                    <a:pt x="331837" y="138814"/>
                  </a:lnTo>
                  <a:lnTo>
                    <a:pt x="331496" y="138494"/>
                  </a:lnTo>
                  <a:lnTo>
                    <a:pt x="331163" y="138181"/>
                  </a:lnTo>
                  <a:lnTo>
                    <a:pt x="330784" y="137822"/>
                  </a:lnTo>
                  <a:lnTo>
                    <a:pt x="330313" y="137382"/>
                  </a:lnTo>
                  <a:lnTo>
                    <a:pt x="330761" y="137053"/>
                  </a:lnTo>
                  <a:lnTo>
                    <a:pt x="331013" y="136779"/>
                  </a:lnTo>
                  <a:lnTo>
                    <a:pt x="331369" y="136394"/>
                  </a:lnTo>
                  <a:lnTo>
                    <a:pt x="331812" y="135911"/>
                  </a:lnTo>
                  <a:lnTo>
                    <a:pt x="332036" y="135669"/>
                  </a:lnTo>
                  <a:lnTo>
                    <a:pt x="332270" y="135415"/>
                  </a:lnTo>
                  <a:lnTo>
                    <a:pt x="332511" y="135160"/>
                  </a:lnTo>
                  <a:lnTo>
                    <a:pt x="332768" y="134888"/>
                  </a:lnTo>
                  <a:lnTo>
                    <a:pt x="333163" y="134478"/>
                  </a:lnTo>
                  <a:lnTo>
                    <a:pt x="333555" y="134066"/>
                  </a:lnTo>
                  <a:lnTo>
                    <a:pt x="333712" y="133903"/>
                  </a:lnTo>
                  <a:lnTo>
                    <a:pt x="333524" y="133837"/>
                  </a:lnTo>
                  <a:lnTo>
                    <a:pt x="333247" y="133743"/>
                  </a:lnTo>
                  <a:lnTo>
                    <a:pt x="332822" y="133595"/>
                  </a:lnTo>
                  <a:lnTo>
                    <a:pt x="332483" y="133478"/>
                  </a:lnTo>
                  <a:lnTo>
                    <a:pt x="332066" y="133336"/>
                  </a:lnTo>
                  <a:lnTo>
                    <a:pt x="331565" y="133160"/>
                  </a:lnTo>
                  <a:lnTo>
                    <a:pt x="331028" y="132977"/>
                  </a:lnTo>
                  <a:lnTo>
                    <a:pt x="330410" y="132763"/>
                  </a:lnTo>
                  <a:lnTo>
                    <a:pt x="329875" y="132578"/>
                  </a:lnTo>
                  <a:lnTo>
                    <a:pt x="329252" y="132364"/>
                  </a:lnTo>
                  <a:lnTo>
                    <a:pt x="328520" y="132089"/>
                  </a:lnTo>
                  <a:lnTo>
                    <a:pt x="326347" y="132288"/>
                  </a:lnTo>
                  <a:lnTo>
                    <a:pt x="326151" y="132306"/>
                  </a:lnTo>
                  <a:lnTo>
                    <a:pt x="323890" y="131100"/>
                  </a:lnTo>
                  <a:lnTo>
                    <a:pt x="323316" y="132400"/>
                  </a:lnTo>
                  <a:lnTo>
                    <a:pt x="322288" y="134500"/>
                  </a:lnTo>
                  <a:lnTo>
                    <a:pt x="321742" y="135549"/>
                  </a:lnTo>
                  <a:lnTo>
                    <a:pt x="321351" y="135654"/>
                  </a:lnTo>
                  <a:lnTo>
                    <a:pt x="320992" y="135748"/>
                  </a:lnTo>
                  <a:lnTo>
                    <a:pt x="320440" y="135878"/>
                  </a:lnTo>
                  <a:lnTo>
                    <a:pt x="319817" y="136021"/>
                  </a:lnTo>
                  <a:lnTo>
                    <a:pt x="319308" y="136145"/>
                  </a:lnTo>
                  <a:lnTo>
                    <a:pt x="318718" y="136288"/>
                  </a:lnTo>
                  <a:lnTo>
                    <a:pt x="318059" y="136448"/>
                  </a:lnTo>
                  <a:lnTo>
                    <a:pt x="317741" y="136519"/>
                  </a:lnTo>
                  <a:lnTo>
                    <a:pt x="316865" y="136728"/>
                  </a:lnTo>
                  <a:lnTo>
                    <a:pt x="316366" y="136845"/>
                  </a:lnTo>
                  <a:lnTo>
                    <a:pt x="316430" y="137131"/>
                  </a:lnTo>
                  <a:lnTo>
                    <a:pt x="317165" y="140824"/>
                  </a:lnTo>
                  <a:lnTo>
                    <a:pt x="316408" y="141214"/>
                  </a:lnTo>
                  <a:lnTo>
                    <a:pt x="315347" y="141764"/>
                  </a:lnTo>
                  <a:lnTo>
                    <a:pt x="314368" y="142272"/>
                  </a:lnTo>
                  <a:lnTo>
                    <a:pt x="313492" y="142726"/>
                  </a:lnTo>
                  <a:lnTo>
                    <a:pt x="312934" y="142798"/>
                  </a:lnTo>
                  <a:lnTo>
                    <a:pt x="312735" y="142845"/>
                  </a:lnTo>
                  <a:lnTo>
                    <a:pt x="312010" y="142921"/>
                  </a:lnTo>
                  <a:lnTo>
                    <a:pt x="311532" y="142972"/>
                  </a:lnTo>
                  <a:lnTo>
                    <a:pt x="311320" y="142993"/>
                  </a:lnTo>
                  <a:lnTo>
                    <a:pt x="310768" y="143056"/>
                  </a:lnTo>
                  <a:lnTo>
                    <a:pt x="310142" y="143127"/>
                  </a:lnTo>
                  <a:lnTo>
                    <a:pt x="309656" y="143181"/>
                  </a:lnTo>
                  <a:lnTo>
                    <a:pt x="309407" y="142972"/>
                  </a:lnTo>
                  <a:lnTo>
                    <a:pt x="307582" y="141557"/>
                  </a:lnTo>
                  <a:lnTo>
                    <a:pt x="306608" y="140802"/>
                  </a:lnTo>
                  <a:lnTo>
                    <a:pt x="306313" y="140855"/>
                  </a:lnTo>
                  <a:lnTo>
                    <a:pt x="305994" y="140914"/>
                  </a:lnTo>
                  <a:lnTo>
                    <a:pt x="305888" y="141061"/>
                  </a:lnTo>
                  <a:lnTo>
                    <a:pt x="305638" y="141407"/>
                  </a:lnTo>
                  <a:lnTo>
                    <a:pt x="305470" y="141547"/>
                  </a:lnTo>
                  <a:lnTo>
                    <a:pt x="305124" y="141751"/>
                  </a:lnTo>
                  <a:lnTo>
                    <a:pt x="304656" y="141990"/>
                  </a:lnTo>
                  <a:lnTo>
                    <a:pt x="304414" y="142064"/>
                  </a:lnTo>
                  <a:lnTo>
                    <a:pt x="304251" y="142122"/>
                  </a:lnTo>
                  <a:lnTo>
                    <a:pt x="303974" y="142206"/>
                  </a:lnTo>
                  <a:lnTo>
                    <a:pt x="303707" y="142384"/>
                  </a:lnTo>
                  <a:lnTo>
                    <a:pt x="303608" y="142687"/>
                  </a:lnTo>
                  <a:lnTo>
                    <a:pt x="303501" y="143018"/>
                  </a:lnTo>
                  <a:lnTo>
                    <a:pt x="303282" y="143405"/>
                  </a:lnTo>
                  <a:lnTo>
                    <a:pt x="303152" y="143634"/>
                  </a:lnTo>
                  <a:lnTo>
                    <a:pt x="302992" y="143710"/>
                  </a:lnTo>
                  <a:lnTo>
                    <a:pt x="302679" y="143680"/>
                  </a:lnTo>
                  <a:lnTo>
                    <a:pt x="302521" y="143663"/>
                  </a:lnTo>
                  <a:lnTo>
                    <a:pt x="301707" y="142248"/>
                  </a:lnTo>
                  <a:lnTo>
                    <a:pt x="301590" y="142044"/>
                  </a:lnTo>
                  <a:lnTo>
                    <a:pt x="301403" y="141721"/>
                  </a:lnTo>
                  <a:lnTo>
                    <a:pt x="301278" y="141494"/>
                  </a:lnTo>
                  <a:lnTo>
                    <a:pt x="300817" y="140670"/>
                  </a:lnTo>
                  <a:lnTo>
                    <a:pt x="300658" y="140387"/>
                  </a:lnTo>
                  <a:lnTo>
                    <a:pt x="300740" y="139851"/>
                  </a:lnTo>
                  <a:lnTo>
                    <a:pt x="300575" y="139472"/>
                  </a:lnTo>
                  <a:lnTo>
                    <a:pt x="300473" y="139234"/>
                  </a:lnTo>
                  <a:lnTo>
                    <a:pt x="300354" y="138963"/>
                  </a:lnTo>
                  <a:lnTo>
                    <a:pt x="300297" y="138827"/>
                  </a:lnTo>
                  <a:lnTo>
                    <a:pt x="300131" y="138442"/>
                  </a:lnTo>
                  <a:lnTo>
                    <a:pt x="299978" y="138095"/>
                  </a:lnTo>
                  <a:lnTo>
                    <a:pt x="299917" y="137959"/>
                  </a:lnTo>
                  <a:lnTo>
                    <a:pt x="298371" y="137026"/>
                  </a:lnTo>
                  <a:lnTo>
                    <a:pt x="298177" y="136878"/>
                  </a:lnTo>
                  <a:lnTo>
                    <a:pt x="298022" y="136761"/>
                  </a:lnTo>
                  <a:lnTo>
                    <a:pt x="297511" y="136367"/>
                  </a:lnTo>
                  <a:lnTo>
                    <a:pt x="297277" y="136143"/>
                  </a:lnTo>
                  <a:lnTo>
                    <a:pt x="297134" y="135967"/>
                  </a:lnTo>
                  <a:lnTo>
                    <a:pt x="296770" y="135524"/>
                  </a:lnTo>
                  <a:lnTo>
                    <a:pt x="296498" y="135163"/>
                  </a:lnTo>
                  <a:lnTo>
                    <a:pt x="296310" y="134914"/>
                  </a:lnTo>
                  <a:lnTo>
                    <a:pt x="295836" y="134341"/>
                  </a:lnTo>
                  <a:lnTo>
                    <a:pt x="295651" y="134112"/>
                  </a:lnTo>
                  <a:lnTo>
                    <a:pt x="295541" y="133957"/>
                  </a:lnTo>
                  <a:lnTo>
                    <a:pt x="295378" y="133606"/>
                  </a:lnTo>
                  <a:lnTo>
                    <a:pt x="295180" y="133181"/>
                  </a:lnTo>
                  <a:lnTo>
                    <a:pt x="294966" y="132720"/>
                  </a:lnTo>
                  <a:lnTo>
                    <a:pt x="294768" y="132288"/>
                  </a:lnTo>
                  <a:lnTo>
                    <a:pt x="294681" y="132137"/>
                  </a:lnTo>
                  <a:lnTo>
                    <a:pt x="294579" y="131919"/>
                  </a:lnTo>
                  <a:lnTo>
                    <a:pt x="294516" y="131774"/>
                  </a:lnTo>
                  <a:lnTo>
                    <a:pt x="294233" y="131924"/>
                  </a:lnTo>
                  <a:lnTo>
                    <a:pt x="293844" y="132137"/>
                  </a:lnTo>
                  <a:lnTo>
                    <a:pt x="293437" y="132359"/>
                  </a:lnTo>
                  <a:lnTo>
                    <a:pt x="292995" y="132596"/>
                  </a:lnTo>
                  <a:lnTo>
                    <a:pt x="292533" y="132827"/>
                  </a:lnTo>
                  <a:lnTo>
                    <a:pt x="292399" y="132898"/>
                  </a:lnTo>
                  <a:lnTo>
                    <a:pt x="292195" y="133008"/>
                  </a:lnTo>
                  <a:lnTo>
                    <a:pt x="292025" y="133099"/>
                  </a:lnTo>
                  <a:lnTo>
                    <a:pt x="291867" y="133183"/>
                  </a:lnTo>
                  <a:lnTo>
                    <a:pt x="291684" y="133066"/>
                  </a:lnTo>
                  <a:lnTo>
                    <a:pt x="291437" y="132907"/>
                  </a:lnTo>
                  <a:lnTo>
                    <a:pt x="291170" y="132738"/>
                  </a:lnTo>
                  <a:lnTo>
                    <a:pt x="290994" y="132629"/>
                  </a:lnTo>
                  <a:lnTo>
                    <a:pt x="290770" y="132435"/>
                  </a:lnTo>
                  <a:lnTo>
                    <a:pt x="290765" y="132262"/>
                  </a:lnTo>
                  <a:lnTo>
                    <a:pt x="290755" y="131896"/>
                  </a:lnTo>
                  <a:lnTo>
                    <a:pt x="290745" y="131504"/>
                  </a:lnTo>
                  <a:lnTo>
                    <a:pt x="290739" y="131288"/>
                  </a:lnTo>
                  <a:lnTo>
                    <a:pt x="290253" y="130898"/>
                  </a:lnTo>
                  <a:lnTo>
                    <a:pt x="289902" y="130613"/>
                  </a:lnTo>
                  <a:lnTo>
                    <a:pt x="289602" y="130369"/>
                  </a:lnTo>
                  <a:lnTo>
                    <a:pt x="289396" y="130407"/>
                  </a:lnTo>
                  <a:lnTo>
                    <a:pt x="289241" y="130427"/>
                  </a:lnTo>
                  <a:lnTo>
                    <a:pt x="289017" y="130458"/>
                  </a:lnTo>
                  <a:lnTo>
                    <a:pt x="288653" y="130519"/>
                  </a:lnTo>
                  <a:lnTo>
                    <a:pt x="288246" y="130621"/>
                  </a:lnTo>
                  <a:lnTo>
                    <a:pt x="287816" y="130692"/>
                  </a:lnTo>
                  <a:lnTo>
                    <a:pt x="287645" y="130751"/>
                  </a:lnTo>
                  <a:lnTo>
                    <a:pt x="287378" y="130829"/>
                  </a:lnTo>
                  <a:lnTo>
                    <a:pt x="287062" y="130919"/>
                  </a:lnTo>
                  <a:lnTo>
                    <a:pt x="286910" y="130962"/>
                  </a:lnTo>
                  <a:lnTo>
                    <a:pt x="286493" y="131084"/>
                  </a:lnTo>
                  <a:lnTo>
                    <a:pt x="286210" y="131237"/>
                  </a:lnTo>
                  <a:lnTo>
                    <a:pt x="285973" y="131369"/>
                  </a:lnTo>
                  <a:lnTo>
                    <a:pt x="285650" y="131557"/>
                  </a:lnTo>
                  <a:lnTo>
                    <a:pt x="285213" y="131807"/>
                  </a:lnTo>
                  <a:lnTo>
                    <a:pt x="285009" y="131916"/>
                  </a:lnTo>
                  <a:lnTo>
                    <a:pt x="284879" y="131964"/>
                  </a:lnTo>
                  <a:lnTo>
                    <a:pt x="284683" y="132048"/>
                  </a:lnTo>
                  <a:lnTo>
                    <a:pt x="284342" y="132191"/>
                  </a:lnTo>
                  <a:lnTo>
                    <a:pt x="283951" y="132389"/>
                  </a:lnTo>
                  <a:lnTo>
                    <a:pt x="283800" y="132458"/>
                  </a:lnTo>
                  <a:lnTo>
                    <a:pt x="283518" y="132590"/>
                  </a:lnTo>
                  <a:lnTo>
                    <a:pt x="283073" y="132799"/>
                  </a:lnTo>
                  <a:lnTo>
                    <a:pt x="282678" y="132982"/>
                  </a:lnTo>
                  <a:lnTo>
                    <a:pt x="282129" y="133237"/>
                  </a:lnTo>
                  <a:lnTo>
                    <a:pt x="281627" y="133471"/>
                  </a:lnTo>
                  <a:lnTo>
                    <a:pt x="281068" y="133730"/>
                  </a:lnTo>
                  <a:lnTo>
                    <a:pt x="280559" y="133967"/>
                  </a:lnTo>
                  <a:lnTo>
                    <a:pt x="280014" y="134221"/>
                  </a:lnTo>
                  <a:lnTo>
                    <a:pt x="279459" y="134481"/>
                  </a:lnTo>
                  <a:lnTo>
                    <a:pt x="278923" y="134730"/>
                  </a:lnTo>
                  <a:lnTo>
                    <a:pt x="278347" y="135000"/>
                  </a:lnTo>
                  <a:lnTo>
                    <a:pt x="277821" y="135234"/>
                  </a:lnTo>
                  <a:lnTo>
                    <a:pt x="277551" y="135326"/>
                  </a:lnTo>
                  <a:lnTo>
                    <a:pt x="277050" y="135422"/>
                  </a:lnTo>
                  <a:lnTo>
                    <a:pt x="276775" y="135476"/>
                  </a:lnTo>
                  <a:lnTo>
                    <a:pt x="276523" y="135527"/>
                  </a:lnTo>
                  <a:lnTo>
                    <a:pt x="276317" y="135580"/>
                  </a:lnTo>
                  <a:lnTo>
                    <a:pt x="276078" y="135641"/>
                  </a:lnTo>
                  <a:lnTo>
                    <a:pt x="275917" y="135684"/>
                  </a:lnTo>
                  <a:lnTo>
                    <a:pt x="275706" y="135717"/>
                  </a:lnTo>
                  <a:lnTo>
                    <a:pt x="275353" y="135773"/>
                  </a:lnTo>
                  <a:lnTo>
                    <a:pt x="275116" y="135814"/>
                  </a:lnTo>
                  <a:lnTo>
                    <a:pt x="274785" y="135867"/>
                  </a:lnTo>
                  <a:lnTo>
                    <a:pt x="274429" y="135901"/>
                  </a:lnTo>
                  <a:lnTo>
                    <a:pt x="274284" y="135939"/>
                  </a:lnTo>
                  <a:lnTo>
                    <a:pt x="274134" y="135979"/>
                  </a:lnTo>
                  <a:lnTo>
                    <a:pt x="273767" y="136079"/>
                  </a:lnTo>
                  <a:lnTo>
                    <a:pt x="273622" y="136117"/>
                  </a:lnTo>
                  <a:lnTo>
                    <a:pt x="273180" y="136249"/>
                  </a:lnTo>
                  <a:lnTo>
                    <a:pt x="273007" y="136300"/>
                  </a:lnTo>
                  <a:lnTo>
                    <a:pt x="272622" y="136414"/>
                  </a:lnTo>
                  <a:lnTo>
                    <a:pt x="272447" y="136465"/>
                  </a:lnTo>
                  <a:lnTo>
                    <a:pt x="272088" y="136585"/>
                  </a:lnTo>
                  <a:lnTo>
                    <a:pt x="271918" y="136644"/>
                  </a:lnTo>
                  <a:lnTo>
                    <a:pt x="271712" y="136583"/>
                  </a:lnTo>
                  <a:lnTo>
                    <a:pt x="271371" y="136488"/>
                  </a:lnTo>
                  <a:lnTo>
                    <a:pt x="271020" y="136397"/>
                  </a:lnTo>
                  <a:lnTo>
                    <a:pt x="270709" y="136315"/>
                  </a:lnTo>
                  <a:lnTo>
                    <a:pt x="270569" y="136310"/>
                  </a:lnTo>
                  <a:lnTo>
                    <a:pt x="270428" y="136229"/>
                  </a:lnTo>
                  <a:lnTo>
                    <a:pt x="270391" y="136059"/>
                  </a:lnTo>
                  <a:lnTo>
                    <a:pt x="270286" y="135652"/>
                  </a:lnTo>
                  <a:lnTo>
                    <a:pt x="270168" y="135497"/>
                  </a:lnTo>
                  <a:lnTo>
                    <a:pt x="269994" y="135219"/>
                  </a:lnTo>
                  <a:lnTo>
                    <a:pt x="269953" y="135046"/>
                  </a:lnTo>
                  <a:lnTo>
                    <a:pt x="269854" y="134626"/>
                  </a:lnTo>
                  <a:lnTo>
                    <a:pt x="269813" y="134455"/>
                  </a:lnTo>
                  <a:lnTo>
                    <a:pt x="269714" y="134239"/>
                  </a:lnTo>
                  <a:lnTo>
                    <a:pt x="269483" y="134234"/>
                  </a:lnTo>
                  <a:lnTo>
                    <a:pt x="269208" y="134236"/>
                  </a:lnTo>
                  <a:lnTo>
                    <a:pt x="269012" y="134239"/>
                  </a:lnTo>
                  <a:lnTo>
                    <a:pt x="268872" y="134242"/>
                  </a:lnTo>
                  <a:lnTo>
                    <a:pt x="268740" y="134168"/>
                  </a:lnTo>
                  <a:lnTo>
                    <a:pt x="268529" y="134048"/>
                  </a:lnTo>
                  <a:lnTo>
                    <a:pt x="268386" y="133969"/>
                  </a:lnTo>
                  <a:lnTo>
                    <a:pt x="267770" y="133890"/>
                  </a:lnTo>
                  <a:lnTo>
                    <a:pt x="267475" y="133865"/>
                  </a:lnTo>
                  <a:lnTo>
                    <a:pt x="267180" y="133842"/>
                  </a:lnTo>
                  <a:lnTo>
                    <a:pt x="266770" y="133809"/>
                  </a:lnTo>
                  <a:lnTo>
                    <a:pt x="266539" y="133789"/>
                  </a:lnTo>
                  <a:lnTo>
                    <a:pt x="266358" y="133761"/>
                  </a:lnTo>
                  <a:lnTo>
                    <a:pt x="265918" y="133742"/>
                  </a:lnTo>
                  <a:lnTo>
                    <a:pt x="265775" y="133735"/>
                  </a:lnTo>
                  <a:lnTo>
                    <a:pt x="265786" y="133605"/>
                  </a:lnTo>
                  <a:lnTo>
                    <a:pt x="265801" y="133333"/>
                  </a:lnTo>
                  <a:lnTo>
                    <a:pt x="265821" y="132997"/>
                  </a:lnTo>
                  <a:lnTo>
                    <a:pt x="265834" y="132768"/>
                  </a:lnTo>
                  <a:lnTo>
                    <a:pt x="265849" y="132572"/>
                  </a:lnTo>
                  <a:lnTo>
                    <a:pt x="265768" y="132387"/>
                  </a:lnTo>
                  <a:lnTo>
                    <a:pt x="265691" y="132214"/>
                  </a:lnTo>
                  <a:lnTo>
                    <a:pt x="265628" y="132069"/>
                  </a:lnTo>
                  <a:lnTo>
                    <a:pt x="265557" y="131898"/>
                  </a:lnTo>
                  <a:lnTo>
                    <a:pt x="265475" y="131712"/>
                  </a:lnTo>
                  <a:lnTo>
                    <a:pt x="265233" y="131740"/>
                  </a:lnTo>
                  <a:lnTo>
                    <a:pt x="264976" y="131771"/>
                  </a:lnTo>
                  <a:lnTo>
                    <a:pt x="264745" y="131801"/>
                  </a:lnTo>
                  <a:lnTo>
                    <a:pt x="264412" y="131842"/>
                  </a:lnTo>
                  <a:lnTo>
                    <a:pt x="264195" y="131868"/>
                  </a:lnTo>
                  <a:lnTo>
                    <a:pt x="264058" y="131786"/>
                  </a:lnTo>
                  <a:lnTo>
                    <a:pt x="263837" y="131654"/>
                  </a:lnTo>
                  <a:lnTo>
                    <a:pt x="263503" y="131458"/>
                  </a:lnTo>
                  <a:lnTo>
                    <a:pt x="263323" y="131351"/>
                  </a:lnTo>
                  <a:lnTo>
                    <a:pt x="263114" y="131229"/>
                  </a:lnTo>
                  <a:lnTo>
                    <a:pt x="262770" y="131082"/>
                  </a:lnTo>
                  <a:lnTo>
                    <a:pt x="262605" y="131107"/>
                  </a:lnTo>
                  <a:lnTo>
                    <a:pt x="262335" y="131150"/>
                  </a:lnTo>
                  <a:lnTo>
                    <a:pt x="262208" y="131168"/>
                  </a:lnTo>
                  <a:lnTo>
                    <a:pt x="262071" y="131191"/>
                  </a:lnTo>
                  <a:lnTo>
                    <a:pt x="261737" y="131260"/>
                  </a:lnTo>
                  <a:lnTo>
                    <a:pt x="261607" y="131384"/>
                  </a:lnTo>
                  <a:lnTo>
                    <a:pt x="261358" y="131621"/>
                  </a:lnTo>
                  <a:lnTo>
                    <a:pt x="261167" y="131807"/>
                  </a:lnTo>
                  <a:lnTo>
                    <a:pt x="260954" y="132013"/>
                  </a:lnTo>
                  <a:lnTo>
                    <a:pt x="260758" y="132199"/>
                  </a:lnTo>
                  <a:lnTo>
                    <a:pt x="260602" y="132346"/>
                  </a:lnTo>
                  <a:lnTo>
                    <a:pt x="260310" y="132626"/>
                  </a:lnTo>
                  <a:lnTo>
                    <a:pt x="260078" y="132848"/>
                  </a:lnTo>
                  <a:lnTo>
                    <a:pt x="259900" y="133018"/>
                  </a:lnTo>
                  <a:lnTo>
                    <a:pt x="259628" y="133283"/>
                  </a:lnTo>
                  <a:lnTo>
                    <a:pt x="259465" y="133440"/>
                  </a:lnTo>
                  <a:lnTo>
                    <a:pt x="258918" y="133965"/>
                  </a:lnTo>
                  <a:lnTo>
                    <a:pt x="258742" y="133980"/>
                  </a:lnTo>
                  <a:lnTo>
                    <a:pt x="258170" y="134028"/>
                  </a:lnTo>
                  <a:lnTo>
                    <a:pt x="257768" y="134026"/>
                  </a:lnTo>
                  <a:lnTo>
                    <a:pt x="257521" y="134023"/>
                  </a:lnTo>
                  <a:lnTo>
                    <a:pt x="257406" y="133876"/>
                  </a:lnTo>
                  <a:lnTo>
                    <a:pt x="257294" y="133731"/>
                  </a:lnTo>
                  <a:lnTo>
                    <a:pt x="257154" y="133552"/>
                  </a:lnTo>
                  <a:lnTo>
                    <a:pt x="256793" y="133092"/>
                  </a:lnTo>
                  <a:lnTo>
                    <a:pt x="256406" y="132598"/>
                  </a:lnTo>
                  <a:lnTo>
                    <a:pt x="256032" y="132046"/>
                  </a:lnTo>
                  <a:lnTo>
                    <a:pt x="255811" y="132046"/>
                  </a:lnTo>
                  <a:lnTo>
                    <a:pt x="255432" y="132043"/>
                  </a:lnTo>
                  <a:lnTo>
                    <a:pt x="255073" y="132043"/>
                  </a:lnTo>
                  <a:lnTo>
                    <a:pt x="254857" y="132046"/>
                  </a:lnTo>
                  <a:lnTo>
                    <a:pt x="254287" y="132071"/>
                  </a:lnTo>
                  <a:lnTo>
                    <a:pt x="254004" y="132087"/>
                  </a:lnTo>
                  <a:lnTo>
                    <a:pt x="253791" y="132097"/>
                  </a:lnTo>
                  <a:lnTo>
                    <a:pt x="253648" y="132105"/>
                  </a:lnTo>
                  <a:lnTo>
                    <a:pt x="253506" y="132125"/>
                  </a:lnTo>
                  <a:lnTo>
                    <a:pt x="253366" y="132143"/>
                  </a:lnTo>
                  <a:lnTo>
                    <a:pt x="253119" y="132176"/>
                  </a:lnTo>
                  <a:lnTo>
                    <a:pt x="252648" y="132247"/>
                  </a:lnTo>
                  <a:lnTo>
                    <a:pt x="252501" y="132272"/>
                  </a:lnTo>
                  <a:lnTo>
                    <a:pt x="252109" y="132334"/>
                  </a:lnTo>
                  <a:lnTo>
                    <a:pt x="251895" y="132364"/>
                  </a:lnTo>
                  <a:lnTo>
                    <a:pt x="251490" y="132425"/>
                  </a:lnTo>
                  <a:lnTo>
                    <a:pt x="251348" y="132448"/>
                  </a:lnTo>
                  <a:lnTo>
                    <a:pt x="251065" y="132491"/>
                  </a:lnTo>
                  <a:lnTo>
                    <a:pt x="250778" y="132537"/>
                  </a:lnTo>
                  <a:lnTo>
                    <a:pt x="250567" y="132573"/>
                  </a:lnTo>
                  <a:lnTo>
                    <a:pt x="250348" y="132603"/>
                  </a:lnTo>
                  <a:lnTo>
                    <a:pt x="250185" y="132629"/>
                  </a:lnTo>
                  <a:lnTo>
                    <a:pt x="249727" y="132690"/>
                  </a:lnTo>
                  <a:lnTo>
                    <a:pt x="249572" y="132713"/>
                  </a:lnTo>
                  <a:lnTo>
                    <a:pt x="249160" y="132771"/>
                  </a:lnTo>
                  <a:lnTo>
                    <a:pt x="248920" y="132817"/>
                  </a:lnTo>
                  <a:lnTo>
                    <a:pt x="248577" y="132883"/>
                  </a:lnTo>
                  <a:lnTo>
                    <a:pt x="248404" y="132916"/>
                  </a:lnTo>
                  <a:lnTo>
                    <a:pt x="248020" y="132982"/>
                  </a:lnTo>
                  <a:lnTo>
                    <a:pt x="247768" y="133028"/>
                  </a:lnTo>
                  <a:lnTo>
                    <a:pt x="247470" y="132998"/>
                  </a:lnTo>
                  <a:lnTo>
                    <a:pt x="247213" y="132972"/>
                  </a:lnTo>
                  <a:lnTo>
                    <a:pt x="246928" y="132916"/>
                  </a:lnTo>
                  <a:lnTo>
                    <a:pt x="246717" y="132883"/>
                  </a:lnTo>
                  <a:lnTo>
                    <a:pt x="246569" y="132909"/>
                  </a:lnTo>
                  <a:lnTo>
                    <a:pt x="246251" y="132888"/>
                  </a:lnTo>
                  <a:lnTo>
                    <a:pt x="245981" y="132865"/>
                  </a:lnTo>
                  <a:lnTo>
                    <a:pt x="245801" y="132850"/>
                  </a:lnTo>
                  <a:lnTo>
                    <a:pt x="245567" y="132822"/>
                  </a:lnTo>
                  <a:lnTo>
                    <a:pt x="245315" y="132853"/>
                  </a:lnTo>
                  <a:lnTo>
                    <a:pt x="244938" y="132896"/>
                  </a:lnTo>
                  <a:lnTo>
                    <a:pt x="244305" y="132972"/>
                  </a:lnTo>
                  <a:lnTo>
                    <a:pt x="243852" y="133041"/>
                  </a:lnTo>
                  <a:lnTo>
                    <a:pt x="243254" y="133125"/>
                  </a:lnTo>
                  <a:lnTo>
                    <a:pt x="242661" y="133211"/>
                  </a:lnTo>
                  <a:lnTo>
                    <a:pt x="242032" y="133295"/>
                  </a:lnTo>
                  <a:lnTo>
                    <a:pt x="241760" y="133336"/>
                  </a:lnTo>
                  <a:lnTo>
                    <a:pt x="241467" y="133334"/>
                  </a:lnTo>
                  <a:lnTo>
                    <a:pt x="240839" y="133377"/>
                  </a:lnTo>
                  <a:lnTo>
                    <a:pt x="240605" y="133354"/>
                  </a:lnTo>
                  <a:lnTo>
                    <a:pt x="240378" y="133334"/>
                  </a:lnTo>
                  <a:lnTo>
                    <a:pt x="240226" y="133336"/>
                  </a:lnTo>
                  <a:lnTo>
                    <a:pt x="240058" y="133346"/>
                  </a:lnTo>
                  <a:lnTo>
                    <a:pt x="239811" y="133362"/>
                  </a:lnTo>
                  <a:lnTo>
                    <a:pt x="239597" y="133346"/>
                  </a:lnTo>
                  <a:lnTo>
                    <a:pt x="239236" y="133374"/>
                  </a:lnTo>
                  <a:lnTo>
                    <a:pt x="239055" y="133392"/>
                  </a:lnTo>
                  <a:lnTo>
                    <a:pt x="238444" y="133397"/>
                  </a:lnTo>
                  <a:lnTo>
                    <a:pt x="238261" y="133217"/>
                  </a:lnTo>
                  <a:lnTo>
                    <a:pt x="238108" y="133066"/>
                  </a:lnTo>
                  <a:lnTo>
                    <a:pt x="237597" y="132565"/>
                  </a:lnTo>
                  <a:lnTo>
                    <a:pt x="237213" y="132188"/>
                  </a:lnTo>
                  <a:lnTo>
                    <a:pt x="236849" y="131830"/>
                  </a:lnTo>
                  <a:lnTo>
                    <a:pt x="237205" y="131395"/>
                  </a:lnTo>
                  <a:lnTo>
                    <a:pt x="236663" y="130247"/>
                  </a:lnTo>
                  <a:lnTo>
                    <a:pt x="235946" y="130151"/>
                  </a:lnTo>
                  <a:lnTo>
                    <a:pt x="235665" y="129772"/>
                  </a:lnTo>
                  <a:lnTo>
                    <a:pt x="235465" y="129503"/>
                  </a:lnTo>
                  <a:lnTo>
                    <a:pt x="235119" y="129049"/>
                  </a:lnTo>
                  <a:lnTo>
                    <a:pt x="234964" y="128906"/>
                  </a:lnTo>
                  <a:lnTo>
                    <a:pt x="234546" y="128532"/>
                  </a:lnTo>
                  <a:lnTo>
                    <a:pt x="234224" y="128340"/>
                  </a:lnTo>
                  <a:lnTo>
                    <a:pt x="233922" y="128136"/>
                  </a:lnTo>
                  <a:lnTo>
                    <a:pt x="233268" y="127754"/>
                  </a:lnTo>
                  <a:lnTo>
                    <a:pt x="232991" y="127581"/>
                  </a:lnTo>
                  <a:lnTo>
                    <a:pt x="232732" y="127423"/>
                  </a:lnTo>
                  <a:lnTo>
                    <a:pt x="231996" y="126965"/>
                  </a:lnTo>
                  <a:lnTo>
                    <a:pt x="231761" y="126821"/>
                  </a:lnTo>
                  <a:lnTo>
                    <a:pt x="231630" y="126741"/>
                  </a:lnTo>
                  <a:lnTo>
                    <a:pt x="231184" y="126709"/>
                  </a:lnTo>
                  <a:lnTo>
                    <a:pt x="231056" y="126698"/>
                  </a:lnTo>
                  <a:lnTo>
                    <a:pt x="230555" y="125997"/>
                  </a:lnTo>
                  <a:lnTo>
                    <a:pt x="230366" y="125731"/>
                  </a:lnTo>
                  <a:lnTo>
                    <a:pt x="229497" y="124739"/>
                  </a:lnTo>
                  <a:lnTo>
                    <a:pt x="228271" y="125627"/>
                  </a:lnTo>
                  <a:lnTo>
                    <a:pt x="227163" y="127287"/>
                  </a:lnTo>
                  <a:lnTo>
                    <a:pt x="226394" y="127152"/>
                  </a:lnTo>
                  <a:lnTo>
                    <a:pt x="225915" y="127068"/>
                  </a:lnTo>
                  <a:lnTo>
                    <a:pt x="224630" y="127391"/>
                  </a:lnTo>
                  <a:lnTo>
                    <a:pt x="226346" y="125038"/>
                  </a:lnTo>
                  <a:lnTo>
                    <a:pt x="226733" y="124589"/>
                  </a:lnTo>
                  <a:lnTo>
                    <a:pt x="226925" y="124467"/>
                  </a:lnTo>
                  <a:lnTo>
                    <a:pt x="227145" y="124307"/>
                  </a:lnTo>
                  <a:lnTo>
                    <a:pt x="227401" y="124035"/>
                  </a:lnTo>
                  <a:lnTo>
                    <a:pt x="228281" y="123048"/>
                  </a:lnTo>
                  <a:lnTo>
                    <a:pt x="228596" y="122720"/>
                  </a:lnTo>
                  <a:lnTo>
                    <a:pt x="232494" y="120617"/>
                  </a:lnTo>
                  <a:lnTo>
                    <a:pt x="232729" y="116925"/>
                  </a:lnTo>
                  <a:lnTo>
                    <a:pt x="231943" y="116963"/>
                  </a:lnTo>
                  <a:close/>
                </a:path>
              </a:pathLst>
            </a:custGeom>
            <a:solidFill>
              <a:srgbClr val="91AAB6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8"/>
            <p:cNvSpPr/>
            <p:nvPr/>
          </p:nvSpPr>
          <p:spPr>
            <a:xfrm>
              <a:off x="3579528" y="5408197"/>
              <a:ext cx="188325" cy="278760"/>
            </a:xfrm>
            <a:custGeom>
              <a:avLst/>
              <a:pathLst>
                <a:path w="188325" h="278760">
                  <a:moveTo>
                    <a:pt x="0" y="278760"/>
                  </a:moveTo>
                  <a:lnTo>
                    <a:pt x="9161" y="242046"/>
                  </a:lnTo>
                  <a:lnTo>
                    <a:pt x="26754" y="237165"/>
                  </a:lnTo>
                  <a:lnTo>
                    <a:pt x="32686" y="235522"/>
                  </a:lnTo>
                  <a:lnTo>
                    <a:pt x="39909" y="233520"/>
                  </a:lnTo>
                  <a:lnTo>
                    <a:pt x="43171" y="232617"/>
                  </a:lnTo>
                  <a:lnTo>
                    <a:pt x="44999" y="232110"/>
                  </a:lnTo>
                  <a:lnTo>
                    <a:pt x="50886" y="230480"/>
                  </a:lnTo>
                  <a:lnTo>
                    <a:pt x="55982" y="228120"/>
                  </a:lnTo>
                  <a:lnTo>
                    <a:pt x="60744" y="225915"/>
                  </a:lnTo>
                  <a:lnTo>
                    <a:pt x="73193" y="221843"/>
                  </a:lnTo>
                  <a:lnTo>
                    <a:pt x="75302" y="219827"/>
                  </a:lnTo>
                  <a:lnTo>
                    <a:pt x="75980" y="219179"/>
                  </a:lnTo>
                  <a:lnTo>
                    <a:pt x="77226" y="217988"/>
                  </a:lnTo>
                  <a:lnTo>
                    <a:pt x="81227" y="211617"/>
                  </a:lnTo>
                  <a:lnTo>
                    <a:pt x="82874" y="206986"/>
                  </a:lnTo>
                  <a:lnTo>
                    <a:pt x="87582" y="193753"/>
                  </a:lnTo>
                  <a:lnTo>
                    <a:pt x="95884" y="192358"/>
                  </a:lnTo>
                  <a:lnTo>
                    <a:pt x="98111" y="191983"/>
                  </a:lnTo>
                  <a:lnTo>
                    <a:pt x="100242" y="191098"/>
                  </a:lnTo>
                  <a:lnTo>
                    <a:pt x="101294" y="190661"/>
                  </a:lnTo>
                  <a:lnTo>
                    <a:pt x="103116" y="189855"/>
                  </a:lnTo>
                  <a:lnTo>
                    <a:pt x="104991" y="189514"/>
                  </a:lnTo>
                  <a:lnTo>
                    <a:pt x="107650" y="189121"/>
                  </a:lnTo>
                  <a:lnTo>
                    <a:pt x="109714" y="187352"/>
                  </a:lnTo>
                  <a:lnTo>
                    <a:pt x="110944" y="186873"/>
                  </a:lnTo>
                  <a:lnTo>
                    <a:pt x="113257" y="185972"/>
                  </a:lnTo>
                  <a:lnTo>
                    <a:pt x="115297" y="185171"/>
                  </a:lnTo>
                  <a:lnTo>
                    <a:pt x="119190" y="190080"/>
                  </a:lnTo>
                  <a:lnTo>
                    <a:pt x="119985" y="191890"/>
                  </a:lnTo>
                  <a:lnTo>
                    <a:pt x="121911" y="196272"/>
                  </a:lnTo>
                  <a:lnTo>
                    <a:pt x="122453" y="198190"/>
                  </a:lnTo>
                  <a:lnTo>
                    <a:pt x="124381" y="205006"/>
                  </a:lnTo>
                  <a:lnTo>
                    <a:pt x="124965" y="207070"/>
                  </a:lnTo>
                  <a:lnTo>
                    <a:pt x="127263" y="210540"/>
                  </a:lnTo>
                  <a:lnTo>
                    <a:pt x="128714" y="214694"/>
                  </a:lnTo>
                  <a:lnTo>
                    <a:pt x="130480" y="218692"/>
                  </a:lnTo>
                  <a:lnTo>
                    <a:pt x="130956" y="219769"/>
                  </a:lnTo>
                  <a:lnTo>
                    <a:pt x="131589" y="221204"/>
                  </a:lnTo>
                  <a:lnTo>
                    <a:pt x="131124" y="221739"/>
                  </a:lnTo>
                  <a:lnTo>
                    <a:pt x="130883" y="222016"/>
                  </a:lnTo>
                  <a:lnTo>
                    <a:pt x="130594" y="222083"/>
                  </a:lnTo>
                  <a:lnTo>
                    <a:pt x="130324" y="222551"/>
                  </a:lnTo>
                  <a:lnTo>
                    <a:pt x="129937" y="222730"/>
                  </a:lnTo>
                  <a:lnTo>
                    <a:pt x="130340" y="224098"/>
                  </a:lnTo>
                  <a:lnTo>
                    <a:pt x="130986" y="226309"/>
                  </a:lnTo>
                  <a:lnTo>
                    <a:pt x="130291" y="232111"/>
                  </a:lnTo>
                  <a:lnTo>
                    <a:pt x="130423" y="234386"/>
                  </a:lnTo>
                  <a:lnTo>
                    <a:pt x="130482" y="235371"/>
                  </a:lnTo>
                  <a:lnTo>
                    <a:pt x="130585" y="237584"/>
                  </a:lnTo>
                  <a:lnTo>
                    <a:pt x="129880" y="240042"/>
                  </a:lnTo>
                  <a:lnTo>
                    <a:pt x="129821" y="240249"/>
                  </a:lnTo>
                  <a:lnTo>
                    <a:pt x="129252" y="242234"/>
                  </a:lnTo>
                  <a:lnTo>
                    <a:pt x="128999" y="248947"/>
                  </a:lnTo>
                  <a:lnTo>
                    <a:pt x="128851" y="249714"/>
                  </a:lnTo>
                  <a:lnTo>
                    <a:pt x="128774" y="250001"/>
                  </a:lnTo>
                  <a:lnTo>
                    <a:pt x="129003" y="250225"/>
                  </a:lnTo>
                  <a:lnTo>
                    <a:pt x="129495" y="249905"/>
                  </a:lnTo>
                  <a:lnTo>
                    <a:pt x="132780" y="249567"/>
                  </a:lnTo>
                  <a:lnTo>
                    <a:pt x="133701" y="249810"/>
                  </a:lnTo>
                  <a:lnTo>
                    <a:pt x="134031" y="250296"/>
                  </a:lnTo>
                  <a:lnTo>
                    <a:pt x="134946" y="250404"/>
                  </a:lnTo>
                  <a:lnTo>
                    <a:pt x="135269" y="250287"/>
                  </a:lnTo>
                  <a:lnTo>
                    <a:pt x="140236" y="253635"/>
                  </a:lnTo>
                  <a:lnTo>
                    <a:pt x="141053" y="251227"/>
                  </a:lnTo>
                  <a:lnTo>
                    <a:pt x="143264" y="247982"/>
                  </a:lnTo>
                  <a:lnTo>
                    <a:pt x="147760" y="249458"/>
                  </a:lnTo>
                  <a:lnTo>
                    <a:pt x="148168" y="250167"/>
                  </a:lnTo>
                  <a:lnTo>
                    <a:pt x="148552" y="250595"/>
                  </a:lnTo>
                  <a:lnTo>
                    <a:pt x="148896" y="250346"/>
                  </a:lnTo>
                  <a:lnTo>
                    <a:pt x="149109" y="250191"/>
                  </a:lnTo>
                  <a:lnTo>
                    <a:pt x="150586" y="249018"/>
                  </a:lnTo>
                  <a:lnTo>
                    <a:pt x="151065" y="248669"/>
                  </a:lnTo>
                  <a:lnTo>
                    <a:pt x="152091" y="247978"/>
                  </a:lnTo>
                  <a:lnTo>
                    <a:pt x="152673" y="247585"/>
                  </a:lnTo>
                  <a:lnTo>
                    <a:pt x="153434" y="247036"/>
                  </a:lnTo>
                  <a:lnTo>
                    <a:pt x="153990" y="246681"/>
                  </a:lnTo>
                  <a:lnTo>
                    <a:pt x="154258" y="246383"/>
                  </a:lnTo>
                  <a:lnTo>
                    <a:pt x="154538" y="246096"/>
                  </a:lnTo>
                  <a:lnTo>
                    <a:pt x="155577" y="246060"/>
                  </a:lnTo>
                  <a:lnTo>
                    <a:pt x="157765" y="246656"/>
                  </a:lnTo>
                  <a:lnTo>
                    <a:pt x="158682" y="242367"/>
                  </a:lnTo>
                  <a:lnTo>
                    <a:pt x="158726" y="242144"/>
                  </a:lnTo>
                  <a:lnTo>
                    <a:pt x="158750" y="241918"/>
                  </a:lnTo>
                  <a:lnTo>
                    <a:pt x="158750" y="241607"/>
                  </a:lnTo>
                  <a:lnTo>
                    <a:pt x="159153" y="240672"/>
                  </a:lnTo>
                  <a:lnTo>
                    <a:pt x="159473" y="240675"/>
                  </a:lnTo>
                  <a:lnTo>
                    <a:pt x="159187" y="239308"/>
                  </a:lnTo>
                  <a:lnTo>
                    <a:pt x="159356" y="239220"/>
                  </a:lnTo>
                  <a:lnTo>
                    <a:pt x="159514" y="239115"/>
                  </a:lnTo>
                  <a:lnTo>
                    <a:pt x="159661" y="238993"/>
                  </a:lnTo>
                  <a:lnTo>
                    <a:pt x="161399" y="238715"/>
                  </a:lnTo>
                  <a:lnTo>
                    <a:pt x="161673" y="238650"/>
                  </a:lnTo>
                  <a:lnTo>
                    <a:pt x="161703" y="238519"/>
                  </a:lnTo>
                  <a:lnTo>
                    <a:pt x="161713" y="238385"/>
                  </a:lnTo>
                  <a:lnTo>
                    <a:pt x="161702" y="238251"/>
                  </a:lnTo>
                  <a:lnTo>
                    <a:pt x="161639" y="238034"/>
                  </a:lnTo>
                  <a:lnTo>
                    <a:pt x="161472" y="237482"/>
                  </a:lnTo>
                  <a:lnTo>
                    <a:pt x="161419" y="237314"/>
                  </a:lnTo>
                  <a:lnTo>
                    <a:pt x="161386" y="237141"/>
                  </a:lnTo>
                  <a:lnTo>
                    <a:pt x="161373" y="236965"/>
                  </a:lnTo>
                  <a:lnTo>
                    <a:pt x="161459" y="236625"/>
                  </a:lnTo>
                  <a:lnTo>
                    <a:pt x="162032" y="235795"/>
                  </a:lnTo>
                  <a:lnTo>
                    <a:pt x="162717" y="235001"/>
                  </a:lnTo>
                  <a:lnTo>
                    <a:pt x="162683" y="234776"/>
                  </a:lnTo>
                  <a:lnTo>
                    <a:pt x="162669" y="234549"/>
                  </a:lnTo>
                  <a:lnTo>
                    <a:pt x="162673" y="234358"/>
                  </a:lnTo>
                  <a:lnTo>
                    <a:pt x="162698" y="234216"/>
                  </a:lnTo>
                  <a:lnTo>
                    <a:pt x="162742" y="234079"/>
                  </a:lnTo>
                  <a:lnTo>
                    <a:pt x="162929" y="233780"/>
                  </a:lnTo>
                  <a:lnTo>
                    <a:pt x="163798" y="232864"/>
                  </a:lnTo>
                  <a:lnTo>
                    <a:pt x="163861" y="232735"/>
                  </a:lnTo>
                  <a:lnTo>
                    <a:pt x="163906" y="232598"/>
                  </a:lnTo>
                  <a:lnTo>
                    <a:pt x="163931" y="232456"/>
                  </a:lnTo>
                  <a:lnTo>
                    <a:pt x="163936" y="232313"/>
                  </a:lnTo>
                  <a:lnTo>
                    <a:pt x="163918" y="232157"/>
                  </a:lnTo>
                  <a:lnTo>
                    <a:pt x="163843" y="231716"/>
                  </a:lnTo>
                  <a:lnTo>
                    <a:pt x="163810" y="231440"/>
                  </a:lnTo>
                  <a:lnTo>
                    <a:pt x="163797" y="231161"/>
                  </a:lnTo>
                  <a:lnTo>
                    <a:pt x="163800" y="230971"/>
                  </a:lnTo>
                  <a:lnTo>
                    <a:pt x="163803" y="230744"/>
                  </a:lnTo>
                  <a:lnTo>
                    <a:pt x="163775" y="230433"/>
                  </a:lnTo>
                  <a:lnTo>
                    <a:pt x="163756" y="230206"/>
                  </a:lnTo>
                  <a:lnTo>
                    <a:pt x="163757" y="229978"/>
                  </a:lnTo>
                  <a:lnTo>
                    <a:pt x="163778" y="229752"/>
                  </a:lnTo>
                  <a:lnTo>
                    <a:pt x="163803" y="229605"/>
                  </a:lnTo>
                  <a:lnTo>
                    <a:pt x="163810" y="229414"/>
                  </a:lnTo>
                  <a:lnTo>
                    <a:pt x="163796" y="229225"/>
                  </a:lnTo>
                  <a:lnTo>
                    <a:pt x="164682" y="225087"/>
                  </a:lnTo>
                  <a:lnTo>
                    <a:pt x="163757" y="223101"/>
                  </a:lnTo>
                  <a:lnTo>
                    <a:pt x="165868" y="220228"/>
                  </a:lnTo>
                  <a:lnTo>
                    <a:pt x="166799" y="217261"/>
                  </a:lnTo>
                  <a:lnTo>
                    <a:pt x="167107" y="216145"/>
                  </a:lnTo>
                  <a:lnTo>
                    <a:pt x="168113" y="211001"/>
                  </a:lnTo>
                  <a:lnTo>
                    <a:pt x="169935" y="209319"/>
                  </a:lnTo>
                  <a:lnTo>
                    <a:pt x="169971" y="209162"/>
                  </a:lnTo>
                  <a:lnTo>
                    <a:pt x="170027" y="209011"/>
                  </a:lnTo>
                  <a:lnTo>
                    <a:pt x="170101" y="208869"/>
                  </a:lnTo>
                  <a:lnTo>
                    <a:pt x="170422" y="208512"/>
                  </a:lnTo>
                  <a:lnTo>
                    <a:pt x="170948" y="208005"/>
                  </a:lnTo>
                  <a:lnTo>
                    <a:pt x="171053" y="207682"/>
                  </a:lnTo>
                  <a:lnTo>
                    <a:pt x="171108" y="207531"/>
                  </a:lnTo>
                  <a:lnTo>
                    <a:pt x="171181" y="207387"/>
                  </a:lnTo>
                  <a:lnTo>
                    <a:pt x="171300" y="207219"/>
                  </a:lnTo>
                  <a:lnTo>
                    <a:pt x="173353" y="203688"/>
                  </a:lnTo>
                  <a:lnTo>
                    <a:pt x="174679" y="201043"/>
                  </a:lnTo>
                  <a:lnTo>
                    <a:pt x="174778" y="200896"/>
                  </a:lnTo>
                  <a:lnTo>
                    <a:pt x="176002" y="199325"/>
                  </a:lnTo>
                  <a:lnTo>
                    <a:pt x="177874" y="196742"/>
                  </a:lnTo>
                  <a:lnTo>
                    <a:pt x="178357" y="196382"/>
                  </a:lnTo>
                  <a:lnTo>
                    <a:pt x="178445" y="196090"/>
                  </a:lnTo>
                  <a:lnTo>
                    <a:pt x="178513" y="195792"/>
                  </a:lnTo>
                  <a:lnTo>
                    <a:pt x="178561" y="195491"/>
                  </a:lnTo>
                  <a:lnTo>
                    <a:pt x="178589" y="195187"/>
                  </a:lnTo>
                  <a:lnTo>
                    <a:pt x="178597" y="194881"/>
                  </a:lnTo>
                  <a:lnTo>
                    <a:pt x="178578" y="194499"/>
                  </a:lnTo>
                  <a:lnTo>
                    <a:pt x="178557" y="194339"/>
                  </a:lnTo>
                  <a:lnTo>
                    <a:pt x="178675" y="193505"/>
                  </a:lnTo>
                  <a:lnTo>
                    <a:pt x="179179" y="192649"/>
                  </a:lnTo>
                  <a:lnTo>
                    <a:pt x="178832" y="192317"/>
                  </a:lnTo>
                  <a:lnTo>
                    <a:pt x="178748" y="192180"/>
                  </a:lnTo>
                  <a:lnTo>
                    <a:pt x="178681" y="192034"/>
                  </a:lnTo>
                  <a:lnTo>
                    <a:pt x="178633" y="191880"/>
                  </a:lnTo>
                  <a:lnTo>
                    <a:pt x="178605" y="191722"/>
                  </a:lnTo>
                  <a:lnTo>
                    <a:pt x="178598" y="191587"/>
                  </a:lnTo>
                  <a:lnTo>
                    <a:pt x="178611" y="191372"/>
                  </a:lnTo>
                  <a:lnTo>
                    <a:pt x="178605" y="191156"/>
                  </a:lnTo>
                  <a:lnTo>
                    <a:pt x="178578" y="190942"/>
                  </a:lnTo>
                  <a:lnTo>
                    <a:pt x="178532" y="190731"/>
                  </a:lnTo>
                  <a:lnTo>
                    <a:pt x="178465" y="190526"/>
                  </a:lnTo>
                  <a:lnTo>
                    <a:pt x="178380" y="190328"/>
                  </a:lnTo>
                  <a:lnTo>
                    <a:pt x="178276" y="190138"/>
                  </a:lnTo>
                  <a:lnTo>
                    <a:pt x="178155" y="189960"/>
                  </a:lnTo>
                  <a:lnTo>
                    <a:pt x="177749" y="189431"/>
                  </a:lnTo>
                  <a:lnTo>
                    <a:pt x="177706" y="189304"/>
                  </a:lnTo>
                  <a:lnTo>
                    <a:pt x="176981" y="188464"/>
                  </a:lnTo>
                  <a:lnTo>
                    <a:pt x="177200" y="187789"/>
                  </a:lnTo>
                  <a:lnTo>
                    <a:pt x="177468" y="186560"/>
                  </a:lnTo>
                  <a:lnTo>
                    <a:pt x="177976" y="185077"/>
                  </a:lnTo>
                  <a:lnTo>
                    <a:pt x="179363" y="182498"/>
                  </a:lnTo>
                  <a:lnTo>
                    <a:pt x="179360" y="181326"/>
                  </a:lnTo>
                  <a:lnTo>
                    <a:pt x="179215" y="179796"/>
                  </a:lnTo>
                  <a:lnTo>
                    <a:pt x="179498" y="176835"/>
                  </a:lnTo>
                  <a:lnTo>
                    <a:pt x="179410" y="175895"/>
                  </a:lnTo>
                  <a:lnTo>
                    <a:pt x="179458" y="175488"/>
                  </a:lnTo>
                  <a:lnTo>
                    <a:pt x="179515" y="174877"/>
                  </a:lnTo>
                  <a:lnTo>
                    <a:pt x="179536" y="174650"/>
                  </a:lnTo>
                  <a:lnTo>
                    <a:pt x="179445" y="173870"/>
                  </a:lnTo>
                  <a:lnTo>
                    <a:pt x="179353" y="172672"/>
                  </a:lnTo>
                  <a:lnTo>
                    <a:pt x="179693" y="170712"/>
                  </a:lnTo>
                  <a:lnTo>
                    <a:pt x="180469" y="167820"/>
                  </a:lnTo>
                  <a:lnTo>
                    <a:pt x="180653" y="166417"/>
                  </a:lnTo>
                  <a:lnTo>
                    <a:pt x="180973" y="163657"/>
                  </a:lnTo>
                  <a:lnTo>
                    <a:pt x="180964" y="163496"/>
                  </a:lnTo>
                  <a:lnTo>
                    <a:pt x="180985" y="163275"/>
                  </a:lnTo>
                  <a:lnTo>
                    <a:pt x="181013" y="163116"/>
                  </a:lnTo>
                  <a:lnTo>
                    <a:pt x="181019" y="162894"/>
                  </a:lnTo>
                  <a:lnTo>
                    <a:pt x="181025" y="162718"/>
                  </a:lnTo>
                  <a:lnTo>
                    <a:pt x="181052" y="162544"/>
                  </a:lnTo>
                  <a:lnTo>
                    <a:pt x="181099" y="162374"/>
                  </a:lnTo>
                  <a:lnTo>
                    <a:pt x="181633" y="161537"/>
                  </a:lnTo>
                  <a:lnTo>
                    <a:pt x="181821" y="161217"/>
                  </a:lnTo>
                  <a:lnTo>
                    <a:pt x="182044" y="160738"/>
                  </a:lnTo>
                  <a:lnTo>
                    <a:pt x="182091" y="160603"/>
                  </a:lnTo>
                  <a:lnTo>
                    <a:pt x="183274" y="158703"/>
                  </a:lnTo>
                  <a:lnTo>
                    <a:pt x="183892" y="157385"/>
                  </a:lnTo>
                  <a:lnTo>
                    <a:pt x="184586" y="156718"/>
                  </a:lnTo>
                  <a:lnTo>
                    <a:pt x="185593" y="155562"/>
                  </a:lnTo>
                  <a:lnTo>
                    <a:pt x="187734" y="154019"/>
                  </a:lnTo>
                  <a:lnTo>
                    <a:pt x="187867" y="153904"/>
                  </a:lnTo>
                  <a:lnTo>
                    <a:pt x="187986" y="153773"/>
                  </a:lnTo>
                  <a:lnTo>
                    <a:pt x="188089" y="153630"/>
                  </a:lnTo>
                  <a:lnTo>
                    <a:pt x="188175" y="153476"/>
                  </a:lnTo>
                  <a:lnTo>
                    <a:pt x="188242" y="153314"/>
                  </a:lnTo>
                  <a:lnTo>
                    <a:pt x="188291" y="153144"/>
                  </a:lnTo>
                  <a:lnTo>
                    <a:pt x="188319" y="152970"/>
                  </a:lnTo>
                  <a:lnTo>
                    <a:pt x="188325" y="152720"/>
                  </a:lnTo>
                  <a:lnTo>
                    <a:pt x="188032" y="146211"/>
                  </a:lnTo>
                  <a:lnTo>
                    <a:pt x="187853" y="136895"/>
                  </a:lnTo>
                  <a:lnTo>
                    <a:pt x="187816" y="134974"/>
                  </a:lnTo>
                  <a:lnTo>
                    <a:pt x="188068" y="133042"/>
                  </a:lnTo>
                  <a:lnTo>
                    <a:pt x="187864" y="127094"/>
                  </a:lnTo>
                  <a:lnTo>
                    <a:pt x="187750" y="123674"/>
                  </a:lnTo>
                  <a:lnTo>
                    <a:pt x="186732" y="121040"/>
                  </a:lnTo>
                  <a:lnTo>
                    <a:pt x="184290" y="116038"/>
                  </a:lnTo>
                  <a:lnTo>
                    <a:pt x="184630" y="115244"/>
                  </a:lnTo>
                  <a:lnTo>
                    <a:pt x="184590" y="115103"/>
                  </a:lnTo>
                  <a:lnTo>
                    <a:pt x="183061" y="111610"/>
                  </a:lnTo>
                  <a:lnTo>
                    <a:pt x="182884" y="108475"/>
                  </a:lnTo>
                  <a:lnTo>
                    <a:pt x="182740" y="105949"/>
                  </a:lnTo>
                  <a:lnTo>
                    <a:pt x="182612" y="103689"/>
                  </a:lnTo>
                  <a:lnTo>
                    <a:pt x="182500" y="103418"/>
                  </a:lnTo>
                  <a:lnTo>
                    <a:pt x="180909" y="99545"/>
                  </a:lnTo>
                  <a:lnTo>
                    <a:pt x="181172" y="91162"/>
                  </a:lnTo>
                  <a:lnTo>
                    <a:pt x="181048" y="90055"/>
                  </a:lnTo>
                  <a:lnTo>
                    <a:pt x="180937" y="89067"/>
                  </a:lnTo>
                  <a:lnTo>
                    <a:pt x="180495" y="85117"/>
                  </a:lnTo>
                  <a:lnTo>
                    <a:pt x="179750" y="81709"/>
                  </a:lnTo>
                  <a:lnTo>
                    <a:pt x="178890" y="79598"/>
                  </a:lnTo>
                  <a:lnTo>
                    <a:pt x="177400" y="75938"/>
                  </a:lnTo>
                  <a:lnTo>
                    <a:pt x="175853" y="67842"/>
                  </a:lnTo>
                  <a:lnTo>
                    <a:pt x="174537" y="61017"/>
                  </a:lnTo>
                  <a:lnTo>
                    <a:pt x="173934" y="57845"/>
                  </a:lnTo>
                  <a:lnTo>
                    <a:pt x="173802" y="57146"/>
                  </a:lnTo>
                  <a:lnTo>
                    <a:pt x="173771" y="56983"/>
                  </a:lnTo>
                  <a:lnTo>
                    <a:pt x="173108" y="53481"/>
                  </a:lnTo>
                  <a:lnTo>
                    <a:pt x="173807" y="50471"/>
                  </a:lnTo>
                  <a:lnTo>
                    <a:pt x="174360" y="48084"/>
                  </a:lnTo>
                  <a:lnTo>
                    <a:pt x="175931" y="46061"/>
                  </a:lnTo>
                  <a:lnTo>
                    <a:pt x="177127" y="44479"/>
                  </a:lnTo>
                  <a:lnTo>
                    <a:pt x="177307" y="43808"/>
                  </a:lnTo>
                  <a:lnTo>
                    <a:pt x="177373" y="43219"/>
                  </a:lnTo>
                  <a:lnTo>
                    <a:pt x="177439" y="42583"/>
                  </a:lnTo>
                  <a:lnTo>
                    <a:pt x="177503" y="41956"/>
                  </a:lnTo>
                  <a:lnTo>
                    <a:pt x="177547" y="41440"/>
                  </a:lnTo>
                  <a:lnTo>
                    <a:pt x="177614" y="40898"/>
                  </a:lnTo>
                  <a:lnTo>
                    <a:pt x="177679" y="39930"/>
                  </a:lnTo>
                  <a:lnTo>
                    <a:pt x="177734" y="39186"/>
                  </a:lnTo>
                  <a:lnTo>
                    <a:pt x="177786" y="38390"/>
                  </a:lnTo>
                  <a:lnTo>
                    <a:pt x="177879" y="37060"/>
                  </a:lnTo>
                  <a:lnTo>
                    <a:pt x="177951" y="36079"/>
                  </a:lnTo>
                  <a:lnTo>
                    <a:pt x="177999" y="35426"/>
                  </a:lnTo>
                  <a:lnTo>
                    <a:pt x="178458" y="34756"/>
                  </a:lnTo>
                  <a:lnTo>
                    <a:pt x="178535" y="34326"/>
                  </a:lnTo>
                  <a:lnTo>
                    <a:pt x="178611" y="33933"/>
                  </a:lnTo>
                  <a:lnTo>
                    <a:pt x="178375" y="33456"/>
                  </a:lnTo>
                  <a:lnTo>
                    <a:pt x="178180" y="33328"/>
                  </a:lnTo>
                  <a:lnTo>
                    <a:pt x="178031" y="33226"/>
                  </a:lnTo>
                  <a:lnTo>
                    <a:pt x="177886" y="33123"/>
                  </a:lnTo>
                  <a:lnTo>
                    <a:pt x="177663" y="32998"/>
                  </a:lnTo>
                  <a:lnTo>
                    <a:pt x="177391" y="32814"/>
                  </a:lnTo>
                  <a:lnTo>
                    <a:pt x="177155" y="32702"/>
                  </a:lnTo>
                  <a:lnTo>
                    <a:pt x="177004" y="32655"/>
                  </a:lnTo>
                  <a:lnTo>
                    <a:pt x="176808" y="32527"/>
                  </a:lnTo>
                  <a:lnTo>
                    <a:pt x="176526" y="32251"/>
                  </a:lnTo>
                  <a:lnTo>
                    <a:pt x="176191" y="32055"/>
                  </a:lnTo>
                  <a:lnTo>
                    <a:pt x="175892" y="31915"/>
                  </a:lnTo>
                  <a:lnTo>
                    <a:pt x="175689" y="31829"/>
                  </a:lnTo>
                  <a:lnTo>
                    <a:pt x="175459" y="31755"/>
                  </a:lnTo>
                  <a:lnTo>
                    <a:pt x="175189" y="31667"/>
                  </a:lnTo>
                  <a:lnTo>
                    <a:pt x="174986" y="31603"/>
                  </a:lnTo>
                  <a:lnTo>
                    <a:pt x="174724" y="31526"/>
                  </a:lnTo>
                  <a:lnTo>
                    <a:pt x="174396" y="31347"/>
                  </a:lnTo>
                  <a:lnTo>
                    <a:pt x="174230" y="31258"/>
                  </a:lnTo>
                  <a:lnTo>
                    <a:pt x="173838" y="31126"/>
                  </a:lnTo>
                  <a:lnTo>
                    <a:pt x="173668" y="31068"/>
                  </a:lnTo>
                  <a:lnTo>
                    <a:pt x="173526" y="31022"/>
                  </a:lnTo>
                  <a:lnTo>
                    <a:pt x="173308" y="30953"/>
                  </a:lnTo>
                  <a:lnTo>
                    <a:pt x="172572" y="30785"/>
                  </a:lnTo>
                  <a:lnTo>
                    <a:pt x="172262" y="30674"/>
                  </a:lnTo>
                  <a:lnTo>
                    <a:pt x="171727" y="30461"/>
                  </a:lnTo>
                  <a:lnTo>
                    <a:pt x="171043" y="30326"/>
                  </a:lnTo>
                  <a:lnTo>
                    <a:pt x="170496" y="30108"/>
                  </a:lnTo>
                  <a:lnTo>
                    <a:pt x="170170" y="30028"/>
                  </a:lnTo>
                  <a:lnTo>
                    <a:pt x="169948" y="29976"/>
                  </a:lnTo>
                  <a:lnTo>
                    <a:pt x="169658" y="29990"/>
                  </a:lnTo>
                  <a:lnTo>
                    <a:pt x="169413" y="29999"/>
                  </a:lnTo>
                  <a:lnTo>
                    <a:pt x="169260" y="30005"/>
                  </a:lnTo>
                  <a:lnTo>
                    <a:pt x="168826" y="29949"/>
                  </a:lnTo>
                  <a:lnTo>
                    <a:pt x="168623" y="29934"/>
                  </a:lnTo>
                  <a:lnTo>
                    <a:pt x="168480" y="29713"/>
                  </a:lnTo>
                  <a:lnTo>
                    <a:pt x="167988" y="28953"/>
                  </a:lnTo>
                  <a:lnTo>
                    <a:pt x="167808" y="28721"/>
                  </a:lnTo>
                  <a:lnTo>
                    <a:pt x="167526" y="28795"/>
                  </a:lnTo>
                  <a:lnTo>
                    <a:pt x="167299" y="28827"/>
                  </a:lnTo>
                  <a:lnTo>
                    <a:pt x="166969" y="28863"/>
                  </a:lnTo>
                  <a:lnTo>
                    <a:pt x="166723" y="28882"/>
                  </a:lnTo>
                  <a:lnTo>
                    <a:pt x="166341" y="28749"/>
                  </a:lnTo>
                  <a:lnTo>
                    <a:pt x="165869" y="28518"/>
                  </a:lnTo>
                  <a:lnTo>
                    <a:pt x="165453" y="28314"/>
                  </a:lnTo>
                  <a:lnTo>
                    <a:pt x="165277" y="28291"/>
                  </a:lnTo>
                  <a:lnTo>
                    <a:pt x="165015" y="28236"/>
                  </a:lnTo>
                  <a:lnTo>
                    <a:pt x="164868" y="28206"/>
                  </a:lnTo>
                  <a:lnTo>
                    <a:pt x="165226" y="30585"/>
                  </a:lnTo>
                  <a:lnTo>
                    <a:pt x="165208" y="30727"/>
                  </a:lnTo>
                  <a:lnTo>
                    <a:pt x="165025" y="31214"/>
                  </a:lnTo>
                  <a:lnTo>
                    <a:pt x="164884" y="31436"/>
                  </a:lnTo>
                  <a:lnTo>
                    <a:pt x="164687" y="31630"/>
                  </a:lnTo>
                  <a:lnTo>
                    <a:pt x="164349" y="31779"/>
                  </a:lnTo>
                  <a:lnTo>
                    <a:pt x="163972" y="32068"/>
                  </a:lnTo>
                  <a:lnTo>
                    <a:pt x="163744" y="32188"/>
                  </a:lnTo>
                  <a:lnTo>
                    <a:pt x="163502" y="32374"/>
                  </a:lnTo>
                  <a:lnTo>
                    <a:pt x="163338" y="32519"/>
                  </a:lnTo>
                  <a:lnTo>
                    <a:pt x="163165" y="32661"/>
                  </a:lnTo>
                  <a:lnTo>
                    <a:pt x="162878" y="32924"/>
                  </a:lnTo>
                  <a:lnTo>
                    <a:pt x="162557" y="33085"/>
                  </a:lnTo>
                  <a:lnTo>
                    <a:pt x="162130" y="33383"/>
                  </a:lnTo>
                  <a:lnTo>
                    <a:pt x="161844" y="33536"/>
                  </a:lnTo>
                  <a:lnTo>
                    <a:pt x="161390" y="33771"/>
                  </a:lnTo>
                  <a:lnTo>
                    <a:pt x="160805" y="34076"/>
                  </a:lnTo>
                  <a:lnTo>
                    <a:pt x="160520" y="34387"/>
                  </a:lnTo>
                  <a:lnTo>
                    <a:pt x="160143" y="35003"/>
                  </a:lnTo>
                  <a:lnTo>
                    <a:pt x="159841" y="35351"/>
                  </a:lnTo>
                  <a:lnTo>
                    <a:pt x="159433" y="35732"/>
                  </a:lnTo>
                  <a:lnTo>
                    <a:pt x="159001" y="35995"/>
                  </a:lnTo>
                  <a:lnTo>
                    <a:pt x="158779" y="36170"/>
                  </a:lnTo>
                  <a:lnTo>
                    <a:pt x="158367" y="36411"/>
                  </a:lnTo>
                  <a:lnTo>
                    <a:pt x="158140" y="36532"/>
                  </a:lnTo>
                  <a:lnTo>
                    <a:pt x="157200" y="37086"/>
                  </a:lnTo>
                  <a:lnTo>
                    <a:pt x="156980" y="37208"/>
                  </a:lnTo>
                  <a:lnTo>
                    <a:pt x="156657" y="37380"/>
                  </a:lnTo>
                  <a:lnTo>
                    <a:pt x="156475" y="37451"/>
                  </a:lnTo>
                  <a:lnTo>
                    <a:pt x="156131" y="37555"/>
                  </a:lnTo>
                  <a:lnTo>
                    <a:pt x="155983" y="37392"/>
                  </a:lnTo>
                  <a:lnTo>
                    <a:pt x="155723" y="37120"/>
                  </a:lnTo>
                  <a:lnTo>
                    <a:pt x="155489" y="36909"/>
                  </a:lnTo>
                  <a:lnTo>
                    <a:pt x="155139" y="36802"/>
                  </a:lnTo>
                  <a:lnTo>
                    <a:pt x="154589" y="37081"/>
                  </a:lnTo>
                  <a:lnTo>
                    <a:pt x="154297" y="37045"/>
                  </a:lnTo>
                  <a:lnTo>
                    <a:pt x="154131" y="36999"/>
                  </a:lnTo>
                  <a:lnTo>
                    <a:pt x="153896" y="36997"/>
                  </a:lnTo>
                  <a:lnTo>
                    <a:pt x="153647" y="36967"/>
                  </a:lnTo>
                  <a:lnTo>
                    <a:pt x="153493" y="36946"/>
                  </a:lnTo>
                  <a:lnTo>
                    <a:pt x="153184" y="36929"/>
                  </a:lnTo>
                  <a:lnTo>
                    <a:pt x="153030" y="37004"/>
                  </a:lnTo>
                  <a:lnTo>
                    <a:pt x="152755" y="37138"/>
                  </a:lnTo>
                  <a:lnTo>
                    <a:pt x="152604" y="37212"/>
                  </a:lnTo>
                  <a:lnTo>
                    <a:pt x="152070" y="37475"/>
                  </a:lnTo>
                  <a:lnTo>
                    <a:pt x="151942" y="37543"/>
                  </a:lnTo>
                  <a:lnTo>
                    <a:pt x="151761" y="37683"/>
                  </a:lnTo>
                  <a:lnTo>
                    <a:pt x="151438" y="38046"/>
                  </a:lnTo>
                  <a:lnTo>
                    <a:pt x="151000" y="38349"/>
                  </a:lnTo>
                  <a:lnTo>
                    <a:pt x="151296" y="38901"/>
                  </a:lnTo>
                  <a:lnTo>
                    <a:pt x="151662" y="39551"/>
                  </a:lnTo>
                  <a:lnTo>
                    <a:pt x="151808" y="39850"/>
                  </a:lnTo>
                  <a:lnTo>
                    <a:pt x="151867" y="40037"/>
                  </a:lnTo>
                  <a:lnTo>
                    <a:pt x="152019" y="40274"/>
                  </a:lnTo>
                  <a:lnTo>
                    <a:pt x="152071" y="40482"/>
                  </a:lnTo>
                  <a:lnTo>
                    <a:pt x="152107" y="40631"/>
                  </a:lnTo>
                  <a:lnTo>
                    <a:pt x="152165" y="40923"/>
                  </a:lnTo>
                  <a:lnTo>
                    <a:pt x="152214" y="41094"/>
                  </a:lnTo>
                  <a:lnTo>
                    <a:pt x="152260" y="41376"/>
                  </a:lnTo>
                  <a:lnTo>
                    <a:pt x="152317" y="41692"/>
                  </a:lnTo>
                  <a:lnTo>
                    <a:pt x="152351" y="42041"/>
                  </a:lnTo>
                  <a:lnTo>
                    <a:pt x="152436" y="42536"/>
                  </a:lnTo>
                  <a:lnTo>
                    <a:pt x="152477" y="42693"/>
                  </a:lnTo>
                  <a:lnTo>
                    <a:pt x="152542" y="43155"/>
                  </a:lnTo>
                  <a:lnTo>
                    <a:pt x="152588" y="43433"/>
                  </a:lnTo>
                  <a:lnTo>
                    <a:pt x="152601" y="43613"/>
                  </a:lnTo>
                  <a:lnTo>
                    <a:pt x="152576" y="43818"/>
                  </a:lnTo>
                  <a:lnTo>
                    <a:pt x="152560" y="44010"/>
                  </a:lnTo>
                  <a:lnTo>
                    <a:pt x="152609" y="44334"/>
                  </a:lnTo>
                  <a:lnTo>
                    <a:pt x="152151" y="44287"/>
                  </a:lnTo>
                  <a:lnTo>
                    <a:pt x="151459" y="44540"/>
                  </a:lnTo>
                  <a:lnTo>
                    <a:pt x="150413" y="44507"/>
                  </a:lnTo>
                  <a:lnTo>
                    <a:pt x="150213" y="44951"/>
                  </a:lnTo>
                  <a:lnTo>
                    <a:pt x="149907" y="45615"/>
                  </a:lnTo>
                  <a:lnTo>
                    <a:pt x="150073" y="45958"/>
                  </a:lnTo>
                  <a:lnTo>
                    <a:pt x="148687" y="47930"/>
                  </a:lnTo>
                  <a:lnTo>
                    <a:pt x="148793" y="48772"/>
                  </a:lnTo>
                  <a:lnTo>
                    <a:pt x="148655" y="48811"/>
                  </a:lnTo>
                  <a:lnTo>
                    <a:pt x="148473" y="48865"/>
                  </a:lnTo>
                  <a:lnTo>
                    <a:pt x="148263" y="48962"/>
                  </a:lnTo>
                  <a:lnTo>
                    <a:pt x="148089" y="49051"/>
                  </a:lnTo>
                  <a:lnTo>
                    <a:pt x="147786" y="49224"/>
                  </a:lnTo>
                  <a:lnTo>
                    <a:pt x="147603" y="49329"/>
                  </a:lnTo>
                  <a:lnTo>
                    <a:pt x="147036" y="49533"/>
                  </a:lnTo>
                  <a:lnTo>
                    <a:pt x="145891" y="50013"/>
                  </a:lnTo>
                  <a:lnTo>
                    <a:pt x="145720" y="50138"/>
                  </a:lnTo>
                  <a:lnTo>
                    <a:pt x="145516" y="50320"/>
                  </a:lnTo>
                  <a:lnTo>
                    <a:pt x="145376" y="50500"/>
                  </a:lnTo>
                  <a:lnTo>
                    <a:pt x="145265" y="50630"/>
                  </a:lnTo>
                  <a:lnTo>
                    <a:pt x="145083" y="50683"/>
                  </a:lnTo>
                  <a:lnTo>
                    <a:pt x="144675" y="50833"/>
                  </a:lnTo>
                  <a:lnTo>
                    <a:pt x="144490" y="50623"/>
                  </a:lnTo>
                  <a:lnTo>
                    <a:pt x="144270" y="50338"/>
                  </a:lnTo>
                  <a:lnTo>
                    <a:pt x="144124" y="50167"/>
                  </a:lnTo>
                  <a:lnTo>
                    <a:pt x="143948" y="49979"/>
                  </a:lnTo>
                  <a:lnTo>
                    <a:pt x="143780" y="49783"/>
                  </a:lnTo>
                  <a:lnTo>
                    <a:pt x="143425" y="49313"/>
                  </a:lnTo>
                  <a:lnTo>
                    <a:pt x="142816" y="49253"/>
                  </a:lnTo>
                  <a:lnTo>
                    <a:pt x="142661" y="48962"/>
                  </a:lnTo>
                  <a:lnTo>
                    <a:pt x="142534" y="48509"/>
                  </a:lnTo>
                  <a:lnTo>
                    <a:pt x="142594" y="48365"/>
                  </a:lnTo>
                  <a:lnTo>
                    <a:pt x="142734" y="47834"/>
                  </a:lnTo>
                  <a:lnTo>
                    <a:pt x="142752" y="46870"/>
                  </a:lnTo>
                  <a:lnTo>
                    <a:pt x="142744" y="46510"/>
                  </a:lnTo>
                  <a:lnTo>
                    <a:pt x="142741" y="46276"/>
                  </a:lnTo>
                  <a:lnTo>
                    <a:pt x="142739" y="46113"/>
                  </a:lnTo>
                  <a:lnTo>
                    <a:pt x="142766" y="45869"/>
                  </a:lnTo>
                  <a:lnTo>
                    <a:pt x="142783" y="45704"/>
                  </a:lnTo>
                  <a:lnTo>
                    <a:pt x="142812" y="45352"/>
                  </a:lnTo>
                  <a:lnTo>
                    <a:pt x="142825" y="45052"/>
                  </a:lnTo>
                  <a:lnTo>
                    <a:pt x="142811" y="44410"/>
                  </a:lnTo>
                  <a:lnTo>
                    <a:pt x="142857" y="43984"/>
                  </a:lnTo>
                  <a:lnTo>
                    <a:pt x="142870" y="43691"/>
                  </a:lnTo>
                  <a:lnTo>
                    <a:pt x="142886" y="43444"/>
                  </a:lnTo>
                  <a:lnTo>
                    <a:pt x="142882" y="43284"/>
                  </a:lnTo>
                  <a:lnTo>
                    <a:pt x="142868" y="42829"/>
                  </a:lnTo>
                  <a:lnTo>
                    <a:pt x="142950" y="42105"/>
                  </a:lnTo>
                  <a:lnTo>
                    <a:pt x="143656" y="42265"/>
                  </a:lnTo>
                  <a:lnTo>
                    <a:pt x="143808" y="42291"/>
                  </a:lnTo>
                  <a:lnTo>
                    <a:pt x="143938" y="42328"/>
                  </a:lnTo>
                  <a:lnTo>
                    <a:pt x="144066" y="42342"/>
                  </a:lnTo>
                  <a:lnTo>
                    <a:pt x="146637" y="41583"/>
                  </a:lnTo>
                  <a:lnTo>
                    <a:pt x="146463" y="41433"/>
                  </a:lnTo>
                  <a:lnTo>
                    <a:pt x="146649" y="40977"/>
                  </a:lnTo>
                  <a:lnTo>
                    <a:pt x="143218" y="32559"/>
                  </a:lnTo>
                  <a:lnTo>
                    <a:pt x="140650" y="28442"/>
                  </a:lnTo>
                  <a:lnTo>
                    <a:pt x="140295" y="28154"/>
                  </a:lnTo>
                  <a:lnTo>
                    <a:pt x="139867" y="28124"/>
                  </a:lnTo>
                  <a:lnTo>
                    <a:pt x="139500" y="28271"/>
                  </a:lnTo>
                  <a:lnTo>
                    <a:pt x="139250" y="28261"/>
                  </a:lnTo>
                  <a:lnTo>
                    <a:pt x="138978" y="28269"/>
                  </a:lnTo>
                  <a:lnTo>
                    <a:pt x="138698" y="28262"/>
                  </a:lnTo>
                  <a:lnTo>
                    <a:pt x="138423" y="28263"/>
                  </a:lnTo>
                  <a:lnTo>
                    <a:pt x="138075" y="28248"/>
                  </a:lnTo>
                  <a:lnTo>
                    <a:pt x="137749" y="28127"/>
                  </a:lnTo>
                  <a:lnTo>
                    <a:pt x="137517" y="28099"/>
                  </a:lnTo>
                  <a:lnTo>
                    <a:pt x="137075" y="27992"/>
                  </a:lnTo>
                  <a:lnTo>
                    <a:pt x="136783" y="27882"/>
                  </a:lnTo>
                  <a:lnTo>
                    <a:pt x="136650" y="27847"/>
                  </a:lnTo>
                  <a:lnTo>
                    <a:pt x="136423" y="27866"/>
                  </a:lnTo>
                  <a:lnTo>
                    <a:pt x="136279" y="27850"/>
                  </a:lnTo>
                  <a:lnTo>
                    <a:pt x="135863" y="27694"/>
                  </a:lnTo>
                  <a:lnTo>
                    <a:pt x="135112" y="27064"/>
                  </a:lnTo>
                  <a:lnTo>
                    <a:pt x="134834" y="26792"/>
                  </a:lnTo>
                  <a:lnTo>
                    <a:pt x="134650" y="26566"/>
                  </a:lnTo>
                  <a:lnTo>
                    <a:pt x="134101" y="25988"/>
                  </a:lnTo>
                  <a:lnTo>
                    <a:pt x="133757" y="25586"/>
                  </a:lnTo>
                  <a:lnTo>
                    <a:pt x="133472" y="25268"/>
                  </a:lnTo>
                  <a:lnTo>
                    <a:pt x="131772" y="23619"/>
                  </a:lnTo>
                  <a:lnTo>
                    <a:pt x="129874" y="21952"/>
                  </a:lnTo>
                  <a:lnTo>
                    <a:pt x="128949" y="20696"/>
                  </a:lnTo>
                  <a:lnTo>
                    <a:pt x="128818" y="20660"/>
                  </a:lnTo>
                  <a:lnTo>
                    <a:pt x="128650" y="20620"/>
                  </a:lnTo>
                  <a:lnTo>
                    <a:pt x="128393" y="19709"/>
                  </a:lnTo>
                  <a:lnTo>
                    <a:pt x="128376" y="19204"/>
                  </a:lnTo>
                  <a:lnTo>
                    <a:pt x="128350" y="19035"/>
                  </a:lnTo>
                  <a:lnTo>
                    <a:pt x="128386" y="18806"/>
                  </a:lnTo>
                  <a:lnTo>
                    <a:pt x="128290" y="18431"/>
                  </a:lnTo>
                  <a:lnTo>
                    <a:pt x="128280" y="18304"/>
                  </a:lnTo>
                  <a:lnTo>
                    <a:pt x="128297" y="18151"/>
                  </a:lnTo>
                  <a:lnTo>
                    <a:pt x="128448" y="17696"/>
                  </a:lnTo>
                  <a:lnTo>
                    <a:pt x="128522" y="16844"/>
                  </a:lnTo>
                  <a:lnTo>
                    <a:pt x="128489" y="16484"/>
                  </a:lnTo>
                  <a:lnTo>
                    <a:pt x="128287" y="16008"/>
                  </a:lnTo>
                  <a:lnTo>
                    <a:pt x="128495" y="15761"/>
                  </a:lnTo>
                  <a:lnTo>
                    <a:pt x="128605" y="15345"/>
                  </a:lnTo>
                  <a:lnTo>
                    <a:pt x="128627" y="14994"/>
                  </a:lnTo>
                  <a:lnTo>
                    <a:pt x="128663" y="14800"/>
                  </a:lnTo>
                  <a:lnTo>
                    <a:pt x="128713" y="14626"/>
                  </a:lnTo>
                  <a:lnTo>
                    <a:pt x="128979" y="14142"/>
                  </a:lnTo>
                  <a:lnTo>
                    <a:pt x="128983" y="13885"/>
                  </a:lnTo>
                  <a:lnTo>
                    <a:pt x="129323" y="13153"/>
                  </a:lnTo>
                  <a:lnTo>
                    <a:pt x="129526" y="12358"/>
                  </a:lnTo>
                  <a:lnTo>
                    <a:pt x="129598" y="11964"/>
                  </a:lnTo>
                  <a:lnTo>
                    <a:pt x="129094" y="11462"/>
                  </a:lnTo>
                  <a:lnTo>
                    <a:pt x="128958" y="11313"/>
                  </a:lnTo>
                  <a:lnTo>
                    <a:pt x="128880" y="11142"/>
                  </a:lnTo>
                  <a:lnTo>
                    <a:pt x="128777" y="10838"/>
                  </a:lnTo>
                  <a:lnTo>
                    <a:pt x="128607" y="10593"/>
                  </a:lnTo>
                  <a:lnTo>
                    <a:pt x="128438" y="10290"/>
                  </a:lnTo>
                  <a:lnTo>
                    <a:pt x="128392" y="10140"/>
                  </a:lnTo>
                  <a:lnTo>
                    <a:pt x="128365" y="9788"/>
                  </a:lnTo>
                  <a:lnTo>
                    <a:pt x="128339" y="9617"/>
                  </a:lnTo>
                  <a:lnTo>
                    <a:pt x="128314" y="9467"/>
                  </a:lnTo>
                  <a:lnTo>
                    <a:pt x="128215" y="9207"/>
                  </a:lnTo>
                  <a:lnTo>
                    <a:pt x="128060" y="8708"/>
                  </a:lnTo>
                  <a:lnTo>
                    <a:pt x="128008" y="8560"/>
                  </a:lnTo>
                  <a:lnTo>
                    <a:pt x="127975" y="8267"/>
                  </a:lnTo>
                  <a:lnTo>
                    <a:pt x="127878" y="7759"/>
                  </a:lnTo>
                  <a:lnTo>
                    <a:pt x="127494" y="7432"/>
                  </a:lnTo>
                  <a:lnTo>
                    <a:pt x="127327" y="7314"/>
                  </a:lnTo>
                  <a:lnTo>
                    <a:pt x="127086" y="7190"/>
                  </a:lnTo>
                  <a:lnTo>
                    <a:pt x="126892" y="7100"/>
                  </a:lnTo>
                  <a:lnTo>
                    <a:pt x="126674" y="7072"/>
                  </a:lnTo>
                  <a:lnTo>
                    <a:pt x="126387" y="6418"/>
                  </a:lnTo>
                  <a:lnTo>
                    <a:pt x="126173" y="6350"/>
                  </a:lnTo>
                  <a:lnTo>
                    <a:pt x="125712" y="5740"/>
                  </a:lnTo>
                  <a:lnTo>
                    <a:pt x="125718" y="4164"/>
                  </a:lnTo>
                  <a:lnTo>
                    <a:pt x="125510" y="4256"/>
                  </a:lnTo>
                  <a:lnTo>
                    <a:pt x="125375" y="4294"/>
                  </a:lnTo>
                  <a:lnTo>
                    <a:pt x="112887" y="0"/>
                  </a:lnTo>
                  <a:lnTo>
                    <a:pt x="112803" y="287"/>
                  </a:lnTo>
                  <a:lnTo>
                    <a:pt x="112554" y="775"/>
                  </a:lnTo>
                  <a:lnTo>
                    <a:pt x="112435" y="998"/>
                  </a:lnTo>
                  <a:lnTo>
                    <a:pt x="111925" y="1611"/>
                  </a:lnTo>
                  <a:lnTo>
                    <a:pt x="111432" y="1999"/>
                  </a:lnTo>
                  <a:lnTo>
                    <a:pt x="110650" y="2621"/>
                  </a:lnTo>
                  <a:lnTo>
                    <a:pt x="110794" y="2959"/>
                  </a:lnTo>
                  <a:lnTo>
                    <a:pt x="110843" y="3122"/>
                  </a:lnTo>
                  <a:lnTo>
                    <a:pt x="110947" y="3473"/>
                  </a:lnTo>
                  <a:lnTo>
                    <a:pt x="111000" y="3684"/>
                  </a:lnTo>
                  <a:lnTo>
                    <a:pt x="111023" y="3870"/>
                  </a:lnTo>
                  <a:lnTo>
                    <a:pt x="111041" y="4010"/>
                  </a:lnTo>
                  <a:lnTo>
                    <a:pt x="111072" y="4280"/>
                  </a:lnTo>
                  <a:lnTo>
                    <a:pt x="111110" y="4575"/>
                  </a:lnTo>
                  <a:lnTo>
                    <a:pt x="111130" y="4748"/>
                  </a:lnTo>
                  <a:lnTo>
                    <a:pt x="111224" y="5002"/>
                  </a:lnTo>
                  <a:lnTo>
                    <a:pt x="111285" y="5277"/>
                  </a:lnTo>
                  <a:lnTo>
                    <a:pt x="111369" y="5644"/>
                  </a:lnTo>
                  <a:lnTo>
                    <a:pt x="111379" y="6023"/>
                  </a:lnTo>
                  <a:lnTo>
                    <a:pt x="111369" y="6165"/>
                  </a:lnTo>
                  <a:lnTo>
                    <a:pt x="111331" y="6712"/>
                  </a:lnTo>
                  <a:lnTo>
                    <a:pt x="111214" y="7221"/>
                  </a:lnTo>
                  <a:lnTo>
                    <a:pt x="111072" y="7695"/>
                  </a:lnTo>
                  <a:lnTo>
                    <a:pt x="110944" y="8048"/>
                  </a:lnTo>
                  <a:lnTo>
                    <a:pt x="110789" y="8376"/>
                  </a:lnTo>
                  <a:lnTo>
                    <a:pt x="110715" y="8534"/>
                  </a:lnTo>
                  <a:lnTo>
                    <a:pt x="110512" y="8911"/>
                  </a:lnTo>
                  <a:lnTo>
                    <a:pt x="110410" y="9119"/>
                  </a:lnTo>
                  <a:lnTo>
                    <a:pt x="110237" y="9478"/>
                  </a:lnTo>
                  <a:lnTo>
                    <a:pt x="109995" y="10196"/>
                  </a:lnTo>
                  <a:lnTo>
                    <a:pt x="109952" y="10371"/>
                  </a:lnTo>
                  <a:lnTo>
                    <a:pt x="109871" y="10723"/>
                  </a:lnTo>
                  <a:lnTo>
                    <a:pt x="109728" y="11216"/>
                  </a:lnTo>
                  <a:lnTo>
                    <a:pt x="109690" y="11379"/>
                  </a:lnTo>
                  <a:lnTo>
                    <a:pt x="109519" y="12140"/>
                  </a:lnTo>
                  <a:lnTo>
                    <a:pt x="109344" y="12883"/>
                  </a:lnTo>
                  <a:lnTo>
                    <a:pt x="109285" y="13234"/>
                  </a:lnTo>
                  <a:lnTo>
                    <a:pt x="109214" y="13669"/>
                  </a:lnTo>
                  <a:lnTo>
                    <a:pt x="109143" y="13959"/>
                  </a:lnTo>
                  <a:lnTo>
                    <a:pt x="109115" y="14135"/>
                  </a:lnTo>
                  <a:lnTo>
                    <a:pt x="109016" y="14684"/>
                  </a:lnTo>
                  <a:lnTo>
                    <a:pt x="108888" y="15259"/>
                  </a:lnTo>
                  <a:lnTo>
                    <a:pt x="108822" y="15720"/>
                  </a:lnTo>
                  <a:lnTo>
                    <a:pt x="108782" y="15952"/>
                  </a:lnTo>
                  <a:lnTo>
                    <a:pt x="108705" y="16310"/>
                  </a:lnTo>
                  <a:lnTo>
                    <a:pt x="108657" y="16646"/>
                  </a:lnTo>
                  <a:lnTo>
                    <a:pt x="108606" y="17112"/>
                  </a:lnTo>
                  <a:lnTo>
                    <a:pt x="108560" y="17776"/>
                  </a:lnTo>
                  <a:lnTo>
                    <a:pt x="108522" y="18198"/>
                  </a:lnTo>
                  <a:lnTo>
                    <a:pt x="108479" y="18903"/>
                  </a:lnTo>
                  <a:lnTo>
                    <a:pt x="108451" y="19198"/>
                  </a:lnTo>
                  <a:lnTo>
                    <a:pt x="108364" y="20081"/>
                  </a:lnTo>
                  <a:lnTo>
                    <a:pt x="108324" y="20728"/>
                  </a:lnTo>
                  <a:lnTo>
                    <a:pt x="108334" y="21102"/>
                  </a:lnTo>
                  <a:lnTo>
                    <a:pt x="108331" y="21326"/>
                  </a:lnTo>
                  <a:lnTo>
                    <a:pt x="108359" y="21817"/>
                  </a:lnTo>
                  <a:lnTo>
                    <a:pt x="108418" y="22728"/>
                  </a:lnTo>
                  <a:lnTo>
                    <a:pt x="108438" y="23066"/>
                  </a:lnTo>
                  <a:lnTo>
                    <a:pt x="108453" y="23572"/>
                  </a:lnTo>
                  <a:lnTo>
                    <a:pt x="108000" y="23524"/>
                  </a:lnTo>
                  <a:lnTo>
                    <a:pt x="107723" y="23494"/>
                  </a:lnTo>
                  <a:lnTo>
                    <a:pt x="107288" y="23435"/>
                  </a:lnTo>
                  <a:lnTo>
                    <a:pt x="107089" y="23407"/>
                  </a:lnTo>
                  <a:lnTo>
                    <a:pt x="106685" y="23351"/>
                  </a:lnTo>
                  <a:lnTo>
                    <a:pt x="103568" y="23043"/>
                  </a:lnTo>
                  <a:lnTo>
                    <a:pt x="103258" y="22761"/>
                  </a:lnTo>
                  <a:lnTo>
                    <a:pt x="103026" y="22557"/>
                  </a:lnTo>
                  <a:lnTo>
                    <a:pt x="102817" y="22589"/>
                  </a:lnTo>
                  <a:lnTo>
                    <a:pt x="102405" y="22558"/>
                  </a:lnTo>
                  <a:lnTo>
                    <a:pt x="101956" y="22630"/>
                  </a:lnTo>
                  <a:lnTo>
                    <a:pt x="101616" y="22723"/>
                  </a:lnTo>
                  <a:lnTo>
                    <a:pt x="101265" y="22795"/>
                  </a:lnTo>
                  <a:lnTo>
                    <a:pt x="100935" y="22867"/>
                  </a:lnTo>
                  <a:lnTo>
                    <a:pt x="100722" y="22915"/>
                  </a:lnTo>
                  <a:lnTo>
                    <a:pt x="100477" y="23083"/>
                  </a:lnTo>
                  <a:lnTo>
                    <a:pt x="100055" y="23153"/>
                  </a:lnTo>
                  <a:lnTo>
                    <a:pt x="99897" y="23117"/>
                  </a:lnTo>
                  <a:lnTo>
                    <a:pt x="99718" y="23119"/>
                  </a:lnTo>
                  <a:lnTo>
                    <a:pt x="99581" y="23080"/>
                  </a:lnTo>
                  <a:lnTo>
                    <a:pt x="99140" y="23040"/>
                  </a:lnTo>
                  <a:lnTo>
                    <a:pt x="98081" y="22673"/>
                  </a:lnTo>
                  <a:lnTo>
                    <a:pt x="97449" y="22463"/>
                  </a:lnTo>
                  <a:lnTo>
                    <a:pt x="97383" y="22309"/>
                  </a:lnTo>
                  <a:lnTo>
                    <a:pt x="97026" y="22084"/>
                  </a:lnTo>
                  <a:lnTo>
                    <a:pt x="96969" y="21835"/>
                  </a:lnTo>
                  <a:lnTo>
                    <a:pt x="96856" y="21509"/>
                  </a:lnTo>
                  <a:lnTo>
                    <a:pt x="96776" y="21325"/>
                  </a:lnTo>
                  <a:lnTo>
                    <a:pt x="96295" y="20244"/>
                  </a:lnTo>
                  <a:lnTo>
                    <a:pt x="96056" y="19813"/>
                  </a:lnTo>
                  <a:lnTo>
                    <a:pt x="95886" y="19479"/>
                  </a:lnTo>
                  <a:lnTo>
                    <a:pt x="95473" y="17978"/>
                  </a:lnTo>
                  <a:lnTo>
                    <a:pt x="95366" y="17748"/>
                  </a:lnTo>
                  <a:lnTo>
                    <a:pt x="95128" y="17477"/>
                  </a:lnTo>
                  <a:lnTo>
                    <a:pt x="94803" y="17272"/>
                  </a:lnTo>
                  <a:lnTo>
                    <a:pt x="94559" y="17239"/>
                  </a:lnTo>
                  <a:lnTo>
                    <a:pt x="94392" y="17280"/>
                  </a:lnTo>
                  <a:lnTo>
                    <a:pt x="93537" y="17848"/>
                  </a:lnTo>
                  <a:lnTo>
                    <a:pt x="93298" y="18023"/>
                  </a:lnTo>
                  <a:lnTo>
                    <a:pt x="92915" y="18229"/>
                  </a:lnTo>
                  <a:lnTo>
                    <a:pt x="92682" y="18333"/>
                  </a:lnTo>
                  <a:lnTo>
                    <a:pt x="92325" y="18565"/>
                  </a:lnTo>
                  <a:lnTo>
                    <a:pt x="91725" y="19118"/>
                  </a:lnTo>
                  <a:lnTo>
                    <a:pt x="91232" y="19763"/>
                  </a:lnTo>
                  <a:lnTo>
                    <a:pt x="90879" y="19996"/>
                  </a:lnTo>
                  <a:lnTo>
                    <a:pt x="90712" y="20071"/>
                  </a:lnTo>
                  <a:lnTo>
                    <a:pt x="90361" y="19996"/>
                  </a:lnTo>
                  <a:lnTo>
                    <a:pt x="90205" y="19830"/>
                  </a:lnTo>
                  <a:lnTo>
                    <a:pt x="90062" y="19596"/>
                  </a:lnTo>
                  <a:lnTo>
                    <a:pt x="89996" y="19275"/>
                  </a:lnTo>
                  <a:lnTo>
                    <a:pt x="90052" y="18994"/>
                  </a:lnTo>
                  <a:lnTo>
                    <a:pt x="90609" y="17646"/>
                  </a:lnTo>
                  <a:lnTo>
                    <a:pt x="90803" y="16935"/>
                  </a:lnTo>
                  <a:lnTo>
                    <a:pt x="90646" y="16757"/>
                  </a:lnTo>
                  <a:lnTo>
                    <a:pt x="90440" y="16684"/>
                  </a:lnTo>
                  <a:lnTo>
                    <a:pt x="90232" y="16797"/>
                  </a:lnTo>
                  <a:lnTo>
                    <a:pt x="89928" y="16945"/>
                  </a:lnTo>
                  <a:lnTo>
                    <a:pt x="89729" y="16995"/>
                  </a:lnTo>
                  <a:lnTo>
                    <a:pt x="89393" y="17153"/>
                  </a:lnTo>
                  <a:lnTo>
                    <a:pt x="89012" y="17331"/>
                  </a:lnTo>
                  <a:lnTo>
                    <a:pt x="88828" y="17432"/>
                  </a:lnTo>
                  <a:lnTo>
                    <a:pt x="88644" y="17496"/>
                  </a:lnTo>
                  <a:lnTo>
                    <a:pt x="88087" y="17412"/>
                  </a:lnTo>
                  <a:lnTo>
                    <a:pt x="87867" y="17363"/>
                  </a:lnTo>
                  <a:lnTo>
                    <a:pt x="87726" y="17337"/>
                  </a:lnTo>
                  <a:lnTo>
                    <a:pt x="87557" y="17318"/>
                  </a:lnTo>
                  <a:lnTo>
                    <a:pt x="87364" y="17313"/>
                  </a:lnTo>
                  <a:lnTo>
                    <a:pt x="87125" y="17304"/>
                  </a:lnTo>
                  <a:lnTo>
                    <a:pt x="86923" y="17357"/>
                  </a:lnTo>
                  <a:lnTo>
                    <a:pt x="86744" y="17413"/>
                  </a:lnTo>
                  <a:lnTo>
                    <a:pt x="86391" y="17410"/>
                  </a:lnTo>
                  <a:lnTo>
                    <a:pt x="85931" y="17390"/>
                  </a:lnTo>
                  <a:lnTo>
                    <a:pt x="85465" y="17565"/>
                  </a:lnTo>
                  <a:lnTo>
                    <a:pt x="84939" y="17741"/>
                  </a:lnTo>
                  <a:lnTo>
                    <a:pt x="84565" y="17686"/>
                  </a:lnTo>
                  <a:lnTo>
                    <a:pt x="83930" y="17667"/>
                  </a:lnTo>
                  <a:lnTo>
                    <a:pt x="83243" y="17529"/>
                  </a:lnTo>
                  <a:lnTo>
                    <a:pt x="82714" y="18754"/>
                  </a:lnTo>
                  <a:lnTo>
                    <a:pt x="81799" y="19407"/>
                  </a:lnTo>
                  <a:lnTo>
                    <a:pt x="76103" y="16240"/>
                  </a:lnTo>
                  <a:lnTo>
                    <a:pt x="71567" y="15192"/>
                  </a:lnTo>
                  <a:lnTo>
                    <a:pt x="71391" y="16385"/>
                  </a:lnTo>
                  <a:lnTo>
                    <a:pt x="71347" y="16546"/>
                  </a:lnTo>
                  <a:lnTo>
                    <a:pt x="71289" y="16808"/>
                  </a:lnTo>
                  <a:lnTo>
                    <a:pt x="71233" y="17070"/>
                  </a:lnTo>
                  <a:lnTo>
                    <a:pt x="69671" y="19689"/>
                  </a:lnTo>
                  <a:lnTo>
                    <a:pt x="69606" y="19913"/>
                  </a:lnTo>
                  <a:lnTo>
                    <a:pt x="69456" y="20222"/>
                  </a:lnTo>
                  <a:lnTo>
                    <a:pt x="72795" y="28289"/>
                  </a:lnTo>
                  <a:lnTo>
                    <a:pt x="70182" y="31782"/>
                  </a:lnTo>
                  <a:lnTo>
                    <a:pt x="70661" y="32099"/>
                  </a:lnTo>
                  <a:lnTo>
                    <a:pt x="70538" y="32336"/>
                  </a:lnTo>
                  <a:lnTo>
                    <a:pt x="70304" y="32828"/>
                  </a:lnTo>
                  <a:lnTo>
                    <a:pt x="70115" y="32603"/>
                  </a:lnTo>
                  <a:lnTo>
                    <a:pt x="69980" y="32450"/>
                  </a:lnTo>
                  <a:lnTo>
                    <a:pt x="69533" y="31994"/>
                  </a:lnTo>
                  <a:lnTo>
                    <a:pt x="69509" y="32230"/>
                  </a:lnTo>
                  <a:lnTo>
                    <a:pt x="69469" y="32467"/>
                  </a:lnTo>
                  <a:lnTo>
                    <a:pt x="69497" y="32919"/>
                  </a:lnTo>
                  <a:lnTo>
                    <a:pt x="69546" y="33113"/>
                  </a:lnTo>
                  <a:lnTo>
                    <a:pt x="69446" y="33471"/>
                  </a:lnTo>
                  <a:lnTo>
                    <a:pt x="69362" y="33622"/>
                  </a:lnTo>
                  <a:lnTo>
                    <a:pt x="69184" y="33928"/>
                  </a:lnTo>
                  <a:lnTo>
                    <a:pt x="68298" y="33062"/>
                  </a:lnTo>
                  <a:lnTo>
                    <a:pt x="68037" y="33269"/>
                  </a:lnTo>
                  <a:lnTo>
                    <a:pt x="67754" y="33145"/>
                  </a:lnTo>
                  <a:lnTo>
                    <a:pt x="67603" y="32888"/>
                  </a:lnTo>
                  <a:lnTo>
                    <a:pt x="67635" y="32488"/>
                  </a:lnTo>
                  <a:lnTo>
                    <a:pt x="67666" y="32253"/>
                  </a:lnTo>
                  <a:lnTo>
                    <a:pt x="67675" y="32118"/>
                  </a:lnTo>
                  <a:lnTo>
                    <a:pt x="67471" y="31969"/>
                  </a:lnTo>
                  <a:lnTo>
                    <a:pt x="66648" y="32064"/>
                  </a:lnTo>
                  <a:lnTo>
                    <a:pt x="65570" y="33374"/>
                  </a:lnTo>
                  <a:lnTo>
                    <a:pt x="65440" y="33374"/>
                  </a:lnTo>
                  <a:lnTo>
                    <a:pt x="64105" y="36252"/>
                  </a:lnTo>
                  <a:lnTo>
                    <a:pt x="63498" y="36438"/>
                  </a:lnTo>
                  <a:lnTo>
                    <a:pt x="62703" y="36090"/>
                  </a:lnTo>
                  <a:lnTo>
                    <a:pt x="62628" y="35712"/>
                  </a:lnTo>
                  <a:lnTo>
                    <a:pt x="61745" y="36491"/>
                  </a:lnTo>
                  <a:lnTo>
                    <a:pt x="61738" y="36618"/>
                  </a:lnTo>
                  <a:lnTo>
                    <a:pt x="61060" y="38501"/>
                  </a:lnTo>
                  <a:lnTo>
                    <a:pt x="60870" y="38428"/>
                  </a:lnTo>
                  <a:lnTo>
                    <a:pt x="60331" y="38287"/>
                  </a:lnTo>
                  <a:lnTo>
                    <a:pt x="59686" y="38082"/>
                  </a:lnTo>
                  <a:lnTo>
                    <a:pt x="58986" y="37769"/>
                  </a:lnTo>
                  <a:lnTo>
                    <a:pt x="58771" y="37592"/>
                  </a:lnTo>
                  <a:lnTo>
                    <a:pt x="58299" y="38398"/>
                  </a:lnTo>
                  <a:lnTo>
                    <a:pt x="58214" y="38532"/>
                  </a:lnTo>
                  <a:lnTo>
                    <a:pt x="58047" y="38718"/>
                  </a:lnTo>
                  <a:lnTo>
                    <a:pt x="57705" y="38604"/>
                  </a:lnTo>
                  <a:lnTo>
                    <a:pt x="58246" y="40778"/>
                  </a:lnTo>
                  <a:lnTo>
                    <a:pt x="53657" y="45996"/>
                  </a:lnTo>
                  <a:lnTo>
                    <a:pt x="51527" y="47825"/>
                  </a:lnTo>
                  <a:lnTo>
                    <a:pt x="51644" y="48022"/>
                  </a:lnTo>
                  <a:lnTo>
                    <a:pt x="51969" y="48425"/>
                  </a:lnTo>
                  <a:lnTo>
                    <a:pt x="51873" y="48911"/>
                  </a:lnTo>
                  <a:lnTo>
                    <a:pt x="51772" y="49217"/>
                  </a:lnTo>
                  <a:lnTo>
                    <a:pt x="51333" y="51701"/>
                  </a:lnTo>
                  <a:lnTo>
                    <a:pt x="51377" y="51828"/>
                  </a:lnTo>
                  <a:lnTo>
                    <a:pt x="43345" y="54779"/>
                  </a:lnTo>
                  <a:lnTo>
                    <a:pt x="43095" y="54878"/>
                  </a:lnTo>
                  <a:lnTo>
                    <a:pt x="43226" y="55050"/>
                  </a:lnTo>
                  <a:lnTo>
                    <a:pt x="42982" y="55123"/>
                  </a:lnTo>
                  <a:lnTo>
                    <a:pt x="42830" y="54988"/>
                  </a:lnTo>
                  <a:lnTo>
                    <a:pt x="42770" y="55127"/>
                  </a:lnTo>
                  <a:lnTo>
                    <a:pt x="40560" y="56940"/>
                  </a:lnTo>
                  <a:lnTo>
                    <a:pt x="40554" y="57273"/>
                  </a:lnTo>
                  <a:lnTo>
                    <a:pt x="40597" y="57461"/>
                  </a:lnTo>
                  <a:lnTo>
                    <a:pt x="41398" y="57641"/>
                  </a:lnTo>
                  <a:lnTo>
                    <a:pt x="41579" y="57754"/>
                  </a:lnTo>
                  <a:lnTo>
                    <a:pt x="40320" y="67429"/>
                  </a:lnTo>
                  <a:lnTo>
                    <a:pt x="39882" y="70244"/>
                  </a:lnTo>
                  <a:lnTo>
                    <a:pt x="39897" y="70436"/>
                  </a:lnTo>
                  <a:lnTo>
                    <a:pt x="39914" y="70629"/>
                  </a:lnTo>
                  <a:lnTo>
                    <a:pt x="39948" y="70999"/>
                  </a:lnTo>
                  <a:lnTo>
                    <a:pt x="40273" y="71766"/>
                  </a:lnTo>
                  <a:lnTo>
                    <a:pt x="40422" y="72140"/>
                  </a:lnTo>
                  <a:lnTo>
                    <a:pt x="40475" y="72273"/>
                  </a:lnTo>
                  <a:lnTo>
                    <a:pt x="40516" y="72407"/>
                  </a:lnTo>
                  <a:lnTo>
                    <a:pt x="36311" y="75192"/>
                  </a:lnTo>
                  <a:lnTo>
                    <a:pt x="36567" y="75696"/>
                  </a:lnTo>
                  <a:lnTo>
                    <a:pt x="36466" y="75811"/>
                  </a:lnTo>
                  <a:lnTo>
                    <a:pt x="36237" y="75802"/>
                  </a:lnTo>
                  <a:lnTo>
                    <a:pt x="35998" y="75792"/>
                  </a:lnTo>
                  <a:lnTo>
                    <a:pt x="35783" y="75851"/>
                  </a:lnTo>
                  <a:lnTo>
                    <a:pt x="35638" y="75919"/>
                  </a:lnTo>
                  <a:lnTo>
                    <a:pt x="35378" y="76111"/>
                  </a:lnTo>
                  <a:lnTo>
                    <a:pt x="34912" y="76589"/>
                  </a:lnTo>
                  <a:lnTo>
                    <a:pt x="34932" y="76792"/>
                  </a:lnTo>
                  <a:lnTo>
                    <a:pt x="34720" y="77022"/>
                  </a:lnTo>
                  <a:lnTo>
                    <a:pt x="34411" y="77229"/>
                  </a:lnTo>
                  <a:lnTo>
                    <a:pt x="34184" y="77462"/>
                  </a:lnTo>
                  <a:lnTo>
                    <a:pt x="33846" y="77879"/>
                  </a:lnTo>
                  <a:lnTo>
                    <a:pt x="33574" y="78055"/>
                  </a:lnTo>
                  <a:lnTo>
                    <a:pt x="33460" y="78224"/>
                  </a:lnTo>
                  <a:lnTo>
                    <a:pt x="32982" y="78602"/>
                  </a:lnTo>
                  <a:lnTo>
                    <a:pt x="32763" y="78754"/>
                  </a:lnTo>
                  <a:lnTo>
                    <a:pt x="32431" y="78861"/>
                  </a:lnTo>
                  <a:lnTo>
                    <a:pt x="32055" y="78409"/>
                  </a:lnTo>
                  <a:lnTo>
                    <a:pt x="31534" y="78180"/>
                  </a:lnTo>
                  <a:lnTo>
                    <a:pt x="31487" y="78009"/>
                  </a:lnTo>
                  <a:lnTo>
                    <a:pt x="31407" y="77855"/>
                  </a:lnTo>
                  <a:lnTo>
                    <a:pt x="31087" y="77210"/>
                  </a:lnTo>
                  <a:lnTo>
                    <a:pt x="30819" y="77045"/>
                  </a:lnTo>
                  <a:lnTo>
                    <a:pt x="30796" y="76903"/>
                  </a:lnTo>
                  <a:lnTo>
                    <a:pt x="30769" y="76493"/>
                  </a:lnTo>
                  <a:lnTo>
                    <a:pt x="30606" y="76077"/>
                  </a:lnTo>
                  <a:lnTo>
                    <a:pt x="30426" y="74350"/>
                  </a:lnTo>
                  <a:lnTo>
                    <a:pt x="30383" y="73976"/>
                  </a:lnTo>
                  <a:lnTo>
                    <a:pt x="29816" y="73272"/>
                  </a:lnTo>
                  <a:lnTo>
                    <a:pt x="29323" y="72966"/>
                  </a:lnTo>
                  <a:lnTo>
                    <a:pt x="28530" y="72495"/>
                  </a:lnTo>
                  <a:lnTo>
                    <a:pt x="28310" y="72881"/>
                  </a:lnTo>
                  <a:lnTo>
                    <a:pt x="28055" y="73247"/>
                  </a:lnTo>
                  <a:lnTo>
                    <a:pt x="27895" y="73325"/>
                  </a:lnTo>
                  <a:lnTo>
                    <a:pt x="26833" y="73739"/>
                  </a:lnTo>
                  <a:lnTo>
                    <a:pt x="26469" y="73701"/>
                  </a:lnTo>
                  <a:lnTo>
                    <a:pt x="26058" y="73776"/>
                  </a:lnTo>
                  <a:lnTo>
                    <a:pt x="25402" y="71994"/>
                  </a:lnTo>
                  <a:lnTo>
                    <a:pt x="24550" y="69680"/>
                  </a:lnTo>
                  <a:lnTo>
                    <a:pt x="24268" y="68304"/>
                  </a:lnTo>
                  <a:lnTo>
                    <a:pt x="23674" y="65405"/>
                  </a:lnTo>
                  <a:lnTo>
                    <a:pt x="20800" y="62128"/>
                  </a:lnTo>
                  <a:lnTo>
                    <a:pt x="17836" y="60091"/>
                  </a:lnTo>
                  <a:lnTo>
                    <a:pt x="16988" y="61585"/>
                  </a:lnTo>
                  <a:lnTo>
                    <a:pt x="15487" y="64228"/>
                  </a:lnTo>
                  <a:lnTo>
                    <a:pt x="12630" y="69259"/>
                  </a:lnTo>
                  <a:lnTo>
                    <a:pt x="8450" y="76620"/>
                  </a:lnTo>
                  <a:lnTo>
                    <a:pt x="5823" y="81246"/>
                  </a:lnTo>
                  <a:lnTo>
                    <a:pt x="4437" y="88131"/>
                  </a:lnTo>
                  <a:lnTo>
                    <a:pt x="4828" y="91544"/>
                  </a:lnTo>
                  <a:lnTo>
                    <a:pt x="5010" y="93133"/>
                  </a:lnTo>
                  <a:lnTo>
                    <a:pt x="5108" y="93996"/>
                  </a:lnTo>
                  <a:lnTo>
                    <a:pt x="7508" y="96574"/>
                  </a:lnTo>
                  <a:lnTo>
                    <a:pt x="10534" y="99825"/>
                  </a:lnTo>
                  <a:lnTo>
                    <a:pt x="11783" y="105286"/>
                  </a:lnTo>
                  <a:lnTo>
                    <a:pt x="11715" y="106037"/>
                  </a:lnTo>
                  <a:lnTo>
                    <a:pt x="11377" y="109776"/>
                  </a:lnTo>
                  <a:lnTo>
                    <a:pt x="11325" y="110358"/>
                  </a:lnTo>
                  <a:lnTo>
                    <a:pt x="10861" y="111092"/>
                  </a:lnTo>
                  <a:lnTo>
                    <a:pt x="8699" y="114518"/>
                  </a:lnTo>
                  <a:lnTo>
                    <a:pt x="9590" y="125719"/>
                  </a:lnTo>
                  <a:lnTo>
                    <a:pt x="9693" y="127008"/>
                  </a:lnTo>
                  <a:lnTo>
                    <a:pt x="9087" y="135134"/>
                  </a:lnTo>
                  <a:lnTo>
                    <a:pt x="9936" y="137328"/>
                  </a:lnTo>
                  <a:lnTo>
                    <a:pt x="10911" y="139849"/>
                  </a:lnTo>
                  <a:lnTo>
                    <a:pt x="11800" y="142755"/>
                  </a:lnTo>
                  <a:lnTo>
                    <a:pt x="12272" y="144299"/>
                  </a:lnTo>
                  <a:lnTo>
                    <a:pt x="15293" y="154178"/>
                  </a:lnTo>
                  <a:lnTo>
                    <a:pt x="17047" y="157404"/>
                  </a:lnTo>
                  <a:lnTo>
                    <a:pt x="16442" y="163410"/>
                  </a:lnTo>
                  <a:lnTo>
                    <a:pt x="16394" y="163877"/>
                  </a:lnTo>
                  <a:lnTo>
                    <a:pt x="15528" y="172465"/>
                  </a:lnTo>
                  <a:lnTo>
                    <a:pt x="15385" y="173882"/>
                  </a:lnTo>
                  <a:lnTo>
                    <a:pt x="15363" y="174100"/>
                  </a:lnTo>
                  <a:lnTo>
                    <a:pt x="13228" y="176806"/>
                  </a:lnTo>
                  <a:lnTo>
                    <a:pt x="10861" y="179805"/>
                  </a:lnTo>
                  <a:lnTo>
                    <a:pt x="14305" y="190198"/>
                  </a:lnTo>
                  <a:lnTo>
                    <a:pt x="17253" y="199095"/>
                  </a:lnTo>
                  <a:lnTo>
                    <a:pt x="14750" y="204747"/>
                  </a:lnTo>
                  <a:lnTo>
                    <a:pt x="13062" y="210295"/>
                  </a:lnTo>
                  <a:lnTo>
                    <a:pt x="8793" y="224315"/>
                  </a:lnTo>
                  <a:close/>
                </a:path>
              </a:pathLst>
            </a:custGeom>
            <a:solidFill>
              <a:srgbClr val="98B0B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9"/>
            <p:cNvSpPr/>
            <p:nvPr/>
          </p:nvSpPr>
          <p:spPr>
            <a:xfrm>
              <a:off x="3554116" y="5170042"/>
              <a:ext cx="236492" cy="319401"/>
            </a:xfrm>
            <a:custGeom>
              <a:avLst/>
              <a:pathLst>
                <a:path w="236492" h="319401">
                  <a:moveTo>
                    <a:pt x="194287" y="104517"/>
                  </a:moveTo>
                  <a:lnTo>
                    <a:pt x="194344" y="104323"/>
                  </a:lnTo>
                  <a:lnTo>
                    <a:pt x="194588" y="103793"/>
                  </a:lnTo>
                  <a:lnTo>
                    <a:pt x="195059" y="102581"/>
                  </a:lnTo>
                  <a:lnTo>
                    <a:pt x="195087" y="102358"/>
                  </a:lnTo>
                  <a:lnTo>
                    <a:pt x="195010" y="100237"/>
                  </a:lnTo>
                  <a:lnTo>
                    <a:pt x="195113" y="100017"/>
                  </a:lnTo>
                  <a:lnTo>
                    <a:pt x="195570" y="99100"/>
                  </a:lnTo>
                  <a:lnTo>
                    <a:pt x="195343" y="98993"/>
                  </a:lnTo>
                  <a:lnTo>
                    <a:pt x="195200" y="98892"/>
                  </a:lnTo>
                  <a:lnTo>
                    <a:pt x="195046" y="98812"/>
                  </a:lnTo>
                  <a:lnTo>
                    <a:pt x="194829" y="98739"/>
                  </a:lnTo>
                  <a:lnTo>
                    <a:pt x="194657" y="98634"/>
                  </a:lnTo>
                  <a:lnTo>
                    <a:pt x="194432" y="98312"/>
                  </a:lnTo>
                  <a:lnTo>
                    <a:pt x="194296" y="98085"/>
                  </a:lnTo>
                  <a:lnTo>
                    <a:pt x="193893" y="97793"/>
                  </a:lnTo>
                  <a:lnTo>
                    <a:pt x="193569" y="97499"/>
                  </a:lnTo>
                  <a:lnTo>
                    <a:pt x="193258" y="97219"/>
                  </a:lnTo>
                  <a:lnTo>
                    <a:pt x="192845" y="96788"/>
                  </a:lnTo>
                  <a:lnTo>
                    <a:pt x="192769" y="96659"/>
                  </a:lnTo>
                  <a:lnTo>
                    <a:pt x="192057" y="96304"/>
                  </a:lnTo>
                  <a:lnTo>
                    <a:pt x="191888" y="96216"/>
                  </a:lnTo>
                  <a:lnTo>
                    <a:pt x="191697" y="96119"/>
                  </a:lnTo>
                  <a:lnTo>
                    <a:pt x="191254" y="95844"/>
                  </a:lnTo>
                  <a:lnTo>
                    <a:pt x="191078" y="95722"/>
                  </a:lnTo>
                  <a:lnTo>
                    <a:pt x="190754" y="95602"/>
                  </a:lnTo>
                  <a:lnTo>
                    <a:pt x="190460" y="95470"/>
                  </a:lnTo>
                  <a:lnTo>
                    <a:pt x="189828" y="95242"/>
                  </a:lnTo>
                  <a:lnTo>
                    <a:pt x="189655" y="95014"/>
                  </a:lnTo>
                  <a:lnTo>
                    <a:pt x="189270" y="94572"/>
                  </a:lnTo>
                  <a:lnTo>
                    <a:pt x="189076" y="94388"/>
                  </a:lnTo>
                  <a:lnTo>
                    <a:pt x="188648" y="94028"/>
                  </a:lnTo>
                  <a:lnTo>
                    <a:pt x="188398" y="93828"/>
                  </a:lnTo>
                  <a:lnTo>
                    <a:pt x="188107" y="93580"/>
                  </a:lnTo>
                  <a:lnTo>
                    <a:pt x="187606" y="93156"/>
                  </a:lnTo>
                  <a:lnTo>
                    <a:pt x="187114" y="92737"/>
                  </a:lnTo>
                  <a:lnTo>
                    <a:pt x="186713" y="92404"/>
                  </a:lnTo>
                  <a:lnTo>
                    <a:pt x="186285" y="92031"/>
                  </a:lnTo>
                  <a:lnTo>
                    <a:pt x="185897" y="91717"/>
                  </a:lnTo>
                  <a:lnTo>
                    <a:pt x="185664" y="91509"/>
                  </a:lnTo>
                  <a:lnTo>
                    <a:pt x="184900" y="90859"/>
                  </a:lnTo>
                  <a:lnTo>
                    <a:pt x="184679" y="90669"/>
                  </a:lnTo>
                  <a:lnTo>
                    <a:pt x="183957" y="89694"/>
                  </a:lnTo>
                  <a:lnTo>
                    <a:pt x="183902" y="89280"/>
                  </a:lnTo>
                  <a:lnTo>
                    <a:pt x="183834" y="88933"/>
                  </a:lnTo>
                  <a:lnTo>
                    <a:pt x="183743" y="88744"/>
                  </a:lnTo>
                  <a:lnTo>
                    <a:pt x="183640" y="88509"/>
                  </a:lnTo>
                  <a:lnTo>
                    <a:pt x="183525" y="88250"/>
                  </a:lnTo>
                  <a:lnTo>
                    <a:pt x="183396" y="88034"/>
                  </a:lnTo>
                  <a:lnTo>
                    <a:pt x="183283" y="87760"/>
                  </a:lnTo>
                  <a:lnTo>
                    <a:pt x="183149" y="87480"/>
                  </a:lnTo>
                  <a:lnTo>
                    <a:pt x="182926" y="87121"/>
                  </a:lnTo>
                  <a:lnTo>
                    <a:pt x="182751" y="86736"/>
                  </a:lnTo>
                  <a:lnTo>
                    <a:pt x="182677" y="86510"/>
                  </a:lnTo>
                  <a:lnTo>
                    <a:pt x="182641" y="86375"/>
                  </a:lnTo>
                  <a:lnTo>
                    <a:pt x="182435" y="86027"/>
                  </a:lnTo>
                  <a:lnTo>
                    <a:pt x="182164" y="85675"/>
                  </a:lnTo>
                  <a:lnTo>
                    <a:pt x="181981" y="85462"/>
                  </a:lnTo>
                  <a:lnTo>
                    <a:pt x="181637" y="85061"/>
                  </a:lnTo>
                  <a:lnTo>
                    <a:pt x="181461" y="84839"/>
                  </a:lnTo>
                  <a:lnTo>
                    <a:pt x="181091" y="84405"/>
                  </a:lnTo>
                  <a:lnTo>
                    <a:pt x="180496" y="83362"/>
                  </a:lnTo>
                  <a:lnTo>
                    <a:pt x="179889" y="82219"/>
                  </a:lnTo>
                  <a:lnTo>
                    <a:pt x="179792" y="82033"/>
                  </a:lnTo>
                  <a:lnTo>
                    <a:pt x="179376" y="81225"/>
                  </a:lnTo>
                  <a:lnTo>
                    <a:pt x="178951" y="80467"/>
                  </a:lnTo>
                  <a:lnTo>
                    <a:pt x="178770" y="80142"/>
                  </a:lnTo>
                  <a:lnTo>
                    <a:pt x="178617" y="79832"/>
                  </a:lnTo>
                  <a:lnTo>
                    <a:pt x="178138" y="79836"/>
                  </a:lnTo>
                  <a:lnTo>
                    <a:pt x="177817" y="79846"/>
                  </a:lnTo>
                  <a:lnTo>
                    <a:pt x="177138" y="79843"/>
                  </a:lnTo>
                  <a:lnTo>
                    <a:pt x="176951" y="79822"/>
                  </a:lnTo>
                  <a:lnTo>
                    <a:pt x="176738" y="79786"/>
                  </a:lnTo>
                  <a:lnTo>
                    <a:pt x="176060" y="79668"/>
                  </a:lnTo>
                  <a:lnTo>
                    <a:pt x="175471" y="79462"/>
                  </a:lnTo>
                  <a:lnTo>
                    <a:pt x="174897" y="78771"/>
                  </a:lnTo>
                  <a:lnTo>
                    <a:pt x="174504" y="78282"/>
                  </a:lnTo>
                  <a:lnTo>
                    <a:pt x="173059" y="77455"/>
                  </a:lnTo>
                  <a:lnTo>
                    <a:pt x="172868" y="77365"/>
                  </a:lnTo>
                  <a:lnTo>
                    <a:pt x="172752" y="76126"/>
                  </a:lnTo>
                  <a:lnTo>
                    <a:pt x="172443" y="75259"/>
                  </a:lnTo>
                  <a:lnTo>
                    <a:pt x="172379" y="75115"/>
                  </a:lnTo>
                  <a:lnTo>
                    <a:pt x="172171" y="74692"/>
                  </a:lnTo>
                  <a:lnTo>
                    <a:pt x="171995" y="74351"/>
                  </a:lnTo>
                  <a:lnTo>
                    <a:pt x="171568" y="73651"/>
                  </a:lnTo>
                  <a:lnTo>
                    <a:pt x="171291" y="69250"/>
                  </a:lnTo>
                  <a:lnTo>
                    <a:pt x="171190" y="69105"/>
                  </a:lnTo>
                  <a:lnTo>
                    <a:pt x="171057" y="68898"/>
                  </a:lnTo>
                  <a:lnTo>
                    <a:pt x="170604" y="68258"/>
                  </a:lnTo>
                  <a:lnTo>
                    <a:pt x="170431" y="68020"/>
                  </a:lnTo>
                  <a:lnTo>
                    <a:pt x="170202" y="67721"/>
                  </a:lnTo>
                  <a:lnTo>
                    <a:pt x="170072" y="67568"/>
                  </a:lnTo>
                  <a:lnTo>
                    <a:pt x="169933" y="67450"/>
                  </a:lnTo>
                  <a:lnTo>
                    <a:pt x="169624" y="67108"/>
                  </a:lnTo>
                  <a:lnTo>
                    <a:pt x="169361" y="66834"/>
                  </a:lnTo>
                  <a:lnTo>
                    <a:pt x="169194" y="66653"/>
                  </a:lnTo>
                  <a:lnTo>
                    <a:pt x="169141" y="66454"/>
                  </a:lnTo>
                  <a:lnTo>
                    <a:pt x="168947" y="65942"/>
                  </a:lnTo>
                  <a:lnTo>
                    <a:pt x="168876" y="65654"/>
                  </a:lnTo>
                  <a:lnTo>
                    <a:pt x="168737" y="65307"/>
                  </a:lnTo>
                  <a:lnTo>
                    <a:pt x="168623" y="64945"/>
                  </a:lnTo>
                  <a:lnTo>
                    <a:pt x="168553" y="64708"/>
                  </a:lnTo>
                  <a:lnTo>
                    <a:pt x="168492" y="64467"/>
                  </a:lnTo>
                  <a:lnTo>
                    <a:pt x="168380" y="64138"/>
                  </a:lnTo>
                  <a:lnTo>
                    <a:pt x="168237" y="63646"/>
                  </a:lnTo>
                  <a:lnTo>
                    <a:pt x="168223" y="63490"/>
                  </a:lnTo>
                  <a:lnTo>
                    <a:pt x="168165" y="63276"/>
                  </a:lnTo>
                  <a:lnTo>
                    <a:pt x="168021" y="62851"/>
                  </a:lnTo>
                  <a:lnTo>
                    <a:pt x="167962" y="62552"/>
                  </a:lnTo>
                  <a:lnTo>
                    <a:pt x="167735" y="61643"/>
                  </a:lnTo>
                  <a:lnTo>
                    <a:pt x="167651" y="61255"/>
                  </a:lnTo>
                  <a:lnTo>
                    <a:pt x="167597" y="60377"/>
                  </a:lnTo>
                  <a:lnTo>
                    <a:pt x="167585" y="60171"/>
                  </a:lnTo>
                  <a:lnTo>
                    <a:pt x="167572" y="59921"/>
                  </a:lnTo>
                  <a:lnTo>
                    <a:pt x="167537" y="59222"/>
                  </a:lnTo>
                  <a:lnTo>
                    <a:pt x="167491" y="59039"/>
                  </a:lnTo>
                  <a:lnTo>
                    <a:pt x="167436" y="58820"/>
                  </a:lnTo>
                  <a:lnTo>
                    <a:pt x="167355" y="58497"/>
                  </a:lnTo>
                  <a:lnTo>
                    <a:pt x="167259" y="58243"/>
                  </a:lnTo>
                  <a:lnTo>
                    <a:pt x="166963" y="57439"/>
                  </a:lnTo>
                  <a:lnTo>
                    <a:pt x="166832" y="57074"/>
                  </a:lnTo>
                  <a:lnTo>
                    <a:pt x="166598" y="56457"/>
                  </a:lnTo>
                  <a:lnTo>
                    <a:pt x="166320" y="55747"/>
                  </a:lnTo>
                  <a:lnTo>
                    <a:pt x="166249" y="55549"/>
                  </a:lnTo>
                  <a:lnTo>
                    <a:pt x="166048" y="54907"/>
                  </a:lnTo>
                  <a:lnTo>
                    <a:pt x="166013" y="54762"/>
                  </a:lnTo>
                  <a:lnTo>
                    <a:pt x="165967" y="54594"/>
                  </a:lnTo>
                  <a:lnTo>
                    <a:pt x="165728" y="53693"/>
                  </a:lnTo>
                  <a:lnTo>
                    <a:pt x="165663" y="53461"/>
                  </a:lnTo>
                  <a:lnTo>
                    <a:pt x="165490" y="52847"/>
                  </a:lnTo>
                  <a:lnTo>
                    <a:pt x="165433" y="52643"/>
                  </a:lnTo>
                  <a:lnTo>
                    <a:pt x="165282" y="52110"/>
                  </a:lnTo>
                  <a:lnTo>
                    <a:pt x="165226" y="51934"/>
                  </a:lnTo>
                  <a:lnTo>
                    <a:pt x="164657" y="50116"/>
                  </a:lnTo>
                  <a:lnTo>
                    <a:pt x="163922" y="47762"/>
                  </a:lnTo>
                  <a:lnTo>
                    <a:pt x="163625" y="46799"/>
                  </a:lnTo>
                  <a:lnTo>
                    <a:pt x="163571" y="46625"/>
                  </a:lnTo>
                  <a:lnTo>
                    <a:pt x="163498" y="46384"/>
                  </a:lnTo>
                  <a:lnTo>
                    <a:pt x="163428" y="46169"/>
                  </a:lnTo>
                  <a:lnTo>
                    <a:pt x="163320" y="45806"/>
                  </a:lnTo>
                  <a:lnTo>
                    <a:pt x="163188" y="45510"/>
                  </a:lnTo>
                  <a:lnTo>
                    <a:pt x="163024" y="45168"/>
                  </a:lnTo>
                  <a:lnTo>
                    <a:pt x="162931" y="44969"/>
                  </a:lnTo>
                  <a:lnTo>
                    <a:pt x="162654" y="44364"/>
                  </a:lnTo>
                  <a:lnTo>
                    <a:pt x="162593" y="44211"/>
                  </a:lnTo>
                  <a:lnTo>
                    <a:pt x="162451" y="43854"/>
                  </a:lnTo>
                  <a:lnTo>
                    <a:pt x="162387" y="43701"/>
                  </a:lnTo>
                  <a:lnTo>
                    <a:pt x="162064" y="42932"/>
                  </a:lnTo>
                  <a:lnTo>
                    <a:pt x="161555" y="42790"/>
                  </a:lnTo>
                  <a:lnTo>
                    <a:pt x="160808" y="42512"/>
                  </a:lnTo>
                  <a:lnTo>
                    <a:pt x="159995" y="42205"/>
                  </a:lnTo>
                  <a:lnTo>
                    <a:pt x="159274" y="42019"/>
                  </a:lnTo>
                  <a:lnTo>
                    <a:pt x="159011" y="41939"/>
                  </a:lnTo>
                  <a:lnTo>
                    <a:pt x="158865" y="41830"/>
                  </a:lnTo>
                  <a:lnTo>
                    <a:pt x="158693" y="41698"/>
                  </a:lnTo>
                  <a:lnTo>
                    <a:pt x="158565" y="41627"/>
                  </a:lnTo>
                  <a:lnTo>
                    <a:pt x="158418" y="41545"/>
                  </a:lnTo>
                  <a:lnTo>
                    <a:pt x="158117" y="41279"/>
                  </a:lnTo>
                  <a:lnTo>
                    <a:pt x="157877" y="41055"/>
                  </a:lnTo>
                  <a:lnTo>
                    <a:pt x="157511" y="40791"/>
                  </a:lnTo>
                  <a:lnTo>
                    <a:pt x="156620" y="40235"/>
                  </a:lnTo>
                  <a:lnTo>
                    <a:pt x="156265" y="40024"/>
                  </a:lnTo>
                  <a:lnTo>
                    <a:pt x="155928" y="39778"/>
                  </a:lnTo>
                  <a:lnTo>
                    <a:pt x="155534" y="39070"/>
                  </a:lnTo>
                  <a:lnTo>
                    <a:pt x="154393" y="37224"/>
                  </a:lnTo>
                  <a:lnTo>
                    <a:pt x="153870" y="36380"/>
                  </a:lnTo>
                  <a:lnTo>
                    <a:pt x="153733" y="36159"/>
                  </a:lnTo>
                  <a:lnTo>
                    <a:pt x="153615" y="35965"/>
                  </a:lnTo>
                  <a:lnTo>
                    <a:pt x="153508" y="35815"/>
                  </a:lnTo>
                  <a:lnTo>
                    <a:pt x="153058" y="35044"/>
                  </a:lnTo>
                  <a:lnTo>
                    <a:pt x="152610" y="34644"/>
                  </a:lnTo>
                  <a:lnTo>
                    <a:pt x="152033" y="34155"/>
                  </a:lnTo>
                  <a:lnTo>
                    <a:pt x="151159" y="33415"/>
                  </a:lnTo>
                  <a:lnTo>
                    <a:pt x="147678" y="30289"/>
                  </a:lnTo>
                  <a:lnTo>
                    <a:pt x="147505" y="30207"/>
                  </a:lnTo>
                  <a:lnTo>
                    <a:pt x="146321" y="29647"/>
                  </a:lnTo>
                  <a:lnTo>
                    <a:pt x="144267" y="28824"/>
                  </a:lnTo>
                  <a:lnTo>
                    <a:pt x="145220" y="24386"/>
                  </a:lnTo>
                  <a:lnTo>
                    <a:pt x="145694" y="21456"/>
                  </a:lnTo>
                  <a:lnTo>
                    <a:pt x="145830" y="20618"/>
                  </a:lnTo>
                  <a:lnTo>
                    <a:pt x="146201" y="18329"/>
                  </a:lnTo>
                  <a:lnTo>
                    <a:pt x="145940" y="12192"/>
                  </a:lnTo>
                  <a:lnTo>
                    <a:pt x="142170" y="5825"/>
                  </a:lnTo>
                  <a:lnTo>
                    <a:pt x="138516" y="617"/>
                  </a:lnTo>
                  <a:lnTo>
                    <a:pt x="138339" y="316"/>
                  </a:lnTo>
                  <a:lnTo>
                    <a:pt x="138169" y="0"/>
                  </a:lnTo>
                  <a:lnTo>
                    <a:pt x="133381" y="4965"/>
                  </a:lnTo>
                  <a:lnTo>
                    <a:pt x="133230" y="5178"/>
                  </a:lnTo>
                  <a:lnTo>
                    <a:pt x="132994" y="5538"/>
                  </a:lnTo>
                  <a:lnTo>
                    <a:pt x="131233" y="9729"/>
                  </a:lnTo>
                  <a:lnTo>
                    <a:pt x="131274" y="9913"/>
                  </a:lnTo>
                  <a:lnTo>
                    <a:pt x="131299" y="10374"/>
                  </a:lnTo>
                  <a:lnTo>
                    <a:pt x="131223" y="10834"/>
                  </a:lnTo>
                  <a:lnTo>
                    <a:pt x="131348" y="11110"/>
                  </a:lnTo>
                  <a:lnTo>
                    <a:pt x="131760" y="11686"/>
                  </a:lnTo>
                  <a:lnTo>
                    <a:pt x="131741" y="11899"/>
                  </a:lnTo>
                  <a:lnTo>
                    <a:pt x="131730" y="12060"/>
                  </a:lnTo>
                  <a:lnTo>
                    <a:pt x="131601" y="12365"/>
                  </a:lnTo>
                  <a:lnTo>
                    <a:pt x="131394" y="12831"/>
                  </a:lnTo>
                  <a:lnTo>
                    <a:pt x="131197" y="12914"/>
                  </a:lnTo>
                  <a:lnTo>
                    <a:pt x="130356" y="13273"/>
                  </a:lnTo>
                  <a:lnTo>
                    <a:pt x="130332" y="13629"/>
                  </a:lnTo>
                  <a:lnTo>
                    <a:pt x="130498" y="14278"/>
                  </a:lnTo>
                  <a:lnTo>
                    <a:pt x="130457" y="14479"/>
                  </a:lnTo>
                  <a:lnTo>
                    <a:pt x="130274" y="14754"/>
                  </a:lnTo>
                  <a:lnTo>
                    <a:pt x="129733" y="16316"/>
                  </a:lnTo>
                  <a:lnTo>
                    <a:pt x="129699" y="16466"/>
                  </a:lnTo>
                  <a:lnTo>
                    <a:pt x="129650" y="16649"/>
                  </a:lnTo>
                  <a:lnTo>
                    <a:pt x="129613" y="16816"/>
                  </a:lnTo>
                  <a:lnTo>
                    <a:pt x="129523" y="17243"/>
                  </a:lnTo>
                  <a:lnTo>
                    <a:pt x="129457" y="17580"/>
                  </a:lnTo>
                  <a:lnTo>
                    <a:pt x="129410" y="17887"/>
                  </a:lnTo>
                  <a:lnTo>
                    <a:pt x="129368" y="18134"/>
                  </a:lnTo>
                  <a:lnTo>
                    <a:pt x="129272" y="18649"/>
                  </a:lnTo>
                  <a:lnTo>
                    <a:pt x="129102" y="19128"/>
                  </a:lnTo>
                  <a:lnTo>
                    <a:pt x="129079" y="19552"/>
                  </a:lnTo>
                  <a:lnTo>
                    <a:pt x="129086" y="19765"/>
                  </a:lnTo>
                  <a:lnTo>
                    <a:pt x="129134" y="20253"/>
                  </a:lnTo>
                  <a:lnTo>
                    <a:pt x="129057" y="20659"/>
                  </a:lnTo>
                  <a:lnTo>
                    <a:pt x="129006" y="20918"/>
                  </a:lnTo>
                  <a:lnTo>
                    <a:pt x="128957" y="21167"/>
                  </a:lnTo>
                  <a:lnTo>
                    <a:pt x="128934" y="21336"/>
                  </a:lnTo>
                  <a:lnTo>
                    <a:pt x="129269" y="21538"/>
                  </a:lnTo>
                  <a:lnTo>
                    <a:pt x="129452" y="22033"/>
                  </a:lnTo>
                  <a:lnTo>
                    <a:pt x="129346" y="22343"/>
                  </a:lnTo>
                  <a:lnTo>
                    <a:pt x="129180" y="22860"/>
                  </a:lnTo>
                  <a:lnTo>
                    <a:pt x="128986" y="23329"/>
                  </a:lnTo>
                  <a:lnTo>
                    <a:pt x="128427" y="23994"/>
                  </a:lnTo>
                  <a:lnTo>
                    <a:pt x="128116" y="24281"/>
                  </a:lnTo>
                  <a:lnTo>
                    <a:pt x="128137" y="24512"/>
                  </a:lnTo>
                  <a:lnTo>
                    <a:pt x="126926" y="24223"/>
                  </a:lnTo>
                  <a:lnTo>
                    <a:pt x="125851" y="23990"/>
                  </a:lnTo>
                  <a:lnTo>
                    <a:pt x="125433" y="23936"/>
                  </a:lnTo>
                  <a:lnTo>
                    <a:pt x="125303" y="23909"/>
                  </a:lnTo>
                  <a:lnTo>
                    <a:pt x="124970" y="23837"/>
                  </a:lnTo>
                  <a:lnTo>
                    <a:pt x="124617" y="23762"/>
                  </a:lnTo>
                  <a:lnTo>
                    <a:pt x="124444" y="23838"/>
                  </a:lnTo>
                  <a:lnTo>
                    <a:pt x="123927" y="24063"/>
                  </a:lnTo>
                  <a:lnTo>
                    <a:pt x="123791" y="24124"/>
                  </a:lnTo>
                  <a:lnTo>
                    <a:pt x="123606" y="24194"/>
                  </a:lnTo>
                  <a:lnTo>
                    <a:pt x="123078" y="24452"/>
                  </a:lnTo>
                  <a:lnTo>
                    <a:pt x="122638" y="24655"/>
                  </a:lnTo>
                  <a:lnTo>
                    <a:pt x="122393" y="24738"/>
                  </a:lnTo>
                  <a:lnTo>
                    <a:pt x="122038" y="24926"/>
                  </a:lnTo>
                  <a:lnTo>
                    <a:pt x="121734" y="25060"/>
                  </a:lnTo>
                  <a:lnTo>
                    <a:pt x="121212" y="25292"/>
                  </a:lnTo>
                  <a:lnTo>
                    <a:pt x="121005" y="25384"/>
                  </a:lnTo>
                  <a:lnTo>
                    <a:pt x="120438" y="25646"/>
                  </a:lnTo>
                  <a:lnTo>
                    <a:pt x="120268" y="25732"/>
                  </a:lnTo>
                  <a:lnTo>
                    <a:pt x="120135" y="25767"/>
                  </a:lnTo>
                  <a:lnTo>
                    <a:pt x="119736" y="25959"/>
                  </a:lnTo>
                  <a:lnTo>
                    <a:pt x="119593" y="26027"/>
                  </a:lnTo>
                  <a:lnTo>
                    <a:pt x="119367" y="26116"/>
                  </a:lnTo>
                  <a:lnTo>
                    <a:pt x="119216" y="26187"/>
                  </a:lnTo>
                  <a:lnTo>
                    <a:pt x="118976" y="26300"/>
                  </a:lnTo>
                  <a:lnTo>
                    <a:pt x="118775" y="26391"/>
                  </a:lnTo>
                  <a:lnTo>
                    <a:pt x="118377" y="26557"/>
                  </a:lnTo>
                  <a:lnTo>
                    <a:pt x="118017" y="26721"/>
                  </a:lnTo>
                  <a:lnTo>
                    <a:pt x="117661" y="26882"/>
                  </a:lnTo>
                  <a:lnTo>
                    <a:pt x="117328" y="27024"/>
                  </a:lnTo>
                  <a:lnTo>
                    <a:pt x="117181" y="27070"/>
                  </a:lnTo>
                  <a:lnTo>
                    <a:pt x="116996" y="27158"/>
                  </a:lnTo>
                  <a:lnTo>
                    <a:pt x="116663" y="27306"/>
                  </a:lnTo>
                  <a:lnTo>
                    <a:pt x="116393" y="27426"/>
                  </a:lnTo>
                  <a:lnTo>
                    <a:pt x="115944" y="27633"/>
                  </a:lnTo>
                  <a:lnTo>
                    <a:pt x="115814" y="27690"/>
                  </a:lnTo>
                  <a:lnTo>
                    <a:pt x="115359" y="27891"/>
                  </a:lnTo>
                  <a:lnTo>
                    <a:pt x="115159" y="27980"/>
                  </a:lnTo>
                  <a:lnTo>
                    <a:pt x="114790" y="28142"/>
                  </a:lnTo>
                  <a:lnTo>
                    <a:pt x="114032" y="28466"/>
                  </a:lnTo>
                  <a:lnTo>
                    <a:pt x="113787" y="28483"/>
                  </a:lnTo>
                  <a:lnTo>
                    <a:pt x="113515" y="28567"/>
                  </a:lnTo>
                  <a:lnTo>
                    <a:pt x="113387" y="28853"/>
                  </a:lnTo>
                  <a:lnTo>
                    <a:pt x="113086" y="29063"/>
                  </a:lnTo>
                  <a:lnTo>
                    <a:pt x="112982" y="28925"/>
                  </a:lnTo>
                  <a:lnTo>
                    <a:pt x="112782" y="28781"/>
                  </a:lnTo>
                  <a:lnTo>
                    <a:pt x="112635" y="28632"/>
                  </a:lnTo>
                  <a:lnTo>
                    <a:pt x="112587" y="28466"/>
                  </a:lnTo>
                  <a:lnTo>
                    <a:pt x="112448" y="28203"/>
                  </a:lnTo>
                  <a:lnTo>
                    <a:pt x="112238" y="28285"/>
                  </a:lnTo>
                  <a:lnTo>
                    <a:pt x="111982" y="28569"/>
                  </a:lnTo>
                  <a:lnTo>
                    <a:pt x="111387" y="29165"/>
                  </a:lnTo>
                  <a:lnTo>
                    <a:pt x="111143" y="29351"/>
                  </a:lnTo>
                  <a:lnTo>
                    <a:pt x="110836" y="29585"/>
                  </a:lnTo>
                  <a:lnTo>
                    <a:pt x="110601" y="29741"/>
                  </a:lnTo>
                  <a:lnTo>
                    <a:pt x="110295" y="29876"/>
                  </a:lnTo>
                  <a:lnTo>
                    <a:pt x="110032" y="30055"/>
                  </a:lnTo>
                  <a:lnTo>
                    <a:pt x="109865" y="30143"/>
                  </a:lnTo>
                  <a:lnTo>
                    <a:pt x="108829" y="30687"/>
                  </a:lnTo>
                  <a:lnTo>
                    <a:pt x="107961" y="31115"/>
                  </a:lnTo>
                  <a:lnTo>
                    <a:pt x="107789" y="31200"/>
                  </a:lnTo>
                  <a:lnTo>
                    <a:pt x="103927" y="35712"/>
                  </a:lnTo>
                  <a:lnTo>
                    <a:pt x="103569" y="36098"/>
                  </a:lnTo>
                  <a:lnTo>
                    <a:pt x="102689" y="34897"/>
                  </a:lnTo>
                  <a:lnTo>
                    <a:pt x="102415" y="34825"/>
                  </a:lnTo>
                  <a:lnTo>
                    <a:pt x="102256" y="34826"/>
                  </a:lnTo>
                  <a:lnTo>
                    <a:pt x="101995" y="34800"/>
                  </a:lnTo>
                  <a:lnTo>
                    <a:pt x="101585" y="34732"/>
                  </a:lnTo>
                  <a:lnTo>
                    <a:pt x="101046" y="34638"/>
                  </a:lnTo>
                  <a:lnTo>
                    <a:pt x="100116" y="34486"/>
                  </a:lnTo>
                  <a:lnTo>
                    <a:pt x="99268" y="34357"/>
                  </a:lnTo>
                  <a:lnTo>
                    <a:pt x="99103" y="34334"/>
                  </a:lnTo>
                  <a:lnTo>
                    <a:pt x="98717" y="34271"/>
                  </a:lnTo>
                  <a:lnTo>
                    <a:pt x="98196" y="34196"/>
                  </a:lnTo>
                  <a:lnTo>
                    <a:pt x="97651" y="34110"/>
                  </a:lnTo>
                  <a:lnTo>
                    <a:pt x="97380" y="34051"/>
                  </a:lnTo>
                  <a:lnTo>
                    <a:pt x="96939" y="33996"/>
                  </a:lnTo>
                  <a:lnTo>
                    <a:pt x="96524" y="33937"/>
                  </a:lnTo>
                  <a:lnTo>
                    <a:pt x="95473" y="33039"/>
                  </a:lnTo>
                  <a:lnTo>
                    <a:pt x="95206" y="32983"/>
                  </a:lnTo>
                  <a:lnTo>
                    <a:pt x="95031" y="32969"/>
                  </a:lnTo>
                  <a:lnTo>
                    <a:pt x="94871" y="32978"/>
                  </a:lnTo>
                  <a:lnTo>
                    <a:pt x="94640" y="33039"/>
                  </a:lnTo>
                  <a:lnTo>
                    <a:pt x="93993" y="33182"/>
                  </a:lnTo>
                  <a:lnTo>
                    <a:pt x="93196" y="33247"/>
                  </a:lnTo>
                  <a:lnTo>
                    <a:pt x="92996" y="33255"/>
                  </a:lnTo>
                  <a:lnTo>
                    <a:pt x="92713" y="33251"/>
                  </a:lnTo>
                  <a:lnTo>
                    <a:pt x="92196" y="33211"/>
                  </a:lnTo>
                  <a:lnTo>
                    <a:pt x="91931" y="33174"/>
                  </a:lnTo>
                  <a:lnTo>
                    <a:pt x="91718" y="33153"/>
                  </a:lnTo>
                  <a:lnTo>
                    <a:pt x="91563" y="33150"/>
                  </a:lnTo>
                  <a:lnTo>
                    <a:pt x="91390" y="33123"/>
                  </a:lnTo>
                  <a:lnTo>
                    <a:pt x="86933" y="30215"/>
                  </a:lnTo>
                  <a:lnTo>
                    <a:pt x="86373" y="30079"/>
                  </a:lnTo>
                  <a:lnTo>
                    <a:pt x="86157" y="30002"/>
                  </a:lnTo>
                  <a:lnTo>
                    <a:pt x="85447" y="29692"/>
                  </a:lnTo>
                  <a:lnTo>
                    <a:pt x="85292" y="29621"/>
                  </a:lnTo>
                  <a:lnTo>
                    <a:pt x="85044" y="29527"/>
                  </a:lnTo>
                  <a:lnTo>
                    <a:pt x="84906" y="29534"/>
                  </a:lnTo>
                  <a:lnTo>
                    <a:pt x="84069" y="29670"/>
                  </a:lnTo>
                  <a:lnTo>
                    <a:pt x="83940" y="29620"/>
                  </a:lnTo>
                  <a:lnTo>
                    <a:pt x="83716" y="29370"/>
                  </a:lnTo>
                  <a:lnTo>
                    <a:pt x="83582" y="29222"/>
                  </a:lnTo>
                  <a:lnTo>
                    <a:pt x="83380" y="29111"/>
                  </a:lnTo>
                  <a:lnTo>
                    <a:pt x="83155" y="28927"/>
                  </a:lnTo>
                  <a:lnTo>
                    <a:pt x="82596" y="28523"/>
                  </a:lnTo>
                  <a:lnTo>
                    <a:pt x="82398" y="28335"/>
                  </a:lnTo>
                  <a:lnTo>
                    <a:pt x="82262" y="28287"/>
                  </a:lnTo>
                  <a:lnTo>
                    <a:pt x="82064" y="28250"/>
                  </a:lnTo>
                  <a:lnTo>
                    <a:pt x="81782" y="28192"/>
                  </a:lnTo>
                  <a:lnTo>
                    <a:pt x="81305" y="28026"/>
                  </a:lnTo>
                  <a:lnTo>
                    <a:pt x="81032" y="27699"/>
                  </a:lnTo>
                  <a:lnTo>
                    <a:pt x="80596" y="27175"/>
                  </a:lnTo>
                  <a:lnTo>
                    <a:pt x="80050" y="26394"/>
                  </a:lnTo>
                  <a:lnTo>
                    <a:pt x="79610" y="25679"/>
                  </a:lnTo>
                  <a:lnTo>
                    <a:pt x="79003" y="24745"/>
                  </a:lnTo>
                  <a:lnTo>
                    <a:pt x="78682" y="24259"/>
                  </a:lnTo>
                  <a:lnTo>
                    <a:pt x="78373" y="23798"/>
                  </a:lnTo>
                  <a:lnTo>
                    <a:pt x="77993" y="23184"/>
                  </a:lnTo>
                  <a:lnTo>
                    <a:pt x="77871" y="22908"/>
                  </a:lnTo>
                  <a:lnTo>
                    <a:pt x="77803" y="22759"/>
                  </a:lnTo>
                  <a:lnTo>
                    <a:pt x="77543" y="22073"/>
                  </a:lnTo>
                  <a:lnTo>
                    <a:pt x="77448" y="21863"/>
                  </a:lnTo>
                  <a:lnTo>
                    <a:pt x="77112" y="21235"/>
                  </a:lnTo>
                  <a:lnTo>
                    <a:pt x="76942" y="20999"/>
                  </a:lnTo>
                  <a:lnTo>
                    <a:pt x="76805" y="20803"/>
                  </a:lnTo>
                  <a:lnTo>
                    <a:pt x="76634" y="20669"/>
                  </a:lnTo>
                  <a:lnTo>
                    <a:pt x="76135" y="20040"/>
                  </a:lnTo>
                  <a:lnTo>
                    <a:pt x="75923" y="19730"/>
                  </a:lnTo>
                  <a:lnTo>
                    <a:pt x="75836" y="19597"/>
                  </a:lnTo>
                  <a:lnTo>
                    <a:pt x="75692" y="19437"/>
                  </a:lnTo>
                  <a:lnTo>
                    <a:pt x="75522" y="19245"/>
                  </a:lnTo>
                  <a:lnTo>
                    <a:pt x="74576" y="26744"/>
                  </a:lnTo>
                  <a:lnTo>
                    <a:pt x="71845" y="28034"/>
                  </a:lnTo>
                  <a:lnTo>
                    <a:pt x="71874" y="28243"/>
                  </a:lnTo>
                  <a:lnTo>
                    <a:pt x="72198" y="30579"/>
                  </a:lnTo>
                  <a:lnTo>
                    <a:pt x="72353" y="31658"/>
                  </a:lnTo>
                  <a:lnTo>
                    <a:pt x="72961" y="35916"/>
                  </a:lnTo>
                  <a:lnTo>
                    <a:pt x="73623" y="38954"/>
                  </a:lnTo>
                  <a:lnTo>
                    <a:pt x="71438" y="40164"/>
                  </a:lnTo>
                  <a:lnTo>
                    <a:pt x="70612" y="40623"/>
                  </a:lnTo>
                  <a:lnTo>
                    <a:pt x="67980" y="44332"/>
                  </a:lnTo>
                  <a:lnTo>
                    <a:pt x="68677" y="44668"/>
                  </a:lnTo>
                  <a:lnTo>
                    <a:pt x="69992" y="45301"/>
                  </a:lnTo>
                  <a:lnTo>
                    <a:pt x="74672" y="44602"/>
                  </a:lnTo>
                  <a:lnTo>
                    <a:pt x="76730" y="45475"/>
                  </a:lnTo>
                  <a:lnTo>
                    <a:pt x="81146" y="47342"/>
                  </a:lnTo>
                  <a:lnTo>
                    <a:pt x="82416" y="47475"/>
                  </a:lnTo>
                  <a:lnTo>
                    <a:pt x="86355" y="48186"/>
                  </a:lnTo>
                  <a:lnTo>
                    <a:pt x="86892" y="48283"/>
                  </a:lnTo>
                  <a:lnTo>
                    <a:pt x="87047" y="48202"/>
                  </a:lnTo>
                  <a:lnTo>
                    <a:pt x="87351" y="48037"/>
                  </a:lnTo>
                  <a:lnTo>
                    <a:pt x="88427" y="47467"/>
                  </a:lnTo>
                  <a:lnTo>
                    <a:pt x="90383" y="49133"/>
                  </a:lnTo>
                  <a:lnTo>
                    <a:pt x="98113" y="55768"/>
                  </a:lnTo>
                  <a:lnTo>
                    <a:pt x="98710" y="56277"/>
                  </a:lnTo>
                  <a:lnTo>
                    <a:pt x="99573" y="57000"/>
                  </a:lnTo>
                  <a:lnTo>
                    <a:pt x="99109" y="62147"/>
                  </a:lnTo>
                  <a:lnTo>
                    <a:pt x="100512" y="64426"/>
                  </a:lnTo>
                  <a:lnTo>
                    <a:pt x="101427" y="67437"/>
                  </a:lnTo>
                  <a:lnTo>
                    <a:pt x="103004" y="71319"/>
                  </a:lnTo>
                  <a:lnTo>
                    <a:pt x="101844" y="72432"/>
                  </a:lnTo>
                  <a:lnTo>
                    <a:pt x="101548" y="72711"/>
                  </a:lnTo>
                  <a:lnTo>
                    <a:pt x="101325" y="72909"/>
                  </a:lnTo>
                  <a:lnTo>
                    <a:pt x="100643" y="73495"/>
                  </a:lnTo>
                  <a:lnTo>
                    <a:pt x="100484" y="73644"/>
                  </a:lnTo>
                  <a:lnTo>
                    <a:pt x="99927" y="74155"/>
                  </a:lnTo>
                  <a:lnTo>
                    <a:pt x="99025" y="75023"/>
                  </a:lnTo>
                  <a:lnTo>
                    <a:pt x="98582" y="75468"/>
                  </a:lnTo>
                  <a:lnTo>
                    <a:pt x="97845" y="76222"/>
                  </a:lnTo>
                  <a:lnTo>
                    <a:pt x="97641" y="76420"/>
                  </a:lnTo>
                  <a:lnTo>
                    <a:pt x="96837" y="77235"/>
                  </a:lnTo>
                  <a:lnTo>
                    <a:pt x="96675" y="77398"/>
                  </a:lnTo>
                  <a:lnTo>
                    <a:pt x="95360" y="78776"/>
                  </a:lnTo>
                  <a:lnTo>
                    <a:pt x="95011" y="78854"/>
                  </a:lnTo>
                  <a:lnTo>
                    <a:pt x="94652" y="78550"/>
                  </a:lnTo>
                  <a:lnTo>
                    <a:pt x="94073" y="78025"/>
                  </a:lnTo>
                  <a:lnTo>
                    <a:pt x="93920" y="78089"/>
                  </a:lnTo>
                  <a:lnTo>
                    <a:pt x="93720" y="78392"/>
                  </a:lnTo>
                  <a:lnTo>
                    <a:pt x="93478" y="78770"/>
                  </a:lnTo>
                  <a:lnTo>
                    <a:pt x="92717" y="79974"/>
                  </a:lnTo>
                  <a:lnTo>
                    <a:pt x="90734" y="79889"/>
                  </a:lnTo>
                  <a:lnTo>
                    <a:pt x="81249" y="79366"/>
                  </a:lnTo>
                  <a:lnTo>
                    <a:pt x="78465" y="79024"/>
                  </a:lnTo>
                  <a:lnTo>
                    <a:pt x="77191" y="77971"/>
                  </a:lnTo>
                  <a:lnTo>
                    <a:pt x="75602" y="76659"/>
                  </a:lnTo>
                  <a:lnTo>
                    <a:pt x="74878" y="76060"/>
                  </a:lnTo>
                  <a:lnTo>
                    <a:pt x="73450" y="74889"/>
                  </a:lnTo>
                  <a:lnTo>
                    <a:pt x="72681" y="74259"/>
                  </a:lnTo>
                  <a:lnTo>
                    <a:pt x="73035" y="73164"/>
                  </a:lnTo>
                  <a:lnTo>
                    <a:pt x="73232" y="72768"/>
                  </a:lnTo>
                  <a:lnTo>
                    <a:pt x="73121" y="72467"/>
                  </a:lnTo>
                  <a:lnTo>
                    <a:pt x="72864" y="71930"/>
                  </a:lnTo>
                  <a:lnTo>
                    <a:pt x="72730" y="71717"/>
                  </a:lnTo>
                  <a:lnTo>
                    <a:pt x="72596" y="71643"/>
                  </a:lnTo>
                  <a:lnTo>
                    <a:pt x="72418" y="71546"/>
                  </a:lnTo>
                  <a:lnTo>
                    <a:pt x="72229" y="71505"/>
                  </a:lnTo>
                  <a:lnTo>
                    <a:pt x="72008" y="71524"/>
                  </a:lnTo>
                  <a:lnTo>
                    <a:pt x="71768" y="71646"/>
                  </a:lnTo>
                  <a:lnTo>
                    <a:pt x="71601" y="71729"/>
                  </a:lnTo>
                  <a:lnTo>
                    <a:pt x="71370" y="71971"/>
                  </a:lnTo>
                  <a:lnTo>
                    <a:pt x="71234" y="72337"/>
                  </a:lnTo>
                  <a:lnTo>
                    <a:pt x="71043" y="72462"/>
                  </a:lnTo>
                  <a:lnTo>
                    <a:pt x="70951" y="72721"/>
                  </a:lnTo>
                  <a:lnTo>
                    <a:pt x="70927" y="72936"/>
                  </a:lnTo>
                  <a:lnTo>
                    <a:pt x="70960" y="73368"/>
                  </a:lnTo>
                  <a:lnTo>
                    <a:pt x="70897" y="73515"/>
                  </a:lnTo>
                  <a:lnTo>
                    <a:pt x="70760" y="73799"/>
                  </a:lnTo>
                  <a:lnTo>
                    <a:pt x="70564" y="74045"/>
                  </a:lnTo>
                  <a:lnTo>
                    <a:pt x="70436" y="74058"/>
                  </a:lnTo>
                  <a:lnTo>
                    <a:pt x="69761" y="73840"/>
                  </a:lnTo>
                  <a:lnTo>
                    <a:pt x="69506" y="73674"/>
                  </a:lnTo>
                  <a:lnTo>
                    <a:pt x="69328" y="73590"/>
                  </a:lnTo>
                  <a:lnTo>
                    <a:pt x="69137" y="73494"/>
                  </a:lnTo>
                  <a:lnTo>
                    <a:pt x="68962" y="73718"/>
                  </a:lnTo>
                  <a:lnTo>
                    <a:pt x="68799" y="73842"/>
                  </a:lnTo>
                  <a:lnTo>
                    <a:pt x="68654" y="73929"/>
                  </a:lnTo>
                  <a:lnTo>
                    <a:pt x="68511" y="74015"/>
                  </a:lnTo>
                  <a:lnTo>
                    <a:pt x="68295" y="74061"/>
                  </a:lnTo>
                  <a:lnTo>
                    <a:pt x="68156" y="74151"/>
                  </a:lnTo>
                  <a:lnTo>
                    <a:pt x="68024" y="74440"/>
                  </a:lnTo>
                  <a:lnTo>
                    <a:pt x="67887" y="74864"/>
                  </a:lnTo>
                  <a:lnTo>
                    <a:pt x="67734" y="74835"/>
                  </a:lnTo>
                  <a:lnTo>
                    <a:pt x="67263" y="74498"/>
                  </a:lnTo>
                  <a:lnTo>
                    <a:pt x="65312" y="74577"/>
                  </a:lnTo>
                  <a:lnTo>
                    <a:pt x="64882" y="74667"/>
                  </a:lnTo>
                  <a:lnTo>
                    <a:pt x="64476" y="74743"/>
                  </a:lnTo>
                  <a:lnTo>
                    <a:pt x="64327" y="74757"/>
                  </a:lnTo>
                  <a:lnTo>
                    <a:pt x="63634" y="74992"/>
                  </a:lnTo>
                  <a:lnTo>
                    <a:pt x="63438" y="75042"/>
                  </a:lnTo>
                  <a:lnTo>
                    <a:pt x="63050" y="75122"/>
                  </a:lnTo>
                  <a:lnTo>
                    <a:pt x="62713" y="75193"/>
                  </a:lnTo>
                  <a:lnTo>
                    <a:pt x="62547" y="75233"/>
                  </a:lnTo>
                  <a:lnTo>
                    <a:pt x="62215" y="75356"/>
                  </a:lnTo>
                  <a:lnTo>
                    <a:pt x="61336" y="74546"/>
                  </a:lnTo>
                  <a:lnTo>
                    <a:pt x="61078" y="74521"/>
                  </a:lnTo>
                  <a:lnTo>
                    <a:pt x="60691" y="74587"/>
                  </a:lnTo>
                  <a:lnTo>
                    <a:pt x="60452" y="74552"/>
                  </a:lnTo>
                  <a:lnTo>
                    <a:pt x="60001" y="75062"/>
                  </a:lnTo>
                  <a:lnTo>
                    <a:pt x="59862" y="75648"/>
                  </a:lnTo>
                  <a:lnTo>
                    <a:pt x="59787" y="75875"/>
                  </a:lnTo>
                  <a:lnTo>
                    <a:pt x="59407" y="76039"/>
                  </a:lnTo>
                  <a:lnTo>
                    <a:pt x="58988" y="76088"/>
                  </a:lnTo>
                  <a:lnTo>
                    <a:pt x="58168" y="76263"/>
                  </a:lnTo>
                  <a:lnTo>
                    <a:pt x="57680" y="76813"/>
                  </a:lnTo>
                  <a:lnTo>
                    <a:pt x="57421" y="77053"/>
                  </a:lnTo>
                  <a:lnTo>
                    <a:pt x="57358" y="77273"/>
                  </a:lnTo>
                  <a:lnTo>
                    <a:pt x="57063" y="77391"/>
                  </a:lnTo>
                  <a:lnTo>
                    <a:pt x="56976" y="77518"/>
                  </a:lnTo>
                  <a:lnTo>
                    <a:pt x="56272" y="77860"/>
                  </a:lnTo>
                  <a:lnTo>
                    <a:pt x="56147" y="77994"/>
                  </a:lnTo>
                  <a:lnTo>
                    <a:pt x="56188" y="77722"/>
                  </a:lnTo>
                  <a:lnTo>
                    <a:pt x="56186" y="77571"/>
                  </a:lnTo>
                  <a:lnTo>
                    <a:pt x="56174" y="77375"/>
                  </a:lnTo>
                  <a:lnTo>
                    <a:pt x="56133" y="77128"/>
                  </a:lnTo>
                  <a:lnTo>
                    <a:pt x="56068" y="76828"/>
                  </a:lnTo>
                  <a:lnTo>
                    <a:pt x="56071" y="76659"/>
                  </a:lnTo>
                  <a:lnTo>
                    <a:pt x="55913" y="76481"/>
                  </a:lnTo>
                  <a:lnTo>
                    <a:pt x="55898" y="76160"/>
                  </a:lnTo>
                  <a:lnTo>
                    <a:pt x="55974" y="75475"/>
                  </a:lnTo>
                  <a:lnTo>
                    <a:pt x="55833" y="75235"/>
                  </a:lnTo>
                  <a:lnTo>
                    <a:pt x="55550" y="75260"/>
                  </a:lnTo>
                  <a:lnTo>
                    <a:pt x="55344" y="75272"/>
                  </a:lnTo>
                  <a:lnTo>
                    <a:pt x="55120" y="75314"/>
                  </a:lnTo>
                  <a:lnTo>
                    <a:pt x="54731" y="75420"/>
                  </a:lnTo>
                  <a:lnTo>
                    <a:pt x="54509" y="75505"/>
                  </a:lnTo>
                  <a:lnTo>
                    <a:pt x="54194" y="75947"/>
                  </a:lnTo>
                  <a:lnTo>
                    <a:pt x="52791" y="74488"/>
                  </a:lnTo>
                  <a:lnTo>
                    <a:pt x="52458" y="74492"/>
                  </a:lnTo>
                  <a:lnTo>
                    <a:pt x="52043" y="74592"/>
                  </a:lnTo>
                  <a:lnTo>
                    <a:pt x="51878" y="74411"/>
                  </a:lnTo>
                  <a:lnTo>
                    <a:pt x="51071" y="74964"/>
                  </a:lnTo>
                  <a:lnTo>
                    <a:pt x="50647" y="75035"/>
                  </a:lnTo>
                  <a:lnTo>
                    <a:pt x="49874" y="74855"/>
                  </a:lnTo>
                  <a:lnTo>
                    <a:pt x="49888" y="74630"/>
                  </a:lnTo>
                  <a:lnTo>
                    <a:pt x="49918" y="73983"/>
                  </a:lnTo>
                  <a:lnTo>
                    <a:pt x="49636" y="73580"/>
                  </a:lnTo>
                  <a:lnTo>
                    <a:pt x="49198" y="73546"/>
                  </a:lnTo>
                  <a:lnTo>
                    <a:pt x="48446" y="73195"/>
                  </a:lnTo>
                  <a:lnTo>
                    <a:pt x="48307" y="73232"/>
                  </a:lnTo>
                  <a:lnTo>
                    <a:pt x="47986" y="73394"/>
                  </a:lnTo>
                  <a:lnTo>
                    <a:pt x="45520" y="73883"/>
                  </a:lnTo>
                  <a:lnTo>
                    <a:pt x="45557" y="74029"/>
                  </a:lnTo>
                  <a:lnTo>
                    <a:pt x="45749" y="74439"/>
                  </a:lnTo>
                  <a:lnTo>
                    <a:pt x="44481" y="73756"/>
                  </a:lnTo>
                  <a:lnTo>
                    <a:pt x="44364" y="73603"/>
                  </a:lnTo>
                  <a:lnTo>
                    <a:pt x="43173" y="73394"/>
                  </a:lnTo>
                  <a:lnTo>
                    <a:pt x="42906" y="73429"/>
                  </a:lnTo>
                  <a:lnTo>
                    <a:pt x="42512" y="73444"/>
                  </a:lnTo>
                  <a:lnTo>
                    <a:pt x="42368" y="73446"/>
                  </a:lnTo>
                  <a:lnTo>
                    <a:pt x="42158" y="73440"/>
                  </a:lnTo>
                  <a:lnTo>
                    <a:pt x="41977" y="73399"/>
                  </a:lnTo>
                  <a:lnTo>
                    <a:pt x="41768" y="73543"/>
                  </a:lnTo>
                  <a:lnTo>
                    <a:pt x="41499" y="73705"/>
                  </a:lnTo>
                  <a:lnTo>
                    <a:pt x="40987" y="73717"/>
                  </a:lnTo>
                  <a:lnTo>
                    <a:pt x="40827" y="73657"/>
                  </a:lnTo>
                  <a:lnTo>
                    <a:pt x="40433" y="73591"/>
                  </a:lnTo>
                  <a:lnTo>
                    <a:pt x="40214" y="73645"/>
                  </a:lnTo>
                  <a:lnTo>
                    <a:pt x="40014" y="73687"/>
                  </a:lnTo>
                  <a:lnTo>
                    <a:pt x="39719" y="73689"/>
                  </a:lnTo>
                  <a:lnTo>
                    <a:pt x="39566" y="73961"/>
                  </a:lnTo>
                  <a:lnTo>
                    <a:pt x="38940" y="73962"/>
                  </a:lnTo>
                  <a:lnTo>
                    <a:pt x="38750" y="73989"/>
                  </a:lnTo>
                  <a:lnTo>
                    <a:pt x="38148" y="73987"/>
                  </a:lnTo>
                  <a:lnTo>
                    <a:pt x="37890" y="73970"/>
                  </a:lnTo>
                  <a:lnTo>
                    <a:pt x="37749" y="73953"/>
                  </a:lnTo>
                  <a:lnTo>
                    <a:pt x="37560" y="73946"/>
                  </a:lnTo>
                  <a:lnTo>
                    <a:pt x="37310" y="74007"/>
                  </a:lnTo>
                  <a:lnTo>
                    <a:pt x="36908" y="74180"/>
                  </a:lnTo>
                  <a:lnTo>
                    <a:pt x="36633" y="74309"/>
                  </a:lnTo>
                  <a:lnTo>
                    <a:pt x="36022" y="74958"/>
                  </a:lnTo>
                  <a:lnTo>
                    <a:pt x="35432" y="75392"/>
                  </a:lnTo>
                  <a:lnTo>
                    <a:pt x="34954" y="75346"/>
                  </a:lnTo>
                  <a:lnTo>
                    <a:pt x="34658" y="75452"/>
                  </a:lnTo>
                  <a:lnTo>
                    <a:pt x="34125" y="75440"/>
                  </a:lnTo>
                  <a:lnTo>
                    <a:pt x="33887" y="75420"/>
                  </a:lnTo>
                  <a:lnTo>
                    <a:pt x="33346" y="75387"/>
                  </a:lnTo>
                  <a:lnTo>
                    <a:pt x="33127" y="75421"/>
                  </a:lnTo>
                  <a:lnTo>
                    <a:pt x="32804" y="75482"/>
                  </a:lnTo>
                  <a:lnTo>
                    <a:pt x="32572" y="75552"/>
                  </a:lnTo>
                  <a:lnTo>
                    <a:pt x="31727" y="75914"/>
                  </a:lnTo>
                  <a:lnTo>
                    <a:pt x="30880" y="76141"/>
                  </a:lnTo>
                  <a:lnTo>
                    <a:pt x="30722" y="76232"/>
                  </a:lnTo>
                  <a:lnTo>
                    <a:pt x="30548" y="76231"/>
                  </a:lnTo>
                  <a:lnTo>
                    <a:pt x="30011" y="75980"/>
                  </a:lnTo>
                  <a:lnTo>
                    <a:pt x="29807" y="75834"/>
                  </a:lnTo>
                  <a:lnTo>
                    <a:pt x="29523" y="75703"/>
                  </a:lnTo>
                  <a:lnTo>
                    <a:pt x="29699" y="75518"/>
                  </a:lnTo>
                  <a:lnTo>
                    <a:pt x="29629" y="75209"/>
                  </a:lnTo>
                  <a:lnTo>
                    <a:pt x="29610" y="74786"/>
                  </a:lnTo>
                  <a:lnTo>
                    <a:pt x="29638" y="74606"/>
                  </a:lnTo>
                  <a:lnTo>
                    <a:pt x="29097" y="74743"/>
                  </a:lnTo>
                  <a:lnTo>
                    <a:pt x="28274" y="74832"/>
                  </a:lnTo>
                  <a:lnTo>
                    <a:pt x="28081" y="74856"/>
                  </a:lnTo>
                  <a:lnTo>
                    <a:pt x="27875" y="74905"/>
                  </a:lnTo>
                  <a:lnTo>
                    <a:pt x="27604" y="74894"/>
                  </a:lnTo>
                  <a:lnTo>
                    <a:pt x="27277" y="74918"/>
                  </a:lnTo>
                  <a:lnTo>
                    <a:pt x="27132" y="74902"/>
                  </a:lnTo>
                  <a:lnTo>
                    <a:pt x="26806" y="74758"/>
                  </a:lnTo>
                  <a:lnTo>
                    <a:pt x="25816" y="74766"/>
                  </a:lnTo>
                  <a:lnTo>
                    <a:pt x="25647" y="74757"/>
                  </a:lnTo>
                  <a:lnTo>
                    <a:pt x="25249" y="74601"/>
                  </a:lnTo>
                  <a:lnTo>
                    <a:pt x="22905" y="73319"/>
                  </a:lnTo>
                  <a:lnTo>
                    <a:pt x="22904" y="71375"/>
                  </a:lnTo>
                  <a:lnTo>
                    <a:pt x="24737" y="68604"/>
                  </a:lnTo>
                  <a:lnTo>
                    <a:pt x="26085" y="64381"/>
                  </a:lnTo>
                  <a:lnTo>
                    <a:pt x="26316" y="63656"/>
                  </a:lnTo>
                  <a:lnTo>
                    <a:pt x="27098" y="58190"/>
                  </a:lnTo>
                  <a:lnTo>
                    <a:pt x="21913" y="58867"/>
                  </a:lnTo>
                  <a:lnTo>
                    <a:pt x="21416" y="59247"/>
                  </a:lnTo>
                  <a:lnTo>
                    <a:pt x="20295" y="59705"/>
                  </a:lnTo>
                  <a:lnTo>
                    <a:pt x="20142" y="60110"/>
                  </a:lnTo>
                  <a:lnTo>
                    <a:pt x="19966" y="60270"/>
                  </a:lnTo>
                  <a:lnTo>
                    <a:pt x="19875" y="60075"/>
                  </a:lnTo>
                  <a:lnTo>
                    <a:pt x="19742" y="59950"/>
                  </a:lnTo>
                  <a:lnTo>
                    <a:pt x="19644" y="59713"/>
                  </a:lnTo>
                  <a:lnTo>
                    <a:pt x="18765" y="59251"/>
                  </a:lnTo>
                  <a:lnTo>
                    <a:pt x="18294" y="58869"/>
                  </a:lnTo>
                  <a:lnTo>
                    <a:pt x="17714" y="58366"/>
                  </a:lnTo>
                  <a:lnTo>
                    <a:pt x="17373" y="58083"/>
                  </a:lnTo>
                  <a:lnTo>
                    <a:pt x="16948" y="57722"/>
                  </a:lnTo>
                  <a:lnTo>
                    <a:pt x="16686" y="57516"/>
                  </a:lnTo>
                  <a:lnTo>
                    <a:pt x="16417" y="57280"/>
                  </a:lnTo>
                  <a:lnTo>
                    <a:pt x="15842" y="56796"/>
                  </a:lnTo>
                  <a:lnTo>
                    <a:pt x="15516" y="56523"/>
                  </a:lnTo>
                  <a:lnTo>
                    <a:pt x="15156" y="56219"/>
                  </a:lnTo>
                  <a:lnTo>
                    <a:pt x="14641" y="55780"/>
                  </a:lnTo>
                  <a:lnTo>
                    <a:pt x="14348" y="55534"/>
                  </a:lnTo>
                  <a:lnTo>
                    <a:pt x="14145" y="55372"/>
                  </a:lnTo>
                  <a:lnTo>
                    <a:pt x="13987" y="55229"/>
                  </a:lnTo>
                  <a:lnTo>
                    <a:pt x="13309" y="54682"/>
                  </a:lnTo>
                  <a:lnTo>
                    <a:pt x="12788" y="54237"/>
                  </a:lnTo>
                  <a:lnTo>
                    <a:pt x="12405" y="53911"/>
                  </a:lnTo>
                  <a:lnTo>
                    <a:pt x="12258" y="53775"/>
                  </a:lnTo>
                  <a:lnTo>
                    <a:pt x="11787" y="53392"/>
                  </a:lnTo>
                  <a:lnTo>
                    <a:pt x="11556" y="53200"/>
                  </a:lnTo>
                  <a:lnTo>
                    <a:pt x="11279" y="52952"/>
                  </a:lnTo>
                  <a:lnTo>
                    <a:pt x="11017" y="52740"/>
                  </a:lnTo>
                  <a:lnTo>
                    <a:pt x="10538" y="52343"/>
                  </a:lnTo>
                  <a:lnTo>
                    <a:pt x="10105" y="52014"/>
                  </a:lnTo>
                  <a:lnTo>
                    <a:pt x="9643" y="51718"/>
                  </a:lnTo>
                  <a:lnTo>
                    <a:pt x="9102" y="51692"/>
                  </a:lnTo>
                  <a:lnTo>
                    <a:pt x="8476" y="51675"/>
                  </a:lnTo>
                  <a:lnTo>
                    <a:pt x="8157" y="51660"/>
                  </a:lnTo>
                  <a:lnTo>
                    <a:pt x="7926" y="51651"/>
                  </a:lnTo>
                  <a:lnTo>
                    <a:pt x="7737" y="51646"/>
                  </a:lnTo>
                  <a:lnTo>
                    <a:pt x="6094" y="51646"/>
                  </a:lnTo>
                  <a:lnTo>
                    <a:pt x="5964" y="51657"/>
                  </a:lnTo>
                  <a:lnTo>
                    <a:pt x="5456" y="51636"/>
                  </a:lnTo>
                  <a:lnTo>
                    <a:pt x="5253" y="51634"/>
                  </a:lnTo>
                  <a:lnTo>
                    <a:pt x="5089" y="51631"/>
                  </a:lnTo>
                  <a:lnTo>
                    <a:pt x="4582" y="51613"/>
                  </a:lnTo>
                  <a:lnTo>
                    <a:pt x="4226" y="51596"/>
                  </a:lnTo>
                  <a:lnTo>
                    <a:pt x="3887" y="51590"/>
                  </a:lnTo>
                  <a:lnTo>
                    <a:pt x="3697" y="51578"/>
                  </a:lnTo>
                  <a:lnTo>
                    <a:pt x="3358" y="51572"/>
                  </a:lnTo>
                  <a:lnTo>
                    <a:pt x="2725" y="51548"/>
                  </a:lnTo>
                  <a:lnTo>
                    <a:pt x="2023" y="51523"/>
                  </a:lnTo>
                  <a:lnTo>
                    <a:pt x="1827" y="51523"/>
                  </a:lnTo>
                  <a:lnTo>
                    <a:pt x="1954" y="49461"/>
                  </a:lnTo>
                  <a:lnTo>
                    <a:pt x="1676" y="49375"/>
                  </a:lnTo>
                  <a:lnTo>
                    <a:pt x="1501" y="49291"/>
                  </a:lnTo>
                  <a:lnTo>
                    <a:pt x="1032" y="49182"/>
                  </a:lnTo>
                  <a:lnTo>
                    <a:pt x="412" y="49146"/>
                  </a:lnTo>
                  <a:lnTo>
                    <a:pt x="425" y="49399"/>
                  </a:lnTo>
                  <a:lnTo>
                    <a:pt x="446" y="49600"/>
                  </a:lnTo>
                  <a:lnTo>
                    <a:pt x="484" y="50466"/>
                  </a:lnTo>
                  <a:lnTo>
                    <a:pt x="467" y="50678"/>
                  </a:lnTo>
                  <a:lnTo>
                    <a:pt x="461" y="51089"/>
                  </a:lnTo>
                  <a:lnTo>
                    <a:pt x="479" y="51262"/>
                  </a:lnTo>
                  <a:lnTo>
                    <a:pt x="545" y="51548"/>
                  </a:lnTo>
                  <a:lnTo>
                    <a:pt x="560" y="51915"/>
                  </a:lnTo>
                  <a:lnTo>
                    <a:pt x="547" y="52320"/>
                  </a:lnTo>
                  <a:lnTo>
                    <a:pt x="596" y="52723"/>
                  </a:lnTo>
                  <a:lnTo>
                    <a:pt x="629" y="52910"/>
                  </a:lnTo>
                  <a:lnTo>
                    <a:pt x="639" y="53438"/>
                  </a:lnTo>
                  <a:lnTo>
                    <a:pt x="657" y="53572"/>
                  </a:lnTo>
                  <a:lnTo>
                    <a:pt x="676" y="53769"/>
                  </a:lnTo>
                  <a:lnTo>
                    <a:pt x="697" y="54092"/>
                  </a:lnTo>
                  <a:lnTo>
                    <a:pt x="669" y="54615"/>
                  </a:lnTo>
                  <a:lnTo>
                    <a:pt x="704" y="54969"/>
                  </a:lnTo>
                  <a:lnTo>
                    <a:pt x="694" y="56454"/>
                  </a:lnTo>
                  <a:lnTo>
                    <a:pt x="755" y="56595"/>
                  </a:lnTo>
                  <a:lnTo>
                    <a:pt x="813" y="56731"/>
                  </a:lnTo>
                  <a:lnTo>
                    <a:pt x="921" y="56981"/>
                  </a:lnTo>
                  <a:lnTo>
                    <a:pt x="1018" y="57287"/>
                  </a:lnTo>
                  <a:lnTo>
                    <a:pt x="1107" y="57426"/>
                  </a:lnTo>
                  <a:lnTo>
                    <a:pt x="1286" y="57871"/>
                  </a:lnTo>
                  <a:lnTo>
                    <a:pt x="1365" y="58049"/>
                  </a:lnTo>
                  <a:lnTo>
                    <a:pt x="1469" y="58340"/>
                  </a:lnTo>
                  <a:lnTo>
                    <a:pt x="1632" y="58712"/>
                  </a:lnTo>
                  <a:lnTo>
                    <a:pt x="1829" y="59130"/>
                  </a:lnTo>
                  <a:lnTo>
                    <a:pt x="1944" y="59389"/>
                  </a:lnTo>
                  <a:lnTo>
                    <a:pt x="2388" y="60019"/>
                  </a:lnTo>
                  <a:lnTo>
                    <a:pt x="2628" y="60456"/>
                  </a:lnTo>
                  <a:lnTo>
                    <a:pt x="2755" y="60821"/>
                  </a:lnTo>
                  <a:lnTo>
                    <a:pt x="2847" y="61243"/>
                  </a:lnTo>
                  <a:lnTo>
                    <a:pt x="3169" y="61803"/>
                  </a:lnTo>
                  <a:lnTo>
                    <a:pt x="3213" y="61994"/>
                  </a:lnTo>
                  <a:lnTo>
                    <a:pt x="3327" y="62387"/>
                  </a:lnTo>
                  <a:lnTo>
                    <a:pt x="3394" y="62640"/>
                  </a:lnTo>
                  <a:lnTo>
                    <a:pt x="3437" y="62800"/>
                  </a:lnTo>
                  <a:lnTo>
                    <a:pt x="3493" y="63081"/>
                  </a:lnTo>
                  <a:lnTo>
                    <a:pt x="3516" y="63215"/>
                  </a:lnTo>
                  <a:lnTo>
                    <a:pt x="3725" y="63938"/>
                  </a:lnTo>
                  <a:lnTo>
                    <a:pt x="3778" y="64161"/>
                  </a:lnTo>
                  <a:lnTo>
                    <a:pt x="4014" y="64504"/>
                  </a:lnTo>
                  <a:lnTo>
                    <a:pt x="4468" y="65164"/>
                  </a:lnTo>
                  <a:lnTo>
                    <a:pt x="4524" y="65325"/>
                  </a:lnTo>
                  <a:lnTo>
                    <a:pt x="4786" y="65596"/>
                  </a:lnTo>
                  <a:lnTo>
                    <a:pt x="5330" y="66266"/>
                  </a:lnTo>
                  <a:lnTo>
                    <a:pt x="5383" y="66475"/>
                  </a:lnTo>
                  <a:lnTo>
                    <a:pt x="5521" y="66868"/>
                  </a:lnTo>
                  <a:lnTo>
                    <a:pt x="5592" y="67064"/>
                  </a:lnTo>
                  <a:lnTo>
                    <a:pt x="5673" y="67460"/>
                  </a:lnTo>
                  <a:lnTo>
                    <a:pt x="5710" y="67595"/>
                  </a:lnTo>
                  <a:lnTo>
                    <a:pt x="5882" y="68153"/>
                  </a:lnTo>
                  <a:lnTo>
                    <a:pt x="5900" y="68387"/>
                  </a:lnTo>
                  <a:lnTo>
                    <a:pt x="5919" y="68576"/>
                  </a:lnTo>
                  <a:lnTo>
                    <a:pt x="5919" y="68872"/>
                  </a:lnTo>
                  <a:lnTo>
                    <a:pt x="5952" y="69063"/>
                  </a:lnTo>
                  <a:lnTo>
                    <a:pt x="6061" y="69499"/>
                  </a:lnTo>
                  <a:lnTo>
                    <a:pt x="6144" y="69816"/>
                  </a:lnTo>
                  <a:lnTo>
                    <a:pt x="6228" y="70217"/>
                  </a:lnTo>
                  <a:lnTo>
                    <a:pt x="6486" y="71087"/>
                  </a:lnTo>
                  <a:lnTo>
                    <a:pt x="6551" y="71231"/>
                  </a:lnTo>
                  <a:lnTo>
                    <a:pt x="6699" y="71552"/>
                  </a:lnTo>
                  <a:lnTo>
                    <a:pt x="6782" y="71733"/>
                  </a:lnTo>
                  <a:lnTo>
                    <a:pt x="6858" y="71871"/>
                  </a:lnTo>
                  <a:lnTo>
                    <a:pt x="6961" y="72081"/>
                  </a:lnTo>
                  <a:lnTo>
                    <a:pt x="7083" y="72331"/>
                  </a:lnTo>
                  <a:lnTo>
                    <a:pt x="7231" y="72625"/>
                  </a:lnTo>
                  <a:lnTo>
                    <a:pt x="7450" y="73089"/>
                  </a:lnTo>
                  <a:lnTo>
                    <a:pt x="7526" y="73263"/>
                  </a:lnTo>
                  <a:lnTo>
                    <a:pt x="7588" y="73405"/>
                  </a:lnTo>
                  <a:lnTo>
                    <a:pt x="7768" y="73868"/>
                  </a:lnTo>
                  <a:lnTo>
                    <a:pt x="7959" y="74371"/>
                  </a:lnTo>
                  <a:lnTo>
                    <a:pt x="8068" y="74641"/>
                  </a:lnTo>
                  <a:lnTo>
                    <a:pt x="8162" y="74877"/>
                  </a:lnTo>
                  <a:lnTo>
                    <a:pt x="8354" y="75331"/>
                  </a:lnTo>
                  <a:lnTo>
                    <a:pt x="8405" y="75464"/>
                  </a:lnTo>
                  <a:lnTo>
                    <a:pt x="8577" y="76008"/>
                  </a:lnTo>
                  <a:lnTo>
                    <a:pt x="8657" y="76259"/>
                  </a:lnTo>
                  <a:lnTo>
                    <a:pt x="8728" y="76491"/>
                  </a:lnTo>
                  <a:lnTo>
                    <a:pt x="8832" y="76729"/>
                  </a:lnTo>
                  <a:lnTo>
                    <a:pt x="8902" y="76898"/>
                  </a:lnTo>
                  <a:lnTo>
                    <a:pt x="9061" y="77267"/>
                  </a:lnTo>
                  <a:lnTo>
                    <a:pt x="9165" y="77519"/>
                  </a:lnTo>
                  <a:lnTo>
                    <a:pt x="9328" y="77885"/>
                  </a:lnTo>
                  <a:lnTo>
                    <a:pt x="9511" y="78350"/>
                  </a:lnTo>
                  <a:lnTo>
                    <a:pt x="9602" y="78585"/>
                  </a:lnTo>
                  <a:lnTo>
                    <a:pt x="9684" y="78805"/>
                  </a:lnTo>
                  <a:lnTo>
                    <a:pt x="9841" y="79223"/>
                  </a:lnTo>
                  <a:lnTo>
                    <a:pt x="9908" y="79401"/>
                  </a:lnTo>
                  <a:lnTo>
                    <a:pt x="10098" y="79894"/>
                  </a:lnTo>
                  <a:lnTo>
                    <a:pt x="10424" y="80601"/>
                  </a:lnTo>
                  <a:lnTo>
                    <a:pt x="10498" y="80729"/>
                  </a:lnTo>
                  <a:lnTo>
                    <a:pt x="10661" y="81036"/>
                  </a:lnTo>
                  <a:lnTo>
                    <a:pt x="10763" y="81224"/>
                  </a:lnTo>
                  <a:lnTo>
                    <a:pt x="10957" y="81584"/>
                  </a:lnTo>
                  <a:lnTo>
                    <a:pt x="11070" y="81800"/>
                  </a:lnTo>
                  <a:lnTo>
                    <a:pt x="11192" y="82016"/>
                  </a:lnTo>
                  <a:lnTo>
                    <a:pt x="11372" y="82348"/>
                  </a:lnTo>
                  <a:lnTo>
                    <a:pt x="11447" y="82484"/>
                  </a:lnTo>
                  <a:lnTo>
                    <a:pt x="11559" y="82682"/>
                  </a:lnTo>
                  <a:lnTo>
                    <a:pt x="11655" y="82849"/>
                  </a:lnTo>
                  <a:lnTo>
                    <a:pt x="11748" y="83019"/>
                  </a:lnTo>
                  <a:lnTo>
                    <a:pt x="11914" y="83313"/>
                  </a:lnTo>
                  <a:lnTo>
                    <a:pt x="12213" y="83868"/>
                  </a:lnTo>
                  <a:lnTo>
                    <a:pt x="12353" y="84116"/>
                  </a:lnTo>
                  <a:lnTo>
                    <a:pt x="12523" y="84429"/>
                  </a:lnTo>
                  <a:lnTo>
                    <a:pt x="12594" y="84558"/>
                  </a:lnTo>
                  <a:lnTo>
                    <a:pt x="12727" y="84780"/>
                  </a:lnTo>
                  <a:lnTo>
                    <a:pt x="12816" y="84944"/>
                  </a:lnTo>
                  <a:lnTo>
                    <a:pt x="12924" y="85143"/>
                  </a:lnTo>
                  <a:lnTo>
                    <a:pt x="13077" y="85424"/>
                  </a:lnTo>
                  <a:lnTo>
                    <a:pt x="13204" y="85652"/>
                  </a:lnTo>
                  <a:lnTo>
                    <a:pt x="13357" y="85914"/>
                  </a:lnTo>
                  <a:lnTo>
                    <a:pt x="13684" y="86512"/>
                  </a:lnTo>
                  <a:lnTo>
                    <a:pt x="13785" y="86694"/>
                  </a:lnTo>
                  <a:lnTo>
                    <a:pt x="13942" y="86982"/>
                  </a:lnTo>
                  <a:lnTo>
                    <a:pt x="14024" y="87133"/>
                  </a:lnTo>
                  <a:lnTo>
                    <a:pt x="14109" y="87289"/>
                  </a:lnTo>
                  <a:lnTo>
                    <a:pt x="14224" y="87510"/>
                  </a:lnTo>
                  <a:lnTo>
                    <a:pt x="14549" y="88111"/>
                  </a:lnTo>
                  <a:lnTo>
                    <a:pt x="14851" y="88638"/>
                  </a:lnTo>
                  <a:lnTo>
                    <a:pt x="14966" y="88838"/>
                  </a:lnTo>
                  <a:lnTo>
                    <a:pt x="15043" y="88971"/>
                  </a:lnTo>
                  <a:lnTo>
                    <a:pt x="14974" y="89421"/>
                  </a:lnTo>
                  <a:lnTo>
                    <a:pt x="14529" y="89903"/>
                  </a:lnTo>
                  <a:lnTo>
                    <a:pt x="14168" y="90631"/>
                  </a:lnTo>
                  <a:lnTo>
                    <a:pt x="13965" y="91029"/>
                  </a:lnTo>
                  <a:lnTo>
                    <a:pt x="13692" y="91469"/>
                  </a:lnTo>
                  <a:lnTo>
                    <a:pt x="13588" y="91702"/>
                  </a:lnTo>
                  <a:lnTo>
                    <a:pt x="13516" y="91980"/>
                  </a:lnTo>
                  <a:lnTo>
                    <a:pt x="13402" y="93631"/>
                  </a:lnTo>
                  <a:lnTo>
                    <a:pt x="13380" y="93852"/>
                  </a:lnTo>
                  <a:lnTo>
                    <a:pt x="13438" y="94042"/>
                  </a:lnTo>
                  <a:lnTo>
                    <a:pt x="15588" y="97518"/>
                  </a:lnTo>
                  <a:lnTo>
                    <a:pt x="16235" y="99305"/>
                  </a:lnTo>
                  <a:lnTo>
                    <a:pt x="16778" y="99919"/>
                  </a:lnTo>
                  <a:lnTo>
                    <a:pt x="17106" y="100183"/>
                  </a:lnTo>
                  <a:lnTo>
                    <a:pt x="17477" y="100473"/>
                  </a:lnTo>
                  <a:lnTo>
                    <a:pt x="17795" y="100689"/>
                  </a:lnTo>
                  <a:lnTo>
                    <a:pt x="17944" y="100834"/>
                  </a:lnTo>
                  <a:lnTo>
                    <a:pt x="18457" y="101225"/>
                  </a:lnTo>
                  <a:lnTo>
                    <a:pt x="18843" y="101731"/>
                  </a:lnTo>
                  <a:lnTo>
                    <a:pt x="19965" y="101942"/>
                  </a:lnTo>
                  <a:lnTo>
                    <a:pt x="19998" y="101765"/>
                  </a:lnTo>
                  <a:lnTo>
                    <a:pt x="20073" y="101626"/>
                  </a:lnTo>
                  <a:lnTo>
                    <a:pt x="20274" y="101495"/>
                  </a:lnTo>
                  <a:lnTo>
                    <a:pt x="20572" y="101428"/>
                  </a:lnTo>
                  <a:lnTo>
                    <a:pt x="20805" y="101463"/>
                  </a:lnTo>
                  <a:lnTo>
                    <a:pt x="20995" y="101592"/>
                  </a:lnTo>
                  <a:lnTo>
                    <a:pt x="21435" y="101615"/>
                  </a:lnTo>
                  <a:lnTo>
                    <a:pt x="21534" y="101433"/>
                  </a:lnTo>
                  <a:lnTo>
                    <a:pt x="22718" y="101820"/>
                  </a:lnTo>
                  <a:lnTo>
                    <a:pt x="25705" y="103860"/>
                  </a:lnTo>
                  <a:lnTo>
                    <a:pt x="26028" y="104137"/>
                  </a:lnTo>
                  <a:lnTo>
                    <a:pt x="27424" y="105238"/>
                  </a:lnTo>
                  <a:lnTo>
                    <a:pt x="27551" y="105340"/>
                  </a:lnTo>
                  <a:lnTo>
                    <a:pt x="27758" y="105495"/>
                  </a:lnTo>
                  <a:lnTo>
                    <a:pt x="27973" y="105725"/>
                  </a:lnTo>
                  <a:lnTo>
                    <a:pt x="28580" y="106208"/>
                  </a:lnTo>
                  <a:lnTo>
                    <a:pt x="28973" y="106574"/>
                  </a:lnTo>
                  <a:lnTo>
                    <a:pt x="29202" y="106723"/>
                  </a:lnTo>
                  <a:lnTo>
                    <a:pt x="29947" y="107629"/>
                  </a:lnTo>
                  <a:lnTo>
                    <a:pt x="30903" y="108774"/>
                  </a:lnTo>
                  <a:lnTo>
                    <a:pt x="31197" y="109107"/>
                  </a:lnTo>
                  <a:lnTo>
                    <a:pt x="31534" y="109485"/>
                  </a:lnTo>
                  <a:lnTo>
                    <a:pt x="31761" y="109847"/>
                  </a:lnTo>
                  <a:lnTo>
                    <a:pt x="31933" y="110053"/>
                  </a:lnTo>
                  <a:lnTo>
                    <a:pt x="32778" y="110723"/>
                  </a:lnTo>
                  <a:lnTo>
                    <a:pt x="33273" y="111285"/>
                  </a:lnTo>
                  <a:lnTo>
                    <a:pt x="33800" y="111822"/>
                  </a:lnTo>
                  <a:lnTo>
                    <a:pt x="34242" y="112000"/>
                  </a:lnTo>
                  <a:lnTo>
                    <a:pt x="35221" y="112841"/>
                  </a:lnTo>
                  <a:lnTo>
                    <a:pt x="37253" y="115212"/>
                  </a:lnTo>
                  <a:lnTo>
                    <a:pt x="37500" y="115324"/>
                  </a:lnTo>
                  <a:lnTo>
                    <a:pt x="38001" y="115463"/>
                  </a:lnTo>
                  <a:lnTo>
                    <a:pt x="38085" y="115896"/>
                  </a:lnTo>
                  <a:lnTo>
                    <a:pt x="38179" y="116563"/>
                  </a:lnTo>
                  <a:lnTo>
                    <a:pt x="38628" y="116663"/>
                  </a:lnTo>
                  <a:lnTo>
                    <a:pt x="38855" y="116714"/>
                  </a:lnTo>
                  <a:lnTo>
                    <a:pt x="39117" y="116771"/>
                  </a:lnTo>
                  <a:lnTo>
                    <a:pt x="39457" y="116849"/>
                  </a:lnTo>
                  <a:lnTo>
                    <a:pt x="39905" y="116957"/>
                  </a:lnTo>
                  <a:lnTo>
                    <a:pt x="40412" y="117109"/>
                  </a:lnTo>
                  <a:lnTo>
                    <a:pt x="40626" y="117214"/>
                  </a:lnTo>
                  <a:lnTo>
                    <a:pt x="41032" y="117140"/>
                  </a:lnTo>
                  <a:lnTo>
                    <a:pt x="41848" y="117060"/>
                  </a:lnTo>
                  <a:lnTo>
                    <a:pt x="43321" y="117947"/>
                  </a:lnTo>
                  <a:lnTo>
                    <a:pt x="43616" y="118095"/>
                  </a:lnTo>
                  <a:lnTo>
                    <a:pt x="43915" y="118384"/>
                  </a:lnTo>
                  <a:lnTo>
                    <a:pt x="44376" y="118833"/>
                  </a:lnTo>
                  <a:lnTo>
                    <a:pt x="44791" y="119113"/>
                  </a:lnTo>
                  <a:lnTo>
                    <a:pt x="45024" y="119207"/>
                  </a:lnTo>
                  <a:lnTo>
                    <a:pt x="45160" y="119217"/>
                  </a:lnTo>
                  <a:lnTo>
                    <a:pt x="45328" y="119232"/>
                  </a:lnTo>
                  <a:lnTo>
                    <a:pt x="45757" y="119253"/>
                  </a:lnTo>
                  <a:lnTo>
                    <a:pt x="46033" y="119299"/>
                  </a:lnTo>
                  <a:lnTo>
                    <a:pt x="46241" y="119332"/>
                  </a:lnTo>
                  <a:lnTo>
                    <a:pt x="46673" y="119122"/>
                  </a:lnTo>
                  <a:lnTo>
                    <a:pt x="46961" y="119143"/>
                  </a:lnTo>
                  <a:lnTo>
                    <a:pt x="47222" y="119177"/>
                  </a:lnTo>
                  <a:lnTo>
                    <a:pt x="47653" y="120472"/>
                  </a:lnTo>
                  <a:lnTo>
                    <a:pt x="47824" y="120952"/>
                  </a:lnTo>
                  <a:lnTo>
                    <a:pt x="48146" y="121847"/>
                  </a:lnTo>
                  <a:lnTo>
                    <a:pt x="48226" y="122078"/>
                  </a:lnTo>
                  <a:lnTo>
                    <a:pt x="48358" y="122396"/>
                  </a:lnTo>
                  <a:lnTo>
                    <a:pt x="48604" y="122924"/>
                  </a:lnTo>
                  <a:lnTo>
                    <a:pt x="48795" y="123157"/>
                  </a:lnTo>
                  <a:lnTo>
                    <a:pt x="49197" y="123483"/>
                  </a:lnTo>
                  <a:lnTo>
                    <a:pt x="49428" y="123564"/>
                  </a:lnTo>
                  <a:lnTo>
                    <a:pt x="49775" y="123699"/>
                  </a:lnTo>
                  <a:lnTo>
                    <a:pt x="50286" y="123802"/>
                  </a:lnTo>
                  <a:lnTo>
                    <a:pt x="51043" y="124129"/>
                  </a:lnTo>
                  <a:lnTo>
                    <a:pt x="51174" y="124306"/>
                  </a:lnTo>
                  <a:lnTo>
                    <a:pt x="51438" y="124862"/>
                  </a:lnTo>
                  <a:lnTo>
                    <a:pt x="51835" y="125125"/>
                  </a:lnTo>
                  <a:lnTo>
                    <a:pt x="51948" y="125281"/>
                  </a:lnTo>
                  <a:lnTo>
                    <a:pt x="51984" y="125478"/>
                  </a:lnTo>
                  <a:lnTo>
                    <a:pt x="52059" y="125848"/>
                  </a:lnTo>
                  <a:lnTo>
                    <a:pt x="51777" y="125945"/>
                  </a:lnTo>
                  <a:lnTo>
                    <a:pt x="51507" y="126095"/>
                  </a:lnTo>
                  <a:lnTo>
                    <a:pt x="51389" y="126328"/>
                  </a:lnTo>
                  <a:lnTo>
                    <a:pt x="51492" y="126589"/>
                  </a:lnTo>
                  <a:lnTo>
                    <a:pt x="51659" y="126855"/>
                  </a:lnTo>
                  <a:lnTo>
                    <a:pt x="51610" y="127057"/>
                  </a:lnTo>
                  <a:lnTo>
                    <a:pt x="51565" y="127277"/>
                  </a:lnTo>
                  <a:lnTo>
                    <a:pt x="51646" y="127558"/>
                  </a:lnTo>
                  <a:lnTo>
                    <a:pt x="51707" y="127735"/>
                  </a:lnTo>
                  <a:lnTo>
                    <a:pt x="52105" y="127982"/>
                  </a:lnTo>
                  <a:lnTo>
                    <a:pt x="52242" y="129152"/>
                  </a:lnTo>
                  <a:lnTo>
                    <a:pt x="52554" y="128981"/>
                  </a:lnTo>
                  <a:lnTo>
                    <a:pt x="52725" y="128555"/>
                  </a:lnTo>
                  <a:lnTo>
                    <a:pt x="53503" y="128437"/>
                  </a:lnTo>
                  <a:lnTo>
                    <a:pt x="53662" y="128413"/>
                  </a:lnTo>
                  <a:lnTo>
                    <a:pt x="54861" y="128343"/>
                  </a:lnTo>
                  <a:lnTo>
                    <a:pt x="57254" y="128886"/>
                  </a:lnTo>
                  <a:lnTo>
                    <a:pt x="58108" y="129051"/>
                  </a:lnTo>
                  <a:lnTo>
                    <a:pt x="58821" y="129238"/>
                  </a:lnTo>
                  <a:lnTo>
                    <a:pt x="63498" y="129360"/>
                  </a:lnTo>
                  <a:lnTo>
                    <a:pt x="65128" y="131008"/>
                  </a:lnTo>
                  <a:lnTo>
                    <a:pt x="66363" y="131882"/>
                  </a:lnTo>
                  <a:lnTo>
                    <a:pt x="66753" y="131943"/>
                  </a:lnTo>
                  <a:lnTo>
                    <a:pt x="66806" y="132251"/>
                  </a:lnTo>
                  <a:lnTo>
                    <a:pt x="66775" y="132605"/>
                  </a:lnTo>
                  <a:lnTo>
                    <a:pt x="66637" y="132924"/>
                  </a:lnTo>
                  <a:lnTo>
                    <a:pt x="67041" y="133606"/>
                  </a:lnTo>
                  <a:lnTo>
                    <a:pt x="67237" y="133623"/>
                  </a:lnTo>
                  <a:lnTo>
                    <a:pt x="67610" y="133603"/>
                  </a:lnTo>
                  <a:lnTo>
                    <a:pt x="69905" y="132981"/>
                  </a:lnTo>
                  <a:lnTo>
                    <a:pt x="70053" y="132902"/>
                  </a:lnTo>
                  <a:lnTo>
                    <a:pt x="70351" y="132711"/>
                  </a:lnTo>
                  <a:lnTo>
                    <a:pt x="70562" y="132626"/>
                  </a:lnTo>
                  <a:lnTo>
                    <a:pt x="70629" y="132414"/>
                  </a:lnTo>
                  <a:lnTo>
                    <a:pt x="70861" y="132161"/>
                  </a:lnTo>
                  <a:lnTo>
                    <a:pt x="70992" y="132124"/>
                  </a:lnTo>
                  <a:lnTo>
                    <a:pt x="71373" y="132089"/>
                  </a:lnTo>
                  <a:lnTo>
                    <a:pt x="71593" y="132130"/>
                  </a:lnTo>
                  <a:lnTo>
                    <a:pt x="71808" y="132251"/>
                  </a:lnTo>
                  <a:lnTo>
                    <a:pt x="73289" y="133732"/>
                  </a:lnTo>
                  <a:lnTo>
                    <a:pt x="73305" y="133897"/>
                  </a:lnTo>
                  <a:lnTo>
                    <a:pt x="73323" y="134053"/>
                  </a:lnTo>
                  <a:lnTo>
                    <a:pt x="73606" y="134499"/>
                  </a:lnTo>
                  <a:lnTo>
                    <a:pt x="73974" y="134794"/>
                  </a:lnTo>
                  <a:lnTo>
                    <a:pt x="74238" y="135002"/>
                  </a:lnTo>
                  <a:lnTo>
                    <a:pt x="75272" y="135824"/>
                  </a:lnTo>
                  <a:lnTo>
                    <a:pt x="75045" y="136550"/>
                  </a:lnTo>
                  <a:lnTo>
                    <a:pt x="74922" y="136710"/>
                  </a:lnTo>
                  <a:lnTo>
                    <a:pt x="74783" y="136852"/>
                  </a:lnTo>
                  <a:lnTo>
                    <a:pt x="74390" y="137249"/>
                  </a:lnTo>
                  <a:lnTo>
                    <a:pt x="73838" y="137828"/>
                  </a:lnTo>
                  <a:lnTo>
                    <a:pt x="73651" y="138137"/>
                  </a:lnTo>
                  <a:lnTo>
                    <a:pt x="73546" y="138466"/>
                  </a:lnTo>
                  <a:lnTo>
                    <a:pt x="73456" y="139005"/>
                  </a:lnTo>
                  <a:lnTo>
                    <a:pt x="73413" y="139239"/>
                  </a:lnTo>
                  <a:lnTo>
                    <a:pt x="73412" y="139463"/>
                  </a:lnTo>
                  <a:lnTo>
                    <a:pt x="73469" y="139662"/>
                  </a:lnTo>
                  <a:lnTo>
                    <a:pt x="74780" y="141034"/>
                  </a:lnTo>
                  <a:lnTo>
                    <a:pt x="74938" y="141491"/>
                  </a:lnTo>
                  <a:lnTo>
                    <a:pt x="75007" y="141715"/>
                  </a:lnTo>
                  <a:lnTo>
                    <a:pt x="75159" y="142344"/>
                  </a:lnTo>
                  <a:lnTo>
                    <a:pt x="75687" y="143602"/>
                  </a:lnTo>
                  <a:lnTo>
                    <a:pt x="75825" y="143887"/>
                  </a:lnTo>
                  <a:lnTo>
                    <a:pt x="75939" y="144232"/>
                  </a:lnTo>
                  <a:lnTo>
                    <a:pt x="76860" y="147028"/>
                  </a:lnTo>
                  <a:lnTo>
                    <a:pt x="77595" y="149058"/>
                  </a:lnTo>
                  <a:lnTo>
                    <a:pt x="77731" y="149101"/>
                  </a:lnTo>
                  <a:lnTo>
                    <a:pt x="77893" y="149126"/>
                  </a:lnTo>
                  <a:lnTo>
                    <a:pt x="78045" y="149158"/>
                  </a:lnTo>
                  <a:lnTo>
                    <a:pt x="78175" y="149194"/>
                  </a:lnTo>
                  <a:lnTo>
                    <a:pt x="81492" y="149947"/>
                  </a:lnTo>
                  <a:lnTo>
                    <a:pt x="81862" y="150543"/>
                  </a:lnTo>
                  <a:lnTo>
                    <a:pt x="81714" y="151254"/>
                  </a:lnTo>
                  <a:lnTo>
                    <a:pt x="81340" y="155851"/>
                  </a:lnTo>
                  <a:lnTo>
                    <a:pt x="81334" y="155993"/>
                  </a:lnTo>
                  <a:lnTo>
                    <a:pt x="81316" y="156207"/>
                  </a:lnTo>
                  <a:lnTo>
                    <a:pt x="81219" y="156529"/>
                  </a:lnTo>
                  <a:lnTo>
                    <a:pt x="81177" y="156695"/>
                  </a:lnTo>
                  <a:lnTo>
                    <a:pt x="81118" y="156919"/>
                  </a:lnTo>
                  <a:lnTo>
                    <a:pt x="80991" y="157768"/>
                  </a:lnTo>
                  <a:lnTo>
                    <a:pt x="80522" y="158143"/>
                  </a:lnTo>
                  <a:lnTo>
                    <a:pt x="80426" y="160082"/>
                  </a:lnTo>
                  <a:lnTo>
                    <a:pt x="82399" y="162226"/>
                  </a:lnTo>
                  <a:lnTo>
                    <a:pt x="82443" y="162368"/>
                  </a:lnTo>
                  <a:lnTo>
                    <a:pt x="82483" y="162883"/>
                  </a:lnTo>
                  <a:lnTo>
                    <a:pt x="82856" y="163613"/>
                  </a:lnTo>
                  <a:lnTo>
                    <a:pt x="82852" y="164672"/>
                  </a:lnTo>
                  <a:lnTo>
                    <a:pt x="83200" y="166167"/>
                  </a:lnTo>
                  <a:lnTo>
                    <a:pt x="83295" y="166398"/>
                  </a:lnTo>
                  <a:lnTo>
                    <a:pt x="83358" y="166704"/>
                  </a:lnTo>
                  <a:lnTo>
                    <a:pt x="83346" y="166846"/>
                  </a:lnTo>
                  <a:lnTo>
                    <a:pt x="83404" y="167027"/>
                  </a:lnTo>
                  <a:lnTo>
                    <a:pt x="85049" y="168179"/>
                  </a:lnTo>
                  <a:lnTo>
                    <a:pt x="85536" y="168917"/>
                  </a:lnTo>
                  <a:lnTo>
                    <a:pt x="87380" y="170817"/>
                  </a:lnTo>
                  <a:lnTo>
                    <a:pt x="87519" y="171383"/>
                  </a:lnTo>
                  <a:lnTo>
                    <a:pt x="87775" y="171598"/>
                  </a:lnTo>
                  <a:lnTo>
                    <a:pt x="88518" y="173032"/>
                  </a:lnTo>
                  <a:lnTo>
                    <a:pt x="88843" y="173049"/>
                  </a:lnTo>
                  <a:lnTo>
                    <a:pt x="89107" y="173226"/>
                  </a:lnTo>
                  <a:lnTo>
                    <a:pt x="89241" y="173283"/>
                  </a:lnTo>
                  <a:lnTo>
                    <a:pt x="89937" y="173771"/>
                  </a:lnTo>
                  <a:lnTo>
                    <a:pt x="90086" y="173857"/>
                  </a:lnTo>
                  <a:lnTo>
                    <a:pt x="90295" y="174038"/>
                  </a:lnTo>
                  <a:lnTo>
                    <a:pt x="90423" y="174149"/>
                  </a:lnTo>
                  <a:lnTo>
                    <a:pt x="90727" y="174415"/>
                  </a:lnTo>
                  <a:lnTo>
                    <a:pt x="91457" y="174642"/>
                  </a:lnTo>
                  <a:lnTo>
                    <a:pt x="92247" y="174698"/>
                  </a:lnTo>
                  <a:lnTo>
                    <a:pt x="92434" y="174679"/>
                  </a:lnTo>
                  <a:lnTo>
                    <a:pt x="92865" y="174792"/>
                  </a:lnTo>
                  <a:lnTo>
                    <a:pt x="93109" y="174814"/>
                  </a:lnTo>
                  <a:lnTo>
                    <a:pt x="94190" y="173808"/>
                  </a:lnTo>
                  <a:lnTo>
                    <a:pt x="94471" y="173662"/>
                  </a:lnTo>
                  <a:lnTo>
                    <a:pt x="94998" y="173779"/>
                  </a:lnTo>
                  <a:lnTo>
                    <a:pt x="95310" y="173878"/>
                  </a:lnTo>
                  <a:lnTo>
                    <a:pt x="95637" y="174515"/>
                  </a:lnTo>
                  <a:lnTo>
                    <a:pt x="95702" y="174660"/>
                  </a:lnTo>
                  <a:lnTo>
                    <a:pt x="96460" y="176564"/>
                  </a:lnTo>
                  <a:lnTo>
                    <a:pt x="96523" y="176845"/>
                  </a:lnTo>
                  <a:lnTo>
                    <a:pt x="96664" y="177158"/>
                  </a:lnTo>
                  <a:lnTo>
                    <a:pt x="96841" y="177675"/>
                  </a:lnTo>
                  <a:lnTo>
                    <a:pt x="96933" y="177942"/>
                  </a:lnTo>
                  <a:lnTo>
                    <a:pt x="96949" y="178077"/>
                  </a:lnTo>
                  <a:lnTo>
                    <a:pt x="96953" y="178240"/>
                  </a:lnTo>
                  <a:lnTo>
                    <a:pt x="96979" y="178441"/>
                  </a:lnTo>
                  <a:lnTo>
                    <a:pt x="96976" y="178647"/>
                  </a:lnTo>
                  <a:lnTo>
                    <a:pt x="96962" y="178811"/>
                  </a:lnTo>
                  <a:lnTo>
                    <a:pt x="96951" y="179056"/>
                  </a:lnTo>
                  <a:lnTo>
                    <a:pt x="96918" y="179331"/>
                  </a:lnTo>
                  <a:lnTo>
                    <a:pt x="96878" y="179550"/>
                  </a:lnTo>
                  <a:lnTo>
                    <a:pt x="96783" y="179748"/>
                  </a:lnTo>
                  <a:lnTo>
                    <a:pt x="96821" y="180040"/>
                  </a:lnTo>
                  <a:lnTo>
                    <a:pt x="96982" y="181007"/>
                  </a:lnTo>
                  <a:lnTo>
                    <a:pt x="97150" y="181833"/>
                  </a:lnTo>
                  <a:lnTo>
                    <a:pt x="97843" y="182955"/>
                  </a:lnTo>
                  <a:lnTo>
                    <a:pt x="98043" y="183230"/>
                  </a:lnTo>
                  <a:lnTo>
                    <a:pt x="98285" y="184123"/>
                  </a:lnTo>
                  <a:lnTo>
                    <a:pt x="97604" y="185437"/>
                  </a:lnTo>
                  <a:lnTo>
                    <a:pt x="95670" y="187261"/>
                  </a:lnTo>
                  <a:lnTo>
                    <a:pt x="95501" y="187443"/>
                  </a:lnTo>
                  <a:lnTo>
                    <a:pt x="95081" y="187968"/>
                  </a:lnTo>
                  <a:lnTo>
                    <a:pt x="94811" y="188589"/>
                  </a:lnTo>
                  <a:lnTo>
                    <a:pt x="94579" y="188892"/>
                  </a:lnTo>
                  <a:lnTo>
                    <a:pt x="94454" y="189064"/>
                  </a:lnTo>
                  <a:lnTo>
                    <a:pt x="94279" y="189408"/>
                  </a:lnTo>
                  <a:lnTo>
                    <a:pt x="93900" y="190202"/>
                  </a:lnTo>
                  <a:lnTo>
                    <a:pt x="93810" y="190586"/>
                  </a:lnTo>
                  <a:lnTo>
                    <a:pt x="93725" y="190856"/>
                  </a:lnTo>
                  <a:lnTo>
                    <a:pt x="93161" y="192760"/>
                  </a:lnTo>
                  <a:lnTo>
                    <a:pt x="92998" y="193293"/>
                  </a:lnTo>
                  <a:lnTo>
                    <a:pt x="92389" y="196137"/>
                  </a:lnTo>
                  <a:lnTo>
                    <a:pt x="92103" y="197422"/>
                  </a:lnTo>
                  <a:lnTo>
                    <a:pt x="91974" y="198434"/>
                  </a:lnTo>
                  <a:lnTo>
                    <a:pt x="91471" y="200835"/>
                  </a:lnTo>
                  <a:lnTo>
                    <a:pt x="91226" y="201757"/>
                  </a:lnTo>
                  <a:lnTo>
                    <a:pt x="91291" y="202935"/>
                  </a:lnTo>
                  <a:lnTo>
                    <a:pt x="91342" y="203854"/>
                  </a:lnTo>
                  <a:lnTo>
                    <a:pt x="91378" y="204517"/>
                  </a:lnTo>
                  <a:lnTo>
                    <a:pt x="90896" y="206017"/>
                  </a:lnTo>
                  <a:lnTo>
                    <a:pt x="91065" y="207142"/>
                  </a:lnTo>
                  <a:lnTo>
                    <a:pt x="91117" y="207491"/>
                  </a:lnTo>
                  <a:lnTo>
                    <a:pt x="91462" y="208832"/>
                  </a:lnTo>
                  <a:lnTo>
                    <a:pt x="92442" y="210706"/>
                  </a:lnTo>
                  <a:lnTo>
                    <a:pt x="92633" y="211190"/>
                  </a:lnTo>
                  <a:lnTo>
                    <a:pt x="93109" y="212869"/>
                  </a:lnTo>
                  <a:lnTo>
                    <a:pt x="93867" y="215645"/>
                  </a:lnTo>
                  <a:lnTo>
                    <a:pt x="94146" y="215847"/>
                  </a:lnTo>
                  <a:lnTo>
                    <a:pt x="94278" y="216170"/>
                  </a:lnTo>
                  <a:lnTo>
                    <a:pt x="94344" y="216526"/>
                  </a:lnTo>
                  <a:lnTo>
                    <a:pt x="93654" y="217543"/>
                  </a:lnTo>
                  <a:lnTo>
                    <a:pt x="92098" y="218069"/>
                  </a:lnTo>
                  <a:lnTo>
                    <a:pt x="90045" y="218406"/>
                  </a:lnTo>
                  <a:lnTo>
                    <a:pt x="89228" y="218546"/>
                  </a:lnTo>
                  <a:lnTo>
                    <a:pt x="89020" y="218683"/>
                  </a:lnTo>
                  <a:lnTo>
                    <a:pt x="88567" y="219002"/>
                  </a:lnTo>
                  <a:lnTo>
                    <a:pt x="87853" y="219712"/>
                  </a:lnTo>
                  <a:lnTo>
                    <a:pt x="87791" y="220306"/>
                  </a:lnTo>
                  <a:lnTo>
                    <a:pt x="87769" y="220522"/>
                  </a:lnTo>
                  <a:lnTo>
                    <a:pt x="87558" y="220686"/>
                  </a:lnTo>
                  <a:lnTo>
                    <a:pt x="87447" y="220857"/>
                  </a:lnTo>
                  <a:lnTo>
                    <a:pt x="87080" y="221199"/>
                  </a:lnTo>
                  <a:lnTo>
                    <a:pt x="86748" y="221391"/>
                  </a:lnTo>
                  <a:lnTo>
                    <a:pt x="86311" y="222028"/>
                  </a:lnTo>
                  <a:lnTo>
                    <a:pt x="84447" y="221764"/>
                  </a:lnTo>
                  <a:lnTo>
                    <a:pt x="84195" y="221852"/>
                  </a:lnTo>
                  <a:lnTo>
                    <a:pt x="84000" y="221836"/>
                  </a:lnTo>
                  <a:lnTo>
                    <a:pt x="83429" y="222110"/>
                  </a:lnTo>
                  <a:lnTo>
                    <a:pt x="82976" y="222387"/>
                  </a:lnTo>
                  <a:lnTo>
                    <a:pt x="82438" y="222638"/>
                  </a:lnTo>
                  <a:lnTo>
                    <a:pt x="82014" y="222430"/>
                  </a:lnTo>
                  <a:lnTo>
                    <a:pt x="81352" y="221550"/>
                  </a:lnTo>
                  <a:lnTo>
                    <a:pt x="81274" y="221229"/>
                  </a:lnTo>
                  <a:lnTo>
                    <a:pt x="81242" y="221097"/>
                  </a:lnTo>
                  <a:lnTo>
                    <a:pt x="81223" y="220937"/>
                  </a:lnTo>
                  <a:lnTo>
                    <a:pt x="81257" y="220764"/>
                  </a:lnTo>
                  <a:lnTo>
                    <a:pt x="80798" y="220562"/>
                  </a:lnTo>
                  <a:lnTo>
                    <a:pt x="79182" y="220219"/>
                  </a:lnTo>
                  <a:lnTo>
                    <a:pt x="78806" y="220154"/>
                  </a:lnTo>
                  <a:lnTo>
                    <a:pt x="78388" y="220081"/>
                  </a:lnTo>
                  <a:lnTo>
                    <a:pt x="78169" y="220043"/>
                  </a:lnTo>
                  <a:lnTo>
                    <a:pt x="77912" y="219999"/>
                  </a:lnTo>
                  <a:lnTo>
                    <a:pt x="77726" y="219967"/>
                  </a:lnTo>
                  <a:lnTo>
                    <a:pt x="77466" y="219922"/>
                  </a:lnTo>
                  <a:lnTo>
                    <a:pt x="77162" y="219799"/>
                  </a:lnTo>
                  <a:lnTo>
                    <a:pt x="77126" y="219670"/>
                  </a:lnTo>
                  <a:lnTo>
                    <a:pt x="76970" y="218897"/>
                  </a:lnTo>
                  <a:lnTo>
                    <a:pt x="75998" y="217813"/>
                  </a:lnTo>
                  <a:lnTo>
                    <a:pt x="74473" y="218302"/>
                  </a:lnTo>
                  <a:lnTo>
                    <a:pt x="74003" y="218206"/>
                  </a:lnTo>
                  <a:lnTo>
                    <a:pt x="73710" y="218186"/>
                  </a:lnTo>
                  <a:lnTo>
                    <a:pt x="72940" y="217893"/>
                  </a:lnTo>
                  <a:lnTo>
                    <a:pt x="72138" y="217343"/>
                  </a:lnTo>
                  <a:lnTo>
                    <a:pt x="71894" y="217312"/>
                  </a:lnTo>
                  <a:lnTo>
                    <a:pt x="70712" y="217761"/>
                  </a:lnTo>
                  <a:lnTo>
                    <a:pt x="70277" y="216825"/>
                  </a:lnTo>
                  <a:lnTo>
                    <a:pt x="69949" y="216288"/>
                  </a:lnTo>
                  <a:lnTo>
                    <a:pt x="69906" y="216160"/>
                  </a:lnTo>
                  <a:lnTo>
                    <a:pt x="69468" y="215854"/>
                  </a:lnTo>
                  <a:lnTo>
                    <a:pt x="67124" y="213213"/>
                  </a:lnTo>
                  <a:lnTo>
                    <a:pt x="66982" y="211891"/>
                  </a:lnTo>
                  <a:lnTo>
                    <a:pt x="66877" y="210906"/>
                  </a:lnTo>
                  <a:lnTo>
                    <a:pt x="66758" y="209792"/>
                  </a:lnTo>
                  <a:lnTo>
                    <a:pt x="66677" y="209040"/>
                  </a:lnTo>
                  <a:lnTo>
                    <a:pt x="66658" y="208861"/>
                  </a:lnTo>
                  <a:lnTo>
                    <a:pt x="66017" y="202876"/>
                  </a:lnTo>
                  <a:lnTo>
                    <a:pt x="65963" y="202370"/>
                  </a:lnTo>
                  <a:lnTo>
                    <a:pt x="65285" y="202366"/>
                  </a:lnTo>
                  <a:lnTo>
                    <a:pt x="64120" y="202360"/>
                  </a:lnTo>
                  <a:lnTo>
                    <a:pt x="63391" y="202356"/>
                  </a:lnTo>
                  <a:lnTo>
                    <a:pt x="59959" y="202336"/>
                  </a:lnTo>
                  <a:lnTo>
                    <a:pt x="56106" y="199890"/>
                  </a:lnTo>
                  <a:lnTo>
                    <a:pt x="55723" y="199648"/>
                  </a:lnTo>
                  <a:lnTo>
                    <a:pt x="55348" y="196963"/>
                  </a:lnTo>
                  <a:lnTo>
                    <a:pt x="55328" y="196813"/>
                  </a:lnTo>
                  <a:lnTo>
                    <a:pt x="55308" y="196677"/>
                  </a:lnTo>
                  <a:lnTo>
                    <a:pt x="55024" y="194638"/>
                  </a:lnTo>
                  <a:lnTo>
                    <a:pt x="54956" y="194152"/>
                  </a:lnTo>
                  <a:lnTo>
                    <a:pt x="54722" y="192478"/>
                  </a:lnTo>
                  <a:lnTo>
                    <a:pt x="54513" y="192357"/>
                  </a:lnTo>
                  <a:lnTo>
                    <a:pt x="54002" y="192062"/>
                  </a:lnTo>
                  <a:lnTo>
                    <a:pt x="53944" y="191850"/>
                  </a:lnTo>
                  <a:lnTo>
                    <a:pt x="51818" y="188411"/>
                  </a:lnTo>
                  <a:lnTo>
                    <a:pt x="52126" y="187731"/>
                  </a:lnTo>
                  <a:lnTo>
                    <a:pt x="51879" y="187266"/>
                  </a:lnTo>
                  <a:lnTo>
                    <a:pt x="52138" y="186756"/>
                  </a:lnTo>
                  <a:lnTo>
                    <a:pt x="52408" y="186392"/>
                  </a:lnTo>
                  <a:lnTo>
                    <a:pt x="52758" y="186146"/>
                  </a:lnTo>
                  <a:lnTo>
                    <a:pt x="53241" y="185372"/>
                  </a:lnTo>
                  <a:lnTo>
                    <a:pt x="53313" y="185132"/>
                  </a:lnTo>
                  <a:lnTo>
                    <a:pt x="53373" y="184670"/>
                  </a:lnTo>
                  <a:lnTo>
                    <a:pt x="53226" y="184435"/>
                  </a:lnTo>
                  <a:lnTo>
                    <a:pt x="53587" y="182356"/>
                  </a:lnTo>
                  <a:lnTo>
                    <a:pt x="53680" y="181952"/>
                  </a:lnTo>
                  <a:lnTo>
                    <a:pt x="53701" y="181784"/>
                  </a:lnTo>
                  <a:lnTo>
                    <a:pt x="53688" y="181241"/>
                  </a:lnTo>
                  <a:lnTo>
                    <a:pt x="53596" y="180840"/>
                  </a:lnTo>
                  <a:lnTo>
                    <a:pt x="53432" y="180202"/>
                  </a:lnTo>
                  <a:lnTo>
                    <a:pt x="53525" y="179858"/>
                  </a:lnTo>
                  <a:lnTo>
                    <a:pt x="53187" y="179213"/>
                  </a:lnTo>
                  <a:lnTo>
                    <a:pt x="53193" y="179061"/>
                  </a:lnTo>
                  <a:lnTo>
                    <a:pt x="53111" y="178402"/>
                  </a:lnTo>
                  <a:lnTo>
                    <a:pt x="52524" y="177297"/>
                  </a:lnTo>
                  <a:lnTo>
                    <a:pt x="52313" y="176498"/>
                  </a:lnTo>
                  <a:lnTo>
                    <a:pt x="52119" y="176343"/>
                  </a:lnTo>
                  <a:lnTo>
                    <a:pt x="51917" y="176113"/>
                  </a:lnTo>
                  <a:lnTo>
                    <a:pt x="51774" y="175435"/>
                  </a:lnTo>
                  <a:lnTo>
                    <a:pt x="51606" y="174788"/>
                  </a:lnTo>
                  <a:lnTo>
                    <a:pt x="51137" y="173792"/>
                  </a:lnTo>
                  <a:lnTo>
                    <a:pt x="50809" y="173301"/>
                  </a:lnTo>
                  <a:lnTo>
                    <a:pt x="50683" y="173112"/>
                  </a:lnTo>
                  <a:lnTo>
                    <a:pt x="44633" y="168267"/>
                  </a:lnTo>
                  <a:lnTo>
                    <a:pt x="43732" y="167576"/>
                  </a:lnTo>
                  <a:lnTo>
                    <a:pt x="43614" y="167339"/>
                  </a:lnTo>
                  <a:lnTo>
                    <a:pt x="43323" y="166902"/>
                  </a:lnTo>
                  <a:lnTo>
                    <a:pt x="42880" y="167325"/>
                  </a:lnTo>
                  <a:lnTo>
                    <a:pt x="42762" y="167464"/>
                  </a:lnTo>
                  <a:lnTo>
                    <a:pt x="42221" y="167645"/>
                  </a:lnTo>
                  <a:lnTo>
                    <a:pt x="41798" y="167143"/>
                  </a:lnTo>
                  <a:lnTo>
                    <a:pt x="41772" y="166996"/>
                  </a:lnTo>
                  <a:lnTo>
                    <a:pt x="41668" y="166417"/>
                  </a:lnTo>
                  <a:lnTo>
                    <a:pt x="41440" y="166279"/>
                  </a:lnTo>
                  <a:lnTo>
                    <a:pt x="41092" y="166067"/>
                  </a:lnTo>
                  <a:lnTo>
                    <a:pt x="40721" y="165830"/>
                  </a:lnTo>
                  <a:lnTo>
                    <a:pt x="39679" y="165685"/>
                  </a:lnTo>
                  <a:lnTo>
                    <a:pt x="39049" y="165654"/>
                  </a:lnTo>
                  <a:lnTo>
                    <a:pt x="38727" y="165673"/>
                  </a:lnTo>
                  <a:lnTo>
                    <a:pt x="38424" y="165733"/>
                  </a:lnTo>
                  <a:lnTo>
                    <a:pt x="37935" y="165685"/>
                  </a:lnTo>
                  <a:lnTo>
                    <a:pt x="36698" y="163828"/>
                  </a:lnTo>
                  <a:lnTo>
                    <a:pt x="35625" y="162432"/>
                  </a:lnTo>
                  <a:lnTo>
                    <a:pt x="34250" y="160393"/>
                  </a:lnTo>
                  <a:lnTo>
                    <a:pt x="34162" y="160151"/>
                  </a:lnTo>
                  <a:lnTo>
                    <a:pt x="34122" y="160022"/>
                  </a:lnTo>
                  <a:lnTo>
                    <a:pt x="34082" y="159891"/>
                  </a:lnTo>
                  <a:lnTo>
                    <a:pt x="34039" y="159758"/>
                  </a:lnTo>
                  <a:lnTo>
                    <a:pt x="34000" y="159628"/>
                  </a:lnTo>
                  <a:lnTo>
                    <a:pt x="33960" y="159499"/>
                  </a:lnTo>
                  <a:lnTo>
                    <a:pt x="33920" y="159369"/>
                  </a:lnTo>
                  <a:lnTo>
                    <a:pt x="33839" y="159110"/>
                  </a:lnTo>
                  <a:lnTo>
                    <a:pt x="33801" y="158979"/>
                  </a:lnTo>
                  <a:lnTo>
                    <a:pt x="33758" y="158850"/>
                  </a:lnTo>
                  <a:lnTo>
                    <a:pt x="33718" y="158720"/>
                  </a:lnTo>
                  <a:lnTo>
                    <a:pt x="33678" y="158586"/>
                  </a:lnTo>
                  <a:lnTo>
                    <a:pt x="33638" y="158458"/>
                  </a:lnTo>
                  <a:lnTo>
                    <a:pt x="33599" y="158324"/>
                  </a:lnTo>
                  <a:lnTo>
                    <a:pt x="33555" y="158195"/>
                  </a:lnTo>
                  <a:lnTo>
                    <a:pt x="33515" y="158064"/>
                  </a:lnTo>
                  <a:lnTo>
                    <a:pt x="33470" y="157916"/>
                  </a:lnTo>
                  <a:lnTo>
                    <a:pt x="33427" y="157766"/>
                  </a:lnTo>
                  <a:lnTo>
                    <a:pt x="33387" y="157636"/>
                  </a:lnTo>
                  <a:lnTo>
                    <a:pt x="33344" y="157505"/>
                  </a:lnTo>
                  <a:lnTo>
                    <a:pt x="33265" y="157249"/>
                  </a:lnTo>
                  <a:lnTo>
                    <a:pt x="33206" y="157056"/>
                  </a:lnTo>
                  <a:lnTo>
                    <a:pt x="32940" y="156118"/>
                  </a:lnTo>
                  <a:lnTo>
                    <a:pt x="31676" y="156802"/>
                  </a:lnTo>
                  <a:lnTo>
                    <a:pt x="29662" y="155881"/>
                  </a:lnTo>
                  <a:lnTo>
                    <a:pt x="28157" y="156388"/>
                  </a:lnTo>
                  <a:lnTo>
                    <a:pt x="28022" y="156374"/>
                  </a:lnTo>
                  <a:lnTo>
                    <a:pt x="27888" y="156359"/>
                  </a:lnTo>
                  <a:lnTo>
                    <a:pt x="27756" y="156345"/>
                  </a:lnTo>
                  <a:lnTo>
                    <a:pt x="27623" y="156331"/>
                  </a:lnTo>
                  <a:lnTo>
                    <a:pt x="27363" y="156303"/>
                  </a:lnTo>
                  <a:lnTo>
                    <a:pt x="26896" y="156409"/>
                  </a:lnTo>
                  <a:lnTo>
                    <a:pt x="26808" y="156818"/>
                  </a:lnTo>
                  <a:lnTo>
                    <a:pt x="26637" y="157594"/>
                  </a:lnTo>
                  <a:lnTo>
                    <a:pt x="26624" y="157728"/>
                  </a:lnTo>
                  <a:lnTo>
                    <a:pt x="26620" y="158126"/>
                  </a:lnTo>
                  <a:lnTo>
                    <a:pt x="26629" y="158490"/>
                  </a:lnTo>
                  <a:lnTo>
                    <a:pt x="26531" y="160437"/>
                  </a:lnTo>
                  <a:lnTo>
                    <a:pt x="26439" y="160687"/>
                  </a:lnTo>
                  <a:lnTo>
                    <a:pt x="26490" y="160992"/>
                  </a:lnTo>
                  <a:lnTo>
                    <a:pt x="26324" y="161073"/>
                  </a:lnTo>
                  <a:lnTo>
                    <a:pt x="24159" y="168266"/>
                  </a:lnTo>
                  <a:lnTo>
                    <a:pt x="22734" y="169638"/>
                  </a:lnTo>
                  <a:lnTo>
                    <a:pt x="16484" y="172327"/>
                  </a:lnTo>
                  <a:lnTo>
                    <a:pt x="16234" y="172417"/>
                  </a:lnTo>
                  <a:lnTo>
                    <a:pt x="15072" y="173040"/>
                  </a:lnTo>
                  <a:lnTo>
                    <a:pt x="14944" y="173084"/>
                  </a:lnTo>
                  <a:lnTo>
                    <a:pt x="14728" y="173104"/>
                  </a:lnTo>
                  <a:lnTo>
                    <a:pt x="14539" y="173804"/>
                  </a:lnTo>
                  <a:lnTo>
                    <a:pt x="13881" y="174585"/>
                  </a:lnTo>
                  <a:lnTo>
                    <a:pt x="13389" y="175263"/>
                  </a:lnTo>
                  <a:lnTo>
                    <a:pt x="13318" y="176015"/>
                  </a:lnTo>
                  <a:lnTo>
                    <a:pt x="13260" y="176280"/>
                  </a:lnTo>
                  <a:lnTo>
                    <a:pt x="13186" y="177708"/>
                  </a:lnTo>
                  <a:lnTo>
                    <a:pt x="14118" y="181152"/>
                  </a:lnTo>
                  <a:lnTo>
                    <a:pt x="14220" y="181322"/>
                  </a:lnTo>
                  <a:lnTo>
                    <a:pt x="15945" y="184150"/>
                  </a:lnTo>
                  <a:lnTo>
                    <a:pt x="16021" y="184414"/>
                  </a:lnTo>
                  <a:lnTo>
                    <a:pt x="16050" y="184548"/>
                  </a:lnTo>
                  <a:lnTo>
                    <a:pt x="16105" y="185039"/>
                  </a:lnTo>
                  <a:lnTo>
                    <a:pt x="16342" y="186435"/>
                  </a:lnTo>
                  <a:lnTo>
                    <a:pt x="16337" y="186573"/>
                  </a:lnTo>
                  <a:lnTo>
                    <a:pt x="16328" y="187516"/>
                  </a:lnTo>
                  <a:lnTo>
                    <a:pt x="16323" y="187680"/>
                  </a:lnTo>
                  <a:lnTo>
                    <a:pt x="14101" y="192136"/>
                  </a:lnTo>
                  <a:lnTo>
                    <a:pt x="8641" y="199417"/>
                  </a:lnTo>
                  <a:lnTo>
                    <a:pt x="8682" y="199804"/>
                  </a:lnTo>
                  <a:lnTo>
                    <a:pt x="8647" y="200066"/>
                  </a:lnTo>
                  <a:lnTo>
                    <a:pt x="11070" y="209442"/>
                  </a:lnTo>
                  <a:lnTo>
                    <a:pt x="10992" y="209832"/>
                  </a:lnTo>
                  <a:lnTo>
                    <a:pt x="10828" y="215356"/>
                  </a:lnTo>
                  <a:lnTo>
                    <a:pt x="10849" y="215523"/>
                  </a:lnTo>
                  <a:lnTo>
                    <a:pt x="10818" y="215744"/>
                  </a:lnTo>
                  <a:lnTo>
                    <a:pt x="10793" y="215872"/>
                  </a:lnTo>
                  <a:lnTo>
                    <a:pt x="10773" y="216161"/>
                  </a:lnTo>
                  <a:lnTo>
                    <a:pt x="10839" y="216360"/>
                  </a:lnTo>
                  <a:lnTo>
                    <a:pt x="10912" y="216560"/>
                  </a:lnTo>
                  <a:lnTo>
                    <a:pt x="10983" y="216760"/>
                  </a:lnTo>
                  <a:lnTo>
                    <a:pt x="11108" y="217110"/>
                  </a:lnTo>
                  <a:lnTo>
                    <a:pt x="11177" y="217349"/>
                  </a:lnTo>
                  <a:lnTo>
                    <a:pt x="11092" y="217688"/>
                  </a:lnTo>
                  <a:lnTo>
                    <a:pt x="9305" y="221509"/>
                  </a:lnTo>
                  <a:lnTo>
                    <a:pt x="9256" y="221651"/>
                  </a:lnTo>
                  <a:lnTo>
                    <a:pt x="9031" y="222139"/>
                  </a:lnTo>
                  <a:lnTo>
                    <a:pt x="8633" y="221991"/>
                  </a:lnTo>
                  <a:lnTo>
                    <a:pt x="8392" y="221788"/>
                  </a:lnTo>
                  <a:lnTo>
                    <a:pt x="7516" y="221192"/>
                  </a:lnTo>
                  <a:lnTo>
                    <a:pt x="7017" y="221521"/>
                  </a:lnTo>
                  <a:lnTo>
                    <a:pt x="6804" y="221775"/>
                  </a:lnTo>
                  <a:lnTo>
                    <a:pt x="6196" y="222060"/>
                  </a:lnTo>
                  <a:lnTo>
                    <a:pt x="6531" y="226406"/>
                  </a:lnTo>
                  <a:lnTo>
                    <a:pt x="5785" y="227310"/>
                  </a:lnTo>
                  <a:lnTo>
                    <a:pt x="4569" y="228726"/>
                  </a:lnTo>
                  <a:lnTo>
                    <a:pt x="4060" y="229019"/>
                  </a:lnTo>
                  <a:lnTo>
                    <a:pt x="4112" y="229483"/>
                  </a:lnTo>
                  <a:lnTo>
                    <a:pt x="3863" y="230431"/>
                  </a:lnTo>
                  <a:lnTo>
                    <a:pt x="4822" y="230685"/>
                  </a:lnTo>
                  <a:lnTo>
                    <a:pt x="4836" y="230815"/>
                  </a:lnTo>
                  <a:lnTo>
                    <a:pt x="4848" y="231376"/>
                  </a:lnTo>
                  <a:lnTo>
                    <a:pt x="4733" y="231914"/>
                  </a:lnTo>
                  <a:lnTo>
                    <a:pt x="4683" y="232269"/>
                  </a:lnTo>
                  <a:lnTo>
                    <a:pt x="4740" y="233235"/>
                  </a:lnTo>
                  <a:lnTo>
                    <a:pt x="4816" y="233530"/>
                  </a:lnTo>
                  <a:lnTo>
                    <a:pt x="4895" y="233758"/>
                  </a:lnTo>
                  <a:lnTo>
                    <a:pt x="3258" y="242237"/>
                  </a:lnTo>
                  <a:lnTo>
                    <a:pt x="0" y="243681"/>
                  </a:lnTo>
                  <a:lnTo>
                    <a:pt x="341" y="244593"/>
                  </a:lnTo>
                  <a:lnTo>
                    <a:pt x="531" y="244891"/>
                  </a:lnTo>
                  <a:lnTo>
                    <a:pt x="1419" y="245956"/>
                  </a:lnTo>
                  <a:lnTo>
                    <a:pt x="2425" y="246855"/>
                  </a:lnTo>
                  <a:lnTo>
                    <a:pt x="2933" y="247227"/>
                  </a:lnTo>
                  <a:lnTo>
                    <a:pt x="3241" y="247451"/>
                  </a:lnTo>
                  <a:lnTo>
                    <a:pt x="3948" y="247834"/>
                  </a:lnTo>
                  <a:lnTo>
                    <a:pt x="4482" y="248024"/>
                  </a:lnTo>
                  <a:lnTo>
                    <a:pt x="7812" y="248963"/>
                  </a:lnTo>
                  <a:lnTo>
                    <a:pt x="10125" y="249616"/>
                  </a:lnTo>
                  <a:lnTo>
                    <a:pt x="11163" y="251166"/>
                  </a:lnTo>
                  <a:lnTo>
                    <a:pt x="12348" y="252936"/>
                  </a:lnTo>
                  <a:lnTo>
                    <a:pt x="13801" y="255108"/>
                  </a:lnTo>
                  <a:lnTo>
                    <a:pt x="15289" y="257373"/>
                  </a:lnTo>
                  <a:lnTo>
                    <a:pt x="16232" y="258760"/>
                  </a:lnTo>
                  <a:lnTo>
                    <a:pt x="15775" y="264853"/>
                  </a:lnTo>
                  <a:lnTo>
                    <a:pt x="15872" y="265196"/>
                  </a:lnTo>
                  <a:lnTo>
                    <a:pt x="16799" y="268472"/>
                  </a:lnTo>
                  <a:lnTo>
                    <a:pt x="17437" y="270725"/>
                  </a:lnTo>
                  <a:lnTo>
                    <a:pt x="15500" y="272666"/>
                  </a:lnTo>
                  <a:lnTo>
                    <a:pt x="15434" y="273151"/>
                  </a:lnTo>
                  <a:lnTo>
                    <a:pt x="15162" y="275144"/>
                  </a:lnTo>
                  <a:lnTo>
                    <a:pt x="15711" y="276028"/>
                  </a:lnTo>
                  <a:lnTo>
                    <a:pt x="16780" y="277748"/>
                  </a:lnTo>
                  <a:lnTo>
                    <a:pt x="16764" y="278385"/>
                  </a:lnTo>
                  <a:lnTo>
                    <a:pt x="15590" y="280520"/>
                  </a:lnTo>
                  <a:lnTo>
                    <a:pt x="14799" y="281957"/>
                  </a:lnTo>
                  <a:lnTo>
                    <a:pt x="14941" y="283319"/>
                  </a:lnTo>
                  <a:lnTo>
                    <a:pt x="14984" y="283735"/>
                  </a:lnTo>
                  <a:lnTo>
                    <a:pt x="15335" y="287093"/>
                  </a:lnTo>
                  <a:lnTo>
                    <a:pt x="14503" y="289479"/>
                  </a:lnTo>
                  <a:lnTo>
                    <a:pt x="14422" y="289712"/>
                  </a:lnTo>
                  <a:lnTo>
                    <a:pt x="13768" y="291588"/>
                  </a:lnTo>
                  <a:lnTo>
                    <a:pt x="13670" y="291871"/>
                  </a:lnTo>
                  <a:lnTo>
                    <a:pt x="13562" y="292179"/>
                  </a:lnTo>
                  <a:lnTo>
                    <a:pt x="13105" y="293490"/>
                  </a:lnTo>
                  <a:lnTo>
                    <a:pt x="12897" y="294087"/>
                  </a:lnTo>
                  <a:lnTo>
                    <a:pt x="11780" y="297293"/>
                  </a:lnTo>
                  <a:lnTo>
                    <a:pt x="10849" y="301704"/>
                  </a:lnTo>
                  <a:lnTo>
                    <a:pt x="15022" y="306991"/>
                  </a:lnTo>
                  <a:lnTo>
                    <a:pt x="19106" y="312167"/>
                  </a:lnTo>
                  <a:lnTo>
                    <a:pt x="22720" y="314322"/>
                  </a:lnTo>
                  <a:lnTo>
                    <a:pt x="23883" y="315015"/>
                  </a:lnTo>
                  <a:lnTo>
                    <a:pt x="26922" y="316828"/>
                  </a:lnTo>
                  <a:lnTo>
                    <a:pt x="31236" y="319401"/>
                  </a:lnTo>
                  <a:lnTo>
                    <a:pt x="33863" y="314774"/>
                  </a:lnTo>
                  <a:lnTo>
                    <a:pt x="38043" y="307413"/>
                  </a:lnTo>
                  <a:lnTo>
                    <a:pt x="40900" y="302381"/>
                  </a:lnTo>
                  <a:lnTo>
                    <a:pt x="42400" y="299739"/>
                  </a:lnTo>
                  <a:lnTo>
                    <a:pt x="43249" y="298245"/>
                  </a:lnTo>
                  <a:lnTo>
                    <a:pt x="46213" y="300282"/>
                  </a:lnTo>
                  <a:lnTo>
                    <a:pt x="49086" y="303559"/>
                  </a:lnTo>
                  <a:lnTo>
                    <a:pt x="49680" y="306458"/>
                  </a:lnTo>
                  <a:lnTo>
                    <a:pt x="49962" y="307834"/>
                  </a:lnTo>
                  <a:lnTo>
                    <a:pt x="50814" y="310148"/>
                  </a:lnTo>
                  <a:lnTo>
                    <a:pt x="51471" y="311930"/>
                  </a:lnTo>
                  <a:lnTo>
                    <a:pt x="51882" y="311856"/>
                  </a:lnTo>
                  <a:lnTo>
                    <a:pt x="53166" y="311500"/>
                  </a:lnTo>
                  <a:lnTo>
                    <a:pt x="53337" y="311475"/>
                  </a:lnTo>
                  <a:lnTo>
                    <a:pt x="53658" y="311178"/>
                  </a:lnTo>
                  <a:lnTo>
                    <a:pt x="53751" y="310959"/>
                  </a:lnTo>
                  <a:lnTo>
                    <a:pt x="53942" y="310649"/>
                  </a:lnTo>
                  <a:lnTo>
                    <a:pt x="55094" y="311334"/>
                  </a:lnTo>
                  <a:lnTo>
                    <a:pt x="55896" y="311933"/>
                  </a:lnTo>
                  <a:lnTo>
                    <a:pt x="55814" y="312315"/>
                  </a:lnTo>
                  <a:lnTo>
                    <a:pt x="56011" y="314086"/>
                  </a:lnTo>
                  <a:lnTo>
                    <a:pt x="56129" y="314370"/>
                  </a:lnTo>
                  <a:lnTo>
                    <a:pt x="56194" y="314882"/>
                  </a:lnTo>
                  <a:lnTo>
                    <a:pt x="56208" y="315057"/>
                  </a:lnTo>
                  <a:lnTo>
                    <a:pt x="56293" y="315245"/>
                  </a:lnTo>
                  <a:lnTo>
                    <a:pt x="56875" y="315692"/>
                  </a:lnTo>
                  <a:lnTo>
                    <a:pt x="56820" y="316009"/>
                  </a:lnTo>
                  <a:lnTo>
                    <a:pt x="56900" y="316164"/>
                  </a:lnTo>
                  <a:lnTo>
                    <a:pt x="57340" y="316501"/>
                  </a:lnTo>
                  <a:lnTo>
                    <a:pt x="57647" y="316803"/>
                  </a:lnTo>
                  <a:lnTo>
                    <a:pt x="57844" y="317015"/>
                  </a:lnTo>
                  <a:lnTo>
                    <a:pt x="58246" y="316865"/>
                  </a:lnTo>
                  <a:lnTo>
                    <a:pt x="58737" y="316476"/>
                  </a:lnTo>
                  <a:lnTo>
                    <a:pt x="58873" y="316378"/>
                  </a:lnTo>
                  <a:lnTo>
                    <a:pt x="58986" y="316209"/>
                  </a:lnTo>
                  <a:lnTo>
                    <a:pt x="59429" y="315913"/>
                  </a:lnTo>
                  <a:lnTo>
                    <a:pt x="59697" y="315514"/>
                  </a:lnTo>
                  <a:lnTo>
                    <a:pt x="59905" y="315328"/>
                  </a:lnTo>
                  <a:lnTo>
                    <a:pt x="60229" y="315126"/>
                  </a:lnTo>
                  <a:lnTo>
                    <a:pt x="60345" y="314946"/>
                  </a:lnTo>
                  <a:lnTo>
                    <a:pt x="60579" y="314365"/>
                  </a:lnTo>
                  <a:lnTo>
                    <a:pt x="60859" y="314230"/>
                  </a:lnTo>
                  <a:lnTo>
                    <a:pt x="61051" y="314073"/>
                  </a:lnTo>
                  <a:lnTo>
                    <a:pt x="61195" y="314005"/>
                  </a:lnTo>
                  <a:lnTo>
                    <a:pt x="61410" y="313946"/>
                  </a:lnTo>
                  <a:lnTo>
                    <a:pt x="61708" y="313944"/>
                  </a:lnTo>
                  <a:lnTo>
                    <a:pt x="61978" y="313989"/>
                  </a:lnTo>
                  <a:lnTo>
                    <a:pt x="61972" y="313624"/>
                  </a:lnTo>
                  <a:lnTo>
                    <a:pt x="65953" y="310699"/>
                  </a:lnTo>
                  <a:lnTo>
                    <a:pt x="65928" y="310561"/>
                  </a:lnTo>
                  <a:lnTo>
                    <a:pt x="65888" y="310427"/>
                  </a:lnTo>
                  <a:lnTo>
                    <a:pt x="65735" y="310052"/>
                  </a:lnTo>
                  <a:lnTo>
                    <a:pt x="65402" y="309281"/>
                  </a:lnTo>
                  <a:lnTo>
                    <a:pt x="65339" y="308945"/>
                  </a:lnTo>
                  <a:lnTo>
                    <a:pt x="65326" y="308783"/>
                  </a:lnTo>
                  <a:lnTo>
                    <a:pt x="65303" y="308528"/>
                  </a:lnTo>
                  <a:lnTo>
                    <a:pt x="65657" y="305722"/>
                  </a:lnTo>
                  <a:lnTo>
                    <a:pt x="67134" y="295980"/>
                  </a:lnTo>
                  <a:lnTo>
                    <a:pt x="66992" y="295908"/>
                  </a:lnTo>
                  <a:lnTo>
                    <a:pt x="66200" y="295668"/>
                  </a:lnTo>
                  <a:lnTo>
                    <a:pt x="65997" y="295570"/>
                  </a:lnTo>
                  <a:lnTo>
                    <a:pt x="65978" y="295271"/>
                  </a:lnTo>
                  <a:lnTo>
                    <a:pt x="68174" y="293447"/>
                  </a:lnTo>
                  <a:lnTo>
                    <a:pt x="68182" y="293282"/>
                  </a:lnTo>
                  <a:lnTo>
                    <a:pt x="68351" y="293114"/>
                  </a:lnTo>
                  <a:lnTo>
                    <a:pt x="68394" y="293277"/>
                  </a:lnTo>
                  <a:lnTo>
                    <a:pt x="68639" y="293204"/>
                  </a:lnTo>
                  <a:lnTo>
                    <a:pt x="68552" y="292976"/>
                  </a:lnTo>
                  <a:lnTo>
                    <a:pt x="76837" y="290114"/>
                  </a:lnTo>
                  <a:lnTo>
                    <a:pt x="76790" y="289982"/>
                  </a:lnTo>
                  <a:lnTo>
                    <a:pt x="76799" y="287843"/>
                  </a:lnTo>
                  <a:lnTo>
                    <a:pt x="77202" y="287225"/>
                  </a:lnTo>
                  <a:lnTo>
                    <a:pt x="77311" y="286943"/>
                  </a:lnTo>
                  <a:lnTo>
                    <a:pt x="77192" y="286369"/>
                  </a:lnTo>
                  <a:lnTo>
                    <a:pt x="77056" y="286176"/>
                  </a:lnTo>
                  <a:lnTo>
                    <a:pt x="79191" y="284580"/>
                  </a:lnTo>
                  <a:lnTo>
                    <a:pt x="83790" y="278958"/>
                  </a:lnTo>
                  <a:lnTo>
                    <a:pt x="82606" y="276869"/>
                  </a:lnTo>
                  <a:lnTo>
                    <a:pt x="83117" y="276758"/>
                  </a:lnTo>
                  <a:lnTo>
                    <a:pt x="83522" y="276822"/>
                  </a:lnTo>
                  <a:lnTo>
                    <a:pt x="83627" y="276687"/>
                  </a:lnTo>
                  <a:lnTo>
                    <a:pt x="83868" y="276174"/>
                  </a:lnTo>
                  <a:lnTo>
                    <a:pt x="84265" y="275833"/>
                  </a:lnTo>
                  <a:lnTo>
                    <a:pt x="84961" y="276175"/>
                  </a:lnTo>
                  <a:lnTo>
                    <a:pt x="85605" y="276419"/>
                  </a:lnTo>
                  <a:lnTo>
                    <a:pt x="86125" y="276525"/>
                  </a:lnTo>
                  <a:lnTo>
                    <a:pt x="86283" y="276582"/>
                  </a:lnTo>
                  <a:lnTo>
                    <a:pt x="87140" y="274902"/>
                  </a:lnTo>
                  <a:lnTo>
                    <a:pt x="87150" y="274773"/>
                  </a:lnTo>
                  <a:lnTo>
                    <a:pt x="88003" y="273736"/>
                  </a:lnTo>
                  <a:lnTo>
                    <a:pt x="88093" y="274116"/>
                  </a:lnTo>
                  <a:lnTo>
                    <a:pt x="88765" y="274649"/>
                  </a:lnTo>
                  <a:lnTo>
                    <a:pt x="89390" y="274438"/>
                  </a:lnTo>
                  <a:lnTo>
                    <a:pt x="90724" y="271530"/>
                  </a:lnTo>
                  <a:lnTo>
                    <a:pt x="90853" y="271528"/>
                  </a:lnTo>
                  <a:lnTo>
                    <a:pt x="91864" y="270159"/>
                  </a:lnTo>
                  <a:lnTo>
                    <a:pt x="92479" y="270100"/>
                  </a:lnTo>
                  <a:lnTo>
                    <a:pt x="92883" y="270123"/>
                  </a:lnTo>
                  <a:lnTo>
                    <a:pt x="93088" y="270273"/>
                  </a:lnTo>
                  <a:lnTo>
                    <a:pt x="93078" y="270407"/>
                  </a:lnTo>
                  <a:lnTo>
                    <a:pt x="93040" y="270726"/>
                  </a:lnTo>
                  <a:lnTo>
                    <a:pt x="93016" y="271043"/>
                  </a:lnTo>
                  <a:lnTo>
                    <a:pt x="93167" y="271299"/>
                  </a:lnTo>
                  <a:lnTo>
                    <a:pt x="93672" y="271475"/>
                  </a:lnTo>
                  <a:lnTo>
                    <a:pt x="94577" y="272512"/>
                  </a:lnTo>
                  <a:lnTo>
                    <a:pt x="94625" y="271945"/>
                  </a:lnTo>
                  <a:lnTo>
                    <a:pt x="94774" y="271776"/>
                  </a:lnTo>
                  <a:lnTo>
                    <a:pt x="94859" y="271625"/>
                  </a:lnTo>
                  <a:lnTo>
                    <a:pt x="94958" y="271267"/>
                  </a:lnTo>
                  <a:lnTo>
                    <a:pt x="94831" y="270750"/>
                  </a:lnTo>
                  <a:lnTo>
                    <a:pt x="94891" y="270566"/>
                  </a:lnTo>
                  <a:lnTo>
                    <a:pt x="94922" y="270384"/>
                  </a:lnTo>
                  <a:lnTo>
                    <a:pt x="95308" y="270473"/>
                  </a:lnTo>
                  <a:lnTo>
                    <a:pt x="95393" y="270604"/>
                  </a:lnTo>
                  <a:lnTo>
                    <a:pt x="95527" y="270757"/>
                  </a:lnTo>
                  <a:lnTo>
                    <a:pt x="95826" y="270802"/>
                  </a:lnTo>
                  <a:lnTo>
                    <a:pt x="95950" y="270490"/>
                  </a:lnTo>
                  <a:lnTo>
                    <a:pt x="95725" y="269980"/>
                  </a:lnTo>
                  <a:lnTo>
                    <a:pt x="98182" y="266660"/>
                  </a:lnTo>
                  <a:lnTo>
                    <a:pt x="94724" y="258729"/>
                  </a:lnTo>
                  <a:lnTo>
                    <a:pt x="94869" y="258377"/>
                  </a:lnTo>
                  <a:lnTo>
                    <a:pt x="95018" y="258067"/>
                  </a:lnTo>
                  <a:lnTo>
                    <a:pt x="96605" y="255396"/>
                  </a:lnTo>
                  <a:lnTo>
                    <a:pt x="96654" y="255189"/>
                  </a:lnTo>
                  <a:lnTo>
                    <a:pt x="96701" y="254962"/>
                  </a:lnTo>
                  <a:lnTo>
                    <a:pt x="96759" y="254700"/>
                  </a:lnTo>
                  <a:lnTo>
                    <a:pt x="96939" y="253511"/>
                  </a:lnTo>
                  <a:lnTo>
                    <a:pt x="101254" y="254247"/>
                  </a:lnTo>
                  <a:lnTo>
                    <a:pt x="106669" y="257633"/>
                  </a:lnTo>
                  <a:lnTo>
                    <a:pt x="107211" y="257561"/>
                  </a:lnTo>
                  <a:lnTo>
                    <a:pt x="108126" y="256908"/>
                  </a:lnTo>
                  <a:lnTo>
                    <a:pt x="108656" y="255683"/>
                  </a:lnTo>
                  <a:lnTo>
                    <a:pt x="109655" y="255959"/>
                  </a:lnTo>
                  <a:lnTo>
                    <a:pt x="110114" y="255870"/>
                  </a:lnTo>
                  <a:lnTo>
                    <a:pt x="110682" y="255800"/>
                  </a:lnTo>
                  <a:lnTo>
                    <a:pt x="110878" y="255719"/>
                  </a:lnTo>
                  <a:lnTo>
                    <a:pt x="111660" y="255571"/>
                  </a:lnTo>
                  <a:lnTo>
                    <a:pt x="111890" y="255566"/>
                  </a:lnTo>
                  <a:lnTo>
                    <a:pt x="112156" y="255567"/>
                  </a:lnTo>
                  <a:lnTo>
                    <a:pt x="112335" y="255511"/>
                  </a:lnTo>
                  <a:lnTo>
                    <a:pt x="112640" y="255458"/>
                  </a:lnTo>
                  <a:lnTo>
                    <a:pt x="112776" y="255467"/>
                  </a:lnTo>
                  <a:lnTo>
                    <a:pt x="112969" y="255472"/>
                  </a:lnTo>
                  <a:lnTo>
                    <a:pt x="113138" y="255491"/>
                  </a:lnTo>
                  <a:lnTo>
                    <a:pt x="113365" y="255514"/>
                  </a:lnTo>
                  <a:lnTo>
                    <a:pt x="113891" y="255707"/>
                  </a:lnTo>
                  <a:lnTo>
                    <a:pt x="114057" y="255650"/>
                  </a:lnTo>
                  <a:lnTo>
                    <a:pt x="114241" y="255586"/>
                  </a:lnTo>
                  <a:lnTo>
                    <a:pt x="114425" y="255486"/>
                  </a:lnTo>
                  <a:lnTo>
                    <a:pt x="114805" y="255307"/>
                  </a:lnTo>
                  <a:lnTo>
                    <a:pt x="115142" y="255149"/>
                  </a:lnTo>
                  <a:lnTo>
                    <a:pt x="115410" y="255005"/>
                  </a:lnTo>
                  <a:lnTo>
                    <a:pt x="115719" y="254890"/>
                  </a:lnTo>
                  <a:lnTo>
                    <a:pt x="115852" y="254838"/>
                  </a:lnTo>
                  <a:lnTo>
                    <a:pt x="116058" y="254911"/>
                  </a:lnTo>
                  <a:lnTo>
                    <a:pt x="116214" y="255094"/>
                  </a:lnTo>
                  <a:lnTo>
                    <a:pt x="116022" y="255801"/>
                  </a:lnTo>
                  <a:lnTo>
                    <a:pt x="115464" y="257148"/>
                  </a:lnTo>
                  <a:lnTo>
                    <a:pt x="115408" y="257429"/>
                  </a:lnTo>
                  <a:lnTo>
                    <a:pt x="115475" y="257751"/>
                  </a:lnTo>
                  <a:lnTo>
                    <a:pt x="115618" y="257984"/>
                  </a:lnTo>
                  <a:lnTo>
                    <a:pt x="115870" y="258196"/>
                  </a:lnTo>
                  <a:lnTo>
                    <a:pt x="116125" y="258226"/>
                  </a:lnTo>
                  <a:lnTo>
                    <a:pt x="116391" y="258105"/>
                  </a:lnTo>
                  <a:lnTo>
                    <a:pt x="116644" y="257917"/>
                  </a:lnTo>
                  <a:lnTo>
                    <a:pt x="117137" y="257272"/>
                  </a:lnTo>
                  <a:lnTo>
                    <a:pt x="117737" y="256719"/>
                  </a:lnTo>
                  <a:lnTo>
                    <a:pt x="118094" y="256488"/>
                  </a:lnTo>
                  <a:lnTo>
                    <a:pt x="118327" y="256383"/>
                  </a:lnTo>
                  <a:lnTo>
                    <a:pt x="118710" y="256177"/>
                  </a:lnTo>
                  <a:lnTo>
                    <a:pt x="118950" y="256002"/>
                  </a:lnTo>
                  <a:lnTo>
                    <a:pt x="119805" y="255434"/>
                  </a:lnTo>
                  <a:lnTo>
                    <a:pt x="119972" y="255393"/>
                  </a:lnTo>
                  <a:lnTo>
                    <a:pt x="120215" y="255426"/>
                  </a:lnTo>
                  <a:lnTo>
                    <a:pt x="120540" y="255632"/>
                  </a:lnTo>
                  <a:lnTo>
                    <a:pt x="120779" y="255902"/>
                  </a:lnTo>
                  <a:lnTo>
                    <a:pt x="120885" y="256132"/>
                  </a:lnTo>
                  <a:lnTo>
                    <a:pt x="121298" y="257633"/>
                  </a:lnTo>
                  <a:lnTo>
                    <a:pt x="121469" y="257967"/>
                  </a:lnTo>
                  <a:lnTo>
                    <a:pt x="122139" y="259345"/>
                  </a:lnTo>
                  <a:lnTo>
                    <a:pt x="122189" y="259479"/>
                  </a:lnTo>
                  <a:lnTo>
                    <a:pt x="122269" y="259663"/>
                  </a:lnTo>
                  <a:lnTo>
                    <a:pt x="122381" y="259989"/>
                  </a:lnTo>
                  <a:lnTo>
                    <a:pt x="122531" y="260268"/>
                  </a:lnTo>
                  <a:lnTo>
                    <a:pt x="122795" y="260464"/>
                  </a:lnTo>
                  <a:lnTo>
                    <a:pt x="122967" y="260660"/>
                  </a:lnTo>
                  <a:lnTo>
                    <a:pt x="123493" y="260827"/>
                  </a:lnTo>
                  <a:lnTo>
                    <a:pt x="124837" y="261223"/>
                  </a:lnTo>
                  <a:lnTo>
                    <a:pt x="124994" y="261234"/>
                  </a:lnTo>
                  <a:lnTo>
                    <a:pt x="125131" y="261274"/>
                  </a:lnTo>
                  <a:lnTo>
                    <a:pt x="125309" y="261271"/>
                  </a:lnTo>
                  <a:lnTo>
                    <a:pt x="125601" y="261327"/>
                  </a:lnTo>
                  <a:lnTo>
                    <a:pt x="125889" y="261237"/>
                  </a:lnTo>
                  <a:lnTo>
                    <a:pt x="126135" y="261069"/>
                  </a:lnTo>
                  <a:lnTo>
                    <a:pt x="126395" y="261009"/>
                  </a:lnTo>
                  <a:lnTo>
                    <a:pt x="126678" y="260949"/>
                  </a:lnTo>
                  <a:lnTo>
                    <a:pt x="127074" y="260865"/>
                  </a:lnTo>
                  <a:lnTo>
                    <a:pt x="127621" y="260735"/>
                  </a:lnTo>
                  <a:lnTo>
                    <a:pt x="128099" y="260728"/>
                  </a:lnTo>
                  <a:lnTo>
                    <a:pt x="128286" y="260730"/>
                  </a:lnTo>
                  <a:lnTo>
                    <a:pt x="128533" y="260784"/>
                  </a:lnTo>
                  <a:lnTo>
                    <a:pt x="128833" y="261040"/>
                  </a:lnTo>
                  <a:lnTo>
                    <a:pt x="131764" y="261482"/>
                  </a:lnTo>
                  <a:lnTo>
                    <a:pt x="132097" y="261505"/>
                  </a:lnTo>
                  <a:lnTo>
                    <a:pt x="132502" y="261561"/>
                  </a:lnTo>
                  <a:lnTo>
                    <a:pt x="132700" y="261589"/>
                  </a:lnTo>
                  <a:lnTo>
                    <a:pt x="133136" y="261648"/>
                  </a:lnTo>
                  <a:lnTo>
                    <a:pt x="133413" y="261678"/>
                  </a:lnTo>
                  <a:lnTo>
                    <a:pt x="133866" y="261727"/>
                  </a:lnTo>
                  <a:lnTo>
                    <a:pt x="133851" y="261220"/>
                  </a:lnTo>
                  <a:lnTo>
                    <a:pt x="133830" y="260882"/>
                  </a:lnTo>
                  <a:lnTo>
                    <a:pt x="133772" y="259971"/>
                  </a:lnTo>
                  <a:lnTo>
                    <a:pt x="133744" y="259480"/>
                  </a:lnTo>
                  <a:lnTo>
                    <a:pt x="133746" y="259256"/>
                  </a:lnTo>
                  <a:lnTo>
                    <a:pt x="133736" y="258882"/>
                  </a:lnTo>
                  <a:lnTo>
                    <a:pt x="133777" y="258236"/>
                  </a:lnTo>
                  <a:lnTo>
                    <a:pt x="133863" y="257353"/>
                  </a:lnTo>
                  <a:lnTo>
                    <a:pt x="133891" y="257057"/>
                  </a:lnTo>
                  <a:lnTo>
                    <a:pt x="133934" y="256353"/>
                  </a:lnTo>
                  <a:lnTo>
                    <a:pt x="133973" y="255930"/>
                  </a:lnTo>
                  <a:lnTo>
                    <a:pt x="134018" y="255266"/>
                  </a:lnTo>
                  <a:lnTo>
                    <a:pt x="134069" y="254800"/>
                  </a:lnTo>
                  <a:lnTo>
                    <a:pt x="134118" y="254465"/>
                  </a:lnTo>
                  <a:lnTo>
                    <a:pt x="134194" y="254106"/>
                  </a:lnTo>
                  <a:lnTo>
                    <a:pt x="134235" y="253874"/>
                  </a:lnTo>
                  <a:lnTo>
                    <a:pt x="134314" y="253317"/>
                  </a:lnTo>
                  <a:lnTo>
                    <a:pt x="134428" y="252839"/>
                  </a:lnTo>
                  <a:lnTo>
                    <a:pt x="134527" y="252289"/>
                  </a:lnTo>
                  <a:lnTo>
                    <a:pt x="134555" y="252113"/>
                  </a:lnTo>
                  <a:lnTo>
                    <a:pt x="134627" y="251823"/>
                  </a:lnTo>
                  <a:lnTo>
                    <a:pt x="134698" y="251388"/>
                  </a:lnTo>
                  <a:lnTo>
                    <a:pt x="134756" y="251037"/>
                  </a:lnTo>
                  <a:lnTo>
                    <a:pt x="134955" y="250200"/>
                  </a:lnTo>
                  <a:lnTo>
                    <a:pt x="135102" y="249533"/>
                  </a:lnTo>
                  <a:lnTo>
                    <a:pt x="135141" y="249370"/>
                  </a:lnTo>
                  <a:lnTo>
                    <a:pt x="135283" y="248877"/>
                  </a:lnTo>
                  <a:lnTo>
                    <a:pt x="135364" y="248526"/>
                  </a:lnTo>
                  <a:lnTo>
                    <a:pt x="135476" y="248159"/>
                  </a:lnTo>
                  <a:lnTo>
                    <a:pt x="135649" y="247632"/>
                  </a:lnTo>
                  <a:lnTo>
                    <a:pt x="135822" y="247274"/>
                  </a:lnTo>
                  <a:lnTo>
                    <a:pt x="135924" y="247065"/>
                  </a:lnTo>
                  <a:lnTo>
                    <a:pt x="136128" y="246688"/>
                  </a:lnTo>
                  <a:lnTo>
                    <a:pt x="136202" y="246531"/>
                  </a:lnTo>
                  <a:lnTo>
                    <a:pt x="136390" y="246134"/>
                  </a:lnTo>
                  <a:lnTo>
                    <a:pt x="136484" y="245849"/>
                  </a:lnTo>
                  <a:lnTo>
                    <a:pt x="136657" y="245276"/>
                  </a:lnTo>
                  <a:lnTo>
                    <a:pt x="136744" y="244867"/>
                  </a:lnTo>
                  <a:lnTo>
                    <a:pt x="136782" y="244319"/>
                  </a:lnTo>
                  <a:lnTo>
                    <a:pt x="136792" y="244177"/>
                  </a:lnTo>
                  <a:lnTo>
                    <a:pt x="136782" y="243798"/>
                  </a:lnTo>
                  <a:lnTo>
                    <a:pt x="136698" y="243431"/>
                  </a:lnTo>
                  <a:lnTo>
                    <a:pt x="136637" y="243157"/>
                  </a:lnTo>
                  <a:lnTo>
                    <a:pt x="136543" y="242902"/>
                  </a:lnTo>
                  <a:lnTo>
                    <a:pt x="136522" y="242729"/>
                  </a:lnTo>
                  <a:lnTo>
                    <a:pt x="136484" y="242434"/>
                  </a:lnTo>
                  <a:lnTo>
                    <a:pt x="136454" y="242164"/>
                  </a:lnTo>
                  <a:lnTo>
                    <a:pt x="136436" y="242024"/>
                  </a:lnTo>
                  <a:lnTo>
                    <a:pt x="136413" y="241838"/>
                  </a:lnTo>
                  <a:lnTo>
                    <a:pt x="136324" y="241510"/>
                  </a:lnTo>
                  <a:lnTo>
                    <a:pt x="136255" y="241276"/>
                  </a:lnTo>
                  <a:lnTo>
                    <a:pt x="136181" y="241032"/>
                  </a:lnTo>
                  <a:lnTo>
                    <a:pt x="136149" y="240706"/>
                  </a:lnTo>
                  <a:lnTo>
                    <a:pt x="136944" y="240076"/>
                  </a:lnTo>
                  <a:lnTo>
                    <a:pt x="137709" y="239407"/>
                  </a:lnTo>
                  <a:lnTo>
                    <a:pt x="137848" y="239152"/>
                  </a:lnTo>
                  <a:lnTo>
                    <a:pt x="137966" y="238930"/>
                  </a:lnTo>
                  <a:lnTo>
                    <a:pt x="138216" y="238441"/>
                  </a:lnTo>
                  <a:lnTo>
                    <a:pt x="150595" y="242472"/>
                  </a:lnTo>
                  <a:lnTo>
                    <a:pt x="150787" y="242448"/>
                  </a:lnTo>
                  <a:lnTo>
                    <a:pt x="150975" y="242421"/>
                  </a:lnTo>
                  <a:lnTo>
                    <a:pt x="151065" y="243586"/>
                  </a:lnTo>
                  <a:lnTo>
                    <a:pt x="151218" y="244023"/>
                  </a:lnTo>
                  <a:lnTo>
                    <a:pt x="151615" y="244522"/>
                  </a:lnTo>
                  <a:lnTo>
                    <a:pt x="151981" y="245048"/>
                  </a:lnTo>
                  <a:lnTo>
                    <a:pt x="152086" y="245227"/>
                  </a:lnTo>
                  <a:lnTo>
                    <a:pt x="152305" y="245254"/>
                  </a:lnTo>
                  <a:lnTo>
                    <a:pt x="152568" y="245370"/>
                  </a:lnTo>
                  <a:lnTo>
                    <a:pt x="152739" y="245468"/>
                  </a:lnTo>
                  <a:lnTo>
                    <a:pt x="153031" y="245709"/>
                  </a:lnTo>
                  <a:lnTo>
                    <a:pt x="153390" y="246241"/>
                  </a:lnTo>
                  <a:lnTo>
                    <a:pt x="153391" y="246496"/>
                  </a:lnTo>
                  <a:lnTo>
                    <a:pt x="153421" y="246714"/>
                  </a:lnTo>
                  <a:lnTo>
                    <a:pt x="153581" y="247089"/>
                  </a:lnTo>
                  <a:lnTo>
                    <a:pt x="153651" y="247395"/>
                  </a:lnTo>
                  <a:lnTo>
                    <a:pt x="153727" y="247622"/>
                  </a:lnTo>
                  <a:lnTo>
                    <a:pt x="153751" y="247771"/>
                  </a:lnTo>
                  <a:lnTo>
                    <a:pt x="153778" y="247942"/>
                  </a:lnTo>
                  <a:lnTo>
                    <a:pt x="153805" y="248295"/>
                  </a:lnTo>
                  <a:lnTo>
                    <a:pt x="153851" y="248444"/>
                  </a:lnTo>
                  <a:lnTo>
                    <a:pt x="154019" y="248747"/>
                  </a:lnTo>
                  <a:lnTo>
                    <a:pt x="154190" y="248992"/>
                  </a:lnTo>
                  <a:lnTo>
                    <a:pt x="154293" y="249296"/>
                  </a:lnTo>
                  <a:lnTo>
                    <a:pt x="154370" y="249467"/>
                  </a:lnTo>
                  <a:lnTo>
                    <a:pt x="154851" y="250149"/>
                  </a:lnTo>
                  <a:lnTo>
                    <a:pt x="155006" y="250244"/>
                  </a:lnTo>
                  <a:lnTo>
                    <a:pt x="154939" y="250512"/>
                  </a:lnTo>
                  <a:lnTo>
                    <a:pt x="154461" y="251897"/>
                  </a:lnTo>
                  <a:lnTo>
                    <a:pt x="154396" y="252039"/>
                  </a:lnTo>
                  <a:lnTo>
                    <a:pt x="154349" y="252385"/>
                  </a:lnTo>
                  <a:lnTo>
                    <a:pt x="154120" y="252789"/>
                  </a:lnTo>
                  <a:lnTo>
                    <a:pt x="154076" y="252954"/>
                  </a:lnTo>
                  <a:lnTo>
                    <a:pt x="154039" y="253148"/>
                  </a:lnTo>
                  <a:lnTo>
                    <a:pt x="154018" y="253499"/>
                  </a:lnTo>
                  <a:lnTo>
                    <a:pt x="153907" y="253915"/>
                  </a:lnTo>
                  <a:lnTo>
                    <a:pt x="153812" y="254400"/>
                  </a:lnTo>
                  <a:lnTo>
                    <a:pt x="153902" y="254638"/>
                  </a:lnTo>
                  <a:lnTo>
                    <a:pt x="154039" y="255271"/>
                  </a:lnTo>
                  <a:lnTo>
                    <a:pt x="153810" y="255966"/>
                  </a:lnTo>
                  <a:lnTo>
                    <a:pt x="153710" y="256305"/>
                  </a:lnTo>
                  <a:lnTo>
                    <a:pt x="153692" y="256458"/>
                  </a:lnTo>
                  <a:lnTo>
                    <a:pt x="153702" y="256585"/>
                  </a:lnTo>
                  <a:lnTo>
                    <a:pt x="153801" y="257049"/>
                  </a:lnTo>
                  <a:lnTo>
                    <a:pt x="153762" y="257189"/>
                  </a:lnTo>
                  <a:lnTo>
                    <a:pt x="153788" y="257358"/>
                  </a:lnTo>
                  <a:lnTo>
                    <a:pt x="153959" y="258643"/>
                  </a:lnTo>
                  <a:lnTo>
                    <a:pt x="154063" y="258774"/>
                  </a:lnTo>
                  <a:lnTo>
                    <a:pt x="154230" y="258814"/>
                  </a:lnTo>
                  <a:lnTo>
                    <a:pt x="154972" y="259672"/>
                  </a:lnTo>
                  <a:lnTo>
                    <a:pt x="156892" y="261732"/>
                  </a:lnTo>
                  <a:lnTo>
                    <a:pt x="158615" y="263185"/>
                  </a:lnTo>
                  <a:lnTo>
                    <a:pt x="159040" y="263619"/>
                  </a:lnTo>
                  <a:lnTo>
                    <a:pt x="159278" y="263835"/>
                  </a:lnTo>
                  <a:lnTo>
                    <a:pt x="159911" y="264537"/>
                  </a:lnTo>
                  <a:lnTo>
                    <a:pt x="160067" y="264726"/>
                  </a:lnTo>
                  <a:lnTo>
                    <a:pt x="160354" y="265053"/>
                  </a:lnTo>
                  <a:lnTo>
                    <a:pt x="160975" y="265720"/>
                  </a:lnTo>
                  <a:lnTo>
                    <a:pt x="161407" y="265913"/>
                  </a:lnTo>
                  <a:lnTo>
                    <a:pt x="161692" y="266005"/>
                  </a:lnTo>
                  <a:lnTo>
                    <a:pt x="161934" y="266015"/>
                  </a:lnTo>
                  <a:lnTo>
                    <a:pt x="162062" y="266001"/>
                  </a:lnTo>
                  <a:lnTo>
                    <a:pt x="162342" y="266086"/>
                  </a:lnTo>
                  <a:lnTo>
                    <a:pt x="162733" y="266221"/>
                  </a:lnTo>
                  <a:lnTo>
                    <a:pt x="162983" y="266260"/>
                  </a:lnTo>
                  <a:lnTo>
                    <a:pt x="163317" y="266355"/>
                  </a:lnTo>
                  <a:lnTo>
                    <a:pt x="163684" y="266413"/>
                  </a:lnTo>
                  <a:lnTo>
                    <a:pt x="163835" y="266418"/>
                  </a:lnTo>
                  <a:lnTo>
                    <a:pt x="164110" y="266416"/>
                  </a:lnTo>
                  <a:lnTo>
                    <a:pt x="164424" y="266422"/>
                  </a:lnTo>
                  <a:lnTo>
                    <a:pt x="164750" y="266415"/>
                  </a:lnTo>
                  <a:lnTo>
                    <a:pt x="164987" y="266398"/>
                  </a:lnTo>
                  <a:lnTo>
                    <a:pt x="165280" y="266278"/>
                  </a:lnTo>
                  <a:lnTo>
                    <a:pt x="165708" y="266308"/>
                  </a:lnTo>
                  <a:lnTo>
                    <a:pt x="168356" y="270298"/>
                  </a:lnTo>
                  <a:lnTo>
                    <a:pt x="172191" y="279014"/>
                  </a:lnTo>
                  <a:lnTo>
                    <a:pt x="171829" y="279395"/>
                  </a:lnTo>
                  <a:lnTo>
                    <a:pt x="171904" y="279727"/>
                  </a:lnTo>
                  <a:lnTo>
                    <a:pt x="169630" y="280522"/>
                  </a:lnTo>
                  <a:lnTo>
                    <a:pt x="169479" y="280496"/>
                  </a:lnTo>
                  <a:lnTo>
                    <a:pt x="169350" y="280482"/>
                  </a:lnTo>
                  <a:lnTo>
                    <a:pt x="169221" y="280446"/>
                  </a:lnTo>
                  <a:lnTo>
                    <a:pt x="168645" y="280281"/>
                  </a:lnTo>
                  <a:lnTo>
                    <a:pt x="168343" y="280255"/>
                  </a:lnTo>
                  <a:lnTo>
                    <a:pt x="168281" y="280984"/>
                  </a:lnTo>
                  <a:lnTo>
                    <a:pt x="168294" y="281438"/>
                  </a:lnTo>
                  <a:lnTo>
                    <a:pt x="168291" y="281654"/>
                  </a:lnTo>
                  <a:lnTo>
                    <a:pt x="168283" y="281846"/>
                  </a:lnTo>
                  <a:lnTo>
                    <a:pt x="168270" y="282138"/>
                  </a:lnTo>
                  <a:lnTo>
                    <a:pt x="168232" y="283049"/>
                  </a:lnTo>
                  <a:lnTo>
                    <a:pt x="168237" y="283206"/>
                  </a:lnTo>
                  <a:lnTo>
                    <a:pt x="168224" y="283506"/>
                  </a:lnTo>
                  <a:lnTo>
                    <a:pt x="168196" y="283858"/>
                  </a:lnTo>
                  <a:lnTo>
                    <a:pt x="168178" y="284023"/>
                  </a:lnTo>
                  <a:lnTo>
                    <a:pt x="168151" y="284267"/>
                  </a:lnTo>
                  <a:lnTo>
                    <a:pt x="168153" y="284430"/>
                  </a:lnTo>
                  <a:lnTo>
                    <a:pt x="168156" y="284664"/>
                  </a:lnTo>
                  <a:lnTo>
                    <a:pt x="168155" y="285797"/>
                  </a:lnTo>
                  <a:lnTo>
                    <a:pt x="168147" y="285988"/>
                  </a:lnTo>
                  <a:lnTo>
                    <a:pt x="168006" y="286519"/>
                  </a:lnTo>
                  <a:lnTo>
                    <a:pt x="168010" y="286988"/>
                  </a:lnTo>
                  <a:lnTo>
                    <a:pt x="168074" y="287116"/>
                  </a:lnTo>
                  <a:lnTo>
                    <a:pt x="168229" y="287407"/>
                  </a:lnTo>
                  <a:lnTo>
                    <a:pt x="168963" y="287627"/>
                  </a:lnTo>
                  <a:lnTo>
                    <a:pt x="169192" y="287938"/>
                  </a:lnTo>
                  <a:lnTo>
                    <a:pt x="169360" y="288133"/>
                  </a:lnTo>
                  <a:lnTo>
                    <a:pt x="169537" y="288321"/>
                  </a:lnTo>
                  <a:lnTo>
                    <a:pt x="169683" y="288493"/>
                  </a:lnTo>
                  <a:lnTo>
                    <a:pt x="169902" y="288777"/>
                  </a:lnTo>
                  <a:lnTo>
                    <a:pt x="170119" y="289013"/>
                  </a:lnTo>
                  <a:lnTo>
                    <a:pt x="170496" y="288838"/>
                  </a:lnTo>
                  <a:lnTo>
                    <a:pt x="170677" y="288784"/>
                  </a:lnTo>
                  <a:lnTo>
                    <a:pt x="170788" y="288654"/>
                  </a:lnTo>
                  <a:lnTo>
                    <a:pt x="170966" y="288441"/>
                  </a:lnTo>
                  <a:lnTo>
                    <a:pt x="171133" y="288292"/>
                  </a:lnTo>
                  <a:lnTo>
                    <a:pt x="172184" y="287727"/>
                  </a:lnTo>
                  <a:lnTo>
                    <a:pt x="172848" y="287569"/>
                  </a:lnTo>
                  <a:lnTo>
                    <a:pt x="173015" y="287483"/>
                  </a:lnTo>
                  <a:lnTo>
                    <a:pt x="173198" y="287378"/>
                  </a:lnTo>
                  <a:lnTo>
                    <a:pt x="173502" y="287205"/>
                  </a:lnTo>
                  <a:lnTo>
                    <a:pt x="173675" y="287117"/>
                  </a:lnTo>
                  <a:lnTo>
                    <a:pt x="173929" y="287000"/>
                  </a:lnTo>
                  <a:lnTo>
                    <a:pt x="174068" y="286965"/>
                  </a:lnTo>
                  <a:lnTo>
                    <a:pt x="174059" y="286213"/>
                  </a:lnTo>
                  <a:lnTo>
                    <a:pt x="175536" y="284318"/>
                  </a:lnTo>
                  <a:lnTo>
                    <a:pt x="175450" y="283969"/>
                  </a:lnTo>
                  <a:lnTo>
                    <a:pt x="175576" y="283401"/>
                  </a:lnTo>
                  <a:lnTo>
                    <a:pt x="175608" y="282726"/>
                  </a:lnTo>
                  <a:lnTo>
                    <a:pt x="176722" y="282681"/>
                  </a:lnTo>
                  <a:lnTo>
                    <a:pt x="177362" y="282454"/>
                  </a:lnTo>
                  <a:lnTo>
                    <a:pt x="177762" y="282441"/>
                  </a:lnTo>
                  <a:lnTo>
                    <a:pt x="177981" y="282354"/>
                  </a:lnTo>
                  <a:lnTo>
                    <a:pt x="177972" y="282164"/>
                  </a:lnTo>
                  <a:lnTo>
                    <a:pt x="177988" y="281972"/>
                  </a:lnTo>
                  <a:lnTo>
                    <a:pt x="178018" y="281718"/>
                  </a:lnTo>
                  <a:lnTo>
                    <a:pt x="178000" y="281587"/>
                  </a:lnTo>
                  <a:lnTo>
                    <a:pt x="177809" y="281087"/>
                  </a:lnTo>
                  <a:lnTo>
                    <a:pt x="177889" y="280848"/>
                  </a:lnTo>
                  <a:lnTo>
                    <a:pt x="177724" y="280356"/>
                  </a:lnTo>
                  <a:lnTo>
                    <a:pt x="177790" y="280081"/>
                  </a:lnTo>
                  <a:lnTo>
                    <a:pt x="177730" y="279847"/>
                  </a:lnTo>
                  <a:lnTo>
                    <a:pt x="177672" y="279531"/>
                  </a:lnTo>
                  <a:lnTo>
                    <a:pt x="177627" y="279248"/>
                  </a:lnTo>
                  <a:lnTo>
                    <a:pt x="177558" y="278978"/>
                  </a:lnTo>
                  <a:lnTo>
                    <a:pt x="177520" y="278785"/>
                  </a:lnTo>
                  <a:lnTo>
                    <a:pt x="177483" y="278636"/>
                  </a:lnTo>
                  <a:lnTo>
                    <a:pt x="177432" y="278428"/>
                  </a:lnTo>
                  <a:lnTo>
                    <a:pt x="177279" y="278191"/>
                  </a:lnTo>
                  <a:lnTo>
                    <a:pt x="177212" y="277975"/>
                  </a:lnTo>
                  <a:lnTo>
                    <a:pt x="177074" y="277705"/>
                  </a:lnTo>
                  <a:lnTo>
                    <a:pt x="176708" y="277055"/>
                  </a:lnTo>
                  <a:lnTo>
                    <a:pt x="176413" y="276503"/>
                  </a:lnTo>
                  <a:lnTo>
                    <a:pt x="176850" y="276200"/>
                  </a:lnTo>
                  <a:lnTo>
                    <a:pt x="177173" y="275837"/>
                  </a:lnTo>
                  <a:lnTo>
                    <a:pt x="177355" y="275698"/>
                  </a:lnTo>
                  <a:lnTo>
                    <a:pt x="177718" y="275533"/>
                  </a:lnTo>
                  <a:lnTo>
                    <a:pt x="178017" y="275366"/>
                  </a:lnTo>
                  <a:lnTo>
                    <a:pt x="178168" y="275292"/>
                  </a:lnTo>
                  <a:lnTo>
                    <a:pt x="178442" y="275158"/>
                  </a:lnTo>
                  <a:lnTo>
                    <a:pt x="178708" y="275032"/>
                  </a:lnTo>
                  <a:lnTo>
                    <a:pt x="178905" y="275100"/>
                  </a:lnTo>
                  <a:lnTo>
                    <a:pt x="179059" y="275121"/>
                  </a:lnTo>
                  <a:lnTo>
                    <a:pt x="179308" y="275152"/>
                  </a:lnTo>
                  <a:lnTo>
                    <a:pt x="179582" y="275166"/>
                  </a:lnTo>
                  <a:lnTo>
                    <a:pt x="179842" y="275209"/>
                  </a:lnTo>
                  <a:lnTo>
                    <a:pt x="180335" y="275046"/>
                  </a:lnTo>
                  <a:lnTo>
                    <a:pt x="180760" y="274995"/>
                  </a:lnTo>
                  <a:lnTo>
                    <a:pt x="180911" y="275068"/>
                  </a:lnTo>
                  <a:lnTo>
                    <a:pt x="181136" y="275274"/>
                  </a:lnTo>
                  <a:lnTo>
                    <a:pt x="181395" y="275546"/>
                  </a:lnTo>
                  <a:lnTo>
                    <a:pt x="181634" y="275666"/>
                  </a:lnTo>
                  <a:lnTo>
                    <a:pt x="181887" y="275605"/>
                  </a:lnTo>
                  <a:lnTo>
                    <a:pt x="182151" y="275500"/>
                  </a:lnTo>
                  <a:lnTo>
                    <a:pt x="182393" y="275363"/>
                  </a:lnTo>
                  <a:lnTo>
                    <a:pt x="183208" y="274843"/>
                  </a:lnTo>
                  <a:lnTo>
                    <a:pt x="183552" y="274686"/>
                  </a:lnTo>
                  <a:lnTo>
                    <a:pt x="183779" y="274565"/>
                  </a:lnTo>
                  <a:lnTo>
                    <a:pt x="184191" y="274324"/>
                  </a:lnTo>
                  <a:lnTo>
                    <a:pt x="184414" y="274149"/>
                  </a:lnTo>
                  <a:lnTo>
                    <a:pt x="184846" y="273886"/>
                  </a:lnTo>
                  <a:lnTo>
                    <a:pt x="185272" y="273485"/>
                  </a:lnTo>
                  <a:lnTo>
                    <a:pt x="185556" y="273157"/>
                  </a:lnTo>
                  <a:lnTo>
                    <a:pt x="185932" y="272541"/>
                  </a:lnTo>
                  <a:lnTo>
                    <a:pt x="186217" y="272230"/>
                  </a:lnTo>
                  <a:lnTo>
                    <a:pt x="186872" y="271890"/>
                  </a:lnTo>
                  <a:lnTo>
                    <a:pt x="187256" y="271690"/>
                  </a:lnTo>
                  <a:lnTo>
                    <a:pt x="187543" y="271537"/>
                  </a:lnTo>
                  <a:lnTo>
                    <a:pt x="187969" y="271239"/>
                  </a:lnTo>
                  <a:lnTo>
                    <a:pt x="188290" y="271079"/>
                  </a:lnTo>
                  <a:lnTo>
                    <a:pt x="188578" y="270815"/>
                  </a:lnTo>
                  <a:lnTo>
                    <a:pt x="188750" y="270673"/>
                  </a:lnTo>
                  <a:lnTo>
                    <a:pt x="188915" y="270528"/>
                  </a:lnTo>
                  <a:lnTo>
                    <a:pt x="189157" y="270342"/>
                  </a:lnTo>
                  <a:lnTo>
                    <a:pt x="189446" y="270187"/>
                  </a:lnTo>
                  <a:lnTo>
                    <a:pt x="189906" y="269872"/>
                  </a:lnTo>
                  <a:lnTo>
                    <a:pt x="190159" y="269744"/>
                  </a:lnTo>
                  <a:lnTo>
                    <a:pt x="190354" y="269510"/>
                  </a:lnTo>
                  <a:lnTo>
                    <a:pt x="190607" y="269010"/>
                  </a:lnTo>
                  <a:lnTo>
                    <a:pt x="190621" y="268881"/>
                  </a:lnTo>
                  <a:lnTo>
                    <a:pt x="190131" y="266328"/>
                  </a:lnTo>
                  <a:lnTo>
                    <a:pt x="190281" y="266361"/>
                  </a:lnTo>
                  <a:lnTo>
                    <a:pt x="190553" y="266415"/>
                  </a:lnTo>
                  <a:lnTo>
                    <a:pt x="190690" y="266445"/>
                  </a:lnTo>
                  <a:lnTo>
                    <a:pt x="191071" y="266490"/>
                  </a:lnTo>
                  <a:lnTo>
                    <a:pt x="191412" y="266736"/>
                  </a:lnTo>
                  <a:lnTo>
                    <a:pt x="191754" y="266903"/>
                  </a:lnTo>
                  <a:lnTo>
                    <a:pt x="192136" y="267036"/>
                  </a:lnTo>
                  <a:lnTo>
                    <a:pt x="192381" y="267017"/>
                  </a:lnTo>
                  <a:lnTo>
                    <a:pt x="192711" y="266981"/>
                  </a:lnTo>
                  <a:lnTo>
                    <a:pt x="192938" y="266949"/>
                  </a:lnTo>
                  <a:lnTo>
                    <a:pt x="193267" y="266861"/>
                  </a:lnTo>
                  <a:lnTo>
                    <a:pt x="193400" y="267108"/>
                  </a:lnTo>
                  <a:lnTo>
                    <a:pt x="193893" y="267867"/>
                  </a:lnTo>
                  <a:lnTo>
                    <a:pt x="194089" y="268095"/>
                  </a:lnTo>
                  <a:lnTo>
                    <a:pt x="194432" y="268116"/>
                  </a:lnTo>
                  <a:lnTo>
                    <a:pt x="194673" y="268159"/>
                  </a:lnTo>
                  <a:lnTo>
                    <a:pt x="194826" y="268153"/>
                  </a:lnTo>
                  <a:lnTo>
                    <a:pt x="195070" y="268144"/>
                  </a:lnTo>
                  <a:lnTo>
                    <a:pt x="195360" y="268130"/>
                  </a:lnTo>
                  <a:lnTo>
                    <a:pt x="195583" y="268182"/>
                  </a:lnTo>
                  <a:lnTo>
                    <a:pt x="195909" y="268262"/>
                  </a:lnTo>
                  <a:lnTo>
                    <a:pt x="196456" y="268480"/>
                  </a:lnTo>
                  <a:lnTo>
                    <a:pt x="197139" y="268616"/>
                  </a:lnTo>
                  <a:lnTo>
                    <a:pt x="197761" y="268864"/>
                  </a:lnTo>
                  <a:lnTo>
                    <a:pt x="198110" y="268981"/>
                  </a:lnTo>
                  <a:lnTo>
                    <a:pt x="198721" y="269107"/>
                  </a:lnTo>
                  <a:lnTo>
                    <a:pt x="198938" y="269176"/>
                  </a:lnTo>
                  <a:lnTo>
                    <a:pt x="199080" y="269222"/>
                  </a:lnTo>
                  <a:lnTo>
                    <a:pt x="199251" y="269280"/>
                  </a:lnTo>
                  <a:lnTo>
                    <a:pt x="199643" y="269412"/>
                  </a:lnTo>
                  <a:lnTo>
                    <a:pt x="199874" y="269536"/>
                  </a:lnTo>
                  <a:lnTo>
                    <a:pt x="200137" y="269680"/>
                  </a:lnTo>
                  <a:lnTo>
                    <a:pt x="200399" y="269757"/>
                  </a:lnTo>
                  <a:lnTo>
                    <a:pt x="200602" y="269822"/>
                  </a:lnTo>
                  <a:lnTo>
                    <a:pt x="200872" y="269909"/>
                  </a:lnTo>
                  <a:lnTo>
                    <a:pt x="201170" y="270006"/>
                  </a:lnTo>
                  <a:lnTo>
                    <a:pt x="201305" y="270069"/>
                  </a:lnTo>
                  <a:lnTo>
                    <a:pt x="201603" y="270209"/>
                  </a:lnTo>
                  <a:lnTo>
                    <a:pt x="201938" y="270405"/>
                  </a:lnTo>
                  <a:lnTo>
                    <a:pt x="202221" y="270681"/>
                  </a:lnTo>
                  <a:lnTo>
                    <a:pt x="202417" y="270809"/>
                  </a:lnTo>
                  <a:lnTo>
                    <a:pt x="202567" y="270856"/>
                  </a:lnTo>
                  <a:lnTo>
                    <a:pt x="202804" y="270968"/>
                  </a:lnTo>
                  <a:lnTo>
                    <a:pt x="203075" y="271153"/>
                  </a:lnTo>
                  <a:lnTo>
                    <a:pt x="203298" y="271277"/>
                  </a:lnTo>
                  <a:lnTo>
                    <a:pt x="203443" y="271380"/>
                  </a:lnTo>
                  <a:lnTo>
                    <a:pt x="203592" y="271482"/>
                  </a:lnTo>
                  <a:lnTo>
                    <a:pt x="204088" y="271757"/>
                  </a:lnTo>
                  <a:lnTo>
                    <a:pt x="204023" y="272087"/>
                  </a:lnTo>
                  <a:lnTo>
                    <a:pt x="203948" y="272480"/>
                  </a:lnTo>
                  <a:lnTo>
                    <a:pt x="203804" y="272983"/>
                  </a:lnTo>
                  <a:lnTo>
                    <a:pt x="203412" y="273580"/>
                  </a:lnTo>
                  <a:lnTo>
                    <a:pt x="203364" y="274233"/>
                  </a:lnTo>
                  <a:lnTo>
                    <a:pt x="203292" y="275214"/>
                  </a:lnTo>
                  <a:lnTo>
                    <a:pt x="203198" y="276544"/>
                  </a:lnTo>
                  <a:lnTo>
                    <a:pt x="203147" y="277341"/>
                  </a:lnTo>
                  <a:lnTo>
                    <a:pt x="203091" y="278084"/>
                  </a:lnTo>
                  <a:lnTo>
                    <a:pt x="203027" y="279052"/>
                  </a:lnTo>
                  <a:lnTo>
                    <a:pt x="202959" y="279594"/>
                  </a:lnTo>
                  <a:lnTo>
                    <a:pt x="202916" y="280110"/>
                  </a:lnTo>
                  <a:lnTo>
                    <a:pt x="202851" y="280737"/>
                  </a:lnTo>
                  <a:lnTo>
                    <a:pt x="202786" y="281373"/>
                  </a:lnTo>
                  <a:lnTo>
                    <a:pt x="202924" y="282110"/>
                  </a:lnTo>
                  <a:lnTo>
                    <a:pt x="203248" y="281669"/>
                  </a:lnTo>
                  <a:lnTo>
                    <a:pt x="205741" y="280397"/>
                  </a:lnTo>
                  <a:lnTo>
                    <a:pt x="209258" y="278605"/>
                  </a:lnTo>
                  <a:lnTo>
                    <a:pt x="209928" y="278221"/>
                  </a:lnTo>
                  <a:lnTo>
                    <a:pt x="210894" y="277670"/>
                  </a:lnTo>
                  <a:lnTo>
                    <a:pt x="211855" y="277122"/>
                  </a:lnTo>
                  <a:lnTo>
                    <a:pt x="212999" y="277020"/>
                  </a:lnTo>
                  <a:lnTo>
                    <a:pt x="213488" y="276977"/>
                  </a:lnTo>
                  <a:lnTo>
                    <a:pt x="216464" y="276717"/>
                  </a:lnTo>
                  <a:lnTo>
                    <a:pt x="219716" y="276432"/>
                  </a:lnTo>
                  <a:lnTo>
                    <a:pt x="222042" y="276228"/>
                  </a:lnTo>
                  <a:lnTo>
                    <a:pt x="223011" y="276063"/>
                  </a:lnTo>
                  <a:lnTo>
                    <a:pt x="223963" y="274936"/>
                  </a:lnTo>
                  <a:lnTo>
                    <a:pt x="225220" y="272214"/>
                  </a:lnTo>
                  <a:lnTo>
                    <a:pt x="226061" y="269430"/>
                  </a:lnTo>
                  <a:lnTo>
                    <a:pt x="226516" y="266968"/>
                  </a:lnTo>
                  <a:lnTo>
                    <a:pt x="226600" y="266520"/>
                  </a:lnTo>
                  <a:lnTo>
                    <a:pt x="228337" y="263658"/>
                  </a:lnTo>
                  <a:lnTo>
                    <a:pt x="234395" y="263616"/>
                  </a:lnTo>
                  <a:lnTo>
                    <a:pt x="235606" y="263607"/>
                  </a:lnTo>
                  <a:lnTo>
                    <a:pt x="235896" y="263246"/>
                  </a:lnTo>
                  <a:lnTo>
                    <a:pt x="235910" y="263011"/>
                  </a:lnTo>
                  <a:lnTo>
                    <a:pt x="236492" y="261915"/>
                  </a:lnTo>
                  <a:lnTo>
                    <a:pt x="236169" y="261900"/>
                  </a:lnTo>
                  <a:lnTo>
                    <a:pt x="236031" y="262016"/>
                  </a:lnTo>
                  <a:lnTo>
                    <a:pt x="235730" y="262067"/>
                  </a:lnTo>
                  <a:lnTo>
                    <a:pt x="235307" y="261275"/>
                  </a:lnTo>
                  <a:lnTo>
                    <a:pt x="235376" y="259564"/>
                  </a:lnTo>
                  <a:lnTo>
                    <a:pt x="235231" y="258547"/>
                  </a:lnTo>
                  <a:lnTo>
                    <a:pt x="235305" y="258058"/>
                  </a:lnTo>
                  <a:lnTo>
                    <a:pt x="235350" y="257626"/>
                  </a:lnTo>
                  <a:lnTo>
                    <a:pt x="235371" y="257469"/>
                  </a:lnTo>
                  <a:lnTo>
                    <a:pt x="235505" y="257229"/>
                  </a:lnTo>
                  <a:lnTo>
                    <a:pt x="235475" y="257001"/>
                  </a:lnTo>
                  <a:lnTo>
                    <a:pt x="235495" y="256198"/>
                  </a:lnTo>
                  <a:lnTo>
                    <a:pt x="235515" y="255821"/>
                  </a:lnTo>
                  <a:lnTo>
                    <a:pt x="235503" y="255648"/>
                  </a:lnTo>
                  <a:lnTo>
                    <a:pt x="235485" y="255462"/>
                  </a:lnTo>
                  <a:lnTo>
                    <a:pt x="235479" y="255183"/>
                  </a:lnTo>
                  <a:lnTo>
                    <a:pt x="235500" y="254730"/>
                  </a:lnTo>
                  <a:lnTo>
                    <a:pt x="235467" y="253677"/>
                  </a:lnTo>
                  <a:lnTo>
                    <a:pt x="235041" y="253371"/>
                  </a:lnTo>
                  <a:lnTo>
                    <a:pt x="235124" y="252898"/>
                  </a:lnTo>
                  <a:lnTo>
                    <a:pt x="235113" y="252696"/>
                  </a:lnTo>
                  <a:lnTo>
                    <a:pt x="235048" y="252451"/>
                  </a:lnTo>
                  <a:lnTo>
                    <a:pt x="235276" y="251063"/>
                  </a:lnTo>
                  <a:lnTo>
                    <a:pt x="235225" y="250913"/>
                  </a:lnTo>
                  <a:lnTo>
                    <a:pt x="234612" y="249897"/>
                  </a:lnTo>
                  <a:lnTo>
                    <a:pt x="234573" y="249675"/>
                  </a:lnTo>
                  <a:lnTo>
                    <a:pt x="234406" y="249404"/>
                  </a:lnTo>
                  <a:lnTo>
                    <a:pt x="234206" y="249040"/>
                  </a:lnTo>
                  <a:lnTo>
                    <a:pt x="234160" y="248834"/>
                  </a:lnTo>
                  <a:lnTo>
                    <a:pt x="234153" y="248625"/>
                  </a:lnTo>
                  <a:lnTo>
                    <a:pt x="234390" y="246797"/>
                  </a:lnTo>
                  <a:lnTo>
                    <a:pt x="234574" y="246685"/>
                  </a:lnTo>
                  <a:lnTo>
                    <a:pt x="234747" y="246556"/>
                  </a:lnTo>
                  <a:lnTo>
                    <a:pt x="234908" y="246411"/>
                  </a:lnTo>
                  <a:lnTo>
                    <a:pt x="235053" y="246252"/>
                  </a:lnTo>
                  <a:lnTo>
                    <a:pt x="235297" y="245896"/>
                  </a:lnTo>
                  <a:lnTo>
                    <a:pt x="235393" y="245703"/>
                  </a:lnTo>
                  <a:lnTo>
                    <a:pt x="235470" y="245501"/>
                  </a:lnTo>
                  <a:lnTo>
                    <a:pt x="235528" y="245293"/>
                  </a:lnTo>
                  <a:lnTo>
                    <a:pt x="235494" y="243410"/>
                  </a:lnTo>
                  <a:lnTo>
                    <a:pt x="235484" y="243258"/>
                  </a:lnTo>
                  <a:lnTo>
                    <a:pt x="235537" y="243065"/>
                  </a:lnTo>
                  <a:lnTo>
                    <a:pt x="235552" y="242907"/>
                  </a:lnTo>
                  <a:lnTo>
                    <a:pt x="235405" y="242679"/>
                  </a:lnTo>
                  <a:lnTo>
                    <a:pt x="235474" y="242466"/>
                  </a:lnTo>
                  <a:lnTo>
                    <a:pt x="235418" y="240940"/>
                  </a:lnTo>
                  <a:lnTo>
                    <a:pt x="235334" y="240605"/>
                  </a:lnTo>
                  <a:lnTo>
                    <a:pt x="235259" y="240075"/>
                  </a:lnTo>
                  <a:lnTo>
                    <a:pt x="235219" y="239945"/>
                  </a:lnTo>
                  <a:lnTo>
                    <a:pt x="234945" y="238908"/>
                  </a:lnTo>
                  <a:lnTo>
                    <a:pt x="234926" y="238586"/>
                  </a:lnTo>
                  <a:lnTo>
                    <a:pt x="234887" y="238267"/>
                  </a:lnTo>
                  <a:lnTo>
                    <a:pt x="234814" y="237892"/>
                  </a:lnTo>
                  <a:lnTo>
                    <a:pt x="234794" y="237717"/>
                  </a:lnTo>
                  <a:lnTo>
                    <a:pt x="234794" y="237541"/>
                  </a:lnTo>
                  <a:lnTo>
                    <a:pt x="234814" y="237366"/>
                  </a:lnTo>
                  <a:lnTo>
                    <a:pt x="234897" y="237072"/>
                  </a:lnTo>
                  <a:lnTo>
                    <a:pt x="234958" y="236830"/>
                  </a:lnTo>
                  <a:lnTo>
                    <a:pt x="234999" y="236584"/>
                  </a:lnTo>
                  <a:lnTo>
                    <a:pt x="235021" y="236336"/>
                  </a:lnTo>
                  <a:lnTo>
                    <a:pt x="235022" y="236087"/>
                  </a:lnTo>
                  <a:lnTo>
                    <a:pt x="235002" y="235838"/>
                  </a:lnTo>
                  <a:lnTo>
                    <a:pt x="234963" y="235592"/>
                  </a:lnTo>
                  <a:lnTo>
                    <a:pt x="232252" y="231764"/>
                  </a:lnTo>
                  <a:lnTo>
                    <a:pt x="232212" y="231606"/>
                  </a:lnTo>
                  <a:lnTo>
                    <a:pt x="232222" y="231014"/>
                  </a:lnTo>
                  <a:lnTo>
                    <a:pt x="232133" y="230758"/>
                  </a:lnTo>
                  <a:lnTo>
                    <a:pt x="231788" y="229991"/>
                  </a:lnTo>
                  <a:lnTo>
                    <a:pt x="231596" y="229869"/>
                  </a:lnTo>
                  <a:lnTo>
                    <a:pt x="231415" y="229731"/>
                  </a:lnTo>
                  <a:lnTo>
                    <a:pt x="231248" y="229577"/>
                  </a:lnTo>
                  <a:lnTo>
                    <a:pt x="231094" y="229409"/>
                  </a:lnTo>
                  <a:lnTo>
                    <a:pt x="230640" y="228711"/>
                  </a:lnTo>
                  <a:lnTo>
                    <a:pt x="230508" y="228526"/>
                  </a:lnTo>
                  <a:lnTo>
                    <a:pt x="230393" y="228329"/>
                  </a:lnTo>
                  <a:lnTo>
                    <a:pt x="230296" y="228124"/>
                  </a:lnTo>
                  <a:lnTo>
                    <a:pt x="229690" y="226879"/>
                  </a:lnTo>
                  <a:lnTo>
                    <a:pt x="229666" y="226724"/>
                  </a:lnTo>
                  <a:lnTo>
                    <a:pt x="224979" y="224505"/>
                  </a:lnTo>
                  <a:lnTo>
                    <a:pt x="224903" y="224303"/>
                  </a:lnTo>
                  <a:lnTo>
                    <a:pt x="224808" y="224109"/>
                  </a:lnTo>
                  <a:lnTo>
                    <a:pt x="224712" y="223950"/>
                  </a:lnTo>
                  <a:lnTo>
                    <a:pt x="224273" y="223330"/>
                  </a:lnTo>
                  <a:lnTo>
                    <a:pt x="223632" y="222452"/>
                  </a:lnTo>
                  <a:lnTo>
                    <a:pt x="223193" y="221528"/>
                  </a:lnTo>
                  <a:lnTo>
                    <a:pt x="222535" y="220536"/>
                  </a:lnTo>
                  <a:lnTo>
                    <a:pt x="222578" y="220015"/>
                  </a:lnTo>
                  <a:lnTo>
                    <a:pt x="223006" y="219314"/>
                  </a:lnTo>
                  <a:lnTo>
                    <a:pt x="222499" y="218698"/>
                  </a:lnTo>
                  <a:lnTo>
                    <a:pt x="222567" y="217806"/>
                  </a:lnTo>
                  <a:lnTo>
                    <a:pt x="222722" y="217508"/>
                  </a:lnTo>
                  <a:lnTo>
                    <a:pt x="222907" y="217061"/>
                  </a:lnTo>
                  <a:lnTo>
                    <a:pt x="222936" y="216856"/>
                  </a:lnTo>
                  <a:lnTo>
                    <a:pt x="222963" y="216640"/>
                  </a:lnTo>
                  <a:lnTo>
                    <a:pt x="223057" y="216144"/>
                  </a:lnTo>
                  <a:lnTo>
                    <a:pt x="222979" y="215790"/>
                  </a:lnTo>
                  <a:lnTo>
                    <a:pt x="223009" y="215533"/>
                  </a:lnTo>
                  <a:lnTo>
                    <a:pt x="220538" y="197785"/>
                  </a:lnTo>
                  <a:lnTo>
                    <a:pt x="220917" y="197194"/>
                  </a:lnTo>
                  <a:lnTo>
                    <a:pt x="221009" y="197026"/>
                  </a:lnTo>
                  <a:lnTo>
                    <a:pt x="221569" y="196339"/>
                  </a:lnTo>
                  <a:lnTo>
                    <a:pt x="221813" y="196004"/>
                  </a:lnTo>
                  <a:lnTo>
                    <a:pt x="221500" y="195657"/>
                  </a:lnTo>
                  <a:lnTo>
                    <a:pt x="221247" y="195238"/>
                  </a:lnTo>
                  <a:lnTo>
                    <a:pt x="221396" y="194979"/>
                  </a:lnTo>
                  <a:lnTo>
                    <a:pt x="221606" y="194582"/>
                  </a:lnTo>
                  <a:lnTo>
                    <a:pt x="221482" y="194174"/>
                  </a:lnTo>
                  <a:lnTo>
                    <a:pt x="221274" y="193736"/>
                  </a:lnTo>
                  <a:lnTo>
                    <a:pt x="221152" y="193469"/>
                  </a:lnTo>
                  <a:lnTo>
                    <a:pt x="221063" y="193236"/>
                  </a:lnTo>
                  <a:lnTo>
                    <a:pt x="220211" y="192313"/>
                  </a:lnTo>
                  <a:lnTo>
                    <a:pt x="220241" y="192143"/>
                  </a:lnTo>
                  <a:lnTo>
                    <a:pt x="220259" y="191961"/>
                  </a:lnTo>
                  <a:lnTo>
                    <a:pt x="220255" y="191778"/>
                  </a:lnTo>
                  <a:lnTo>
                    <a:pt x="220322" y="191642"/>
                  </a:lnTo>
                  <a:lnTo>
                    <a:pt x="220327" y="191396"/>
                  </a:lnTo>
                  <a:lnTo>
                    <a:pt x="219355" y="190220"/>
                  </a:lnTo>
                  <a:lnTo>
                    <a:pt x="218987" y="189785"/>
                  </a:lnTo>
                  <a:lnTo>
                    <a:pt x="218756" y="189461"/>
                  </a:lnTo>
                  <a:lnTo>
                    <a:pt x="218610" y="189249"/>
                  </a:lnTo>
                  <a:lnTo>
                    <a:pt x="218222" y="188708"/>
                  </a:lnTo>
                  <a:lnTo>
                    <a:pt x="218183" y="188462"/>
                  </a:lnTo>
                  <a:lnTo>
                    <a:pt x="218197" y="188242"/>
                  </a:lnTo>
                  <a:lnTo>
                    <a:pt x="218307" y="187863"/>
                  </a:lnTo>
                  <a:lnTo>
                    <a:pt x="218437" y="187392"/>
                  </a:lnTo>
                  <a:lnTo>
                    <a:pt x="218483" y="187067"/>
                  </a:lnTo>
                  <a:lnTo>
                    <a:pt x="218650" y="185998"/>
                  </a:lnTo>
                  <a:lnTo>
                    <a:pt x="218950" y="185136"/>
                  </a:lnTo>
                  <a:lnTo>
                    <a:pt x="219549" y="183939"/>
                  </a:lnTo>
                  <a:lnTo>
                    <a:pt x="220646" y="181143"/>
                  </a:lnTo>
                  <a:lnTo>
                    <a:pt x="220686" y="180902"/>
                  </a:lnTo>
                  <a:lnTo>
                    <a:pt x="220781" y="180484"/>
                  </a:lnTo>
                  <a:lnTo>
                    <a:pt x="221660" y="179030"/>
                  </a:lnTo>
                  <a:lnTo>
                    <a:pt x="221838" y="178747"/>
                  </a:lnTo>
                  <a:lnTo>
                    <a:pt x="221923" y="178587"/>
                  </a:lnTo>
                  <a:lnTo>
                    <a:pt x="222039" y="178379"/>
                  </a:lnTo>
                  <a:lnTo>
                    <a:pt x="222573" y="177898"/>
                  </a:lnTo>
                  <a:lnTo>
                    <a:pt x="223092" y="177909"/>
                  </a:lnTo>
                  <a:lnTo>
                    <a:pt x="223801" y="177935"/>
                  </a:lnTo>
                  <a:lnTo>
                    <a:pt x="223934" y="177908"/>
                  </a:lnTo>
                  <a:lnTo>
                    <a:pt x="224148" y="177791"/>
                  </a:lnTo>
                  <a:lnTo>
                    <a:pt x="224379" y="177533"/>
                  </a:lnTo>
                  <a:lnTo>
                    <a:pt x="224508" y="177282"/>
                  </a:lnTo>
                  <a:lnTo>
                    <a:pt x="224645" y="176994"/>
                  </a:lnTo>
                  <a:lnTo>
                    <a:pt x="224717" y="176780"/>
                  </a:lnTo>
                  <a:lnTo>
                    <a:pt x="224775" y="176429"/>
                  </a:lnTo>
                  <a:lnTo>
                    <a:pt x="224884" y="175809"/>
                  </a:lnTo>
                  <a:lnTo>
                    <a:pt x="224963" y="175325"/>
                  </a:lnTo>
                  <a:lnTo>
                    <a:pt x="225051" y="174872"/>
                  </a:lnTo>
                  <a:lnTo>
                    <a:pt x="225158" y="174418"/>
                  </a:lnTo>
                  <a:lnTo>
                    <a:pt x="225541" y="171893"/>
                  </a:lnTo>
                  <a:lnTo>
                    <a:pt x="223362" y="170218"/>
                  </a:lnTo>
                  <a:lnTo>
                    <a:pt x="222838" y="169622"/>
                  </a:lnTo>
                  <a:lnTo>
                    <a:pt x="223325" y="167866"/>
                  </a:lnTo>
                  <a:lnTo>
                    <a:pt x="223354" y="167147"/>
                  </a:lnTo>
                  <a:lnTo>
                    <a:pt x="223449" y="166221"/>
                  </a:lnTo>
                  <a:lnTo>
                    <a:pt x="223485" y="164423"/>
                  </a:lnTo>
                  <a:lnTo>
                    <a:pt x="223550" y="164111"/>
                  </a:lnTo>
                  <a:lnTo>
                    <a:pt x="223569" y="163977"/>
                  </a:lnTo>
                  <a:lnTo>
                    <a:pt x="223586" y="163843"/>
                  </a:lnTo>
                  <a:lnTo>
                    <a:pt x="223611" y="163030"/>
                  </a:lnTo>
                  <a:lnTo>
                    <a:pt x="223580" y="162844"/>
                  </a:lnTo>
                  <a:lnTo>
                    <a:pt x="223591" y="162664"/>
                  </a:lnTo>
                  <a:lnTo>
                    <a:pt x="223603" y="162509"/>
                  </a:lnTo>
                  <a:lnTo>
                    <a:pt x="223626" y="162091"/>
                  </a:lnTo>
                  <a:lnTo>
                    <a:pt x="223634" y="161568"/>
                  </a:lnTo>
                  <a:lnTo>
                    <a:pt x="223499" y="161282"/>
                  </a:lnTo>
                  <a:lnTo>
                    <a:pt x="223390" y="161034"/>
                  </a:lnTo>
                  <a:lnTo>
                    <a:pt x="223253" y="160760"/>
                  </a:lnTo>
                  <a:lnTo>
                    <a:pt x="223071" y="160425"/>
                  </a:lnTo>
                  <a:lnTo>
                    <a:pt x="223025" y="160178"/>
                  </a:lnTo>
                  <a:lnTo>
                    <a:pt x="223126" y="159739"/>
                  </a:lnTo>
                  <a:lnTo>
                    <a:pt x="222799" y="159822"/>
                  </a:lnTo>
                  <a:lnTo>
                    <a:pt x="222406" y="160248"/>
                  </a:lnTo>
                  <a:lnTo>
                    <a:pt x="222150" y="160593"/>
                  </a:lnTo>
                  <a:lnTo>
                    <a:pt x="222022" y="160736"/>
                  </a:lnTo>
                  <a:lnTo>
                    <a:pt x="221807" y="161022"/>
                  </a:lnTo>
                  <a:lnTo>
                    <a:pt x="221100" y="161565"/>
                  </a:lnTo>
                  <a:lnTo>
                    <a:pt x="220779" y="161711"/>
                  </a:lnTo>
                  <a:lnTo>
                    <a:pt x="220491" y="161867"/>
                  </a:lnTo>
                  <a:lnTo>
                    <a:pt x="220173" y="162048"/>
                  </a:lnTo>
                  <a:lnTo>
                    <a:pt x="219788" y="162262"/>
                  </a:lnTo>
                  <a:lnTo>
                    <a:pt x="219074" y="162064"/>
                  </a:lnTo>
                  <a:lnTo>
                    <a:pt x="218593" y="161129"/>
                  </a:lnTo>
                  <a:lnTo>
                    <a:pt x="218922" y="160525"/>
                  </a:lnTo>
                  <a:lnTo>
                    <a:pt x="218955" y="159007"/>
                  </a:lnTo>
                  <a:lnTo>
                    <a:pt x="218798" y="157684"/>
                  </a:lnTo>
                  <a:lnTo>
                    <a:pt x="219260" y="156114"/>
                  </a:lnTo>
                  <a:lnTo>
                    <a:pt x="218671" y="154757"/>
                  </a:lnTo>
                  <a:lnTo>
                    <a:pt x="218695" y="154576"/>
                  </a:lnTo>
                  <a:lnTo>
                    <a:pt x="218225" y="153881"/>
                  </a:lnTo>
                  <a:lnTo>
                    <a:pt x="218179" y="153028"/>
                  </a:lnTo>
                  <a:lnTo>
                    <a:pt x="217953" y="152248"/>
                  </a:lnTo>
                  <a:lnTo>
                    <a:pt x="216702" y="149904"/>
                  </a:lnTo>
                  <a:lnTo>
                    <a:pt x="215303" y="148994"/>
                  </a:lnTo>
                  <a:lnTo>
                    <a:pt x="214495" y="148560"/>
                  </a:lnTo>
                  <a:lnTo>
                    <a:pt x="214316" y="148488"/>
                  </a:lnTo>
                  <a:lnTo>
                    <a:pt x="214041" y="148446"/>
                  </a:lnTo>
                  <a:lnTo>
                    <a:pt x="213914" y="148430"/>
                  </a:lnTo>
                  <a:lnTo>
                    <a:pt x="213241" y="148430"/>
                  </a:lnTo>
                  <a:lnTo>
                    <a:pt x="213061" y="148438"/>
                  </a:lnTo>
                  <a:lnTo>
                    <a:pt x="212900" y="148452"/>
                  </a:lnTo>
                  <a:lnTo>
                    <a:pt x="206350" y="143789"/>
                  </a:lnTo>
                  <a:lnTo>
                    <a:pt x="205910" y="143768"/>
                  </a:lnTo>
                  <a:lnTo>
                    <a:pt x="203685" y="142556"/>
                  </a:lnTo>
                  <a:lnTo>
                    <a:pt x="203102" y="142059"/>
                  </a:lnTo>
                  <a:lnTo>
                    <a:pt x="202209" y="141304"/>
                  </a:lnTo>
                  <a:lnTo>
                    <a:pt x="201909" y="141047"/>
                  </a:lnTo>
                  <a:lnTo>
                    <a:pt x="201364" y="140607"/>
                  </a:lnTo>
                  <a:lnTo>
                    <a:pt x="200007" y="139494"/>
                  </a:lnTo>
                  <a:lnTo>
                    <a:pt x="198842" y="138292"/>
                  </a:lnTo>
                  <a:lnTo>
                    <a:pt x="197063" y="136035"/>
                  </a:lnTo>
                  <a:lnTo>
                    <a:pt x="196772" y="135000"/>
                  </a:lnTo>
                  <a:lnTo>
                    <a:pt x="195623" y="133423"/>
                  </a:lnTo>
                  <a:lnTo>
                    <a:pt x="192626" y="129504"/>
                  </a:lnTo>
                  <a:lnTo>
                    <a:pt x="192110" y="116711"/>
                  </a:lnTo>
                  <a:lnTo>
                    <a:pt x="192097" y="116123"/>
                  </a:lnTo>
                  <a:lnTo>
                    <a:pt x="192133" y="115925"/>
                  </a:lnTo>
                  <a:lnTo>
                    <a:pt x="192332" y="115855"/>
                  </a:lnTo>
                  <a:lnTo>
                    <a:pt x="192332" y="114983"/>
                  </a:lnTo>
                  <a:close/>
                </a:path>
              </a:pathLst>
            </a:custGeom>
            <a:solidFill>
              <a:srgbClr val="234E5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tx20"/>
            <p:cNvSpPr/>
            <p:nvPr/>
          </p:nvSpPr>
          <p:spPr>
            <a:xfrm>
              <a:off x="4574847" y="2606721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</a:t>
              </a:r>
            </a:p>
          </p:txBody>
        </p:sp>
        <p:sp>
          <p:nvSpPr>
            <p:cNvPr id="21" name="tx21"/>
            <p:cNvSpPr/>
            <p:nvPr/>
          </p:nvSpPr>
          <p:spPr>
            <a:xfrm>
              <a:off x="5046601" y="2403871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</a:t>
              </a:r>
            </a:p>
          </p:txBody>
        </p:sp>
        <p:sp>
          <p:nvSpPr>
            <p:cNvPr id="22" name="tx22"/>
            <p:cNvSpPr/>
            <p:nvPr/>
          </p:nvSpPr>
          <p:spPr>
            <a:xfrm>
              <a:off x="3267260" y="5213931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n=13</a:t>
              </a:r>
            </a:p>
          </p:txBody>
        </p:sp>
        <p:sp>
          <p:nvSpPr>
            <p:cNvPr id="23" name="tx23"/>
            <p:cNvSpPr/>
            <p:nvPr/>
          </p:nvSpPr>
          <p:spPr>
            <a:xfrm>
              <a:off x="3230762" y="5454301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</a:t>
              </a:r>
            </a:p>
          </p:txBody>
        </p:sp>
        <p:sp>
          <p:nvSpPr>
            <p:cNvPr id="24" name="tx24"/>
            <p:cNvSpPr/>
            <p:nvPr/>
          </p:nvSpPr>
          <p:spPr>
            <a:xfrm>
              <a:off x="3433541" y="5524285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n=20</a:t>
              </a:r>
            </a:p>
          </p:txBody>
        </p:sp>
        <p:sp>
          <p:nvSpPr>
            <p:cNvPr id="25" name="tx25"/>
            <p:cNvSpPr/>
            <p:nvPr/>
          </p:nvSpPr>
          <p:spPr>
            <a:xfrm>
              <a:off x="3522276" y="5311967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n=53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3154491" y="4453253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n=7</a:t>
              </a:r>
            </a:p>
          </p:txBody>
        </p:sp>
        <p:sp>
          <p:nvSpPr>
            <p:cNvPr id="27" name="tx27"/>
            <p:cNvSpPr/>
            <p:nvPr/>
          </p:nvSpPr>
          <p:spPr>
            <a:xfrm>
              <a:off x="3065988" y="5623916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n=10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2782278" y="5543038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n=45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4025227" y="3259237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3515246" y="4207113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n=44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3503694" y="4946765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n=21</a:t>
              </a:r>
            </a:p>
          </p:txBody>
        </p:sp>
        <p:sp>
          <p:nvSpPr>
            <p:cNvPr id="32" name="tx32"/>
            <p:cNvSpPr/>
            <p:nvPr/>
          </p:nvSpPr>
          <p:spPr>
            <a:xfrm>
              <a:off x="2905849" y="4956972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n=25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6037896" y="3342110"/>
              <a:ext cx="5591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pic>
          <p:nvPicPr>
            <p:cNvPr id="34" name="pic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37896" y="3526456"/>
              <a:ext cx="219455" cy="1097280"/>
            </a:xfrm>
            <a:prstGeom prst="rect">
              <a:avLst/>
            </a:prstGeom>
          </p:spPr>
        </p:pic>
        <p:sp>
          <p:nvSpPr>
            <p:cNvPr id="35" name="pl35"/>
            <p:cNvSpPr/>
            <p:nvPr/>
          </p:nvSpPr>
          <p:spPr>
            <a:xfrm>
              <a:off x="6213461" y="448014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6213461" y="427761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6213461" y="4075096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6213461" y="387257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6213461" y="367005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6037896" y="448014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6037896" y="427761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6037896" y="4075096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6037896" y="387257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6037896" y="367005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tx45"/>
            <p:cNvSpPr/>
            <p:nvPr/>
          </p:nvSpPr>
          <p:spPr>
            <a:xfrm>
              <a:off x="6326941" y="444013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6326941" y="423761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6326941" y="403509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6326941" y="383256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6326941" y="363004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2546948" y="1669789"/>
              <a:ext cx="112663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Fylkesfordeling</a:t>
              </a:r>
            </a:p>
          </p:txBody>
        </p:sp>
      </p:grpSp>
      <p:sp>
        <p:nvSpPr>
          <p:cNvPr id="5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H1N1 - fylkesfordeling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57199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483989" y="1669789"/>
              <a:ext cx="4133221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85683" y="372155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85683" y="292883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85683" y="213611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85683" y="411791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85683" y="332519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85683" y="253247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112438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323697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534955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746214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957473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168731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379990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591249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802507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3013766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3225025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3436283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3647542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3858801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4070059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4281318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918700" y="3721555"/>
              <a:ext cx="190132" cy="3963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2918700" y="3761191"/>
              <a:ext cx="190132" cy="35672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1017372" y="1858666"/>
              <a:ext cx="190132" cy="23781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017372" y="2096482"/>
              <a:ext cx="190132" cy="202143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2707441" y="3602648"/>
              <a:ext cx="190132" cy="3963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707441" y="3642284"/>
              <a:ext cx="190132" cy="47563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3974993" y="3999007"/>
              <a:ext cx="190132" cy="11890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2284924" y="3285560"/>
              <a:ext cx="190132" cy="83235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341217" y="3840463"/>
              <a:ext cx="190132" cy="3963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3341217" y="3880099"/>
              <a:ext cx="190132" cy="23781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3129958" y="3800827"/>
              <a:ext cx="190132" cy="31708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228630" y="2017210"/>
              <a:ext cx="190132" cy="43599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228630" y="2453205"/>
              <a:ext cx="190132" cy="166470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1439889" y="2334298"/>
              <a:ext cx="190132" cy="27745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1439889" y="2611749"/>
              <a:ext cx="190132" cy="150616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3552476" y="3959371"/>
              <a:ext cx="190132" cy="3963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3552476" y="3999007"/>
              <a:ext cx="190132" cy="11890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3763734" y="3959371"/>
              <a:ext cx="190132" cy="3963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3763734" y="3999007"/>
              <a:ext cx="190132" cy="11890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1651148" y="2373934"/>
              <a:ext cx="190132" cy="7927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1651148" y="2453205"/>
              <a:ext cx="190132" cy="166470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4186252" y="4038643"/>
              <a:ext cx="190132" cy="3963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4186252" y="4078279"/>
              <a:ext cx="190132" cy="3963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2496182" y="3325196"/>
              <a:ext cx="190132" cy="23781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2496182" y="3563012"/>
              <a:ext cx="190132" cy="55490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1862406" y="3127016"/>
              <a:ext cx="190132" cy="1585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1862406" y="3285560"/>
              <a:ext cx="190132" cy="83235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2073665" y="3206288"/>
              <a:ext cx="190132" cy="23781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2073665" y="3444104"/>
              <a:ext cx="190132" cy="67381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tx58"/>
            <p:cNvSpPr/>
            <p:nvPr/>
          </p:nvSpPr>
          <p:spPr>
            <a:xfrm>
              <a:off x="849602" y="4074298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781845" y="3281579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781845" y="2488860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61" name="tx61"/>
            <p:cNvSpPr/>
            <p:nvPr/>
          </p:nvSpPr>
          <p:spPr>
            <a:xfrm rot="-2700000">
              <a:off x="377464" y="4603637"/>
              <a:ext cx="89720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Akershus (n=57)</a:t>
              </a:r>
            </a:p>
          </p:txBody>
        </p:sp>
        <p:sp>
          <p:nvSpPr>
            <p:cNvPr id="62" name="tx62"/>
            <p:cNvSpPr/>
            <p:nvPr/>
          </p:nvSpPr>
          <p:spPr>
            <a:xfrm rot="-2700000">
              <a:off x="808352" y="4512664"/>
              <a:ext cx="63989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Oslo (n=53)</a:t>
              </a:r>
            </a:p>
          </p:txBody>
        </p:sp>
        <p:sp>
          <p:nvSpPr>
            <p:cNvPr id="63" name="tx63"/>
            <p:cNvSpPr/>
            <p:nvPr/>
          </p:nvSpPr>
          <p:spPr>
            <a:xfrm rot="-2700000">
              <a:off x="788196" y="4608519"/>
              <a:ext cx="9110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Rogaland (n=45)</a:t>
              </a:r>
            </a:p>
          </p:txBody>
        </p:sp>
        <p:sp>
          <p:nvSpPr>
            <p:cNvPr id="64" name="tx64"/>
            <p:cNvSpPr/>
            <p:nvPr/>
          </p:nvSpPr>
          <p:spPr>
            <a:xfrm rot="-2700000">
              <a:off x="974479" y="4618864"/>
              <a:ext cx="940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Trøndelag (n=44)</a:t>
              </a:r>
            </a:p>
          </p:txBody>
        </p:sp>
        <p:sp>
          <p:nvSpPr>
            <p:cNvPr id="65" name="tx65"/>
            <p:cNvSpPr/>
            <p:nvPr/>
          </p:nvSpPr>
          <p:spPr>
            <a:xfrm rot="-2700000">
              <a:off x="1257074" y="4589316"/>
              <a:ext cx="8567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 (n=25)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1537796" y="4560543"/>
              <a:ext cx="7753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Østfold (n=23)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1650557" y="4601342"/>
              <a:ext cx="89071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Innlandet (n=21)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1919806" y="4577322"/>
              <a:ext cx="8227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Vestfold (n=20)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2061679" y="4606062"/>
              <a:ext cx="9040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Buskerud (n=13)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2434733" y="4539044"/>
              <a:ext cx="71451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Agder (n=10)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2559280" y="4574962"/>
              <a:ext cx="81610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Nordland (n=8)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2366167" y="4742458"/>
              <a:ext cx="128985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Møre og Romsdal (n=7)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2981953" y="4574897"/>
              <a:ext cx="8159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Telemark (n=4)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3324256" y="4520617"/>
              <a:ext cx="6623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Troms (n=4)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3392919" y="4579682"/>
              <a:ext cx="82945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Finnmark (n=3)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3742871" y="4522233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(n=2)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2400475" y="5329010"/>
              <a:ext cx="59280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Fylke (n)</a:t>
              </a:r>
            </a:p>
          </p:txBody>
        </p:sp>
        <p:sp>
          <p:nvSpPr>
            <p:cNvPr id="78" name="tx78"/>
            <p:cNvSpPr/>
            <p:nvPr/>
          </p:nvSpPr>
          <p:spPr>
            <a:xfrm rot="-5400000">
              <a:off x="352387" y="2933701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79" name="pl79"/>
            <p:cNvSpPr/>
            <p:nvPr/>
          </p:nvSpPr>
          <p:spPr>
            <a:xfrm>
              <a:off x="5118905" y="3835509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5118905" y="327069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5118905" y="270588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5118905" y="214107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5118905" y="411791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5118905" y="355310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5118905" y="298829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5118905" y="242347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5118905" y="185866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5245660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5456919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5668177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5879436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090695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301953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513212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724471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935729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7146988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358247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569505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7780764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7992023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8203281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8414540" y="1745704"/>
              <a:ext cx="0" cy="2485173"/>
            </a:xfrm>
            <a:custGeom>
              <a:avLst/>
              <a:pathLst>
                <a:path w="0" h="2485173">
                  <a:moveTo>
                    <a:pt x="0" y="248517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051922" y="1858666"/>
              <a:ext cx="190132" cy="22592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7051922" y="2084591"/>
              <a:ext cx="190132" cy="203332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5150594" y="1858666"/>
              <a:ext cx="190132" cy="23781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5150594" y="2096482"/>
              <a:ext cx="190132" cy="202143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6840663" y="1858666"/>
              <a:ext cx="190132" cy="17378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6840663" y="2032455"/>
              <a:ext cx="190132" cy="208546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8108215" y="1858666"/>
              <a:ext cx="190132" cy="225924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6418146" y="1858666"/>
              <a:ext cx="190132" cy="225924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7474439" y="1858666"/>
              <a:ext cx="190132" cy="32274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7474439" y="2181416"/>
              <a:ext cx="190132" cy="193649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7263180" y="1858666"/>
              <a:ext cx="190132" cy="225924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5361852" y="1858666"/>
              <a:ext cx="190132" cy="46890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5361852" y="2327567"/>
              <a:ext cx="190132" cy="179034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5573111" y="1858666"/>
              <a:ext cx="190132" cy="35143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5573111" y="2210105"/>
              <a:ext cx="190132" cy="190780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7685698" y="1858666"/>
              <a:ext cx="190132" cy="564812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7685698" y="2423478"/>
              <a:ext cx="190132" cy="169443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7896956" y="1858666"/>
              <a:ext cx="190132" cy="564812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7896956" y="2423478"/>
              <a:ext cx="190132" cy="169443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5784370" y="1858666"/>
              <a:ext cx="190132" cy="10269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5784370" y="1961359"/>
              <a:ext cx="190132" cy="215655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8319474" y="1858666"/>
              <a:ext cx="190132" cy="112962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8319474" y="2988291"/>
              <a:ext cx="190132" cy="112962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6629404" y="1858666"/>
              <a:ext cx="190132" cy="67777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6629404" y="2536441"/>
              <a:ext cx="190132" cy="158147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5995628" y="1858666"/>
              <a:ext cx="190132" cy="36147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5995628" y="2220146"/>
              <a:ext cx="190132" cy="189776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6206887" y="1858666"/>
              <a:ext cx="190132" cy="58936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6206887" y="2448035"/>
              <a:ext cx="190132" cy="166987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tx133"/>
            <p:cNvSpPr/>
            <p:nvPr/>
          </p:nvSpPr>
          <p:spPr>
            <a:xfrm>
              <a:off x="4874559" y="4074298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34" name="tx134"/>
            <p:cNvSpPr/>
            <p:nvPr/>
          </p:nvSpPr>
          <p:spPr>
            <a:xfrm>
              <a:off x="4806802" y="3509486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35" name="tx135"/>
            <p:cNvSpPr/>
            <p:nvPr/>
          </p:nvSpPr>
          <p:spPr>
            <a:xfrm>
              <a:off x="4806802" y="2944674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36" name="tx136"/>
            <p:cNvSpPr/>
            <p:nvPr/>
          </p:nvSpPr>
          <p:spPr>
            <a:xfrm>
              <a:off x="4806802" y="237986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37" name="tx137"/>
            <p:cNvSpPr/>
            <p:nvPr/>
          </p:nvSpPr>
          <p:spPr>
            <a:xfrm>
              <a:off x="4739045" y="1815049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38" name="tx138"/>
            <p:cNvSpPr/>
            <p:nvPr/>
          </p:nvSpPr>
          <p:spPr>
            <a:xfrm rot="-2700000">
              <a:off x="4510686" y="4603637"/>
              <a:ext cx="89720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Akershus (n=57)</a:t>
              </a:r>
            </a:p>
          </p:txBody>
        </p:sp>
        <p:sp>
          <p:nvSpPr>
            <p:cNvPr id="139" name="tx139"/>
            <p:cNvSpPr/>
            <p:nvPr/>
          </p:nvSpPr>
          <p:spPr>
            <a:xfrm rot="-2700000">
              <a:off x="4941574" y="4512664"/>
              <a:ext cx="63989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Oslo (n=53)</a:t>
              </a:r>
            </a:p>
          </p:txBody>
        </p:sp>
        <p:sp>
          <p:nvSpPr>
            <p:cNvPr id="140" name="tx140"/>
            <p:cNvSpPr/>
            <p:nvPr/>
          </p:nvSpPr>
          <p:spPr>
            <a:xfrm rot="-2700000">
              <a:off x="4921418" y="4608519"/>
              <a:ext cx="9110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Rogaland (n=45)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5107701" y="4618864"/>
              <a:ext cx="940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Trøndelag (n=44)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5390296" y="4589316"/>
              <a:ext cx="8567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 (n=25)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5671018" y="4560543"/>
              <a:ext cx="7753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Østfold (n=23)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5783779" y="4601342"/>
              <a:ext cx="89071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Innlandet (n=21)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6053028" y="4577322"/>
              <a:ext cx="8227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Vestfold (n=20)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6194901" y="4606062"/>
              <a:ext cx="90406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Buskerud (n=13)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567955" y="4539044"/>
              <a:ext cx="71451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Agder (n=10)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692502" y="4574962"/>
              <a:ext cx="81610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Nordland (n=8)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499389" y="4742458"/>
              <a:ext cx="128985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Møre og Romsdal (n=7)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7115175" y="4574897"/>
              <a:ext cx="8159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Telemark (n=4)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7457478" y="4520617"/>
              <a:ext cx="6623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Troms (n=4)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7526141" y="4579682"/>
              <a:ext cx="82945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Finnmark (n=3)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7876093" y="4522233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(n=2)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6533697" y="5329010"/>
              <a:ext cx="59280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Fylke (n)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5400000">
              <a:off x="4279915" y="2933701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3732463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57" name="rc157"/>
            <p:cNvSpPr/>
            <p:nvPr/>
          </p:nvSpPr>
          <p:spPr>
            <a:xfrm>
              <a:off x="4453796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8" name="rc158"/>
            <p:cNvSpPr/>
            <p:nvPr/>
          </p:nvSpPr>
          <p:spPr>
            <a:xfrm>
              <a:off x="5116227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9" name="tx159"/>
            <p:cNvSpPr/>
            <p:nvPr/>
          </p:nvSpPr>
          <p:spPr>
            <a:xfrm>
              <a:off x="4739349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160" name="tx160"/>
            <p:cNvSpPr/>
            <p:nvPr/>
          </p:nvSpPr>
          <p:spPr>
            <a:xfrm>
              <a:off x="5401780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</p:grpSp>
      <p:sp>
        <p:nvSpPr>
          <p:cNvPr id="16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H1N1 etter Fylke (antall + %)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91078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517867" y="1669789"/>
              <a:ext cx="4099343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53440" y="397811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53440" y="334228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53440" y="270645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53440" y="207061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53440" y="429603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53440" y="366020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53440" y="302436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053440" y="238853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053440" y="175269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381360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927894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474429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3020963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3567497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114031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228488" y="3736501"/>
              <a:ext cx="491880" cy="2543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2228488" y="3761935"/>
              <a:ext cx="491880" cy="53410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2775022" y="4105285"/>
              <a:ext cx="491880" cy="1271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2775022" y="4118002"/>
              <a:ext cx="491880" cy="17803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3321557" y="4168869"/>
              <a:ext cx="491880" cy="1271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3321557" y="4181585"/>
              <a:ext cx="491880" cy="11445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3868091" y="4270602"/>
              <a:ext cx="491880" cy="1271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3868091" y="4283319"/>
              <a:ext cx="491880" cy="1271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1681954" y="3316851"/>
              <a:ext cx="491880" cy="15260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1681954" y="3469451"/>
              <a:ext cx="491880" cy="82658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135420" y="1867148"/>
              <a:ext cx="491880" cy="39421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1135420" y="2261366"/>
              <a:ext cx="491880" cy="203466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tx34"/>
            <p:cNvSpPr/>
            <p:nvPr/>
          </p:nvSpPr>
          <p:spPr>
            <a:xfrm>
              <a:off x="917359" y="4252419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849602" y="3616584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781845" y="2980750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37" name="tx37"/>
            <p:cNvSpPr/>
            <p:nvPr/>
          </p:nvSpPr>
          <p:spPr>
            <a:xfrm>
              <a:off x="781845" y="2344916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150</a:t>
              </a:r>
            </a:p>
          </p:txBody>
        </p:sp>
        <p:sp>
          <p:nvSpPr>
            <p:cNvPr id="38" name="tx38"/>
            <p:cNvSpPr/>
            <p:nvPr/>
          </p:nvSpPr>
          <p:spPr>
            <a:xfrm>
              <a:off x="781845" y="1709081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39" name="tx39"/>
            <p:cNvSpPr/>
            <p:nvPr/>
          </p:nvSpPr>
          <p:spPr>
            <a:xfrm rot="-2700000">
              <a:off x="576923" y="4819013"/>
              <a:ext cx="9785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Østlandet (n=191)</a:t>
              </a:r>
            </a:p>
          </p:txBody>
        </p:sp>
        <p:sp>
          <p:nvSpPr>
            <p:cNvPr id="40" name="tx40"/>
            <p:cNvSpPr/>
            <p:nvPr/>
          </p:nvSpPr>
          <p:spPr>
            <a:xfrm rot="-2700000">
              <a:off x="1140784" y="4811836"/>
              <a:ext cx="9582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Vestlandet (n=77)</a:t>
              </a:r>
            </a:p>
          </p:txBody>
        </p:sp>
        <p:sp>
          <p:nvSpPr>
            <p:cNvPr id="41" name="tx41"/>
            <p:cNvSpPr/>
            <p:nvPr/>
          </p:nvSpPr>
          <p:spPr>
            <a:xfrm rot="-2700000">
              <a:off x="1658518" y="4823765"/>
              <a:ext cx="99203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Midt-Norge (n=44)</a:t>
              </a:r>
            </a:p>
          </p:txBody>
        </p:sp>
        <p:sp>
          <p:nvSpPr>
            <p:cNvPr id="42" name="tx42"/>
            <p:cNvSpPr/>
            <p:nvPr/>
          </p:nvSpPr>
          <p:spPr>
            <a:xfrm rot="-2700000">
              <a:off x="2176096" y="4835759"/>
              <a:ext cx="10259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Nord-Norge (n=15)</a:t>
              </a:r>
            </a:p>
          </p:txBody>
        </p:sp>
        <p:sp>
          <p:nvSpPr>
            <p:cNvPr id="43" name="tx43"/>
            <p:cNvSpPr/>
            <p:nvPr/>
          </p:nvSpPr>
          <p:spPr>
            <a:xfrm rot="-2700000">
              <a:off x="2815118" y="4797449"/>
              <a:ext cx="91760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Sørlandet (n=10)</a:t>
              </a:r>
            </a:p>
          </p:txBody>
        </p:sp>
        <p:sp>
          <p:nvSpPr>
            <p:cNvPr id="44" name="tx44"/>
            <p:cNvSpPr/>
            <p:nvPr/>
          </p:nvSpPr>
          <p:spPr>
            <a:xfrm rot="-2700000">
              <a:off x="3575584" y="4708836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(n=2)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2324054" y="5329010"/>
              <a:ext cx="84728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Landsdel (n)</a:t>
              </a:r>
            </a:p>
          </p:txBody>
        </p:sp>
        <p:sp>
          <p:nvSpPr>
            <p:cNvPr id="46" name="tx46"/>
            <p:cNvSpPr/>
            <p:nvPr/>
          </p:nvSpPr>
          <p:spPr>
            <a:xfrm rot="-5400000">
              <a:off x="352387" y="3027002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47" name="pl47"/>
            <p:cNvSpPr/>
            <p:nvPr/>
          </p:nvSpPr>
          <p:spPr>
            <a:xfrm>
              <a:off x="5152783" y="399242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152783" y="338520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152783" y="277798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152783" y="217075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152783" y="429603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152783" y="368881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152783" y="308159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52783" y="247437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52783" y="186714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5480704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6027238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6573772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7120306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7666840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8213375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6327832" y="1867148"/>
              <a:ext cx="491880" cy="11040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6327832" y="1977552"/>
              <a:ext cx="491880" cy="231848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6874366" y="1867148"/>
              <a:ext cx="491880" cy="16192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6874366" y="2029074"/>
              <a:ext cx="491880" cy="226696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7420900" y="1867148"/>
              <a:ext cx="491880" cy="24288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7420900" y="2110037"/>
              <a:ext cx="491880" cy="218599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7967434" y="1867148"/>
              <a:ext cx="491880" cy="12144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7967434" y="3081592"/>
              <a:ext cx="491880" cy="12144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5781298" y="1867148"/>
              <a:ext cx="491880" cy="37852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781298" y="2245676"/>
              <a:ext cx="491880" cy="205035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234763" y="1867148"/>
              <a:ext cx="491880" cy="39421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234763" y="2261366"/>
              <a:ext cx="491880" cy="203466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tx74"/>
            <p:cNvSpPr/>
            <p:nvPr/>
          </p:nvSpPr>
          <p:spPr>
            <a:xfrm>
              <a:off x="4908437" y="4252419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4840680" y="364519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4840680" y="303797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4840680" y="2430753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4772923" y="1823531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4676266" y="4819013"/>
              <a:ext cx="9785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Østlandet (n=191)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5240127" y="4811836"/>
              <a:ext cx="9582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Vestlandet (n=77)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5757861" y="4823765"/>
              <a:ext cx="99203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Midt-Norge (n=44)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6275439" y="4835759"/>
              <a:ext cx="10259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Nord-Norge (n=15)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6914461" y="4797449"/>
              <a:ext cx="91760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Sørlandet (n=10)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7674928" y="4708836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(n=2)</a:t>
              </a:r>
            </a:p>
          </p:txBody>
        </p:sp>
        <p:sp>
          <p:nvSpPr>
            <p:cNvPr id="85" name="tx85"/>
            <p:cNvSpPr/>
            <p:nvPr/>
          </p:nvSpPr>
          <p:spPr>
            <a:xfrm>
              <a:off x="6423398" y="5329010"/>
              <a:ext cx="84728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Landsdel (n)</a:t>
              </a:r>
            </a:p>
          </p:txBody>
        </p:sp>
        <p:sp>
          <p:nvSpPr>
            <p:cNvPr id="86" name="tx86"/>
            <p:cNvSpPr/>
            <p:nvPr/>
          </p:nvSpPr>
          <p:spPr>
            <a:xfrm rot="-5400000">
              <a:off x="4313793" y="3027002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3766341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88" name="rc88"/>
            <p:cNvSpPr/>
            <p:nvPr/>
          </p:nvSpPr>
          <p:spPr>
            <a:xfrm>
              <a:off x="4487674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5150106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tx90"/>
            <p:cNvSpPr/>
            <p:nvPr/>
          </p:nvSpPr>
          <p:spPr>
            <a:xfrm>
              <a:off x="4773227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91" name="tx91"/>
            <p:cNvSpPr/>
            <p:nvPr/>
          </p:nvSpPr>
          <p:spPr>
            <a:xfrm>
              <a:off x="5435659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</p:grpSp>
      <p:sp>
        <p:nvSpPr>
          <p:cNvPr id="9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H1N1 etter Landsdel (antall + %)</a:t>
            </a: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91078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517867" y="1669789"/>
              <a:ext cx="4099343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53440" y="399619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53440" y="304941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53440" y="210264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53440" y="446958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53440" y="352280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53440" y="257603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444422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096059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747696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399333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4050970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2454459" y="3882586"/>
              <a:ext cx="586473" cy="3787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2454459" y="3920457"/>
              <a:ext cx="586473" cy="54913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3106096" y="3920457"/>
              <a:ext cx="586473" cy="3787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3106096" y="3958328"/>
              <a:ext cx="586473" cy="51126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1151185" y="1875413"/>
              <a:ext cx="586473" cy="4165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1151185" y="2291996"/>
              <a:ext cx="586473" cy="217759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3757733" y="4204491"/>
              <a:ext cx="586473" cy="11361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3757733" y="4318104"/>
              <a:ext cx="586473" cy="15148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802822" y="2045833"/>
              <a:ext cx="586473" cy="30296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802822" y="2348802"/>
              <a:ext cx="586473" cy="21207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tx28"/>
            <p:cNvSpPr/>
            <p:nvPr/>
          </p:nvSpPr>
          <p:spPr>
            <a:xfrm>
              <a:off x="917359" y="4425972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849602" y="3479192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781845" y="2532413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31" name="tx31"/>
            <p:cNvSpPr/>
            <p:nvPr/>
          </p:nvSpPr>
          <p:spPr>
            <a:xfrm rot="-2700000">
              <a:off x="819028" y="4926668"/>
              <a:ext cx="76882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25-59 (n=137)</a:t>
              </a:r>
            </a:p>
          </p:txBody>
        </p:sp>
        <p:sp>
          <p:nvSpPr>
            <p:cNvPr id="32" name="tx32"/>
            <p:cNvSpPr/>
            <p:nvPr/>
          </p:nvSpPr>
          <p:spPr>
            <a:xfrm rot="-2700000">
              <a:off x="1560265" y="4889554"/>
              <a:ext cx="66385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60+ (n=128)</a:t>
              </a:r>
            </a:p>
          </p:txBody>
        </p:sp>
        <p:sp>
          <p:nvSpPr>
            <p:cNvPr id="33" name="tx33"/>
            <p:cNvSpPr/>
            <p:nvPr/>
          </p:nvSpPr>
          <p:spPr>
            <a:xfrm rot="-2700000">
              <a:off x="2295805" y="4854801"/>
              <a:ext cx="5655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0-4 (n=31)</a:t>
              </a:r>
            </a:p>
          </p:txBody>
        </p:sp>
        <p:sp>
          <p:nvSpPr>
            <p:cNvPr id="34" name="tx34"/>
            <p:cNvSpPr/>
            <p:nvPr/>
          </p:nvSpPr>
          <p:spPr>
            <a:xfrm rot="-2700000">
              <a:off x="2831773" y="4902712"/>
              <a:ext cx="7010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15-24 (n=29)</a:t>
              </a:r>
            </a:p>
          </p:txBody>
        </p:sp>
        <p:sp>
          <p:nvSpPr>
            <p:cNvPr id="35" name="tx35"/>
            <p:cNvSpPr/>
            <p:nvPr/>
          </p:nvSpPr>
          <p:spPr>
            <a:xfrm rot="-2700000">
              <a:off x="3541245" y="4878756"/>
              <a:ext cx="6333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5-14 (n=14)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2180082" y="5329010"/>
              <a:ext cx="113522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Aldersgruppe (n)</a:t>
              </a:r>
            </a:p>
          </p:txBody>
        </p:sp>
        <p:sp>
          <p:nvSpPr>
            <p:cNvPr id="37" name="tx37"/>
            <p:cNvSpPr/>
            <p:nvPr/>
          </p:nvSpPr>
          <p:spPr>
            <a:xfrm rot="-5400000">
              <a:off x="352387" y="3117911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38" name="pl38"/>
            <p:cNvSpPr/>
            <p:nvPr/>
          </p:nvSpPr>
          <p:spPr>
            <a:xfrm>
              <a:off x="5152783" y="414531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152783" y="349677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152783" y="284822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5152783" y="219968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5152783" y="446958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5152783" y="382104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5152783" y="317250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5152783" y="252395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5152783" y="187541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5543765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6195402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6847039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7498676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8150313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6553803" y="1875413"/>
              <a:ext cx="586473" cy="16736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6553803" y="2042779"/>
              <a:ext cx="586473" cy="242681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7205439" y="1875413"/>
              <a:ext cx="586473" cy="17890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7205439" y="2054321"/>
              <a:ext cx="586473" cy="241526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5250529" y="1875413"/>
              <a:ext cx="586473" cy="4165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5250529" y="2291996"/>
              <a:ext cx="586473" cy="217759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7857076" y="1875413"/>
              <a:ext cx="586473" cy="111178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7857076" y="2987202"/>
              <a:ext cx="586473" cy="14823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5902166" y="1875413"/>
              <a:ext cx="586473" cy="324272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5902166" y="2199685"/>
              <a:ext cx="586473" cy="226990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tx62"/>
            <p:cNvSpPr/>
            <p:nvPr/>
          </p:nvSpPr>
          <p:spPr>
            <a:xfrm>
              <a:off x="4908437" y="4425972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4840680" y="3777428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4840680" y="3128884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4840680" y="2480340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4772923" y="1831796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4918372" y="4926668"/>
              <a:ext cx="76882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25-59 (n=137)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5659609" y="4889554"/>
              <a:ext cx="66385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60+ (n=128)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6395148" y="4854801"/>
              <a:ext cx="5655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0-4 (n=31)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6931117" y="4902712"/>
              <a:ext cx="7010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15-24 (n=29)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7640588" y="4878756"/>
              <a:ext cx="6333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5-14 (n=14)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279425" y="5329010"/>
              <a:ext cx="113522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Aldersgruppe (n)</a:t>
              </a:r>
            </a:p>
          </p:txBody>
        </p:sp>
        <p:sp>
          <p:nvSpPr>
            <p:cNvPr id="73" name="tx73"/>
            <p:cNvSpPr/>
            <p:nvPr/>
          </p:nvSpPr>
          <p:spPr>
            <a:xfrm rot="-5400000">
              <a:off x="4313793" y="3117911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3766341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75" name="rc75"/>
            <p:cNvSpPr/>
            <p:nvPr/>
          </p:nvSpPr>
          <p:spPr>
            <a:xfrm>
              <a:off x="4487674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150106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tx77"/>
            <p:cNvSpPr/>
            <p:nvPr/>
          </p:nvSpPr>
          <p:spPr>
            <a:xfrm>
              <a:off x="4773227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5435659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</p:grpSp>
      <p:sp>
        <p:nvSpPr>
          <p:cNvPr id="7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H1N1 etter Aldersgruppe (antall + %)</a:t>
            </a: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91078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517867" y="1669789"/>
              <a:ext cx="4099343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53440" y="387045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53440" y="340244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53440" y="293444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53440" y="246643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53440" y="199842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53440" y="410446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53440" y="363645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053440" y="3168446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053440" y="270043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053440" y="223243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053440" y="176442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688786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747696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3806606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3330096" y="3982778"/>
              <a:ext cx="953018" cy="936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3330096" y="3992138"/>
              <a:ext cx="953018" cy="11232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2271186" y="3299488"/>
              <a:ext cx="953018" cy="11232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2271186" y="3411809"/>
              <a:ext cx="953018" cy="69265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1212276" y="1858026"/>
              <a:ext cx="953018" cy="32760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212276" y="2185631"/>
              <a:ext cx="953018" cy="191882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tx27"/>
            <p:cNvSpPr/>
            <p:nvPr/>
          </p:nvSpPr>
          <p:spPr>
            <a:xfrm>
              <a:off x="917359" y="4060843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849602" y="359283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781845" y="3124829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781845" y="2656822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150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781845" y="2188814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32" name="tx32"/>
            <p:cNvSpPr/>
            <p:nvPr/>
          </p:nvSpPr>
          <p:spPr>
            <a:xfrm>
              <a:off x="781845" y="1720807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250</a:t>
              </a:r>
            </a:p>
          </p:txBody>
        </p:sp>
        <p:sp>
          <p:nvSpPr>
            <p:cNvPr id="33" name="tx33"/>
            <p:cNvSpPr/>
            <p:nvPr/>
          </p:nvSpPr>
          <p:spPr>
            <a:xfrm rot="-2700000">
              <a:off x="693909" y="4697197"/>
              <a:ext cx="120170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POLIKLINISK (n=240)</a:t>
              </a:r>
            </a:p>
          </p:txBody>
        </p:sp>
        <p:sp>
          <p:nvSpPr>
            <p:cNvPr id="34" name="tx34"/>
            <p:cNvSpPr/>
            <p:nvPr/>
          </p:nvSpPr>
          <p:spPr>
            <a:xfrm rot="-2700000">
              <a:off x="1660565" y="4735410"/>
              <a:ext cx="130978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INNELIGGENDE (n=86)</a:t>
              </a:r>
            </a:p>
          </p:txBody>
        </p:sp>
        <p:sp>
          <p:nvSpPr>
            <p:cNvPr id="35" name="tx35"/>
            <p:cNvSpPr/>
            <p:nvPr/>
          </p:nvSpPr>
          <p:spPr>
            <a:xfrm rot="-2700000">
              <a:off x="3012158" y="4614177"/>
              <a:ext cx="96688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IKKESATT (n=13)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2175830" y="5329010"/>
              <a:ext cx="114373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Pasientstatus (n)</a:t>
              </a:r>
            </a:p>
          </p:txBody>
        </p:sp>
        <p:sp>
          <p:nvSpPr>
            <p:cNvPr id="37" name="tx37"/>
            <p:cNvSpPr/>
            <p:nvPr/>
          </p:nvSpPr>
          <p:spPr>
            <a:xfrm rot="-5400000">
              <a:off x="352387" y="2926653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38" name="pl38"/>
            <p:cNvSpPr/>
            <p:nvPr/>
          </p:nvSpPr>
          <p:spPr>
            <a:xfrm>
              <a:off x="5152783" y="3823656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152783" y="326204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152783" y="270043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5152783" y="213883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5152783" y="410446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5152783" y="354285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5152783" y="298124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5152783" y="241963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5152783" y="1858026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5788129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6847039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7905949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7429440" y="1858026"/>
              <a:ext cx="953018" cy="172802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7429440" y="2030828"/>
              <a:ext cx="953018" cy="207363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6370530" y="1858026"/>
              <a:ext cx="953018" cy="31345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6370530" y="2171482"/>
              <a:ext cx="953018" cy="193297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5311620" y="1858026"/>
              <a:ext cx="953018" cy="32760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5311620" y="2185631"/>
              <a:ext cx="953018" cy="191882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tx56"/>
            <p:cNvSpPr/>
            <p:nvPr/>
          </p:nvSpPr>
          <p:spPr>
            <a:xfrm>
              <a:off x="4908437" y="4060843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57" name="tx57"/>
            <p:cNvSpPr/>
            <p:nvPr/>
          </p:nvSpPr>
          <p:spPr>
            <a:xfrm>
              <a:off x="4840680" y="349923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4840680" y="2937626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4840680" y="237601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4772923" y="1814409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61" name="tx61"/>
            <p:cNvSpPr/>
            <p:nvPr/>
          </p:nvSpPr>
          <p:spPr>
            <a:xfrm rot="-2700000">
              <a:off x="4793252" y="4697197"/>
              <a:ext cx="120170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POLIKLINISK (n=240)</a:t>
              </a:r>
            </a:p>
          </p:txBody>
        </p:sp>
        <p:sp>
          <p:nvSpPr>
            <p:cNvPr id="62" name="tx62"/>
            <p:cNvSpPr/>
            <p:nvPr/>
          </p:nvSpPr>
          <p:spPr>
            <a:xfrm rot="-2700000">
              <a:off x="5759908" y="4735410"/>
              <a:ext cx="130978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INNELIGGENDE (n=86)</a:t>
              </a:r>
            </a:p>
          </p:txBody>
        </p:sp>
        <p:sp>
          <p:nvSpPr>
            <p:cNvPr id="63" name="tx63"/>
            <p:cNvSpPr/>
            <p:nvPr/>
          </p:nvSpPr>
          <p:spPr>
            <a:xfrm rot="-2700000">
              <a:off x="7111502" y="4614177"/>
              <a:ext cx="96688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IKKESATT (n=13)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6275173" y="5329010"/>
              <a:ext cx="114373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Pasientstatus (n)</a:t>
              </a:r>
            </a:p>
          </p:txBody>
        </p:sp>
        <p:sp>
          <p:nvSpPr>
            <p:cNvPr id="65" name="tx65"/>
            <p:cNvSpPr/>
            <p:nvPr/>
          </p:nvSpPr>
          <p:spPr>
            <a:xfrm rot="-5400000">
              <a:off x="4313793" y="2926653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3766341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67" name="rc67"/>
            <p:cNvSpPr/>
            <p:nvPr/>
          </p:nvSpPr>
          <p:spPr>
            <a:xfrm>
              <a:off x="4487674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150106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tx69"/>
            <p:cNvSpPr/>
            <p:nvPr/>
          </p:nvSpPr>
          <p:spPr>
            <a:xfrm>
              <a:off x="4773227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5435659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</p:grpSp>
      <p:sp>
        <p:nvSpPr>
          <p:cNvPr id="7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H1N1 etter Pasientstatus (antall + %)</a:t>
            </a: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91078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517867" y="1669789"/>
              <a:ext cx="4099343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53440" y="382067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53440" y="305287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53440" y="228508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53440" y="420456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53440" y="343677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53440" y="266897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53440" y="190118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977579" y="1745704"/>
              <a:ext cx="0" cy="2575953"/>
            </a:xfrm>
            <a:custGeom>
              <a:avLst/>
              <a:pathLst>
                <a:path w="0" h="2575953">
                  <a:moveTo>
                    <a:pt x="0" y="257595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517812" y="1745704"/>
              <a:ext cx="0" cy="2575953"/>
            </a:xfrm>
            <a:custGeom>
              <a:avLst/>
              <a:pathLst>
                <a:path w="0" h="2575953">
                  <a:moveTo>
                    <a:pt x="0" y="257595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rc16"/>
            <p:cNvSpPr/>
            <p:nvPr/>
          </p:nvSpPr>
          <p:spPr>
            <a:xfrm>
              <a:off x="1284475" y="1862793"/>
              <a:ext cx="1386209" cy="32247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1284475" y="2185267"/>
              <a:ext cx="1386209" cy="201930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2824707" y="3943518"/>
              <a:ext cx="1386209" cy="460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2824707" y="3989585"/>
              <a:ext cx="1386209" cy="21498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tx20"/>
            <p:cNvSpPr/>
            <p:nvPr/>
          </p:nvSpPr>
          <p:spPr>
            <a:xfrm>
              <a:off x="917359" y="4160951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21" name="tx21"/>
            <p:cNvSpPr/>
            <p:nvPr/>
          </p:nvSpPr>
          <p:spPr>
            <a:xfrm>
              <a:off x="781845" y="3393156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22" name="tx22"/>
            <p:cNvSpPr/>
            <p:nvPr/>
          </p:nvSpPr>
          <p:spPr>
            <a:xfrm>
              <a:off x="781845" y="2625361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23" name="tx23"/>
            <p:cNvSpPr/>
            <p:nvPr/>
          </p:nvSpPr>
          <p:spPr>
            <a:xfrm>
              <a:off x="781845" y="1857566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300</a:t>
              </a:r>
            </a:p>
          </p:txBody>
        </p:sp>
        <p:sp>
          <p:nvSpPr>
            <p:cNvPr id="24" name="tx24"/>
            <p:cNvSpPr/>
            <p:nvPr/>
          </p:nvSpPr>
          <p:spPr>
            <a:xfrm rot="-2700000">
              <a:off x="1017044" y="4787848"/>
              <a:ext cx="11614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Non-Sentinel (n=305)</a:t>
              </a:r>
            </a:p>
          </p:txBody>
        </p:sp>
        <p:sp>
          <p:nvSpPr>
            <p:cNvPr id="25" name="tx25"/>
            <p:cNvSpPr/>
            <p:nvPr/>
          </p:nvSpPr>
          <p:spPr>
            <a:xfrm rot="-2700000">
              <a:off x="2840516" y="4670526"/>
              <a:ext cx="82963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Sentinel (n=34)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1921718" y="5329010"/>
              <a:ext cx="165195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Prøvekategorigruppe (n)</a:t>
              </a:r>
            </a:p>
          </p:txBody>
        </p:sp>
        <p:sp>
          <p:nvSpPr>
            <p:cNvPr id="27" name="tx27"/>
            <p:cNvSpPr/>
            <p:nvPr/>
          </p:nvSpPr>
          <p:spPr>
            <a:xfrm rot="-5400000">
              <a:off x="352387" y="2979091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28" name="pl28"/>
            <p:cNvSpPr/>
            <p:nvPr/>
          </p:nvSpPr>
          <p:spPr>
            <a:xfrm>
              <a:off x="5152783" y="3911846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5152783" y="332640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5152783" y="274095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5152783" y="215551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5152783" y="420456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5152783" y="361912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5152783" y="303368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5152783" y="244823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5152783" y="186279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6076923" y="1745704"/>
              <a:ext cx="0" cy="2575953"/>
            </a:xfrm>
            <a:custGeom>
              <a:avLst/>
              <a:pathLst>
                <a:path w="0" h="2575953">
                  <a:moveTo>
                    <a:pt x="0" y="257595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7617156" y="1745704"/>
              <a:ext cx="0" cy="2575953"/>
            </a:xfrm>
            <a:custGeom>
              <a:avLst/>
              <a:pathLst>
                <a:path w="0" h="2575953">
                  <a:moveTo>
                    <a:pt x="0" y="257595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5383818" y="1862793"/>
              <a:ext cx="1386209" cy="32247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5383818" y="2185267"/>
              <a:ext cx="1386209" cy="201930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6924051" y="1862793"/>
              <a:ext cx="1386209" cy="41325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6924051" y="2276047"/>
              <a:ext cx="1386209" cy="192852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tx43"/>
            <p:cNvSpPr/>
            <p:nvPr/>
          </p:nvSpPr>
          <p:spPr>
            <a:xfrm>
              <a:off x="4908437" y="4160951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4840680" y="357550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4840680" y="2990064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4840680" y="2404620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4772923" y="1819176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48" name="tx48"/>
            <p:cNvSpPr/>
            <p:nvPr/>
          </p:nvSpPr>
          <p:spPr>
            <a:xfrm rot="-2700000">
              <a:off x="5116387" y="4787848"/>
              <a:ext cx="11614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Non-Sentinel (n=305)</a:t>
              </a:r>
            </a:p>
          </p:txBody>
        </p:sp>
        <p:sp>
          <p:nvSpPr>
            <p:cNvPr id="49" name="tx49"/>
            <p:cNvSpPr/>
            <p:nvPr/>
          </p:nvSpPr>
          <p:spPr>
            <a:xfrm rot="-2700000">
              <a:off x="6939859" y="4670526"/>
              <a:ext cx="82963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Sentinel (n=34)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6021062" y="5329010"/>
              <a:ext cx="165195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Prøvekategorigruppe (n)</a:t>
              </a:r>
            </a:p>
          </p:txBody>
        </p:sp>
        <p:sp>
          <p:nvSpPr>
            <p:cNvPr id="51" name="tx51"/>
            <p:cNvSpPr/>
            <p:nvPr/>
          </p:nvSpPr>
          <p:spPr>
            <a:xfrm rot="-5400000">
              <a:off x="4313793" y="2979091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766341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53" name="rc53"/>
            <p:cNvSpPr/>
            <p:nvPr/>
          </p:nvSpPr>
          <p:spPr>
            <a:xfrm>
              <a:off x="4487674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5150106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tx55"/>
            <p:cNvSpPr/>
            <p:nvPr/>
          </p:nvSpPr>
          <p:spPr>
            <a:xfrm>
              <a:off x="4773227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5435659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</p:grpSp>
      <p:sp>
        <p:nvSpPr>
          <p:cNvPr id="5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H1N1 etter Prøvekategorigruppe (antall + %)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2985357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2832189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2679021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52585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237268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24935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63622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01061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397485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771874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158743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54561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89504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281910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65629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1853373" y="2372686"/>
              <a:ext cx="314486" cy="1531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1853373" y="2525854"/>
              <a:ext cx="314486" cy="45950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240242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2614631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3001500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3388368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3737798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4124667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092116" y="3908245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092116" y="375507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092116" y="360191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092116" y="344874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1092116" y="329557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24935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163622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01061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2397485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771874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3158743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354561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389504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4281910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65629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1478984" y="3295574"/>
              <a:ext cx="314486" cy="61267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2240242" y="3295574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3001500" y="3295574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3737798" y="3295574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1092116" y="483113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1092116" y="467796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1092116" y="452479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1092116" y="437163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1092116" y="421846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124935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163622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201061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2397485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2771874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3158743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354561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389504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281910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65629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1478984" y="4218462"/>
              <a:ext cx="314486" cy="61267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3737798" y="4218462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889458" y="2985357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889458" y="2832189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889458" y="2679021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889458" y="252585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4889458" y="237268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504670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5433570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580795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619482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6569216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6956085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7342953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7692383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807925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845364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889458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5276326" y="2372686"/>
              <a:ext cx="314486" cy="10211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5276326" y="2474798"/>
              <a:ext cx="314486" cy="51055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5650715" y="2372686"/>
              <a:ext cx="314486" cy="1531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5650715" y="2525854"/>
              <a:ext cx="314486" cy="45950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6037584" y="2372686"/>
              <a:ext cx="314486" cy="1392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6037584" y="2511929"/>
              <a:ext cx="314486" cy="47342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6411973" y="2372686"/>
              <a:ext cx="314486" cy="30633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6411973" y="2679021"/>
              <a:ext cx="314486" cy="30633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6798841" y="2372686"/>
              <a:ext cx="314486" cy="6807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6798841" y="2440760"/>
              <a:ext cx="314486" cy="54459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7185710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7535140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7922008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8296397" y="2372686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4889458" y="3908245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4889458" y="375507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4889458" y="360191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4889458" y="344874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4889458" y="329557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504670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5433570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580795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619482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6569216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6956085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342953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692383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807925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845364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4889458" y="3295574"/>
              <a:ext cx="314486" cy="1531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4889458" y="3448742"/>
              <a:ext cx="314486" cy="45950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5276326" y="3295574"/>
              <a:ext cx="314486" cy="38802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5276326" y="3683599"/>
              <a:ext cx="314486" cy="22464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5650715" y="3295574"/>
              <a:ext cx="314486" cy="15982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5650715" y="3455401"/>
              <a:ext cx="314486" cy="45284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6037584" y="3295574"/>
              <a:ext cx="314486" cy="4836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6037584" y="3343943"/>
              <a:ext cx="314486" cy="56430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6411973" y="3295574"/>
              <a:ext cx="314486" cy="1225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6411973" y="3418108"/>
              <a:ext cx="314486" cy="49013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6798841" y="3295574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7185710" y="3295574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7535140" y="3295574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7922008" y="3295574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8296397" y="3295574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4889458" y="483113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4889458" y="467796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4889458" y="452479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4889458" y="437163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4889458" y="421846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l129"/>
            <p:cNvSpPr/>
            <p:nvPr/>
          </p:nvSpPr>
          <p:spPr>
            <a:xfrm>
              <a:off x="504670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5433570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l131"/>
            <p:cNvSpPr/>
            <p:nvPr/>
          </p:nvSpPr>
          <p:spPr>
            <a:xfrm>
              <a:off x="580795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619482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6569216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6956085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7342953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7692383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l137"/>
            <p:cNvSpPr/>
            <p:nvPr/>
          </p:nvSpPr>
          <p:spPr>
            <a:xfrm>
              <a:off x="807925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845364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5276326" y="4218462"/>
              <a:ext cx="314486" cy="8752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rc140"/>
            <p:cNvSpPr/>
            <p:nvPr/>
          </p:nvSpPr>
          <p:spPr>
            <a:xfrm>
              <a:off x="5276326" y="4305987"/>
              <a:ext cx="314486" cy="52514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1" name="rc141"/>
            <p:cNvSpPr/>
            <p:nvPr/>
          </p:nvSpPr>
          <p:spPr>
            <a:xfrm>
              <a:off x="5650715" y="4218462"/>
              <a:ext cx="314486" cy="1225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2" name="rc142"/>
            <p:cNvSpPr/>
            <p:nvPr/>
          </p:nvSpPr>
          <p:spPr>
            <a:xfrm>
              <a:off x="5650715" y="4340996"/>
              <a:ext cx="314486" cy="49013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3" name="rc143"/>
            <p:cNvSpPr/>
            <p:nvPr/>
          </p:nvSpPr>
          <p:spPr>
            <a:xfrm>
              <a:off x="6037584" y="4218462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4" name="rc144"/>
            <p:cNvSpPr/>
            <p:nvPr/>
          </p:nvSpPr>
          <p:spPr>
            <a:xfrm>
              <a:off x="6411973" y="4218462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5" name="rc145"/>
            <p:cNvSpPr/>
            <p:nvPr/>
          </p:nvSpPr>
          <p:spPr>
            <a:xfrm>
              <a:off x="6798841" y="4218462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6" name="rc146"/>
            <p:cNvSpPr/>
            <p:nvPr/>
          </p:nvSpPr>
          <p:spPr>
            <a:xfrm>
              <a:off x="7185710" y="4218462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7535140" y="4218462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rc148"/>
            <p:cNvSpPr/>
            <p:nvPr/>
          </p:nvSpPr>
          <p:spPr>
            <a:xfrm>
              <a:off x="7922008" y="4218462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9" name="rc149"/>
            <p:cNvSpPr/>
            <p:nvPr/>
          </p:nvSpPr>
          <p:spPr>
            <a:xfrm>
              <a:off x="8296397" y="4218462"/>
              <a:ext cx="314486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0" name="tx150"/>
            <p:cNvSpPr/>
            <p:nvPr/>
          </p:nvSpPr>
          <p:spPr>
            <a:xfrm>
              <a:off x="2780190" y="4057695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6474754" y="4057695"/>
              <a:ext cx="5508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Trøndelag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2688750" y="3134806"/>
              <a:ext cx="5281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Sørlandet</a:t>
              </a:r>
            </a:p>
          </p:txBody>
        </p:sp>
        <p:sp>
          <p:nvSpPr>
            <p:cNvPr id="153" name="tx153"/>
            <p:cNvSpPr/>
            <p:nvPr/>
          </p:nvSpPr>
          <p:spPr>
            <a:xfrm>
              <a:off x="6489475" y="3134806"/>
              <a:ext cx="5213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Østlandet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2634572" y="2211918"/>
              <a:ext cx="6365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Nord-Norge</a:t>
              </a:r>
            </a:p>
          </p:txBody>
        </p:sp>
        <p:sp>
          <p:nvSpPr>
            <p:cNvPr id="155" name="tx155"/>
            <p:cNvSpPr/>
            <p:nvPr/>
          </p:nvSpPr>
          <p:spPr>
            <a:xfrm>
              <a:off x="6465747" y="2211918"/>
              <a:ext cx="56884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Vestlandet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840707" y="5068727"/>
              <a:ext cx="5148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1233430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8" name="tx158"/>
            <p:cNvSpPr/>
            <p:nvPr/>
          </p:nvSpPr>
          <p:spPr>
            <a:xfrm rot="-2700000">
              <a:off x="1636775" y="5054308"/>
              <a:ext cx="4741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59" name="tx159"/>
            <p:cNvSpPr/>
            <p:nvPr/>
          </p:nvSpPr>
          <p:spPr>
            <a:xfrm rot="-2700000">
              <a:off x="1994687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2369076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2784823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3165916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3480770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2700000">
              <a:off x="3896439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65" name="tx165"/>
            <p:cNvSpPr/>
            <p:nvPr/>
          </p:nvSpPr>
          <p:spPr>
            <a:xfrm rot="-2700000">
              <a:off x="4253579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2700000">
              <a:off x="4638049" y="5068727"/>
              <a:ext cx="5148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67" name="tx167"/>
            <p:cNvSpPr/>
            <p:nvPr/>
          </p:nvSpPr>
          <p:spPr>
            <a:xfrm rot="-2700000">
              <a:off x="5030772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68" name="tx168"/>
            <p:cNvSpPr/>
            <p:nvPr/>
          </p:nvSpPr>
          <p:spPr>
            <a:xfrm rot="-2700000">
              <a:off x="5434117" y="5054308"/>
              <a:ext cx="4741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69" name="tx169"/>
            <p:cNvSpPr/>
            <p:nvPr/>
          </p:nvSpPr>
          <p:spPr>
            <a:xfrm rot="-2700000">
              <a:off x="5792029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2700000">
              <a:off x="6166418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2700000">
              <a:off x="6582165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72" name="tx172"/>
            <p:cNvSpPr/>
            <p:nvPr/>
          </p:nvSpPr>
          <p:spPr>
            <a:xfrm rot="-2700000">
              <a:off x="6963258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7278112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7693781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8050921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76" name="tx176"/>
            <p:cNvSpPr/>
            <p:nvPr/>
          </p:nvSpPr>
          <p:spPr>
            <a:xfrm>
              <a:off x="847770" y="2941740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77" name="tx177"/>
            <p:cNvSpPr/>
            <p:nvPr/>
          </p:nvSpPr>
          <p:spPr>
            <a:xfrm>
              <a:off x="780013" y="278857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78" name="tx178"/>
            <p:cNvSpPr/>
            <p:nvPr/>
          </p:nvSpPr>
          <p:spPr>
            <a:xfrm>
              <a:off x="780013" y="263540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79" name="tx179"/>
            <p:cNvSpPr/>
            <p:nvPr/>
          </p:nvSpPr>
          <p:spPr>
            <a:xfrm>
              <a:off x="780013" y="248223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80" name="tx180"/>
            <p:cNvSpPr/>
            <p:nvPr/>
          </p:nvSpPr>
          <p:spPr>
            <a:xfrm>
              <a:off x="712256" y="2329069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81" name="tx181"/>
            <p:cNvSpPr/>
            <p:nvPr/>
          </p:nvSpPr>
          <p:spPr>
            <a:xfrm>
              <a:off x="847770" y="3864629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82" name="tx182"/>
            <p:cNvSpPr/>
            <p:nvPr/>
          </p:nvSpPr>
          <p:spPr>
            <a:xfrm>
              <a:off x="780013" y="371146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83" name="tx183"/>
            <p:cNvSpPr/>
            <p:nvPr/>
          </p:nvSpPr>
          <p:spPr>
            <a:xfrm>
              <a:off x="780013" y="3558293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84" name="tx184"/>
            <p:cNvSpPr/>
            <p:nvPr/>
          </p:nvSpPr>
          <p:spPr>
            <a:xfrm>
              <a:off x="780013" y="340512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85" name="tx185"/>
            <p:cNvSpPr/>
            <p:nvPr/>
          </p:nvSpPr>
          <p:spPr>
            <a:xfrm>
              <a:off x="712256" y="3251957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86" name="tx186"/>
            <p:cNvSpPr/>
            <p:nvPr/>
          </p:nvSpPr>
          <p:spPr>
            <a:xfrm>
              <a:off x="847770" y="4787517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87" name="tx187"/>
            <p:cNvSpPr/>
            <p:nvPr/>
          </p:nvSpPr>
          <p:spPr>
            <a:xfrm>
              <a:off x="780013" y="4634349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88" name="tx188"/>
            <p:cNvSpPr/>
            <p:nvPr/>
          </p:nvSpPr>
          <p:spPr>
            <a:xfrm>
              <a:off x="780013" y="448118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89" name="tx189"/>
            <p:cNvSpPr/>
            <p:nvPr/>
          </p:nvSpPr>
          <p:spPr>
            <a:xfrm>
              <a:off x="780013" y="4328013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90" name="tx190"/>
            <p:cNvSpPr/>
            <p:nvPr/>
          </p:nvSpPr>
          <p:spPr>
            <a:xfrm>
              <a:off x="712256" y="4174845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91" name="tx191"/>
            <p:cNvSpPr/>
            <p:nvPr/>
          </p:nvSpPr>
          <p:spPr>
            <a:xfrm>
              <a:off x="4618465" y="5385947"/>
              <a:ext cx="46606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92" name="tx192"/>
            <p:cNvSpPr/>
            <p:nvPr/>
          </p:nvSpPr>
          <p:spPr>
            <a:xfrm rot="-5400000">
              <a:off x="-89911" y="3547320"/>
              <a:ext cx="13552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prøver (%)</a:t>
              </a:r>
            </a:p>
          </p:txBody>
        </p:sp>
        <p:sp>
          <p:nvSpPr>
            <p:cNvPr id="193" name="tx193"/>
            <p:cNvSpPr/>
            <p:nvPr/>
          </p:nvSpPr>
          <p:spPr>
            <a:xfrm>
              <a:off x="3820474" y="5810014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94" name="rc194"/>
            <p:cNvSpPr/>
            <p:nvPr/>
          </p:nvSpPr>
          <p:spPr>
            <a:xfrm>
              <a:off x="4541807" y="576469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5" name="rc195"/>
            <p:cNvSpPr/>
            <p:nvPr/>
          </p:nvSpPr>
          <p:spPr>
            <a:xfrm>
              <a:off x="5204238" y="5764694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6" name="tx196"/>
            <p:cNvSpPr/>
            <p:nvPr/>
          </p:nvSpPr>
          <p:spPr>
            <a:xfrm>
              <a:off x="4827360" y="582098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197" name="tx197"/>
            <p:cNvSpPr/>
            <p:nvPr/>
          </p:nvSpPr>
          <p:spPr>
            <a:xfrm>
              <a:off x="5489791" y="5820987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  <p:sp>
          <p:nvSpPr>
            <p:cNvPr id="198" name="tx198"/>
            <p:cNvSpPr/>
            <p:nvPr/>
          </p:nvSpPr>
          <p:spPr>
            <a:xfrm>
              <a:off x="1092116" y="1921286"/>
              <a:ext cx="363345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Top 3 subklader vises separat; resten samles i 'Andre'</a:t>
              </a:r>
            </a:p>
          </p:txBody>
        </p:sp>
        <p:sp>
          <p:nvSpPr>
            <p:cNvPr id="199" name="tx199"/>
            <p:cNvSpPr/>
            <p:nvPr/>
          </p:nvSpPr>
          <p:spPr>
            <a:xfrm>
              <a:off x="1092116" y="1676115"/>
              <a:ext cx="4715286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 landsdel per måned og subklade - A/H1N1 (andel)</a:t>
              </a:r>
            </a:p>
          </p:txBody>
        </p:sp>
      </p:grpSp>
      <p:sp>
        <p:nvSpPr>
          <p:cNvPr id="20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H1N1 - Pasient landsdel per måned (andel)</a:t>
            </a: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298535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283592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2686493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37061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2387629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77056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473074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85631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252335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63557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031596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427614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78530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181326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56456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1695355" y="2925584"/>
              <a:ext cx="321924" cy="149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1695355" y="2940528"/>
              <a:ext cx="321924" cy="4482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091373" y="2925584"/>
              <a:ext cx="321924" cy="5977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2474616" y="2970414"/>
              <a:ext cx="321924" cy="149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2870634" y="2970414"/>
              <a:ext cx="321924" cy="149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3266652" y="2955471"/>
              <a:ext cx="321924" cy="298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3624346" y="2970414"/>
              <a:ext cx="321924" cy="149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4020364" y="2955471"/>
              <a:ext cx="321924" cy="298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916094" y="390824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916094" y="3758813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916094" y="3609381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916094" y="3459949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916094" y="331051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077056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1473074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185631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2252335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63557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3031596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3427614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378530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4181326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56456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1312112" y="3893302"/>
              <a:ext cx="321924" cy="149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2091373" y="3863416"/>
              <a:ext cx="321924" cy="4482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2870634" y="3863416"/>
              <a:ext cx="321924" cy="4482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3624346" y="3863416"/>
              <a:ext cx="321924" cy="4482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916094" y="483113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916094" y="468170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916094" y="453227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916094" y="438283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916094" y="423340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1077056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1473074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185631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2252335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263557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3031596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3427614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378530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181326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56456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1312112" y="4816190"/>
              <a:ext cx="321924" cy="149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3624346" y="4816190"/>
              <a:ext cx="321924" cy="149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801447" y="298535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801447" y="283592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801447" y="2686493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801447" y="2537061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4801447" y="2387629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96240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535842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5741670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613768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652093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691694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731296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767066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806667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844992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4801447" y="2955471"/>
              <a:ext cx="321924" cy="298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5197465" y="2895698"/>
              <a:ext cx="321924" cy="149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5197465" y="2910641"/>
              <a:ext cx="321924" cy="7471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5580708" y="2806039"/>
              <a:ext cx="321924" cy="4482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5580708" y="2850868"/>
              <a:ext cx="321924" cy="13448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5976726" y="2656607"/>
              <a:ext cx="321924" cy="7471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5976726" y="2731323"/>
              <a:ext cx="321924" cy="25403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6359969" y="2925584"/>
              <a:ext cx="321924" cy="2988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6359969" y="2955471"/>
              <a:ext cx="321924" cy="298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6755987" y="2850868"/>
              <a:ext cx="321924" cy="149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6755987" y="2865812"/>
              <a:ext cx="321924" cy="11954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7152005" y="2955471"/>
              <a:ext cx="321924" cy="298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7509699" y="2865812"/>
              <a:ext cx="321924" cy="11954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7905717" y="2835925"/>
              <a:ext cx="321924" cy="14943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8288960" y="2970414"/>
              <a:ext cx="321924" cy="149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4801447" y="390824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4801447" y="3758813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4801447" y="3609381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4801447" y="3459949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4801447" y="331051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496240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535842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5741670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613768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652093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691694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31296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67066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806667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844992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4801447" y="3788700"/>
              <a:ext cx="321924" cy="2988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4801447" y="3818586"/>
              <a:ext cx="321924" cy="8965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5197465" y="3459949"/>
              <a:ext cx="321924" cy="28392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5197465" y="3743870"/>
              <a:ext cx="321924" cy="16437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5580708" y="3564552"/>
              <a:ext cx="321924" cy="8965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5580708" y="3654211"/>
              <a:ext cx="321924" cy="25403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5976726" y="3340404"/>
              <a:ext cx="321924" cy="4482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5976726" y="3385233"/>
              <a:ext cx="321924" cy="52301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6359969" y="3833529"/>
              <a:ext cx="321924" cy="149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6359969" y="3848473"/>
              <a:ext cx="321924" cy="5977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6755987" y="3474892"/>
              <a:ext cx="321924" cy="43335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7152005" y="3878359"/>
              <a:ext cx="321924" cy="298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7509699" y="3295574"/>
              <a:ext cx="321924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7905717" y="3728927"/>
              <a:ext cx="321924" cy="17931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8288960" y="3848473"/>
              <a:ext cx="321924" cy="5977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4801447" y="483113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5"/>
            <p:cNvSpPr/>
            <p:nvPr/>
          </p:nvSpPr>
          <p:spPr>
            <a:xfrm>
              <a:off x="4801447" y="468170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4801447" y="453227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4801447" y="438283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8"/>
            <p:cNvSpPr/>
            <p:nvPr/>
          </p:nvSpPr>
          <p:spPr>
            <a:xfrm>
              <a:off x="4801447" y="423340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l129"/>
            <p:cNvSpPr/>
            <p:nvPr/>
          </p:nvSpPr>
          <p:spPr>
            <a:xfrm>
              <a:off x="496240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535842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l131"/>
            <p:cNvSpPr/>
            <p:nvPr/>
          </p:nvSpPr>
          <p:spPr>
            <a:xfrm>
              <a:off x="5741670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613768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652093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691694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731296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767066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l137"/>
            <p:cNvSpPr/>
            <p:nvPr/>
          </p:nvSpPr>
          <p:spPr>
            <a:xfrm>
              <a:off x="806667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844992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5197465" y="4726531"/>
              <a:ext cx="321924" cy="149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rc140"/>
            <p:cNvSpPr/>
            <p:nvPr/>
          </p:nvSpPr>
          <p:spPr>
            <a:xfrm>
              <a:off x="5197465" y="4741474"/>
              <a:ext cx="321924" cy="8965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1" name="rc141"/>
            <p:cNvSpPr/>
            <p:nvPr/>
          </p:nvSpPr>
          <p:spPr>
            <a:xfrm>
              <a:off x="5580708" y="4756418"/>
              <a:ext cx="321924" cy="1494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2" name="rc142"/>
            <p:cNvSpPr/>
            <p:nvPr/>
          </p:nvSpPr>
          <p:spPr>
            <a:xfrm>
              <a:off x="5580708" y="4771361"/>
              <a:ext cx="321924" cy="5977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3" name="rc143"/>
            <p:cNvSpPr/>
            <p:nvPr/>
          </p:nvSpPr>
          <p:spPr>
            <a:xfrm>
              <a:off x="5976726" y="4756418"/>
              <a:ext cx="321924" cy="7471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4" name="rc144"/>
            <p:cNvSpPr/>
            <p:nvPr/>
          </p:nvSpPr>
          <p:spPr>
            <a:xfrm>
              <a:off x="6359969" y="4816190"/>
              <a:ext cx="321924" cy="149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5" name="rc145"/>
            <p:cNvSpPr/>
            <p:nvPr/>
          </p:nvSpPr>
          <p:spPr>
            <a:xfrm>
              <a:off x="6755987" y="4771361"/>
              <a:ext cx="321924" cy="5977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6" name="rc146"/>
            <p:cNvSpPr/>
            <p:nvPr/>
          </p:nvSpPr>
          <p:spPr>
            <a:xfrm>
              <a:off x="7152005" y="4816190"/>
              <a:ext cx="321924" cy="149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7509699" y="4636872"/>
              <a:ext cx="321924" cy="19426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rc148"/>
            <p:cNvSpPr/>
            <p:nvPr/>
          </p:nvSpPr>
          <p:spPr>
            <a:xfrm>
              <a:off x="7905717" y="4726531"/>
              <a:ext cx="321924" cy="10460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9" name="rc149"/>
            <p:cNvSpPr/>
            <p:nvPr/>
          </p:nvSpPr>
          <p:spPr>
            <a:xfrm>
              <a:off x="8288960" y="4816190"/>
              <a:ext cx="321924" cy="149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0" name="tx150"/>
            <p:cNvSpPr/>
            <p:nvPr/>
          </p:nvSpPr>
          <p:spPr>
            <a:xfrm>
              <a:off x="2648174" y="4057695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6430748" y="4057695"/>
              <a:ext cx="5508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Trøndelag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2556734" y="3134806"/>
              <a:ext cx="5281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Sørlandet</a:t>
              </a:r>
            </a:p>
          </p:txBody>
        </p:sp>
        <p:sp>
          <p:nvSpPr>
            <p:cNvPr id="153" name="tx153"/>
            <p:cNvSpPr/>
            <p:nvPr/>
          </p:nvSpPr>
          <p:spPr>
            <a:xfrm>
              <a:off x="6445470" y="3134806"/>
              <a:ext cx="5213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Østlandet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2502556" y="2211918"/>
              <a:ext cx="6365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Nord-Norge</a:t>
              </a:r>
            </a:p>
          </p:txBody>
        </p:sp>
        <p:sp>
          <p:nvSpPr>
            <p:cNvPr id="155" name="tx155"/>
            <p:cNvSpPr/>
            <p:nvPr/>
          </p:nvSpPr>
          <p:spPr>
            <a:xfrm>
              <a:off x="6421741" y="2211918"/>
              <a:ext cx="56884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Vestlandet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668404" y="5068727"/>
              <a:ext cx="5148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1070276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58" name="tx158"/>
            <p:cNvSpPr/>
            <p:nvPr/>
          </p:nvSpPr>
          <p:spPr>
            <a:xfrm rot="-2700000">
              <a:off x="1482475" y="5054308"/>
              <a:ext cx="4741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59" name="tx159"/>
            <p:cNvSpPr/>
            <p:nvPr/>
          </p:nvSpPr>
          <p:spPr>
            <a:xfrm rot="-2700000">
              <a:off x="1849537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2232780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2657676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3047919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3371037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2700000">
              <a:off x="3795855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65" name="tx165"/>
            <p:cNvSpPr/>
            <p:nvPr/>
          </p:nvSpPr>
          <p:spPr>
            <a:xfrm rot="-2700000">
              <a:off x="4161849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2700000">
              <a:off x="4553757" y="5068727"/>
              <a:ext cx="5148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67" name="tx167"/>
            <p:cNvSpPr/>
            <p:nvPr/>
          </p:nvSpPr>
          <p:spPr>
            <a:xfrm rot="-2700000">
              <a:off x="4955629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68" name="tx168"/>
            <p:cNvSpPr/>
            <p:nvPr/>
          </p:nvSpPr>
          <p:spPr>
            <a:xfrm rot="-2700000">
              <a:off x="5367828" y="5054308"/>
              <a:ext cx="4741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69" name="tx169"/>
            <p:cNvSpPr/>
            <p:nvPr/>
          </p:nvSpPr>
          <p:spPr>
            <a:xfrm rot="-2700000">
              <a:off x="5734890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2700000">
              <a:off x="6118133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2700000">
              <a:off x="6543029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72" name="tx172"/>
            <p:cNvSpPr/>
            <p:nvPr/>
          </p:nvSpPr>
          <p:spPr>
            <a:xfrm rot="-2700000">
              <a:off x="6933272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7256390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7681208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8047202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76" name="tx176"/>
            <p:cNvSpPr/>
            <p:nvPr/>
          </p:nvSpPr>
          <p:spPr>
            <a:xfrm>
              <a:off x="780013" y="2941740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77" name="tx177"/>
            <p:cNvSpPr/>
            <p:nvPr/>
          </p:nvSpPr>
          <p:spPr>
            <a:xfrm>
              <a:off x="712256" y="279230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78" name="tx178"/>
            <p:cNvSpPr/>
            <p:nvPr/>
          </p:nvSpPr>
          <p:spPr>
            <a:xfrm>
              <a:off x="712256" y="264287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79" name="tx179"/>
            <p:cNvSpPr/>
            <p:nvPr/>
          </p:nvSpPr>
          <p:spPr>
            <a:xfrm>
              <a:off x="712256" y="2493444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180" name="tx180"/>
            <p:cNvSpPr/>
            <p:nvPr/>
          </p:nvSpPr>
          <p:spPr>
            <a:xfrm>
              <a:off x="712256" y="2344012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181" name="tx181"/>
            <p:cNvSpPr/>
            <p:nvPr/>
          </p:nvSpPr>
          <p:spPr>
            <a:xfrm>
              <a:off x="780013" y="3864629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82" name="tx182"/>
            <p:cNvSpPr/>
            <p:nvPr/>
          </p:nvSpPr>
          <p:spPr>
            <a:xfrm>
              <a:off x="712256" y="371519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83" name="tx183"/>
            <p:cNvSpPr/>
            <p:nvPr/>
          </p:nvSpPr>
          <p:spPr>
            <a:xfrm>
              <a:off x="712256" y="3565764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84" name="tx184"/>
            <p:cNvSpPr/>
            <p:nvPr/>
          </p:nvSpPr>
          <p:spPr>
            <a:xfrm>
              <a:off x="712256" y="3416332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185" name="tx185"/>
            <p:cNvSpPr/>
            <p:nvPr/>
          </p:nvSpPr>
          <p:spPr>
            <a:xfrm>
              <a:off x="712256" y="3266900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186" name="tx186"/>
            <p:cNvSpPr/>
            <p:nvPr/>
          </p:nvSpPr>
          <p:spPr>
            <a:xfrm>
              <a:off x="780013" y="4787517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87" name="tx187"/>
            <p:cNvSpPr/>
            <p:nvPr/>
          </p:nvSpPr>
          <p:spPr>
            <a:xfrm>
              <a:off x="712256" y="463808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88" name="tx188"/>
            <p:cNvSpPr/>
            <p:nvPr/>
          </p:nvSpPr>
          <p:spPr>
            <a:xfrm>
              <a:off x="712256" y="448865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89" name="tx189"/>
            <p:cNvSpPr/>
            <p:nvPr/>
          </p:nvSpPr>
          <p:spPr>
            <a:xfrm>
              <a:off x="712256" y="433922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190" name="tx190"/>
            <p:cNvSpPr/>
            <p:nvPr/>
          </p:nvSpPr>
          <p:spPr>
            <a:xfrm>
              <a:off x="712256" y="4189789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191" name="tx191"/>
            <p:cNvSpPr/>
            <p:nvPr/>
          </p:nvSpPr>
          <p:spPr>
            <a:xfrm>
              <a:off x="4530454" y="5385947"/>
              <a:ext cx="46606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92" name="tx192"/>
            <p:cNvSpPr/>
            <p:nvPr/>
          </p:nvSpPr>
          <p:spPr>
            <a:xfrm rot="-5400000">
              <a:off x="282798" y="3547320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193" name="tx193"/>
            <p:cNvSpPr/>
            <p:nvPr/>
          </p:nvSpPr>
          <p:spPr>
            <a:xfrm>
              <a:off x="3732463" y="5810014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94" name="rc194"/>
            <p:cNvSpPr/>
            <p:nvPr/>
          </p:nvSpPr>
          <p:spPr>
            <a:xfrm>
              <a:off x="4453796" y="576469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5" name="rc195"/>
            <p:cNvSpPr/>
            <p:nvPr/>
          </p:nvSpPr>
          <p:spPr>
            <a:xfrm>
              <a:off x="5116227" y="5764694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6" name="tx196"/>
            <p:cNvSpPr/>
            <p:nvPr/>
          </p:nvSpPr>
          <p:spPr>
            <a:xfrm>
              <a:off x="4739349" y="582098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</a:t>
              </a:r>
            </a:p>
          </p:txBody>
        </p:sp>
        <p:sp>
          <p:nvSpPr>
            <p:cNvPr id="197" name="tx197"/>
            <p:cNvSpPr/>
            <p:nvPr/>
          </p:nvSpPr>
          <p:spPr>
            <a:xfrm>
              <a:off x="5401780" y="5820987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D.3.1.1</a:t>
              </a:r>
            </a:p>
          </p:txBody>
        </p:sp>
        <p:sp>
          <p:nvSpPr>
            <p:cNvPr id="198" name="tx198"/>
            <p:cNvSpPr/>
            <p:nvPr/>
          </p:nvSpPr>
          <p:spPr>
            <a:xfrm>
              <a:off x="916094" y="1921286"/>
              <a:ext cx="363345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Top 3 subklader vises separat; resten samles i 'Andre'</a:t>
              </a:r>
            </a:p>
          </p:txBody>
        </p:sp>
        <p:sp>
          <p:nvSpPr>
            <p:cNvPr id="199" name="tx199"/>
            <p:cNvSpPr/>
            <p:nvPr/>
          </p:nvSpPr>
          <p:spPr>
            <a:xfrm>
              <a:off x="916094" y="1676115"/>
              <a:ext cx="4704953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 landsdel per måned og subklade - A/H1N1 (antall)</a:t>
              </a:r>
            </a:p>
          </p:txBody>
        </p:sp>
      </p:grpSp>
      <p:sp>
        <p:nvSpPr>
          <p:cNvPr id="200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H1N1 - Pasient landsdel per måned (antall)</a:t>
            </a: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2546948" y="1600200"/>
              <a:ext cx="4050103" cy="4525962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5" name="pg5"/>
            <p:cNvSpPr/>
            <p:nvPr/>
          </p:nvSpPr>
          <p:spPr>
            <a:xfrm>
              <a:off x="4289415" y="2298546"/>
              <a:ext cx="716364" cy="683618"/>
            </a:xfrm>
            <a:custGeom>
              <a:avLst/>
              <a:pathLst>
                <a:path w="716364" h="683618">
                  <a:moveTo>
                    <a:pt x="208774" y="615164"/>
                  </a:moveTo>
                  <a:lnTo>
                    <a:pt x="208972" y="615154"/>
                  </a:lnTo>
                  <a:lnTo>
                    <a:pt x="209125" y="615147"/>
                  </a:lnTo>
                  <a:lnTo>
                    <a:pt x="209501" y="615128"/>
                  </a:lnTo>
                  <a:lnTo>
                    <a:pt x="209850" y="615111"/>
                  </a:lnTo>
                  <a:lnTo>
                    <a:pt x="210012" y="615103"/>
                  </a:lnTo>
                  <a:lnTo>
                    <a:pt x="210562" y="615075"/>
                  </a:lnTo>
                  <a:lnTo>
                    <a:pt x="211086" y="615048"/>
                  </a:lnTo>
                  <a:lnTo>
                    <a:pt x="212564" y="614973"/>
                  </a:lnTo>
                  <a:lnTo>
                    <a:pt x="213160" y="614941"/>
                  </a:lnTo>
                  <a:lnTo>
                    <a:pt x="217860" y="614715"/>
                  </a:lnTo>
                  <a:lnTo>
                    <a:pt x="222964" y="614470"/>
                  </a:lnTo>
                  <a:lnTo>
                    <a:pt x="223214" y="614431"/>
                  </a:lnTo>
                  <a:lnTo>
                    <a:pt x="223443" y="614398"/>
                  </a:lnTo>
                  <a:lnTo>
                    <a:pt x="223601" y="614373"/>
                  </a:lnTo>
                  <a:lnTo>
                    <a:pt x="224242" y="614271"/>
                  </a:lnTo>
                  <a:lnTo>
                    <a:pt x="224741" y="614182"/>
                  </a:lnTo>
                  <a:lnTo>
                    <a:pt x="225161" y="614111"/>
                  </a:lnTo>
                  <a:lnTo>
                    <a:pt x="226000" y="613971"/>
                  </a:lnTo>
                  <a:lnTo>
                    <a:pt x="226529" y="613874"/>
                  </a:lnTo>
                  <a:lnTo>
                    <a:pt x="227145" y="613765"/>
                  </a:lnTo>
                  <a:lnTo>
                    <a:pt x="227636" y="613676"/>
                  </a:lnTo>
                  <a:lnTo>
                    <a:pt x="227764" y="613658"/>
                  </a:lnTo>
                  <a:lnTo>
                    <a:pt x="228308" y="613561"/>
                  </a:lnTo>
                  <a:lnTo>
                    <a:pt x="228746" y="613492"/>
                  </a:lnTo>
                  <a:lnTo>
                    <a:pt x="229354" y="613393"/>
                  </a:lnTo>
                  <a:lnTo>
                    <a:pt x="229761" y="613327"/>
                  </a:lnTo>
                  <a:lnTo>
                    <a:pt x="230504" y="613195"/>
                  </a:lnTo>
                  <a:lnTo>
                    <a:pt x="230639" y="613172"/>
                  </a:lnTo>
                  <a:lnTo>
                    <a:pt x="231652" y="612948"/>
                  </a:lnTo>
                  <a:lnTo>
                    <a:pt x="232339" y="612856"/>
                  </a:lnTo>
                  <a:lnTo>
                    <a:pt x="232814" y="612767"/>
                  </a:lnTo>
                  <a:lnTo>
                    <a:pt x="233209" y="612716"/>
                  </a:lnTo>
                  <a:lnTo>
                    <a:pt x="233985" y="612586"/>
                  </a:lnTo>
                  <a:lnTo>
                    <a:pt x="234667" y="612469"/>
                  </a:lnTo>
                  <a:lnTo>
                    <a:pt x="235140" y="612391"/>
                  </a:lnTo>
                  <a:lnTo>
                    <a:pt x="235725" y="612289"/>
                  </a:lnTo>
                  <a:lnTo>
                    <a:pt x="236311" y="612190"/>
                  </a:lnTo>
                  <a:lnTo>
                    <a:pt x="236486" y="612167"/>
                  </a:lnTo>
                  <a:lnTo>
                    <a:pt x="237120" y="612052"/>
                  </a:lnTo>
                  <a:lnTo>
                    <a:pt x="237468" y="611989"/>
                  </a:lnTo>
                  <a:lnTo>
                    <a:pt x="237659" y="611966"/>
                  </a:lnTo>
                  <a:lnTo>
                    <a:pt x="238163" y="611874"/>
                  </a:lnTo>
                  <a:lnTo>
                    <a:pt x="238641" y="611785"/>
                  </a:lnTo>
                  <a:lnTo>
                    <a:pt x="239115" y="611721"/>
                  </a:lnTo>
                  <a:lnTo>
                    <a:pt x="239789" y="611602"/>
                  </a:lnTo>
                  <a:lnTo>
                    <a:pt x="240232" y="611528"/>
                  </a:lnTo>
                  <a:lnTo>
                    <a:pt x="240379" y="611505"/>
                  </a:lnTo>
                  <a:lnTo>
                    <a:pt x="240972" y="611406"/>
                  </a:lnTo>
                  <a:lnTo>
                    <a:pt x="241603" y="611296"/>
                  </a:lnTo>
                  <a:lnTo>
                    <a:pt x="242143" y="611202"/>
                  </a:lnTo>
                  <a:lnTo>
                    <a:pt x="242290" y="611179"/>
                  </a:lnTo>
                  <a:lnTo>
                    <a:pt x="242929" y="611057"/>
                  </a:lnTo>
                  <a:lnTo>
                    <a:pt x="243372" y="610978"/>
                  </a:lnTo>
                  <a:lnTo>
                    <a:pt x="243667" y="610907"/>
                  </a:lnTo>
                  <a:lnTo>
                    <a:pt x="244051" y="610836"/>
                  </a:lnTo>
                  <a:lnTo>
                    <a:pt x="244489" y="610770"/>
                  </a:lnTo>
                  <a:lnTo>
                    <a:pt x="244634" y="610714"/>
                  </a:lnTo>
                  <a:lnTo>
                    <a:pt x="244944" y="610645"/>
                  </a:lnTo>
                  <a:lnTo>
                    <a:pt x="245244" y="610655"/>
                  </a:lnTo>
                  <a:lnTo>
                    <a:pt x="245384" y="610681"/>
                  </a:lnTo>
                  <a:lnTo>
                    <a:pt x="245618" y="610653"/>
                  </a:lnTo>
                  <a:lnTo>
                    <a:pt x="246112" y="610642"/>
                  </a:lnTo>
                  <a:lnTo>
                    <a:pt x="246804" y="610589"/>
                  </a:lnTo>
                  <a:lnTo>
                    <a:pt x="247392" y="610543"/>
                  </a:lnTo>
                  <a:lnTo>
                    <a:pt x="247519" y="610571"/>
                  </a:lnTo>
                  <a:lnTo>
                    <a:pt x="247977" y="610518"/>
                  </a:lnTo>
                  <a:lnTo>
                    <a:pt x="248270" y="610523"/>
                  </a:lnTo>
                  <a:lnTo>
                    <a:pt x="248562" y="610495"/>
                  </a:lnTo>
                  <a:lnTo>
                    <a:pt x="248746" y="610487"/>
                  </a:lnTo>
                  <a:lnTo>
                    <a:pt x="249008" y="610477"/>
                  </a:lnTo>
                  <a:lnTo>
                    <a:pt x="249588" y="610441"/>
                  </a:lnTo>
                  <a:lnTo>
                    <a:pt x="250089" y="610414"/>
                  </a:lnTo>
                  <a:lnTo>
                    <a:pt x="250687" y="610365"/>
                  </a:lnTo>
                  <a:lnTo>
                    <a:pt x="251550" y="610012"/>
                  </a:lnTo>
                  <a:lnTo>
                    <a:pt x="252534" y="611757"/>
                  </a:lnTo>
                  <a:lnTo>
                    <a:pt x="253008" y="612548"/>
                  </a:lnTo>
                  <a:lnTo>
                    <a:pt x="253356" y="613106"/>
                  </a:lnTo>
                  <a:lnTo>
                    <a:pt x="253664" y="613698"/>
                  </a:lnTo>
                  <a:lnTo>
                    <a:pt x="254020" y="614312"/>
                  </a:lnTo>
                  <a:lnTo>
                    <a:pt x="254267" y="614770"/>
                  </a:lnTo>
                  <a:lnTo>
                    <a:pt x="254700" y="615541"/>
                  </a:lnTo>
                  <a:lnTo>
                    <a:pt x="255127" y="616284"/>
                  </a:lnTo>
                  <a:lnTo>
                    <a:pt x="255542" y="616889"/>
                  </a:lnTo>
                  <a:lnTo>
                    <a:pt x="256020" y="617640"/>
                  </a:lnTo>
                  <a:lnTo>
                    <a:pt x="256471" y="618398"/>
                  </a:lnTo>
                  <a:lnTo>
                    <a:pt x="256875" y="619151"/>
                  </a:lnTo>
                  <a:lnTo>
                    <a:pt x="257427" y="620085"/>
                  </a:lnTo>
                  <a:lnTo>
                    <a:pt x="257817" y="620772"/>
                  </a:lnTo>
                  <a:lnTo>
                    <a:pt x="258178" y="621462"/>
                  </a:lnTo>
                  <a:lnTo>
                    <a:pt x="258557" y="622098"/>
                  </a:lnTo>
                  <a:lnTo>
                    <a:pt x="259005" y="622831"/>
                  </a:lnTo>
                  <a:lnTo>
                    <a:pt x="259519" y="623615"/>
                  </a:lnTo>
                  <a:lnTo>
                    <a:pt x="259888" y="624279"/>
                  </a:lnTo>
                  <a:lnTo>
                    <a:pt x="260272" y="624894"/>
                  </a:lnTo>
                  <a:lnTo>
                    <a:pt x="260697" y="625665"/>
                  </a:lnTo>
                  <a:lnTo>
                    <a:pt x="261211" y="626599"/>
                  </a:lnTo>
                  <a:lnTo>
                    <a:pt x="261483" y="627093"/>
                  </a:lnTo>
                  <a:lnTo>
                    <a:pt x="261807" y="627660"/>
                  </a:lnTo>
                  <a:lnTo>
                    <a:pt x="262140" y="628220"/>
                  </a:lnTo>
                  <a:lnTo>
                    <a:pt x="262682" y="629050"/>
                  </a:lnTo>
                  <a:lnTo>
                    <a:pt x="263206" y="629868"/>
                  </a:lnTo>
                  <a:lnTo>
                    <a:pt x="273389" y="624736"/>
                  </a:lnTo>
                  <a:lnTo>
                    <a:pt x="280838" y="620983"/>
                  </a:lnTo>
                  <a:lnTo>
                    <a:pt x="284069" y="619318"/>
                  </a:lnTo>
                  <a:lnTo>
                    <a:pt x="291528" y="615473"/>
                  </a:lnTo>
                  <a:lnTo>
                    <a:pt x="295125" y="618263"/>
                  </a:lnTo>
                  <a:lnTo>
                    <a:pt x="300205" y="622204"/>
                  </a:lnTo>
                  <a:lnTo>
                    <a:pt x="307546" y="628521"/>
                  </a:lnTo>
                  <a:lnTo>
                    <a:pt x="315098" y="635422"/>
                  </a:lnTo>
                  <a:lnTo>
                    <a:pt x="321693" y="634590"/>
                  </a:lnTo>
                  <a:lnTo>
                    <a:pt x="326830" y="633783"/>
                  </a:lnTo>
                  <a:lnTo>
                    <a:pt x="327410" y="633692"/>
                  </a:lnTo>
                  <a:lnTo>
                    <a:pt x="336643" y="632434"/>
                  </a:lnTo>
                  <a:lnTo>
                    <a:pt x="344120" y="631415"/>
                  </a:lnTo>
                  <a:lnTo>
                    <a:pt x="352577" y="630259"/>
                  </a:lnTo>
                  <a:lnTo>
                    <a:pt x="357727" y="632228"/>
                  </a:lnTo>
                  <a:lnTo>
                    <a:pt x="364059" y="634637"/>
                  </a:lnTo>
                  <a:lnTo>
                    <a:pt x="369290" y="636632"/>
                  </a:lnTo>
                  <a:lnTo>
                    <a:pt x="379107" y="640379"/>
                  </a:lnTo>
                  <a:lnTo>
                    <a:pt x="383093" y="641880"/>
                  </a:lnTo>
                  <a:lnTo>
                    <a:pt x="392077" y="645297"/>
                  </a:lnTo>
                  <a:lnTo>
                    <a:pt x="402509" y="649228"/>
                  </a:lnTo>
                  <a:lnTo>
                    <a:pt x="408056" y="651348"/>
                  </a:lnTo>
                  <a:lnTo>
                    <a:pt x="413792" y="653513"/>
                  </a:lnTo>
                  <a:lnTo>
                    <a:pt x="424477" y="657550"/>
                  </a:lnTo>
                  <a:lnTo>
                    <a:pt x="430357" y="659772"/>
                  </a:lnTo>
                  <a:lnTo>
                    <a:pt x="438294" y="662850"/>
                  </a:lnTo>
                  <a:lnTo>
                    <a:pt x="443054" y="664694"/>
                  </a:lnTo>
                  <a:lnTo>
                    <a:pt x="453514" y="668749"/>
                  </a:lnTo>
                  <a:lnTo>
                    <a:pt x="456546" y="663142"/>
                  </a:lnTo>
                  <a:lnTo>
                    <a:pt x="458685" y="659180"/>
                  </a:lnTo>
                  <a:lnTo>
                    <a:pt x="461832" y="654936"/>
                  </a:lnTo>
                  <a:lnTo>
                    <a:pt x="467416" y="647408"/>
                  </a:lnTo>
                  <a:lnTo>
                    <a:pt x="471207" y="642298"/>
                  </a:lnTo>
                  <a:lnTo>
                    <a:pt x="475326" y="636907"/>
                  </a:lnTo>
                  <a:lnTo>
                    <a:pt x="482140" y="627991"/>
                  </a:lnTo>
                  <a:lnTo>
                    <a:pt x="472808" y="623878"/>
                  </a:lnTo>
                  <a:lnTo>
                    <a:pt x="464796" y="620355"/>
                  </a:lnTo>
                  <a:lnTo>
                    <a:pt x="460383" y="618414"/>
                  </a:lnTo>
                  <a:lnTo>
                    <a:pt x="457707" y="616515"/>
                  </a:lnTo>
                  <a:lnTo>
                    <a:pt x="450606" y="611481"/>
                  </a:lnTo>
                  <a:lnTo>
                    <a:pt x="455846" y="606602"/>
                  </a:lnTo>
                  <a:lnTo>
                    <a:pt x="461712" y="601143"/>
                  </a:lnTo>
                  <a:lnTo>
                    <a:pt x="464591" y="596442"/>
                  </a:lnTo>
                  <a:lnTo>
                    <a:pt x="471702" y="584839"/>
                  </a:lnTo>
                  <a:lnTo>
                    <a:pt x="475480" y="578670"/>
                  </a:lnTo>
                  <a:lnTo>
                    <a:pt x="476528" y="574564"/>
                  </a:lnTo>
                  <a:lnTo>
                    <a:pt x="478884" y="565293"/>
                  </a:lnTo>
                  <a:lnTo>
                    <a:pt x="480986" y="557018"/>
                  </a:lnTo>
                  <a:lnTo>
                    <a:pt x="483103" y="549055"/>
                  </a:lnTo>
                  <a:lnTo>
                    <a:pt x="483503" y="547570"/>
                  </a:lnTo>
                  <a:lnTo>
                    <a:pt x="484298" y="544621"/>
                  </a:lnTo>
                  <a:lnTo>
                    <a:pt x="485824" y="538920"/>
                  </a:lnTo>
                  <a:lnTo>
                    <a:pt x="484528" y="531866"/>
                  </a:lnTo>
                  <a:lnTo>
                    <a:pt x="483080" y="523973"/>
                  </a:lnTo>
                  <a:lnTo>
                    <a:pt x="481330" y="513433"/>
                  </a:lnTo>
                  <a:lnTo>
                    <a:pt x="480399" y="507813"/>
                  </a:lnTo>
                  <a:lnTo>
                    <a:pt x="479792" y="504148"/>
                  </a:lnTo>
                  <a:lnTo>
                    <a:pt x="474894" y="499276"/>
                  </a:lnTo>
                  <a:lnTo>
                    <a:pt x="472074" y="496295"/>
                  </a:lnTo>
                  <a:lnTo>
                    <a:pt x="466428" y="489576"/>
                  </a:lnTo>
                  <a:lnTo>
                    <a:pt x="459895" y="481800"/>
                  </a:lnTo>
                  <a:lnTo>
                    <a:pt x="457353" y="478779"/>
                  </a:lnTo>
                  <a:lnTo>
                    <a:pt x="451898" y="472444"/>
                  </a:lnTo>
                  <a:lnTo>
                    <a:pt x="460262" y="471063"/>
                  </a:lnTo>
                  <a:lnTo>
                    <a:pt x="465393" y="470215"/>
                  </a:lnTo>
                  <a:lnTo>
                    <a:pt x="476335" y="468408"/>
                  </a:lnTo>
                  <a:lnTo>
                    <a:pt x="490107" y="466022"/>
                  </a:lnTo>
                  <a:lnTo>
                    <a:pt x="492989" y="465523"/>
                  </a:lnTo>
                  <a:lnTo>
                    <a:pt x="500995" y="464136"/>
                  </a:lnTo>
                  <a:lnTo>
                    <a:pt x="501364" y="464073"/>
                  </a:lnTo>
                  <a:lnTo>
                    <a:pt x="505157" y="459447"/>
                  </a:lnTo>
                  <a:lnTo>
                    <a:pt x="507477" y="456617"/>
                  </a:lnTo>
                  <a:lnTo>
                    <a:pt x="508662" y="455170"/>
                  </a:lnTo>
                  <a:lnTo>
                    <a:pt x="509542" y="454096"/>
                  </a:lnTo>
                  <a:lnTo>
                    <a:pt x="510642" y="452756"/>
                  </a:lnTo>
                  <a:lnTo>
                    <a:pt x="511916" y="451201"/>
                  </a:lnTo>
                  <a:lnTo>
                    <a:pt x="512440" y="450564"/>
                  </a:lnTo>
                  <a:lnTo>
                    <a:pt x="514819" y="447666"/>
                  </a:lnTo>
                  <a:lnTo>
                    <a:pt x="515453" y="446894"/>
                  </a:lnTo>
                  <a:lnTo>
                    <a:pt x="516471" y="445655"/>
                  </a:lnTo>
                  <a:lnTo>
                    <a:pt x="519233" y="447215"/>
                  </a:lnTo>
                  <a:lnTo>
                    <a:pt x="519963" y="447636"/>
                  </a:lnTo>
                  <a:lnTo>
                    <a:pt x="521267" y="448375"/>
                  </a:lnTo>
                  <a:lnTo>
                    <a:pt x="529081" y="452803"/>
                  </a:lnTo>
                  <a:lnTo>
                    <a:pt x="534107" y="455655"/>
                  </a:lnTo>
                  <a:lnTo>
                    <a:pt x="534888" y="456078"/>
                  </a:lnTo>
                  <a:lnTo>
                    <a:pt x="545667" y="461914"/>
                  </a:lnTo>
                  <a:lnTo>
                    <a:pt x="553108" y="465944"/>
                  </a:lnTo>
                  <a:lnTo>
                    <a:pt x="554553" y="457228"/>
                  </a:lnTo>
                  <a:lnTo>
                    <a:pt x="556371" y="446319"/>
                  </a:lnTo>
                  <a:lnTo>
                    <a:pt x="550512" y="441722"/>
                  </a:lnTo>
                  <a:lnTo>
                    <a:pt x="549128" y="436884"/>
                  </a:lnTo>
                  <a:lnTo>
                    <a:pt x="547255" y="433288"/>
                  </a:lnTo>
                  <a:lnTo>
                    <a:pt x="544428" y="427862"/>
                  </a:lnTo>
                  <a:lnTo>
                    <a:pt x="541719" y="422662"/>
                  </a:lnTo>
                  <a:lnTo>
                    <a:pt x="542097" y="418165"/>
                  </a:lnTo>
                  <a:lnTo>
                    <a:pt x="542395" y="414625"/>
                  </a:lnTo>
                  <a:lnTo>
                    <a:pt x="542455" y="413914"/>
                  </a:lnTo>
                  <a:lnTo>
                    <a:pt x="544495" y="410978"/>
                  </a:lnTo>
                  <a:lnTo>
                    <a:pt x="545004" y="410247"/>
                  </a:lnTo>
                  <a:lnTo>
                    <a:pt x="550682" y="402093"/>
                  </a:lnTo>
                  <a:lnTo>
                    <a:pt x="560985" y="392149"/>
                  </a:lnTo>
                  <a:lnTo>
                    <a:pt x="566219" y="387072"/>
                  </a:lnTo>
                  <a:lnTo>
                    <a:pt x="567487" y="385841"/>
                  </a:lnTo>
                  <a:lnTo>
                    <a:pt x="576432" y="387557"/>
                  </a:lnTo>
                  <a:lnTo>
                    <a:pt x="584265" y="389038"/>
                  </a:lnTo>
                  <a:lnTo>
                    <a:pt x="591348" y="390183"/>
                  </a:lnTo>
                  <a:lnTo>
                    <a:pt x="595951" y="390930"/>
                  </a:lnTo>
                  <a:lnTo>
                    <a:pt x="599118" y="391444"/>
                  </a:lnTo>
                  <a:lnTo>
                    <a:pt x="603343" y="392126"/>
                  </a:lnTo>
                  <a:lnTo>
                    <a:pt x="607185" y="397611"/>
                  </a:lnTo>
                  <a:lnTo>
                    <a:pt x="609903" y="401492"/>
                  </a:lnTo>
                  <a:lnTo>
                    <a:pt x="611399" y="403621"/>
                  </a:lnTo>
                  <a:lnTo>
                    <a:pt x="614898" y="408601"/>
                  </a:lnTo>
                  <a:lnTo>
                    <a:pt x="620326" y="415488"/>
                  </a:lnTo>
                  <a:lnTo>
                    <a:pt x="622723" y="418529"/>
                  </a:lnTo>
                  <a:lnTo>
                    <a:pt x="624824" y="421195"/>
                  </a:lnTo>
                  <a:lnTo>
                    <a:pt x="629462" y="427078"/>
                  </a:lnTo>
                  <a:lnTo>
                    <a:pt x="635966" y="434569"/>
                  </a:lnTo>
                  <a:lnTo>
                    <a:pt x="640199" y="439445"/>
                  </a:lnTo>
                  <a:lnTo>
                    <a:pt x="644741" y="444679"/>
                  </a:lnTo>
                  <a:lnTo>
                    <a:pt x="645560" y="445624"/>
                  </a:lnTo>
                  <a:lnTo>
                    <a:pt x="647089" y="445416"/>
                  </a:lnTo>
                  <a:lnTo>
                    <a:pt x="648176" y="445212"/>
                  </a:lnTo>
                  <a:lnTo>
                    <a:pt x="649400" y="444983"/>
                  </a:lnTo>
                  <a:lnTo>
                    <a:pt x="651290" y="444627"/>
                  </a:lnTo>
                  <a:lnTo>
                    <a:pt x="652616" y="444377"/>
                  </a:lnTo>
                  <a:lnTo>
                    <a:pt x="654285" y="444064"/>
                  </a:lnTo>
                  <a:lnTo>
                    <a:pt x="655634" y="443812"/>
                  </a:lnTo>
                  <a:lnTo>
                    <a:pt x="656837" y="443586"/>
                  </a:lnTo>
                  <a:lnTo>
                    <a:pt x="657021" y="443550"/>
                  </a:lnTo>
                  <a:lnTo>
                    <a:pt x="658163" y="443339"/>
                  </a:lnTo>
                  <a:lnTo>
                    <a:pt x="659425" y="443095"/>
                  </a:lnTo>
                  <a:lnTo>
                    <a:pt x="660557" y="442876"/>
                  </a:lnTo>
                  <a:lnTo>
                    <a:pt x="661743" y="442647"/>
                  </a:lnTo>
                  <a:lnTo>
                    <a:pt x="661911" y="442614"/>
                  </a:lnTo>
                  <a:lnTo>
                    <a:pt x="668837" y="441276"/>
                  </a:lnTo>
                  <a:lnTo>
                    <a:pt x="678181" y="439909"/>
                  </a:lnTo>
                  <a:lnTo>
                    <a:pt x="678921" y="439800"/>
                  </a:lnTo>
                  <a:lnTo>
                    <a:pt x="679140" y="439769"/>
                  </a:lnTo>
                  <a:lnTo>
                    <a:pt x="679435" y="439474"/>
                  </a:lnTo>
                  <a:lnTo>
                    <a:pt x="679848" y="439003"/>
                  </a:lnTo>
                  <a:lnTo>
                    <a:pt x="680405" y="438365"/>
                  </a:lnTo>
                  <a:lnTo>
                    <a:pt x="680613" y="438128"/>
                  </a:lnTo>
                  <a:lnTo>
                    <a:pt x="681224" y="437433"/>
                  </a:lnTo>
                  <a:lnTo>
                    <a:pt x="681636" y="436963"/>
                  </a:lnTo>
                  <a:lnTo>
                    <a:pt x="681901" y="436660"/>
                  </a:lnTo>
                  <a:lnTo>
                    <a:pt x="682140" y="436421"/>
                  </a:lnTo>
                  <a:lnTo>
                    <a:pt x="682415" y="436222"/>
                  </a:lnTo>
                  <a:lnTo>
                    <a:pt x="682832" y="435922"/>
                  </a:lnTo>
                  <a:lnTo>
                    <a:pt x="683163" y="435683"/>
                  </a:lnTo>
                  <a:lnTo>
                    <a:pt x="683667" y="435321"/>
                  </a:lnTo>
                  <a:lnTo>
                    <a:pt x="683944" y="435123"/>
                  </a:lnTo>
                  <a:lnTo>
                    <a:pt x="684417" y="434782"/>
                  </a:lnTo>
                  <a:lnTo>
                    <a:pt x="684822" y="434489"/>
                  </a:lnTo>
                  <a:lnTo>
                    <a:pt x="685219" y="434202"/>
                  </a:lnTo>
                  <a:lnTo>
                    <a:pt x="685585" y="433940"/>
                  </a:lnTo>
                  <a:lnTo>
                    <a:pt x="685860" y="433741"/>
                  </a:lnTo>
                  <a:lnTo>
                    <a:pt x="686390" y="433362"/>
                  </a:lnTo>
                  <a:lnTo>
                    <a:pt x="686842" y="433036"/>
                  </a:lnTo>
                  <a:lnTo>
                    <a:pt x="687326" y="432688"/>
                  </a:lnTo>
                  <a:lnTo>
                    <a:pt x="687853" y="432245"/>
                  </a:lnTo>
                  <a:lnTo>
                    <a:pt x="688316" y="431996"/>
                  </a:lnTo>
                  <a:lnTo>
                    <a:pt x="688886" y="431731"/>
                  </a:lnTo>
                  <a:lnTo>
                    <a:pt x="689428" y="431479"/>
                  </a:lnTo>
                  <a:lnTo>
                    <a:pt x="689914" y="431255"/>
                  </a:lnTo>
                  <a:lnTo>
                    <a:pt x="690417" y="431021"/>
                  </a:lnTo>
                  <a:lnTo>
                    <a:pt x="690967" y="430764"/>
                  </a:lnTo>
                  <a:lnTo>
                    <a:pt x="691624" y="430459"/>
                  </a:lnTo>
                  <a:lnTo>
                    <a:pt x="692069" y="430253"/>
                  </a:lnTo>
                  <a:lnTo>
                    <a:pt x="692634" y="429991"/>
                  </a:lnTo>
                  <a:lnTo>
                    <a:pt x="693163" y="429744"/>
                  </a:lnTo>
                  <a:lnTo>
                    <a:pt x="693616" y="429535"/>
                  </a:lnTo>
                  <a:lnTo>
                    <a:pt x="694191" y="429268"/>
                  </a:lnTo>
                  <a:lnTo>
                    <a:pt x="695040" y="426820"/>
                  </a:lnTo>
                  <a:lnTo>
                    <a:pt x="695725" y="424840"/>
                  </a:lnTo>
                  <a:lnTo>
                    <a:pt x="695855" y="424464"/>
                  </a:lnTo>
                  <a:lnTo>
                    <a:pt x="695641" y="423627"/>
                  </a:lnTo>
                  <a:lnTo>
                    <a:pt x="695443" y="422856"/>
                  </a:lnTo>
                  <a:lnTo>
                    <a:pt x="695183" y="421853"/>
                  </a:lnTo>
                  <a:lnTo>
                    <a:pt x="695071" y="421410"/>
                  </a:lnTo>
                  <a:lnTo>
                    <a:pt x="694919" y="420817"/>
                  </a:lnTo>
                  <a:lnTo>
                    <a:pt x="694758" y="420191"/>
                  </a:lnTo>
                  <a:lnTo>
                    <a:pt x="694682" y="419632"/>
                  </a:lnTo>
                  <a:lnTo>
                    <a:pt x="694962" y="419077"/>
                  </a:lnTo>
                  <a:lnTo>
                    <a:pt x="695448" y="418118"/>
                  </a:lnTo>
                  <a:lnTo>
                    <a:pt x="695697" y="417624"/>
                  </a:lnTo>
                  <a:lnTo>
                    <a:pt x="696138" y="416751"/>
                  </a:lnTo>
                  <a:lnTo>
                    <a:pt x="696601" y="415833"/>
                  </a:lnTo>
                  <a:lnTo>
                    <a:pt x="697046" y="414950"/>
                  </a:lnTo>
                  <a:lnTo>
                    <a:pt x="697326" y="414392"/>
                  </a:lnTo>
                  <a:lnTo>
                    <a:pt x="697456" y="414107"/>
                  </a:lnTo>
                  <a:lnTo>
                    <a:pt x="697323" y="413303"/>
                  </a:lnTo>
                  <a:lnTo>
                    <a:pt x="697283" y="413062"/>
                  </a:lnTo>
                  <a:lnTo>
                    <a:pt x="697242" y="412817"/>
                  </a:lnTo>
                  <a:lnTo>
                    <a:pt x="697051" y="412448"/>
                  </a:lnTo>
                  <a:lnTo>
                    <a:pt x="696848" y="412056"/>
                  </a:lnTo>
                  <a:lnTo>
                    <a:pt x="696479" y="411347"/>
                  </a:lnTo>
                  <a:lnTo>
                    <a:pt x="696112" y="410642"/>
                  </a:lnTo>
                  <a:lnTo>
                    <a:pt x="695853" y="410143"/>
                  </a:lnTo>
                  <a:lnTo>
                    <a:pt x="695718" y="409883"/>
                  </a:lnTo>
                  <a:lnTo>
                    <a:pt x="695624" y="409703"/>
                  </a:lnTo>
                  <a:lnTo>
                    <a:pt x="695733" y="408723"/>
                  </a:lnTo>
                  <a:lnTo>
                    <a:pt x="695832" y="407832"/>
                  </a:lnTo>
                  <a:lnTo>
                    <a:pt x="696382" y="402904"/>
                  </a:lnTo>
                  <a:lnTo>
                    <a:pt x="696430" y="402448"/>
                  </a:lnTo>
                  <a:lnTo>
                    <a:pt x="696237" y="401753"/>
                  </a:lnTo>
                  <a:lnTo>
                    <a:pt x="694733" y="396346"/>
                  </a:lnTo>
                  <a:lnTo>
                    <a:pt x="694723" y="395646"/>
                  </a:lnTo>
                  <a:lnTo>
                    <a:pt x="694703" y="394379"/>
                  </a:lnTo>
                  <a:lnTo>
                    <a:pt x="694695" y="393985"/>
                  </a:lnTo>
                  <a:lnTo>
                    <a:pt x="694697" y="393693"/>
                  </a:lnTo>
                  <a:lnTo>
                    <a:pt x="694844" y="392617"/>
                  </a:lnTo>
                  <a:lnTo>
                    <a:pt x="694867" y="392442"/>
                  </a:lnTo>
                  <a:lnTo>
                    <a:pt x="694570" y="391797"/>
                  </a:lnTo>
                  <a:lnTo>
                    <a:pt x="694344" y="391308"/>
                  </a:lnTo>
                  <a:lnTo>
                    <a:pt x="693970" y="390496"/>
                  </a:lnTo>
                  <a:lnTo>
                    <a:pt x="693848" y="390232"/>
                  </a:lnTo>
                  <a:lnTo>
                    <a:pt x="693784" y="390092"/>
                  </a:lnTo>
                  <a:lnTo>
                    <a:pt x="693690" y="389926"/>
                  </a:lnTo>
                  <a:lnTo>
                    <a:pt x="693598" y="389728"/>
                  </a:lnTo>
                  <a:lnTo>
                    <a:pt x="693481" y="389479"/>
                  </a:lnTo>
                  <a:lnTo>
                    <a:pt x="693377" y="389252"/>
                  </a:lnTo>
                  <a:lnTo>
                    <a:pt x="693089" y="388636"/>
                  </a:lnTo>
                  <a:lnTo>
                    <a:pt x="692100" y="386517"/>
                  </a:lnTo>
                  <a:lnTo>
                    <a:pt x="691970" y="386239"/>
                  </a:lnTo>
                  <a:lnTo>
                    <a:pt x="691832" y="386066"/>
                  </a:lnTo>
                  <a:lnTo>
                    <a:pt x="691629" y="385860"/>
                  </a:lnTo>
                  <a:lnTo>
                    <a:pt x="690845" y="385349"/>
                  </a:lnTo>
                  <a:lnTo>
                    <a:pt x="690575" y="385245"/>
                  </a:lnTo>
                  <a:lnTo>
                    <a:pt x="690415" y="385184"/>
                  </a:lnTo>
                  <a:lnTo>
                    <a:pt x="690267" y="385097"/>
                  </a:lnTo>
                  <a:lnTo>
                    <a:pt x="690026" y="385021"/>
                  </a:lnTo>
                  <a:lnTo>
                    <a:pt x="689756" y="384943"/>
                  </a:lnTo>
                  <a:lnTo>
                    <a:pt x="689542" y="384972"/>
                  </a:lnTo>
                  <a:lnTo>
                    <a:pt x="689321" y="384998"/>
                  </a:lnTo>
                  <a:lnTo>
                    <a:pt x="689161" y="385016"/>
                  </a:lnTo>
                  <a:lnTo>
                    <a:pt x="688509" y="384000"/>
                  </a:lnTo>
                  <a:lnTo>
                    <a:pt x="688372" y="383784"/>
                  </a:lnTo>
                  <a:lnTo>
                    <a:pt x="688234" y="383570"/>
                  </a:lnTo>
                  <a:lnTo>
                    <a:pt x="687840" y="382955"/>
                  </a:lnTo>
                  <a:lnTo>
                    <a:pt x="687550" y="382504"/>
                  </a:lnTo>
                  <a:lnTo>
                    <a:pt x="687331" y="382260"/>
                  </a:lnTo>
                  <a:lnTo>
                    <a:pt x="686980" y="381710"/>
                  </a:lnTo>
                  <a:lnTo>
                    <a:pt x="686771" y="381288"/>
                  </a:lnTo>
                  <a:lnTo>
                    <a:pt x="686278" y="380517"/>
                  </a:lnTo>
                  <a:lnTo>
                    <a:pt x="686041" y="380148"/>
                  </a:lnTo>
                  <a:lnTo>
                    <a:pt x="685832" y="379822"/>
                  </a:lnTo>
                  <a:lnTo>
                    <a:pt x="685578" y="379425"/>
                  </a:lnTo>
                  <a:lnTo>
                    <a:pt x="685456" y="379201"/>
                  </a:lnTo>
                  <a:lnTo>
                    <a:pt x="685222" y="378769"/>
                  </a:lnTo>
                  <a:lnTo>
                    <a:pt x="685059" y="378466"/>
                  </a:lnTo>
                  <a:lnTo>
                    <a:pt x="684947" y="378250"/>
                  </a:lnTo>
                  <a:lnTo>
                    <a:pt x="684710" y="377781"/>
                  </a:lnTo>
                  <a:lnTo>
                    <a:pt x="684524" y="377410"/>
                  </a:lnTo>
                  <a:lnTo>
                    <a:pt x="684326" y="377018"/>
                  </a:lnTo>
                  <a:lnTo>
                    <a:pt x="684084" y="376537"/>
                  </a:lnTo>
                  <a:lnTo>
                    <a:pt x="683858" y="376084"/>
                  </a:lnTo>
                  <a:lnTo>
                    <a:pt x="683672" y="375718"/>
                  </a:lnTo>
                  <a:lnTo>
                    <a:pt x="683135" y="374644"/>
                  </a:lnTo>
                  <a:lnTo>
                    <a:pt x="683005" y="374387"/>
                  </a:lnTo>
                  <a:lnTo>
                    <a:pt x="682873" y="374127"/>
                  </a:lnTo>
                  <a:lnTo>
                    <a:pt x="679514" y="369720"/>
                  </a:lnTo>
                  <a:lnTo>
                    <a:pt x="678741" y="368705"/>
                  </a:lnTo>
                  <a:lnTo>
                    <a:pt x="678005" y="367188"/>
                  </a:lnTo>
                  <a:lnTo>
                    <a:pt x="677565" y="366280"/>
                  </a:lnTo>
                  <a:lnTo>
                    <a:pt x="677323" y="365926"/>
                  </a:lnTo>
                  <a:lnTo>
                    <a:pt x="677092" y="365303"/>
                  </a:lnTo>
                  <a:lnTo>
                    <a:pt x="676988" y="365092"/>
                  </a:lnTo>
                  <a:lnTo>
                    <a:pt x="676746" y="364593"/>
                  </a:lnTo>
                  <a:lnTo>
                    <a:pt x="676471" y="364028"/>
                  </a:lnTo>
                  <a:lnTo>
                    <a:pt x="676211" y="363494"/>
                  </a:lnTo>
                  <a:lnTo>
                    <a:pt x="675972" y="363003"/>
                  </a:lnTo>
                  <a:lnTo>
                    <a:pt x="674199" y="359346"/>
                  </a:lnTo>
                  <a:lnTo>
                    <a:pt x="673662" y="359209"/>
                  </a:lnTo>
                  <a:lnTo>
                    <a:pt x="673265" y="359110"/>
                  </a:lnTo>
                  <a:lnTo>
                    <a:pt x="672855" y="359005"/>
                  </a:lnTo>
                  <a:lnTo>
                    <a:pt x="672390" y="358886"/>
                  </a:lnTo>
                  <a:lnTo>
                    <a:pt x="671972" y="358781"/>
                  </a:lnTo>
                  <a:lnTo>
                    <a:pt x="671578" y="358682"/>
                  </a:lnTo>
                  <a:lnTo>
                    <a:pt x="671107" y="358563"/>
                  </a:lnTo>
                  <a:lnTo>
                    <a:pt x="670743" y="358471"/>
                  </a:lnTo>
                  <a:lnTo>
                    <a:pt x="670407" y="358384"/>
                  </a:lnTo>
                  <a:lnTo>
                    <a:pt x="670260" y="358349"/>
                  </a:lnTo>
                  <a:lnTo>
                    <a:pt x="670201" y="357970"/>
                  </a:lnTo>
                  <a:lnTo>
                    <a:pt x="670092" y="357234"/>
                  </a:lnTo>
                  <a:lnTo>
                    <a:pt x="670033" y="356850"/>
                  </a:lnTo>
                  <a:lnTo>
                    <a:pt x="669947" y="356280"/>
                  </a:lnTo>
                  <a:lnTo>
                    <a:pt x="669868" y="355753"/>
                  </a:lnTo>
                  <a:lnTo>
                    <a:pt x="669812" y="355387"/>
                  </a:lnTo>
                  <a:lnTo>
                    <a:pt x="669703" y="354662"/>
                  </a:lnTo>
                  <a:lnTo>
                    <a:pt x="669611" y="354066"/>
                  </a:lnTo>
                  <a:lnTo>
                    <a:pt x="669492" y="353272"/>
                  </a:lnTo>
                  <a:lnTo>
                    <a:pt x="669392" y="352611"/>
                  </a:lnTo>
                  <a:lnTo>
                    <a:pt x="669296" y="351977"/>
                  </a:lnTo>
                  <a:lnTo>
                    <a:pt x="669151" y="351021"/>
                  </a:lnTo>
                  <a:lnTo>
                    <a:pt x="669084" y="350583"/>
                  </a:lnTo>
                  <a:lnTo>
                    <a:pt x="669062" y="350430"/>
                  </a:lnTo>
                  <a:lnTo>
                    <a:pt x="668901" y="350140"/>
                  </a:lnTo>
                  <a:lnTo>
                    <a:pt x="668375" y="349186"/>
                  </a:lnTo>
                  <a:lnTo>
                    <a:pt x="667899" y="348331"/>
                  </a:lnTo>
                  <a:lnTo>
                    <a:pt x="667522" y="347649"/>
                  </a:lnTo>
                  <a:lnTo>
                    <a:pt x="667204" y="347074"/>
                  </a:lnTo>
                  <a:lnTo>
                    <a:pt x="666835" y="346410"/>
                  </a:lnTo>
                  <a:lnTo>
                    <a:pt x="666369" y="345565"/>
                  </a:lnTo>
                  <a:lnTo>
                    <a:pt x="665746" y="344443"/>
                  </a:lnTo>
                  <a:lnTo>
                    <a:pt x="665392" y="343802"/>
                  </a:lnTo>
                  <a:lnTo>
                    <a:pt x="664955" y="343010"/>
                  </a:lnTo>
                  <a:lnTo>
                    <a:pt x="664387" y="341987"/>
                  </a:lnTo>
                  <a:lnTo>
                    <a:pt x="664156" y="341570"/>
                  </a:lnTo>
                  <a:lnTo>
                    <a:pt x="664237" y="340728"/>
                  </a:lnTo>
                  <a:lnTo>
                    <a:pt x="664362" y="339430"/>
                  </a:lnTo>
                  <a:lnTo>
                    <a:pt x="664504" y="337947"/>
                  </a:lnTo>
                  <a:lnTo>
                    <a:pt x="664575" y="337224"/>
                  </a:lnTo>
                  <a:lnTo>
                    <a:pt x="664652" y="336425"/>
                  </a:lnTo>
                  <a:lnTo>
                    <a:pt x="664789" y="335005"/>
                  </a:lnTo>
                  <a:lnTo>
                    <a:pt x="664812" y="334753"/>
                  </a:lnTo>
                  <a:lnTo>
                    <a:pt x="664527" y="334359"/>
                  </a:lnTo>
                  <a:lnTo>
                    <a:pt x="663888" y="333476"/>
                  </a:lnTo>
                  <a:lnTo>
                    <a:pt x="663346" y="332728"/>
                  </a:lnTo>
                  <a:lnTo>
                    <a:pt x="662649" y="331766"/>
                  </a:lnTo>
                  <a:lnTo>
                    <a:pt x="662097" y="331003"/>
                  </a:lnTo>
                  <a:lnTo>
                    <a:pt x="661379" y="330099"/>
                  </a:lnTo>
                  <a:lnTo>
                    <a:pt x="661423" y="329659"/>
                  </a:lnTo>
                  <a:lnTo>
                    <a:pt x="661494" y="327639"/>
                  </a:lnTo>
                  <a:lnTo>
                    <a:pt x="661575" y="326949"/>
                  </a:lnTo>
                  <a:lnTo>
                    <a:pt x="661583" y="326679"/>
                  </a:lnTo>
                  <a:lnTo>
                    <a:pt x="662502" y="326456"/>
                  </a:lnTo>
                  <a:lnTo>
                    <a:pt x="663262" y="326270"/>
                  </a:lnTo>
                  <a:lnTo>
                    <a:pt x="664392" y="325993"/>
                  </a:lnTo>
                  <a:lnTo>
                    <a:pt x="665639" y="325690"/>
                  </a:lnTo>
                  <a:lnTo>
                    <a:pt x="667049" y="325346"/>
                  </a:lnTo>
                  <a:lnTo>
                    <a:pt x="668301" y="325041"/>
                  </a:lnTo>
                  <a:lnTo>
                    <a:pt x="671453" y="324273"/>
                  </a:lnTo>
                  <a:lnTo>
                    <a:pt x="671985" y="323858"/>
                  </a:lnTo>
                  <a:lnTo>
                    <a:pt x="673074" y="323010"/>
                  </a:lnTo>
                  <a:lnTo>
                    <a:pt x="674046" y="322257"/>
                  </a:lnTo>
                  <a:lnTo>
                    <a:pt x="675420" y="321186"/>
                  </a:lnTo>
                  <a:lnTo>
                    <a:pt x="676268" y="320530"/>
                  </a:lnTo>
                  <a:lnTo>
                    <a:pt x="677336" y="319698"/>
                  </a:lnTo>
                  <a:lnTo>
                    <a:pt x="679354" y="318171"/>
                  </a:lnTo>
                  <a:lnTo>
                    <a:pt x="680601" y="317229"/>
                  </a:lnTo>
                  <a:lnTo>
                    <a:pt x="681810" y="316316"/>
                  </a:lnTo>
                  <a:lnTo>
                    <a:pt x="683179" y="315280"/>
                  </a:lnTo>
                  <a:lnTo>
                    <a:pt x="683385" y="315125"/>
                  </a:lnTo>
                  <a:lnTo>
                    <a:pt x="683760" y="315027"/>
                  </a:lnTo>
                  <a:lnTo>
                    <a:pt x="686039" y="314433"/>
                  </a:lnTo>
                  <a:lnTo>
                    <a:pt x="688316" y="313840"/>
                  </a:lnTo>
                  <a:lnTo>
                    <a:pt x="689657" y="313491"/>
                  </a:lnTo>
                  <a:lnTo>
                    <a:pt x="691173" y="313095"/>
                  </a:lnTo>
                  <a:lnTo>
                    <a:pt x="692899" y="312647"/>
                  </a:lnTo>
                  <a:lnTo>
                    <a:pt x="694855" y="312135"/>
                  </a:lnTo>
                  <a:lnTo>
                    <a:pt x="695120" y="312067"/>
                  </a:lnTo>
                  <a:lnTo>
                    <a:pt x="695339" y="312031"/>
                  </a:lnTo>
                  <a:lnTo>
                    <a:pt x="695558" y="312031"/>
                  </a:lnTo>
                  <a:lnTo>
                    <a:pt x="695911" y="312064"/>
                  </a:lnTo>
                  <a:lnTo>
                    <a:pt x="697357" y="312199"/>
                  </a:lnTo>
                  <a:lnTo>
                    <a:pt x="699519" y="312400"/>
                  </a:lnTo>
                  <a:lnTo>
                    <a:pt x="700491" y="312703"/>
                  </a:lnTo>
                  <a:lnTo>
                    <a:pt x="702046" y="313186"/>
                  </a:lnTo>
                  <a:lnTo>
                    <a:pt x="703725" y="313710"/>
                  </a:lnTo>
                  <a:lnTo>
                    <a:pt x="704425" y="313904"/>
                  </a:lnTo>
                  <a:lnTo>
                    <a:pt x="704273" y="313448"/>
                  </a:lnTo>
                  <a:lnTo>
                    <a:pt x="703924" y="312387"/>
                  </a:lnTo>
                  <a:lnTo>
                    <a:pt x="703647" y="311548"/>
                  </a:lnTo>
                  <a:lnTo>
                    <a:pt x="703392" y="310777"/>
                  </a:lnTo>
                  <a:lnTo>
                    <a:pt x="701919" y="306306"/>
                  </a:lnTo>
                  <a:lnTo>
                    <a:pt x="701637" y="305448"/>
                  </a:lnTo>
                  <a:lnTo>
                    <a:pt x="701448" y="304883"/>
                  </a:lnTo>
                  <a:lnTo>
                    <a:pt x="701369" y="304642"/>
                  </a:lnTo>
                  <a:lnTo>
                    <a:pt x="701896" y="304257"/>
                  </a:lnTo>
                  <a:lnTo>
                    <a:pt x="702662" y="303698"/>
                  </a:lnTo>
                  <a:lnTo>
                    <a:pt x="703525" y="303069"/>
                  </a:lnTo>
                  <a:lnTo>
                    <a:pt x="704003" y="302721"/>
                  </a:lnTo>
                  <a:lnTo>
                    <a:pt x="704629" y="302263"/>
                  </a:lnTo>
                  <a:lnTo>
                    <a:pt x="705041" y="301962"/>
                  </a:lnTo>
                  <a:lnTo>
                    <a:pt x="704955" y="301110"/>
                  </a:lnTo>
                  <a:lnTo>
                    <a:pt x="704863" y="300194"/>
                  </a:lnTo>
                  <a:lnTo>
                    <a:pt x="704807" y="299659"/>
                  </a:lnTo>
                  <a:lnTo>
                    <a:pt x="704743" y="299011"/>
                  </a:lnTo>
                  <a:lnTo>
                    <a:pt x="704848" y="298535"/>
                  </a:lnTo>
                  <a:lnTo>
                    <a:pt x="705089" y="297817"/>
                  </a:lnTo>
                  <a:lnTo>
                    <a:pt x="705433" y="296789"/>
                  </a:lnTo>
                  <a:lnTo>
                    <a:pt x="705827" y="295611"/>
                  </a:lnTo>
                  <a:lnTo>
                    <a:pt x="706580" y="293367"/>
                  </a:lnTo>
                  <a:lnTo>
                    <a:pt x="706670" y="293100"/>
                  </a:lnTo>
                  <a:lnTo>
                    <a:pt x="706647" y="292575"/>
                  </a:lnTo>
                  <a:lnTo>
                    <a:pt x="706636" y="292325"/>
                  </a:lnTo>
                  <a:lnTo>
                    <a:pt x="706606" y="291634"/>
                  </a:lnTo>
                  <a:lnTo>
                    <a:pt x="706558" y="290553"/>
                  </a:lnTo>
                  <a:lnTo>
                    <a:pt x="706486" y="288919"/>
                  </a:lnTo>
                  <a:lnTo>
                    <a:pt x="706433" y="287728"/>
                  </a:lnTo>
                  <a:lnTo>
                    <a:pt x="706382" y="286517"/>
                  </a:lnTo>
                  <a:lnTo>
                    <a:pt x="706349" y="285761"/>
                  </a:lnTo>
                  <a:lnTo>
                    <a:pt x="706336" y="285517"/>
                  </a:lnTo>
                  <a:lnTo>
                    <a:pt x="706812" y="285125"/>
                  </a:lnTo>
                  <a:lnTo>
                    <a:pt x="707540" y="284570"/>
                  </a:lnTo>
                  <a:lnTo>
                    <a:pt x="709023" y="283438"/>
                  </a:lnTo>
                  <a:lnTo>
                    <a:pt x="710049" y="282657"/>
                  </a:lnTo>
                  <a:lnTo>
                    <a:pt x="711161" y="281726"/>
                  </a:lnTo>
                  <a:lnTo>
                    <a:pt x="711972" y="281046"/>
                  </a:lnTo>
                  <a:lnTo>
                    <a:pt x="712634" y="280494"/>
                  </a:lnTo>
                  <a:lnTo>
                    <a:pt x="712799" y="280133"/>
                  </a:lnTo>
                  <a:lnTo>
                    <a:pt x="713273" y="279133"/>
                  </a:lnTo>
                  <a:lnTo>
                    <a:pt x="715833" y="273710"/>
                  </a:lnTo>
                  <a:lnTo>
                    <a:pt x="716273" y="272774"/>
                  </a:lnTo>
                  <a:lnTo>
                    <a:pt x="716364" y="272583"/>
                  </a:lnTo>
                  <a:lnTo>
                    <a:pt x="715970" y="272242"/>
                  </a:lnTo>
                  <a:lnTo>
                    <a:pt x="713576" y="270173"/>
                  </a:lnTo>
                  <a:lnTo>
                    <a:pt x="709795" y="267751"/>
                  </a:lnTo>
                  <a:lnTo>
                    <a:pt x="707062" y="270820"/>
                  </a:lnTo>
                  <a:lnTo>
                    <a:pt x="702767" y="274891"/>
                  </a:lnTo>
                  <a:lnTo>
                    <a:pt x="701380" y="274049"/>
                  </a:lnTo>
                  <a:lnTo>
                    <a:pt x="697899" y="271929"/>
                  </a:lnTo>
                  <a:lnTo>
                    <a:pt x="694520" y="269876"/>
                  </a:lnTo>
                  <a:lnTo>
                    <a:pt x="691660" y="268135"/>
                  </a:lnTo>
                  <a:lnTo>
                    <a:pt x="689085" y="266570"/>
                  </a:lnTo>
                  <a:lnTo>
                    <a:pt x="686884" y="265229"/>
                  </a:lnTo>
                  <a:lnTo>
                    <a:pt x="686029" y="264710"/>
                  </a:lnTo>
                  <a:lnTo>
                    <a:pt x="683410" y="263099"/>
                  </a:lnTo>
                  <a:lnTo>
                    <a:pt x="683013" y="262844"/>
                  </a:lnTo>
                  <a:lnTo>
                    <a:pt x="681732" y="260461"/>
                  </a:lnTo>
                  <a:lnTo>
                    <a:pt x="678711" y="254807"/>
                  </a:lnTo>
                  <a:lnTo>
                    <a:pt x="679558" y="248496"/>
                  </a:lnTo>
                  <a:lnTo>
                    <a:pt x="679306" y="247927"/>
                  </a:lnTo>
                  <a:lnTo>
                    <a:pt x="676952" y="242611"/>
                  </a:lnTo>
                  <a:lnTo>
                    <a:pt x="673293" y="240237"/>
                  </a:lnTo>
                  <a:lnTo>
                    <a:pt x="667952" y="237669"/>
                  </a:lnTo>
                  <a:lnTo>
                    <a:pt x="670540" y="229199"/>
                  </a:lnTo>
                  <a:lnTo>
                    <a:pt x="672466" y="225672"/>
                  </a:lnTo>
                  <a:lnTo>
                    <a:pt x="673568" y="223028"/>
                  </a:lnTo>
                  <a:lnTo>
                    <a:pt x="673642" y="222851"/>
                  </a:lnTo>
                  <a:lnTo>
                    <a:pt x="674110" y="221728"/>
                  </a:lnTo>
                  <a:lnTo>
                    <a:pt x="675289" y="220929"/>
                  </a:lnTo>
                  <a:lnTo>
                    <a:pt x="673327" y="216947"/>
                  </a:lnTo>
                  <a:lnTo>
                    <a:pt x="670464" y="216585"/>
                  </a:lnTo>
                  <a:lnTo>
                    <a:pt x="667975" y="216952"/>
                  </a:lnTo>
                  <a:lnTo>
                    <a:pt x="664810" y="214402"/>
                  </a:lnTo>
                  <a:lnTo>
                    <a:pt x="667977" y="210221"/>
                  </a:lnTo>
                  <a:lnTo>
                    <a:pt x="671431" y="205661"/>
                  </a:lnTo>
                  <a:lnTo>
                    <a:pt x="669485" y="203066"/>
                  </a:lnTo>
                  <a:lnTo>
                    <a:pt x="667947" y="201015"/>
                  </a:lnTo>
                  <a:lnTo>
                    <a:pt x="666108" y="200389"/>
                  </a:lnTo>
                  <a:lnTo>
                    <a:pt x="661998" y="199498"/>
                  </a:lnTo>
                  <a:lnTo>
                    <a:pt x="660016" y="200107"/>
                  </a:lnTo>
                  <a:lnTo>
                    <a:pt x="658601" y="200542"/>
                  </a:lnTo>
                  <a:lnTo>
                    <a:pt x="652133" y="198030"/>
                  </a:lnTo>
                  <a:lnTo>
                    <a:pt x="651996" y="197992"/>
                  </a:lnTo>
                  <a:lnTo>
                    <a:pt x="650469" y="197565"/>
                  </a:lnTo>
                  <a:lnTo>
                    <a:pt x="646199" y="195984"/>
                  </a:lnTo>
                  <a:lnTo>
                    <a:pt x="644978" y="194613"/>
                  </a:lnTo>
                  <a:lnTo>
                    <a:pt x="642570" y="192654"/>
                  </a:lnTo>
                  <a:lnTo>
                    <a:pt x="641925" y="192129"/>
                  </a:lnTo>
                  <a:lnTo>
                    <a:pt x="641835" y="187791"/>
                  </a:lnTo>
                  <a:lnTo>
                    <a:pt x="640245" y="186348"/>
                  </a:lnTo>
                  <a:lnTo>
                    <a:pt x="639166" y="183804"/>
                  </a:lnTo>
                  <a:lnTo>
                    <a:pt x="636736" y="180618"/>
                  </a:lnTo>
                  <a:lnTo>
                    <a:pt x="636675" y="180280"/>
                  </a:lnTo>
                  <a:lnTo>
                    <a:pt x="636545" y="180134"/>
                  </a:lnTo>
                  <a:lnTo>
                    <a:pt x="636444" y="179931"/>
                  </a:lnTo>
                  <a:lnTo>
                    <a:pt x="635983" y="179715"/>
                  </a:lnTo>
                  <a:lnTo>
                    <a:pt x="634986" y="178989"/>
                  </a:lnTo>
                  <a:lnTo>
                    <a:pt x="634832" y="178889"/>
                  </a:lnTo>
                  <a:lnTo>
                    <a:pt x="636279" y="171074"/>
                  </a:lnTo>
                  <a:lnTo>
                    <a:pt x="636760" y="170489"/>
                  </a:lnTo>
                  <a:lnTo>
                    <a:pt x="636624" y="169668"/>
                  </a:lnTo>
                  <a:lnTo>
                    <a:pt x="635964" y="166503"/>
                  </a:lnTo>
                  <a:lnTo>
                    <a:pt x="635675" y="164903"/>
                  </a:lnTo>
                  <a:lnTo>
                    <a:pt x="634980" y="164137"/>
                  </a:lnTo>
                  <a:lnTo>
                    <a:pt x="634902" y="164002"/>
                  </a:lnTo>
                  <a:lnTo>
                    <a:pt x="634835" y="163811"/>
                  </a:lnTo>
                  <a:lnTo>
                    <a:pt x="634818" y="163580"/>
                  </a:lnTo>
                  <a:lnTo>
                    <a:pt x="634189" y="163211"/>
                  </a:lnTo>
                  <a:lnTo>
                    <a:pt x="633858" y="163264"/>
                  </a:lnTo>
                  <a:lnTo>
                    <a:pt x="633482" y="163302"/>
                  </a:lnTo>
                  <a:lnTo>
                    <a:pt x="633268" y="163330"/>
                  </a:lnTo>
                  <a:lnTo>
                    <a:pt x="633006" y="163366"/>
                  </a:lnTo>
                  <a:lnTo>
                    <a:pt x="632670" y="163458"/>
                  </a:lnTo>
                  <a:lnTo>
                    <a:pt x="632398" y="163506"/>
                  </a:lnTo>
                  <a:lnTo>
                    <a:pt x="631970" y="163613"/>
                  </a:lnTo>
                  <a:lnTo>
                    <a:pt x="631756" y="163669"/>
                  </a:lnTo>
                  <a:lnTo>
                    <a:pt x="631405" y="163758"/>
                  </a:lnTo>
                  <a:lnTo>
                    <a:pt x="631161" y="163213"/>
                  </a:lnTo>
                  <a:lnTo>
                    <a:pt x="631069" y="163012"/>
                  </a:lnTo>
                  <a:lnTo>
                    <a:pt x="630545" y="161850"/>
                  </a:lnTo>
                  <a:lnTo>
                    <a:pt x="630123" y="160911"/>
                  </a:lnTo>
                  <a:lnTo>
                    <a:pt x="629789" y="160170"/>
                  </a:lnTo>
                  <a:lnTo>
                    <a:pt x="629571" y="159687"/>
                  </a:lnTo>
                  <a:lnTo>
                    <a:pt x="629316" y="159124"/>
                  </a:lnTo>
                  <a:lnTo>
                    <a:pt x="629087" y="158610"/>
                  </a:lnTo>
                  <a:lnTo>
                    <a:pt x="628845" y="158076"/>
                  </a:lnTo>
                  <a:lnTo>
                    <a:pt x="628754" y="157875"/>
                  </a:lnTo>
                  <a:lnTo>
                    <a:pt x="628494" y="157297"/>
                  </a:lnTo>
                  <a:lnTo>
                    <a:pt x="628207" y="156659"/>
                  </a:lnTo>
                  <a:lnTo>
                    <a:pt x="627955" y="156099"/>
                  </a:lnTo>
                  <a:lnTo>
                    <a:pt x="627657" y="155440"/>
                  </a:lnTo>
                  <a:lnTo>
                    <a:pt x="627426" y="154928"/>
                  </a:lnTo>
                  <a:lnTo>
                    <a:pt x="627169" y="154356"/>
                  </a:lnTo>
                  <a:lnTo>
                    <a:pt x="626998" y="153977"/>
                  </a:lnTo>
                  <a:lnTo>
                    <a:pt x="626769" y="153473"/>
                  </a:lnTo>
                  <a:lnTo>
                    <a:pt x="626270" y="152366"/>
                  </a:lnTo>
                  <a:lnTo>
                    <a:pt x="626008" y="151783"/>
                  </a:lnTo>
                  <a:lnTo>
                    <a:pt x="625700" y="151099"/>
                  </a:lnTo>
                  <a:lnTo>
                    <a:pt x="625370" y="150364"/>
                  </a:lnTo>
                  <a:lnTo>
                    <a:pt x="625184" y="149954"/>
                  </a:lnTo>
                  <a:lnTo>
                    <a:pt x="624932" y="149391"/>
                  </a:lnTo>
                  <a:lnTo>
                    <a:pt x="624566" y="148656"/>
                  </a:lnTo>
                  <a:lnTo>
                    <a:pt x="624420" y="148580"/>
                  </a:lnTo>
                  <a:lnTo>
                    <a:pt x="624082" y="148361"/>
                  </a:lnTo>
                  <a:lnTo>
                    <a:pt x="623838" y="148114"/>
                  </a:lnTo>
                  <a:lnTo>
                    <a:pt x="623736" y="147969"/>
                  </a:lnTo>
                  <a:lnTo>
                    <a:pt x="623594" y="147791"/>
                  </a:lnTo>
                  <a:lnTo>
                    <a:pt x="623420" y="147572"/>
                  </a:lnTo>
                  <a:lnTo>
                    <a:pt x="623329" y="147442"/>
                  </a:lnTo>
                  <a:lnTo>
                    <a:pt x="623212" y="147241"/>
                  </a:lnTo>
                  <a:lnTo>
                    <a:pt x="623153" y="147094"/>
                  </a:lnTo>
                  <a:lnTo>
                    <a:pt x="623309" y="146608"/>
                  </a:lnTo>
                  <a:lnTo>
                    <a:pt x="623861" y="145989"/>
                  </a:lnTo>
                  <a:lnTo>
                    <a:pt x="624031" y="145801"/>
                  </a:lnTo>
                  <a:lnTo>
                    <a:pt x="624301" y="145626"/>
                  </a:lnTo>
                  <a:lnTo>
                    <a:pt x="624502" y="145458"/>
                  </a:lnTo>
                  <a:lnTo>
                    <a:pt x="624741" y="145259"/>
                  </a:lnTo>
                  <a:lnTo>
                    <a:pt x="624777" y="144936"/>
                  </a:lnTo>
                  <a:lnTo>
                    <a:pt x="624830" y="144445"/>
                  </a:lnTo>
                  <a:lnTo>
                    <a:pt x="624962" y="143252"/>
                  </a:lnTo>
                  <a:lnTo>
                    <a:pt x="624894" y="142941"/>
                  </a:lnTo>
                  <a:lnTo>
                    <a:pt x="624713" y="142137"/>
                  </a:lnTo>
                  <a:lnTo>
                    <a:pt x="624443" y="140926"/>
                  </a:lnTo>
                  <a:lnTo>
                    <a:pt x="624306" y="140315"/>
                  </a:lnTo>
                  <a:lnTo>
                    <a:pt x="624174" y="139727"/>
                  </a:lnTo>
                  <a:lnTo>
                    <a:pt x="624026" y="139061"/>
                  </a:lnTo>
                  <a:lnTo>
                    <a:pt x="623884" y="138422"/>
                  </a:lnTo>
                  <a:lnTo>
                    <a:pt x="623756" y="137860"/>
                  </a:lnTo>
                  <a:lnTo>
                    <a:pt x="623609" y="137198"/>
                  </a:lnTo>
                  <a:lnTo>
                    <a:pt x="623476" y="136603"/>
                  </a:lnTo>
                  <a:lnTo>
                    <a:pt x="623283" y="135745"/>
                  </a:lnTo>
                  <a:lnTo>
                    <a:pt x="623158" y="135185"/>
                  </a:lnTo>
                  <a:lnTo>
                    <a:pt x="623044" y="134669"/>
                  </a:lnTo>
                  <a:lnTo>
                    <a:pt x="622990" y="134430"/>
                  </a:lnTo>
                  <a:lnTo>
                    <a:pt x="621838" y="134432"/>
                  </a:lnTo>
                  <a:lnTo>
                    <a:pt x="621482" y="134435"/>
                  </a:lnTo>
                  <a:lnTo>
                    <a:pt x="621217" y="134435"/>
                  </a:lnTo>
                  <a:lnTo>
                    <a:pt x="620996" y="134445"/>
                  </a:lnTo>
                  <a:lnTo>
                    <a:pt x="620622" y="134432"/>
                  </a:lnTo>
                  <a:lnTo>
                    <a:pt x="620380" y="134442"/>
                  </a:lnTo>
                  <a:lnTo>
                    <a:pt x="620110" y="134455"/>
                  </a:lnTo>
                  <a:lnTo>
                    <a:pt x="619703" y="134468"/>
                  </a:lnTo>
                  <a:lnTo>
                    <a:pt x="619342" y="134539"/>
                  </a:lnTo>
                  <a:lnTo>
                    <a:pt x="618848" y="134732"/>
                  </a:lnTo>
                  <a:lnTo>
                    <a:pt x="617726" y="135692"/>
                  </a:lnTo>
                  <a:lnTo>
                    <a:pt x="617156" y="136048"/>
                  </a:lnTo>
                  <a:lnTo>
                    <a:pt x="616879" y="136211"/>
                  </a:lnTo>
                  <a:lnTo>
                    <a:pt x="616599" y="136356"/>
                  </a:lnTo>
                  <a:lnTo>
                    <a:pt x="616339" y="136470"/>
                  </a:lnTo>
                  <a:lnTo>
                    <a:pt x="616095" y="136605"/>
                  </a:lnTo>
                  <a:lnTo>
                    <a:pt x="615924" y="136682"/>
                  </a:lnTo>
                  <a:lnTo>
                    <a:pt x="615479" y="136801"/>
                  </a:lnTo>
                  <a:lnTo>
                    <a:pt x="613945" y="137208"/>
                  </a:lnTo>
                  <a:lnTo>
                    <a:pt x="613469" y="137335"/>
                  </a:lnTo>
                  <a:lnTo>
                    <a:pt x="613095" y="137483"/>
                  </a:lnTo>
                  <a:lnTo>
                    <a:pt x="612769" y="137623"/>
                  </a:lnTo>
                  <a:lnTo>
                    <a:pt x="612413" y="137793"/>
                  </a:lnTo>
                  <a:lnTo>
                    <a:pt x="611924" y="138274"/>
                  </a:lnTo>
                  <a:lnTo>
                    <a:pt x="611777" y="138529"/>
                  </a:lnTo>
                  <a:lnTo>
                    <a:pt x="611637" y="138804"/>
                  </a:lnTo>
                  <a:lnTo>
                    <a:pt x="611449" y="139351"/>
                  </a:lnTo>
                  <a:lnTo>
                    <a:pt x="611352" y="139592"/>
                  </a:lnTo>
                  <a:lnTo>
                    <a:pt x="611301" y="139738"/>
                  </a:lnTo>
                  <a:lnTo>
                    <a:pt x="610311" y="140928"/>
                  </a:lnTo>
                  <a:lnTo>
                    <a:pt x="610181" y="140982"/>
                  </a:lnTo>
                  <a:lnTo>
                    <a:pt x="609924" y="141081"/>
                  </a:lnTo>
                  <a:lnTo>
                    <a:pt x="609596" y="141201"/>
                  </a:lnTo>
                  <a:lnTo>
                    <a:pt x="609311" y="141353"/>
                  </a:lnTo>
                  <a:lnTo>
                    <a:pt x="608914" y="141928"/>
                  </a:lnTo>
                  <a:lnTo>
                    <a:pt x="608886" y="142124"/>
                  </a:lnTo>
                  <a:lnTo>
                    <a:pt x="608533" y="141989"/>
                  </a:lnTo>
                  <a:lnTo>
                    <a:pt x="607996" y="141783"/>
                  </a:lnTo>
                  <a:lnTo>
                    <a:pt x="607337" y="141534"/>
                  </a:lnTo>
                  <a:lnTo>
                    <a:pt x="606996" y="141404"/>
                  </a:lnTo>
                  <a:lnTo>
                    <a:pt x="606680" y="141285"/>
                  </a:lnTo>
                  <a:lnTo>
                    <a:pt x="606344" y="141155"/>
                  </a:lnTo>
                  <a:lnTo>
                    <a:pt x="606085" y="141056"/>
                  </a:lnTo>
                  <a:lnTo>
                    <a:pt x="605597" y="140871"/>
                  </a:lnTo>
                  <a:lnTo>
                    <a:pt x="605339" y="140773"/>
                  </a:lnTo>
                  <a:lnTo>
                    <a:pt x="604833" y="140580"/>
                  </a:lnTo>
                  <a:lnTo>
                    <a:pt x="604382" y="140409"/>
                  </a:lnTo>
                  <a:lnTo>
                    <a:pt x="603963" y="140249"/>
                  </a:lnTo>
                  <a:lnTo>
                    <a:pt x="603675" y="140139"/>
                  </a:lnTo>
                  <a:lnTo>
                    <a:pt x="603716" y="140524"/>
                  </a:lnTo>
                  <a:lnTo>
                    <a:pt x="603767" y="141035"/>
                  </a:lnTo>
                  <a:lnTo>
                    <a:pt x="603812" y="141475"/>
                  </a:lnTo>
                  <a:lnTo>
                    <a:pt x="603881" y="142132"/>
                  </a:lnTo>
                  <a:lnTo>
                    <a:pt x="603955" y="142857"/>
                  </a:lnTo>
                  <a:lnTo>
                    <a:pt x="604011" y="143379"/>
                  </a:lnTo>
                  <a:lnTo>
                    <a:pt x="604041" y="143687"/>
                  </a:lnTo>
                  <a:lnTo>
                    <a:pt x="604092" y="144185"/>
                  </a:lnTo>
                  <a:lnTo>
                    <a:pt x="604148" y="144720"/>
                  </a:lnTo>
                  <a:lnTo>
                    <a:pt x="603846" y="145028"/>
                  </a:lnTo>
                  <a:lnTo>
                    <a:pt x="603561" y="145320"/>
                  </a:lnTo>
                  <a:lnTo>
                    <a:pt x="603207" y="145682"/>
                  </a:lnTo>
                  <a:lnTo>
                    <a:pt x="602795" y="146101"/>
                  </a:lnTo>
                  <a:lnTo>
                    <a:pt x="602498" y="146405"/>
                  </a:lnTo>
                  <a:lnTo>
                    <a:pt x="601917" y="147002"/>
                  </a:lnTo>
                  <a:lnTo>
                    <a:pt x="601515" y="147412"/>
                  </a:lnTo>
                  <a:lnTo>
                    <a:pt x="601125" y="147811"/>
                  </a:lnTo>
                  <a:lnTo>
                    <a:pt x="600851" y="148091"/>
                  </a:lnTo>
                  <a:lnTo>
                    <a:pt x="600375" y="148618"/>
                  </a:lnTo>
                  <a:lnTo>
                    <a:pt x="600431" y="148857"/>
                  </a:lnTo>
                  <a:lnTo>
                    <a:pt x="600553" y="149208"/>
                  </a:lnTo>
                  <a:lnTo>
                    <a:pt x="600678" y="149816"/>
                  </a:lnTo>
                  <a:lnTo>
                    <a:pt x="600767" y="150239"/>
                  </a:lnTo>
                  <a:lnTo>
                    <a:pt x="600823" y="150468"/>
                  </a:lnTo>
                  <a:lnTo>
                    <a:pt x="600889" y="150740"/>
                  </a:lnTo>
                  <a:lnTo>
                    <a:pt x="601003" y="151213"/>
                  </a:lnTo>
                  <a:lnTo>
                    <a:pt x="601130" y="151743"/>
                  </a:lnTo>
                  <a:lnTo>
                    <a:pt x="601276" y="152356"/>
                  </a:lnTo>
                  <a:lnTo>
                    <a:pt x="601311" y="152501"/>
                  </a:lnTo>
                  <a:lnTo>
                    <a:pt x="601415" y="152949"/>
                  </a:lnTo>
                  <a:lnTo>
                    <a:pt x="601474" y="153185"/>
                  </a:lnTo>
                  <a:lnTo>
                    <a:pt x="601629" y="153794"/>
                  </a:lnTo>
                  <a:lnTo>
                    <a:pt x="601408" y="153964"/>
                  </a:lnTo>
                  <a:lnTo>
                    <a:pt x="600728" y="154559"/>
                  </a:lnTo>
                  <a:lnTo>
                    <a:pt x="600281" y="154931"/>
                  </a:lnTo>
                  <a:lnTo>
                    <a:pt x="599810" y="155318"/>
                  </a:lnTo>
                  <a:lnTo>
                    <a:pt x="599370" y="155682"/>
                  </a:lnTo>
                  <a:lnTo>
                    <a:pt x="598924" y="156048"/>
                  </a:lnTo>
                  <a:lnTo>
                    <a:pt x="598605" y="156313"/>
                  </a:lnTo>
                  <a:lnTo>
                    <a:pt x="598474" y="156422"/>
                  </a:lnTo>
                  <a:lnTo>
                    <a:pt x="597609" y="157135"/>
                  </a:lnTo>
                  <a:lnTo>
                    <a:pt x="597423" y="157290"/>
                  </a:lnTo>
                  <a:lnTo>
                    <a:pt x="597049" y="156959"/>
                  </a:lnTo>
                  <a:lnTo>
                    <a:pt x="596812" y="156674"/>
                  </a:lnTo>
                  <a:lnTo>
                    <a:pt x="596680" y="156437"/>
                  </a:lnTo>
                  <a:lnTo>
                    <a:pt x="596428" y="156259"/>
                  </a:lnTo>
                  <a:lnTo>
                    <a:pt x="596016" y="156140"/>
                  </a:lnTo>
                  <a:lnTo>
                    <a:pt x="595858" y="155839"/>
                  </a:lnTo>
                  <a:lnTo>
                    <a:pt x="595795" y="155679"/>
                  </a:lnTo>
                  <a:lnTo>
                    <a:pt x="595690" y="155465"/>
                  </a:lnTo>
                  <a:lnTo>
                    <a:pt x="595596" y="154872"/>
                  </a:lnTo>
                  <a:lnTo>
                    <a:pt x="595207" y="154598"/>
                  </a:lnTo>
                  <a:lnTo>
                    <a:pt x="594973" y="154432"/>
                  </a:lnTo>
                  <a:lnTo>
                    <a:pt x="594400" y="153944"/>
                  </a:lnTo>
                  <a:lnTo>
                    <a:pt x="594250" y="153824"/>
                  </a:lnTo>
                  <a:lnTo>
                    <a:pt x="593960" y="153605"/>
                  </a:lnTo>
                  <a:lnTo>
                    <a:pt x="593848" y="153465"/>
                  </a:lnTo>
                  <a:lnTo>
                    <a:pt x="593624" y="153287"/>
                  </a:lnTo>
                  <a:lnTo>
                    <a:pt x="593347" y="153147"/>
                  </a:lnTo>
                  <a:lnTo>
                    <a:pt x="592449" y="152862"/>
                  </a:lnTo>
                  <a:lnTo>
                    <a:pt x="592021" y="152732"/>
                  </a:lnTo>
                  <a:lnTo>
                    <a:pt x="591553" y="152656"/>
                  </a:lnTo>
                  <a:lnTo>
                    <a:pt x="591237" y="152600"/>
                  </a:lnTo>
                  <a:lnTo>
                    <a:pt x="591026" y="152531"/>
                  </a:lnTo>
                  <a:lnTo>
                    <a:pt x="590555" y="152473"/>
                  </a:lnTo>
                  <a:lnTo>
                    <a:pt x="590232" y="152496"/>
                  </a:lnTo>
                  <a:lnTo>
                    <a:pt x="589978" y="152493"/>
                  </a:lnTo>
                  <a:lnTo>
                    <a:pt x="589789" y="152529"/>
                  </a:lnTo>
                  <a:lnTo>
                    <a:pt x="589385" y="152547"/>
                  </a:lnTo>
                  <a:lnTo>
                    <a:pt x="589161" y="152481"/>
                  </a:lnTo>
                  <a:lnTo>
                    <a:pt x="589031" y="152450"/>
                  </a:lnTo>
                  <a:lnTo>
                    <a:pt x="588543" y="152356"/>
                  </a:lnTo>
                  <a:lnTo>
                    <a:pt x="588367" y="152371"/>
                  </a:lnTo>
                  <a:lnTo>
                    <a:pt x="588222" y="152404"/>
                  </a:lnTo>
                  <a:lnTo>
                    <a:pt x="588031" y="152404"/>
                  </a:lnTo>
                  <a:lnTo>
                    <a:pt x="587711" y="152445"/>
                  </a:lnTo>
                  <a:lnTo>
                    <a:pt x="587421" y="152427"/>
                  </a:lnTo>
                  <a:lnTo>
                    <a:pt x="587247" y="152445"/>
                  </a:lnTo>
                  <a:lnTo>
                    <a:pt x="587029" y="152430"/>
                  </a:lnTo>
                  <a:lnTo>
                    <a:pt x="586891" y="152409"/>
                  </a:lnTo>
                  <a:lnTo>
                    <a:pt x="586164" y="151911"/>
                  </a:lnTo>
                  <a:lnTo>
                    <a:pt x="586036" y="151755"/>
                  </a:lnTo>
                  <a:lnTo>
                    <a:pt x="585769" y="151432"/>
                  </a:lnTo>
                  <a:lnTo>
                    <a:pt x="585634" y="151249"/>
                  </a:lnTo>
                  <a:lnTo>
                    <a:pt x="585512" y="151078"/>
                  </a:lnTo>
                  <a:lnTo>
                    <a:pt x="585413" y="150939"/>
                  </a:lnTo>
                  <a:lnTo>
                    <a:pt x="585347" y="150732"/>
                  </a:lnTo>
                  <a:lnTo>
                    <a:pt x="585260" y="150341"/>
                  </a:lnTo>
                  <a:lnTo>
                    <a:pt x="585235" y="150106"/>
                  </a:lnTo>
                  <a:lnTo>
                    <a:pt x="585222" y="149977"/>
                  </a:lnTo>
                  <a:lnTo>
                    <a:pt x="585217" y="149745"/>
                  </a:lnTo>
                  <a:lnTo>
                    <a:pt x="585258" y="149496"/>
                  </a:lnTo>
                  <a:lnTo>
                    <a:pt x="585321" y="149099"/>
                  </a:lnTo>
                  <a:lnTo>
                    <a:pt x="585393" y="148661"/>
                  </a:lnTo>
                  <a:lnTo>
                    <a:pt x="585461" y="148363"/>
                  </a:lnTo>
                  <a:lnTo>
                    <a:pt x="585538" y="148068"/>
                  </a:lnTo>
                  <a:lnTo>
                    <a:pt x="585596" y="147801"/>
                  </a:lnTo>
                  <a:lnTo>
                    <a:pt x="585698" y="147455"/>
                  </a:lnTo>
                  <a:lnTo>
                    <a:pt x="585774" y="147193"/>
                  </a:lnTo>
                  <a:lnTo>
                    <a:pt x="585596" y="147190"/>
                  </a:lnTo>
                  <a:lnTo>
                    <a:pt x="585446" y="147188"/>
                  </a:lnTo>
                  <a:lnTo>
                    <a:pt x="585194" y="147183"/>
                  </a:lnTo>
                  <a:lnTo>
                    <a:pt x="584988" y="147178"/>
                  </a:lnTo>
                  <a:lnTo>
                    <a:pt x="584527" y="147132"/>
                  </a:lnTo>
                  <a:lnTo>
                    <a:pt x="584395" y="147122"/>
                  </a:lnTo>
                  <a:lnTo>
                    <a:pt x="583764" y="146959"/>
                  </a:lnTo>
                  <a:lnTo>
                    <a:pt x="583522" y="146832"/>
                  </a:lnTo>
                  <a:lnTo>
                    <a:pt x="583324" y="146730"/>
                  </a:lnTo>
                  <a:lnTo>
                    <a:pt x="583156" y="146618"/>
                  </a:lnTo>
                  <a:lnTo>
                    <a:pt x="582863" y="146450"/>
                  </a:lnTo>
                  <a:lnTo>
                    <a:pt x="582563" y="146229"/>
                  </a:lnTo>
                  <a:lnTo>
                    <a:pt x="582293" y="146048"/>
                  </a:lnTo>
                  <a:lnTo>
                    <a:pt x="582123" y="145870"/>
                  </a:lnTo>
                  <a:lnTo>
                    <a:pt x="581957" y="145745"/>
                  </a:lnTo>
                  <a:lnTo>
                    <a:pt x="581800" y="145605"/>
                  </a:lnTo>
                  <a:lnTo>
                    <a:pt x="582044" y="144511"/>
                  </a:lnTo>
                  <a:lnTo>
                    <a:pt x="581690" y="144544"/>
                  </a:lnTo>
                  <a:lnTo>
                    <a:pt x="580912" y="144569"/>
                  </a:lnTo>
                  <a:lnTo>
                    <a:pt x="580359" y="144544"/>
                  </a:lnTo>
                  <a:lnTo>
                    <a:pt x="580192" y="144503"/>
                  </a:lnTo>
                  <a:lnTo>
                    <a:pt x="579985" y="144458"/>
                  </a:lnTo>
                  <a:lnTo>
                    <a:pt x="579807" y="144315"/>
                  </a:lnTo>
                  <a:lnTo>
                    <a:pt x="579657" y="144083"/>
                  </a:lnTo>
                  <a:lnTo>
                    <a:pt x="579609" y="143832"/>
                  </a:lnTo>
                  <a:lnTo>
                    <a:pt x="579522" y="143595"/>
                  </a:lnTo>
                  <a:lnTo>
                    <a:pt x="579250" y="143061"/>
                  </a:lnTo>
                  <a:lnTo>
                    <a:pt x="579222" y="142755"/>
                  </a:lnTo>
                  <a:lnTo>
                    <a:pt x="579212" y="142605"/>
                  </a:lnTo>
                  <a:lnTo>
                    <a:pt x="578906" y="142018"/>
                  </a:lnTo>
                  <a:lnTo>
                    <a:pt x="577963" y="141483"/>
                  </a:lnTo>
                  <a:lnTo>
                    <a:pt x="577609" y="141307"/>
                  </a:lnTo>
                  <a:lnTo>
                    <a:pt x="577321" y="141117"/>
                  </a:lnTo>
                  <a:lnTo>
                    <a:pt x="576993" y="140804"/>
                  </a:lnTo>
                  <a:lnTo>
                    <a:pt x="576802" y="140745"/>
                  </a:lnTo>
                  <a:lnTo>
                    <a:pt x="576655" y="140732"/>
                  </a:lnTo>
                  <a:lnTo>
                    <a:pt x="576416" y="140847"/>
                  </a:lnTo>
                  <a:lnTo>
                    <a:pt x="575907" y="140811"/>
                  </a:lnTo>
                  <a:lnTo>
                    <a:pt x="575703" y="140613"/>
                  </a:lnTo>
                  <a:lnTo>
                    <a:pt x="575540" y="140391"/>
                  </a:lnTo>
                  <a:lnTo>
                    <a:pt x="575487" y="140234"/>
                  </a:lnTo>
                  <a:lnTo>
                    <a:pt x="575324" y="139923"/>
                  </a:lnTo>
                  <a:lnTo>
                    <a:pt x="575199" y="139653"/>
                  </a:lnTo>
                  <a:lnTo>
                    <a:pt x="575192" y="139491"/>
                  </a:lnTo>
                  <a:lnTo>
                    <a:pt x="575171" y="139241"/>
                  </a:lnTo>
                  <a:lnTo>
                    <a:pt x="575186" y="138941"/>
                  </a:lnTo>
                  <a:lnTo>
                    <a:pt x="574979" y="138786"/>
                  </a:lnTo>
                  <a:lnTo>
                    <a:pt x="574539" y="138558"/>
                  </a:lnTo>
                  <a:lnTo>
                    <a:pt x="574348" y="138349"/>
                  </a:lnTo>
                  <a:lnTo>
                    <a:pt x="573826" y="137782"/>
                  </a:lnTo>
                  <a:lnTo>
                    <a:pt x="574931" y="136417"/>
                  </a:lnTo>
                  <a:lnTo>
                    <a:pt x="574998" y="136264"/>
                  </a:lnTo>
                  <a:lnTo>
                    <a:pt x="575171" y="135951"/>
                  </a:lnTo>
                  <a:lnTo>
                    <a:pt x="575237" y="135776"/>
                  </a:lnTo>
                  <a:lnTo>
                    <a:pt x="575319" y="135529"/>
                  </a:lnTo>
                  <a:lnTo>
                    <a:pt x="575388" y="135272"/>
                  </a:lnTo>
                  <a:lnTo>
                    <a:pt x="575444" y="134890"/>
                  </a:lnTo>
                  <a:lnTo>
                    <a:pt x="575383" y="134709"/>
                  </a:lnTo>
                  <a:lnTo>
                    <a:pt x="575398" y="134397"/>
                  </a:lnTo>
                  <a:lnTo>
                    <a:pt x="574339" y="134185"/>
                  </a:lnTo>
                  <a:lnTo>
                    <a:pt x="574052" y="134101"/>
                  </a:lnTo>
                  <a:lnTo>
                    <a:pt x="573725" y="134049"/>
                  </a:lnTo>
                  <a:lnTo>
                    <a:pt x="571716" y="133730"/>
                  </a:lnTo>
                  <a:lnTo>
                    <a:pt x="571581" y="133709"/>
                  </a:lnTo>
                  <a:lnTo>
                    <a:pt x="571092" y="133605"/>
                  </a:lnTo>
                  <a:lnTo>
                    <a:pt x="570108" y="133450"/>
                  </a:lnTo>
                  <a:lnTo>
                    <a:pt x="569724" y="133376"/>
                  </a:lnTo>
                  <a:lnTo>
                    <a:pt x="569505" y="133384"/>
                  </a:lnTo>
                  <a:lnTo>
                    <a:pt x="569044" y="133575"/>
                  </a:lnTo>
                  <a:lnTo>
                    <a:pt x="568512" y="133811"/>
                  </a:lnTo>
                  <a:lnTo>
                    <a:pt x="567853" y="134073"/>
                  </a:lnTo>
                  <a:lnTo>
                    <a:pt x="567456" y="134221"/>
                  </a:lnTo>
                  <a:lnTo>
                    <a:pt x="567062" y="134386"/>
                  </a:lnTo>
                  <a:lnTo>
                    <a:pt x="566810" y="134455"/>
                  </a:lnTo>
                  <a:lnTo>
                    <a:pt x="566655" y="135193"/>
                  </a:lnTo>
                  <a:lnTo>
                    <a:pt x="566563" y="135564"/>
                  </a:lnTo>
                  <a:lnTo>
                    <a:pt x="566347" y="136340"/>
                  </a:lnTo>
                  <a:lnTo>
                    <a:pt x="566145" y="136755"/>
                  </a:lnTo>
                  <a:lnTo>
                    <a:pt x="565839" y="137284"/>
                  </a:lnTo>
                  <a:lnTo>
                    <a:pt x="565413" y="137440"/>
                  </a:lnTo>
                  <a:lnTo>
                    <a:pt x="565051" y="137530"/>
                  </a:lnTo>
                  <a:lnTo>
                    <a:pt x="564719" y="137571"/>
                  </a:lnTo>
                  <a:lnTo>
                    <a:pt x="564210" y="137449"/>
                  </a:lnTo>
                  <a:lnTo>
                    <a:pt x="563978" y="137767"/>
                  </a:lnTo>
                  <a:lnTo>
                    <a:pt x="563846" y="137789"/>
                  </a:lnTo>
                  <a:lnTo>
                    <a:pt x="563513" y="137720"/>
                  </a:lnTo>
                  <a:lnTo>
                    <a:pt x="563092" y="137644"/>
                  </a:lnTo>
                  <a:lnTo>
                    <a:pt x="562812" y="137180"/>
                  </a:lnTo>
                  <a:lnTo>
                    <a:pt x="562478" y="137181"/>
                  </a:lnTo>
                  <a:lnTo>
                    <a:pt x="562349" y="136816"/>
                  </a:lnTo>
                  <a:lnTo>
                    <a:pt x="562103" y="136323"/>
                  </a:lnTo>
                  <a:lnTo>
                    <a:pt x="561983" y="136106"/>
                  </a:lnTo>
                  <a:lnTo>
                    <a:pt x="561421" y="135386"/>
                  </a:lnTo>
                  <a:lnTo>
                    <a:pt x="561210" y="135272"/>
                  </a:lnTo>
                  <a:lnTo>
                    <a:pt x="560624" y="135776"/>
                  </a:lnTo>
                  <a:lnTo>
                    <a:pt x="560607" y="135926"/>
                  </a:lnTo>
                  <a:lnTo>
                    <a:pt x="560342" y="135931"/>
                  </a:lnTo>
                  <a:lnTo>
                    <a:pt x="559161" y="136188"/>
                  </a:lnTo>
                  <a:lnTo>
                    <a:pt x="559077" y="136351"/>
                  </a:lnTo>
                  <a:lnTo>
                    <a:pt x="558920" y="136600"/>
                  </a:lnTo>
                  <a:lnTo>
                    <a:pt x="558815" y="136732"/>
                  </a:lnTo>
                  <a:lnTo>
                    <a:pt x="558642" y="136954"/>
                  </a:lnTo>
                  <a:lnTo>
                    <a:pt x="558502" y="137119"/>
                  </a:lnTo>
                  <a:lnTo>
                    <a:pt x="558166" y="137666"/>
                  </a:lnTo>
                  <a:lnTo>
                    <a:pt x="557726" y="138094"/>
                  </a:lnTo>
                  <a:lnTo>
                    <a:pt x="557477" y="138340"/>
                  </a:lnTo>
                  <a:lnTo>
                    <a:pt x="557347" y="138394"/>
                  </a:lnTo>
                  <a:lnTo>
                    <a:pt x="557003" y="138417"/>
                  </a:lnTo>
                  <a:lnTo>
                    <a:pt x="556868" y="138414"/>
                  </a:lnTo>
                  <a:lnTo>
                    <a:pt x="556660" y="138427"/>
                  </a:lnTo>
                  <a:lnTo>
                    <a:pt x="556517" y="138434"/>
                  </a:lnTo>
                  <a:lnTo>
                    <a:pt x="556375" y="138412"/>
                  </a:lnTo>
                  <a:lnTo>
                    <a:pt x="556100" y="138376"/>
                  </a:lnTo>
                  <a:lnTo>
                    <a:pt x="555255" y="137842"/>
                  </a:lnTo>
                  <a:lnTo>
                    <a:pt x="555204" y="137714"/>
                  </a:lnTo>
                  <a:lnTo>
                    <a:pt x="555171" y="137585"/>
                  </a:lnTo>
                  <a:lnTo>
                    <a:pt x="555118" y="137312"/>
                  </a:lnTo>
                  <a:lnTo>
                    <a:pt x="555100" y="137045"/>
                  </a:lnTo>
                  <a:lnTo>
                    <a:pt x="555227" y="136679"/>
                  </a:lnTo>
                  <a:lnTo>
                    <a:pt x="555316" y="136552"/>
                  </a:lnTo>
                  <a:lnTo>
                    <a:pt x="555487" y="136195"/>
                  </a:lnTo>
                  <a:lnTo>
                    <a:pt x="555444" y="136066"/>
                  </a:lnTo>
                  <a:lnTo>
                    <a:pt x="555337" y="135796"/>
                  </a:lnTo>
                  <a:lnTo>
                    <a:pt x="555301" y="135651"/>
                  </a:lnTo>
                  <a:lnTo>
                    <a:pt x="555339" y="135521"/>
                  </a:lnTo>
                  <a:lnTo>
                    <a:pt x="555156" y="135531"/>
                  </a:lnTo>
                  <a:lnTo>
                    <a:pt x="554958" y="135541"/>
                  </a:lnTo>
                  <a:lnTo>
                    <a:pt x="554583" y="135569"/>
                  </a:lnTo>
                  <a:lnTo>
                    <a:pt x="554176" y="135597"/>
                  </a:lnTo>
                  <a:lnTo>
                    <a:pt x="553975" y="135613"/>
                  </a:lnTo>
                  <a:lnTo>
                    <a:pt x="553410" y="135592"/>
                  </a:lnTo>
                  <a:lnTo>
                    <a:pt x="553026" y="135534"/>
                  </a:lnTo>
                  <a:lnTo>
                    <a:pt x="552749" y="135521"/>
                  </a:lnTo>
                  <a:lnTo>
                    <a:pt x="552362" y="135399"/>
                  </a:lnTo>
                  <a:lnTo>
                    <a:pt x="551619" y="135249"/>
                  </a:lnTo>
                  <a:lnTo>
                    <a:pt x="550685" y="135063"/>
                  </a:lnTo>
                  <a:lnTo>
                    <a:pt x="550296" y="134987"/>
                  </a:lnTo>
                  <a:lnTo>
                    <a:pt x="549986" y="134905"/>
                  </a:lnTo>
                  <a:lnTo>
                    <a:pt x="549858" y="134867"/>
                  </a:lnTo>
                  <a:lnTo>
                    <a:pt x="549711" y="134821"/>
                  </a:lnTo>
                  <a:lnTo>
                    <a:pt x="549571" y="134781"/>
                  </a:lnTo>
                  <a:lnTo>
                    <a:pt x="549306" y="134653"/>
                  </a:lnTo>
                  <a:lnTo>
                    <a:pt x="548729" y="134188"/>
                  </a:lnTo>
                  <a:lnTo>
                    <a:pt x="548446" y="133969"/>
                  </a:lnTo>
                  <a:lnTo>
                    <a:pt x="548273" y="133750"/>
                  </a:lnTo>
                  <a:lnTo>
                    <a:pt x="548118" y="133778"/>
                  </a:lnTo>
                  <a:lnTo>
                    <a:pt x="546869" y="133773"/>
                  </a:lnTo>
                  <a:lnTo>
                    <a:pt x="546571" y="133748"/>
                  </a:lnTo>
                  <a:lnTo>
                    <a:pt x="546431" y="133681"/>
                  </a:lnTo>
                  <a:lnTo>
                    <a:pt x="546283" y="133717"/>
                  </a:lnTo>
                  <a:lnTo>
                    <a:pt x="545871" y="133933"/>
                  </a:lnTo>
                  <a:lnTo>
                    <a:pt x="545380" y="133282"/>
                  </a:lnTo>
                  <a:lnTo>
                    <a:pt x="545207" y="133160"/>
                  </a:lnTo>
                  <a:lnTo>
                    <a:pt x="544940" y="132969"/>
                  </a:lnTo>
                  <a:lnTo>
                    <a:pt x="544436" y="132608"/>
                  </a:lnTo>
                  <a:lnTo>
                    <a:pt x="543860" y="132473"/>
                  </a:lnTo>
                  <a:lnTo>
                    <a:pt x="542658" y="131407"/>
                  </a:lnTo>
                  <a:lnTo>
                    <a:pt x="541105" y="130630"/>
                  </a:lnTo>
                  <a:lnTo>
                    <a:pt x="538951" y="129883"/>
                  </a:lnTo>
                  <a:lnTo>
                    <a:pt x="537457" y="129732"/>
                  </a:lnTo>
                  <a:lnTo>
                    <a:pt x="536550" y="129644"/>
                  </a:lnTo>
                  <a:lnTo>
                    <a:pt x="536204" y="129615"/>
                  </a:lnTo>
                  <a:lnTo>
                    <a:pt x="536010" y="129595"/>
                  </a:lnTo>
                  <a:lnTo>
                    <a:pt x="535201" y="129510"/>
                  </a:lnTo>
                  <a:lnTo>
                    <a:pt x="534916" y="129480"/>
                  </a:lnTo>
                  <a:lnTo>
                    <a:pt x="534543" y="129449"/>
                  </a:lnTo>
                  <a:lnTo>
                    <a:pt x="534254" y="129418"/>
                  </a:lnTo>
                  <a:lnTo>
                    <a:pt x="533722" y="129646"/>
                  </a:lnTo>
                  <a:lnTo>
                    <a:pt x="533432" y="129762"/>
                  </a:lnTo>
                  <a:lnTo>
                    <a:pt x="533016" y="129949"/>
                  </a:lnTo>
                  <a:lnTo>
                    <a:pt x="532564" y="129854"/>
                  </a:lnTo>
                  <a:lnTo>
                    <a:pt x="531258" y="129592"/>
                  </a:lnTo>
                  <a:lnTo>
                    <a:pt x="530945" y="129531"/>
                  </a:lnTo>
                  <a:lnTo>
                    <a:pt x="514474" y="127030"/>
                  </a:lnTo>
                  <a:lnTo>
                    <a:pt x="513395" y="124828"/>
                  </a:lnTo>
                  <a:lnTo>
                    <a:pt x="511295" y="120541"/>
                  </a:lnTo>
                  <a:lnTo>
                    <a:pt x="500994" y="99516"/>
                  </a:lnTo>
                  <a:lnTo>
                    <a:pt x="490617" y="78337"/>
                  </a:lnTo>
                  <a:lnTo>
                    <a:pt x="477108" y="50765"/>
                  </a:lnTo>
                  <a:lnTo>
                    <a:pt x="468774" y="33807"/>
                  </a:lnTo>
                  <a:lnTo>
                    <a:pt x="452161" y="0"/>
                  </a:lnTo>
                  <a:lnTo>
                    <a:pt x="397770" y="26663"/>
                  </a:lnTo>
                  <a:lnTo>
                    <a:pt x="391749" y="29614"/>
                  </a:lnTo>
                  <a:lnTo>
                    <a:pt x="380658" y="35051"/>
                  </a:lnTo>
                  <a:lnTo>
                    <a:pt x="352735" y="48763"/>
                  </a:lnTo>
                  <a:lnTo>
                    <a:pt x="342069" y="54001"/>
                  </a:lnTo>
                  <a:lnTo>
                    <a:pt x="331982" y="58954"/>
                  </a:lnTo>
                  <a:lnTo>
                    <a:pt x="303796" y="72795"/>
                  </a:lnTo>
                  <a:lnTo>
                    <a:pt x="303241" y="73072"/>
                  </a:lnTo>
                  <a:lnTo>
                    <a:pt x="300996" y="74269"/>
                  </a:lnTo>
                  <a:lnTo>
                    <a:pt x="298807" y="75565"/>
                  </a:lnTo>
                  <a:lnTo>
                    <a:pt x="258430" y="100733"/>
                  </a:lnTo>
                  <a:lnTo>
                    <a:pt x="256408" y="102054"/>
                  </a:lnTo>
                  <a:lnTo>
                    <a:pt x="254341" y="103537"/>
                  </a:lnTo>
                  <a:lnTo>
                    <a:pt x="252343" y="105112"/>
                  </a:lnTo>
                  <a:lnTo>
                    <a:pt x="250419" y="106775"/>
                  </a:lnTo>
                  <a:lnTo>
                    <a:pt x="248570" y="108523"/>
                  </a:lnTo>
                  <a:lnTo>
                    <a:pt x="246803" y="110352"/>
                  </a:lnTo>
                  <a:lnTo>
                    <a:pt x="245119" y="112259"/>
                  </a:lnTo>
                  <a:lnTo>
                    <a:pt x="243523" y="114240"/>
                  </a:lnTo>
                  <a:lnTo>
                    <a:pt x="242018" y="116291"/>
                  </a:lnTo>
                  <a:lnTo>
                    <a:pt x="240606" y="118407"/>
                  </a:lnTo>
                  <a:lnTo>
                    <a:pt x="226492" y="140632"/>
                  </a:lnTo>
                  <a:lnTo>
                    <a:pt x="217582" y="154663"/>
                  </a:lnTo>
                  <a:lnTo>
                    <a:pt x="217368" y="155003"/>
                  </a:lnTo>
                  <a:lnTo>
                    <a:pt x="208707" y="168856"/>
                  </a:lnTo>
                  <a:lnTo>
                    <a:pt x="191502" y="196374"/>
                  </a:lnTo>
                  <a:lnTo>
                    <a:pt x="190100" y="198617"/>
                  </a:lnTo>
                  <a:lnTo>
                    <a:pt x="176856" y="219800"/>
                  </a:lnTo>
                  <a:lnTo>
                    <a:pt x="176698" y="220054"/>
                  </a:lnTo>
                  <a:lnTo>
                    <a:pt x="175410" y="222248"/>
                  </a:lnTo>
                  <a:lnTo>
                    <a:pt x="174222" y="224497"/>
                  </a:lnTo>
                  <a:lnTo>
                    <a:pt x="157493" y="257965"/>
                  </a:lnTo>
                  <a:lnTo>
                    <a:pt x="150178" y="272600"/>
                  </a:lnTo>
                  <a:lnTo>
                    <a:pt x="140573" y="291815"/>
                  </a:lnTo>
                  <a:lnTo>
                    <a:pt x="134099" y="295932"/>
                  </a:lnTo>
                  <a:lnTo>
                    <a:pt x="128886" y="299247"/>
                  </a:lnTo>
                  <a:lnTo>
                    <a:pt x="125788" y="301217"/>
                  </a:lnTo>
                  <a:lnTo>
                    <a:pt x="121977" y="303641"/>
                  </a:lnTo>
                  <a:lnTo>
                    <a:pt x="117013" y="306798"/>
                  </a:lnTo>
                  <a:lnTo>
                    <a:pt x="114928" y="308124"/>
                  </a:lnTo>
                  <a:lnTo>
                    <a:pt x="103984" y="315084"/>
                  </a:lnTo>
                  <a:lnTo>
                    <a:pt x="93595" y="320355"/>
                  </a:lnTo>
                  <a:lnTo>
                    <a:pt x="62697" y="336033"/>
                  </a:lnTo>
                  <a:lnTo>
                    <a:pt x="77346" y="363259"/>
                  </a:lnTo>
                  <a:lnTo>
                    <a:pt x="90034" y="386840"/>
                  </a:lnTo>
                  <a:lnTo>
                    <a:pt x="87429" y="396639"/>
                  </a:lnTo>
                  <a:lnTo>
                    <a:pt x="84827" y="406427"/>
                  </a:lnTo>
                  <a:lnTo>
                    <a:pt x="83944" y="409747"/>
                  </a:lnTo>
                  <a:lnTo>
                    <a:pt x="82219" y="416239"/>
                  </a:lnTo>
                  <a:lnTo>
                    <a:pt x="75772" y="440491"/>
                  </a:lnTo>
                  <a:lnTo>
                    <a:pt x="71086" y="458117"/>
                  </a:lnTo>
                  <a:lnTo>
                    <a:pt x="69052" y="461714"/>
                  </a:lnTo>
                  <a:lnTo>
                    <a:pt x="59991" y="477737"/>
                  </a:lnTo>
                  <a:lnTo>
                    <a:pt x="58677" y="480062"/>
                  </a:lnTo>
                  <a:lnTo>
                    <a:pt x="52585" y="490834"/>
                  </a:lnTo>
                  <a:lnTo>
                    <a:pt x="52245" y="491435"/>
                  </a:lnTo>
                  <a:lnTo>
                    <a:pt x="49121" y="496959"/>
                  </a:lnTo>
                  <a:lnTo>
                    <a:pt x="46984" y="500738"/>
                  </a:lnTo>
                  <a:lnTo>
                    <a:pt x="45565" y="503248"/>
                  </a:lnTo>
                  <a:lnTo>
                    <a:pt x="48176" y="511969"/>
                  </a:lnTo>
                  <a:lnTo>
                    <a:pt x="52058" y="524940"/>
                  </a:lnTo>
                  <a:lnTo>
                    <a:pt x="43407" y="531479"/>
                  </a:lnTo>
                  <a:lnTo>
                    <a:pt x="40989" y="539011"/>
                  </a:lnTo>
                  <a:lnTo>
                    <a:pt x="35569" y="548070"/>
                  </a:lnTo>
                  <a:lnTo>
                    <a:pt x="33992" y="555474"/>
                  </a:lnTo>
                  <a:lnTo>
                    <a:pt x="34857" y="559368"/>
                  </a:lnTo>
                  <a:lnTo>
                    <a:pt x="42341" y="558715"/>
                  </a:lnTo>
                  <a:lnTo>
                    <a:pt x="43610" y="558604"/>
                  </a:lnTo>
                  <a:lnTo>
                    <a:pt x="46104" y="574406"/>
                  </a:lnTo>
                  <a:lnTo>
                    <a:pt x="45042" y="574589"/>
                  </a:lnTo>
                  <a:lnTo>
                    <a:pt x="41771" y="575310"/>
                  </a:lnTo>
                  <a:lnTo>
                    <a:pt x="41491" y="575357"/>
                  </a:lnTo>
                  <a:lnTo>
                    <a:pt x="40822" y="575703"/>
                  </a:lnTo>
                  <a:lnTo>
                    <a:pt x="40664" y="575797"/>
                  </a:lnTo>
                  <a:lnTo>
                    <a:pt x="39163" y="576543"/>
                  </a:lnTo>
                  <a:lnTo>
                    <a:pt x="38951" y="576606"/>
                  </a:lnTo>
                  <a:lnTo>
                    <a:pt x="38813" y="576681"/>
                  </a:lnTo>
                  <a:lnTo>
                    <a:pt x="38993" y="577075"/>
                  </a:lnTo>
                  <a:lnTo>
                    <a:pt x="38828" y="577414"/>
                  </a:lnTo>
                  <a:lnTo>
                    <a:pt x="38797" y="577565"/>
                  </a:lnTo>
                  <a:lnTo>
                    <a:pt x="38454" y="578163"/>
                  </a:lnTo>
                  <a:lnTo>
                    <a:pt x="38478" y="578481"/>
                  </a:lnTo>
                  <a:lnTo>
                    <a:pt x="38559" y="578768"/>
                  </a:lnTo>
                  <a:lnTo>
                    <a:pt x="38508" y="578917"/>
                  </a:lnTo>
                  <a:lnTo>
                    <a:pt x="38670" y="579205"/>
                  </a:lnTo>
                  <a:lnTo>
                    <a:pt x="38349" y="579775"/>
                  </a:lnTo>
                  <a:lnTo>
                    <a:pt x="38174" y="579874"/>
                  </a:lnTo>
                  <a:lnTo>
                    <a:pt x="37910" y="580157"/>
                  </a:lnTo>
                  <a:lnTo>
                    <a:pt x="37590" y="580248"/>
                  </a:lnTo>
                  <a:lnTo>
                    <a:pt x="37402" y="580104"/>
                  </a:lnTo>
                  <a:lnTo>
                    <a:pt x="37252" y="579847"/>
                  </a:lnTo>
                  <a:lnTo>
                    <a:pt x="37247" y="579697"/>
                  </a:lnTo>
                  <a:lnTo>
                    <a:pt x="37203" y="579473"/>
                  </a:lnTo>
                  <a:lnTo>
                    <a:pt x="35428" y="581742"/>
                  </a:lnTo>
                  <a:lnTo>
                    <a:pt x="35271" y="581943"/>
                  </a:lnTo>
                  <a:lnTo>
                    <a:pt x="35031" y="582250"/>
                  </a:lnTo>
                  <a:lnTo>
                    <a:pt x="34694" y="582316"/>
                  </a:lnTo>
                  <a:lnTo>
                    <a:pt x="34330" y="582387"/>
                  </a:lnTo>
                  <a:lnTo>
                    <a:pt x="34121" y="582428"/>
                  </a:lnTo>
                  <a:lnTo>
                    <a:pt x="33886" y="582183"/>
                  </a:lnTo>
                  <a:lnTo>
                    <a:pt x="33496" y="582294"/>
                  </a:lnTo>
                  <a:lnTo>
                    <a:pt x="33127" y="582052"/>
                  </a:lnTo>
                  <a:lnTo>
                    <a:pt x="32796" y="581951"/>
                  </a:lnTo>
                  <a:lnTo>
                    <a:pt x="32516" y="582052"/>
                  </a:lnTo>
                  <a:lnTo>
                    <a:pt x="31295" y="582561"/>
                  </a:lnTo>
                  <a:lnTo>
                    <a:pt x="30951" y="582892"/>
                  </a:lnTo>
                  <a:lnTo>
                    <a:pt x="30709" y="582943"/>
                  </a:lnTo>
                  <a:lnTo>
                    <a:pt x="30239" y="583236"/>
                  </a:lnTo>
                  <a:lnTo>
                    <a:pt x="30251" y="583541"/>
                  </a:lnTo>
                  <a:lnTo>
                    <a:pt x="30328" y="583694"/>
                  </a:lnTo>
                  <a:lnTo>
                    <a:pt x="30099" y="583974"/>
                  </a:lnTo>
                  <a:lnTo>
                    <a:pt x="30124" y="585017"/>
                  </a:lnTo>
                  <a:lnTo>
                    <a:pt x="30417" y="585704"/>
                  </a:lnTo>
                  <a:lnTo>
                    <a:pt x="30557" y="585780"/>
                  </a:lnTo>
                  <a:lnTo>
                    <a:pt x="30436" y="586216"/>
                  </a:lnTo>
                  <a:lnTo>
                    <a:pt x="29927" y="587943"/>
                  </a:lnTo>
                  <a:lnTo>
                    <a:pt x="29615" y="588299"/>
                  </a:lnTo>
                  <a:lnTo>
                    <a:pt x="29272" y="588503"/>
                  </a:lnTo>
                  <a:lnTo>
                    <a:pt x="28127" y="588656"/>
                  </a:lnTo>
                  <a:lnTo>
                    <a:pt x="28114" y="588376"/>
                  </a:lnTo>
                  <a:lnTo>
                    <a:pt x="26689" y="588376"/>
                  </a:lnTo>
                  <a:lnTo>
                    <a:pt x="26600" y="588554"/>
                  </a:lnTo>
                  <a:lnTo>
                    <a:pt x="26240" y="588455"/>
                  </a:lnTo>
                  <a:lnTo>
                    <a:pt x="25887" y="588605"/>
                  </a:lnTo>
                  <a:lnTo>
                    <a:pt x="25569" y="588630"/>
                  </a:lnTo>
                  <a:lnTo>
                    <a:pt x="24855" y="587932"/>
                  </a:lnTo>
                  <a:lnTo>
                    <a:pt x="24399" y="588414"/>
                  </a:lnTo>
                  <a:lnTo>
                    <a:pt x="22681" y="588242"/>
                  </a:lnTo>
                  <a:lnTo>
                    <a:pt x="22343" y="588181"/>
                  </a:lnTo>
                  <a:lnTo>
                    <a:pt x="21332" y="588064"/>
                  </a:lnTo>
                  <a:lnTo>
                    <a:pt x="20756" y="588693"/>
                  </a:lnTo>
                  <a:lnTo>
                    <a:pt x="20515" y="588797"/>
                  </a:lnTo>
                  <a:lnTo>
                    <a:pt x="20344" y="588705"/>
                  </a:lnTo>
                  <a:lnTo>
                    <a:pt x="20137" y="588681"/>
                  </a:lnTo>
                  <a:lnTo>
                    <a:pt x="19737" y="588744"/>
                  </a:lnTo>
                  <a:lnTo>
                    <a:pt x="19542" y="588592"/>
                  </a:lnTo>
                  <a:lnTo>
                    <a:pt x="19865" y="591900"/>
                  </a:lnTo>
                  <a:lnTo>
                    <a:pt x="19410" y="593087"/>
                  </a:lnTo>
                  <a:lnTo>
                    <a:pt x="18790" y="594703"/>
                  </a:lnTo>
                  <a:lnTo>
                    <a:pt x="18763" y="594945"/>
                  </a:lnTo>
                  <a:lnTo>
                    <a:pt x="18803" y="595105"/>
                  </a:lnTo>
                  <a:lnTo>
                    <a:pt x="20868" y="599089"/>
                  </a:lnTo>
                  <a:lnTo>
                    <a:pt x="20138" y="600341"/>
                  </a:lnTo>
                  <a:lnTo>
                    <a:pt x="20008" y="600691"/>
                  </a:lnTo>
                  <a:lnTo>
                    <a:pt x="19502" y="602072"/>
                  </a:lnTo>
                  <a:lnTo>
                    <a:pt x="19319" y="602578"/>
                  </a:lnTo>
                  <a:lnTo>
                    <a:pt x="19220" y="602853"/>
                  </a:lnTo>
                  <a:lnTo>
                    <a:pt x="19055" y="603308"/>
                  </a:lnTo>
                  <a:lnTo>
                    <a:pt x="19193" y="603986"/>
                  </a:lnTo>
                  <a:lnTo>
                    <a:pt x="19048" y="604207"/>
                  </a:lnTo>
                  <a:lnTo>
                    <a:pt x="18943" y="604530"/>
                  </a:lnTo>
                  <a:lnTo>
                    <a:pt x="18903" y="604724"/>
                  </a:lnTo>
                  <a:lnTo>
                    <a:pt x="18783" y="604996"/>
                  </a:lnTo>
                  <a:lnTo>
                    <a:pt x="18628" y="605087"/>
                  </a:lnTo>
                  <a:lnTo>
                    <a:pt x="18429" y="605189"/>
                  </a:lnTo>
                  <a:lnTo>
                    <a:pt x="18188" y="605266"/>
                  </a:lnTo>
                  <a:lnTo>
                    <a:pt x="17915" y="605469"/>
                  </a:lnTo>
                  <a:lnTo>
                    <a:pt x="17788" y="605614"/>
                  </a:lnTo>
                  <a:lnTo>
                    <a:pt x="16094" y="607731"/>
                  </a:lnTo>
                  <a:lnTo>
                    <a:pt x="15628" y="607902"/>
                  </a:lnTo>
                  <a:lnTo>
                    <a:pt x="15422" y="607953"/>
                  </a:lnTo>
                  <a:lnTo>
                    <a:pt x="15068" y="608031"/>
                  </a:lnTo>
                  <a:lnTo>
                    <a:pt x="14666" y="608047"/>
                  </a:lnTo>
                  <a:lnTo>
                    <a:pt x="14437" y="607932"/>
                  </a:lnTo>
                  <a:lnTo>
                    <a:pt x="14137" y="607790"/>
                  </a:lnTo>
                  <a:lnTo>
                    <a:pt x="13923" y="607652"/>
                  </a:lnTo>
                  <a:lnTo>
                    <a:pt x="13788" y="607416"/>
                  </a:lnTo>
                  <a:lnTo>
                    <a:pt x="13686" y="607146"/>
                  </a:lnTo>
                  <a:lnTo>
                    <a:pt x="13534" y="606945"/>
                  </a:lnTo>
                  <a:lnTo>
                    <a:pt x="13251" y="606828"/>
                  </a:lnTo>
                  <a:lnTo>
                    <a:pt x="13094" y="606757"/>
                  </a:lnTo>
                  <a:lnTo>
                    <a:pt x="12959" y="606769"/>
                  </a:lnTo>
                  <a:lnTo>
                    <a:pt x="12666" y="606912"/>
                  </a:lnTo>
                  <a:lnTo>
                    <a:pt x="12447" y="606914"/>
                  </a:lnTo>
                  <a:lnTo>
                    <a:pt x="12200" y="606624"/>
                  </a:lnTo>
                  <a:lnTo>
                    <a:pt x="11809" y="606296"/>
                  </a:lnTo>
                  <a:lnTo>
                    <a:pt x="11463" y="606016"/>
                  </a:lnTo>
                  <a:lnTo>
                    <a:pt x="11254" y="605904"/>
                  </a:lnTo>
                  <a:lnTo>
                    <a:pt x="10999" y="605960"/>
                  </a:lnTo>
                  <a:lnTo>
                    <a:pt x="10806" y="606161"/>
                  </a:lnTo>
                  <a:lnTo>
                    <a:pt x="10656" y="606339"/>
                  </a:lnTo>
                  <a:lnTo>
                    <a:pt x="10346" y="606601"/>
                  </a:lnTo>
                  <a:lnTo>
                    <a:pt x="10035" y="606858"/>
                  </a:lnTo>
                  <a:lnTo>
                    <a:pt x="9745" y="607194"/>
                  </a:lnTo>
                  <a:lnTo>
                    <a:pt x="9414" y="607365"/>
                  </a:lnTo>
                  <a:lnTo>
                    <a:pt x="9155" y="607624"/>
                  </a:lnTo>
                  <a:lnTo>
                    <a:pt x="8918" y="607795"/>
                  </a:lnTo>
                  <a:lnTo>
                    <a:pt x="8806" y="608006"/>
                  </a:lnTo>
                  <a:lnTo>
                    <a:pt x="8735" y="608212"/>
                  </a:lnTo>
                  <a:lnTo>
                    <a:pt x="8631" y="608477"/>
                  </a:lnTo>
                  <a:lnTo>
                    <a:pt x="8585" y="608668"/>
                  </a:lnTo>
                  <a:lnTo>
                    <a:pt x="8600" y="608953"/>
                  </a:lnTo>
                  <a:lnTo>
                    <a:pt x="8641" y="609220"/>
                  </a:lnTo>
                  <a:lnTo>
                    <a:pt x="8465" y="609375"/>
                  </a:lnTo>
                  <a:lnTo>
                    <a:pt x="8198" y="609581"/>
                  </a:lnTo>
                  <a:lnTo>
                    <a:pt x="7938" y="609869"/>
                  </a:lnTo>
                  <a:lnTo>
                    <a:pt x="7633" y="610110"/>
                  </a:lnTo>
                  <a:lnTo>
                    <a:pt x="7335" y="610360"/>
                  </a:lnTo>
                  <a:lnTo>
                    <a:pt x="5308" y="610547"/>
                  </a:lnTo>
                  <a:lnTo>
                    <a:pt x="5416" y="611126"/>
                  </a:lnTo>
                  <a:lnTo>
                    <a:pt x="5779" y="613046"/>
                  </a:lnTo>
                  <a:lnTo>
                    <a:pt x="5807" y="613200"/>
                  </a:lnTo>
                  <a:lnTo>
                    <a:pt x="6204" y="613955"/>
                  </a:lnTo>
                  <a:lnTo>
                    <a:pt x="6567" y="614644"/>
                  </a:lnTo>
                  <a:lnTo>
                    <a:pt x="6874" y="615228"/>
                  </a:lnTo>
                  <a:lnTo>
                    <a:pt x="6970" y="615410"/>
                  </a:lnTo>
                  <a:lnTo>
                    <a:pt x="7131" y="615716"/>
                  </a:lnTo>
                  <a:lnTo>
                    <a:pt x="7249" y="616382"/>
                  </a:lnTo>
                  <a:lnTo>
                    <a:pt x="7388" y="617167"/>
                  </a:lnTo>
                  <a:lnTo>
                    <a:pt x="7241" y="617434"/>
                  </a:lnTo>
                  <a:lnTo>
                    <a:pt x="6865" y="618121"/>
                  </a:lnTo>
                  <a:lnTo>
                    <a:pt x="7109" y="618566"/>
                  </a:lnTo>
                  <a:lnTo>
                    <a:pt x="7260" y="618558"/>
                  </a:lnTo>
                  <a:lnTo>
                    <a:pt x="7910" y="619228"/>
                  </a:lnTo>
                  <a:lnTo>
                    <a:pt x="8005" y="619477"/>
                  </a:lnTo>
                  <a:lnTo>
                    <a:pt x="8427" y="620582"/>
                  </a:lnTo>
                  <a:lnTo>
                    <a:pt x="8251" y="621362"/>
                  </a:lnTo>
                  <a:lnTo>
                    <a:pt x="7988" y="621844"/>
                  </a:lnTo>
                  <a:lnTo>
                    <a:pt x="7727" y="622724"/>
                  </a:lnTo>
                  <a:lnTo>
                    <a:pt x="7641" y="623597"/>
                  </a:lnTo>
                  <a:lnTo>
                    <a:pt x="6620" y="624353"/>
                  </a:lnTo>
                  <a:lnTo>
                    <a:pt x="5827" y="624957"/>
                  </a:lnTo>
                  <a:lnTo>
                    <a:pt x="4160" y="626698"/>
                  </a:lnTo>
                  <a:lnTo>
                    <a:pt x="3984" y="626691"/>
                  </a:lnTo>
                  <a:lnTo>
                    <a:pt x="3613" y="626642"/>
                  </a:lnTo>
                  <a:lnTo>
                    <a:pt x="3063" y="626602"/>
                  </a:lnTo>
                  <a:lnTo>
                    <a:pt x="2424" y="626492"/>
                  </a:lnTo>
                  <a:lnTo>
                    <a:pt x="2272" y="626518"/>
                  </a:lnTo>
                  <a:lnTo>
                    <a:pt x="1821" y="626879"/>
                  </a:lnTo>
                  <a:lnTo>
                    <a:pt x="1763" y="627021"/>
                  </a:lnTo>
                  <a:lnTo>
                    <a:pt x="1597" y="627281"/>
                  </a:lnTo>
                  <a:lnTo>
                    <a:pt x="1335" y="627502"/>
                  </a:lnTo>
                  <a:lnTo>
                    <a:pt x="1117" y="627759"/>
                  </a:lnTo>
                  <a:lnTo>
                    <a:pt x="865" y="627930"/>
                  </a:lnTo>
                  <a:lnTo>
                    <a:pt x="712" y="628004"/>
                  </a:lnTo>
                  <a:lnTo>
                    <a:pt x="463" y="628052"/>
                  </a:lnTo>
                  <a:lnTo>
                    <a:pt x="15" y="628355"/>
                  </a:lnTo>
                  <a:lnTo>
                    <a:pt x="0" y="628551"/>
                  </a:lnTo>
                  <a:lnTo>
                    <a:pt x="1122" y="629507"/>
                  </a:lnTo>
                  <a:lnTo>
                    <a:pt x="1374" y="629731"/>
                  </a:lnTo>
                  <a:lnTo>
                    <a:pt x="1493" y="629917"/>
                  </a:lnTo>
                  <a:lnTo>
                    <a:pt x="1679" y="630324"/>
                  </a:lnTo>
                  <a:lnTo>
                    <a:pt x="1587" y="630905"/>
                  </a:lnTo>
                  <a:lnTo>
                    <a:pt x="1587" y="631340"/>
                  </a:lnTo>
                  <a:lnTo>
                    <a:pt x="1585" y="631469"/>
                  </a:lnTo>
                  <a:lnTo>
                    <a:pt x="1531" y="631650"/>
                  </a:lnTo>
                  <a:lnTo>
                    <a:pt x="1865" y="632370"/>
                  </a:lnTo>
                  <a:lnTo>
                    <a:pt x="1933" y="632541"/>
                  </a:lnTo>
                  <a:lnTo>
                    <a:pt x="1982" y="632673"/>
                  </a:lnTo>
                  <a:lnTo>
                    <a:pt x="2104" y="632905"/>
                  </a:lnTo>
                  <a:lnTo>
                    <a:pt x="2122" y="633055"/>
                  </a:lnTo>
                  <a:lnTo>
                    <a:pt x="2030" y="633475"/>
                  </a:lnTo>
                  <a:lnTo>
                    <a:pt x="2038" y="633635"/>
                  </a:lnTo>
                  <a:lnTo>
                    <a:pt x="2073" y="633826"/>
                  </a:lnTo>
                  <a:lnTo>
                    <a:pt x="2086" y="634057"/>
                  </a:lnTo>
                  <a:lnTo>
                    <a:pt x="2404" y="634635"/>
                  </a:lnTo>
                  <a:lnTo>
                    <a:pt x="2681" y="634757"/>
                  </a:lnTo>
                  <a:lnTo>
                    <a:pt x="2872" y="634874"/>
                  </a:lnTo>
                  <a:lnTo>
                    <a:pt x="2535" y="635914"/>
                  </a:lnTo>
                  <a:lnTo>
                    <a:pt x="2778" y="636090"/>
                  </a:lnTo>
                  <a:lnTo>
                    <a:pt x="3165" y="636337"/>
                  </a:lnTo>
                  <a:lnTo>
                    <a:pt x="3348" y="636525"/>
                  </a:lnTo>
                  <a:lnTo>
                    <a:pt x="3437" y="636672"/>
                  </a:lnTo>
                  <a:lnTo>
                    <a:pt x="3521" y="636902"/>
                  </a:lnTo>
                  <a:lnTo>
                    <a:pt x="3559" y="637146"/>
                  </a:lnTo>
                  <a:lnTo>
                    <a:pt x="3565" y="637418"/>
                  </a:lnTo>
                  <a:lnTo>
                    <a:pt x="3705" y="637550"/>
                  </a:lnTo>
                  <a:lnTo>
                    <a:pt x="3951" y="637690"/>
                  </a:lnTo>
                  <a:lnTo>
                    <a:pt x="3972" y="637904"/>
                  </a:lnTo>
                  <a:lnTo>
                    <a:pt x="3878" y="638240"/>
                  </a:lnTo>
                  <a:lnTo>
                    <a:pt x="3832" y="638548"/>
                  </a:lnTo>
                  <a:lnTo>
                    <a:pt x="3827" y="638835"/>
                  </a:lnTo>
                  <a:lnTo>
                    <a:pt x="3738" y="639123"/>
                  </a:lnTo>
                  <a:lnTo>
                    <a:pt x="3732" y="639413"/>
                  </a:lnTo>
                  <a:lnTo>
                    <a:pt x="3837" y="639673"/>
                  </a:lnTo>
                  <a:lnTo>
                    <a:pt x="4000" y="639917"/>
                  </a:lnTo>
                  <a:lnTo>
                    <a:pt x="4170" y="640098"/>
                  </a:lnTo>
                  <a:lnTo>
                    <a:pt x="6117" y="640634"/>
                  </a:lnTo>
                  <a:lnTo>
                    <a:pt x="6318" y="640764"/>
                  </a:lnTo>
                  <a:lnTo>
                    <a:pt x="6430" y="640894"/>
                  </a:lnTo>
                  <a:lnTo>
                    <a:pt x="6427" y="641159"/>
                  </a:lnTo>
                  <a:lnTo>
                    <a:pt x="6389" y="641611"/>
                  </a:lnTo>
                  <a:lnTo>
                    <a:pt x="6366" y="642003"/>
                  </a:lnTo>
                  <a:lnTo>
                    <a:pt x="6386" y="642245"/>
                  </a:lnTo>
                  <a:lnTo>
                    <a:pt x="6481" y="642578"/>
                  </a:lnTo>
                  <a:lnTo>
                    <a:pt x="6547" y="642861"/>
                  </a:lnTo>
                  <a:lnTo>
                    <a:pt x="6636" y="643334"/>
                  </a:lnTo>
                  <a:lnTo>
                    <a:pt x="6679" y="643647"/>
                  </a:lnTo>
                  <a:lnTo>
                    <a:pt x="6710" y="643818"/>
                  </a:lnTo>
                  <a:lnTo>
                    <a:pt x="6842" y="643978"/>
                  </a:lnTo>
                  <a:lnTo>
                    <a:pt x="6903" y="644126"/>
                  </a:lnTo>
                  <a:lnTo>
                    <a:pt x="7096" y="644283"/>
                  </a:lnTo>
                  <a:lnTo>
                    <a:pt x="7412" y="644466"/>
                  </a:lnTo>
                  <a:lnTo>
                    <a:pt x="7712" y="644678"/>
                  </a:lnTo>
                  <a:lnTo>
                    <a:pt x="7855" y="644991"/>
                  </a:lnTo>
                  <a:lnTo>
                    <a:pt x="7743" y="645271"/>
                  </a:lnTo>
                  <a:lnTo>
                    <a:pt x="7678" y="645521"/>
                  </a:lnTo>
                  <a:lnTo>
                    <a:pt x="7638" y="645853"/>
                  </a:lnTo>
                  <a:lnTo>
                    <a:pt x="7636" y="646199"/>
                  </a:lnTo>
                  <a:lnTo>
                    <a:pt x="7704" y="646400"/>
                  </a:lnTo>
                  <a:lnTo>
                    <a:pt x="7738" y="646645"/>
                  </a:lnTo>
                  <a:lnTo>
                    <a:pt x="7486" y="648654"/>
                  </a:lnTo>
                  <a:lnTo>
                    <a:pt x="8545" y="651519"/>
                  </a:lnTo>
                  <a:lnTo>
                    <a:pt x="8674" y="651769"/>
                  </a:lnTo>
                  <a:lnTo>
                    <a:pt x="8523" y="653050"/>
                  </a:lnTo>
                  <a:lnTo>
                    <a:pt x="8325" y="653375"/>
                  </a:lnTo>
                  <a:lnTo>
                    <a:pt x="7974" y="653856"/>
                  </a:lnTo>
                  <a:lnTo>
                    <a:pt x="7786" y="654110"/>
                  </a:lnTo>
                  <a:lnTo>
                    <a:pt x="7524" y="654209"/>
                  </a:lnTo>
                  <a:lnTo>
                    <a:pt x="7371" y="654278"/>
                  </a:lnTo>
                  <a:lnTo>
                    <a:pt x="7208" y="654515"/>
                  </a:lnTo>
                  <a:lnTo>
                    <a:pt x="7134" y="654642"/>
                  </a:lnTo>
                  <a:lnTo>
                    <a:pt x="7092" y="654802"/>
                  </a:lnTo>
                  <a:lnTo>
                    <a:pt x="7033" y="654965"/>
                  </a:lnTo>
                  <a:lnTo>
                    <a:pt x="6946" y="655120"/>
                  </a:lnTo>
                  <a:lnTo>
                    <a:pt x="6801" y="655316"/>
                  </a:lnTo>
                  <a:lnTo>
                    <a:pt x="6547" y="655601"/>
                  </a:lnTo>
                  <a:lnTo>
                    <a:pt x="6397" y="655667"/>
                  </a:lnTo>
                  <a:lnTo>
                    <a:pt x="5855" y="655688"/>
                  </a:lnTo>
                  <a:lnTo>
                    <a:pt x="5679" y="655721"/>
                  </a:lnTo>
                  <a:lnTo>
                    <a:pt x="5473" y="655731"/>
                  </a:lnTo>
                  <a:lnTo>
                    <a:pt x="5267" y="655823"/>
                  </a:lnTo>
                  <a:lnTo>
                    <a:pt x="5063" y="655924"/>
                  </a:lnTo>
                  <a:lnTo>
                    <a:pt x="4796" y="656092"/>
                  </a:lnTo>
                  <a:lnTo>
                    <a:pt x="4353" y="656579"/>
                  </a:lnTo>
                  <a:lnTo>
                    <a:pt x="4351" y="656846"/>
                  </a:lnTo>
                  <a:lnTo>
                    <a:pt x="4414" y="657055"/>
                  </a:lnTo>
                  <a:lnTo>
                    <a:pt x="4496" y="657274"/>
                  </a:lnTo>
                  <a:lnTo>
                    <a:pt x="4542" y="657553"/>
                  </a:lnTo>
                  <a:lnTo>
                    <a:pt x="4480" y="657915"/>
                  </a:lnTo>
                  <a:lnTo>
                    <a:pt x="4262" y="658027"/>
                  </a:lnTo>
                  <a:lnTo>
                    <a:pt x="3964" y="658180"/>
                  </a:lnTo>
                  <a:lnTo>
                    <a:pt x="3748" y="658307"/>
                  </a:lnTo>
                  <a:lnTo>
                    <a:pt x="3310" y="658630"/>
                  </a:lnTo>
                  <a:lnTo>
                    <a:pt x="3249" y="658874"/>
                  </a:lnTo>
                  <a:lnTo>
                    <a:pt x="3229" y="659040"/>
                  </a:lnTo>
                  <a:lnTo>
                    <a:pt x="3051" y="659314"/>
                  </a:lnTo>
                  <a:lnTo>
                    <a:pt x="2972" y="659449"/>
                  </a:lnTo>
                  <a:lnTo>
                    <a:pt x="2648" y="659736"/>
                  </a:lnTo>
                  <a:lnTo>
                    <a:pt x="2819" y="660133"/>
                  </a:lnTo>
                  <a:lnTo>
                    <a:pt x="2832" y="660276"/>
                  </a:lnTo>
                  <a:lnTo>
                    <a:pt x="2748" y="660566"/>
                  </a:lnTo>
                  <a:lnTo>
                    <a:pt x="2745" y="660713"/>
                  </a:lnTo>
                  <a:lnTo>
                    <a:pt x="2763" y="660851"/>
                  </a:lnTo>
                  <a:lnTo>
                    <a:pt x="2829" y="660986"/>
                  </a:lnTo>
                  <a:lnTo>
                    <a:pt x="2936" y="661153"/>
                  </a:lnTo>
                  <a:lnTo>
                    <a:pt x="2984" y="661474"/>
                  </a:lnTo>
                  <a:lnTo>
                    <a:pt x="3127" y="661632"/>
                  </a:lnTo>
                  <a:lnTo>
                    <a:pt x="3285" y="661777"/>
                  </a:lnTo>
                  <a:lnTo>
                    <a:pt x="3468" y="661975"/>
                  </a:lnTo>
                  <a:lnTo>
                    <a:pt x="3704" y="662176"/>
                  </a:lnTo>
                  <a:lnTo>
                    <a:pt x="3880" y="662329"/>
                  </a:lnTo>
                  <a:lnTo>
                    <a:pt x="4114" y="662543"/>
                  </a:lnTo>
                  <a:lnTo>
                    <a:pt x="4264" y="662721"/>
                  </a:lnTo>
                  <a:lnTo>
                    <a:pt x="4570" y="662904"/>
                  </a:lnTo>
                  <a:lnTo>
                    <a:pt x="4895" y="663097"/>
                  </a:lnTo>
                  <a:lnTo>
                    <a:pt x="5137" y="663268"/>
                  </a:lnTo>
                  <a:lnTo>
                    <a:pt x="5419" y="663500"/>
                  </a:lnTo>
                  <a:lnTo>
                    <a:pt x="6206" y="664192"/>
                  </a:lnTo>
                  <a:lnTo>
                    <a:pt x="6218" y="663922"/>
                  </a:lnTo>
                  <a:lnTo>
                    <a:pt x="6274" y="663461"/>
                  </a:lnTo>
                  <a:lnTo>
                    <a:pt x="6272" y="663217"/>
                  </a:lnTo>
                  <a:lnTo>
                    <a:pt x="6218" y="663054"/>
                  </a:lnTo>
                  <a:lnTo>
                    <a:pt x="6246" y="662721"/>
                  </a:lnTo>
                  <a:lnTo>
                    <a:pt x="6313" y="662444"/>
                  </a:lnTo>
                  <a:lnTo>
                    <a:pt x="6366" y="662273"/>
                  </a:lnTo>
                  <a:lnTo>
                    <a:pt x="6481" y="662072"/>
                  </a:lnTo>
                  <a:lnTo>
                    <a:pt x="6580" y="661851"/>
                  </a:lnTo>
                  <a:lnTo>
                    <a:pt x="6702" y="661624"/>
                  </a:lnTo>
                  <a:lnTo>
                    <a:pt x="7000" y="661166"/>
                  </a:lnTo>
                  <a:lnTo>
                    <a:pt x="7162" y="660909"/>
                  </a:lnTo>
                  <a:lnTo>
                    <a:pt x="7310" y="660731"/>
                  </a:lnTo>
                  <a:lnTo>
                    <a:pt x="7470" y="660683"/>
                  </a:lnTo>
                  <a:lnTo>
                    <a:pt x="7715" y="660561"/>
                  </a:lnTo>
                  <a:lnTo>
                    <a:pt x="7997" y="660454"/>
                  </a:lnTo>
                  <a:lnTo>
                    <a:pt x="8302" y="660329"/>
                  </a:lnTo>
                  <a:lnTo>
                    <a:pt x="8501" y="660258"/>
                  </a:lnTo>
                  <a:lnTo>
                    <a:pt x="8689" y="660166"/>
                  </a:lnTo>
                  <a:lnTo>
                    <a:pt x="8892" y="660112"/>
                  </a:lnTo>
                  <a:lnTo>
                    <a:pt x="9023" y="659759"/>
                  </a:lnTo>
                  <a:lnTo>
                    <a:pt x="9241" y="659650"/>
                  </a:lnTo>
                  <a:lnTo>
                    <a:pt x="9402" y="659558"/>
                  </a:lnTo>
                  <a:lnTo>
                    <a:pt x="9656" y="659398"/>
                  </a:lnTo>
                  <a:lnTo>
                    <a:pt x="9829" y="659212"/>
                  </a:lnTo>
                  <a:lnTo>
                    <a:pt x="10071" y="658899"/>
                  </a:lnTo>
                  <a:lnTo>
                    <a:pt x="10592" y="658268"/>
                  </a:lnTo>
                  <a:lnTo>
                    <a:pt x="10613" y="658062"/>
                  </a:lnTo>
                  <a:lnTo>
                    <a:pt x="10539" y="657930"/>
                  </a:lnTo>
                  <a:lnTo>
                    <a:pt x="10478" y="657706"/>
                  </a:lnTo>
                  <a:lnTo>
                    <a:pt x="10391" y="657311"/>
                  </a:lnTo>
                  <a:lnTo>
                    <a:pt x="10211" y="656647"/>
                  </a:lnTo>
                  <a:lnTo>
                    <a:pt x="10048" y="656062"/>
                  </a:lnTo>
                  <a:lnTo>
                    <a:pt x="10073" y="655863"/>
                  </a:lnTo>
                  <a:lnTo>
                    <a:pt x="10178" y="655678"/>
                  </a:lnTo>
                  <a:lnTo>
                    <a:pt x="10425" y="655380"/>
                  </a:lnTo>
                  <a:lnTo>
                    <a:pt x="10626" y="655225"/>
                  </a:lnTo>
                  <a:lnTo>
                    <a:pt x="10839" y="655054"/>
                  </a:lnTo>
                  <a:lnTo>
                    <a:pt x="10939" y="654846"/>
                  </a:lnTo>
                  <a:lnTo>
                    <a:pt x="11168" y="654304"/>
                  </a:lnTo>
                  <a:lnTo>
                    <a:pt x="11353" y="654026"/>
                  </a:lnTo>
                  <a:lnTo>
                    <a:pt x="11506" y="653764"/>
                  </a:lnTo>
                  <a:lnTo>
                    <a:pt x="11648" y="653522"/>
                  </a:lnTo>
                  <a:lnTo>
                    <a:pt x="11842" y="653230"/>
                  </a:lnTo>
                  <a:lnTo>
                    <a:pt x="18557" y="646433"/>
                  </a:lnTo>
                  <a:lnTo>
                    <a:pt x="18819" y="646459"/>
                  </a:lnTo>
                  <a:lnTo>
                    <a:pt x="19302" y="646489"/>
                  </a:lnTo>
                  <a:lnTo>
                    <a:pt x="19559" y="646494"/>
                  </a:lnTo>
                  <a:lnTo>
                    <a:pt x="19745" y="646360"/>
                  </a:lnTo>
                  <a:lnTo>
                    <a:pt x="19842" y="646186"/>
                  </a:lnTo>
                  <a:lnTo>
                    <a:pt x="19908" y="645970"/>
                  </a:lnTo>
                  <a:lnTo>
                    <a:pt x="19893" y="645700"/>
                  </a:lnTo>
                  <a:lnTo>
                    <a:pt x="19862" y="645388"/>
                  </a:lnTo>
                  <a:lnTo>
                    <a:pt x="19857" y="645095"/>
                  </a:lnTo>
                  <a:lnTo>
                    <a:pt x="19862" y="644945"/>
                  </a:lnTo>
                  <a:lnTo>
                    <a:pt x="20147" y="644604"/>
                  </a:lnTo>
                  <a:lnTo>
                    <a:pt x="20526" y="644380"/>
                  </a:lnTo>
                  <a:lnTo>
                    <a:pt x="20674" y="644220"/>
                  </a:lnTo>
                  <a:lnTo>
                    <a:pt x="21140" y="643886"/>
                  </a:lnTo>
                  <a:lnTo>
                    <a:pt x="21473" y="643657"/>
                  </a:lnTo>
                  <a:lnTo>
                    <a:pt x="21791" y="643489"/>
                  </a:lnTo>
                  <a:lnTo>
                    <a:pt x="22015" y="643357"/>
                  </a:lnTo>
                  <a:lnTo>
                    <a:pt x="22208" y="643161"/>
                  </a:lnTo>
                  <a:lnTo>
                    <a:pt x="22277" y="642980"/>
                  </a:lnTo>
                  <a:lnTo>
                    <a:pt x="22333" y="642734"/>
                  </a:lnTo>
                  <a:lnTo>
                    <a:pt x="22468" y="642395"/>
                  </a:lnTo>
                  <a:lnTo>
                    <a:pt x="22562" y="642197"/>
                  </a:lnTo>
                  <a:lnTo>
                    <a:pt x="23352" y="641117"/>
                  </a:lnTo>
                  <a:lnTo>
                    <a:pt x="23747" y="640239"/>
                  </a:lnTo>
                  <a:lnTo>
                    <a:pt x="23889" y="639914"/>
                  </a:lnTo>
                  <a:lnTo>
                    <a:pt x="24677" y="638109"/>
                  </a:lnTo>
                  <a:lnTo>
                    <a:pt x="25249" y="638169"/>
                  </a:lnTo>
                  <a:lnTo>
                    <a:pt x="26160" y="638266"/>
                  </a:lnTo>
                  <a:lnTo>
                    <a:pt x="27325" y="638387"/>
                  </a:lnTo>
                  <a:lnTo>
                    <a:pt x="27907" y="638450"/>
                  </a:lnTo>
                  <a:lnTo>
                    <a:pt x="28406" y="638501"/>
                  </a:lnTo>
                  <a:lnTo>
                    <a:pt x="29171" y="638586"/>
                  </a:lnTo>
                  <a:lnTo>
                    <a:pt x="29958" y="638410"/>
                  </a:lnTo>
                  <a:lnTo>
                    <a:pt x="30902" y="638198"/>
                  </a:lnTo>
                  <a:lnTo>
                    <a:pt x="31119" y="638057"/>
                  </a:lnTo>
                  <a:lnTo>
                    <a:pt x="31127" y="637869"/>
                  </a:lnTo>
                  <a:lnTo>
                    <a:pt x="31135" y="637516"/>
                  </a:lnTo>
                  <a:lnTo>
                    <a:pt x="31156" y="636870"/>
                  </a:lnTo>
                  <a:lnTo>
                    <a:pt x="31168" y="636498"/>
                  </a:lnTo>
                  <a:lnTo>
                    <a:pt x="31193" y="636315"/>
                  </a:lnTo>
                  <a:lnTo>
                    <a:pt x="31356" y="635889"/>
                  </a:lnTo>
                  <a:lnTo>
                    <a:pt x="31477" y="635497"/>
                  </a:lnTo>
                  <a:lnTo>
                    <a:pt x="31503" y="635004"/>
                  </a:lnTo>
                  <a:lnTo>
                    <a:pt x="31508" y="634648"/>
                  </a:lnTo>
                  <a:lnTo>
                    <a:pt x="31508" y="634200"/>
                  </a:lnTo>
                  <a:lnTo>
                    <a:pt x="31781" y="633889"/>
                  </a:lnTo>
                  <a:lnTo>
                    <a:pt x="31485" y="633518"/>
                  </a:lnTo>
                  <a:lnTo>
                    <a:pt x="31228" y="633118"/>
                  </a:lnTo>
                  <a:lnTo>
                    <a:pt x="31183" y="632917"/>
                  </a:lnTo>
                  <a:lnTo>
                    <a:pt x="31203" y="632729"/>
                  </a:lnTo>
                  <a:lnTo>
                    <a:pt x="31076" y="632393"/>
                  </a:lnTo>
                  <a:lnTo>
                    <a:pt x="30903" y="631948"/>
                  </a:lnTo>
                  <a:lnTo>
                    <a:pt x="30788" y="631642"/>
                  </a:lnTo>
                  <a:lnTo>
                    <a:pt x="30740" y="631385"/>
                  </a:lnTo>
                  <a:lnTo>
                    <a:pt x="30786" y="631240"/>
                  </a:lnTo>
                  <a:lnTo>
                    <a:pt x="30849" y="631067"/>
                  </a:lnTo>
                  <a:lnTo>
                    <a:pt x="31076" y="630877"/>
                  </a:lnTo>
                  <a:lnTo>
                    <a:pt x="31287" y="630716"/>
                  </a:lnTo>
                  <a:lnTo>
                    <a:pt x="31628" y="630467"/>
                  </a:lnTo>
                  <a:lnTo>
                    <a:pt x="31880" y="630337"/>
                  </a:lnTo>
                  <a:lnTo>
                    <a:pt x="32165" y="630212"/>
                  </a:lnTo>
                  <a:lnTo>
                    <a:pt x="32404" y="630113"/>
                  </a:lnTo>
                  <a:lnTo>
                    <a:pt x="32544" y="630012"/>
                  </a:lnTo>
                  <a:lnTo>
                    <a:pt x="32613" y="629490"/>
                  </a:lnTo>
                  <a:lnTo>
                    <a:pt x="32587" y="629072"/>
                  </a:lnTo>
                  <a:lnTo>
                    <a:pt x="32610" y="628759"/>
                  </a:lnTo>
                  <a:lnTo>
                    <a:pt x="32910" y="628258"/>
                  </a:lnTo>
                  <a:lnTo>
                    <a:pt x="32852" y="627892"/>
                  </a:lnTo>
                  <a:lnTo>
                    <a:pt x="32900" y="627514"/>
                  </a:lnTo>
                  <a:lnTo>
                    <a:pt x="32941" y="627263"/>
                  </a:lnTo>
                  <a:lnTo>
                    <a:pt x="33096" y="626991"/>
                  </a:lnTo>
                  <a:lnTo>
                    <a:pt x="33244" y="626709"/>
                  </a:lnTo>
                  <a:lnTo>
                    <a:pt x="33419" y="626477"/>
                  </a:lnTo>
                  <a:lnTo>
                    <a:pt x="33559" y="626245"/>
                  </a:lnTo>
                  <a:lnTo>
                    <a:pt x="33684" y="625935"/>
                  </a:lnTo>
                  <a:lnTo>
                    <a:pt x="33707" y="625782"/>
                  </a:lnTo>
                  <a:lnTo>
                    <a:pt x="33885" y="625457"/>
                  </a:lnTo>
                  <a:lnTo>
                    <a:pt x="34038" y="625164"/>
                  </a:lnTo>
                  <a:lnTo>
                    <a:pt x="34226" y="624955"/>
                  </a:lnTo>
                  <a:lnTo>
                    <a:pt x="34473" y="624612"/>
                  </a:lnTo>
                  <a:lnTo>
                    <a:pt x="34643" y="624401"/>
                  </a:lnTo>
                  <a:lnTo>
                    <a:pt x="34837" y="624128"/>
                  </a:lnTo>
                  <a:lnTo>
                    <a:pt x="34852" y="623777"/>
                  </a:lnTo>
                  <a:lnTo>
                    <a:pt x="34814" y="623492"/>
                  </a:lnTo>
                  <a:lnTo>
                    <a:pt x="34730" y="623182"/>
                  </a:lnTo>
                  <a:lnTo>
                    <a:pt x="34836" y="622920"/>
                  </a:lnTo>
                  <a:lnTo>
                    <a:pt x="34803" y="622520"/>
                  </a:lnTo>
                  <a:lnTo>
                    <a:pt x="34722" y="622174"/>
                  </a:lnTo>
                  <a:lnTo>
                    <a:pt x="34671" y="621833"/>
                  </a:lnTo>
                  <a:lnTo>
                    <a:pt x="34793" y="621042"/>
                  </a:lnTo>
                  <a:lnTo>
                    <a:pt x="34786" y="620846"/>
                  </a:lnTo>
                  <a:lnTo>
                    <a:pt x="34915" y="620650"/>
                  </a:lnTo>
                  <a:lnTo>
                    <a:pt x="35071" y="620335"/>
                  </a:lnTo>
                  <a:lnTo>
                    <a:pt x="35088" y="620052"/>
                  </a:lnTo>
                  <a:lnTo>
                    <a:pt x="35030" y="619775"/>
                  </a:lnTo>
                  <a:lnTo>
                    <a:pt x="35051" y="619641"/>
                  </a:lnTo>
                  <a:lnTo>
                    <a:pt x="35214" y="619082"/>
                  </a:lnTo>
                  <a:lnTo>
                    <a:pt x="35830" y="618916"/>
                  </a:lnTo>
                  <a:lnTo>
                    <a:pt x="36340" y="618414"/>
                  </a:lnTo>
                  <a:lnTo>
                    <a:pt x="36198" y="617346"/>
                  </a:lnTo>
                  <a:lnTo>
                    <a:pt x="36390" y="616888"/>
                  </a:lnTo>
                  <a:lnTo>
                    <a:pt x="36521" y="616651"/>
                  </a:lnTo>
                  <a:lnTo>
                    <a:pt x="37492" y="616537"/>
                  </a:lnTo>
                  <a:lnTo>
                    <a:pt x="37829" y="616242"/>
                  </a:lnTo>
                  <a:lnTo>
                    <a:pt x="38078" y="615607"/>
                  </a:lnTo>
                  <a:lnTo>
                    <a:pt x="38167" y="615380"/>
                  </a:lnTo>
                  <a:lnTo>
                    <a:pt x="38541" y="615813"/>
                  </a:lnTo>
                  <a:lnTo>
                    <a:pt x="38892" y="616258"/>
                  </a:lnTo>
                  <a:lnTo>
                    <a:pt x="39236" y="616693"/>
                  </a:lnTo>
                  <a:lnTo>
                    <a:pt x="39707" y="617256"/>
                  </a:lnTo>
                  <a:lnTo>
                    <a:pt x="39882" y="617777"/>
                  </a:lnTo>
                  <a:lnTo>
                    <a:pt x="40083" y="618368"/>
                  </a:lnTo>
                  <a:lnTo>
                    <a:pt x="40368" y="618734"/>
                  </a:lnTo>
                  <a:lnTo>
                    <a:pt x="40834" y="619253"/>
                  </a:lnTo>
                  <a:lnTo>
                    <a:pt x="41386" y="619589"/>
                  </a:lnTo>
                  <a:lnTo>
                    <a:pt x="41641" y="619810"/>
                  </a:lnTo>
                  <a:lnTo>
                    <a:pt x="42055" y="620078"/>
                  </a:lnTo>
                  <a:lnTo>
                    <a:pt x="42429" y="620355"/>
                  </a:lnTo>
                  <a:lnTo>
                    <a:pt x="42587" y="620731"/>
                  </a:lnTo>
                  <a:lnTo>
                    <a:pt x="42730" y="621154"/>
                  </a:lnTo>
                  <a:lnTo>
                    <a:pt x="42821" y="621752"/>
                  </a:lnTo>
                  <a:lnTo>
                    <a:pt x="42923" y="622253"/>
                  </a:lnTo>
                  <a:lnTo>
                    <a:pt x="42969" y="622444"/>
                  </a:lnTo>
                  <a:lnTo>
                    <a:pt x="42999" y="622632"/>
                  </a:lnTo>
                  <a:lnTo>
                    <a:pt x="42740" y="622681"/>
                  </a:lnTo>
                  <a:lnTo>
                    <a:pt x="42534" y="622762"/>
                  </a:lnTo>
                  <a:lnTo>
                    <a:pt x="42328" y="622897"/>
                  </a:lnTo>
                  <a:lnTo>
                    <a:pt x="41885" y="623190"/>
                  </a:lnTo>
                  <a:lnTo>
                    <a:pt x="42010" y="623640"/>
                  </a:lnTo>
                  <a:lnTo>
                    <a:pt x="42442" y="624029"/>
                  </a:lnTo>
                  <a:lnTo>
                    <a:pt x="42839" y="624436"/>
                  </a:lnTo>
                  <a:lnTo>
                    <a:pt x="43282" y="624719"/>
                  </a:lnTo>
                  <a:lnTo>
                    <a:pt x="43602" y="624963"/>
                  </a:lnTo>
                  <a:lnTo>
                    <a:pt x="44251" y="625019"/>
                  </a:lnTo>
                  <a:lnTo>
                    <a:pt x="44417" y="625340"/>
                  </a:lnTo>
                  <a:lnTo>
                    <a:pt x="44597" y="625630"/>
                  </a:lnTo>
                  <a:lnTo>
                    <a:pt x="44755" y="625723"/>
                  </a:lnTo>
                  <a:lnTo>
                    <a:pt x="45007" y="626133"/>
                  </a:lnTo>
                  <a:lnTo>
                    <a:pt x="45076" y="626304"/>
                  </a:lnTo>
                  <a:lnTo>
                    <a:pt x="45137" y="626611"/>
                  </a:lnTo>
                  <a:lnTo>
                    <a:pt x="45104" y="627125"/>
                  </a:lnTo>
                  <a:lnTo>
                    <a:pt x="45038" y="627784"/>
                  </a:lnTo>
                  <a:lnTo>
                    <a:pt x="45397" y="628306"/>
                  </a:lnTo>
                  <a:lnTo>
                    <a:pt x="45302" y="628477"/>
                  </a:lnTo>
                  <a:lnTo>
                    <a:pt x="44928" y="628922"/>
                  </a:lnTo>
                  <a:lnTo>
                    <a:pt x="44508" y="629454"/>
                  </a:lnTo>
                  <a:lnTo>
                    <a:pt x="44257" y="629731"/>
                  </a:lnTo>
                  <a:lnTo>
                    <a:pt x="43638" y="630423"/>
                  </a:lnTo>
                  <a:lnTo>
                    <a:pt x="43313" y="630706"/>
                  </a:lnTo>
                  <a:lnTo>
                    <a:pt x="43091" y="630937"/>
                  </a:lnTo>
                  <a:lnTo>
                    <a:pt x="42577" y="631306"/>
                  </a:lnTo>
                  <a:lnTo>
                    <a:pt x="42040" y="631667"/>
                  </a:lnTo>
                  <a:lnTo>
                    <a:pt x="41989" y="631830"/>
                  </a:lnTo>
                  <a:lnTo>
                    <a:pt x="42000" y="632186"/>
                  </a:lnTo>
                  <a:lnTo>
                    <a:pt x="42050" y="632693"/>
                  </a:lnTo>
                  <a:lnTo>
                    <a:pt x="42063" y="633039"/>
                  </a:lnTo>
                  <a:lnTo>
                    <a:pt x="42170" y="633199"/>
                  </a:lnTo>
                  <a:lnTo>
                    <a:pt x="42580" y="633695"/>
                  </a:lnTo>
                  <a:lnTo>
                    <a:pt x="42819" y="633970"/>
                  </a:lnTo>
                  <a:lnTo>
                    <a:pt x="43030" y="634270"/>
                  </a:lnTo>
                  <a:lnTo>
                    <a:pt x="43134" y="634652"/>
                  </a:lnTo>
                  <a:lnTo>
                    <a:pt x="43129" y="634838"/>
                  </a:lnTo>
                  <a:lnTo>
                    <a:pt x="42946" y="635352"/>
                  </a:lnTo>
                  <a:lnTo>
                    <a:pt x="42982" y="635527"/>
                  </a:lnTo>
                  <a:lnTo>
                    <a:pt x="43078" y="635711"/>
                  </a:lnTo>
                  <a:lnTo>
                    <a:pt x="43223" y="635866"/>
                  </a:lnTo>
                  <a:lnTo>
                    <a:pt x="43725" y="636209"/>
                  </a:lnTo>
                  <a:lnTo>
                    <a:pt x="44056" y="636431"/>
                  </a:lnTo>
                  <a:lnTo>
                    <a:pt x="44491" y="636739"/>
                  </a:lnTo>
                  <a:lnTo>
                    <a:pt x="44923" y="637024"/>
                  </a:lnTo>
                  <a:lnTo>
                    <a:pt x="45534" y="637410"/>
                  </a:lnTo>
                  <a:lnTo>
                    <a:pt x="45959" y="637734"/>
                  </a:lnTo>
                  <a:lnTo>
                    <a:pt x="46290" y="637909"/>
                  </a:lnTo>
                  <a:lnTo>
                    <a:pt x="47119" y="638492"/>
                  </a:lnTo>
                  <a:lnTo>
                    <a:pt x="47715" y="638891"/>
                  </a:lnTo>
                  <a:lnTo>
                    <a:pt x="47857" y="638968"/>
                  </a:lnTo>
                  <a:lnTo>
                    <a:pt x="47992" y="638848"/>
                  </a:lnTo>
                  <a:lnTo>
                    <a:pt x="48213" y="638652"/>
                  </a:lnTo>
                  <a:lnTo>
                    <a:pt x="48343" y="638545"/>
                  </a:lnTo>
                  <a:lnTo>
                    <a:pt x="48559" y="638492"/>
                  </a:lnTo>
                  <a:lnTo>
                    <a:pt x="49094" y="638415"/>
                  </a:lnTo>
                  <a:lnTo>
                    <a:pt x="49251" y="638342"/>
                  </a:lnTo>
                  <a:lnTo>
                    <a:pt x="49452" y="638141"/>
                  </a:lnTo>
                  <a:lnTo>
                    <a:pt x="49697" y="637830"/>
                  </a:lnTo>
                  <a:lnTo>
                    <a:pt x="49816" y="637672"/>
                  </a:lnTo>
                  <a:lnTo>
                    <a:pt x="50137" y="637415"/>
                  </a:lnTo>
                  <a:lnTo>
                    <a:pt x="50458" y="637225"/>
                  </a:lnTo>
                  <a:lnTo>
                    <a:pt x="50870" y="637075"/>
                  </a:lnTo>
                  <a:lnTo>
                    <a:pt x="51338" y="636980"/>
                  </a:lnTo>
                  <a:lnTo>
                    <a:pt x="51580" y="636935"/>
                  </a:lnTo>
                  <a:lnTo>
                    <a:pt x="52389" y="636823"/>
                  </a:lnTo>
                  <a:lnTo>
                    <a:pt x="52726" y="636693"/>
                  </a:lnTo>
                  <a:lnTo>
                    <a:pt x="53450" y="636413"/>
                  </a:lnTo>
                  <a:lnTo>
                    <a:pt x="54273" y="636386"/>
                  </a:lnTo>
                  <a:lnTo>
                    <a:pt x="55403" y="636355"/>
                  </a:lnTo>
                  <a:lnTo>
                    <a:pt x="55570" y="640208"/>
                  </a:lnTo>
                  <a:lnTo>
                    <a:pt x="59208" y="641073"/>
                  </a:lnTo>
                  <a:lnTo>
                    <a:pt x="58799" y="642043"/>
                  </a:lnTo>
                  <a:lnTo>
                    <a:pt x="57170" y="645900"/>
                  </a:lnTo>
                  <a:lnTo>
                    <a:pt x="48023" y="667557"/>
                  </a:lnTo>
                  <a:lnTo>
                    <a:pt x="47173" y="669572"/>
                  </a:lnTo>
                  <a:lnTo>
                    <a:pt x="46282" y="682523"/>
                  </a:lnTo>
                  <a:lnTo>
                    <a:pt x="60150" y="683618"/>
                  </a:lnTo>
                  <a:lnTo>
                    <a:pt x="63652" y="681595"/>
                  </a:lnTo>
                  <a:lnTo>
                    <a:pt x="65966" y="680258"/>
                  </a:lnTo>
                  <a:lnTo>
                    <a:pt x="73101" y="676137"/>
                  </a:lnTo>
                  <a:lnTo>
                    <a:pt x="86002" y="673338"/>
                  </a:lnTo>
                  <a:lnTo>
                    <a:pt x="88885" y="671323"/>
                  </a:lnTo>
                  <a:lnTo>
                    <a:pt x="94959" y="667078"/>
                  </a:lnTo>
                  <a:lnTo>
                    <a:pt x="102135" y="665042"/>
                  </a:lnTo>
                  <a:lnTo>
                    <a:pt x="101009" y="661343"/>
                  </a:lnTo>
                  <a:lnTo>
                    <a:pt x="101267" y="660903"/>
                  </a:lnTo>
                  <a:lnTo>
                    <a:pt x="101439" y="660476"/>
                  </a:lnTo>
                  <a:lnTo>
                    <a:pt x="101530" y="660214"/>
                  </a:lnTo>
                  <a:lnTo>
                    <a:pt x="101630" y="659966"/>
                  </a:lnTo>
                  <a:lnTo>
                    <a:pt x="101898" y="659521"/>
                  </a:lnTo>
                  <a:lnTo>
                    <a:pt x="101798" y="659110"/>
                  </a:lnTo>
                  <a:lnTo>
                    <a:pt x="101547" y="658883"/>
                  </a:lnTo>
                  <a:lnTo>
                    <a:pt x="101379" y="658727"/>
                  </a:lnTo>
                  <a:lnTo>
                    <a:pt x="101211" y="658578"/>
                  </a:lnTo>
                  <a:lnTo>
                    <a:pt x="100909" y="658306"/>
                  </a:lnTo>
                  <a:lnTo>
                    <a:pt x="100710" y="658125"/>
                  </a:lnTo>
                  <a:lnTo>
                    <a:pt x="100429" y="657867"/>
                  </a:lnTo>
                  <a:lnTo>
                    <a:pt x="100480" y="657620"/>
                  </a:lnTo>
                  <a:lnTo>
                    <a:pt x="100545" y="657326"/>
                  </a:lnTo>
                  <a:lnTo>
                    <a:pt x="100648" y="656842"/>
                  </a:lnTo>
                  <a:lnTo>
                    <a:pt x="100738" y="656636"/>
                  </a:lnTo>
                  <a:lnTo>
                    <a:pt x="100839" y="656402"/>
                  </a:lnTo>
                  <a:lnTo>
                    <a:pt x="101002" y="656174"/>
                  </a:lnTo>
                  <a:lnTo>
                    <a:pt x="101119" y="656009"/>
                  </a:lnTo>
                  <a:lnTo>
                    <a:pt x="101157" y="655743"/>
                  </a:lnTo>
                  <a:lnTo>
                    <a:pt x="101183" y="655538"/>
                  </a:lnTo>
                  <a:lnTo>
                    <a:pt x="101122" y="655399"/>
                  </a:lnTo>
                  <a:lnTo>
                    <a:pt x="101020" y="655187"/>
                  </a:lnTo>
                  <a:lnTo>
                    <a:pt x="100974" y="655004"/>
                  </a:lnTo>
                  <a:lnTo>
                    <a:pt x="100914" y="654734"/>
                  </a:lnTo>
                  <a:lnTo>
                    <a:pt x="100870" y="654535"/>
                  </a:lnTo>
                  <a:lnTo>
                    <a:pt x="100745" y="654267"/>
                  </a:lnTo>
                  <a:lnTo>
                    <a:pt x="100678" y="654130"/>
                  </a:lnTo>
                  <a:lnTo>
                    <a:pt x="100526" y="653821"/>
                  </a:lnTo>
                  <a:lnTo>
                    <a:pt x="100264" y="653279"/>
                  </a:lnTo>
                  <a:lnTo>
                    <a:pt x="100257" y="652987"/>
                  </a:lnTo>
                  <a:lnTo>
                    <a:pt x="100246" y="652347"/>
                  </a:lnTo>
                  <a:lnTo>
                    <a:pt x="100239" y="651954"/>
                  </a:lnTo>
                  <a:lnTo>
                    <a:pt x="100226" y="651522"/>
                  </a:lnTo>
                  <a:lnTo>
                    <a:pt x="100218" y="651179"/>
                  </a:lnTo>
                  <a:lnTo>
                    <a:pt x="100210" y="650765"/>
                  </a:lnTo>
                  <a:lnTo>
                    <a:pt x="100214" y="650565"/>
                  </a:lnTo>
                  <a:lnTo>
                    <a:pt x="100221" y="650411"/>
                  </a:lnTo>
                  <a:lnTo>
                    <a:pt x="100232" y="650122"/>
                  </a:lnTo>
                  <a:lnTo>
                    <a:pt x="100262" y="649551"/>
                  </a:lnTo>
                  <a:lnTo>
                    <a:pt x="100278" y="649174"/>
                  </a:lnTo>
                  <a:lnTo>
                    <a:pt x="100379" y="648939"/>
                  </a:lnTo>
                  <a:lnTo>
                    <a:pt x="100532" y="648527"/>
                  </a:lnTo>
                  <a:lnTo>
                    <a:pt x="100712" y="648087"/>
                  </a:lnTo>
                  <a:lnTo>
                    <a:pt x="100916" y="647594"/>
                  </a:lnTo>
                  <a:lnTo>
                    <a:pt x="100981" y="647431"/>
                  </a:lnTo>
                  <a:lnTo>
                    <a:pt x="101048" y="647262"/>
                  </a:lnTo>
                  <a:lnTo>
                    <a:pt x="101149" y="647010"/>
                  </a:lnTo>
                  <a:lnTo>
                    <a:pt x="101206" y="646869"/>
                  </a:lnTo>
                  <a:lnTo>
                    <a:pt x="101267" y="646721"/>
                  </a:lnTo>
                  <a:lnTo>
                    <a:pt x="101328" y="646574"/>
                  </a:lnTo>
                  <a:lnTo>
                    <a:pt x="101585" y="646080"/>
                  </a:lnTo>
                  <a:lnTo>
                    <a:pt x="101659" y="645935"/>
                  </a:lnTo>
                  <a:lnTo>
                    <a:pt x="101989" y="645782"/>
                  </a:lnTo>
                  <a:lnTo>
                    <a:pt x="102206" y="645677"/>
                  </a:lnTo>
                  <a:lnTo>
                    <a:pt x="102394" y="645579"/>
                  </a:lnTo>
                  <a:lnTo>
                    <a:pt x="102599" y="645486"/>
                  </a:lnTo>
                  <a:lnTo>
                    <a:pt x="102700" y="645819"/>
                  </a:lnTo>
                  <a:lnTo>
                    <a:pt x="104403" y="646071"/>
                  </a:lnTo>
                  <a:lnTo>
                    <a:pt x="105820" y="646281"/>
                  </a:lnTo>
                  <a:lnTo>
                    <a:pt x="106007" y="646312"/>
                  </a:lnTo>
                  <a:lnTo>
                    <a:pt x="106234" y="646349"/>
                  </a:lnTo>
                  <a:lnTo>
                    <a:pt x="106556" y="646402"/>
                  </a:lnTo>
                  <a:lnTo>
                    <a:pt x="107435" y="646545"/>
                  </a:lnTo>
                  <a:lnTo>
                    <a:pt x="107689" y="646526"/>
                  </a:lnTo>
                  <a:lnTo>
                    <a:pt x="108100" y="646498"/>
                  </a:lnTo>
                  <a:lnTo>
                    <a:pt x="108287" y="646424"/>
                  </a:lnTo>
                  <a:lnTo>
                    <a:pt x="108619" y="646309"/>
                  </a:lnTo>
                  <a:lnTo>
                    <a:pt x="108751" y="646270"/>
                  </a:lnTo>
                  <a:lnTo>
                    <a:pt x="109139" y="646119"/>
                  </a:lnTo>
                  <a:lnTo>
                    <a:pt x="109938" y="645834"/>
                  </a:lnTo>
                  <a:lnTo>
                    <a:pt x="110379" y="645682"/>
                  </a:lnTo>
                  <a:lnTo>
                    <a:pt x="111246" y="645387"/>
                  </a:lnTo>
                  <a:lnTo>
                    <a:pt x="111681" y="645255"/>
                  </a:lnTo>
                  <a:lnTo>
                    <a:pt x="112151" y="645108"/>
                  </a:lnTo>
                  <a:lnTo>
                    <a:pt x="112428" y="644973"/>
                  </a:lnTo>
                  <a:lnTo>
                    <a:pt x="112813" y="644796"/>
                  </a:lnTo>
                  <a:lnTo>
                    <a:pt x="113373" y="644537"/>
                  </a:lnTo>
                  <a:lnTo>
                    <a:pt x="114312" y="644106"/>
                  </a:lnTo>
                  <a:lnTo>
                    <a:pt x="114671" y="643939"/>
                  </a:lnTo>
                  <a:lnTo>
                    <a:pt x="115052" y="643762"/>
                  </a:lnTo>
                  <a:lnTo>
                    <a:pt x="115220" y="643684"/>
                  </a:lnTo>
                  <a:lnTo>
                    <a:pt x="115435" y="643585"/>
                  </a:lnTo>
                  <a:lnTo>
                    <a:pt x="115663" y="643477"/>
                  </a:lnTo>
                  <a:lnTo>
                    <a:pt x="115863" y="643384"/>
                  </a:lnTo>
                  <a:lnTo>
                    <a:pt x="116133" y="643258"/>
                  </a:lnTo>
                  <a:lnTo>
                    <a:pt x="116401" y="643133"/>
                  </a:lnTo>
                  <a:lnTo>
                    <a:pt x="116884" y="642870"/>
                  </a:lnTo>
                  <a:lnTo>
                    <a:pt x="117210" y="642517"/>
                  </a:lnTo>
                  <a:lnTo>
                    <a:pt x="117462" y="642244"/>
                  </a:lnTo>
                  <a:lnTo>
                    <a:pt x="117931" y="641733"/>
                  </a:lnTo>
                  <a:lnTo>
                    <a:pt x="118112" y="641530"/>
                  </a:lnTo>
                  <a:lnTo>
                    <a:pt x="124588" y="633853"/>
                  </a:lnTo>
                  <a:lnTo>
                    <a:pt x="125152" y="632856"/>
                  </a:lnTo>
                  <a:lnTo>
                    <a:pt x="125829" y="632952"/>
                  </a:lnTo>
                  <a:lnTo>
                    <a:pt x="126354" y="632310"/>
                  </a:lnTo>
                  <a:lnTo>
                    <a:pt x="127306" y="631076"/>
                  </a:lnTo>
                  <a:lnTo>
                    <a:pt x="127553" y="630756"/>
                  </a:lnTo>
                  <a:lnTo>
                    <a:pt x="127776" y="630472"/>
                  </a:lnTo>
                  <a:lnTo>
                    <a:pt x="129702" y="628024"/>
                  </a:lnTo>
                  <a:lnTo>
                    <a:pt x="129973" y="627678"/>
                  </a:lnTo>
                  <a:lnTo>
                    <a:pt x="132166" y="624892"/>
                  </a:lnTo>
                  <a:lnTo>
                    <a:pt x="133729" y="625040"/>
                  </a:lnTo>
                  <a:lnTo>
                    <a:pt x="135577" y="625230"/>
                  </a:lnTo>
                  <a:lnTo>
                    <a:pt x="137608" y="625413"/>
                  </a:lnTo>
                  <a:lnTo>
                    <a:pt x="138467" y="625476"/>
                  </a:lnTo>
                  <a:lnTo>
                    <a:pt x="139356" y="625540"/>
                  </a:lnTo>
                  <a:lnTo>
                    <a:pt x="140035" y="625673"/>
                  </a:lnTo>
                  <a:lnTo>
                    <a:pt x="143438" y="625874"/>
                  </a:lnTo>
                  <a:lnTo>
                    <a:pt x="146290" y="626088"/>
                  </a:lnTo>
                  <a:lnTo>
                    <a:pt x="147460" y="626182"/>
                  </a:lnTo>
                  <a:lnTo>
                    <a:pt x="148822" y="626294"/>
                  </a:lnTo>
                  <a:lnTo>
                    <a:pt x="150084" y="626423"/>
                  </a:lnTo>
                  <a:lnTo>
                    <a:pt x="151247" y="626513"/>
                  </a:lnTo>
                  <a:lnTo>
                    <a:pt x="152272" y="626596"/>
                  </a:lnTo>
                  <a:lnTo>
                    <a:pt x="153231" y="626660"/>
                  </a:lnTo>
                  <a:lnTo>
                    <a:pt x="154501" y="626762"/>
                  </a:lnTo>
                  <a:lnTo>
                    <a:pt x="156969" y="627001"/>
                  </a:lnTo>
                  <a:lnTo>
                    <a:pt x="158621" y="627095"/>
                  </a:lnTo>
                  <a:lnTo>
                    <a:pt x="159870" y="627197"/>
                  </a:lnTo>
                  <a:lnTo>
                    <a:pt x="160430" y="627253"/>
                  </a:lnTo>
                  <a:lnTo>
                    <a:pt x="161679" y="627421"/>
                  </a:lnTo>
                  <a:lnTo>
                    <a:pt x="163028" y="627589"/>
                  </a:lnTo>
                  <a:lnTo>
                    <a:pt x="164170" y="627688"/>
                  </a:lnTo>
                  <a:lnTo>
                    <a:pt x="165456" y="627805"/>
                  </a:lnTo>
                  <a:lnTo>
                    <a:pt x="165871" y="627936"/>
                  </a:lnTo>
                  <a:lnTo>
                    <a:pt x="166012" y="627981"/>
                  </a:lnTo>
                  <a:lnTo>
                    <a:pt x="166398" y="628102"/>
                  </a:lnTo>
                  <a:lnTo>
                    <a:pt x="167530" y="627979"/>
                  </a:lnTo>
                  <a:lnTo>
                    <a:pt x="167661" y="627928"/>
                  </a:lnTo>
                  <a:lnTo>
                    <a:pt x="168427" y="627850"/>
                  </a:lnTo>
                  <a:lnTo>
                    <a:pt x="169331" y="627748"/>
                  </a:lnTo>
                  <a:lnTo>
                    <a:pt x="169582" y="627721"/>
                  </a:lnTo>
                  <a:lnTo>
                    <a:pt x="170112" y="627661"/>
                  </a:lnTo>
                  <a:lnTo>
                    <a:pt x="170303" y="627640"/>
                  </a:lnTo>
                  <a:lnTo>
                    <a:pt x="170609" y="627606"/>
                  </a:lnTo>
                  <a:lnTo>
                    <a:pt x="174510" y="627081"/>
                  </a:lnTo>
                  <a:lnTo>
                    <a:pt x="174821" y="627037"/>
                  </a:lnTo>
                  <a:lnTo>
                    <a:pt x="175273" y="626973"/>
                  </a:lnTo>
                  <a:lnTo>
                    <a:pt x="176054" y="626863"/>
                  </a:lnTo>
                  <a:lnTo>
                    <a:pt x="176448" y="626807"/>
                  </a:lnTo>
                  <a:lnTo>
                    <a:pt x="176799" y="626755"/>
                  </a:lnTo>
                  <a:lnTo>
                    <a:pt x="177015" y="626727"/>
                  </a:lnTo>
                  <a:lnTo>
                    <a:pt x="177290" y="626687"/>
                  </a:lnTo>
                  <a:lnTo>
                    <a:pt x="177483" y="626660"/>
                  </a:lnTo>
                  <a:lnTo>
                    <a:pt x="177968" y="626591"/>
                  </a:lnTo>
                  <a:lnTo>
                    <a:pt x="178495" y="626517"/>
                  </a:lnTo>
                  <a:lnTo>
                    <a:pt x="178929" y="626455"/>
                  </a:lnTo>
                  <a:lnTo>
                    <a:pt x="179347" y="626396"/>
                  </a:lnTo>
                  <a:lnTo>
                    <a:pt x="180083" y="626292"/>
                  </a:lnTo>
                  <a:lnTo>
                    <a:pt x="180236" y="626270"/>
                  </a:lnTo>
                  <a:lnTo>
                    <a:pt x="180448" y="626240"/>
                  </a:lnTo>
                  <a:lnTo>
                    <a:pt x="180665" y="626209"/>
                  </a:lnTo>
                  <a:lnTo>
                    <a:pt x="181094" y="626147"/>
                  </a:lnTo>
                  <a:lnTo>
                    <a:pt x="181332" y="626028"/>
                  </a:lnTo>
                  <a:lnTo>
                    <a:pt x="181795" y="625798"/>
                  </a:lnTo>
                  <a:lnTo>
                    <a:pt x="182235" y="625578"/>
                  </a:lnTo>
                  <a:lnTo>
                    <a:pt x="182602" y="625395"/>
                  </a:lnTo>
                  <a:lnTo>
                    <a:pt x="182864" y="625265"/>
                  </a:lnTo>
                  <a:lnTo>
                    <a:pt x="183179" y="625107"/>
                  </a:lnTo>
                  <a:lnTo>
                    <a:pt x="183476" y="624958"/>
                  </a:lnTo>
                  <a:lnTo>
                    <a:pt x="183733" y="624830"/>
                  </a:lnTo>
                  <a:lnTo>
                    <a:pt x="183902" y="624745"/>
                  </a:lnTo>
                  <a:lnTo>
                    <a:pt x="184110" y="624642"/>
                  </a:lnTo>
                  <a:lnTo>
                    <a:pt x="187138" y="623128"/>
                  </a:lnTo>
                  <a:lnTo>
                    <a:pt x="189097" y="622152"/>
                  </a:lnTo>
                  <a:lnTo>
                    <a:pt x="190623" y="621390"/>
                  </a:lnTo>
                  <a:lnTo>
                    <a:pt x="193101" y="620156"/>
                  </a:lnTo>
                  <a:lnTo>
                    <a:pt x="193779" y="619818"/>
                  </a:lnTo>
                  <a:lnTo>
                    <a:pt x="202457" y="615487"/>
                  </a:lnTo>
                  <a:lnTo>
                    <a:pt x="203126" y="615452"/>
                  </a:lnTo>
                  <a:lnTo>
                    <a:pt x="205435" y="615334"/>
                  </a:lnTo>
                  <a:lnTo>
                    <a:pt x="206800" y="615262"/>
                  </a:lnTo>
                  <a:lnTo>
                    <a:pt x="207148" y="615243"/>
                  </a:lnTo>
                  <a:lnTo>
                    <a:pt x="207338" y="615234"/>
                  </a:lnTo>
                  <a:lnTo>
                    <a:pt x="207484" y="615227"/>
                  </a:lnTo>
                  <a:lnTo>
                    <a:pt x="207930" y="615205"/>
                  </a:lnTo>
                  <a:lnTo>
                    <a:pt x="208116" y="615196"/>
                  </a:lnTo>
                  <a:lnTo>
                    <a:pt x="208577" y="615174"/>
                  </a:lnTo>
                  <a:close/>
                </a:path>
              </a:pathLst>
            </a:custGeom>
            <a:solidFill>
              <a:srgbClr val="D3E4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g6"/>
            <p:cNvSpPr/>
            <p:nvPr/>
          </p:nvSpPr>
          <p:spPr>
            <a:xfrm>
              <a:off x="4741577" y="2020471"/>
              <a:ext cx="1068912" cy="834005"/>
            </a:xfrm>
            <a:custGeom>
              <a:avLst/>
              <a:pathLst>
                <a:path w="1068912" h="834005">
                  <a:moveTo>
                    <a:pt x="835372" y="419316"/>
                  </a:moveTo>
                  <a:lnTo>
                    <a:pt x="842874" y="421229"/>
                  </a:lnTo>
                  <a:lnTo>
                    <a:pt x="845310" y="421855"/>
                  </a:lnTo>
                  <a:lnTo>
                    <a:pt x="853070" y="423417"/>
                  </a:lnTo>
                  <a:lnTo>
                    <a:pt x="857664" y="424343"/>
                  </a:lnTo>
                  <a:lnTo>
                    <a:pt x="865736" y="425981"/>
                  </a:lnTo>
                  <a:lnTo>
                    <a:pt x="868414" y="426509"/>
                  </a:lnTo>
                  <a:lnTo>
                    <a:pt x="870842" y="431475"/>
                  </a:lnTo>
                  <a:lnTo>
                    <a:pt x="873196" y="436291"/>
                  </a:lnTo>
                  <a:lnTo>
                    <a:pt x="875633" y="441277"/>
                  </a:lnTo>
                  <a:lnTo>
                    <a:pt x="877179" y="443633"/>
                  </a:lnTo>
                  <a:lnTo>
                    <a:pt x="879322" y="446904"/>
                  </a:lnTo>
                  <a:lnTo>
                    <a:pt x="880880" y="449285"/>
                  </a:lnTo>
                  <a:lnTo>
                    <a:pt x="883539" y="453359"/>
                  </a:lnTo>
                  <a:lnTo>
                    <a:pt x="885673" y="456622"/>
                  </a:lnTo>
                  <a:lnTo>
                    <a:pt x="889156" y="461941"/>
                  </a:lnTo>
                  <a:lnTo>
                    <a:pt x="891769" y="465906"/>
                  </a:lnTo>
                  <a:lnTo>
                    <a:pt x="894287" y="469731"/>
                  </a:lnTo>
                  <a:lnTo>
                    <a:pt x="894691" y="470346"/>
                  </a:lnTo>
                  <a:lnTo>
                    <a:pt x="898975" y="476895"/>
                  </a:lnTo>
                  <a:lnTo>
                    <a:pt x="902305" y="481980"/>
                  </a:lnTo>
                  <a:lnTo>
                    <a:pt x="900158" y="490831"/>
                  </a:lnTo>
                  <a:lnTo>
                    <a:pt x="899570" y="493259"/>
                  </a:lnTo>
                  <a:lnTo>
                    <a:pt x="898672" y="496957"/>
                  </a:lnTo>
                  <a:lnTo>
                    <a:pt x="896221" y="507053"/>
                  </a:lnTo>
                  <a:lnTo>
                    <a:pt x="892035" y="516030"/>
                  </a:lnTo>
                  <a:lnTo>
                    <a:pt x="888582" y="523464"/>
                  </a:lnTo>
                  <a:lnTo>
                    <a:pt x="885153" y="530825"/>
                  </a:lnTo>
                  <a:lnTo>
                    <a:pt x="880677" y="540374"/>
                  </a:lnTo>
                  <a:lnTo>
                    <a:pt x="876379" y="549535"/>
                  </a:lnTo>
                  <a:lnTo>
                    <a:pt x="873595" y="555320"/>
                  </a:lnTo>
                  <a:lnTo>
                    <a:pt x="869425" y="563990"/>
                  </a:lnTo>
                  <a:lnTo>
                    <a:pt x="871556" y="573617"/>
                  </a:lnTo>
                  <a:lnTo>
                    <a:pt x="872654" y="578576"/>
                  </a:lnTo>
                  <a:lnTo>
                    <a:pt x="872929" y="581963"/>
                  </a:lnTo>
                  <a:lnTo>
                    <a:pt x="873796" y="592648"/>
                  </a:lnTo>
                  <a:lnTo>
                    <a:pt x="874068" y="596001"/>
                  </a:lnTo>
                  <a:lnTo>
                    <a:pt x="878375" y="601151"/>
                  </a:lnTo>
                  <a:lnTo>
                    <a:pt x="881142" y="604460"/>
                  </a:lnTo>
                  <a:lnTo>
                    <a:pt x="883911" y="606043"/>
                  </a:lnTo>
                  <a:lnTo>
                    <a:pt x="890141" y="609607"/>
                  </a:lnTo>
                  <a:lnTo>
                    <a:pt x="891983" y="610523"/>
                  </a:lnTo>
                  <a:lnTo>
                    <a:pt x="893765" y="611407"/>
                  </a:lnTo>
                  <a:lnTo>
                    <a:pt x="895434" y="612237"/>
                  </a:lnTo>
                  <a:lnTo>
                    <a:pt x="897263" y="613145"/>
                  </a:lnTo>
                  <a:lnTo>
                    <a:pt x="898164" y="613592"/>
                  </a:lnTo>
                  <a:lnTo>
                    <a:pt x="898597" y="613808"/>
                  </a:lnTo>
                  <a:lnTo>
                    <a:pt x="900692" y="614849"/>
                  </a:lnTo>
                  <a:lnTo>
                    <a:pt x="900859" y="614932"/>
                  </a:lnTo>
                  <a:lnTo>
                    <a:pt x="901868" y="616074"/>
                  </a:lnTo>
                  <a:lnTo>
                    <a:pt x="902230" y="616485"/>
                  </a:lnTo>
                  <a:lnTo>
                    <a:pt x="903934" y="618413"/>
                  </a:lnTo>
                  <a:lnTo>
                    <a:pt x="905162" y="616840"/>
                  </a:lnTo>
                  <a:lnTo>
                    <a:pt x="907335" y="609225"/>
                  </a:lnTo>
                  <a:lnTo>
                    <a:pt x="910559" y="601574"/>
                  </a:lnTo>
                  <a:lnTo>
                    <a:pt x="912018" y="600066"/>
                  </a:lnTo>
                  <a:lnTo>
                    <a:pt x="917168" y="585398"/>
                  </a:lnTo>
                  <a:lnTo>
                    <a:pt x="916539" y="584427"/>
                  </a:lnTo>
                  <a:lnTo>
                    <a:pt x="916131" y="581954"/>
                  </a:lnTo>
                  <a:lnTo>
                    <a:pt x="916178" y="581805"/>
                  </a:lnTo>
                  <a:lnTo>
                    <a:pt x="916186" y="580435"/>
                  </a:lnTo>
                  <a:lnTo>
                    <a:pt x="916123" y="580300"/>
                  </a:lnTo>
                  <a:lnTo>
                    <a:pt x="915977" y="580001"/>
                  </a:lnTo>
                  <a:lnTo>
                    <a:pt x="915712" y="579533"/>
                  </a:lnTo>
                  <a:lnTo>
                    <a:pt x="915236" y="578387"/>
                  </a:lnTo>
                  <a:lnTo>
                    <a:pt x="915243" y="578257"/>
                  </a:lnTo>
                  <a:lnTo>
                    <a:pt x="915253" y="578106"/>
                  </a:lnTo>
                  <a:lnTo>
                    <a:pt x="915331" y="577322"/>
                  </a:lnTo>
                  <a:lnTo>
                    <a:pt x="915404" y="576718"/>
                  </a:lnTo>
                  <a:lnTo>
                    <a:pt x="915413" y="576561"/>
                  </a:lnTo>
                  <a:lnTo>
                    <a:pt x="915418" y="575772"/>
                  </a:lnTo>
                  <a:lnTo>
                    <a:pt x="915455" y="575641"/>
                  </a:lnTo>
                  <a:lnTo>
                    <a:pt x="915504" y="575472"/>
                  </a:lnTo>
                  <a:lnTo>
                    <a:pt x="915541" y="575337"/>
                  </a:lnTo>
                  <a:lnTo>
                    <a:pt x="915574" y="575202"/>
                  </a:lnTo>
                  <a:lnTo>
                    <a:pt x="915632" y="574926"/>
                  </a:lnTo>
                  <a:lnTo>
                    <a:pt x="915654" y="574793"/>
                  </a:lnTo>
                  <a:lnTo>
                    <a:pt x="915673" y="574651"/>
                  </a:lnTo>
                  <a:lnTo>
                    <a:pt x="915693" y="573076"/>
                  </a:lnTo>
                  <a:lnTo>
                    <a:pt x="915502" y="572880"/>
                  </a:lnTo>
                  <a:lnTo>
                    <a:pt x="915048" y="571390"/>
                  </a:lnTo>
                  <a:lnTo>
                    <a:pt x="915184" y="571340"/>
                  </a:lnTo>
                  <a:lnTo>
                    <a:pt x="916070" y="570847"/>
                  </a:lnTo>
                  <a:lnTo>
                    <a:pt x="916985" y="569560"/>
                  </a:lnTo>
                  <a:lnTo>
                    <a:pt x="917115" y="569456"/>
                  </a:lnTo>
                  <a:lnTo>
                    <a:pt x="917548" y="569100"/>
                  </a:lnTo>
                  <a:lnTo>
                    <a:pt x="917288" y="567888"/>
                  </a:lnTo>
                  <a:lnTo>
                    <a:pt x="917554" y="566722"/>
                  </a:lnTo>
                  <a:lnTo>
                    <a:pt x="917579" y="565852"/>
                  </a:lnTo>
                  <a:lnTo>
                    <a:pt x="917515" y="565062"/>
                  </a:lnTo>
                  <a:lnTo>
                    <a:pt x="917529" y="564666"/>
                  </a:lnTo>
                  <a:lnTo>
                    <a:pt x="917538" y="564405"/>
                  </a:lnTo>
                  <a:lnTo>
                    <a:pt x="917535" y="564126"/>
                  </a:lnTo>
                  <a:lnTo>
                    <a:pt x="917326" y="563230"/>
                  </a:lnTo>
                  <a:lnTo>
                    <a:pt x="917244" y="563038"/>
                  </a:lnTo>
                  <a:lnTo>
                    <a:pt x="916887" y="562133"/>
                  </a:lnTo>
                  <a:lnTo>
                    <a:pt x="916811" y="561402"/>
                  </a:lnTo>
                  <a:lnTo>
                    <a:pt x="916899" y="560492"/>
                  </a:lnTo>
                  <a:lnTo>
                    <a:pt x="916610" y="559916"/>
                  </a:lnTo>
                  <a:lnTo>
                    <a:pt x="916449" y="559592"/>
                  </a:lnTo>
                  <a:lnTo>
                    <a:pt x="916265" y="559228"/>
                  </a:lnTo>
                  <a:lnTo>
                    <a:pt x="916480" y="556266"/>
                  </a:lnTo>
                  <a:lnTo>
                    <a:pt x="916414" y="556121"/>
                  </a:lnTo>
                  <a:lnTo>
                    <a:pt x="916351" y="555988"/>
                  </a:lnTo>
                  <a:lnTo>
                    <a:pt x="916266" y="555811"/>
                  </a:lnTo>
                  <a:lnTo>
                    <a:pt x="916160" y="555502"/>
                  </a:lnTo>
                  <a:lnTo>
                    <a:pt x="916128" y="555365"/>
                  </a:lnTo>
                  <a:lnTo>
                    <a:pt x="916091" y="555186"/>
                  </a:lnTo>
                  <a:lnTo>
                    <a:pt x="916066" y="555054"/>
                  </a:lnTo>
                  <a:lnTo>
                    <a:pt x="916039" y="554886"/>
                  </a:lnTo>
                  <a:lnTo>
                    <a:pt x="916018" y="554737"/>
                  </a:lnTo>
                  <a:lnTo>
                    <a:pt x="915984" y="554249"/>
                  </a:lnTo>
                  <a:lnTo>
                    <a:pt x="915983" y="553898"/>
                  </a:lnTo>
                  <a:lnTo>
                    <a:pt x="915982" y="553720"/>
                  </a:lnTo>
                  <a:lnTo>
                    <a:pt x="915979" y="553513"/>
                  </a:lnTo>
                  <a:lnTo>
                    <a:pt x="915976" y="553351"/>
                  </a:lnTo>
                  <a:lnTo>
                    <a:pt x="915983" y="553196"/>
                  </a:lnTo>
                  <a:lnTo>
                    <a:pt x="915997" y="553045"/>
                  </a:lnTo>
                  <a:lnTo>
                    <a:pt x="916009" y="552893"/>
                  </a:lnTo>
                  <a:lnTo>
                    <a:pt x="916460" y="550945"/>
                  </a:lnTo>
                  <a:lnTo>
                    <a:pt x="916415" y="550727"/>
                  </a:lnTo>
                  <a:lnTo>
                    <a:pt x="916367" y="550501"/>
                  </a:lnTo>
                  <a:lnTo>
                    <a:pt x="916306" y="550224"/>
                  </a:lnTo>
                  <a:lnTo>
                    <a:pt x="916275" y="550085"/>
                  </a:lnTo>
                  <a:lnTo>
                    <a:pt x="916202" y="549828"/>
                  </a:lnTo>
                  <a:lnTo>
                    <a:pt x="916118" y="549628"/>
                  </a:lnTo>
                  <a:lnTo>
                    <a:pt x="916003" y="549388"/>
                  </a:lnTo>
                  <a:lnTo>
                    <a:pt x="915893" y="549203"/>
                  </a:lnTo>
                  <a:lnTo>
                    <a:pt x="915732" y="548982"/>
                  </a:lnTo>
                  <a:lnTo>
                    <a:pt x="915370" y="548603"/>
                  </a:lnTo>
                  <a:lnTo>
                    <a:pt x="915140" y="548414"/>
                  </a:lnTo>
                  <a:lnTo>
                    <a:pt x="915001" y="548299"/>
                  </a:lnTo>
                  <a:lnTo>
                    <a:pt x="914831" y="548173"/>
                  </a:lnTo>
                  <a:lnTo>
                    <a:pt x="914691" y="548090"/>
                  </a:lnTo>
                  <a:lnTo>
                    <a:pt x="914515" y="547995"/>
                  </a:lnTo>
                  <a:lnTo>
                    <a:pt x="914352" y="547919"/>
                  </a:lnTo>
                  <a:lnTo>
                    <a:pt x="914091" y="547807"/>
                  </a:lnTo>
                  <a:lnTo>
                    <a:pt x="913855" y="547721"/>
                  </a:lnTo>
                  <a:lnTo>
                    <a:pt x="913636" y="547648"/>
                  </a:lnTo>
                  <a:lnTo>
                    <a:pt x="911459" y="546183"/>
                  </a:lnTo>
                  <a:lnTo>
                    <a:pt x="911420" y="546031"/>
                  </a:lnTo>
                  <a:lnTo>
                    <a:pt x="911341" y="545710"/>
                  </a:lnTo>
                  <a:lnTo>
                    <a:pt x="911235" y="545236"/>
                  </a:lnTo>
                  <a:lnTo>
                    <a:pt x="911008" y="544254"/>
                  </a:lnTo>
                  <a:lnTo>
                    <a:pt x="910979" y="544115"/>
                  </a:lnTo>
                  <a:lnTo>
                    <a:pt x="910945" y="543916"/>
                  </a:lnTo>
                  <a:lnTo>
                    <a:pt x="910909" y="543711"/>
                  </a:lnTo>
                  <a:lnTo>
                    <a:pt x="910836" y="543286"/>
                  </a:lnTo>
                  <a:lnTo>
                    <a:pt x="910742" y="542903"/>
                  </a:lnTo>
                  <a:lnTo>
                    <a:pt x="910684" y="542719"/>
                  </a:lnTo>
                  <a:lnTo>
                    <a:pt x="910630" y="542552"/>
                  </a:lnTo>
                  <a:lnTo>
                    <a:pt x="910422" y="541970"/>
                  </a:lnTo>
                  <a:lnTo>
                    <a:pt x="910249" y="541446"/>
                  </a:lnTo>
                  <a:lnTo>
                    <a:pt x="910105" y="540963"/>
                  </a:lnTo>
                  <a:lnTo>
                    <a:pt x="910050" y="540748"/>
                  </a:lnTo>
                  <a:lnTo>
                    <a:pt x="909997" y="540501"/>
                  </a:lnTo>
                  <a:lnTo>
                    <a:pt x="909935" y="540113"/>
                  </a:lnTo>
                  <a:lnTo>
                    <a:pt x="909894" y="539704"/>
                  </a:lnTo>
                  <a:lnTo>
                    <a:pt x="909863" y="539434"/>
                  </a:lnTo>
                  <a:lnTo>
                    <a:pt x="909852" y="539211"/>
                  </a:lnTo>
                  <a:lnTo>
                    <a:pt x="909857" y="539045"/>
                  </a:lnTo>
                  <a:lnTo>
                    <a:pt x="909873" y="538893"/>
                  </a:lnTo>
                  <a:lnTo>
                    <a:pt x="909971" y="538439"/>
                  </a:lnTo>
                  <a:lnTo>
                    <a:pt x="910072" y="537971"/>
                  </a:lnTo>
                  <a:lnTo>
                    <a:pt x="910017" y="537569"/>
                  </a:lnTo>
                  <a:lnTo>
                    <a:pt x="909887" y="536488"/>
                  </a:lnTo>
                  <a:lnTo>
                    <a:pt x="909744" y="535580"/>
                  </a:lnTo>
                  <a:lnTo>
                    <a:pt x="909647" y="535160"/>
                  </a:lnTo>
                  <a:lnTo>
                    <a:pt x="909607" y="534951"/>
                  </a:lnTo>
                  <a:lnTo>
                    <a:pt x="909579" y="534748"/>
                  </a:lnTo>
                  <a:lnTo>
                    <a:pt x="909567" y="534562"/>
                  </a:lnTo>
                  <a:lnTo>
                    <a:pt x="909563" y="534383"/>
                  </a:lnTo>
                  <a:lnTo>
                    <a:pt x="909572" y="534195"/>
                  </a:lnTo>
                  <a:lnTo>
                    <a:pt x="909585" y="534011"/>
                  </a:lnTo>
                  <a:lnTo>
                    <a:pt x="909612" y="533830"/>
                  </a:lnTo>
                  <a:lnTo>
                    <a:pt x="909654" y="533616"/>
                  </a:lnTo>
                  <a:lnTo>
                    <a:pt x="909687" y="533471"/>
                  </a:lnTo>
                  <a:lnTo>
                    <a:pt x="909930" y="532983"/>
                  </a:lnTo>
                  <a:lnTo>
                    <a:pt x="910251" y="532620"/>
                  </a:lnTo>
                  <a:lnTo>
                    <a:pt x="910432" y="532462"/>
                  </a:lnTo>
                  <a:lnTo>
                    <a:pt x="910585" y="532331"/>
                  </a:lnTo>
                  <a:lnTo>
                    <a:pt x="910734" y="532219"/>
                  </a:lnTo>
                  <a:lnTo>
                    <a:pt x="910930" y="532089"/>
                  </a:lnTo>
                  <a:lnTo>
                    <a:pt x="911068" y="532008"/>
                  </a:lnTo>
                  <a:lnTo>
                    <a:pt x="911305" y="531885"/>
                  </a:lnTo>
                  <a:lnTo>
                    <a:pt x="911707" y="531680"/>
                  </a:lnTo>
                  <a:lnTo>
                    <a:pt x="911951" y="531553"/>
                  </a:lnTo>
                  <a:lnTo>
                    <a:pt x="912146" y="531439"/>
                  </a:lnTo>
                  <a:lnTo>
                    <a:pt x="912366" y="531257"/>
                  </a:lnTo>
                  <a:lnTo>
                    <a:pt x="912477" y="531119"/>
                  </a:lnTo>
                  <a:lnTo>
                    <a:pt x="912554" y="530990"/>
                  </a:lnTo>
                  <a:lnTo>
                    <a:pt x="912627" y="530845"/>
                  </a:lnTo>
                  <a:lnTo>
                    <a:pt x="912718" y="530635"/>
                  </a:lnTo>
                  <a:lnTo>
                    <a:pt x="912995" y="530020"/>
                  </a:lnTo>
                  <a:lnTo>
                    <a:pt x="913355" y="529593"/>
                  </a:lnTo>
                  <a:lnTo>
                    <a:pt x="913640" y="529145"/>
                  </a:lnTo>
                  <a:lnTo>
                    <a:pt x="914164" y="528964"/>
                  </a:lnTo>
                  <a:lnTo>
                    <a:pt x="914312" y="528831"/>
                  </a:lnTo>
                  <a:lnTo>
                    <a:pt x="914641" y="528461"/>
                  </a:lnTo>
                  <a:lnTo>
                    <a:pt x="914739" y="528328"/>
                  </a:lnTo>
                  <a:lnTo>
                    <a:pt x="914858" y="528150"/>
                  </a:lnTo>
                  <a:lnTo>
                    <a:pt x="914976" y="527963"/>
                  </a:lnTo>
                  <a:lnTo>
                    <a:pt x="916247" y="526522"/>
                  </a:lnTo>
                  <a:lnTo>
                    <a:pt x="916773" y="525707"/>
                  </a:lnTo>
                  <a:lnTo>
                    <a:pt x="917412" y="524928"/>
                  </a:lnTo>
                  <a:lnTo>
                    <a:pt x="917458" y="524710"/>
                  </a:lnTo>
                  <a:lnTo>
                    <a:pt x="919096" y="523907"/>
                  </a:lnTo>
                  <a:lnTo>
                    <a:pt x="920138" y="524423"/>
                  </a:lnTo>
                  <a:lnTo>
                    <a:pt x="921342" y="523837"/>
                  </a:lnTo>
                  <a:lnTo>
                    <a:pt x="921736" y="523532"/>
                  </a:lnTo>
                  <a:lnTo>
                    <a:pt x="921925" y="523411"/>
                  </a:lnTo>
                  <a:lnTo>
                    <a:pt x="922075" y="523328"/>
                  </a:lnTo>
                  <a:lnTo>
                    <a:pt x="922220" y="523254"/>
                  </a:lnTo>
                  <a:lnTo>
                    <a:pt x="922368" y="523181"/>
                  </a:lnTo>
                  <a:lnTo>
                    <a:pt x="922708" y="523052"/>
                  </a:lnTo>
                  <a:lnTo>
                    <a:pt x="922868" y="523002"/>
                  </a:lnTo>
                  <a:lnTo>
                    <a:pt x="923124" y="522932"/>
                  </a:lnTo>
                  <a:lnTo>
                    <a:pt x="924096" y="522846"/>
                  </a:lnTo>
                  <a:lnTo>
                    <a:pt x="924244" y="522831"/>
                  </a:lnTo>
                  <a:lnTo>
                    <a:pt x="924394" y="522805"/>
                  </a:lnTo>
                  <a:lnTo>
                    <a:pt x="924554" y="522765"/>
                  </a:lnTo>
                  <a:lnTo>
                    <a:pt x="924982" y="522516"/>
                  </a:lnTo>
                  <a:lnTo>
                    <a:pt x="926167" y="522026"/>
                  </a:lnTo>
                  <a:lnTo>
                    <a:pt x="926770" y="521878"/>
                  </a:lnTo>
                  <a:lnTo>
                    <a:pt x="927507" y="521542"/>
                  </a:lnTo>
                  <a:lnTo>
                    <a:pt x="928395" y="520379"/>
                  </a:lnTo>
                  <a:lnTo>
                    <a:pt x="928500" y="519931"/>
                  </a:lnTo>
                  <a:lnTo>
                    <a:pt x="929084" y="519438"/>
                  </a:lnTo>
                  <a:lnTo>
                    <a:pt x="929921" y="519485"/>
                  </a:lnTo>
                  <a:lnTo>
                    <a:pt x="930942" y="519282"/>
                  </a:lnTo>
                  <a:lnTo>
                    <a:pt x="931060" y="519657"/>
                  </a:lnTo>
                  <a:lnTo>
                    <a:pt x="931390" y="520582"/>
                  </a:lnTo>
                  <a:lnTo>
                    <a:pt x="932478" y="521770"/>
                  </a:lnTo>
                  <a:lnTo>
                    <a:pt x="932631" y="521840"/>
                  </a:lnTo>
                  <a:lnTo>
                    <a:pt x="932763" y="521887"/>
                  </a:lnTo>
                  <a:lnTo>
                    <a:pt x="932913" y="521922"/>
                  </a:lnTo>
                  <a:lnTo>
                    <a:pt x="933066" y="521948"/>
                  </a:lnTo>
                  <a:lnTo>
                    <a:pt x="933212" y="521959"/>
                  </a:lnTo>
                  <a:lnTo>
                    <a:pt x="933352" y="521954"/>
                  </a:lnTo>
                  <a:lnTo>
                    <a:pt x="933521" y="521936"/>
                  </a:lnTo>
                  <a:lnTo>
                    <a:pt x="933699" y="521903"/>
                  </a:lnTo>
                  <a:lnTo>
                    <a:pt x="933888" y="521854"/>
                  </a:lnTo>
                  <a:lnTo>
                    <a:pt x="934135" y="521776"/>
                  </a:lnTo>
                  <a:lnTo>
                    <a:pt x="934507" y="521654"/>
                  </a:lnTo>
                  <a:lnTo>
                    <a:pt x="934772" y="521557"/>
                  </a:lnTo>
                  <a:lnTo>
                    <a:pt x="935010" y="521462"/>
                  </a:lnTo>
                  <a:lnTo>
                    <a:pt x="935163" y="521391"/>
                  </a:lnTo>
                  <a:lnTo>
                    <a:pt x="935293" y="521321"/>
                  </a:lnTo>
                  <a:lnTo>
                    <a:pt x="936237" y="520376"/>
                  </a:lnTo>
                  <a:lnTo>
                    <a:pt x="936345" y="520197"/>
                  </a:lnTo>
                  <a:lnTo>
                    <a:pt x="936491" y="519940"/>
                  </a:lnTo>
                  <a:lnTo>
                    <a:pt x="936804" y="519337"/>
                  </a:lnTo>
                  <a:lnTo>
                    <a:pt x="937295" y="518396"/>
                  </a:lnTo>
                  <a:lnTo>
                    <a:pt x="937366" y="518253"/>
                  </a:lnTo>
                  <a:lnTo>
                    <a:pt x="937452" y="518076"/>
                  </a:lnTo>
                  <a:lnTo>
                    <a:pt x="937519" y="517922"/>
                  </a:lnTo>
                  <a:lnTo>
                    <a:pt x="937576" y="517788"/>
                  </a:lnTo>
                  <a:lnTo>
                    <a:pt x="937659" y="517595"/>
                  </a:lnTo>
                  <a:lnTo>
                    <a:pt x="937757" y="517378"/>
                  </a:lnTo>
                  <a:lnTo>
                    <a:pt x="938064" y="516795"/>
                  </a:lnTo>
                  <a:lnTo>
                    <a:pt x="938318" y="516411"/>
                  </a:lnTo>
                  <a:lnTo>
                    <a:pt x="938537" y="516096"/>
                  </a:lnTo>
                  <a:lnTo>
                    <a:pt x="938755" y="515806"/>
                  </a:lnTo>
                  <a:lnTo>
                    <a:pt x="938937" y="515568"/>
                  </a:lnTo>
                  <a:lnTo>
                    <a:pt x="939059" y="515419"/>
                  </a:lnTo>
                  <a:lnTo>
                    <a:pt x="939174" y="515273"/>
                  </a:lnTo>
                  <a:lnTo>
                    <a:pt x="939291" y="515111"/>
                  </a:lnTo>
                  <a:lnTo>
                    <a:pt x="939439" y="514885"/>
                  </a:lnTo>
                  <a:lnTo>
                    <a:pt x="939562" y="514684"/>
                  </a:lnTo>
                  <a:lnTo>
                    <a:pt x="939702" y="514434"/>
                  </a:lnTo>
                  <a:lnTo>
                    <a:pt x="939846" y="514174"/>
                  </a:lnTo>
                  <a:lnTo>
                    <a:pt x="939972" y="513905"/>
                  </a:lnTo>
                  <a:lnTo>
                    <a:pt x="940133" y="513482"/>
                  </a:lnTo>
                  <a:lnTo>
                    <a:pt x="940171" y="513331"/>
                  </a:lnTo>
                  <a:lnTo>
                    <a:pt x="940203" y="513151"/>
                  </a:lnTo>
                  <a:lnTo>
                    <a:pt x="940248" y="512752"/>
                  </a:lnTo>
                  <a:lnTo>
                    <a:pt x="940296" y="512486"/>
                  </a:lnTo>
                  <a:lnTo>
                    <a:pt x="940377" y="512205"/>
                  </a:lnTo>
                  <a:lnTo>
                    <a:pt x="940434" y="512057"/>
                  </a:lnTo>
                  <a:lnTo>
                    <a:pt x="940492" y="511923"/>
                  </a:lnTo>
                  <a:lnTo>
                    <a:pt x="940571" y="511764"/>
                  </a:lnTo>
                  <a:lnTo>
                    <a:pt x="940699" y="511526"/>
                  </a:lnTo>
                  <a:lnTo>
                    <a:pt x="941383" y="510562"/>
                  </a:lnTo>
                  <a:lnTo>
                    <a:pt x="941529" y="510428"/>
                  </a:lnTo>
                  <a:lnTo>
                    <a:pt x="941766" y="510201"/>
                  </a:lnTo>
                  <a:lnTo>
                    <a:pt x="941883" y="510073"/>
                  </a:lnTo>
                  <a:lnTo>
                    <a:pt x="942014" y="509925"/>
                  </a:lnTo>
                  <a:lnTo>
                    <a:pt x="942203" y="509700"/>
                  </a:lnTo>
                  <a:lnTo>
                    <a:pt x="942395" y="509458"/>
                  </a:lnTo>
                  <a:lnTo>
                    <a:pt x="942508" y="509311"/>
                  </a:lnTo>
                  <a:lnTo>
                    <a:pt x="942656" y="509112"/>
                  </a:lnTo>
                  <a:lnTo>
                    <a:pt x="942767" y="508931"/>
                  </a:lnTo>
                  <a:lnTo>
                    <a:pt x="943229" y="508183"/>
                  </a:lnTo>
                  <a:lnTo>
                    <a:pt x="943720" y="507451"/>
                  </a:lnTo>
                  <a:lnTo>
                    <a:pt x="944115" y="506822"/>
                  </a:lnTo>
                  <a:lnTo>
                    <a:pt x="944319" y="506447"/>
                  </a:lnTo>
                  <a:lnTo>
                    <a:pt x="944597" y="505942"/>
                  </a:lnTo>
                  <a:lnTo>
                    <a:pt x="944782" y="505607"/>
                  </a:lnTo>
                  <a:lnTo>
                    <a:pt x="944999" y="504530"/>
                  </a:lnTo>
                  <a:lnTo>
                    <a:pt x="944969" y="504386"/>
                  </a:lnTo>
                  <a:lnTo>
                    <a:pt x="944930" y="504253"/>
                  </a:lnTo>
                  <a:lnTo>
                    <a:pt x="944881" y="504122"/>
                  </a:lnTo>
                  <a:lnTo>
                    <a:pt x="944670" y="503401"/>
                  </a:lnTo>
                  <a:lnTo>
                    <a:pt x="944659" y="503082"/>
                  </a:lnTo>
                  <a:lnTo>
                    <a:pt x="944655" y="502909"/>
                  </a:lnTo>
                  <a:lnTo>
                    <a:pt x="944799" y="502319"/>
                  </a:lnTo>
                  <a:lnTo>
                    <a:pt x="944921" y="501825"/>
                  </a:lnTo>
                  <a:lnTo>
                    <a:pt x="945335" y="501303"/>
                  </a:lnTo>
                  <a:lnTo>
                    <a:pt x="945669" y="498476"/>
                  </a:lnTo>
                  <a:lnTo>
                    <a:pt x="947221" y="496655"/>
                  </a:lnTo>
                  <a:lnTo>
                    <a:pt x="948457" y="495950"/>
                  </a:lnTo>
                  <a:lnTo>
                    <a:pt x="949472" y="495242"/>
                  </a:lnTo>
                  <a:lnTo>
                    <a:pt x="950608" y="494291"/>
                  </a:lnTo>
                  <a:lnTo>
                    <a:pt x="950911" y="493661"/>
                  </a:lnTo>
                  <a:lnTo>
                    <a:pt x="951643" y="493627"/>
                  </a:lnTo>
                  <a:lnTo>
                    <a:pt x="951729" y="493429"/>
                  </a:lnTo>
                  <a:lnTo>
                    <a:pt x="951937" y="492577"/>
                  </a:lnTo>
                  <a:lnTo>
                    <a:pt x="952277" y="490584"/>
                  </a:lnTo>
                  <a:lnTo>
                    <a:pt x="952955" y="489748"/>
                  </a:lnTo>
                  <a:lnTo>
                    <a:pt x="953520" y="488822"/>
                  </a:lnTo>
                  <a:lnTo>
                    <a:pt x="954661" y="487570"/>
                  </a:lnTo>
                  <a:lnTo>
                    <a:pt x="954948" y="487182"/>
                  </a:lnTo>
                  <a:lnTo>
                    <a:pt x="955103" y="486918"/>
                  </a:lnTo>
                  <a:lnTo>
                    <a:pt x="956075" y="485117"/>
                  </a:lnTo>
                  <a:lnTo>
                    <a:pt x="956214" y="485011"/>
                  </a:lnTo>
                  <a:lnTo>
                    <a:pt x="956393" y="484880"/>
                  </a:lnTo>
                  <a:lnTo>
                    <a:pt x="956533" y="484781"/>
                  </a:lnTo>
                  <a:lnTo>
                    <a:pt x="958936" y="484470"/>
                  </a:lnTo>
                  <a:lnTo>
                    <a:pt x="960916" y="485165"/>
                  </a:lnTo>
                  <a:lnTo>
                    <a:pt x="961757" y="485145"/>
                  </a:lnTo>
                  <a:lnTo>
                    <a:pt x="963408" y="485192"/>
                  </a:lnTo>
                  <a:lnTo>
                    <a:pt x="963536" y="485247"/>
                  </a:lnTo>
                  <a:lnTo>
                    <a:pt x="965802" y="487696"/>
                  </a:lnTo>
                  <a:lnTo>
                    <a:pt x="965931" y="487709"/>
                  </a:lnTo>
                  <a:lnTo>
                    <a:pt x="966288" y="487740"/>
                  </a:lnTo>
                  <a:lnTo>
                    <a:pt x="968765" y="486733"/>
                  </a:lnTo>
                  <a:lnTo>
                    <a:pt x="969015" y="486391"/>
                  </a:lnTo>
                  <a:lnTo>
                    <a:pt x="969449" y="485755"/>
                  </a:lnTo>
                  <a:lnTo>
                    <a:pt x="969594" y="485628"/>
                  </a:lnTo>
                  <a:lnTo>
                    <a:pt x="969869" y="485380"/>
                  </a:lnTo>
                  <a:lnTo>
                    <a:pt x="970730" y="484525"/>
                  </a:lnTo>
                  <a:lnTo>
                    <a:pt x="970930" y="484313"/>
                  </a:lnTo>
                  <a:lnTo>
                    <a:pt x="971112" y="484115"/>
                  </a:lnTo>
                  <a:lnTo>
                    <a:pt x="971480" y="483703"/>
                  </a:lnTo>
                  <a:lnTo>
                    <a:pt x="972512" y="482410"/>
                  </a:lnTo>
                  <a:lnTo>
                    <a:pt x="972626" y="482241"/>
                  </a:lnTo>
                  <a:lnTo>
                    <a:pt x="972795" y="481982"/>
                  </a:lnTo>
                  <a:lnTo>
                    <a:pt x="972934" y="481755"/>
                  </a:lnTo>
                  <a:lnTo>
                    <a:pt x="973043" y="481571"/>
                  </a:lnTo>
                  <a:lnTo>
                    <a:pt x="973155" y="481382"/>
                  </a:lnTo>
                  <a:lnTo>
                    <a:pt x="973268" y="481183"/>
                  </a:lnTo>
                  <a:lnTo>
                    <a:pt x="973380" y="480979"/>
                  </a:lnTo>
                  <a:lnTo>
                    <a:pt x="973487" y="480781"/>
                  </a:lnTo>
                  <a:lnTo>
                    <a:pt x="973569" y="480625"/>
                  </a:lnTo>
                  <a:lnTo>
                    <a:pt x="973644" y="480476"/>
                  </a:lnTo>
                  <a:lnTo>
                    <a:pt x="973716" y="480326"/>
                  </a:lnTo>
                  <a:lnTo>
                    <a:pt x="973828" y="480078"/>
                  </a:lnTo>
                  <a:lnTo>
                    <a:pt x="974337" y="478820"/>
                  </a:lnTo>
                  <a:lnTo>
                    <a:pt x="974377" y="478677"/>
                  </a:lnTo>
                  <a:lnTo>
                    <a:pt x="974411" y="478546"/>
                  </a:lnTo>
                  <a:lnTo>
                    <a:pt x="974460" y="478345"/>
                  </a:lnTo>
                  <a:lnTo>
                    <a:pt x="974509" y="478110"/>
                  </a:lnTo>
                  <a:lnTo>
                    <a:pt x="974550" y="477895"/>
                  </a:lnTo>
                  <a:lnTo>
                    <a:pt x="974641" y="477396"/>
                  </a:lnTo>
                  <a:lnTo>
                    <a:pt x="974699" y="477058"/>
                  </a:lnTo>
                  <a:lnTo>
                    <a:pt x="974786" y="476502"/>
                  </a:lnTo>
                  <a:lnTo>
                    <a:pt x="974814" y="476306"/>
                  </a:lnTo>
                  <a:lnTo>
                    <a:pt x="974921" y="475543"/>
                  </a:lnTo>
                  <a:lnTo>
                    <a:pt x="974940" y="475404"/>
                  </a:lnTo>
                  <a:lnTo>
                    <a:pt x="974962" y="475272"/>
                  </a:lnTo>
                  <a:lnTo>
                    <a:pt x="974990" y="475104"/>
                  </a:lnTo>
                  <a:lnTo>
                    <a:pt x="975020" y="474945"/>
                  </a:lnTo>
                  <a:lnTo>
                    <a:pt x="975054" y="474774"/>
                  </a:lnTo>
                  <a:lnTo>
                    <a:pt x="975096" y="474562"/>
                  </a:lnTo>
                  <a:lnTo>
                    <a:pt x="975160" y="474284"/>
                  </a:lnTo>
                  <a:lnTo>
                    <a:pt x="975251" y="473856"/>
                  </a:lnTo>
                  <a:lnTo>
                    <a:pt x="975297" y="473670"/>
                  </a:lnTo>
                  <a:lnTo>
                    <a:pt x="975384" y="473388"/>
                  </a:lnTo>
                  <a:lnTo>
                    <a:pt x="975501" y="473045"/>
                  </a:lnTo>
                  <a:lnTo>
                    <a:pt x="975564" y="472847"/>
                  </a:lnTo>
                  <a:lnTo>
                    <a:pt x="975639" y="472589"/>
                  </a:lnTo>
                  <a:lnTo>
                    <a:pt x="975656" y="472446"/>
                  </a:lnTo>
                  <a:lnTo>
                    <a:pt x="975708" y="471907"/>
                  </a:lnTo>
                  <a:lnTo>
                    <a:pt x="975809" y="471461"/>
                  </a:lnTo>
                  <a:lnTo>
                    <a:pt x="975851" y="471321"/>
                  </a:lnTo>
                  <a:lnTo>
                    <a:pt x="975904" y="471156"/>
                  </a:lnTo>
                  <a:lnTo>
                    <a:pt x="975984" y="470943"/>
                  </a:lnTo>
                  <a:lnTo>
                    <a:pt x="976133" y="470562"/>
                  </a:lnTo>
                  <a:lnTo>
                    <a:pt x="976319" y="470120"/>
                  </a:lnTo>
                  <a:lnTo>
                    <a:pt x="976439" y="469851"/>
                  </a:lnTo>
                  <a:lnTo>
                    <a:pt x="976577" y="469567"/>
                  </a:lnTo>
                  <a:lnTo>
                    <a:pt x="976670" y="469394"/>
                  </a:lnTo>
                  <a:lnTo>
                    <a:pt x="976768" y="469219"/>
                  </a:lnTo>
                  <a:lnTo>
                    <a:pt x="976901" y="469020"/>
                  </a:lnTo>
                  <a:lnTo>
                    <a:pt x="977039" y="468821"/>
                  </a:lnTo>
                  <a:lnTo>
                    <a:pt x="977236" y="468548"/>
                  </a:lnTo>
                  <a:lnTo>
                    <a:pt x="977666" y="467926"/>
                  </a:lnTo>
                  <a:lnTo>
                    <a:pt x="978022" y="467392"/>
                  </a:lnTo>
                  <a:lnTo>
                    <a:pt x="978103" y="467259"/>
                  </a:lnTo>
                  <a:lnTo>
                    <a:pt x="978297" y="466912"/>
                  </a:lnTo>
                  <a:lnTo>
                    <a:pt x="978649" y="465984"/>
                  </a:lnTo>
                  <a:lnTo>
                    <a:pt x="978394" y="464898"/>
                  </a:lnTo>
                  <a:lnTo>
                    <a:pt x="978279" y="464731"/>
                  </a:lnTo>
                  <a:lnTo>
                    <a:pt x="977828" y="464049"/>
                  </a:lnTo>
                  <a:lnTo>
                    <a:pt x="977766" y="463919"/>
                  </a:lnTo>
                  <a:lnTo>
                    <a:pt x="977700" y="463778"/>
                  </a:lnTo>
                  <a:lnTo>
                    <a:pt x="977562" y="462424"/>
                  </a:lnTo>
                  <a:lnTo>
                    <a:pt x="977488" y="461630"/>
                  </a:lnTo>
                  <a:lnTo>
                    <a:pt x="977542" y="461344"/>
                  </a:lnTo>
                  <a:lnTo>
                    <a:pt x="977559" y="461212"/>
                  </a:lnTo>
                  <a:lnTo>
                    <a:pt x="977568" y="460951"/>
                  </a:lnTo>
                  <a:lnTo>
                    <a:pt x="977551" y="460790"/>
                  </a:lnTo>
                  <a:lnTo>
                    <a:pt x="977483" y="460495"/>
                  </a:lnTo>
                  <a:lnTo>
                    <a:pt x="977400" y="460271"/>
                  </a:lnTo>
                  <a:lnTo>
                    <a:pt x="977238" y="459864"/>
                  </a:lnTo>
                  <a:lnTo>
                    <a:pt x="977187" y="459730"/>
                  </a:lnTo>
                  <a:lnTo>
                    <a:pt x="977140" y="459589"/>
                  </a:lnTo>
                  <a:lnTo>
                    <a:pt x="977085" y="459396"/>
                  </a:lnTo>
                  <a:lnTo>
                    <a:pt x="977016" y="459120"/>
                  </a:lnTo>
                  <a:lnTo>
                    <a:pt x="976958" y="458882"/>
                  </a:lnTo>
                  <a:lnTo>
                    <a:pt x="976908" y="458671"/>
                  </a:lnTo>
                  <a:lnTo>
                    <a:pt x="976838" y="458420"/>
                  </a:lnTo>
                  <a:lnTo>
                    <a:pt x="976760" y="458166"/>
                  </a:lnTo>
                  <a:lnTo>
                    <a:pt x="976709" y="457999"/>
                  </a:lnTo>
                  <a:lnTo>
                    <a:pt x="976658" y="457852"/>
                  </a:lnTo>
                  <a:lnTo>
                    <a:pt x="976610" y="457719"/>
                  </a:lnTo>
                  <a:lnTo>
                    <a:pt x="976480" y="456948"/>
                  </a:lnTo>
                  <a:lnTo>
                    <a:pt x="976403" y="456586"/>
                  </a:lnTo>
                  <a:lnTo>
                    <a:pt x="976241" y="455851"/>
                  </a:lnTo>
                  <a:lnTo>
                    <a:pt x="976172" y="455507"/>
                  </a:lnTo>
                  <a:lnTo>
                    <a:pt x="976099" y="455120"/>
                  </a:lnTo>
                  <a:lnTo>
                    <a:pt x="976023" y="454649"/>
                  </a:lnTo>
                  <a:lnTo>
                    <a:pt x="975987" y="454394"/>
                  </a:lnTo>
                  <a:lnTo>
                    <a:pt x="975959" y="454167"/>
                  </a:lnTo>
                  <a:lnTo>
                    <a:pt x="975934" y="453960"/>
                  </a:lnTo>
                  <a:lnTo>
                    <a:pt x="975916" y="453788"/>
                  </a:lnTo>
                  <a:lnTo>
                    <a:pt x="975904" y="453627"/>
                  </a:lnTo>
                  <a:lnTo>
                    <a:pt x="975887" y="453238"/>
                  </a:lnTo>
                  <a:lnTo>
                    <a:pt x="975884" y="453062"/>
                  </a:lnTo>
                  <a:lnTo>
                    <a:pt x="975890" y="452749"/>
                  </a:lnTo>
                  <a:lnTo>
                    <a:pt x="975894" y="452607"/>
                  </a:lnTo>
                  <a:lnTo>
                    <a:pt x="975906" y="452368"/>
                  </a:lnTo>
                  <a:lnTo>
                    <a:pt x="975916" y="452224"/>
                  </a:lnTo>
                  <a:lnTo>
                    <a:pt x="975931" y="452039"/>
                  </a:lnTo>
                  <a:lnTo>
                    <a:pt x="975950" y="451828"/>
                  </a:lnTo>
                  <a:lnTo>
                    <a:pt x="975974" y="451618"/>
                  </a:lnTo>
                  <a:lnTo>
                    <a:pt x="975993" y="451477"/>
                  </a:lnTo>
                  <a:lnTo>
                    <a:pt x="976035" y="451234"/>
                  </a:lnTo>
                  <a:lnTo>
                    <a:pt x="976070" y="451062"/>
                  </a:lnTo>
                  <a:lnTo>
                    <a:pt x="976105" y="450912"/>
                  </a:lnTo>
                  <a:lnTo>
                    <a:pt x="977235" y="449410"/>
                  </a:lnTo>
                  <a:lnTo>
                    <a:pt x="977379" y="448734"/>
                  </a:lnTo>
                  <a:lnTo>
                    <a:pt x="977448" y="448415"/>
                  </a:lnTo>
                  <a:lnTo>
                    <a:pt x="977690" y="447774"/>
                  </a:lnTo>
                  <a:lnTo>
                    <a:pt x="978838" y="446916"/>
                  </a:lnTo>
                  <a:lnTo>
                    <a:pt x="979551" y="446448"/>
                  </a:lnTo>
                  <a:lnTo>
                    <a:pt x="979615" y="446110"/>
                  </a:lnTo>
                  <a:lnTo>
                    <a:pt x="979648" y="445876"/>
                  </a:lnTo>
                  <a:lnTo>
                    <a:pt x="979672" y="445609"/>
                  </a:lnTo>
                  <a:lnTo>
                    <a:pt x="979688" y="445343"/>
                  </a:lnTo>
                  <a:lnTo>
                    <a:pt x="979695" y="445143"/>
                  </a:lnTo>
                  <a:lnTo>
                    <a:pt x="979696" y="444977"/>
                  </a:lnTo>
                  <a:lnTo>
                    <a:pt x="979643" y="444414"/>
                  </a:lnTo>
                  <a:lnTo>
                    <a:pt x="979610" y="444269"/>
                  </a:lnTo>
                  <a:lnTo>
                    <a:pt x="979550" y="444008"/>
                  </a:lnTo>
                  <a:lnTo>
                    <a:pt x="979502" y="443798"/>
                  </a:lnTo>
                  <a:lnTo>
                    <a:pt x="979458" y="442915"/>
                  </a:lnTo>
                  <a:lnTo>
                    <a:pt x="979586" y="442404"/>
                  </a:lnTo>
                  <a:lnTo>
                    <a:pt x="979621" y="442235"/>
                  </a:lnTo>
                  <a:lnTo>
                    <a:pt x="979331" y="440955"/>
                  </a:lnTo>
                  <a:lnTo>
                    <a:pt x="978650" y="438963"/>
                  </a:lnTo>
                  <a:lnTo>
                    <a:pt x="978867" y="438307"/>
                  </a:lnTo>
                  <a:lnTo>
                    <a:pt x="978870" y="438177"/>
                  </a:lnTo>
                  <a:lnTo>
                    <a:pt x="978864" y="438010"/>
                  </a:lnTo>
                  <a:lnTo>
                    <a:pt x="978854" y="437875"/>
                  </a:lnTo>
                  <a:lnTo>
                    <a:pt x="978828" y="437614"/>
                  </a:lnTo>
                  <a:lnTo>
                    <a:pt x="978801" y="437420"/>
                  </a:lnTo>
                  <a:lnTo>
                    <a:pt x="978772" y="437272"/>
                  </a:lnTo>
                  <a:lnTo>
                    <a:pt x="978677" y="436854"/>
                  </a:lnTo>
                  <a:lnTo>
                    <a:pt x="978334" y="436028"/>
                  </a:lnTo>
                  <a:lnTo>
                    <a:pt x="978234" y="435855"/>
                  </a:lnTo>
                  <a:lnTo>
                    <a:pt x="978047" y="435558"/>
                  </a:lnTo>
                  <a:lnTo>
                    <a:pt x="977590" y="434895"/>
                  </a:lnTo>
                  <a:lnTo>
                    <a:pt x="977391" y="434613"/>
                  </a:lnTo>
                  <a:lnTo>
                    <a:pt x="976973" y="433857"/>
                  </a:lnTo>
                  <a:lnTo>
                    <a:pt x="976880" y="433516"/>
                  </a:lnTo>
                  <a:lnTo>
                    <a:pt x="976093" y="431595"/>
                  </a:lnTo>
                  <a:lnTo>
                    <a:pt x="975002" y="430767"/>
                  </a:lnTo>
                  <a:lnTo>
                    <a:pt x="974873" y="430572"/>
                  </a:lnTo>
                  <a:lnTo>
                    <a:pt x="974708" y="430323"/>
                  </a:lnTo>
                  <a:lnTo>
                    <a:pt x="974416" y="429862"/>
                  </a:lnTo>
                  <a:lnTo>
                    <a:pt x="974129" y="429406"/>
                  </a:lnTo>
                  <a:lnTo>
                    <a:pt x="974002" y="429188"/>
                  </a:lnTo>
                  <a:lnTo>
                    <a:pt x="973626" y="428399"/>
                  </a:lnTo>
                  <a:lnTo>
                    <a:pt x="973583" y="428268"/>
                  </a:lnTo>
                  <a:lnTo>
                    <a:pt x="973518" y="428050"/>
                  </a:lnTo>
                  <a:lnTo>
                    <a:pt x="973313" y="427384"/>
                  </a:lnTo>
                  <a:lnTo>
                    <a:pt x="972945" y="426733"/>
                  </a:lnTo>
                  <a:lnTo>
                    <a:pt x="972255" y="425839"/>
                  </a:lnTo>
                  <a:lnTo>
                    <a:pt x="972097" y="424937"/>
                  </a:lnTo>
                  <a:lnTo>
                    <a:pt x="971689" y="424174"/>
                  </a:lnTo>
                  <a:lnTo>
                    <a:pt x="971528" y="423475"/>
                  </a:lnTo>
                  <a:lnTo>
                    <a:pt x="971481" y="423336"/>
                  </a:lnTo>
                  <a:lnTo>
                    <a:pt x="971424" y="423178"/>
                  </a:lnTo>
                  <a:lnTo>
                    <a:pt x="971358" y="423005"/>
                  </a:lnTo>
                  <a:lnTo>
                    <a:pt x="971299" y="422865"/>
                  </a:lnTo>
                  <a:lnTo>
                    <a:pt x="971223" y="422697"/>
                  </a:lnTo>
                  <a:lnTo>
                    <a:pt x="971071" y="422386"/>
                  </a:lnTo>
                  <a:lnTo>
                    <a:pt x="970872" y="421895"/>
                  </a:lnTo>
                  <a:lnTo>
                    <a:pt x="970831" y="421725"/>
                  </a:lnTo>
                  <a:lnTo>
                    <a:pt x="970800" y="421588"/>
                  </a:lnTo>
                  <a:lnTo>
                    <a:pt x="970459" y="420834"/>
                  </a:lnTo>
                  <a:lnTo>
                    <a:pt x="970044" y="420068"/>
                  </a:lnTo>
                  <a:lnTo>
                    <a:pt x="969940" y="419876"/>
                  </a:lnTo>
                  <a:lnTo>
                    <a:pt x="969807" y="419642"/>
                  </a:lnTo>
                  <a:lnTo>
                    <a:pt x="969689" y="419448"/>
                  </a:lnTo>
                  <a:lnTo>
                    <a:pt x="969513" y="419165"/>
                  </a:lnTo>
                  <a:lnTo>
                    <a:pt x="969226" y="418721"/>
                  </a:lnTo>
                  <a:lnTo>
                    <a:pt x="969140" y="418581"/>
                  </a:lnTo>
                  <a:lnTo>
                    <a:pt x="969005" y="418336"/>
                  </a:lnTo>
                  <a:lnTo>
                    <a:pt x="968886" y="418103"/>
                  </a:lnTo>
                  <a:lnTo>
                    <a:pt x="968815" y="417961"/>
                  </a:lnTo>
                  <a:lnTo>
                    <a:pt x="968581" y="417410"/>
                  </a:lnTo>
                  <a:lnTo>
                    <a:pt x="968506" y="417195"/>
                  </a:lnTo>
                  <a:lnTo>
                    <a:pt x="968025" y="417338"/>
                  </a:lnTo>
                  <a:lnTo>
                    <a:pt x="967897" y="417377"/>
                  </a:lnTo>
                  <a:lnTo>
                    <a:pt x="967641" y="417453"/>
                  </a:lnTo>
                  <a:lnTo>
                    <a:pt x="967097" y="417616"/>
                  </a:lnTo>
                  <a:lnTo>
                    <a:pt x="965712" y="418029"/>
                  </a:lnTo>
                  <a:lnTo>
                    <a:pt x="965427" y="418114"/>
                  </a:lnTo>
                  <a:lnTo>
                    <a:pt x="964893" y="418273"/>
                  </a:lnTo>
                  <a:lnTo>
                    <a:pt x="964078" y="418516"/>
                  </a:lnTo>
                  <a:lnTo>
                    <a:pt x="963273" y="416520"/>
                  </a:lnTo>
                  <a:lnTo>
                    <a:pt x="962609" y="414872"/>
                  </a:lnTo>
                  <a:lnTo>
                    <a:pt x="962439" y="414444"/>
                  </a:lnTo>
                  <a:lnTo>
                    <a:pt x="963543" y="413320"/>
                  </a:lnTo>
                  <a:lnTo>
                    <a:pt x="964605" y="412239"/>
                  </a:lnTo>
                  <a:lnTo>
                    <a:pt x="964981" y="411962"/>
                  </a:lnTo>
                  <a:lnTo>
                    <a:pt x="965285" y="411737"/>
                  </a:lnTo>
                  <a:lnTo>
                    <a:pt x="965826" y="411338"/>
                  </a:lnTo>
                  <a:lnTo>
                    <a:pt x="966177" y="411080"/>
                  </a:lnTo>
                  <a:lnTo>
                    <a:pt x="966650" y="410731"/>
                  </a:lnTo>
                  <a:lnTo>
                    <a:pt x="966809" y="410612"/>
                  </a:lnTo>
                  <a:lnTo>
                    <a:pt x="967374" y="410196"/>
                  </a:lnTo>
                  <a:lnTo>
                    <a:pt x="968024" y="409716"/>
                  </a:lnTo>
                  <a:lnTo>
                    <a:pt x="968191" y="409772"/>
                  </a:lnTo>
                  <a:lnTo>
                    <a:pt x="968705" y="409945"/>
                  </a:lnTo>
                  <a:lnTo>
                    <a:pt x="969451" y="410196"/>
                  </a:lnTo>
                  <a:lnTo>
                    <a:pt x="970166" y="410436"/>
                  </a:lnTo>
                  <a:lnTo>
                    <a:pt x="970859" y="410670"/>
                  </a:lnTo>
                  <a:lnTo>
                    <a:pt x="971425" y="410859"/>
                  </a:lnTo>
                  <a:lnTo>
                    <a:pt x="971725" y="410959"/>
                  </a:lnTo>
                  <a:lnTo>
                    <a:pt x="973873" y="411682"/>
                  </a:lnTo>
                  <a:lnTo>
                    <a:pt x="974502" y="411893"/>
                  </a:lnTo>
                  <a:lnTo>
                    <a:pt x="975078" y="412087"/>
                  </a:lnTo>
                  <a:lnTo>
                    <a:pt x="976117" y="412436"/>
                  </a:lnTo>
                  <a:lnTo>
                    <a:pt x="976689" y="412725"/>
                  </a:lnTo>
                  <a:lnTo>
                    <a:pt x="977542" y="413155"/>
                  </a:lnTo>
                  <a:lnTo>
                    <a:pt x="978852" y="413815"/>
                  </a:lnTo>
                  <a:lnTo>
                    <a:pt x="979575" y="414180"/>
                  </a:lnTo>
                  <a:lnTo>
                    <a:pt x="981112" y="414955"/>
                  </a:lnTo>
                  <a:lnTo>
                    <a:pt x="981692" y="415247"/>
                  </a:lnTo>
                  <a:lnTo>
                    <a:pt x="982124" y="415465"/>
                  </a:lnTo>
                  <a:lnTo>
                    <a:pt x="983656" y="416238"/>
                  </a:lnTo>
                  <a:lnTo>
                    <a:pt x="983947" y="416385"/>
                  </a:lnTo>
                  <a:lnTo>
                    <a:pt x="984379" y="416603"/>
                  </a:lnTo>
                  <a:lnTo>
                    <a:pt x="984865" y="416847"/>
                  </a:lnTo>
                  <a:lnTo>
                    <a:pt x="985342" y="417088"/>
                  </a:lnTo>
                  <a:lnTo>
                    <a:pt x="985500" y="417168"/>
                  </a:lnTo>
                  <a:lnTo>
                    <a:pt x="986128" y="417530"/>
                  </a:lnTo>
                  <a:lnTo>
                    <a:pt x="987047" y="418060"/>
                  </a:lnTo>
                  <a:lnTo>
                    <a:pt x="987725" y="418451"/>
                  </a:lnTo>
                  <a:lnTo>
                    <a:pt x="989624" y="419546"/>
                  </a:lnTo>
                  <a:lnTo>
                    <a:pt x="991219" y="420467"/>
                  </a:lnTo>
                  <a:lnTo>
                    <a:pt x="992058" y="420950"/>
                  </a:lnTo>
                  <a:lnTo>
                    <a:pt x="992190" y="421026"/>
                  </a:lnTo>
                  <a:lnTo>
                    <a:pt x="993165" y="421589"/>
                  </a:lnTo>
                  <a:lnTo>
                    <a:pt x="993390" y="421719"/>
                  </a:lnTo>
                  <a:lnTo>
                    <a:pt x="994182" y="422177"/>
                  </a:lnTo>
                  <a:lnTo>
                    <a:pt x="994432" y="422322"/>
                  </a:lnTo>
                  <a:lnTo>
                    <a:pt x="994910" y="422598"/>
                  </a:lnTo>
                  <a:lnTo>
                    <a:pt x="995539" y="422962"/>
                  </a:lnTo>
                  <a:lnTo>
                    <a:pt x="996433" y="423479"/>
                  </a:lnTo>
                  <a:lnTo>
                    <a:pt x="997092" y="423860"/>
                  </a:lnTo>
                  <a:lnTo>
                    <a:pt x="997401" y="424039"/>
                  </a:lnTo>
                  <a:lnTo>
                    <a:pt x="998460" y="424652"/>
                  </a:lnTo>
                  <a:lnTo>
                    <a:pt x="998811" y="424854"/>
                  </a:lnTo>
                  <a:lnTo>
                    <a:pt x="999227" y="425096"/>
                  </a:lnTo>
                  <a:lnTo>
                    <a:pt x="999678" y="425456"/>
                  </a:lnTo>
                  <a:lnTo>
                    <a:pt x="1000280" y="425937"/>
                  </a:lnTo>
                  <a:lnTo>
                    <a:pt x="1000706" y="426277"/>
                  </a:lnTo>
                  <a:lnTo>
                    <a:pt x="1001479" y="426892"/>
                  </a:lnTo>
                  <a:lnTo>
                    <a:pt x="1001706" y="427073"/>
                  </a:lnTo>
                  <a:lnTo>
                    <a:pt x="1003126" y="428208"/>
                  </a:lnTo>
                  <a:lnTo>
                    <a:pt x="1003721" y="428684"/>
                  </a:lnTo>
                  <a:lnTo>
                    <a:pt x="1004020" y="428921"/>
                  </a:lnTo>
                  <a:lnTo>
                    <a:pt x="1005463" y="430073"/>
                  </a:lnTo>
                  <a:lnTo>
                    <a:pt x="1006579" y="430964"/>
                  </a:lnTo>
                  <a:lnTo>
                    <a:pt x="1007533" y="431806"/>
                  </a:lnTo>
                  <a:lnTo>
                    <a:pt x="1009641" y="433451"/>
                  </a:lnTo>
                  <a:lnTo>
                    <a:pt x="1010887" y="434426"/>
                  </a:lnTo>
                  <a:lnTo>
                    <a:pt x="1012240" y="436293"/>
                  </a:lnTo>
                  <a:lnTo>
                    <a:pt x="1012884" y="436058"/>
                  </a:lnTo>
                  <a:lnTo>
                    <a:pt x="1013426" y="435861"/>
                  </a:lnTo>
                  <a:lnTo>
                    <a:pt x="1014077" y="435625"/>
                  </a:lnTo>
                  <a:lnTo>
                    <a:pt x="1015237" y="435201"/>
                  </a:lnTo>
                  <a:lnTo>
                    <a:pt x="1016062" y="434900"/>
                  </a:lnTo>
                  <a:lnTo>
                    <a:pt x="1016963" y="434571"/>
                  </a:lnTo>
                  <a:lnTo>
                    <a:pt x="1017861" y="434372"/>
                  </a:lnTo>
                  <a:lnTo>
                    <a:pt x="1018670" y="434192"/>
                  </a:lnTo>
                  <a:lnTo>
                    <a:pt x="1019162" y="434083"/>
                  </a:lnTo>
                  <a:lnTo>
                    <a:pt x="1020282" y="433834"/>
                  </a:lnTo>
                  <a:lnTo>
                    <a:pt x="1020585" y="433768"/>
                  </a:lnTo>
                  <a:lnTo>
                    <a:pt x="1022784" y="433292"/>
                  </a:lnTo>
                  <a:lnTo>
                    <a:pt x="1024814" y="432851"/>
                  </a:lnTo>
                  <a:lnTo>
                    <a:pt x="1026607" y="432481"/>
                  </a:lnTo>
                  <a:lnTo>
                    <a:pt x="1026967" y="432481"/>
                  </a:lnTo>
                  <a:lnTo>
                    <a:pt x="1028328" y="432479"/>
                  </a:lnTo>
                  <a:lnTo>
                    <a:pt x="1028991" y="432479"/>
                  </a:lnTo>
                  <a:lnTo>
                    <a:pt x="1029499" y="432478"/>
                  </a:lnTo>
                  <a:lnTo>
                    <a:pt x="1031124" y="432477"/>
                  </a:lnTo>
                  <a:lnTo>
                    <a:pt x="1032294" y="432514"/>
                  </a:lnTo>
                  <a:lnTo>
                    <a:pt x="1033834" y="432564"/>
                  </a:lnTo>
                  <a:lnTo>
                    <a:pt x="1045869" y="427798"/>
                  </a:lnTo>
                  <a:lnTo>
                    <a:pt x="1049182" y="422903"/>
                  </a:lnTo>
                  <a:lnTo>
                    <a:pt x="1049437" y="422754"/>
                  </a:lnTo>
                  <a:lnTo>
                    <a:pt x="1051364" y="419235"/>
                  </a:lnTo>
                  <a:lnTo>
                    <a:pt x="1050978" y="418171"/>
                  </a:lnTo>
                  <a:lnTo>
                    <a:pt x="1050705" y="416345"/>
                  </a:lnTo>
                  <a:lnTo>
                    <a:pt x="1048968" y="410321"/>
                  </a:lnTo>
                  <a:lnTo>
                    <a:pt x="1048983" y="405418"/>
                  </a:lnTo>
                  <a:lnTo>
                    <a:pt x="1048332" y="403980"/>
                  </a:lnTo>
                  <a:lnTo>
                    <a:pt x="1048165" y="403207"/>
                  </a:lnTo>
                  <a:lnTo>
                    <a:pt x="1048112" y="402798"/>
                  </a:lnTo>
                  <a:lnTo>
                    <a:pt x="1045846" y="397309"/>
                  </a:lnTo>
                  <a:lnTo>
                    <a:pt x="1044047" y="394215"/>
                  </a:lnTo>
                  <a:lnTo>
                    <a:pt x="1034520" y="379425"/>
                  </a:lnTo>
                  <a:lnTo>
                    <a:pt x="1029867" y="367814"/>
                  </a:lnTo>
                  <a:lnTo>
                    <a:pt x="1026407" y="363981"/>
                  </a:lnTo>
                  <a:lnTo>
                    <a:pt x="1026197" y="362412"/>
                  </a:lnTo>
                  <a:lnTo>
                    <a:pt x="1026062" y="362325"/>
                  </a:lnTo>
                  <a:lnTo>
                    <a:pt x="1025625" y="362043"/>
                  </a:lnTo>
                  <a:lnTo>
                    <a:pt x="1024841" y="361736"/>
                  </a:lnTo>
                  <a:lnTo>
                    <a:pt x="1024365" y="361130"/>
                  </a:lnTo>
                  <a:lnTo>
                    <a:pt x="1023491" y="359992"/>
                  </a:lnTo>
                  <a:lnTo>
                    <a:pt x="1023343" y="359443"/>
                  </a:lnTo>
                  <a:lnTo>
                    <a:pt x="1022711" y="358561"/>
                  </a:lnTo>
                  <a:lnTo>
                    <a:pt x="1026106" y="343999"/>
                  </a:lnTo>
                  <a:lnTo>
                    <a:pt x="1036234" y="300490"/>
                  </a:lnTo>
                  <a:lnTo>
                    <a:pt x="1042582" y="288882"/>
                  </a:lnTo>
                  <a:lnTo>
                    <a:pt x="1048000" y="278973"/>
                  </a:lnTo>
                  <a:lnTo>
                    <a:pt x="1052698" y="270383"/>
                  </a:lnTo>
                  <a:lnTo>
                    <a:pt x="1059130" y="258623"/>
                  </a:lnTo>
                  <a:lnTo>
                    <a:pt x="1063177" y="251221"/>
                  </a:lnTo>
                  <a:lnTo>
                    <a:pt x="1068912" y="242851"/>
                  </a:lnTo>
                  <a:lnTo>
                    <a:pt x="1067128" y="223886"/>
                  </a:lnTo>
                  <a:lnTo>
                    <a:pt x="1066373" y="215855"/>
                  </a:lnTo>
                  <a:lnTo>
                    <a:pt x="1067216" y="205249"/>
                  </a:lnTo>
                  <a:lnTo>
                    <a:pt x="1067716" y="198966"/>
                  </a:lnTo>
                  <a:lnTo>
                    <a:pt x="1068034" y="194977"/>
                  </a:lnTo>
                  <a:lnTo>
                    <a:pt x="1068328" y="191270"/>
                  </a:lnTo>
                  <a:lnTo>
                    <a:pt x="1068469" y="188839"/>
                  </a:lnTo>
                  <a:lnTo>
                    <a:pt x="1068505" y="186284"/>
                  </a:lnTo>
                  <a:lnTo>
                    <a:pt x="1068425" y="183729"/>
                  </a:lnTo>
                  <a:lnTo>
                    <a:pt x="1068259" y="181547"/>
                  </a:lnTo>
                  <a:lnTo>
                    <a:pt x="1068231" y="181182"/>
                  </a:lnTo>
                  <a:lnTo>
                    <a:pt x="1067915" y="178603"/>
                  </a:lnTo>
                  <a:lnTo>
                    <a:pt x="1067500" y="176125"/>
                  </a:lnTo>
                  <a:lnTo>
                    <a:pt x="1066964" y="173626"/>
                  </a:lnTo>
                  <a:lnTo>
                    <a:pt x="1066317" y="171154"/>
                  </a:lnTo>
                  <a:lnTo>
                    <a:pt x="1065559" y="168714"/>
                  </a:lnTo>
                  <a:lnTo>
                    <a:pt x="1065490" y="168510"/>
                  </a:lnTo>
                  <a:lnTo>
                    <a:pt x="1065080" y="167329"/>
                  </a:lnTo>
                  <a:lnTo>
                    <a:pt x="1064160" y="164945"/>
                  </a:lnTo>
                  <a:lnTo>
                    <a:pt x="1063134" y="162605"/>
                  </a:lnTo>
                  <a:lnTo>
                    <a:pt x="1062004" y="160313"/>
                  </a:lnTo>
                  <a:lnTo>
                    <a:pt x="1060771" y="158075"/>
                  </a:lnTo>
                  <a:lnTo>
                    <a:pt x="1059440" y="155894"/>
                  </a:lnTo>
                  <a:lnTo>
                    <a:pt x="1058011" y="153776"/>
                  </a:lnTo>
                  <a:lnTo>
                    <a:pt x="1056489" y="151723"/>
                  </a:lnTo>
                  <a:lnTo>
                    <a:pt x="1054876" y="149742"/>
                  </a:lnTo>
                  <a:lnTo>
                    <a:pt x="1053175" y="147835"/>
                  </a:lnTo>
                  <a:lnTo>
                    <a:pt x="1052504" y="147116"/>
                  </a:lnTo>
                  <a:lnTo>
                    <a:pt x="1052030" y="146614"/>
                  </a:lnTo>
                  <a:lnTo>
                    <a:pt x="1050223" y="144807"/>
                  </a:lnTo>
                  <a:lnTo>
                    <a:pt x="1048337" y="143084"/>
                  </a:lnTo>
                  <a:lnTo>
                    <a:pt x="1046375" y="141447"/>
                  </a:lnTo>
                  <a:lnTo>
                    <a:pt x="1044302" y="139795"/>
                  </a:lnTo>
                  <a:lnTo>
                    <a:pt x="1043280" y="138999"/>
                  </a:lnTo>
                  <a:lnTo>
                    <a:pt x="1041212" y="137499"/>
                  </a:lnTo>
                  <a:lnTo>
                    <a:pt x="1039078" y="136094"/>
                  </a:lnTo>
                  <a:lnTo>
                    <a:pt x="1036884" y="134786"/>
                  </a:lnTo>
                  <a:lnTo>
                    <a:pt x="1034632" y="133578"/>
                  </a:lnTo>
                  <a:lnTo>
                    <a:pt x="1030294" y="131375"/>
                  </a:lnTo>
                  <a:lnTo>
                    <a:pt x="1022434" y="127384"/>
                  </a:lnTo>
                  <a:lnTo>
                    <a:pt x="1005778" y="118926"/>
                  </a:lnTo>
                  <a:lnTo>
                    <a:pt x="997290" y="114617"/>
                  </a:lnTo>
                  <a:lnTo>
                    <a:pt x="988135" y="109968"/>
                  </a:lnTo>
                  <a:lnTo>
                    <a:pt x="983620" y="107675"/>
                  </a:lnTo>
                  <a:lnTo>
                    <a:pt x="957653" y="94490"/>
                  </a:lnTo>
                  <a:lnTo>
                    <a:pt x="928555" y="79714"/>
                  </a:lnTo>
                  <a:lnTo>
                    <a:pt x="928095" y="79483"/>
                  </a:lnTo>
                  <a:lnTo>
                    <a:pt x="925783" y="78400"/>
                  </a:lnTo>
                  <a:lnTo>
                    <a:pt x="912827" y="72682"/>
                  </a:lnTo>
                  <a:lnTo>
                    <a:pt x="910695" y="71793"/>
                  </a:lnTo>
                  <a:lnTo>
                    <a:pt x="908299" y="70912"/>
                  </a:lnTo>
                  <a:lnTo>
                    <a:pt x="905866" y="70139"/>
                  </a:lnTo>
                  <a:lnTo>
                    <a:pt x="903400" y="69477"/>
                  </a:lnTo>
                  <a:lnTo>
                    <a:pt x="900392" y="68741"/>
                  </a:lnTo>
                  <a:lnTo>
                    <a:pt x="884128" y="64763"/>
                  </a:lnTo>
                  <a:lnTo>
                    <a:pt x="869611" y="61214"/>
                  </a:lnTo>
                  <a:lnTo>
                    <a:pt x="866884" y="60546"/>
                  </a:lnTo>
                  <a:lnTo>
                    <a:pt x="853862" y="57361"/>
                  </a:lnTo>
                  <a:lnTo>
                    <a:pt x="844282" y="55018"/>
                  </a:lnTo>
                  <a:lnTo>
                    <a:pt x="820068" y="49096"/>
                  </a:lnTo>
                  <a:lnTo>
                    <a:pt x="817800" y="48143"/>
                  </a:lnTo>
                  <a:lnTo>
                    <a:pt x="816205" y="47472"/>
                  </a:lnTo>
                  <a:lnTo>
                    <a:pt x="813766" y="46447"/>
                  </a:lnTo>
                  <a:lnTo>
                    <a:pt x="798672" y="40100"/>
                  </a:lnTo>
                  <a:lnTo>
                    <a:pt x="777147" y="31050"/>
                  </a:lnTo>
                  <a:lnTo>
                    <a:pt x="739247" y="15113"/>
                  </a:lnTo>
                  <a:lnTo>
                    <a:pt x="733734" y="12795"/>
                  </a:lnTo>
                  <a:lnTo>
                    <a:pt x="713861" y="4439"/>
                  </a:lnTo>
                  <a:lnTo>
                    <a:pt x="712213" y="3776"/>
                  </a:lnTo>
                  <a:lnTo>
                    <a:pt x="709812" y="2915"/>
                  </a:lnTo>
                  <a:lnTo>
                    <a:pt x="707375" y="2164"/>
                  </a:lnTo>
                  <a:lnTo>
                    <a:pt x="704906" y="1523"/>
                  </a:lnTo>
                  <a:lnTo>
                    <a:pt x="702411" y="993"/>
                  </a:lnTo>
                  <a:lnTo>
                    <a:pt x="699895" y="577"/>
                  </a:lnTo>
                  <a:lnTo>
                    <a:pt x="697363" y="274"/>
                  </a:lnTo>
                  <a:lnTo>
                    <a:pt x="694819" y="85"/>
                  </a:lnTo>
                  <a:lnTo>
                    <a:pt x="692270" y="11"/>
                  </a:lnTo>
                  <a:lnTo>
                    <a:pt x="690577" y="0"/>
                  </a:lnTo>
                  <a:lnTo>
                    <a:pt x="688872" y="14"/>
                  </a:lnTo>
                  <a:lnTo>
                    <a:pt x="681183" y="194"/>
                  </a:lnTo>
                  <a:lnTo>
                    <a:pt x="670294" y="450"/>
                  </a:lnTo>
                  <a:lnTo>
                    <a:pt x="665150" y="571"/>
                  </a:lnTo>
                  <a:lnTo>
                    <a:pt x="660007" y="691"/>
                  </a:lnTo>
                  <a:lnTo>
                    <a:pt x="659505" y="703"/>
                  </a:lnTo>
                  <a:lnTo>
                    <a:pt x="658747" y="721"/>
                  </a:lnTo>
                  <a:lnTo>
                    <a:pt x="640058" y="1159"/>
                  </a:lnTo>
                  <a:lnTo>
                    <a:pt x="639915" y="1163"/>
                  </a:lnTo>
                  <a:lnTo>
                    <a:pt x="637404" y="1277"/>
                  </a:lnTo>
                  <a:lnTo>
                    <a:pt x="634865" y="1507"/>
                  </a:lnTo>
                  <a:lnTo>
                    <a:pt x="575148" y="8269"/>
                  </a:lnTo>
                  <a:lnTo>
                    <a:pt x="550045" y="11111"/>
                  </a:lnTo>
                  <a:lnTo>
                    <a:pt x="540710" y="12168"/>
                  </a:lnTo>
                  <a:lnTo>
                    <a:pt x="516761" y="14879"/>
                  </a:lnTo>
                  <a:lnTo>
                    <a:pt x="475730" y="19525"/>
                  </a:lnTo>
                  <a:lnTo>
                    <a:pt x="462834" y="20985"/>
                  </a:lnTo>
                  <a:lnTo>
                    <a:pt x="453247" y="22071"/>
                  </a:lnTo>
                  <a:lnTo>
                    <a:pt x="452848" y="22117"/>
                  </a:lnTo>
                  <a:lnTo>
                    <a:pt x="450326" y="22478"/>
                  </a:lnTo>
                  <a:lnTo>
                    <a:pt x="447823" y="22953"/>
                  </a:lnTo>
                  <a:lnTo>
                    <a:pt x="445343" y="23539"/>
                  </a:lnTo>
                  <a:lnTo>
                    <a:pt x="442893" y="24237"/>
                  </a:lnTo>
                  <a:lnTo>
                    <a:pt x="440476" y="25043"/>
                  </a:lnTo>
                  <a:lnTo>
                    <a:pt x="438099" y="25958"/>
                  </a:lnTo>
                  <a:lnTo>
                    <a:pt x="416379" y="34878"/>
                  </a:lnTo>
                  <a:lnTo>
                    <a:pt x="384343" y="48034"/>
                  </a:lnTo>
                  <a:lnTo>
                    <a:pt x="359217" y="58353"/>
                  </a:lnTo>
                  <a:lnTo>
                    <a:pt x="336010" y="63583"/>
                  </a:lnTo>
                  <a:lnTo>
                    <a:pt x="333636" y="64118"/>
                  </a:lnTo>
                  <a:lnTo>
                    <a:pt x="304597" y="70663"/>
                  </a:lnTo>
                  <a:lnTo>
                    <a:pt x="302149" y="71273"/>
                  </a:lnTo>
                  <a:lnTo>
                    <a:pt x="299708" y="71998"/>
                  </a:lnTo>
                  <a:lnTo>
                    <a:pt x="292194" y="74415"/>
                  </a:lnTo>
                  <a:lnTo>
                    <a:pt x="290434" y="75013"/>
                  </a:lnTo>
                  <a:lnTo>
                    <a:pt x="288057" y="75925"/>
                  </a:lnTo>
                  <a:lnTo>
                    <a:pt x="285723" y="76944"/>
                  </a:lnTo>
                  <a:lnTo>
                    <a:pt x="283438" y="78066"/>
                  </a:lnTo>
                  <a:lnTo>
                    <a:pt x="281205" y="79291"/>
                  </a:lnTo>
                  <a:lnTo>
                    <a:pt x="279030" y="80614"/>
                  </a:lnTo>
                  <a:lnTo>
                    <a:pt x="276916" y="82034"/>
                  </a:lnTo>
                  <a:lnTo>
                    <a:pt x="276215" y="82528"/>
                  </a:lnTo>
                  <a:lnTo>
                    <a:pt x="274469" y="83809"/>
                  </a:lnTo>
                  <a:lnTo>
                    <a:pt x="272481" y="85400"/>
                  </a:lnTo>
                  <a:lnTo>
                    <a:pt x="257057" y="98315"/>
                  </a:lnTo>
                  <a:lnTo>
                    <a:pt x="248354" y="105603"/>
                  </a:lnTo>
                  <a:lnTo>
                    <a:pt x="239651" y="112890"/>
                  </a:lnTo>
                  <a:lnTo>
                    <a:pt x="206906" y="140310"/>
                  </a:lnTo>
                  <a:lnTo>
                    <a:pt x="206272" y="140841"/>
                  </a:lnTo>
                  <a:lnTo>
                    <a:pt x="175129" y="166920"/>
                  </a:lnTo>
                  <a:lnTo>
                    <a:pt x="174170" y="167741"/>
                  </a:lnTo>
                  <a:lnTo>
                    <a:pt x="160142" y="180025"/>
                  </a:lnTo>
                  <a:lnTo>
                    <a:pt x="155257" y="184303"/>
                  </a:lnTo>
                  <a:lnTo>
                    <a:pt x="149582" y="189273"/>
                  </a:lnTo>
                  <a:lnTo>
                    <a:pt x="127414" y="208685"/>
                  </a:lnTo>
                  <a:lnTo>
                    <a:pt x="112777" y="221504"/>
                  </a:lnTo>
                  <a:lnTo>
                    <a:pt x="109443" y="224423"/>
                  </a:lnTo>
                  <a:lnTo>
                    <a:pt x="62577" y="247398"/>
                  </a:lnTo>
                  <a:lnTo>
                    <a:pt x="0" y="278074"/>
                  </a:lnTo>
                  <a:lnTo>
                    <a:pt x="16613" y="311881"/>
                  </a:lnTo>
                  <a:lnTo>
                    <a:pt x="24947" y="328840"/>
                  </a:lnTo>
                  <a:lnTo>
                    <a:pt x="38455" y="356412"/>
                  </a:lnTo>
                  <a:lnTo>
                    <a:pt x="48832" y="377591"/>
                  </a:lnTo>
                  <a:lnTo>
                    <a:pt x="59133" y="398616"/>
                  </a:lnTo>
                  <a:lnTo>
                    <a:pt x="61234" y="402902"/>
                  </a:lnTo>
                  <a:lnTo>
                    <a:pt x="62313" y="405105"/>
                  </a:lnTo>
                  <a:lnTo>
                    <a:pt x="78839" y="407615"/>
                  </a:lnTo>
                  <a:lnTo>
                    <a:pt x="79138" y="407675"/>
                  </a:lnTo>
                  <a:lnTo>
                    <a:pt x="80477" y="407944"/>
                  </a:lnTo>
                  <a:lnTo>
                    <a:pt x="80855" y="408023"/>
                  </a:lnTo>
                  <a:lnTo>
                    <a:pt x="81271" y="407836"/>
                  </a:lnTo>
                  <a:lnTo>
                    <a:pt x="81561" y="407720"/>
                  </a:lnTo>
                  <a:lnTo>
                    <a:pt x="82093" y="407492"/>
                  </a:lnTo>
                  <a:lnTo>
                    <a:pt x="82382" y="407524"/>
                  </a:lnTo>
                  <a:lnTo>
                    <a:pt x="82785" y="407558"/>
                  </a:lnTo>
                  <a:lnTo>
                    <a:pt x="83039" y="407585"/>
                  </a:lnTo>
                  <a:lnTo>
                    <a:pt x="83848" y="407669"/>
                  </a:lnTo>
                  <a:lnTo>
                    <a:pt x="84043" y="407690"/>
                  </a:lnTo>
                  <a:lnTo>
                    <a:pt x="84591" y="407735"/>
                  </a:lnTo>
                  <a:lnTo>
                    <a:pt x="85296" y="407806"/>
                  </a:lnTo>
                  <a:lnTo>
                    <a:pt x="86789" y="407957"/>
                  </a:lnTo>
                  <a:lnTo>
                    <a:pt x="88944" y="408705"/>
                  </a:lnTo>
                  <a:lnTo>
                    <a:pt x="90496" y="409482"/>
                  </a:lnTo>
                  <a:lnTo>
                    <a:pt x="91699" y="410547"/>
                  </a:lnTo>
                  <a:lnTo>
                    <a:pt x="92275" y="410682"/>
                  </a:lnTo>
                  <a:lnTo>
                    <a:pt x="92778" y="411043"/>
                  </a:lnTo>
                  <a:lnTo>
                    <a:pt x="93046" y="411234"/>
                  </a:lnTo>
                  <a:lnTo>
                    <a:pt x="93570" y="412013"/>
                  </a:lnTo>
                  <a:lnTo>
                    <a:pt x="93962" y="411881"/>
                  </a:lnTo>
                  <a:lnTo>
                    <a:pt x="94122" y="411791"/>
                  </a:lnTo>
                  <a:lnTo>
                    <a:pt x="94269" y="411756"/>
                  </a:lnTo>
                  <a:lnTo>
                    <a:pt x="94526" y="411868"/>
                  </a:lnTo>
                  <a:lnTo>
                    <a:pt x="95793" y="411892"/>
                  </a:lnTo>
                  <a:lnTo>
                    <a:pt x="95956" y="411853"/>
                  </a:lnTo>
                  <a:lnTo>
                    <a:pt x="96211" y="411908"/>
                  </a:lnTo>
                  <a:lnTo>
                    <a:pt x="96407" y="412120"/>
                  </a:lnTo>
                  <a:lnTo>
                    <a:pt x="96962" y="412611"/>
                  </a:lnTo>
                  <a:lnTo>
                    <a:pt x="97267" y="412835"/>
                  </a:lnTo>
                  <a:lnTo>
                    <a:pt x="97409" y="412855"/>
                  </a:lnTo>
                  <a:lnTo>
                    <a:pt x="97549" y="412896"/>
                  </a:lnTo>
                  <a:lnTo>
                    <a:pt x="97697" y="412942"/>
                  </a:lnTo>
                  <a:lnTo>
                    <a:pt x="97941" y="413015"/>
                  </a:lnTo>
                  <a:lnTo>
                    <a:pt x="98135" y="413061"/>
                  </a:lnTo>
                  <a:lnTo>
                    <a:pt x="98524" y="413138"/>
                  </a:lnTo>
                  <a:lnTo>
                    <a:pt x="99458" y="413323"/>
                  </a:lnTo>
                  <a:lnTo>
                    <a:pt x="100252" y="413512"/>
                  </a:lnTo>
                  <a:lnTo>
                    <a:pt x="100587" y="413596"/>
                  </a:lnTo>
                  <a:lnTo>
                    <a:pt x="101063" y="413662"/>
                  </a:lnTo>
                  <a:lnTo>
                    <a:pt x="101437" y="413715"/>
                  </a:lnTo>
                  <a:lnTo>
                    <a:pt x="101814" y="413687"/>
                  </a:lnTo>
                  <a:lnTo>
                    <a:pt x="102015" y="413672"/>
                  </a:lnTo>
                  <a:lnTo>
                    <a:pt x="102422" y="413644"/>
                  </a:lnTo>
                  <a:lnTo>
                    <a:pt x="102796" y="413616"/>
                  </a:lnTo>
                  <a:lnTo>
                    <a:pt x="102995" y="413606"/>
                  </a:lnTo>
                  <a:lnTo>
                    <a:pt x="103178" y="413596"/>
                  </a:lnTo>
                  <a:lnTo>
                    <a:pt x="103140" y="413725"/>
                  </a:lnTo>
                  <a:lnTo>
                    <a:pt x="103198" y="413962"/>
                  </a:lnTo>
                  <a:lnTo>
                    <a:pt x="103282" y="414140"/>
                  </a:lnTo>
                  <a:lnTo>
                    <a:pt x="103252" y="414478"/>
                  </a:lnTo>
                  <a:lnTo>
                    <a:pt x="103155" y="414626"/>
                  </a:lnTo>
                  <a:lnTo>
                    <a:pt x="102989" y="414860"/>
                  </a:lnTo>
                  <a:lnTo>
                    <a:pt x="102941" y="415252"/>
                  </a:lnTo>
                  <a:lnTo>
                    <a:pt x="102979" y="415532"/>
                  </a:lnTo>
                  <a:lnTo>
                    <a:pt x="103010" y="415659"/>
                  </a:lnTo>
                  <a:lnTo>
                    <a:pt x="103043" y="415789"/>
                  </a:lnTo>
                  <a:lnTo>
                    <a:pt x="103758" y="416384"/>
                  </a:lnTo>
                  <a:lnTo>
                    <a:pt x="104030" y="416458"/>
                  </a:lnTo>
                  <a:lnTo>
                    <a:pt x="104213" y="416486"/>
                  </a:lnTo>
                  <a:lnTo>
                    <a:pt x="104356" y="416509"/>
                  </a:lnTo>
                  <a:lnTo>
                    <a:pt x="104498" y="416501"/>
                  </a:lnTo>
                  <a:lnTo>
                    <a:pt x="104707" y="416489"/>
                  </a:lnTo>
                  <a:lnTo>
                    <a:pt x="105018" y="416499"/>
                  </a:lnTo>
                  <a:lnTo>
                    <a:pt x="105186" y="416468"/>
                  </a:lnTo>
                  <a:lnTo>
                    <a:pt x="105437" y="416280"/>
                  </a:lnTo>
                  <a:lnTo>
                    <a:pt x="105845" y="415868"/>
                  </a:lnTo>
                  <a:lnTo>
                    <a:pt x="106175" y="415435"/>
                  </a:lnTo>
                  <a:lnTo>
                    <a:pt x="106341" y="415194"/>
                  </a:lnTo>
                  <a:lnTo>
                    <a:pt x="106555" y="414934"/>
                  </a:lnTo>
                  <a:lnTo>
                    <a:pt x="106654" y="414807"/>
                  </a:lnTo>
                  <a:lnTo>
                    <a:pt x="106845" y="414565"/>
                  </a:lnTo>
                  <a:lnTo>
                    <a:pt x="106916" y="414425"/>
                  </a:lnTo>
                  <a:lnTo>
                    <a:pt x="108053" y="414104"/>
                  </a:lnTo>
                  <a:lnTo>
                    <a:pt x="108270" y="414000"/>
                  </a:lnTo>
                  <a:lnTo>
                    <a:pt x="108445" y="414000"/>
                  </a:lnTo>
                  <a:lnTo>
                    <a:pt x="108847" y="413270"/>
                  </a:lnTo>
                  <a:lnTo>
                    <a:pt x="109048" y="413346"/>
                  </a:lnTo>
                  <a:lnTo>
                    <a:pt x="109745" y="414041"/>
                  </a:lnTo>
                  <a:lnTo>
                    <a:pt x="109822" y="414181"/>
                  </a:lnTo>
                  <a:lnTo>
                    <a:pt x="110079" y="414690"/>
                  </a:lnTo>
                  <a:lnTo>
                    <a:pt x="110208" y="415110"/>
                  </a:lnTo>
                  <a:lnTo>
                    <a:pt x="110389" y="415256"/>
                  </a:lnTo>
                  <a:lnTo>
                    <a:pt x="110651" y="415254"/>
                  </a:lnTo>
                  <a:lnTo>
                    <a:pt x="110930" y="415719"/>
                  </a:lnTo>
                  <a:lnTo>
                    <a:pt x="111352" y="415795"/>
                  </a:lnTo>
                  <a:lnTo>
                    <a:pt x="111685" y="415864"/>
                  </a:lnTo>
                  <a:lnTo>
                    <a:pt x="111904" y="415828"/>
                  </a:lnTo>
                  <a:lnTo>
                    <a:pt x="112049" y="415524"/>
                  </a:lnTo>
                  <a:lnTo>
                    <a:pt x="112557" y="415646"/>
                  </a:lnTo>
                  <a:lnTo>
                    <a:pt x="112890" y="415605"/>
                  </a:lnTo>
                  <a:lnTo>
                    <a:pt x="113251" y="415514"/>
                  </a:lnTo>
                  <a:lnTo>
                    <a:pt x="113678" y="415358"/>
                  </a:lnTo>
                  <a:lnTo>
                    <a:pt x="113998" y="414805"/>
                  </a:lnTo>
                  <a:lnTo>
                    <a:pt x="114338" y="414023"/>
                  </a:lnTo>
                  <a:lnTo>
                    <a:pt x="114402" y="413639"/>
                  </a:lnTo>
                  <a:lnTo>
                    <a:pt x="114494" y="413267"/>
                  </a:lnTo>
                  <a:lnTo>
                    <a:pt x="114730" y="412507"/>
                  </a:lnTo>
                  <a:lnTo>
                    <a:pt x="114901" y="412461"/>
                  </a:lnTo>
                  <a:lnTo>
                    <a:pt x="115295" y="412295"/>
                  </a:lnTo>
                  <a:lnTo>
                    <a:pt x="115692" y="412148"/>
                  </a:lnTo>
                  <a:lnTo>
                    <a:pt x="116351" y="411886"/>
                  </a:lnTo>
                  <a:lnTo>
                    <a:pt x="116972" y="411608"/>
                  </a:lnTo>
                  <a:lnTo>
                    <a:pt x="117399" y="411456"/>
                  </a:lnTo>
                  <a:lnTo>
                    <a:pt x="117702" y="411486"/>
                  </a:lnTo>
                  <a:lnTo>
                    <a:pt x="117946" y="411524"/>
                  </a:lnTo>
                  <a:lnTo>
                    <a:pt x="118931" y="411680"/>
                  </a:lnTo>
                  <a:lnTo>
                    <a:pt x="119420" y="411784"/>
                  </a:lnTo>
                  <a:lnTo>
                    <a:pt x="119554" y="411804"/>
                  </a:lnTo>
                  <a:lnTo>
                    <a:pt x="121564" y="412124"/>
                  </a:lnTo>
                  <a:lnTo>
                    <a:pt x="121890" y="412176"/>
                  </a:lnTo>
                  <a:lnTo>
                    <a:pt x="122178" y="412260"/>
                  </a:lnTo>
                  <a:lnTo>
                    <a:pt x="123236" y="412471"/>
                  </a:lnTo>
                  <a:lnTo>
                    <a:pt x="123221" y="412784"/>
                  </a:lnTo>
                  <a:lnTo>
                    <a:pt x="123297" y="413117"/>
                  </a:lnTo>
                  <a:lnTo>
                    <a:pt x="123226" y="413346"/>
                  </a:lnTo>
                  <a:lnTo>
                    <a:pt x="123122" y="413672"/>
                  </a:lnTo>
                  <a:lnTo>
                    <a:pt x="123076" y="413850"/>
                  </a:lnTo>
                  <a:lnTo>
                    <a:pt x="122972" y="414094"/>
                  </a:lnTo>
                  <a:lnTo>
                    <a:pt x="122837" y="414339"/>
                  </a:lnTo>
                  <a:lnTo>
                    <a:pt x="121647" y="415718"/>
                  </a:lnTo>
                  <a:lnTo>
                    <a:pt x="121665" y="415856"/>
                  </a:lnTo>
                  <a:lnTo>
                    <a:pt x="122186" y="416424"/>
                  </a:lnTo>
                  <a:lnTo>
                    <a:pt x="122673" y="416798"/>
                  </a:lnTo>
                  <a:lnTo>
                    <a:pt x="123001" y="416878"/>
                  </a:lnTo>
                  <a:lnTo>
                    <a:pt x="123030" y="417177"/>
                  </a:lnTo>
                  <a:lnTo>
                    <a:pt x="122992" y="417433"/>
                  </a:lnTo>
                  <a:lnTo>
                    <a:pt x="123030" y="417565"/>
                  </a:lnTo>
                  <a:lnTo>
                    <a:pt x="123096" y="417856"/>
                  </a:lnTo>
                  <a:lnTo>
                    <a:pt x="123259" y="418181"/>
                  </a:lnTo>
                  <a:lnTo>
                    <a:pt x="123325" y="418308"/>
                  </a:lnTo>
                  <a:lnTo>
                    <a:pt x="123422" y="418512"/>
                  </a:lnTo>
                  <a:lnTo>
                    <a:pt x="123610" y="418753"/>
                  </a:lnTo>
                  <a:lnTo>
                    <a:pt x="124025" y="419026"/>
                  </a:lnTo>
                  <a:lnTo>
                    <a:pt x="124331" y="418886"/>
                  </a:lnTo>
                  <a:lnTo>
                    <a:pt x="124493" y="418807"/>
                  </a:lnTo>
                  <a:lnTo>
                    <a:pt x="124699" y="418825"/>
                  </a:lnTo>
                  <a:lnTo>
                    <a:pt x="125005" y="419049"/>
                  </a:lnTo>
                  <a:lnTo>
                    <a:pt x="125224" y="419229"/>
                  </a:lnTo>
                  <a:lnTo>
                    <a:pt x="125567" y="419440"/>
                  </a:lnTo>
                  <a:lnTo>
                    <a:pt x="126511" y="419853"/>
                  </a:lnTo>
                  <a:lnTo>
                    <a:pt x="127035" y="420402"/>
                  </a:lnTo>
                  <a:lnTo>
                    <a:pt x="127051" y="420680"/>
                  </a:lnTo>
                  <a:lnTo>
                    <a:pt x="127061" y="420830"/>
                  </a:lnTo>
                  <a:lnTo>
                    <a:pt x="127356" y="421494"/>
                  </a:lnTo>
                  <a:lnTo>
                    <a:pt x="127402" y="421779"/>
                  </a:lnTo>
                  <a:lnTo>
                    <a:pt x="127447" y="421906"/>
                  </a:lnTo>
                  <a:lnTo>
                    <a:pt x="127496" y="422158"/>
                  </a:lnTo>
                  <a:lnTo>
                    <a:pt x="127646" y="422390"/>
                  </a:lnTo>
                  <a:lnTo>
                    <a:pt x="127824" y="422532"/>
                  </a:lnTo>
                  <a:lnTo>
                    <a:pt x="128030" y="422578"/>
                  </a:lnTo>
                  <a:lnTo>
                    <a:pt x="128608" y="422652"/>
                  </a:lnTo>
                  <a:lnTo>
                    <a:pt x="129285" y="422619"/>
                  </a:lnTo>
                  <a:lnTo>
                    <a:pt x="129738" y="422606"/>
                  </a:lnTo>
                  <a:lnTo>
                    <a:pt x="129478" y="423555"/>
                  </a:lnTo>
                  <a:lnTo>
                    <a:pt x="129638" y="423680"/>
                  </a:lnTo>
                  <a:lnTo>
                    <a:pt x="129796" y="423820"/>
                  </a:lnTo>
                  <a:lnTo>
                    <a:pt x="129961" y="423944"/>
                  </a:lnTo>
                  <a:lnTo>
                    <a:pt x="130198" y="424166"/>
                  </a:lnTo>
                  <a:lnTo>
                    <a:pt x="130557" y="424415"/>
                  </a:lnTo>
                  <a:lnTo>
                    <a:pt x="130837" y="424585"/>
                  </a:lnTo>
                  <a:lnTo>
                    <a:pt x="130994" y="424692"/>
                  </a:lnTo>
                  <a:lnTo>
                    <a:pt x="131162" y="424804"/>
                  </a:lnTo>
                  <a:lnTo>
                    <a:pt x="131475" y="424967"/>
                  </a:lnTo>
                  <a:lnTo>
                    <a:pt x="132076" y="425183"/>
                  </a:lnTo>
                  <a:lnTo>
                    <a:pt x="132234" y="425196"/>
                  </a:lnTo>
                  <a:lnTo>
                    <a:pt x="132684" y="425247"/>
                  </a:lnTo>
                  <a:lnTo>
                    <a:pt x="132827" y="425252"/>
                  </a:lnTo>
                  <a:lnTo>
                    <a:pt x="133122" y="425257"/>
                  </a:lnTo>
                  <a:lnTo>
                    <a:pt x="133285" y="425262"/>
                  </a:lnTo>
                  <a:lnTo>
                    <a:pt x="133435" y="425265"/>
                  </a:lnTo>
                  <a:lnTo>
                    <a:pt x="133613" y="425267"/>
                  </a:lnTo>
                  <a:lnTo>
                    <a:pt x="133536" y="425530"/>
                  </a:lnTo>
                  <a:lnTo>
                    <a:pt x="133435" y="425876"/>
                  </a:lnTo>
                  <a:lnTo>
                    <a:pt x="133376" y="426143"/>
                  </a:lnTo>
                  <a:lnTo>
                    <a:pt x="133287" y="426496"/>
                  </a:lnTo>
                  <a:lnTo>
                    <a:pt x="133213" y="426843"/>
                  </a:lnTo>
                  <a:lnTo>
                    <a:pt x="133160" y="427173"/>
                  </a:lnTo>
                  <a:lnTo>
                    <a:pt x="133066" y="427692"/>
                  </a:lnTo>
                  <a:lnTo>
                    <a:pt x="133048" y="427919"/>
                  </a:lnTo>
                  <a:lnTo>
                    <a:pt x="133061" y="428051"/>
                  </a:lnTo>
                  <a:lnTo>
                    <a:pt x="133073" y="428181"/>
                  </a:lnTo>
                  <a:lnTo>
                    <a:pt x="133119" y="428603"/>
                  </a:lnTo>
                  <a:lnTo>
                    <a:pt x="133185" y="428807"/>
                  </a:lnTo>
                  <a:lnTo>
                    <a:pt x="133251" y="429013"/>
                  </a:lnTo>
                  <a:lnTo>
                    <a:pt x="133351" y="429153"/>
                  </a:lnTo>
                  <a:lnTo>
                    <a:pt x="133473" y="429323"/>
                  </a:lnTo>
                  <a:lnTo>
                    <a:pt x="133745" y="429672"/>
                  </a:lnTo>
                  <a:lnTo>
                    <a:pt x="133875" y="429830"/>
                  </a:lnTo>
                  <a:lnTo>
                    <a:pt x="134587" y="430463"/>
                  </a:lnTo>
                  <a:lnTo>
                    <a:pt x="134730" y="430484"/>
                  </a:lnTo>
                  <a:lnTo>
                    <a:pt x="134867" y="430504"/>
                  </a:lnTo>
                  <a:lnTo>
                    <a:pt x="135086" y="430519"/>
                  </a:lnTo>
                  <a:lnTo>
                    <a:pt x="135259" y="430502"/>
                  </a:lnTo>
                  <a:lnTo>
                    <a:pt x="135707" y="430507"/>
                  </a:lnTo>
                  <a:lnTo>
                    <a:pt x="135870" y="430479"/>
                  </a:lnTo>
                  <a:lnTo>
                    <a:pt x="136061" y="430479"/>
                  </a:lnTo>
                  <a:lnTo>
                    <a:pt x="136206" y="430446"/>
                  </a:lnTo>
                  <a:lnTo>
                    <a:pt x="136626" y="430443"/>
                  </a:lnTo>
                  <a:lnTo>
                    <a:pt x="136870" y="430525"/>
                  </a:lnTo>
                  <a:lnTo>
                    <a:pt x="137000" y="430555"/>
                  </a:lnTo>
                  <a:lnTo>
                    <a:pt x="137389" y="430649"/>
                  </a:lnTo>
                  <a:lnTo>
                    <a:pt x="137628" y="430603"/>
                  </a:lnTo>
                  <a:lnTo>
                    <a:pt x="137816" y="430568"/>
                  </a:lnTo>
                  <a:lnTo>
                    <a:pt x="138127" y="430565"/>
                  </a:lnTo>
                  <a:lnTo>
                    <a:pt x="138697" y="430545"/>
                  </a:lnTo>
                  <a:lnTo>
                    <a:pt x="138936" y="430634"/>
                  </a:lnTo>
                  <a:lnTo>
                    <a:pt x="139190" y="430710"/>
                  </a:lnTo>
                  <a:lnTo>
                    <a:pt x="139730" y="430751"/>
                  </a:lnTo>
                  <a:lnTo>
                    <a:pt x="140145" y="430873"/>
                  </a:lnTo>
                  <a:lnTo>
                    <a:pt x="141056" y="431166"/>
                  </a:lnTo>
                  <a:lnTo>
                    <a:pt x="141335" y="431290"/>
                  </a:lnTo>
                  <a:lnTo>
                    <a:pt x="141542" y="431430"/>
                  </a:lnTo>
                  <a:lnTo>
                    <a:pt x="141687" y="431540"/>
                  </a:lnTo>
                  <a:lnTo>
                    <a:pt x="141911" y="431728"/>
                  </a:lnTo>
                  <a:lnTo>
                    <a:pt x="142089" y="431899"/>
                  </a:lnTo>
                  <a:lnTo>
                    <a:pt x="142361" y="432117"/>
                  </a:lnTo>
                  <a:lnTo>
                    <a:pt x="142811" y="432507"/>
                  </a:lnTo>
                  <a:lnTo>
                    <a:pt x="143045" y="432672"/>
                  </a:lnTo>
                  <a:lnTo>
                    <a:pt x="143524" y="433351"/>
                  </a:lnTo>
                  <a:lnTo>
                    <a:pt x="143529" y="433540"/>
                  </a:lnTo>
                  <a:lnTo>
                    <a:pt x="143633" y="433754"/>
                  </a:lnTo>
                  <a:lnTo>
                    <a:pt x="143786" y="434084"/>
                  </a:lnTo>
                  <a:lnTo>
                    <a:pt x="144071" y="434306"/>
                  </a:lnTo>
                  <a:lnTo>
                    <a:pt x="144437" y="434321"/>
                  </a:lnTo>
                  <a:lnTo>
                    <a:pt x="144519" y="434512"/>
                  </a:lnTo>
                  <a:lnTo>
                    <a:pt x="144763" y="434906"/>
                  </a:lnTo>
                  <a:lnTo>
                    <a:pt x="145127" y="435252"/>
                  </a:lnTo>
                  <a:lnTo>
                    <a:pt x="145262" y="435364"/>
                  </a:lnTo>
                  <a:lnTo>
                    <a:pt x="145557" y="435120"/>
                  </a:lnTo>
                  <a:lnTo>
                    <a:pt x="146313" y="434497"/>
                  </a:lnTo>
                  <a:lnTo>
                    <a:pt x="146444" y="434388"/>
                  </a:lnTo>
                  <a:lnTo>
                    <a:pt x="146763" y="434122"/>
                  </a:lnTo>
                  <a:lnTo>
                    <a:pt x="147208" y="433756"/>
                  </a:lnTo>
                  <a:lnTo>
                    <a:pt x="147648" y="433392"/>
                  </a:lnTo>
                  <a:lnTo>
                    <a:pt x="148119" y="433005"/>
                  </a:lnTo>
                  <a:lnTo>
                    <a:pt x="148567" y="432634"/>
                  </a:lnTo>
                  <a:lnTo>
                    <a:pt x="149320" y="431972"/>
                  </a:lnTo>
                  <a:lnTo>
                    <a:pt x="149468" y="431868"/>
                  </a:lnTo>
                  <a:lnTo>
                    <a:pt x="149297" y="431201"/>
                  </a:lnTo>
                  <a:lnTo>
                    <a:pt x="149254" y="431023"/>
                  </a:lnTo>
                  <a:lnTo>
                    <a:pt x="149150" y="430575"/>
                  </a:lnTo>
                  <a:lnTo>
                    <a:pt x="149114" y="430430"/>
                  </a:lnTo>
                  <a:lnTo>
                    <a:pt x="148969" y="429817"/>
                  </a:lnTo>
                  <a:lnTo>
                    <a:pt x="148842" y="429288"/>
                  </a:lnTo>
                  <a:lnTo>
                    <a:pt x="148727" y="428815"/>
                  </a:lnTo>
                  <a:lnTo>
                    <a:pt x="148661" y="428542"/>
                  </a:lnTo>
                  <a:lnTo>
                    <a:pt x="148605" y="428313"/>
                  </a:lnTo>
                  <a:lnTo>
                    <a:pt x="148488" y="427789"/>
                  </a:lnTo>
                  <a:lnTo>
                    <a:pt x="148379" y="427206"/>
                  </a:lnTo>
                  <a:lnTo>
                    <a:pt x="148269" y="426932"/>
                  </a:lnTo>
                  <a:lnTo>
                    <a:pt x="148379" y="426537"/>
                  </a:lnTo>
                  <a:lnTo>
                    <a:pt x="148689" y="426166"/>
                  </a:lnTo>
                  <a:lnTo>
                    <a:pt x="148964" y="425886"/>
                  </a:lnTo>
                  <a:lnTo>
                    <a:pt x="149353" y="425486"/>
                  </a:lnTo>
                  <a:lnTo>
                    <a:pt x="149755" y="425077"/>
                  </a:lnTo>
                  <a:lnTo>
                    <a:pt x="150337" y="424480"/>
                  </a:lnTo>
                  <a:lnTo>
                    <a:pt x="150633" y="424176"/>
                  </a:lnTo>
                  <a:lnTo>
                    <a:pt x="151121" y="423679"/>
                  </a:lnTo>
                  <a:lnTo>
                    <a:pt x="151399" y="423395"/>
                  </a:lnTo>
                  <a:lnTo>
                    <a:pt x="151684" y="423102"/>
                  </a:lnTo>
                  <a:lnTo>
                    <a:pt x="151987" y="422794"/>
                  </a:lnTo>
                  <a:lnTo>
                    <a:pt x="151931" y="422260"/>
                  </a:lnTo>
                  <a:lnTo>
                    <a:pt x="151880" y="421761"/>
                  </a:lnTo>
                  <a:lnTo>
                    <a:pt x="151849" y="421453"/>
                  </a:lnTo>
                  <a:lnTo>
                    <a:pt x="151794" y="420932"/>
                  </a:lnTo>
                  <a:lnTo>
                    <a:pt x="151720" y="420206"/>
                  </a:lnTo>
                  <a:lnTo>
                    <a:pt x="151651" y="419550"/>
                  </a:lnTo>
                  <a:lnTo>
                    <a:pt x="151605" y="419110"/>
                  </a:lnTo>
                  <a:lnTo>
                    <a:pt x="151554" y="418598"/>
                  </a:lnTo>
                  <a:lnTo>
                    <a:pt x="151514" y="418214"/>
                  </a:lnTo>
                  <a:lnTo>
                    <a:pt x="151801" y="418323"/>
                  </a:lnTo>
                  <a:lnTo>
                    <a:pt x="152221" y="418484"/>
                  </a:lnTo>
                  <a:lnTo>
                    <a:pt x="152671" y="418654"/>
                  </a:lnTo>
                  <a:lnTo>
                    <a:pt x="153178" y="418848"/>
                  </a:lnTo>
                  <a:lnTo>
                    <a:pt x="153511" y="418975"/>
                  </a:lnTo>
                  <a:lnTo>
                    <a:pt x="153923" y="419130"/>
                  </a:lnTo>
                  <a:lnTo>
                    <a:pt x="154183" y="419229"/>
                  </a:lnTo>
                  <a:lnTo>
                    <a:pt x="154519" y="419359"/>
                  </a:lnTo>
                  <a:lnTo>
                    <a:pt x="154834" y="419479"/>
                  </a:lnTo>
                  <a:lnTo>
                    <a:pt x="155175" y="419608"/>
                  </a:lnTo>
                  <a:lnTo>
                    <a:pt x="155834" y="419858"/>
                  </a:lnTo>
                  <a:lnTo>
                    <a:pt x="156371" y="420064"/>
                  </a:lnTo>
                  <a:lnTo>
                    <a:pt x="156735" y="420130"/>
                  </a:lnTo>
                  <a:lnTo>
                    <a:pt x="157017" y="419555"/>
                  </a:lnTo>
                  <a:lnTo>
                    <a:pt x="157308" y="419318"/>
                  </a:lnTo>
                  <a:lnTo>
                    <a:pt x="157610" y="419206"/>
                  </a:lnTo>
                  <a:lnTo>
                    <a:pt x="157837" y="419130"/>
                  </a:lnTo>
                  <a:lnTo>
                    <a:pt x="158020" y="419056"/>
                  </a:lnTo>
                  <a:lnTo>
                    <a:pt x="159078" y="417993"/>
                  </a:lnTo>
                  <a:lnTo>
                    <a:pt x="159140" y="417812"/>
                  </a:lnTo>
                  <a:lnTo>
                    <a:pt x="159218" y="417621"/>
                  </a:lnTo>
                  <a:lnTo>
                    <a:pt x="159414" y="417056"/>
                  </a:lnTo>
                  <a:lnTo>
                    <a:pt x="159475" y="416878"/>
                  </a:lnTo>
                  <a:lnTo>
                    <a:pt x="159615" y="416603"/>
                  </a:lnTo>
                  <a:lnTo>
                    <a:pt x="160091" y="415995"/>
                  </a:lnTo>
                  <a:lnTo>
                    <a:pt x="160371" y="415840"/>
                  </a:lnTo>
                  <a:lnTo>
                    <a:pt x="160608" y="415697"/>
                  </a:lnTo>
                  <a:lnTo>
                    <a:pt x="161180" y="415446"/>
                  </a:lnTo>
                  <a:lnTo>
                    <a:pt x="161308" y="415410"/>
                  </a:lnTo>
                  <a:lnTo>
                    <a:pt x="161783" y="415283"/>
                  </a:lnTo>
                  <a:lnTo>
                    <a:pt x="163318" y="414876"/>
                  </a:lnTo>
                  <a:lnTo>
                    <a:pt x="163763" y="414756"/>
                  </a:lnTo>
                  <a:lnTo>
                    <a:pt x="164025" y="414636"/>
                  </a:lnTo>
                  <a:lnTo>
                    <a:pt x="164178" y="414545"/>
                  </a:lnTo>
                  <a:lnTo>
                    <a:pt x="164437" y="414430"/>
                  </a:lnTo>
                  <a:lnTo>
                    <a:pt x="164771" y="414257"/>
                  </a:lnTo>
                  <a:lnTo>
                    <a:pt x="165353" y="413909"/>
                  </a:lnTo>
                  <a:lnTo>
                    <a:pt x="166552" y="412868"/>
                  </a:lnTo>
                  <a:lnTo>
                    <a:pt x="166974" y="412682"/>
                  </a:lnTo>
                  <a:lnTo>
                    <a:pt x="167409" y="412575"/>
                  </a:lnTo>
                  <a:lnTo>
                    <a:pt x="167646" y="412530"/>
                  </a:lnTo>
                  <a:lnTo>
                    <a:pt x="168061" y="412524"/>
                  </a:lnTo>
                  <a:lnTo>
                    <a:pt x="168218" y="412517"/>
                  </a:lnTo>
                  <a:lnTo>
                    <a:pt x="168460" y="412507"/>
                  </a:lnTo>
                  <a:lnTo>
                    <a:pt x="168834" y="412519"/>
                  </a:lnTo>
                  <a:lnTo>
                    <a:pt x="169056" y="412509"/>
                  </a:lnTo>
                  <a:lnTo>
                    <a:pt x="169320" y="412509"/>
                  </a:lnTo>
                  <a:lnTo>
                    <a:pt x="169676" y="412507"/>
                  </a:lnTo>
                  <a:lnTo>
                    <a:pt x="170829" y="412504"/>
                  </a:lnTo>
                  <a:lnTo>
                    <a:pt x="170883" y="412743"/>
                  </a:lnTo>
                  <a:lnTo>
                    <a:pt x="170997" y="413260"/>
                  </a:lnTo>
                  <a:lnTo>
                    <a:pt x="171122" y="413820"/>
                  </a:lnTo>
                  <a:lnTo>
                    <a:pt x="171315" y="414677"/>
                  </a:lnTo>
                  <a:lnTo>
                    <a:pt x="171447" y="415273"/>
                  </a:lnTo>
                  <a:lnTo>
                    <a:pt x="171595" y="415934"/>
                  </a:lnTo>
                  <a:lnTo>
                    <a:pt x="171722" y="416497"/>
                  </a:lnTo>
                  <a:lnTo>
                    <a:pt x="171865" y="417135"/>
                  </a:lnTo>
                  <a:lnTo>
                    <a:pt x="172012" y="417802"/>
                  </a:lnTo>
                  <a:lnTo>
                    <a:pt x="172145" y="418390"/>
                  </a:lnTo>
                  <a:lnTo>
                    <a:pt x="172282" y="419000"/>
                  </a:lnTo>
                  <a:lnTo>
                    <a:pt x="172552" y="420212"/>
                  </a:lnTo>
                  <a:lnTo>
                    <a:pt x="172732" y="421016"/>
                  </a:lnTo>
                  <a:lnTo>
                    <a:pt x="172801" y="421326"/>
                  </a:lnTo>
                  <a:lnTo>
                    <a:pt x="172669" y="422519"/>
                  </a:lnTo>
                  <a:lnTo>
                    <a:pt x="172615" y="423011"/>
                  </a:lnTo>
                  <a:lnTo>
                    <a:pt x="172483" y="423413"/>
                  </a:lnTo>
                  <a:lnTo>
                    <a:pt x="172341" y="423532"/>
                  </a:lnTo>
                  <a:lnTo>
                    <a:pt x="172020" y="423776"/>
                  </a:lnTo>
                  <a:lnTo>
                    <a:pt x="171870" y="423876"/>
                  </a:lnTo>
                  <a:lnTo>
                    <a:pt x="171254" y="424509"/>
                  </a:lnTo>
                  <a:lnTo>
                    <a:pt x="170966" y="425011"/>
                  </a:lnTo>
                  <a:lnTo>
                    <a:pt x="170992" y="425168"/>
                  </a:lnTo>
                  <a:lnTo>
                    <a:pt x="171076" y="425382"/>
                  </a:lnTo>
                  <a:lnTo>
                    <a:pt x="171167" y="425517"/>
                  </a:lnTo>
                  <a:lnTo>
                    <a:pt x="171259" y="425647"/>
                  </a:lnTo>
                  <a:lnTo>
                    <a:pt x="171432" y="425866"/>
                  </a:lnTo>
                  <a:lnTo>
                    <a:pt x="171575" y="426044"/>
                  </a:lnTo>
                  <a:lnTo>
                    <a:pt x="171768" y="426283"/>
                  </a:lnTo>
                  <a:lnTo>
                    <a:pt x="172112" y="426580"/>
                  </a:lnTo>
                  <a:lnTo>
                    <a:pt x="172259" y="426654"/>
                  </a:lnTo>
                  <a:lnTo>
                    <a:pt x="172519" y="426911"/>
                  </a:lnTo>
                  <a:lnTo>
                    <a:pt x="172771" y="427466"/>
                  </a:lnTo>
                  <a:lnTo>
                    <a:pt x="173022" y="428028"/>
                  </a:lnTo>
                  <a:lnTo>
                    <a:pt x="173208" y="428438"/>
                  </a:lnTo>
                  <a:lnTo>
                    <a:pt x="173539" y="429173"/>
                  </a:lnTo>
                  <a:lnTo>
                    <a:pt x="173847" y="429858"/>
                  </a:lnTo>
                  <a:lnTo>
                    <a:pt x="174109" y="430441"/>
                  </a:lnTo>
                  <a:lnTo>
                    <a:pt x="174608" y="431547"/>
                  </a:lnTo>
                  <a:lnTo>
                    <a:pt x="174837" y="432051"/>
                  </a:lnTo>
                  <a:lnTo>
                    <a:pt x="175007" y="432430"/>
                  </a:lnTo>
                  <a:lnTo>
                    <a:pt x="175264" y="433003"/>
                  </a:lnTo>
                  <a:lnTo>
                    <a:pt x="175501" y="433526"/>
                  </a:lnTo>
                  <a:lnTo>
                    <a:pt x="175793" y="434173"/>
                  </a:lnTo>
                  <a:lnTo>
                    <a:pt x="176045" y="434733"/>
                  </a:lnTo>
                  <a:lnTo>
                    <a:pt x="176333" y="435372"/>
                  </a:lnTo>
                  <a:lnTo>
                    <a:pt x="176592" y="435949"/>
                  </a:lnTo>
                  <a:lnTo>
                    <a:pt x="176684" y="436150"/>
                  </a:lnTo>
                  <a:lnTo>
                    <a:pt x="176926" y="436685"/>
                  </a:lnTo>
                  <a:lnTo>
                    <a:pt x="177155" y="437199"/>
                  </a:lnTo>
                  <a:lnTo>
                    <a:pt x="177410" y="437763"/>
                  </a:lnTo>
                  <a:lnTo>
                    <a:pt x="177628" y="438245"/>
                  </a:lnTo>
                  <a:lnTo>
                    <a:pt x="177961" y="438985"/>
                  </a:lnTo>
                  <a:lnTo>
                    <a:pt x="178384" y="439924"/>
                  </a:lnTo>
                  <a:lnTo>
                    <a:pt x="178908" y="441087"/>
                  </a:lnTo>
                  <a:lnTo>
                    <a:pt x="179000" y="441288"/>
                  </a:lnTo>
                  <a:lnTo>
                    <a:pt x="179244" y="441832"/>
                  </a:lnTo>
                  <a:lnTo>
                    <a:pt x="179595" y="441743"/>
                  </a:lnTo>
                  <a:lnTo>
                    <a:pt x="179809" y="441687"/>
                  </a:lnTo>
                  <a:lnTo>
                    <a:pt x="180236" y="441581"/>
                  </a:lnTo>
                  <a:lnTo>
                    <a:pt x="180613" y="441491"/>
                  </a:lnTo>
                  <a:lnTo>
                    <a:pt x="180964" y="441430"/>
                  </a:lnTo>
                  <a:lnTo>
                    <a:pt x="181107" y="441405"/>
                  </a:lnTo>
                  <a:lnTo>
                    <a:pt x="181524" y="441374"/>
                  </a:lnTo>
                  <a:lnTo>
                    <a:pt x="181883" y="441308"/>
                  </a:lnTo>
                  <a:lnTo>
                    <a:pt x="182679" y="441476"/>
                  </a:lnTo>
                  <a:lnTo>
                    <a:pt x="182656" y="441654"/>
                  </a:lnTo>
                  <a:lnTo>
                    <a:pt x="182674" y="441886"/>
                  </a:lnTo>
                  <a:lnTo>
                    <a:pt x="182740" y="442077"/>
                  </a:lnTo>
                  <a:lnTo>
                    <a:pt x="183297" y="442807"/>
                  </a:lnTo>
                  <a:lnTo>
                    <a:pt x="183514" y="442977"/>
                  </a:lnTo>
                  <a:lnTo>
                    <a:pt x="183802" y="444577"/>
                  </a:lnTo>
                  <a:lnTo>
                    <a:pt x="184462" y="447742"/>
                  </a:lnTo>
                  <a:lnTo>
                    <a:pt x="184599" y="448564"/>
                  </a:lnTo>
                  <a:lnTo>
                    <a:pt x="182545" y="456702"/>
                  </a:lnTo>
                  <a:lnTo>
                    <a:pt x="182671" y="456964"/>
                  </a:lnTo>
                  <a:lnTo>
                    <a:pt x="183664" y="457705"/>
                  </a:lnTo>
                  <a:lnTo>
                    <a:pt x="184193" y="457820"/>
                  </a:lnTo>
                  <a:lnTo>
                    <a:pt x="184282" y="458005"/>
                  </a:lnTo>
                  <a:lnTo>
                    <a:pt x="184384" y="458209"/>
                  </a:lnTo>
                  <a:lnTo>
                    <a:pt x="184544" y="458555"/>
                  </a:lnTo>
                  <a:lnTo>
                    <a:pt x="184575" y="458692"/>
                  </a:lnTo>
                  <a:lnTo>
                    <a:pt x="187005" y="461878"/>
                  </a:lnTo>
                  <a:lnTo>
                    <a:pt x="188084" y="464423"/>
                  </a:lnTo>
                  <a:lnTo>
                    <a:pt x="189674" y="465866"/>
                  </a:lnTo>
                  <a:lnTo>
                    <a:pt x="189763" y="470204"/>
                  </a:lnTo>
                  <a:lnTo>
                    <a:pt x="190408" y="470729"/>
                  </a:lnTo>
                  <a:lnTo>
                    <a:pt x="192817" y="472687"/>
                  </a:lnTo>
                  <a:lnTo>
                    <a:pt x="194038" y="474059"/>
                  </a:lnTo>
                  <a:lnTo>
                    <a:pt x="198308" y="475639"/>
                  </a:lnTo>
                  <a:lnTo>
                    <a:pt x="199835" y="476066"/>
                  </a:lnTo>
                  <a:lnTo>
                    <a:pt x="199972" y="476105"/>
                  </a:lnTo>
                  <a:lnTo>
                    <a:pt x="206440" y="478616"/>
                  </a:lnTo>
                  <a:lnTo>
                    <a:pt x="207854" y="478182"/>
                  </a:lnTo>
                  <a:lnTo>
                    <a:pt x="209837" y="477573"/>
                  </a:lnTo>
                  <a:lnTo>
                    <a:pt x="213946" y="478464"/>
                  </a:lnTo>
                  <a:lnTo>
                    <a:pt x="215786" y="479090"/>
                  </a:lnTo>
                  <a:lnTo>
                    <a:pt x="217323" y="481140"/>
                  </a:lnTo>
                  <a:lnTo>
                    <a:pt x="219269" y="483736"/>
                  </a:lnTo>
                  <a:lnTo>
                    <a:pt x="215815" y="488296"/>
                  </a:lnTo>
                  <a:lnTo>
                    <a:pt x="212649" y="492476"/>
                  </a:lnTo>
                  <a:lnTo>
                    <a:pt x="215814" y="495026"/>
                  </a:lnTo>
                  <a:lnTo>
                    <a:pt x="218303" y="494660"/>
                  </a:lnTo>
                  <a:lnTo>
                    <a:pt x="221165" y="495021"/>
                  </a:lnTo>
                  <a:lnTo>
                    <a:pt x="223127" y="499003"/>
                  </a:lnTo>
                  <a:lnTo>
                    <a:pt x="221949" y="499802"/>
                  </a:lnTo>
                  <a:lnTo>
                    <a:pt x="221481" y="500925"/>
                  </a:lnTo>
                  <a:lnTo>
                    <a:pt x="221407" y="501102"/>
                  </a:lnTo>
                  <a:lnTo>
                    <a:pt x="220305" y="503746"/>
                  </a:lnTo>
                  <a:lnTo>
                    <a:pt x="218379" y="507273"/>
                  </a:lnTo>
                  <a:lnTo>
                    <a:pt x="215791" y="515744"/>
                  </a:lnTo>
                  <a:lnTo>
                    <a:pt x="221132" y="518311"/>
                  </a:lnTo>
                  <a:lnTo>
                    <a:pt x="224791" y="520685"/>
                  </a:lnTo>
                  <a:lnTo>
                    <a:pt x="227145" y="526002"/>
                  </a:lnTo>
                  <a:lnTo>
                    <a:pt x="227406" y="526635"/>
                  </a:lnTo>
                  <a:lnTo>
                    <a:pt x="226550" y="532882"/>
                  </a:lnTo>
                  <a:lnTo>
                    <a:pt x="229571" y="538536"/>
                  </a:lnTo>
                  <a:lnTo>
                    <a:pt x="230852" y="540918"/>
                  </a:lnTo>
                  <a:lnTo>
                    <a:pt x="231249" y="541174"/>
                  </a:lnTo>
                  <a:lnTo>
                    <a:pt x="233867" y="542785"/>
                  </a:lnTo>
                  <a:lnTo>
                    <a:pt x="234722" y="543304"/>
                  </a:lnTo>
                  <a:lnTo>
                    <a:pt x="236923" y="544645"/>
                  </a:lnTo>
                  <a:lnTo>
                    <a:pt x="239498" y="546210"/>
                  </a:lnTo>
                  <a:lnTo>
                    <a:pt x="242358" y="547950"/>
                  </a:lnTo>
                  <a:lnTo>
                    <a:pt x="245737" y="550004"/>
                  </a:lnTo>
                  <a:lnTo>
                    <a:pt x="249218" y="552123"/>
                  </a:lnTo>
                  <a:lnTo>
                    <a:pt x="250605" y="552966"/>
                  </a:lnTo>
                  <a:lnTo>
                    <a:pt x="254900" y="548894"/>
                  </a:lnTo>
                  <a:lnTo>
                    <a:pt x="257634" y="545825"/>
                  </a:lnTo>
                  <a:lnTo>
                    <a:pt x="261414" y="548248"/>
                  </a:lnTo>
                  <a:lnTo>
                    <a:pt x="263809" y="550317"/>
                  </a:lnTo>
                  <a:lnTo>
                    <a:pt x="264203" y="550658"/>
                  </a:lnTo>
                  <a:lnTo>
                    <a:pt x="264111" y="550848"/>
                  </a:lnTo>
                  <a:lnTo>
                    <a:pt x="263671" y="551785"/>
                  </a:lnTo>
                  <a:lnTo>
                    <a:pt x="261111" y="557207"/>
                  </a:lnTo>
                  <a:lnTo>
                    <a:pt x="260638" y="558207"/>
                  </a:lnTo>
                  <a:lnTo>
                    <a:pt x="260473" y="558569"/>
                  </a:lnTo>
                  <a:lnTo>
                    <a:pt x="259811" y="559121"/>
                  </a:lnTo>
                  <a:lnTo>
                    <a:pt x="258999" y="559800"/>
                  </a:lnTo>
                  <a:lnTo>
                    <a:pt x="257768" y="560823"/>
                  </a:lnTo>
                  <a:lnTo>
                    <a:pt x="256862" y="561513"/>
                  </a:lnTo>
                  <a:lnTo>
                    <a:pt x="255378" y="562645"/>
                  </a:lnTo>
                  <a:lnTo>
                    <a:pt x="254651" y="563200"/>
                  </a:lnTo>
                  <a:lnTo>
                    <a:pt x="254175" y="563591"/>
                  </a:lnTo>
                  <a:lnTo>
                    <a:pt x="254188" y="563836"/>
                  </a:lnTo>
                  <a:lnTo>
                    <a:pt x="254221" y="564591"/>
                  </a:lnTo>
                  <a:lnTo>
                    <a:pt x="254272" y="565803"/>
                  </a:lnTo>
                  <a:lnTo>
                    <a:pt x="254325" y="566993"/>
                  </a:lnTo>
                  <a:lnTo>
                    <a:pt x="254396" y="568627"/>
                  </a:lnTo>
                  <a:lnTo>
                    <a:pt x="254445" y="569708"/>
                  </a:lnTo>
                  <a:lnTo>
                    <a:pt x="254474" y="570400"/>
                  </a:lnTo>
                  <a:lnTo>
                    <a:pt x="254485" y="570650"/>
                  </a:lnTo>
                  <a:lnTo>
                    <a:pt x="254508" y="571174"/>
                  </a:lnTo>
                  <a:lnTo>
                    <a:pt x="254419" y="571441"/>
                  </a:lnTo>
                  <a:lnTo>
                    <a:pt x="253666" y="573686"/>
                  </a:lnTo>
                  <a:lnTo>
                    <a:pt x="253271" y="574864"/>
                  </a:lnTo>
                  <a:lnTo>
                    <a:pt x="252928" y="575892"/>
                  </a:lnTo>
                  <a:lnTo>
                    <a:pt x="252686" y="576609"/>
                  </a:lnTo>
                  <a:lnTo>
                    <a:pt x="252582" y="577085"/>
                  </a:lnTo>
                  <a:lnTo>
                    <a:pt x="252646" y="577734"/>
                  </a:lnTo>
                  <a:lnTo>
                    <a:pt x="252702" y="578268"/>
                  </a:lnTo>
                  <a:lnTo>
                    <a:pt x="252793" y="579184"/>
                  </a:lnTo>
                  <a:lnTo>
                    <a:pt x="252880" y="580037"/>
                  </a:lnTo>
                  <a:lnTo>
                    <a:pt x="252467" y="580337"/>
                  </a:lnTo>
                  <a:lnTo>
                    <a:pt x="251841" y="580795"/>
                  </a:lnTo>
                  <a:lnTo>
                    <a:pt x="251363" y="581144"/>
                  </a:lnTo>
                  <a:lnTo>
                    <a:pt x="250501" y="581772"/>
                  </a:lnTo>
                  <a:lnTo>
                    <a:pt x="249735" y="582332"/>
                  </a:lnTo>
                  <a:lnTo>
                    <a:pt x="249208" y="582716"/>
                  </a:lnTo>
                  <a:lnTo>
                    <a:pt x="249287" y="582958"/>
                  </a:lnTo>
                  <a:lnTo>
                    <a:pt x="249475" y="583523"/>
                  </a:lnTo>
                  <a:lnTo>
                    <a:pt x="249758" y="584380"/>
                  </a:lnTo>
                  <a:lnTo>
                    <a:pt x="251266" y="588959"/>
                  </a:lnTo>
                  <a:lnTo>
                    <a:pt x="251485" y="589622"/>
                  </a:lnTo>
                  <a:lnTo>
                    <a:pt x="251763" y="590462"/>
                  </a:lnTo>
                  <a:lnTo>
                    <a:pt x="252111" y="591523"/>
                  </a:lnTo>
                  <a:lnTo>
                    <a:pt x="252264" y="591978"/>
                  </a:lnTo>
                  <a:lnTo>
                    <a:pt x="251564" y="591785"/>
                  </a:lnTo>
                  <a:lnTo>
                    <a:pt x="249885" y="591261"/>
                  </a:lnTo>
                  <a:lnTo>
                    <a:pt x="248330" y="590777"/>
                  </a:lnTo>
                  <a:lnTo>
                    <a:pt x="247358" y="590474"/>
                  </a:lnTo>
                  <a:lnTo>
                    <a:pt x="245195" y="590273"/>
                  </a:lnTo>
                  <a:lnTo>
                    <a:pt x="243750" y="590139"/>
                  </a:lnTo>
                  <a:lnTo>
                    <a:pt x="243396" y="590105"/>
                  </a:lnTo>
                  <a:lnTo>
                    <a:pt x="243177" y="590105"/>
                  </a:lnTo>
                  <a:lnTo>
                    <a:pt x="242959" y="590141"/>
                  </a:lnTo>
                  <a:lnTo>
                    <a:pt x="242694" y="590210"/>
                  </a:lnTo>
                  <a:lnTo>
                    <a:pt x="240737" y="590721"/>
                  </a:lnTo>
                  <a:lnTo>
                    <a:pt x="239012" y="591169"/>
                  </a:lnTo>
                  <a:lnTo>
                    <a:pt x="237495" y="591566"/>
                  </a:lnTo>
                  <a:lnTo>
                    <a:pt x="236155" y="591915"/>
                  </a:lnTo>
                  <a:lnTo>
                    <a:pt x="233877" y="592507"/>
                  </a:lnTo>
                  <a:lnTo>
                    <a:pt x="231599" y="593102"/>
                  </a:lnTo>
                  <a:lnTo>
                    <a:pt x="231223" y="593200"/>
                  </a:lnTo>
                  <a:lnTo>
                    <a:pt x="231017" y="593355"/>
                  </a:lnTo>
                  <a:lnTo>
                    <a:pt x="229648" y="594390"/>
                  </a:lnTo>
                  <a:lnTo>
                    <a:pt x="228440" y="595304"/>
                  </a:lnTo>
                  <a:lnTo>
                    <a:pt x="227193" y="596245"/>
                  </a:lnTo>
                  <a:lnTo>
                    <a:pt x="225065" y="597856"/>
                  </a:lnTo>
                  <a:lnTo>
                    <a:pt x="224106" y="598604"/>
                  </a:lnTo>
                  <a:lnTo>
                    <a:pt x="223259" y="599261"/>
                  </a:lnTo>
                  <a:lnTo>
                    <a:pt x="221885" y="600332"/>
                  </a:lnTo>
                  <a:lnTo>
                    <a:pt x="220913" y="601085"/>
                  </a:lnTo>
                  <a:lnTo>
                    <a:pt x="219824" y="601932"/>
                  </a:lnTo>
                  <a:lnTo>
                    <a:pt x="219292" y="602347"/>
                  </a:lnTo>
                  <a:lnTo>
                    <a:pt x="216139" y="603116"/>
                  </a:lnTo>
                  <a:lnTo>
                    <a:pt x="214887" y="603421"/>
                  </a:lnTo>
                  <a:lnTo>
                    <a:pt x="213478" y="603764"/>
                  </a:lnTo>
                  <a:lnTo>
                    <a:pt x="212231" y="604067"/>
                  </a:lnTo>
                  <a:lnTo>
                    <a:pt x="211101" y="604345"/>
                  </a:lnTo>
                  <a:lnTo>
                    <a:pt x="210340" y="604530"/>
                  </a:lnTo>
                  <a:lnTo>
                    <a:pt x="209421" y="604754"/>
                  </a:lnTo>
                  <a:lnTo>
                    <a:pt x="209414" y="605024"/>
                  </a:lnTo>
                  <a:lnTo>
                    <a:pt x="209332" y="605713"/>
                  </a:lnTo>
                  <a:lnTo>
                    <a:pt x="209261" y="607734"/>
                  </a:lnTo>
                  <a:lnTo>
                    <a:pt x="209299" y="608291"/>
                  </a:lnTo>
                  <a:lnTo>
                    <a:pt x="209935" y="609077"/>
                  </a:lnTo>
                  <a:lnTo>
                    <a:pt x="210488" y="609840"/>
                  </a:lnTo>
                  <a:lnTo>
                    <a:pt x="211185" y="610802"/>
                  </a:lnTo>
                  <a:lnTo>
                    <a:pt x="211727" y="611550"/>
                  </a:lnTo>
                  <a:lnTo>
                    <a:pt x="212366" y="612433"/>
                  </a:lnTo>
                  <a:lnTo>
                    <a:pt x="212651" y="612828"/>
                  </a:lnTo>
                  <a:lnTo>
                    <a:pt x="212628" y="613080"/>
                  </a:lnTo>
                  <a:lnTo>
                    <a:pt x="212490" y="614499"/>
                  </a:lnTo>
                  <a:lnTo>
                    <a:pt x="212414" y="615298"/>
                  </a:lnTo>
                  <a:lnTo>
                    <a:pt x="212343" y="616021"/>
                  </a:lnTo>
                  <a:lnTo>
                    <a:pt x="212200" y="617505"/>
                  </a:lnTo>
                  <a:lnTo>
                    <a:pt x="212076" y="618802"/>
                  </a:lnTo>
                  <a:lnTo>
                    <a:pt x="211994" y="619645"/>
                  </a:lnTo>
                  <a:lnTo>
                    <a:pt x="212226" y="620062"/>
                  </a:lnTo>
                  <a:lnTo>
                    <a:pt x="212793" y="621085"/>
                  </a:lnTo>
                  <a:lnTo>
                    <a:pt x="213231" y="621876"/>
                  </a:lnTo>
                  <a:lnTo>
                    <a:pt x="213585" y="622517"/>
                  </a:lnTo>
                  <a:lnTo>
                    <a:pt x="214208" y="623640"/>
                  </a:lnTo>
                  <a:lnTo>
                    <a:pt x="214674" y="624484"/>
                  </a:lnTo>
                  <a:lnTo>
                    <a:pt x="215043" y="625148"/>
                  </a:lnTo>
                  <a:lnTo>
                    <a:pt x="215361" y="625724"/>
                  </a:lnTo>
                  <a:lnTo>
                    <a:pt x="215737" y="626405"/>
                  </a:lnTo>
                  <a:lnTo>
                    <a:pt x="216213" y="627260"/>
                  </a:lnTo>
                  <a:lnTo>
                    <a:pt x="216740" y="628215"/>
                  </a:lnTo>
                  <a:lnTo>
                    <a:pt x="216900" y="628505"/>
                  </a:lnTo>
                  <a:lnTo>
                    <a:pt x="216923" y="628657"/>
                  </a:lnTo>
                  <a:lnTo>
                    <a:pt x="216989" y="629095"/>
                  </a:lnTo>
                  <a:lnTo>
                    <a:pt x="217134" y="630052"/>
                  </a:lnTo>
                  <a:lnTo>
                    <a:pt x="217231" y="630685"/>
                  </a:lnTo>
                  <a:lnTo>
                    <a:pt x="217330" y="631347"/>
                  </a:lnTo>
                  <a:lnTo>
                    <a:pt x="217450" y="632141"/>
                  </a:lnTo>
                  <a:lnTo>
                    <a:pt x="217541" y="632736"/>
                  </a:lnTo>
                  <a:lnTo>
                    <a:pt x="217651" y="633461"/>
                  </a:lnTo>
                  <a:lnTo>
                    <a:pt x="217707" y="633828"/>
                  </a:lnTo>
                  <a:lnTo>
                    <a:pt x="217786" y="634355"/>
                  </a:lnTo>
                  <a:lnTo>
                    <a:pt x="217872" y="634925"/>
                  </a:lnTo>
                  <a:lnTo>
                    <a:pt x="217931" y="635309"/>
                  </a:lnTo>
                  <a:lnTo>
                    <a:pt x="218040" y="636044"/>
                  </a:lnTo>
                  <a:lnTo>
                    <a:pt x="218098" y="636423"/>
                  </a:lnTo>
                  <a:lnTo>
                    <a:pt x="218246" y="636459"/>
                  </a:lnTo>
                  <a:lnTo>
                    <a:pt x="218582" y="636545"/>
                  </a:lnTo>
                  <a:lnTo>
                    <a:pt x="218946" y="636637"/>
                  </a:lnTo>
                  <a:lnTo>
                    <a:pt x="219417" y="636757"/>
                  </a:lnTo>
                  <a:lnTo>
                    <a:pt x="219811" y="636856"/>
                  </a:lnTo>
                  <a:lnTo>
                    <a:pt x="220228" y="636960"/>
                  </a:lnTo>
                  <a:lnTo>
                    <a:pt x="220694" y="637080"/>
                  </a:lnTo>
                  <a:lnTo>
                    <a:pt x="221104" y="637184"/>
                  </a:lnTo>
                  <a:lnTo>
                    <a:pt x="221501" y="637283"/>
                  </a:lnTo>
                  <a:lnTo>
                    <a:pt x="222037" y="637421"/>
                  </a:lnTo>
                  <a:lnTo>
                    <a:pt x="223811" y="641077"/>
                  </a:lnTo>
                  <a:lnTo>
                    <a:pt x="224050" y="641568"/>
                  </a:lnTo>
                  <a:lnTo>
                    <a:pt x="224310" y="642103"/>
                  </a:lnTo>
                  <a:lnTo>
                    <a:pt x="224584" y="642668"/>
                  </a:lnTo>
                  <a:lnTo>
                    <a:pt x="224826" y="643166"/>
                  </a:lnTo>
                  <a:lnTo>
                    <a:pt x="224930" y="643378"/>
                  </a:lnTo>
                  <a:lnTo>
                    <a:pt x="225162" y="644001"/>
                  </a:lnTo>
                  <a:lnTo>
                    <a:pt x="225404" y="644355"/>
                  </a:lnTo>
                  <a:lnTo>
                    <a:pt x="225844" y="645263"/>
                  </a:lnTo>
                  <a:lnTo>
                    <a:pt x="226579" y="646780"/>
                  </a:lnTo>
                  <a:lnTo>
                    <a:pt x="227353" y="647795"/>
                  </a:lnTo>
                  <a:lnTo>
                    <a:pt x="230712" y="652202"/>
                  </a:lnTo>
                  <a:lnTo>
                    <a:pt x="230844" y="652462"/>
                  </a:lnTo>
                  <a:lnTo>
                    <a:pt x="230974" y="652719"/>
                  </a:lnTo>
                  <a:lnTo>
                    <a:pt x="231511" y="653792"/>
                  </a:lnTo>
                  <a:lnTo>
                    <a:pt x="231696" y="654159"/>
                  </a:lnTo>
                  <a:lnTo>
                    <a:pt x="231923" y="654612"/>
                  </a:lnTo>
                  <a:lnTo>
                    <a:pt x="232164" y="655093"/>
                  </a:lnTo>
                  <a:lnTo>
                    <a:pt x="232363" y="655484"/>
                  </a:lnTo>
                  <a:lnTo>
                    <a:pt x="232549" y="655856"/>
                  </a:lnTo>
                  <a:lnTo>
                    <a:pt x="232785" y="656324"/>
                  </a:lnTo>
                  <a:lnTo>
                    <a:pt x="232897" y="656540"/>
                  </a:lnTo>
                  <a:lnTo>
                    <a:pt x="233111" y="656935"/>
                  </a:lnTo>
                  <a:lnTo>
                    <a:pt x="233294" y="657276"/>
                  </a:lnTo>
                  <a:lnTo>
                    <a:pt x="233495" y="657619"/>
                  </a:lnTo>
                  <a:lnTo>
                    <a:pt x="233671" y="657897"/>
                  </a:lnTo>
                  <a:lnTo>
                    <a:pt x="233880" y="658222"/>
                  </a:lnTo>
                  <a:lnTo>
                    <a:pt x="234116" y="658591"/>
                  </a:lnTo>
                  <a:lnTo>
                    <a:pt x="234610" y="659362"/>
                  </a:lnTo>
                  <a:lnTo>
                    <a:pt x="234818" y="659785"/>
                  </a:lnTo>
                  <a:lnTo>
                    <a:pt x="235170" y="660334"/>
                  </a:lnTo>
                  <a:lnTo>
                    <a:pt x="235388" y="660579"/>
                  </a:lnTo>
                  <a:lnTo>
                    <a:pt x="235679" y="661029"/>
                  </a:lnTo>
                  <a:lnTo>
                    <a:pt x="236073" y="661645"/>
                  </a:lnTo>
                  <a:lnTo>
                    <a:pt x="236210" y="661858"/>
                  </a:lnTo>
                  <a:lnTo>
                    <a:pt x="236348" y="662075"/>
                  </a:lnTo>
                  <a:lnTo>
                    <a:pt x="236999" y="663090"/>
                  </a:lnTo>
                  <a:lnTo>
                    <a:pt x="237159" y="663072"/>
                  </a:lnTo>
                  <a:lnTo>
                    <a:pt x="237381" y="663047"/>
                  </a:lnTo>
                  <a:lnTo>
                    <a:pt x="237625" y="663023"/>
                  </a:lnTo>
                  <a:lnTo>
                    <a:pt x="237915" y="663105"/>
                  </a:lnTo>
                  <a:lnTo>
                    <a:pt x="238106" y="663172"/>
                  </a:lnTo>
                  <a:lnTo>
                    <a:pt x="238254" y="663258"/>
                  </a:lnTo>
                  <a:lnTo>
                    <a:pt x="238414" y="663319"/>
                  </a:lnTo>
                  <a:lnTo>
                    <a:pt x="238735" y="663456"/>
                  </a:lnTo>
                  <a:lnTo>
                    <a:pt x="239467" y="663935"/>
                  </a:lnTo>
                  <a:lnTo>
                    <a:pt x="239671" y="664141"/>
                  </a:lnTo>
                  <a:lnTo>
                    <a:pt x="239808" y="664314"/>
                  </a:lnTo>
                  <a:lnTo>
                    <a:pt x="239938" y="664591"/>
                  </a:lnTo>
                  <a:lnTo>
                    <a:pt x="240928" y="666711"/>
                  </a:lnTo>
                  <a:lnTo>
                    <a:pt x="241215" y="667327"/>
                  </a:lnTo>
                  <a:lnTo>
                    <a:pt x="241320" y="667553"/>
                  </a:lnTo>
                  <a:lnTo>
                    <a:pt x="241437" y="667802"/>
                  </a:lnTo>
                  <a:lnTo>
                    <a:pt x="241528" y="668001"/>
                  </a:lnTo>
                  <a:lnTo>
                    <a:pt x="241623" y="668166"/>
                  </a:lnTo>
                  <a:lnTo>
                    <a:pt x="241686" y="668306"/>
                  </a:lnTo>
                  <a:lnTo>
                    <a:pt x="241808" y="668571"/>
                  </a:lnTo>
                  <a:lnTo>
                    <a:pt x="242204" y="669430"/>
                  </a:lnTo>
                  <a:lnTo>
                    <a:pt x="242409" y="669871"/>
                  </a:lnTo>
                  <a:lnTo>
                    <a:pt x="242707" y="670517"/>
                  </a:lnTo>
                  <a:lnTo>
                    <a:pt x="242683" y="670692"/>
                  </a:lnTo>
                  <a:lnTo>
                    <a:pt x="242516" y="671909"/>
                  </a:lnTo>
                  <a:lnTo>
                    <a:pt x="242533" y="672059"/>
                  </a:lnTo>
                  <a:lnTo>
                    <a:pt x="242541" y="672454"/>
                  </a:lnTo>
                  <a:lnTo>
                    <a:pt x="242562" y="673721"/>
                  </a:lnTo>
                  <a:lnTo>
                    <a:pt x="242572" y="674421"/>
                  </a:lnTo>
                  <a:lnTo>
                    <a:pt x="244075" y="679828"/>
                  </a:lnTo>
                  <a:lnTo>
                    <a:pt x="244261" y="680596"/>
                  </a:lnTo>
                  <a:lnTo>
                    <a:pt x="244220" y="680978"/>
                  </a:lnTo>
                  <a:lnTo>
                    <a:pt x="243671" y="685907"/>
                  </a:lnTo>
                  <a:lnTo>
                    <a:pt x="243572" y="686798"/>
                  </a:lnTo>
                  <a:lnTo>
                    <a:pt x="243462" y="687777"/>
                  </a:lnTo>
                  <a:lnTo>
                    <a:pt x="243556" y="687958"/>
                  </a:lnTo>
                  <a:lnTo>
                    <a:pt x="243691" y="688217"/>
                  </a:lnTo>
                  <a:lnTo>
                    <a:pt x="243951" y="688716"/>
                  </a:lnTo>
                  <a:lnTo>
                    <a:pt x="244317" y="689421"/>
                  </a:lnTo>
                  <a:lnTo>
                    <a:pt x="244686" y="690131"/>
                  </a:lnTo>
                  <a:lnTo>
                    <a:pt x="244890" y="690523"/>
                  </a:lnTo>
                  <a:lnTo>
                    <a:pt x="245081" y="690892"/>
                  </a:lnTo>
                  <a:lnTo>
                    <a:pt x="245121" y="691136"/>
                  </a:lnTo>
                  <a:lnTo>
                    <a:pt x="245162" y="691378"/>
                  </a:lnTo>
                  <a:lnTo>
                    <a:pt x="245294" y="692182"/>
                  </a:lnTo>
                  <a:lnTo>
                    <a:pt x="245164" y="692467"/>
                  </a:lnTo>
                  <a:lnTo>
                    <a:pt x="244885" y="693024"/>
                  </a:lnTo>
                  <a:lnTo>
                    <a:pt x="244439" y="693907"/>
                  </a:lnTo>
                  <a:lnTo>
                    <a:pt x="243976" y="694826"/>
                  </a:lnTo>
                  <a:lnTo>
                    <a:pt x="243536" y="695699"/>
                  </a:lnTo>
                  <a:lnTo>
                    <a:pt x="243287" y="696192"/>
                  </a:lnTo>
                  <a:lnTo>
                    <a:pt x="242801" y="697151"/>
                  </a:lnTo>
                  <a:lnTo>
                    <a:pt x="242475" y="697798"/>
                  </a:lnTo>
                  <a:lnTo>
                    <a:pt x="242597" y="698266"/>
                  </a:lnTo>
                  <a:lnTo>
                    <a:pt x="242757" y="698892"/>
                  </a:lnTo>
                  <a:lnTo>
                    <a:pt x="242910" y="699485"/>
                  </a:lnTo>
                  <a:lnTo>
                    <a:pt x="243022" y="699928"/>
                  </a:lnTo>
                  <a:lnTo>
                    <a:pt x="243282" y="700930"/>
                  </a:lnTo>
                  <a:lnTo>
                    <a:pt x="243480" y="701701"/>
                  </a:lnTo>
                  <a:lnTo>
                    <a:pt x="243694" y="702538"/>
                  </a:lnTo>
                  <a:lnTo>
                    <a:pt x="243564" y="702915"/>
                  </a:lnTo>
                  <a:lnTo>
                    <a:pt x="242878" y="704894"/>
                  </a:lnTo>
                  <a:lnTo>
                    <a:pt x="242030" y="707342"/>
                  </a:lnTo>
                  <a:lnTo>
                    <a:pt x="241455" y="707610"/>
                  </a:lnTo>
                  <a:lnTo>
                    <a:pt x="241002" y="707818"/>
                  </a:lnTo>
                  <a:lnTo>
                    <a:pt x="240472" y="708065"/>
                  </a:lnTo>
                  <a:lnTo>
                    <a:pt x="239907" y="708327"/>
                  </a:lnTo>
                  <a:lnTo>
                    <a:pt x="239462" y="708533"/>
                  </a:lnTo>
                  <a:lnTo>
                    <a:pt x="238806" y="708839"/>
                  </a:lnTo>
                  <a:lnTo>
                    <a:pt x="238256" y="709096"/>
                  </a:lnTo>
                  <a:lnTo>
                    <a:pt x="237752" y="709330"/>
                  </a:lnTo>
                  <a:lnTo>
                    <a:pt x="237266" y="709554"/>
                  </a:lnTo>
                  <a:lnTo>
                    <a:pt x="236724" y="709806"/>
                  </a:lnTo>
                  <a:lnTo>
                    <a:pt x="236037" y="710131"/>
                  </a:lnTo>
                  <a:lnTo>
                    <a:pt x="235691" y="710320"/>
                  </a:lnTo>
                  <a:lnTo>
                    <a:pt x="235164" y="710762"/>
                  </a:lnTo>
                  <a:lnTo>
                    <a:pt x="234681" y="711111"/>
                  </a:lnTo>
                  <a:lnTo>
                    <a:pt x="234228" y="711437"/>
                  </a:lnTo>
                  <a:lnTo>
                    <a:pt x="233699" y="711816"/>
                  </a:lnTo>
                  <a:lnTo>
                    <a:pt x="233424" y="712014"/>
                  </a:lnTo>
                  <a:lnTo>
                    <a:pt x="233058" y="712276"/>
                  </a:lnTo>
                  <a:lnTo>
                    <a:pt x="232661" y="712564"/>
                  </a:lnTo>
                  <a:lnTo>
                    <a:pt x="232256" y="712856"/>
                  </a:lnTo>
                  <a:lnTo>
                    <a:pt x="231783" y="713197"/>
                  </a:lnTo>
                  <a:lnTo>
                    <a:pt x="231505" y="713396"/>
                  </a:lnTo>
                  <a:lnTo>
                    <a:pt x="231002" y="713757"/>
                  </a:lnTo>
                  <a:lnTo>
                    <a:pt x="230671" y="713996"/>
                  </a:lnTo>
                  <a:lnTo>
                    <a:pt x="230254" y="714297"/>
                  </a:lnTo>
                  <a:lnTo>
                    <a:pt x="229867" y="714589"/>
                  </a:lnTo>
                  <a:lnTo>
                    <a:pt x="229740" y="714734"/>
                  </a:lnTo>
                  <a:lnTo>
                    <a:pt x="229475" y="715037"/>
                  </a:lnTo>
                  <a:lnTo>
                    <a:pt x="229063" y="715508"/>
                  </a:lnTo>
                  <a:lnTo>
                    <a:pt x="228452" y="716202"/>
                  </a:lnTo>
                  <a:lnTo>
                    <a:pt x="228243" y="716439"/>
                  </a:lnTo>
                  <a:lnTo>
                    <a:pt x="227686" y="717078"/>
                  </a:lnTo>
                  <a:lnTo>
                    <a:pt x="227274" y="717549"/>
                  </a:lnTo>
                  <a:lnTo>
                    <a:pt x="226979" y="717844"/>
                  </a:lnTo>
                  <a:lnTo>
                    <a:pt x="226760" y="717874"/>
                  </a:lnTo>
                  <a:lnTo>
                    <a:pt x="226020" y="717984"/>
                  </a:lnTo>
                  <a:lnTo>
                    <a:pt x="216676" y="719350"/>
                  </a:lnTo>
                  <a:lnTo>
                    <a:pt x="209750" y="720688"/>
                  </a:lnTo>
                  <a:lnTo>
                    <a:pt x="209582" y="720722"/>
                  </a:lnTo>
                  <a:lnTo>
                    <a:pt x="208396" y="720951"/>
                  </a:lnTo>
                  <a:lnTo>
                    <a:pt x="207264" y="721169"/>
                  </a:lnTo>
                  <a:lnTo>
                    <a:pt x="206002" y="721414"/>
                  </a:lnTo>
                  <a:lnTo>
                    <a:pt x="204859" y="721625"/>
                  </a:lnTo>
                  <a:lnTo>
                    <a:pt x="204676" y="721661"/>
                  </a:lnTo>
                  <a:lnTo>
                    <a:pt x="203472" y="721887"/>
                  </a:lnTo>
                  <a:lnTo>
                    <a:pt x="202124" y="722139"/>
                  </a:lnTo>
                  <a:lnTo>
                    <a:pt x="200455" y="722452"/>
                  </a:lnTo>
                  <a:lnTo>
                    <a:pt x="199129" y="722701"/>
                  </a:lnTo>
                  <a:lnTo>
                    <a:pt x="197238" y="723057"/>
                  </a:lnTo>
                  <a:lnTo>
                    <a:pt x="196014" y="723286"/>
                  </a:lnTo>
                  <a:lnTo>
                    <a:pt x="194928" y="723490"/>
                  </a:lnTo>
                  <a:lnTo>
                    <a:pt x="193399" y="723698"/>
                  </a:lnTo>
                  <a:lnTo>
                    <a:pt x="196263" y="727478"/>
                  </a:lnTo>
                  <a:lnTo>
                    <a:pt x="198332" y="730207"/>
                  </a:lnTo>
                  <a:lnTo>
                    <a:pt x="201769" y="734743"/>
                  </a:lnTo>
                  <a:lnTo>
                    <a:pt x="206324" y="740759"/>
                  </a:lnTo>
                  <a:lnTo>
                    <a:pt x="214948" y="752094"/>
                  </a:lnTo>
                  <a:lnTo>
                    <a:pt x="216642" y="754329"/>
                  </a:lnTo>
                  <a:lnTo>
                    <a:pt x="218719" y="761826"/>
                  </a:lnTo>
                  <a:lnTo>
                    <a:pt x="219522" y="764729"/>
                  </a:lnTo>
                  <a:lnTo>
                    <a:pt x="222762" y="769001"/>
                  </a:lnTo>
                  <a:lnTo>
                    <a:pt x="227713" y="775529"/>
                  </a:lnTo>
                  <a:lnTo>
                    <a:pt x="228452" y="776504"/>
                  </a:lnTo>
                  <a:lnTo>
                    <a:pt x="237744" y="788746"/>
                  </a:lnTo>
                  <a:lnTo>
                    <a:pt x="239226" y="794944"/>
                  </a:lnTo>
                  <a:lnTo>
                    <a:pt x="240426" y="799922"/>
                  </a:lnTo>
                  <a:lnTo>
                    <a:pt x="242699" y="809784"/>
                  </a:lnTo>
                  <a:lnTo>
                    <a:pt x="244944" y="819508"/>
                  </a:lnTo>
                  <a:lnTo>
                    <a:pt x="247861" y="817654"/>
                  </a:lnTo>
                  <a:lnTo>
                    <a:pt x="250715" y="815839"/>
                  </a:lnTo>
                  <a:lnTo>
                    <a:pt x="260455" y="809649"/>
                  </a:lnTo>
                  <a:lnTo>
                    <a:pt x="266906" y="813180"/>
                  </a:lnTo>
                  <a:lnTo>
                    <a:pt x="268298" y="813941"/>
                  </a:lnTo>
                  <a:lnTo>
                    <a:pt x="271543" y="815214"/>
                  </a:lnTo>
                  <a:lnTo>
                    <a:pt x="273974" y="816159"/>
                  </a:lnTo>
                  <a:lnTo>
                    <a:pt x="276194" y="817025"/>
                  </a:lnTo>
                  <a:lnTo>
                    <a:pt x="277066" y="817366"/>
                  </a:lnTo>
                  <a:lnTo>
                    <a:pt x="278580" y="817957"/>
                  </a:lnTo>
                  <a:lnTo>
                    <a:pt x="280259" y="818616"/>
                  </a:lnTo>
                  <a:lnTo>
                    <a:pt x="283562" y="819908"/>
                  </a:lnTo>
                  <a:lnTo>
                    <a:pt x="289648" y="822294"/>
                  </a:lnTo>
                  <a:lnTo>
                    <a:pt x="297202" y="821159"/>
                  </a:lnTo>
                  <a:lnTo>
                    <a:pt x="305415" y="819925"/>
                  </a:lnTo>
                  <a:lnTo>
                    <a:pt x="311092" y="819072"/>
                  </a:lnTo>
                  <a:lnTo>
                    <a:pt x="314703" y="818531"/>
                  </a:lnTo>
                  <a:lnTo>
                    <a:pt x="315731" y="819617"/>
                  </a:lnTo>
                  <a:lnTo>
                    <a:pt x="317288" y="821259"/>
                  </a:lnTo>
                  <a:lnTo>
                    <a:pt x="321485" y="825683"/>
                  </a:lnTo>
                  <a:lnTo>
                    <a:pt x="329452" y="834005"/>
                  </a:lnTo>
                  <a:lnTo>
                    <a:pt x="334439" y="829715"/>
                  </a:lnTo>
                  <a:lnTo>
                    <a:pt x="335780" y="828562"/>
                  </a:lnTo>
                  <a:lnTo>
                    <a:pt x="343037" y="822267"/>
                  </a:lnTo>
                  <a:lnTo>
                    <a:pt x="343514" y="821853"/>
                  </a:lnTo>
                  <a:lnTo>
                    <a:pt x="345570" y="820067"/>
                  </a:lnTo>
                  <a:lnTo>
                    <a:pt x="347797" y="818133"/>
                  </a:lnTo>
                  <a:lnTo>
                    <a:pt x="350236" y="816149"/>
                  </a:lnTo>
                  <a:lnTo>
                    <a:pt x="355014" y="812282"/>
                  </a:lnTo>
                  <a:lnTo>
                    <a:pt x="365541" y="809073"/>
                  </a:lnTo>
                  <a:lnTo>
                    <a:pt x="369911" y="807742"/>
                  </a:lnTo>
                  <a:lnTo>
                    <a:pt x="378313" y="805183"/>
                  </a:lnTo>
                  <a:lnTo>
                    <a:pt x="382376" y="791622"/>
                  </a:lnTo>
                  <a:lnTo>
                    <a:pt x="382869" y="786105"/>
                  </a:lnTo>
                  <a:lnTo>
                    <a:pt x="383286" y="781442"/>
                  </a:lnTo>
                  <a:lnTo>
                    <a:pt x="384143" y="771819"/>
                  </a:lnTo>
                  <a:lnTo>
                    <a:pt x="387766" y="769258"/>
                  </a:lnTo>
                  <a:lnTo>
                    <a:pt x="393190" y="765437"/>
                  </a:lnTo>
                  <a:lnTo>
                    <a:pt x="401375" y="766112"/>
                  </a:lnTo>
                  <a:lnTo>
                    <a:pt x="404944" y="766407"/>
                  </a:lnTo>
                  <a:lnTo>
                    <a:pt x="408803" y="770447"/>
                  </a:lnTo>
                  <a:lnTo>
                    <a:pt x="416295" y="778279"/>
                  </a:lnTo>
                  <a:lnTo>
                    <a:pt x="424330" y="774277"/>
                  </a:lnTo>
                  <a:lnTo>
                    <a:pt x="425286" y="784513"/>
                  </a:lnTo>
                  <a:lnTo>
                    <a:pt x="427301" y="785013"/>
                  </a:lnTo>
                  <a:lnTo>
                    <a:pt x="427895" y="785161"/>
                  </a:lnTo>
                  <a:lnTo>
                    <a:pt x="431253" y="785995"/>
                  </a:lnTo>
                  <a:lnTo>
                    <a:pt x="432945" y="787457"/>
                  </a:lnTo>
                  <a:lnTo>
                    <a:pt x="436403" y="790439"/>
                  </a:lnTo>
                  <a:lnTo>
                    <a:pt x="439358" y="791456"/>
                  </a:lnTo>
                  <a:lnTo>
                    <a:pt x="442057" y="792391"/>
                  </a:lnTo>
                  <a:lnTo>
                    <a:pt x="444685" y="792751"/>
                  </a:lnTo>
                  <a:lnTo>
                    <a:pt x="452602" y="793839"/>
                  </a:lnTo>
                  <a:lnTo>
                    <a:pt x="455947" y="794299"/>
                  </a:lnTo>
                  <a:lnTo>
                    <a:pt x="459709" y="794787"/>
                  </a:lnTo>
                  <a:lnTo>
                    <a:pt x="462391" y="795266"/>
                  </a:lnTo>
                  <a:lnTo>
                    <a:pt x="464177" y="795587"/>
                  </a:lnTo>
                  <a:lnTo>
                    <a:pt x="471379" y="796872"/>
                  </a:lnTo>
                  <a:lnTo>
                    <a:pt x="474862" y="797497"/>
                  </a:lnTo>
                  <a:lnTo>
                    <a:pt x="482050" y="801094"/>
                  </a:lnTo>
                  <a:lnTo>
                    <a:pt x="487157" y="803645"/>
                  </a:lnTo>
                  <a:lnTo>
                    <a:pt x="494800" y="807468"/>
                  </a:lnTo>
                  <a:lnTo>
                    <a:pt x="496227" y="809996"/>
                  </a:lnTo>
                  <a:lnTo>
                    <a:pt x="497025" y="811409"/>
                  </a:lnTo>
                  <a:lnTo>
                    <a:pt x="497403" y="812079"/>
                  </a:lnTo>
                  <a:lnTo>
                    <a:pt x="499109" y="815112"/>
                  </a:lnTo>
                  <a:lnTo>
                    <a:pt x="501454" y="819349"/>
                  </a:lnTo>
                  <a:lnTo>
                    <a:pt x="505706" y="827025"/>
                  </a:lnTo>
                  <a:lnTo>
                    <a:pt x="510775" y="828397"/>
                  </a:lnTo>
                  <a:lnTo>
                    <a:pt x="510269" y="824036"/>
                  </a:lnTo>
                  <a:lnTo>
                    <a:pt x="510035" y="822033"/>
                  </a:lnTo>
                  <a:lnTo>
                    <a:pt x="509878" y="820676"/>
                  </a:lnTo>
                  <a:lnTo>
                    <a:pt x="528357" y="797943"/>
                  </a:lnTo>
                  <a:lnTo>
                    <a:pt x="527751" y="796058"/>
                  </a:lnTo>
                  <a:lnTo>
                    <a:pt x="525962" y="788639"/>
                  </a:lnTo>
                  <a:lnTo>
                    <a:pt x="525957" y="788512"/>
                  </a:lnTo>
                  <a:lnTo>
                    <a:pt x="525951" y="788352"/>
                  </a:lnTo>
                  <a:lnTo>
                    <a:pt x="525969" y="788215"/>
                  </a:lnTo>
                  <a:lnTo>
                    <a:pt x="525963" y="787920"/>
                  </a:lnTo>
                  <a:lnTo>
                    <a:pt x="525987" y="787673"/>
                  </a:lnTo>
                  <a:lnTo>
                    <a:pt x="525995" y="787433"/>
                  </a:lnTo>
                  <a:lnTo>
                    <a:pt x="526008" y="787092"/>
                  </a:lnTo>
                  <a:lnTo>
                    <a:pt x="526013" y="786603"/>
                  </a:lnTo>
                  <a:lnTo>
                    <a:pt x="526017" y="786456"/>
                  </a:lnTo>
                  <a:lnTo>
                    <a:pt x="526010" y="786064"/>
                  </a:lnTo>
                  <a:lnTo>
                    <a:pt x="525969" y="785857"/>
                  </a:lnTo>
                  <a:lnTo>
                    <a:pt x="525917" y="785605"/>
                  </a:lnTo>
                  <a:lnTo>
                    <a:pt x="525859" y="785412"/>
                  </a:lnTo>
                  <a:lnTo>
                    <a:pt x="525773" y="785160"/>
                  </a:lnTo>
                  <a:lnTo>
                    <a:pt x="525710" y="784918"/>
                  </a:lnTo>
                  <a:lnTo>
                    <a:pt x="525666" y="784748"/>
                  </a:lnTo>
                  <a:lnTo>
                    <a:pt x="525342" y="784121"/>
                  </a:lnTo>
                  <a:lnTo>
                    <a:pt x="525423" y="782899"/>
                  </a:lnTo>
                  <a:lnTo>
                    <a:pt x="525758" y="781718"/>
                  </a:lnTo>
                  <a:lnTo>
                    <a:pt x="525798" y="781585"/>
                  </a:lnTo>
                  <a:lnTo>
                    <a:pt x="525810" y="781343"/>
                  </a:lnTo>
                  <a:lnTo>
                    <a:pt x="525839" y="780642"/>
                  </a:lnTo>
                  <a:lnTo>
                    <a:pt x="525854" y="780429"/>
                  </a:lnTo>
                  <a:lnTo>
                    <a:pt x="526361" y="779927"/>
                  </a:lnTo>
                  <a:lnTo>
                    <a:pt x="525644" y="778069"/>
                  </a:lnTo>
                  <a:lnTo>
                    <a:pt x="525597" y="777834"/>
                  </a:lnTo>
                  <a:lnTo>
                    <a:pt x="525492" y="777527"/>
                  </a:lnTo>
                  <a:lnTo>
                    <a:pt x="525369" y="777252"/>
                  </a:lnTo>
                  <a:lnTo>
                    <a:pt x="525343" y="776774"/>
                  </a:lnTo>
                  <a:lnTo>
                    <a:pt x="525307" y="776616"/>
                  </a:lnTo>
                  <a:lnTo>
                    <a:pt x="525255" y="776345"/>
                  </a:lnTo>
                  <a:lnTo>
                    <a:pt x="525060" y="774736"/>
                  </a:lnTo>
                  <a:lnTo>
                    <a:pt x="525081" y="774607"/>
                  </a:lnTo>
                  <a:lnTo>
                    <a:pt x="525092" y="774424"/>
                  </a:lnTo>
                  <a:lnTo>
                    <a:pt x="525088" y="774281"/>
                  </a:lnTo>
                  <a:lnTo>
                    <a:pt x="524923" y="772367"/>
                  </a:lnTo>
                  <a:lnTo>
                    <a:pt x="524919" y="772209"/>
                  </a:lnTo>
                  <a:lnTo>
                    <a:pt x="524372" y="771463"/>
                  </a:lnTo>
                  <a:lnTo>
                    <a:pt x="524294" y="769978"/>
                  </a:lnTo>
                  <a:lnTo>
                    <a:pt x="524613" y="766821"/>
                  </a:lnTo>
                  <a:lnTo>
                    <a:pt x="524850" y="765794"/>
                  </a:lnTo>
                  <a:lnTo>
                    <a:pt x="524810" y="765649"/>
                  </a:lnTo>
                  <a:lnTo>
                    <a:pt x="524783" y="765480"/>
                  </a:lnTo>
                  <a:lnTo>
                    <a:pt x="524760" y="765277"/>
                  </a:lnTo>
                  <a:lnTo>
                    <a:pt x="524748" y="765140"/>
                  </a:lnTo>
                  <a:lnTo>
                    <a:pt x="524702" y="762848"/>
                  </a:lnTo>
                  <a:lnTo>
                    <a:pt x="524722" y="762604"/>
                  </a:lnTo>
                  <a:lnTo>
                    <a:pt x="524757" y="762464"/>
                  </a:lnTo>
                  <a:lnTo>
                    <a:pt x="524623" y="762186"/>
                  </a:lnTo>
                  <a:lnTo>
                    <a:pt x="524694" y="760964"/>
                  </a:lnTo>
                  <a:lnTo>
                    <a:pt x="524671" y="760592"/>
                  </a:lnTo>
                  <a:lnTo>
                    <a:pt x="526684" y="753917"/>
                  </a:lnTo>
                  <a:lnTo>
                    <a:pt x="526795" y="753756"/>
                  </a:lnTo>
                  <a:lnTo>
                    <a:pt x="526843" y="753540"/>
                  </a:lnTo>
                  <a:lnTo>
                    <a:pt x="527614" y="752605"/>
                  </a:lnTo>
                  <a:lnTo>
                    <a:pt x="527971" y="752380"/>
                  </a:lnTo>
                  <a:lnTo>
                    <a:pt x="529220" y="750937"/>
                  </a:lnTo>
                  <a:lnTo>
                    <a:pt x="529632" y="749975"/>
                  </a:lnTo>
                  <a:lnTo>
                    <a:pt x="529539" y="749374"/>
                  </a:lnTo>
                  <a:lnTo>
                    <a:pt x="531752" y="744641"/>
                  </a:lnTo>
                  <a:lnTo>
                    <a:pt x="532015" y="742711"/>
                  </a:lnTo>
                  <a:lnTo>
                    <a:pt x="532147" y="742206"/>
                  </a:lnTo>
                  <a:lnTo>
                    <a:pt x="533098" y="741060"/>
                  </a:lnTo>
                  <a:lnTo>
                    <a:pt x="533190" y="740919"/>
                  </a:lnTo>
                  <a:lnTo>
                    <a:pt x="533266" y="740777"/>
                  </a:lnTo>
                  <a:lnTo>
                    <a:pt x="533338" y="740649"/>
                  </a:lnTo>
                  <a:lnTo>
                    <a:pt x="534346" y="738913"/>
                  </a:lnTo>
                  <a:lnTo>
                    <a:pt x="534529" y="738752"/>
                  </a:lnTo>
                  <a:lnTo>
                    <a:pt x="534883" y="738449"/>
                  </a:lnTo>
                  <a:lnTo>
                    <a:pt x="535045" y="738320"/>
                  </a:lnTo>
                  <a:lnTo>
                    <a:pt x="535596" y="738034"/>
                  </a:lnTo>
                  <a:lnTo>
                    <a:pt x="535712" y="737901"/>
                  </a:lnTo>
                  <a:lnTo>
                    <a:pt x="535866" y="736805"/>
                  </a:lnTo>
                  <a:lnTo>
                    <a:pt x="535978" y="736666"/>
                  </a:lnTo>
                  <a:lnTo>
                    <a:pt x="536065" y="736450"/>
                  </a:lnTo>
                  <a:lnTo>
                    <a:pt x="536462" y="735993"/>
                  </a:lnTo>
                  <a:lnTo>
                    <a:pt x="536558" y="735824"/>
                  </a:lnTo>
                  <a:lnTo>
                    <a:pt x="536793" y="735660"/>
                  </a:lnTo>
                  <a:lnTo>
                    <a:pt x="537032" y="735479"/>
                  </a:lnTo>
                  <a:lnTo>
                    <a:pt x="537166" y="735377"/>
                  </a:lnTo>
                  <a:lnTo>
                    <a:pt x="537419" y="735172"/>
                  </a:lnTo>
                  <a:lnTo>
                    <a:pt x="539939" y="733099"/>
                  </a:lnTo>
                  <a:lnTo>
                    <a:pt x="540031" y="732942"/>
                  </a:lnTo>
                  <a:lnTo>
                    <a:pt x="540195" y="732777"/>
                  </a:lnTo>
                  <a:lnTo>
                    <a:pt x="541359" y="731791"/>
                  </a:lnTo>
                  <a:lnTo>
                    <a:pt x="541521" y="731670"/>
                  </a:lnTo>
                  <a:lnTo>
                    <a:pt x="541700" y="731509"/>
                  </a:lnTo>
                  <a:lnTo>
                    <a:pt x="541784" y="731366"/>
                  </a:lnTo>
                  <a:lnTo>
                    <a:pt x="541956" y="731108"/>
                  </a:lnTo>
                  <a:lnTo>
                    <a:pt x="542368" y="730651"/>
                  </a:lnTo>
                  <a:lnTo>
                    <a:pt x="542611" y="730483"/>
                  </a:lnTo>
                  <a:lnTo>
                    <a:pt x="542742" y="730326"/>
                  </a:lnTo>
                  <a:lnTo>
                    <a:pt x="542957" y="730126"/>
                  </a:lnTo>
                  <a:lnTo>
                    <a:pt x="543476" y="729651"/>
                  </a:lnTo>
                  <a:lnTo>
                    <a:pt x="543667" y="729025"/>
                  </a:lnTo>
                  <a:lnTo>
                    <a:pt x="543828" y="728735"/>
                  </a:lnTo>
                  <a:lnTo>
                    <a:pt x="544073" y="728469"/>
                  </a:lnTo>
                  <a:lnTo>
                    <a:pt x="544253" y="728373"/>
                  </a:lnTo>
                  <a:lnTo>
                    <a:pt x="544369" y="728243"/>
                  </a:lnTo>
                  <a:lnTo>
                    <a:pt x="544503" y="728125"/>
                  </a:lnTo>
                  <a:lnTo>
                    <a:pt x="544720" y="727983"/>
                  </a:lnTo>
                  <a:lnTo>
                    <a:pt x="544902" y="727865"/>
                  </a:lnTo>
                  <a:lnTo>
                    <a:pt x="545073" y="727725"/>
                  </a:lnTo>
                  <a:lnTo>
                    <a:pt x="545304" y="727539"/>
                  </a:lnTo>
                  <a:lnTo>
                    <a:pt x="545610" y="727299"/>
                  </a:lnTo>
                  <a:lnTo>
                    <a:pt x="545678" y="727168"/>
                  </a:lnTo>
                  <a:lnTo>
                    <a:pt x="545803" y="727013"/>
                  </a:lnTo>
                  <a:lnTo>
                    <a:pt x="545957" y="726841"/>
                  </a:lnTo>
                  <a:lnTo>
                    <a:pt x="545491" y="725636"/>
                  </a:lnTo>
                  <a:lnTo>
                    <a:pt x="545628" y="725573"/>
                  </a:lnTo>
                  <a:lnTo>
                    <a:pt x="545967" y="725387"/>
                  </a:lnTo>
                  <a:lnTo>
                    <a:pt x="546185" y="725156"/>
                  </a:lnTo>
                  <a:lnTo>
                    <a:pt x="546338" y="725065"/>
                  </a:lnTo>
                  <a:lnTo>
                    <a:pt x="546524" y="724988"/>
                  </a:lnTo>
                  <a:lnTo>
                    <a:pt x="546677" y="724945"/>
                  </a:lnTo>
                  <a:lnTo>
                    <a:pt x="546823" y="724963"/>
                  </a:lnTo>
                  <a:lnTo>
                    <a:pt x="547288" y="725129"/>
                  </a:lnTo>
                  <a:lnTo>
                    <a:pt x="547415" y="725174"/>
                  </a:lnTo>
                  <a:lnTo>
                    <a:pt x="548001" y="724441"/>
                  </a:lnTo>
                  <a:lnTo>
                    <a:pt x="549548" y="723511"/>
                  </a:lnTo>
                  <a:lnTo>
                    <a:pt x="549676" y="723358"/>
                  </a:lnTo>
                  <a:lnTo>
                    <a:pt x="549865" y="723168"/>
                  </a:lnTo>
                  <a:lnTo>
                    <a:pt x="549993" y="723063"/>
                  </a:lnTo>
                  <a:lnTo>
                    <a:pt x="550123" y="722978"/>
                  </a:lnTo>
                  <a:lnTo>
                    <a:pt x="550304" y="722878"/>
                  </a:lnTo>
                  <a:lnTo>
                    <a:pt x="550522" y="722781"/>
                  </a:lnTo>
                  <a:lnTo>
                    <a:pt x="550686" y="722688"/>
                  </a:lnTo>
                  <a:lnTo>
                    <a:pt x="551330" y="721823"/>
                  </a:lnTo>
                  <a:lnTo>
                    <a:pt x="551487" y="721720"/>
                  </a:lnTo>
                  <a:lnTo>
                    <a:pt x="551615" y="721582"/>
                  </a:lnTo>
                  <a:lnTo>
                    <a:pt x="551777" y="721403"/>
                  </a:lnTo>
                  <a:lnTo>
                    <a:pt x="552023" y="721213"/>
                  </a:lnTo>
                  <a:lnTo>
                    <a:pt x="552459" y="720792"/>
                  </a:lnTo>
                  <a:lnTo>
                    <a:pt x="552697" y="720501"/>
                  </a:lnTo>
                  <a:lnTo>
                    <a:pt x="552851" y="720434"/>
                  </a:lnTo>
                  <a:lnTo>
                    <a:pt x="554698" y="720992"/>
                  </a:lnTo>
                  <a:lnTo>
                    <a:pt x="555095" y="721817"/>
                  </a:lnTo>
                  <a:lnTo>
                    <a:pt x="555227" y="721870"/>
                  </a:lnTo>
                  <a:lnTo>
                    <a:pt x="555440" y="721957"/>
                  </a:lnTo>
                  <a:lnTo>
                    <a:pt x="556035" y="722007"/>
                  </a:lnTo>
                  <a:lnTo>
                    <a:pt x="563341" y="724210"/>
                  </a:lnTo>
                  <a:lnTo>
                    <a:pt x="563471" y="724230"/>
                  </a:lnTo>
                  <a:lnTo>
                    <a:pt x="564270" y="724364"/>
                  </a:lnTo>
                  <a:lnTo>
                    <a:pt x="564492" y="724464"/>
                  </a:lnTo>
                  <a:lnTo>
                    <a:pt x="564626" y="724505"/>
                  </a:lnTo>
                  <a:lnTo>
                    <a:pt x="564755" y="724529"/>
                  </a:lnTo>
                  <a:lnTo>
                    <a:pt x="568762" y="718837"/>
                  </a:lnTo>
                  <a:lnTo>
                    <a:pt x="570421" y="716607"/>
                  </a:lnTo>
                  <a:lnTo>
                    <a:pt x="570504" y="715642"/>
                  </a:lnTo>
                  <a:lnTo>
                    <a:pt x="570501" y="715514"/>
                  </a:lnTo>
                  <a:lnTo>
                    <a:pt x="570491" y="715363"/>
                  </a:lnTo>
                  <a:lnTo>
                    <a:pt x="570392" y="714251"/>
                  </a:lnTo>
                  <a:lnTo>
                    <a:pt x="570352" y="713786"/>
                  </a:lnTo>
                  <a:lnTo>
                    <a:pt x="570595" y="713050"/>
                  </a:lnTo>
                  <a:lnTo>
                    <a:pt x="570575" y="712901"/>
                  </a:lnTo>
                  <a:lnTo>
                    <a:pt x="570600" y="712772"/>
                  </a:lnTo>
                  <a:lnTo>
                    <a:pt x="570626" y="712618"/>
                  </a:lnTo>
                  <a:lnTo>
                    <a:pt x="570748" y="711872"/>
                  </a:lnTo>
                  <a:lnTo>
                    <a:pt x="571024" y="710938"/>
                  </a:lnTo>
                  <a:lnTo>
                    <a:pt x="571082" y="710756"/>
                  </a:lnTo>
                  <a:lnTo>
                    <a:pt x="571135" y="710574"/>
                  </a:lnTo>
                  <a:lnTo>
                    <a:pt x="571188" y="710333"/>
                  </a:lnTo>
                  <a:lnTo>
                    <a:pt x="571222" y="710110"/>
                  </a:lnTo>
                  <a:lnTo>
                    <a:pt x="571238" y="709852"/>
                  </a:lnTo>
                  <a:lnTo>
                    <a:pt x="571159" y="709566"/>
                  </a:lnTo>
                  <a:lnTo>
                    <a:pt x="571175" y="709411"/>
                  </a:lnTo>
                  <a:lnTo>
                    <a:pt x="571244" y="709232"/>
                  </a:lnTo>
                  <a:lnTo>
                    <a:pt x="571324" y="708991"/>
                  </a:lnTo>
                  <a:lnTo>
                    <a:pt x="571417" y="708694"/>
                  </a:lnTo>
                  <a:lnTo>
                    <a:pt x="571486" y="708487"/>
                  </a:lnTo>
                  <a:lnTo>
                    <a:pt x="571566" y="708315"/>
                  </a:lnTo>
                  <a:lnTo>
                    <a:pt x="571642" y="708154"/>
                  </a:lnTo>
                  <a:lnTo>
                    <a:pt x="571693" y="707996"/>
                  </a:lnTo>
                  <a:lnTo>
                    <a:pt x="571712" y="707830"/>
                  </a:lnTo>
                  <a:lnTo>
                    <a:pt x="571735" y="707688"/>
                  </a:lnTo>
                  <a:lnTo>
                    <a:pt x="571755" y="707498"/>
                  </a:lnTo>
                  <a:lnTo>
                    <a:pt x="571899" y="706984"/>
                  </a:lnTo>
                  <a:lnTo>
                    <a:pt x="571973" y="706738"/>
                  </a:lnTo>
                  <a:lnTo>
                    <a:pt x="572105" y="706371"/>
                  </a:lnTo>
                  <a:lnTo>
                    <a:pt x="572184" y="706146"/>
                  </a:lnTo>
                  <a:lnTo>
                    <a:pt x="572260" y="705965"/>
                  </a:lnTo>
                  <a:lnTo>
                    <a:pt x="572269" y="705745"/>
                  </a:lnTo>
                  <a:lnTo>
                    <a:pt x="572381" y="705484"/>
                  </a:lnTo>
                  <a:lnTo>
                    <a:pt x="572387" y="705344"/>
                  </a:lnTo>
                  <a:lnTo>
                    <a:pt x="572355" y="705200"/>
                  </a:lnTo>
                  <a:lnTo>
                    <a:pt x="572429" y="704937"/>
                  </a:lnTo>
                  <a:lnTo>
                    <a:pt x="572152" y="703920"/>
                  </a:lnTo>
                  <a:lnTo>
                    <a:pt x="572149" y="703758"/>
                  </a:lnTo>
                  <a:lnTo>
                    <a:pt x="572182" y="703442"/>
                  </a:lnTo>
                  <a:lnTo>
                    <a:pt x="572225" y="703289"/>
                  </a:lnTo>
                  <a:lnTo>
                    <a:pt x="572866" y="701916"/>
                  </a:lnTo>
                  <a:lnTo>
                    <a:pt x="572961" y="701575"/>
                  </a:lnTo>
                  <a:lnTo>
                    <a:pt x="573039" y="701124"/>
                  </a:lnTo>
                  <a:lnTo>
                    <a:pt x="573080" y="700840"/>
                  </a:lnTo>
                  <a:lnTo>
                    <a:pt x="573341" y="700328"/>
                  </a:lnTo>
                  <a:lnTo>
                    <a:pt x="573300" y="700073"/>
                  </a:lnTo>
                  <a:lnTo>
                    <a:pt x="573369" y="699378"/>
                  </a:lnTo>
                  <a:lnTo>
                    <a:pt x="573294" y="698100"/>
                  </a:lnTo>
                  <a:lnTo>
                    <a:pt x="573304" y="697954"/>
                  </a:lnTo>
                  <a:lnTo>
                    <a:pt x="573319" y="697795"/>
                  </a:lnTo>
                  <a:lnTo>
                    <a:pt x="573339" y="697666"/>
                  </a:lnTo>
                  <a:lnTo>
                    <a:pt x="572750" y="695310"/>
                  </a:lnTo>
                  <a:lnTo>
                    <a:pt x="572750" y="695176"/>
                  </a:lnTo>
                  <a:lnTo>
                    <a:pt x="572754" y="695035"/>
                  </a:lnTo>
                  <a:lnTo>
                    <a:pt x="573138" y="694222"/>
                  </a:lnTo>
                  <a:lnTo>
                    <a:pt x="573172" y="694040"/>
                  </a:lnTo>
                  <a:lnTo>
                    <a:pt x="573254" y="693303"/>
                  </a:lnTo>
                  <a:lnTo>
                    <a:pt x="573736" y="691440"/>
                  </a:lnTo>
                  <a:lnTo>
                    <a:pt x="575388" y="688674"/>
                  </a:lnTo>
                  <a:lnTo>
                    <a:pt x="575579" y="688391"/>
                  </a:lnTo>
                  <a:lnTo>
                    <a:pt x="575654" y="688187"/>
                  </a:lnTo>
                  <a:lnTo>
                    <a:pt x="575735" y="687996"/>
                  </a:lnTo>
                  <a:lnTo>
                    <a:pt x="575832" y="687810"/>
                  </a:lnTo>
                  <a:lnTo>
                    <a:pt x="576620" y="687414"/>
                  </a:lnTo>
                  <a:lnTo>
                    <a:pt x="576662" y="687283"/>
                  </a:lnTo>
                  <a:lnTo>
                    <a:pt x="576730" y="687070"/>
                  </a:lnTo>
                  <a:lnTo>
                    <a:pt x="576798" y="686869"/>
                  </a:lnTo>
                  <a:lnTo>
                    <a:pt x="576967" y="686159"/>
                  </a:lnTo>
                  <a:lnTo>
                    <a:pt x="577004" y="686024"/>
                  </a:lnTo>
                  <a:lnTo>
                    <a:pt x="577063" y="685880"/>
                  </a:lnTo>
                  <a:lnTo>
                    <a:pt x="577125" y="685538"/>
                  </a:lnTo>
                  <a:lnTo>
                    <a:pt x="577163" y="685393"/>
                  </a:lnTo>
                  <a:lnTo>
                    <a:pt x="577196" y="685249"/>
                  </a:lnTo>
                  <a:lnTo>
                    <a:pt x="577349" y="684650"/>
                  </a:lnTo>
                  <a:lnTo>
                    <a:pt x="577369" y="684295"/>
                  </a:lnTo>
                  <a:lnTo>
                    <a:pt x="577345" y="684158"/>
                  </a:lnTo>
                  <a:lnTo>
                    <a:pt x="577332" y="683907"/>
                  </a:lnTo>
                  <a:lnTo>
                    <a:pt x="577361" y="683754"/>
                  </a:lnTo>
                  <a:lnTo>
                    <a:pt x="577395" y="683597"/>
                  </a:lnTo>
                  <a:lnTo>
                    <a:pt x="577396" y="683242"/>
                  </a:lnTo>
                  <a:lnTo>
                    <a:pt x="577354" y="683051"/>
                  </a:lnTo>
                  <a:lnTo>
                    <a:pt x="577308" y="682899"/>
                  </a:lnTo>
                  <a:lnTo>
                    <a:pt x="577106" y="682373"/>
                  </a:lnTo>
                  <a:lnTo>
                    <a:pt x="577069" y="682219"/>
                  </a:lnTo>
                  <a:lnTo>
                    <a:pt x="576653" y="681554"/>
                  </a:lnTo>
                  <a:lnTo>
                    <a:pt x="575562" y="680297"/>
                  </a:lnTo>
                  <a:lnTo>
                    <a:pt x="574658" y="680327"/>
                  </a:lnTo>
                  <a:lnTo>
                    <a:pt x="574461" y="680142"/>
                  </a:lnTo>
                  <a:lnTo>
                    <a:pt x="574267" y="679998"/>
                  </a:lnTo>
                  <a:lnTo>
                    <a:pt x="573988" y="679833"/>
                  </a:lnTo>
                  <a:lnTo>
                    <a:pt x="573923" y="679679"/>
                  </a:lnTo>
                  <a:lnTo>
                    <a:pt x="573875" y="679459"/>
                  </a:lnTo>
                  <a:lnTo>
                    <a:pt x="573878" y="679264"/>
                  </a:lnTo>
                  <a:lnTo>
                    <a:pt x="573892" y="679038"/>
                  </a:lnTo>
                  <a:lnTo>
                    <a:pt x="573835" y="678758"/>
                  </a:lnTo>
                  <a:lnTo>
                    <a:pt x="573653" y="678490"/>
                  </a:lnTo>
                  <a:lnTo>
                    <a:pt x="573364" y="678302"/>
                  </a:lnTo>
                  <a:lnTo>
                    <a:pt x="573122" y="677888"/>
                  </a:lnTo>
                  <a:lnTo>
                    <a:pt x="573043" y="677546"/>
                  </a:lnTo>
                  <a:lnTo>
                    <a:pt x="573087" y="677266"/>
                  </a:lnTo>
                  <a:lnTo>
                    <a:pt x="573056" y="677029"/>
                  </a:lnTo>
                  <a:lnTo>
                    <a:pt x="573235" y="676249"/>
                  </a:lnTo>
                  <a:lnTo>
                    <a:pt x="573165" y="675390"/>
                  </a:lnTo>
                  <a:lnTo>
                    <a:pt x="573084" y="675178"/>
                  </a:lnTo>
                  <a:lnTo>
                    <a:pt x="573036" y="674985"/>
                  </a:lnTo>
                  <a:lnTo>
                    <a:pt x="573009" y="674653"/>
                  </a:lnTo>
                  <a:lnTo>
                    <a:pt x="573106" y="674462"/>
                  </a:lnTo>
                  <a:lnTo>
                    <a:pt x="572004" y="671663"/>
                  </a:lnTo>
                  <a:lnTo>
                    <a:pt x="571916" y="671494"/>
                  </a:lnTo>
                  <a:lnTo>
                    <a:pt x="571632" y="671127"/>
                  </a:lnTo>
                  <a:lnTo>
                    <a:pt x="571364" y="670811"/>
                  </a:lnTo>
                  <a:lnTo>
                    <a:pt x="571196" y="670546"/>
                  </a:lnTo>
                  <a:lnTo>
                    <a:pt x="571011" y="670312"/>
                  </a:lnTo>
                  <a:lnTo>
                    <a:pt x="570881" y="670075"/>
                  </a:lnTo>
                  <a:lnTo>
                    <a:pt x="570619" y="669678"/>
                  </a:lnTo>
                  <a:lnTo>
                    <a:pt x="570376" y="669332"/>
                  </a:lnTo>
                  <a:lnTo>
                    <a:pt x="569811" y="668487"/>
                  </a:lnTo>
                  <a:lnTo>
                    <a:pt x="569728" y="668284"/>
                  </a:lnTo>
                  <a:lnTo>
                    <a:pt x="569582" y="668081"/>
                  </a:lnTo>
                  <a:lnTo>
                    <a:pt x="569342" y="667603"/>
                  </a:lnTo>
                  <a:lnTo>
                    <a:pt x="569155" y="667297"/>
                  </a:lnTo>
                  <a:lnTo>
                    <a:pt x="569047" y="667109"/>
                  </a:lnTo>
                  <a:lnTo>
                    <a:pt x="569007" y="666968"/>
                  </a:lnTo>
                  <a:lnTo>
                    <a:pt x="569048" y="666756"/>
                  </a:lnTo>
                  <a:lnTo>
                    <a:pt x="569202" y="666639"/>
                  </a:lnTo>
                  <a:lnTo>
                    <a:pt x="569366" y="666504"/>
                  </a:lnTo>
                  <a:lnTo>
                    <a:pt x="569547" y="665996"/>
                  </a:lnTo>
                  <a:lnTo>
                    <a:pt x="569367" y="665627"/>
                  </a:lnTo>
                  <a:lnTo>
                    <a:pt x="569267" y="665484"/>
                  </a:lnTo>
                  <a:lnTo>
                    <a:pt x="569230" y="665211"/>
                  </a:lnTo>
                  <a:lnTo>
                    <a:pt x="569197" y="665032"/>
                  </a:lnTo>
                  <a:lnTo>
                    <a:pt x="569090" y="664736"/>
                  </a:lnTo>
                  <a:lnTo>
                    <a:pt x="569037" y="664598"/>
                  </a:lnTo>
                  <a:lnTo>
                    <a:pt x="568961" y="664462"/>
                  </a:lnTo>
                  <a:lnTo>
                    <a:pt x="568901" y="664333"/>
                  </a:lnTo>
                  <a:lnTo>
                    <a:pt x="568556" y="663556"/>
                  </a:lnTo>
                  <a:lnTo>
                    <a:pt x="568494" y="663373"/>
                  </a:lnTo>
                  <a:lnTo>
                    <a:pt x="568446" y="663194"/>
                  </a:lnTo>
                  <a:lnTo>
                    <a:pt x="568416" y="662998"/>
                  </a:lnTo>
                  <a:lnTo>
                    <a:pt x="568398" y="662833"/>
                  </a:lnTo>
                  <a:lnTo>
                    <a:pt x="568385" y="662593"/>
                  </a:lnTo>
                  <a:lnTo>
                    <a:pt x="568401" y="662373"/>
                  </a:lnTo>
                  <a:lnTo>
                    <a:pt x="568447" y="661926"/>
                  </a:lnTo>
                  <a:lnTo>
                    <a:pt x="568454" y="661645"/>
                  </a:lnTo>
                  <a:lnTo>
                    <a:pt x="568436" y="661497"/>
                  </a:lnTo>
                  <a:lnTo>
                    <a:pt x="568512" y="661088"/>
                  </a:lnTo>
                  <a:lnTo>
                    <a:pt x="568589" y="660946"/>
                  </a:lnTo>
                  <a:lnTo>
                    <a:pt x="568482" y="659996"/>
                  </a:lnTo>
                  <a:lnTo>
                    <a:pt x="567163" y="658921"/>
                  </a:lnTo>
                  <a:lnTo>
                    <a:pt x="567138" y="658746"/>
                  </a:lnTo>
                  <a:lnTo>
                    <a:pt x="567148" y="658042"/>
                  </a:lnTo>
                  <a:lnTo>
                    <a:pt x="567106" y="657647"/>
                  </a:lnTo>
                  <a:lnTo>
                    <a:pt x="567118" y="657507"/>
                  </a:lnTo>
                  <a:lnTo>
                    <a:pt x="567091" y="657341"/>
                  </a:lnTo>
                  <a:lnTo>
                    <a:pt x="567263" y="656541"/>
                  </a:lnTo>
                  <a:lnTo>
                    <a:pt x="567513" y="655733"/>
                  </a:lnTo>
                  <a:lnTo>
                    <a:pt x="567543" y="655571"/>
                  </a:lnTo>
                  <a:lnTo>
                    <a:pt x="567563" y="655398"/>
                  </a:lnTo>
                  <a:lnTo>
                    <a:pt x="567595" y="655240"/>
                  </a:lnTo>
                  <a:lnTo>
                    <a:pt x="567627" y="655019"/>
                  </a:lnTo>
                  <a:lnTo>
                    <a:pt x="567645" y="654820"/>
                  </a:lnTo>
                  <a:lnTo>
                    <a:pt x="567629" y="654630"/>
                  </a:lnTo>
                  <a:lnTo>
                    <a:pt x="567599" y="654406"/>
                  </a:lnTo>
                  <a:lnTo>
                    <a:pt x="567569" y="654273"/>
                  </a:lnTo>
                  <a:lnTo>
                    <a:pt x="567526" y="654119"/>
                  </a:lnTo>
                  <a:lnTo>
                    <a:pt x="567453" y="653824"/>
                  </a:lnTo>
                  <a:lnTo>
                    <a:pt x="567432" y="653642"/>
                  </a:lnTo>
                  <a:lnTo>
                    <a:pt x="567430" y="653474"/>
                  </a:lnTo>
                  <a:lnTo>
                    <a:pt x="567451" y="653306"/>
                  </a:lnTo>
                  <a:lnTo>
                    <a:pt x="567477" y="653147"/>
                  </a:lnTo>
                  <a:lnTo>
                    <a:pt x="567525" y="652987"/>
                  </a:lnTo>
                  <a:lnTo>
                    <a:pt x="567600" y="652537"/>
                  </a:lnTo>
                  <a:lnTo>
                    <a:pt x="567632" y="652077"/>
                  </a:lnTo>
                  <a:lnTo>
                    <a:pt x="567988" y="651154"/>
                  </a:lnTo>
                  <a:lnTo>
                    <a:pt x="568039" y="650930"/>
                  </a:lnTo>
                  <a:lnTo>
                    <a:pt x="568057" y="650793"/>
                  </a:lnTo>
                  <a:lnTo>
                    <a:pt x="568033" y="650197"/>
                  </a:lnTo>
                  <a:lnTo>
                    <a:pt x="567730" y="648977"/>
                  </a:lnTo>
                  <a:lnTo>
                    <a:pt x="567617" y="648529"/>
                  </a:lnTo>
                  <a:lnTo>
                    <a:pt x="567500" y="648397"/>
                  </a:lnTo>
                  <a:lnTo>
                    <a:pt x="567362" y="648282"/>
                  </a:lnTo>
                  <a:lnTo>
                    <a:pt x="567231" y="648127"/>
                  </a:lnTo>
                  <a:lnTo>
                    <a:pt x="567135" y="647989"/>
                  </a:lnTo>
                  <a:lnTo>
                    <a:pt x="567093" y="647862"/>
                  </a:lnTo>
                  <a:lnTo>
                    <a:pt x="566987" y="647638"/>
                  </a:lnTo>
                  <a:lnTo>
                    <a:pt x="566570" y="647324"/>
                  </a:lnTo>
                  <a:lnTo>
                    <a:pt x="566011" y="646837"/>
                  </a:lnTo>
                  <a:lnTo>
                    <a:pt x="566028" y="646602"/>
                  </a:lnTo>
                  <a:lnTo>
                    <a:pt x="566071" y="646234"/>
                  </a:lnTo>
                  <a:lnTo>
                    <a:pt x="566056" y="646081"/>
                  </a:lnTo>
                  <a:lnTo>
                    <a:pt x="565928" y="645723"/>
                  </a:lnTo>
                  <a:lnTo>
                    <a:pt x="565906" y="645588"/>
                  </a:lnTo>
                  <a:lnTo>
                    <a:pt x="565859" y="645257"/>
                  </a:lnTo>
                  <a:lnTo>
                    <a:pt x="565822" y="645088"/>
                  </a:lnTo>
                  <a:lnTo>
                    <a:pt x="564827" y="642997"/>
                  </a:lnTo>
                  <a:lnTo>
                    <a:pt x="564592" y="642535"/>
                  </a:lnTo>
                  <a:lnTo>
                    <a:pt x="564061" y="641772"/>
                  </a:lnTo>
                  <a:lnTo>
                    <a:pt x="564016" y="641479"/>
                  </a:lnTo>
                  <a:lnTo>
                    <a:pt x="563962" y="641306"/>
                  </a:lnTo>
                  <a:lnTo>
                    <a:pt x="563880" y="641097"/>
                  </a:lnTo>
                  <a:lnTo>
                    <a:pt x="563779" y="640916"/>
                  </a:lnTo>
                  <a:lnTo>
                    <a:pt x="563712" y="640756"/>
                  </a:lnTo>
                  <a:lnTo>
                    <a:pt x="563602" y="640592"/>
                  </a:lnTo>
                  <a:lnTo>
                    <a:pt x="563438" y="640201"/>
                  </a:lnTo>
                  <a:lnTo>
                    <a:pt x="563324" y="640055"/>
                  </a:lnTo>
                  <a:lnTo>
                    <a:pt x="563273" y="639831"/>
                  </a:lnTo>
                  <a:lnTo>
                    <a:pt x="563041" y="639373"/>
                  </a:lnTo>
                  <a:lnTo>
                    <a:pt x="562946" y="639241"/>
                  </a:lnTo>
                  <a:lnTo>
                    <a:pt x="562886" y="639108"/>
                  </a:lnTo>
                  <a:lnTo>
                    <a:pt x="562838" y="638963"/>
                  </a:lnTo>
                  <a:lnTo>
                    <a:pt x="562744" y="638785"/>
                  </a:lnTo>
                  <a:lnTo>
                    <a:pt x="562684" y="638639"/>
                  </a:lnTo>
                  <a:lnTo>
                    <a:pt x="562640" y="638487"/>
                  </a:lnTo>
                  <a:lnTo>
                    <a:pt x="562588" y="638354"/>
                  </a:lnTo>
                  <a:lnTo>
                    <a:pt x="562489" y="638161"/>
                  </a:lnTo>
                  <a:lnTo>
                    <a:pt x="561677" y="636893"/>
                  </a:lnTo>
                  <a:lnTo>
                    <a:pt x="561406" y="636520"/>
                  </a:lnTo>
                  <a:lnTo>
                    <a:pt x="561289" y="636389"/>
                  </a:lnTo>
                  <a:lnTo>
                    <a:pt x="561179" y="636261"/>
                  </a:lnTo>
                  <a:lnTo>
                    <a:pt x="560747" y="635819"/>
                  </a:lnTo>
                  <a:lnTo>
                    <a:pt x="560530" y="635574"/>
                  </a:lnTo>
                  <a:lnTo>
                    <a:pt x="560407" y="635384"/>
                  </a:lnTo>
                  <a:lnTo>
                    <a:pt x="560291" y="635207"/>
                  </a:lnTo>
                  <a:lnTo>
                    <a:pt x="560201" y="635043"/>
                  </a:lnTo>
                  <a:lnTo>
                    <a:pt x="560130" y="634858"/>
                  </a:lnTo>
                  <a:lnTo>
                    <a:pt x="560174" y="634124"/>
                  </a:lnTo>
                  <a:lnTo>
                    <a:pt x="560213" y="633966"/>
                  </a:lnTo>
                  <a:lnTo>
                    <a:pt x="560218" y="633815"/>
                  </a:lnTo>
                  <a:lnTo>
                    <a:pt x="560186" y="633547"/>
                  </a:lnTo>
                  <a:lnTo>
                    <a:pt x="559856" y="632809"/>
                  </a:lnTo>
                  <a:lnTo>
                    <a:pt x="560787" y="631672"/>
                  </a:lnTo>
                  <a:lnTo>
                    <a:pt x="560846" y="631503"/>
                  </a:lnTo>
                  <a:lnTo>
                    <a:pt x="560897" y="631361"/>
                  </a:lnTo>
                  <a:lnTo>
                    <a:pt x="560981" y="631168"/>
                  </a:lnTo>
                  <a:lnTo>
                    <a:pt x="561088" y="631026"/>
                  </a:lnTo>
                  <a:lnTo>
                    <a:pt x="561385" y="630621"/>
                  </a:lnTo>
                  <a:lnTo>
                    <a:pt x="561425" y="630492"/>
                  </a:lnTo>
                  <a:lnTo>
                    <a:pt x="561348" y="630245"/>
                  </a:lnTo>
                  <a:lnTo>
                    <a:pt x="561264" y="630114"/>
                  </a:lnTo>
                  <a:lnTo>
                    <a:pt x="561102" y="629945"/>
                  </a:lnTo>
                  <a:lnTo>
                    <a:pt x="560968" y="629803"/>
                  </a:lnTo>
                  <a:lnTo>
                    <a:pt x="560815" y="629613"/>
                  </a:lnTo>
                  <a:lnTo>
                    <a:pt x="560728" y="629463"/>
                  </a:lnTo>
                  <a:lnTo>
                    <a:pt x="560630" y="629263"/>
                  </a:lnTo>
                  <a:lnTo>
                    <a:pt x="560560" y="629076"/>
                  </a:lnTo>
                  <a:lnTo>
                    <a:pt x="560514" y="628860"/>
                  </a:lnTo>
                  <a:lnTo>
                    <a:pt x="560329" y="628423"/>
                  </a:lnTo>
                  <a:lnTo>
                    <a:pt x="560257" y="628251"/>
                  </a:lnTo>
                  <a:lnTo>
                    <a:pt x="560245" y="627967"/>
                  </a:lnTo>
                  <a:lnTo>
                    <a:pt x="560267" y="627811"/>
                  </a:lnTo>
                  <a:lnTo>
                    <a:pt x="560380" y="627488"/>
                  </a:lnTo>
                  <a:lnTo>
                    <a:pt x="560586" y="627248"/>
                  </a:lnTo>
                  <a:lnTo>
                    <a:pt x="560660" y="627108"/>
                  </a:lnTo>
                  <a:lnTo>
                    <a:pt x="560699" y="626919"/>
                  </a:lnTo>
                  <a:lnTo>
                    <a:pt x="560748" y="626731"/>
                  </a:lnTo>
                  <a:lnTo>
                    <a:pt x="560770" y="626592"/>
                  </a:lnTo>
                  <a:lnTo>
                    <a:pt x="560779" y="626441"/>
                  </a:lnTo>
                  <a:lnTo>
                    <a:pt x="560551" y="626083"/>
                  </a:lnTo>
                  <a:lnTo>
                    <a:pt x="560388" y="626016"/>
                  </a:lnTo>
                  <a:lnTo>
                    <a:pt x="560107" y="625878"/>
                  </a:lnTo>
                  <a:lnTo>
                    <a:pt x="559967" y="625790"/>
                  </a:lnTo>
                  <a:lnTo>
                    <a:pt x="559805" y="625677"/>
                  </a:lnTo>
                  <a:lnTo>
                    <a:pt x="559167" y="624949"/>
                  </a:lnTo>
                  <a:lnTo>
                    <a:pt x="559175" y="624819"/>
                  </a:lnTo>
                  <a:lnTo>
                    <a:pt x="559242" y="624637"/>
                  </a:lnTo>
                  <a:lnTo>
                    <a:pt x="559284" y="624447"/>
                  </a:lnTo>
                  <a:lnTo>
                    <a:pt x="559322" y="624291"/>
                  </a:lnTo>
                  <a:lnTo>
                    <a:pt x="559340" y="624149"/>
                  </a:lnTo>
                  <a:lnTo>
                    <a:pt x="559333" y="623946"/>
                  </a:lnTo>
                  <a:lnTo>
                    <a:pt x="559322" y="623743"/>
                  </a:lnTo>
                  <a:lnTo>
                    <a:pt x="559274" y="623566"/>
                  </a:lnTo>
                  <a:lnTo>
                    <a:pt x="559196" y="623425"/>
                  </a:lnTo>
                  <a:lnTo>
                    <a:pt x="559118" y="623294"/>
                  </a:lnTo>
                  <a:lnTo>
                    <a:pt x="559039" y="623149"/>
                  </a:lnTo>
                  <a:lnTo>
                    <a:pt x="558989" y="622994"/>
                  </a:lnTo>
                  <a:lnTo>
                    <a:pt x="558957" y="622819"/>
                  </a:lnTo>
                  <a:lnTo>
                    <a:pt x="559010" y="622455"/>
                  </a:lnTo>
                  <a:lnTo>
                    <a:pt x="559280" y="621735"/>
                  </a:lnTo>
                  <a:lnTo>
                    <a:pt x="559259" y="621597"/>
                  </a:lnTo>
                  <a:lnTo>
                    <a:pt x="559118" y="621004"/>
                  </a:lnTo>
                  <a:lnTo>
                    <a:pt x="559022" y="620855"/>
                  </a:lnTo>
                  <a:lnTo>
                    <a:pt x="558317" y="619797"/>
                  </a:lnTo>
                  <a:lnTo>
                    <a:pt x="558315" y="619603"/>
                  </a:lnTo>
                  <a:lnTo>
                    <a:pt x="558344" y="619402"/>
                  </a:lnTo>
                  <a:lnTo>
                    <a:pt x="558345" y="619225"/>
                  </a:lnTo>
                  <a:lnTo>
                    <a:pt x="558335" y="619066"/>
                  </a:lnTo>
                  <a:lnTo>
                    <a:pt x="558266" y="618920"/>
                  </a:lnTo>
                  <a:lnTo>
                    <a:pt x="558211" y="618762"/>
                  </a:lnTo>
                  <a:lnTo>
                    <a:pt x="558208" y="618586"/>
                  </a:lnTo>
                  <a:lnTo>
                    <a:pt x="558234" y="618423"/>
                  </a:lnTo>
                  <a:lnTo>
                    <a:pt x="558491" y="618062"/>
                  </a:lnTo>
                  <a:lnTo>
                    <a:pt x="558648" y="617955"/>
                  </a:lnTo>
                  <a:lnTo>
                    <a:pt x="558812" y="617837"/>
                  </a:lnTo>
                  <a:lnTo>
                    <a:pt x="558973" y="617749"/>
                  </a:lnTo>
                  <a:lnTo>
                    <a:pt x="559285" y="617718"/>
                  </a:lnTo>
                  <a:lnTo>
                    <a:pt x="559801" y="617069"/>
                  </a:lnTo>
                  <a:lnTo>
                    <a:pt x="559832" y="616915"/>
                  </a:lnTo>
                  <a:lnTo>
                    <a:pt x="559907" y="616739"/>
                  </a:lnTo>
                  <a:lnTo>
                    <a:pt x="559975" y="616560"/>
                  </a:lnTo>
                  <a:lnTo>
                    <a:pt x="560046" y="616428"/>
                  </a:lnTo>
                  <a:lnTo>
                    <a:pt x="560118" y="616284"/>
                  </a:lnTo>
                  <a:lnTo>
                    <a:pt x="560238" y="616148"/>
                  </a:lnTo>
                  <a:lnTo>
                    <a:pt x="560496" y="615713"/>
                  </a:lnTo>
                  <a:lnTo>
                    <a:pt x="560513" y="615512"/>
                  </a:lnTo>
                  <a:lnTo>
                    <a:pt x="560566" y="615305"/>
                  </a:lnTo>
                  <a:lnTo>
                    <a:pt x="560655" y="615101"/>
                  </a:lnTo>
                  <a:lnTo>
                    <a:pt x="560647" y="614908"/>
                  </a:lnTo>
                  <a:lnTo>
                    <a:pt x="560595" y="614746"/>
                  </a:lnTo>
                  <a:lnTo>
                    <a:pt x="560521" y="614606"/>
                  </a:lnTo>
                  <a:lnTo>
                    <a:pt x="560443" y="614450"/>
                  </a:lnTo>
                  <a:lnTo>
                    <a:pt x="560346" y="614274"/>
                  </a:lnTo>
                  <a:lnTo>
                    <a:pt x="560211" y="614044"/>
                  </a:lnTo>
                  <a:lnTo>
                    <a:pt x="560060" y="613750"/>
                  </a:lnTo>
                  <a:lnTo>
                    <a:pt x="559975" y="613490"/>
                  </a:lnTo>
                  <a:lnTo>
                    <a:pt x="559962" y="613303"/>
                  </a:lnTo>
                  <a:lnTo>
                    <a:pt x="559989" y="613111"/>
                  </a:lnTo>
                  <a:lnTo>
                    <a:pt x="560040" y="612883"/>
                  </a:lnTo>
                  <a:lnTo>
                    <a:pt x="560124" y="612672"/>
                  </a:lnTo>
                  <a:lnTo>
                    <a:pt x="560330" y="612391"/>
                  </a:lnTo>
                  <a:lnTo>
                    <a:pt x="561108" y="611347"/>
                  </a:lnTo>
                  <a:lnTo>
                    <a:pt x="561032" y="611197"/>
                  </a:lnTo>
                  <a:lnTo>
                    <a:pt x="560926" y="611049"/>
                  </a:lnTo>
                  <a:lnTo>
                    <a:pt x="560757" y="610819"/>
                  </a:lnTo>
                  <a:lnTo>
                    <a:pt x="560653" y="610682"/>
                  </a:lnTo>
                  <a:lnTo>
                    <a:pt x="560467" y="610431"/>
                  </a:lnTo>
                  <a:lnTo>
                    <a:pt x="560431" y="610300"/>
                  </a:lnTo>
                  <a:lnTo>
                    <a:pt x="560400" y="610144"/>
                  </a:lnTo>
                  <a:lnTo>
                    <a:pt x="560403" y="609960"/>
                  </a:lnTo>
                  <a:lnTo>
                    <a:pt x="560450" y="609781"/>
                  </a:lnTo>
                  <a:lnTo>
                    <a:pt x="560550" y="609619"/>
                  </a:lnTo>
                  <a:lnTo>
                    <a:pt x="560916" y="609284"/>
                  </a:lnTo>
                  <a:lnTo>
                    <a:pt x="561130" y="608850"/>
                  </a:lnTo>
                  <a:lnTo>
                    <a:pt x="561081" y="608688"/>
                  </a:lnTo>
                  <a:lnTo>
                    <a:pt x="561020" y="608515"/>
                  </a:lnTo>
                  <a:lnTo>
                    <a:pt x="560970" y="608364"/>
                  </a:lnTo>
                  <a:lnTo>
                    <a:pt x="560917" y="608229"/>
                  </a:lnTo>
                  <a:lnTo>
                    <a:pt x="560716" y="607770"/>
                  </a:lnTo>
                  <a:lnTo>
                    <a:pt x="560651" y="607580"/>
                  </a:lnTo>
                  <a:lnTo>
                    <a:pt x="560590" y="607364"/>
                  </a:lnTo>
                  <a:lnTo>
                    <a:pt x="560401" y="606968"/>
                  </a:lnTo>
                  <a:lnTo>
                    <a:pt x="560139" y="606829"/>
                  </a:lnTo>
                  <a:lnTo>
                    <a:pt x="559458" y="606433"/>
                  </a:lnTo>
                  <a:lnTo>
                    <a:pt x="559416" y="606274"/>
                  </a:lnTo>
                  <a:lnTo>
                    <a:pt x="559397" y="606014"/>
                  </a:lnTo>
                  <a:lnTo>
                    <a:pt x="559368" y="605784"/>
                  </a:lnTo>
                  <a:lnTo>
                    <a:pt x="559427" y="605522"/>
                  </a:lnTo>
                  <a:lnTo>
                    <a:pt x="559557" y="605476"/>
                  </a:lnTo>
                  <a:lnTo>
                    <a:pt x="559734" y="605416"/>
                  </a:lnTo>
                  <a:lnTo>
                    <a:pt x="560019" y="604839"/>
                  </a:lnTo>
                  <a:lnTo>
                    <a:pt x="560156" y="604725"/>
                  </a:lnTo>
                  <a:lnTo>
                    <a:pt x="560329" y="604292"/>
                  </a:lnTo>
                  <a:lnTo>
                    <a:pt x="560309" y="604133"/>
                  </a:lnTo>
                  <a:lnTo>
                    <a:pt x="560294" y="603987"/>
                  </a:lnTo>
                  <a:lnTo>
                    <a:pt x="560236" y="603715"/>
                  </a:lnTo>
                  <a:lnTo>
                    <a:pt x="560076" y="603471"/>
                  </a:lnTo>
                  <a:lnTo>
                    <a:pt x="559947" y="603392"/>
                  </a:lnTo>
                  <a:lnTo>
                    <a:pt x="559661" y="603283"/>
                  </a:lnTo>
                  <a:lnTo>
                    <a:pt x="559418" y="603147"/>
                  </a:lnTo>
                  <a:lnTo>
                    <a:pt x="559343" y="603002"/>
                  </a:lnTo>
                  <a:lnTo>
                    <a:pt x="559235" y="602862"/>
                  </a:lnTo>
                  <a:lnTo>
                    <a:pt x="559151" y="602729"/>
                  </a:lnTo>
                  <a:lnTo>
                    <a:pt x="559062" y="602513"/>
                  </a:lnTo>
                  <a:lnTo>
                    <a:pt x="558976" y="602358"/>
                  </a:lnTo>
                  <a:lnTo>
                    <a:pt x="558931" y="602199"/>
                  </a:lnTo>
                  <a:lnTo>
                    <a:pt x="558973" y="601974"/>
                  </a:lnTo>
                  <a:lnTo>
                    <a:pt x="558959" y="601837"/>
                  </a:lnTo>
                  <a:lnTo>
                    <a:pt x="558939" y="601686"/>
                  </a:lnTo>
                  <a:lnTo>
                    <a:pt x="558926" y="601446"/>
                  </a:lnTo>
                  <a:lnTo>
                    <a:pt x="558921" y="601183"/>
                  </a:lnTo>
                  <a:lnTo>
                    <a:pt x="558906" y="600942"/>
                  </a:lnTo>
                  <a:lnTo>
                    <a:pt x="558882" y="600737"/>
                  </a:lnTo>
                  <a:lnTo>
                    <a:pt x="558871" y="600523"/>
                  </a:lnTo>
                  <a:lnTo>
                    <a:pt x="558882" y="600354"/>
                  </a:lnTo>
                  <a:lnTo>
                    <a:pt x="558870" y="600163"/>
                  </a:lnTo>
                  <a:lnTo>
                    <a:pt x="558865" y="599949"/>
                  </a:lnTo>
                  <a:lnTo>
                    <a:pt x="558911" y="599751"/>
                  </a:lnTo>
                  <a:lnTo>
                    <a:pt x="559014" y="599555"/>
                  </a:lnTo>
                  <a:lnTo>
                    <a:pt x="559098" y="599386"/>
                  </a:lnTo>
                  <a:lnTo>
                    <a:pt x="559214" y="599187"/>
                  </a:lnTo>
                  <a:lnTo>
                    <a:pt x="559355" y="599015"/>
                  </a:lnTo>
                  <a:lnTo>
                    <a:pt x="559456" y="598851"/>
                  </a:lnTo>
                  <a:lnTo>
                    <a:pt x="559545" y="598678"/>
                  </a:lnTo>
                  <a:lnTo>
                    <a:pt x="559614" y="598540"/>
                  </a:lnTo>
                  <a:lnTo>
                    <a:pt x="560019" y="597766"/>
                  </a:lnTo>
                  <a:lnTo>
                    <a:pt x="560002" y="597627"/>
                  </a:lnTo>
                  <a:lnTo>
                    <a:pt x="560022" y="597496"/>
                  </a:lnTo>
                  <a:lnTo>
                    <a:pt x="560196" y="597144"/>
                  </a:lnTo>
                  <a:lnTo>
                    <a:pt x="560174" y="596979"/>
                  </a:lnTo>
                  <a:lnTo>
                    <a:pt x="560136" y="596812"/>
                  </a:lnTo>
                  <a:lnTo>
                    <a:pt x="560091" y="596614"/>
                  </a:lnTo>
                  <a:lnTo>
                    <a:pt x="560038" y="596466"/>
                  </a:lnTo>
                  <a:lnTo>
                    <a:pt x="559986" y="596278"/>
                  </a:lnTo>
                  <a:lnTo>
                    <a:pt x="559992" y="596020"/>
                  </a:lnTo>
                  <a:lnTo>
                    <a:pt x="560042" y="595718"/>
                  </a:lnTo>
                  <a:lnTo>
                    <a:pt x="560258" y="595141"/>
                  </a:lnTo>
                  <a:lnTo>
                    <a:pt x="560144" y="594870"/>
                  </a:lnTo>
                  <a:lnTo>
                    <a:pt x="559908" y="594542"/>
                  </a:lnTo>
                  <a:lnTo>
                    <a:pt x="559840" y="594384"/>
                  </a:lnTo>
                  <a:lnTo>
                    <a:pt x="559781" y="594221"/>
                  </a:lnTo>
                  <a:lnTo>
                    <a:pt x="559711" y="594012"/>
                  </a:lnTo>
                  <a:lnTo>
                    <a:pt x="559662" y="593831"/>
                  </a:lnTo>
                  <a:lnTo>
                    <a:pt x="559609" y="593638"/>
                  </a:lnTo>
                  <a:lnTo>
                    <a:pt x="559587" y="593475"/>
                  </a:lnTo>
                  <a:lnTo>
                    <a:pt x="559833" y="593123"/>
                  </a:lnTo>
                  <a:lnTo>
                    <a:pt x="559961" y="593055"/>
                  </a:lnTo>
                  <a:lnTo>
                    <a:pt x="560093" y="592977"/>
                  </a:lnTo>
                  <a:lnTo>
                    <a:pt x="560413" y="592701"/>
                  </a:lnTo>
                  <a:lnTo>
                    <a:pt x="560542" y="592492"/>
                  </a:lnTo>
                  <a:lnTo>
                    <a:pt x="560692" y="592380"/>
                  </a:lnTo>
                  <a:lnTo>
                    <a:pt x="560893" y="592312"/>
                  </a:lnTo>
                  <a:lnTo>
                    <a:pt x="561217" y="591962"/>
                  </a:lnTo>
                  <a:lnTo>
                    <a:pt x="561263" y="591830"/>
                  </a:lnTo>
                  <a:lnTo>
                    <a:pt x="561316" y="591441"/>
                  </a:lnTo>
                  <a:lnTo>
                    <a:pt x="561075" y="590768"/>
                  </a:lnTo>
                  <a:lnTo>
                    <a:pt x="561068" y="590525"/>
                  </a:lnTo>
                  <a:lnTo>
                    <a:pt x="561024" y="590392"/>
                  </a:lnTo>
                  <a:lnTo>
                    <a:pt x="560987" y="590231"/>
                  </a:lnTo>
                  <a:lnTo>
                    <a:pt x="561053" y="589826"/>
                  </a:lnTo>
                  <a:lnTo>
                    <a:pt x="561215" y="589368"/>
                  </a:lnTo>
                  <a:lnTo>
                    <a:pt x="561198" y="589131"/>
                  </a:lnTo>
                  <a:lnTo>
                    <a:pt x="561237" y="588901"/>
                  </a:lnTo>
                  <a:lnTo>
                    <a:pt x="561708" y="588447"/>
                  </a:lnTo>
                  <a:lnTo>
                    <a:pt x="561875" y="588391"/>
                  </a:lnTo>
                  <a:lnTo>
                    <a:pt x="562367" y="588195"/>
                  </a:lnTo>
                  <a:lnTo>
                    <a:pt x="562512" y="588190"/>
                  </a:lnTo>
                  <a:lnTo>
                    <a:pt x="562666" y="588141"/>
                  </a:lnTo>
                  <a:lnTo>
                    <a:pt x="563598" y="587542"/>
                  </a:lnTo>
                  <a:lnTo>
                    <a:pt x="564193" y="587195"/>
                  </a:lnTo>
                  <a:lnTo>
                    <a:pt x="564302" y="587061"/>
                  </a:lnTo>
                  <a:lnTo>
                    <a:pt x="564379" y="586893"/>
                  </a:lnTo>
                  <a:lnTo>
                    <a:pt x="564415" y="586736"/>
                  </a:lnTo>
                  <a:lnTo>
                    <a:pt x="564394" y="586579"/>
                  </a:lnTo>
                  <a:lnTo>
                    <a:pt x="564243" y="586052"/>
                  </a:lnTo>
                  <a:lnTo>
                    <a:pt x="564172" y="585920"/>
                  </a:lnTo>
                  <a:lnTo>
                    <a:pt x="564030" y="585662"/>
                  </a:lnTo>
                  <a:lnTo>
                    <a:pt x="563967" y="585504"/>
                  </a:lnTo>
                  <a:lnTo>
                    <a:pt x="563905" y="585326"/>
                  </a:lnTo>
                  <a:lnTo>
                    <a:pt x="563875" y="585152"/>
                  </a:lnTo>
                  <a:lnTo>
                    <a:pt x="563856" y="585003"/>
                  </a:lnTo>
                  <a:lnTo>
                    <a:pt x="563846" y="584860"/>
                  </a:lnTo>
                  <a:lnTo>
                    <a:pt x="563847" y="584660"/>
                  </a:lnTo>
                  <a:lnTo>
                    <a:pt x="563862" y="584476"/>
                  </a:lnTo>
                  <a:lnTo>
                    <a:pt x="563859" y="584301"/>
                  </a:lnTo>
                  <a:lnTo>
                    <a:pt x="563839" y="584141"/>
                  </a:lnTo>
                  <a:lnTo>
                    <a:pt x="563830" y="584001"/>
                  </a:lnTo>
                  <a:lnTo>
                    <a:pt x="563815" y="583830"/>
                  </a:lnTo>
                  <a:lnTo>
                    <a:pt x="563507" y="583237"/>
                  </a:lnTo>
                  <a:lnTo>
                    <a:pt x="563351" y="583217"/>
                  </a:lnTo>
                  <a:lnTo>
                    <a:pt x="563148" y="583112"/>
                  </a:lnTo>
                  <a:lnTo>
                    <a:pt x="563081" y="582970"/>
                  </a:lnTo>
                  <a:lnTo>
                    <a:pt x="563059" y="582800"/>
                  </a:lnTo>
                  <a:lnTo>
                    <a:pt x="563070" y="582591"/>
                  </a:lnTo>
                  <a:lnTo>
                    <a:pt x="563142" y="582401"/>
                  </a:lnTo>
                  <a:lnTo>
                    <a:pt x="563432" y="582010"/>
                  </a:lnTo>
                  <a:lnTo>
                    <a:pt x="563512" y="581875"/>
                  </a:lnTo>
                  <a:lnTo>
                    <a:pt x="563543" y="581748"/>
                  </a:lnTo>
                  <a:lnTo>
                    <a:pt x="563657" y="581342"/>
                  </a:lnTo>
                  <a:lnTo>
                    <a:pt x="564078" y="581081"/>
                  </a:lnTo>
                  <a:lnTo>
                    <a:pt x="564210" y="580938"/>
                  </a:lnTo>
                  <a:lnTo>
                    <a:pt x="564323" y="580782"/>
                  </a:lnTo>
                  <a:lnTo>
                    <a:pt x="564372" y="580604"/>
                  </a:lnTo>
                  <a:lnTo>
                    <a:pt x="564432" y="580384"/>
                  </a:lnTo>
                  <a:lnTo>
                    <a:pt x="564446" y="580142"/>
                  </a:lnTo>
                  <a:lnTo>
                    <a:pt x="564439" y="579967"/>
                  </a:lnTo>
                  <a:lnTo>
                    <a:pt x="564395" y="579784"/>
                  </a:lnTo>
                  <a:lnTo>
                    <a:pt x="564369" y="579614"/>
                  </a:lnTo>
                  <a:lnTo>
                    <a:pt x="564400" y="578417"/>
                  </a:lnTo>
                  <a:lnTo>
                    <a:pt x="564467" y="578227"/>
                  </a:lnTo>
                  <a:lnTo>
                    <a:pt x="564951" y="577450"/>
                  </a:lnTo>
                  <a:lnTo>
                    <a:pt x="565488" y="576786"/>
                  </a:lnTo>
                  <a:lnTo>
                    <a:pt x="565385" y="576643"/>
                  </a:lnTo>
                  <a:lnTo>
                    <a:pt x="565304" y="576504"/>
                  </a:lnTo>
                  <a:lnTo>
                    <a:pt x="565227" y="576355"/>
                  </a:lnTo>
                  <a:lnTo>
                    <a:pt x="565159" y="576193"/>
                  </a:lnTo>
                  <a:lnTo>
                    <a:pt x="564135" y="574783"/>
                  </a:lnTo>
                  <a:lnTo>
                    <a:pt x="563420" y="573599"/>
                  </a:lnTo>
                  <a:lnTo>
                    <a:pt x="563244" y="573508"/>
                  </a:lnTo>
                  <a:lnTo>
                    <a:pt x="563091" y="573498"/>
                  </a:lnTo>
                  <a:lnTo>
                    <a:pt x="562952" y="573512"/>
                  </a:lnTo>
                  <a:lnTo>
                    <a:pt x="562810" y="573582"/>
                  </a:lnTo>
                  <a:lnTo>
                    <a:pt x="562671" y="573673"/>
                  </a:lnTo>
                  <a:lnTo>
                    <a:pt x="562427" y="573884"/>
                  </a:lnTo>
                  <a:lnTo>
                    <a:pt x="562249" y="574062"/>
                  </a:lnTo>
                  <a:lnTo>
                    <a:pt x="562030" y="574223"/>
                  </a:lnTo>
                  <a:lnTo>
                    <a:pt x="561887" y="574306"/>
                  </a:lnTo>
                  <a:lnTo>
                    <a:pt x="561422" y="573811"/>
                  </a:lnTo>
                  <a:lnTo>
                    <a:pt x="561394" y="573684"/>
                  </a:lnTo>
                  <a:lnTo>
                    <a:pt x="561268" y="573486"/>
                  </a:lnTo>
                  <a:lnTo>
                    <a:pt x="561040" y="573262"/>
                  </a:lnTo>
                  <a:lnTo>
                    <a:pt x="561021" y="573129"/>
                  </a:lnTo>
                  <a:lnTo>
                    <a:pt x="561290" y="572602"/>
                  </a:lnTo>
                  <a:lnTo>
                    <a:pt x="561446" y="572527"/>
                  </a:lnTo>
                  <a:lnTo>
                    <a:pt x="561634" y="572447"/>
                  </a:lnTo>
                  <a:lnTo>
                    <a:pt x="561843" y="572373"/>
                  </a:lnTo>
                  <a:lnTo>
                    <a:pt x="562056" y="572302"/>
                  </a:lnTo>
                  <a:lnTo>
                    <a:pt x="562271" y="572112"/>
                  </a:lnTo>
                  <a:lnTo>
                    <a:pt x="562234" y="571758"/>
                  </a:lnTo>
                  <a:lnTo>
                    <a:pt x="562173" y="571622"/>
                  </a:lnTo>
                  <a:lnTo>
                    <a:pt x="562110" y="571430"/>
                  </a:lnTo>
                  <a:lnTo>
                    <a:pt x="561503" y="570854"/>
                  </a:lnTo>
                  <a:lnTo>
                    <a:pt x="561340" y="570797"/>
                  </a:lnTo>
                  <a:lnTo>
                    <a:pt x="561047" y="570728"/>
                  </a:lnTo>
                  <a:lnTo>
                    <a:pt x="560823" y="570623"/>
                  </a:lnTo>
                  <a:lnTo>
                    <a:pt x="560539" y="570515"/>
                  </a:lnTo>
                  <a:lnTo>
                    <a:pt x="560286" y="570527"/>
                  </a:lnTo>
                  <a:lnTo>
                    <a:pt x="559988" y="570583"/>
                  </a:lnTo>
                  <a:lnTo>
                    <a:pt x="559684" y="570674"/>
                  </a:lnTo>
                  <a:lnTo>
                    <a:pt x="559333" y="570750"/>
                  </a:lnTo>
                  <a:lnTo>
                    <a:pt x="559176" y="570658"/>
                  </a:lnTo>
                  <a:lnTo>
                    <a:pt x="559013" y="570507"/>
                  </a:lnTo>
                  <a:lnTo>
                    <a:pt x="558893" y="570339"/>
                  </a:lnTo>
                  <a:lnTo>
                    <a:pt x="558878" y="570206"/>
                  </a:lnTo>
                  <a:lnTo>
                    <a:pt x="558946" y="569908"/>
                  </a:lnTo>
                  <a:lnTo>
                    <a:pt x="558959" y="569679"/>
                  </a:lnTo>
                  <a:lnTo>
                    <a:pt x="559045" y="569503"/>
                  </a:lnTo>
                  <a:lnTo>
                    <a:pt x="559141" y="569299"/>
                  </a:lnTo>
                  <a:lnTo>
                    <a:pt x="559319" y="569090"/>
                  </a:lnTo>
                  <a:lnTo>
                    <a:pt x="559467" y="569008"/>
                  </a:lnTo>
                  <a:lnTo>
                    <a:pt x="559626" y="568967"/>
                  </a:lnTo>
                  <a:lnTo>
                    <a:pt x="559788" y="568957"/>
                  </a:lnTo>
                  <a:lnTo>
                    <a:pt x="559917" y="568905"/>
                  </a:lnTo>
                  <a:lnTo>
                    <a:pt x="560057" y="568812"/>
                  </a:lnTo>
                  <a:lnTo>
                    <a:pt x="560164" y="568660"/>
                  </a:lnTo>
                  <a:lnTo>
                    <a:pt x="560224" y="568517"/>
                  </a:lnTo>
                  <a:lnTo>
                    <a:pt x="560251" y="568218"/>
                  </a:lnTo>
                  <a:lnTo>
                    <a:pt x="560257" y="567876"/>
                  </a:lnTo>
                  <a:lnTo>
                    <a:pt x="560216" y="567575"/>
                  </a:lnTo>
                  <a:lnTo>
                    <a:pt x="560117" y="567281"/>
                  </a:lnTo>
                  <a:lnTo>
                    <a:pt x="559921" y="566995"/>
                  </a:lnTo>
                  <a:lnTo>
                    <a:pt x="559786" y="566942"/>
                  </a:lnTo>
                  <a:lnTo>
                    <a:pt x="559532" y="566676"/>
                  </a:lnTo>
                  <a:lnTo>
                    <a:pt x="559550" y="566546"/>
                  </a:lnTo>
                  <a:lnTo>
                    <a:pt x="559539" y="566384"/>
                  </a:lnTo>
                  <a:lnTo>
                    <a:pt x="559525" y="566232"/>
                  </a:lnTo>
                  <a:lnTo>
                    <a:pt x="559531" y="566079"/>
                  </a:lnTo>
                  <a:lnTo>
                    <a:pt x="559598" y="565933"/>
                  </a:lnTo>
                  <a:lnTo>
                    <a:pt x="559721" y="565770"/>
                  </a:lnTo>
                  <a:lnTo>
                    <a:pt x="559831" y="565633"/>
                  </a:lnTo>
                  <a:lnTo>
                    <a:pt x="559958" y="565460"/>
                  </a:lnTo>
                  <a:lnTo>
                    <a:pt x="560043" y="565282"/>
                  </a:lnTo>
                  <a:lnTo>
                    <a:pt x="560142" y="565065"/>
                  </a:lnTo>
                  <a:lnTo>
                    <a:pt x="560232" y="564825"/>
                  </a:lnTo>
                  <a:lnTo>
                    <a:pt x="560311" y="564565"/>
                  </a:lnTo>
                  <a:lnTo>
                    <a:pt x="560308" y="564367"/>
                  </a:lnTo>
                  <a:lnTo>
                    <a:pt x="560295" y="564159"/>
                  </a:lnTo>
                  <a:lnTo>
                    <a:pt x="560287" y="563978"/>
                  </a:lnTo>
                  <a:lnTo>
                    <a:pt x="560266" y="563727"/>
                  </a:lnTo>
                  <a:lnTo>
                    <a:pt x="560231" y="563482"/>
                  </a:lnTo>
                  <a:lnTo>
                    <a:pt x="560232" y="563221"/>
                  </a:lnTo>
                  <a:lnTo>
                    <a:pt x="560298" y="562961"/>
                  </a:lnTo>
                  <a:lnTo>
                    <a:pt x="560404" y="562705"/>
                  </a:lnTo>
                  <a:lnTo>
                    <a:pt x="560540" y="562504"/>
                  </a:lnTo>
                  <a:lnTo>
                    <a:pt x="560647" y="562319"/>
                  </a:lnTo>
                  <a:lnTo>
                    <a:pt x="560703" y="562145"/>
                  </a:lnTo>
                  <a:lnTo>
                    <a:pt x="560743" y="561971"/>
                  </a:lnTo>
                  <a:lnTo>
                    <a:pt x="560699" y="561801"/>
                  </a:lnTo>
                  <a:lnTo>
                    <a:pt x="560650" y="561534"/>
                  </a:lnTo>
                  <a:lnTo>
                    <a:pt x="560666" y="561339"/>
                  </a:lnTo>
                  <a:lnTo>
                    <a:pt x="560763" y="561101"/>
                  </a:lnTo>
                  <a:lnTo>
                    <a:pt x="560822" y="560868"/>
                  </a:lnTo>
                  <a:lnTo>
                    <a:pt x="560859" y="560719"/>
                  </a:lnTo>
                  <a:lnTo>
                    <a:pt x="560856" y="560521"/>
                  </a:lnTo>
                  <a:lnTo>
                    <a:pt x="560829" y="560372"/>
                  </a:lnTo>
                  <a:lnTo>
                    <a:pt x="560740" y="560010"/>
                  </a:lnTo>
                  <a:lnTo>
                    <a:pt x="560718" y="559751"/>
                  </a:lnTo>
                  <a:lnTo>
                    <a:pt x="560723" y="559474"/>
                  </a:lnTo>
                  <a:lnTo>
                    <a:pt x="560691" y="559160"/>
                  </a:lnTo>
                  <a:lnTo>
                    <a:pt x="560567" y="558087"/>
                  </a:lnTo>
                  <a:lnTo>
                    <a:pt x="560586" y="557609"/>
                  </a:lnTo>
                  <a:lnTo>
                    <a:pt x="560568" y="557362"/>
                  </a:lnTo>
                  <a:lnTo>
                    <a:pt x="560553" y="556928"/>
                  </a:lnTo>
                  <a:lnTo>
                    <a:pt x="560570" y="556625"/>
                  </a:lnTo>
                  <a:lnTo>
                    <a:pt x="560643" y="556366"/>
                  </a:lnTo>
                  <a:lnTo>
                    <a:pt x="560733" y="556162"/>
                  </a:lnTo>
                  <a:lnTo>
                    <a:pt x="560837" y="555967"/>
                  </a:lnTo>
                  <a:lnTo>
                    <a:pt x="561074" y="555678"/>
                  </a:lnTo>
                  <a:lnTo>
                    <a:pt x="561283" y="555512"/>
                  </a:lnTo>
                  <a:lnTo>
                    <a:pt x="561507" y="555345"/>
                  </a:lnTo>
                  <a:lnTo>
                    <a:pt x="561803" y="555124"/>
                  </a:lnTo>
                  <a:lnTo>
                    <a:pt x="562119" y="554902"/>
                  </a:lnTo>
                  <a:lnTo>
                    <a:pt x="562436" y="554623"/>
                  </a:lnTo>
                  <a:lnTo>
                    <a:pt x="562732" y="554391"/>
                  </a:lnTo>
                  <a:lnTo>
                    <a:pt x="562983" y="554172"/>
                  </a:lnTo>
                  <a:lnTo>
                    <a:pt x="563136" y="554006"/>
                  </a:lnTo>
                  <a:lnTo>
                    <a:pt x="563185" y="553850"/>
                  </a:lnTo>
                  <a:lnTo>
                    <a:pt x="563042" y="553521"/>
                  </a:lnTo>
                  <a:lnTo>
                    <a:pt x="562988" y="553382"/>
                  </a:lnTo>
                  <a:lnTo>
                    <a:pt x="562875" y="552901"/>
                  </a:lnTo>
                  <a:lnTo>
                    <a:pt x="562885" y="552772"/>
                  </a:lnTo>
                  <a:lnTo>
                    <a:pt x="562874" y="552611"/>
                  </a:lnTo>
                  <a:lnTo>
                    <a:pt x="562879" y="552474"/>
                  </a:lnTo>
                  <a:lnTo>
                    <a:pt x="562597" y="551472"/>
                  </a:lnTo>
                  <a:lnTo>
                    <a:pt x="562313" y="551164"/>
                  </a:lnTo>
                  <a:lnTo>
                    <a:pt x="562148" y="551048"/>
                  </a:lnTo>
                  <a:lnTo>
                    <a:pt x="561976" y="550974"/>
                  </a:lnTo>
                  <a:lnTo>
                    <a:pt x="561783" y="550884"/>
                  </a:lnTo>
                  <a:lnTo>
                    <a:pt x="561655" y="550804"/>
                  </a:lnTo>
                  <a:lnTo>
                    <a:pt x="560760" y="549968"/>
                  </a:lnTo>
                  <a:lnTo>
                    <a:pt x="560763" y="549777"/>
                  </a:lnTo>
                  <a:lnTo>
                    <a:pt x="560731" y="549646"/>
                  </a:lnTo>
                  <a:lnTo>
                    <a:pt x="560546" y="549350"/>
                  </a:lnTo>
                  <a:lnTo>
                    <a:pt x="560550" y="549075"/>
                  </a:lnTo>
                  <a:lnTo>
                    <a:pt x="560578" y="548878"/>
                  </a:lnTo>
                  <a:lnTo>
                    <a:pt x="560603" y="548677"/>
                  </a:lnTo>
                  <a:lnTo>
                    <a:pt x="560621" y="548487"/>
                  </a:lnTo>
                  <a:lnTo>
                    <a:pt x="560632" y="548283"/>
                  </a:lnTo>
                  <a:lnTo>
                    <a:pt x="560668" y="548066"/>
                  </a:lnTo>
                  <a:lnTo>
                    <a:pt x="560721" y="547839"/>
                  </a:lnTo>
                  <a:lnTo>
                    <a:pt x="560794" y="547623"/>
                  </a:lnTo>
                  <a:lnTo>
                    <a:pt x="560855" y="547463"/>
                  </a:lnTo>
                  <a:lnTo>
                    <a:pt x="560926" y="547259"/>
                  </a:lnTo>
                  <a:lnTo>
                    <a:pt x="560982" y="547052"/>
                  </a:lnTo>
                  <a:lnTo>
                    <a:pt x="561033" y="546860"/>
                  </a:lnTo>
                  <a:lnTo>
                    <a:pt x="561090" y="546681"/>
                  </a:lnTo>
                  <a:lnTo>
                    <a:pt x="561101" y="546504"/>
                  </a:lnTo>
                  <a:lnTo>
                    <a:pt x="561118" y="546221"/>
                  </a:lnTo>
                  <a:lnTo>
                    <a:pt x="561152" y="546073"/>
                  </a:lnTo>
                  <a:lnTo>
                    <a:pt x="560934" y="545297"/>
                  </a:lnTo>
                  <a:lnTo>
                    <a:pt x="560757" y="544818"/>
                  </a:lnTo>
                  <a:lnTo>
                    <a:pt x="560845" y="544575"/>
                  </a:lnTo>
                  <a:lnTo>
                    <a:pt x="560904" y="544442"/>
                  </a:lnTo>
                  <a:lnTo>
                    <a:pt x="560929" y="544310"/>
                  </a:lnTo>
                  <a:lnTo>
                    <a:pt x="560942" y="544159"/>
                  </a:lnTo>
                  <a:lnTo>
                    <a:pt x="560963" y="544021"/>
                  </a:lnTo>
                  <a:lnTo>
                    <a:pt x="560950" y="543867"/>
                  </a:lnTo>
                  <a:lnTo>
                    <a:pt x="560904" y="543740"/>
                  </a:lnTo>
                  <a:lnTo>
                    <a:pt x="560854" y="543587"/>
                  </a:lnTo>
                  <a:lnTo>
                    <a:pt x="560833" y="543368"/>
                  </a:lnTo>
                  <a:lnTo>
                    <a:pt x="560825" y="543236"/>
                  </a:lnTo>
                  <a:lnTo>
                    <a:pt x="560873" y="543099"/>
                  </a:lnTo>
                  <a:lnTo>
                    <a:pt x="561008" y="542892"/>
                  </a:lnTo>
                  <a:lnTo>
                    <a:pt x="561102" y="542710"/>
                  </a:lnTo>
                  <a:lnTo>
                    <a:pt x="561175" y="542542"/>
                  </a:lnTo>
                  <a:lnTo>
                    <a:pt x="561287" y="542327"/>
                  </a:lnTo>
                  <a:lnTo>
                    <a:pt x="561405" y="542102"/>
                  </a:lnTo>
                  <a:lnTo>
                    <a:pt x="561541" y="541862"/>
                  </a:lnTo>
                  <a:lnTo>
                    <a:pt x="561677" y="541639"/>
                  </a:lnTo>
                  <a:lnTo>
                    <a:pt x="561750" y="541467"/>
                  </a:lnTo>
                  <a:lnTo>
                    <a:pt x="561819" y="541264"/>
                  </a:lnTo>
                  <a:lnTo>
                    <a:pt x="561879" y="540984"/>
                  </a:lnTo>
                  <a:lnTo>
                    <a:pt x="561897" y="540083"/>
                  </a:lnTo>
                  <a:lnTo>
                    <a:pt x="561903" y="539873"/>
                  </a:lnTo>
                  <a:lnTo>
                    <a:pt x="561858" y="539644"/>
                  </a:lnTo>
                  <a:lnTo>
                    <a:pt x="561772" y="539400"/>
                  </a:lnTo>
                  <a:lnTo>
                    <a:pt x="561679" y="539146"/>
                  </a:lnTo>
                  <a:lnTo>
                    <a:pt x="561630" y="538916"/>
                  </a:lnTo>
                  <a:lnTo>
                    <a:pt x="561522" y="538523"/>
                  </a:lnTo>
                  <a:lnTo>
                    <a:pt x="561417" y="538386"/>
                  </a:lnTo>
                  <a:lnTo>
                    <a:pt x="561319" y="538231"/>
                  </a:lnTo>
                  <a:lnTo>
                    <a:pt x="561009" y="537848"/>
                  </a:lnTo>
                  <a:lnTo>
                    <a:pt x="560801" y="537641"/>
                  </a:lnTo>
                  <a:lnTo>
                    <a:pt x="560668" y="537492"/>
                  </a:lnTo>
                  <a:lnTo>
                    <a:pt x="560464" y="537346"/>
                  </a:lnTo>
                  <a:lnTo>
                    <a:pt x="560249" y="537176"/>
                  </a:lnTo>
                  <a:lnTo>
                    <a:pt x="560117" y="537055"/>
                  </a:lnTo>
                  <a:lnTo>
                    <a:pt x="559987" y="536929"/>
                  </a:lnTo>
                  <a:lnTo>
                    <a:pt x="559798" y="536764"/>
                  </a:lnTo>
                  <a:lnTo>
                    <a:pt x="559659" y="536665"/>
                  </a:lnTo>
                  <a:lnTo>
                    <a:pt x="559469" y="536554"/>
                  </a:lnTo>
                  <a:lnTo>
                    <a:pt x="559232" y="536463"/>
                  </a:lnTo>
                  <a:lnTo>
                    <a:pt x="559004" y="536352"/>
                  </a:lnTo>
                  <a:lnTo>
                    <a:pt x="558762" y="536221"/>
                  </a:lnTo>
                  <a:lnTo>
                    <a:pt x="558529" y="536123"/>
                  </a:lnTo>
                  <a:lnTo>
                    <a:pt x="558349" y="535995"/>
                  </a:lnTo>
                  <a:lnTo>
                    <a:pt x="558179" y="535854"/>
                  </a:lnTo>
                  <a:lnTo>
                    <a:pt x="558006" y="535758"/>
                  </a:lnTo>
                  <a:lnTo>
                    <a:pt x="557791" y="535706"/>
                  </a:lnTo>
                  <a:lnTo>
                    <a:pt x="557561" y="535574"/>
                  </a:lnTo>
                  <a:lnTo>
                    <a:pt x="557384" y="535346"/>
                  </a:lnTo>
                  <a:lnTo>
                    <a:pt x="557286" y="535179"/>
                  </a:lnTo>
                  <a:lnTo>
                    <a:pt x="557253" y="534927"/>
                  </a:lnTo>
                  <a:lnTo>
                    <a:pt x="557277" y="534703"/>
                  </a:lnTo>
                  <a:lnTo>
                    <a:pt x="557331" y="534455"/>
                  </a:lnTo>
                  <a:lnTo>
                    <a:pt x="557380" y="534298"/>
                  </a:lnTo>
                  <a:lnTo>
                    <a:pt x="557370" y="534157"/>
                  </a:lnTo>
                  <a:lnTo>
                    <a:pt x="557334" y="534007"/>
                  </a:lnTo>
                  <a:lnTo>
                    <a:pt x="557317" y="533864"/>
                  </a:lnTo>
                  <a:lnTo>
                    <a:pt x="557274" y="533627"/>
                  </a:lnTo>
                  <a:lnTo>
                    <a:pt x="557215" y="533426"/>
                  </a:lnTo>
                  <a:lnTo>
                    <a:pt x="557141" y="533262"/>
                  </a:lnTo>
                  <a:lnTo>
                    <a:pt x="557129" y="533071"/>
                  </a:lnTo>
                  <a:lnTo>
                    <a:pt x="557207" y="532862"/>
                  </a:lnTo>
                  <a:lnTo>
                    <a:pt x="557331" y="532669"/>
                  </a:lnTo>
                  <a:lnTo>
                    <a:pt x="557567" y="532499"/>
                  </a:lnTo>
                  <a:lnTo>
                    <a:pt x="557781" y="532428"/>
                  </a:lnTo>
                  <a:lnTo>
                    <a:pt x="558017" y="532331"/>
                  </a:lnTo>
                  <a:lnTo>
                    <a:pt x="558249" y="532219"/>
                  </a:lnTo>
                  <a:lnTo>
                    <a:pt x="558499" y="532146"/>
                  </a:lnTo>
                  <a:lnTo>
                    <a:pt x="558702" y="532111"/>
                  </a:lnTo>
                  <a:lnTo>
                    <a:pt x="558906" y="532095"/>
                  </a:lnTo>
                  <a:lnTo>
                    <a:pt x="559068" y="532089"/>
                  </a:lnTo>
                  <a:lnTo>
                    <a:pt x="559265" y="532079"/>
                  </a:lnTo>
                  <a:lnTo>
                    <a:pt x="559489" y="532073"/>
                  </a:lnTo>
                  <a:lnTo>
                    <a:pt x="559641" y="532052"/>
                  </a:lnTo>
                  <a:lnTo>
                    <a:pt x="559824" y="531986"/>
                  </a:lnTo>
                  <a:lnTo>
                    <a:pt x="560011" y="531901"/>
                  </a:lnTo>
                  <a:lnTo>
                    <a:pt x="560488" y="531468"/>
                  </a:lnTo>
                  <a:lnTo>
                    <a:pt x="560622" y="531353"/>
                  </a:lnTo>
                  <a:lnTo>
                    <a:pt x="560748" y="531179"/>
                  </a:lnTo>
                  <a:lnTo>
                    <a:pt x="560822" y="531031"/>
                  </a:lnTo>
                  <a:lnTo>
                    <a:pt x="560915" y="530888"/>
                  </a:lnTo>
                  <a:lnTo>
                    <a:pt x="561197" y="530711"/>
                  </a:lnTo>
                  <a:lnTo>
                    <a:pt x="561346" y="530625"/>
                  </a:lnTo>
                  <a:lnTo>
                    <a:pt x="561422" y="530488"/>
                  </a:lnTo>
                  <a:lnTo>
                    <a:pt x="561498" y="530350"/>
                  </a:lnTo>
                  <a:lnTo>
                    <a:pt x="561615" y="530204"/>
                  </a:lnTo>
                  <a:lnTo>
                    <a:pt x="561897" y="530017"/>
                  </a:lnTo>
                  <a:lnTo>
                    <a:pt x="562199" y="529821"/>
                  </a:lnTo>
                  <a:lnTo>
                    <a:pt x="562281" y="529592"/>
                  </a:lnTo>
                  <a:lnTo>
                    <a:pt x="562526" y="529303"/>
                  </a:lnTo>
                  <a:lnTo>
                    <a:pt x="562909" y="528791"/>
                  </a:lnTo>
                  <a:lnTo>
                    <a:pt x="563085" y="528479"/>
                  </a:lnTo>
                  <a:lnTo>
                    <a:pt x="563271" y="528106"/>
                  </a:lnTo>
                  <a:lnTo>
                    <a:pt x="563439" y="527645"/>
                  </a:lnTo>
                  <a:lnTo>
                    <a:pt x="563566" y="527440"/>
                  </a:lnTo>
                  <a:lnTo>
                    <a:pt x="563678" y="527257"/>
                  </a:lnTo>
                  <a:lnTo>
                    <a:pt x="563794" y="527105"/>
                  </a:lnTo>
                  <a:lnTo>
                    <a:pt x="564015" y="526901"/>
                  </a:lnTo>
                  <a:lnTo>
                    <a:pt x="564195" y="526608"/>
                  </a:lnTo>
                  <a:lnTo>
                    <a:pt x="564304" y="526371"/>
                  </a:lnTo>
                  <a:lnTo>
                    <a:pt x="564436" y="526271"/>
                  </a:lnTo>
                  <a:lnTo>
                    <a:pt x="564620" y="526184"/>
                  </a:lnTo>
                  <a:lnTo>
                    <a:pt x="564905" y="525935"/>
                  </a:lnTo>
                  <a:lnTo>
                    <a:pt x="565053" y="525781"/>
                  </a:lnTo>
                  <a:lnTo>
                    <a:pt x="565193" y="525641"/>
                  </a:lnTo>
                  <a:lnTo>
                    <a:pt x="565342" y="525493"/>
                  </a:lnTo>
                  <a:lnTo>
                    <a:pt x="565436" y="525355"/>
                  </a:lnTo>
                  <a:lnTo>
                    <a:pt x="565451" y="525173"/>
                  </a:lnTo>
                  <a:lnTo>
                    <a:pt x="565494" y="525007"/>
                  </a:lnTo>
                  <a:lnTo>
                    <a:pt x="565514" y="524829"/>
                  </a:lnTo>
                  <a:lnTo>
                    <a:pt x="565517" y="524632"/>
                  </a:lnTo>
                  <a:lnTo>
                    <a:pt x="565619" y="524408"/>
                  </a:lnTo>
                  <a:lnTo>
                    <a:pt x="565668" y="524183"/>
                  </a:lnTo>
                  <a:lnTo>
                    <a:pt x="565632" y="524033"/>
                  </a:lnTo>
                  <a:lnTo>
                    <a:pt x="565724" y="523761"/>
                  </a:lnTo>
                  <a:lnTo>
                    <a:pt x="565828" y="523625"/>
                  </a:lnTo>
                  <a:lnTo>
                    <a:pt x="565892" y="523472"/>
                  </a:lnTo>
                  <a:lnTo>
                    <a:pt x="565921" y="523305"/>
                  </a:lnTo>
                  <a:lnTo>
                    <a:pt x="565931" y="523132"/>
                  </a:lnTo>
                  <a:lnTo>
                    <a:pt x="565921" y="522940"/>
                  </a:lnTo>
                  <a:lnTo>
                    <a:pt x="565903" y="522734"/>
                  </a:lnTo>
                  <a:lnTo>
                    <a:pt x="565949" y="522515"/>
                  </a:lnTo>
                  <a:lnTo>
                    <a:pt x="565906" y="522008"/>
                  </a:lnTo>
                  <a:lnTo>
                    <a:pt x="565785" y="521880"/>
                  </a:lnTo>
                  <a:lnTo>
                    <a:pt x="565686" y="521727"/>
                  </a:lnTo>
                  <a:lnTo>
                    <a:pt x="565603" y="521589"/>
                  </a:lnTo>
                  <a:lnTo>
                    <a:pt x="565540" y="521436"/>
                  </a:lnTo>
                  <a:lnTo>
                    <a:pt x="565531" y="521274"/>
                  </a:lnTo>
                  <a:lnTo>
                    <a:pt x="565761" y="520737"/>
                  </a:lnTo>
                  <a:lnTo>
                    <a:pt x="565803" y="520588"/>
                  </a:lnTo>
                  <a:lnTo>
                    <a:pt x="565836" y="520411"/>
                  </a:lnTo>
                  <a:lnTo>
                    <a:pt x="565856" y="520192"/>
                  </a:lnTo>
                  <a:lnTo>
                    <a:pt x="565870" y="520028"/>
                  </a:lnTo>
                  <a:lnTo>
                    <a:pt x="565883" y="519824"/>
                  </a:lnTo>
                  <a:lnTo>
                    <a:pt x="565875" y="519585"/>
                  </a:lnTo>
                  <a:lnTo>
                    <a:pt x="565772" y="518951"/>
                  </a:lnTo>
                  <a:lnTo>
                    <a:pt x="565823" y="518806"/>
                  </a:lnTo>
                  <a:lnTo>
                    <a:pt x="565917" y="518623"/>
                  </a:lnTo>
                  <a:lnTo>
                    <a:pt x="566052" y="518469"/>
                  </a:lnTo>
                  <a:lnTo>
                    <a:pt x="566210" y="518323"/>
                  </a:lnTo>
                  <a:lnTo>
                    <a:pt x="566424" y="518146"/>
                  </a:lnTo>
                  <a:lnTo>
                    <a:pt x="566599" y="517993"/>
                  </a:lnTo>
                  <a:lnTo>
                    <a:pt x="566736" y="517873"/>
                  </a:lnTo>
                  <a:lnTo>
                    <a:pt x="566830" y="517741"/>
                  </a:lnTo>
                  <a:lnTo>
                    <a:pt x="566959" y="517488"/>
                  </a:lnTo>
                  <a:lnTo>
                    <a:pt x="566978" y="517343"/>
                  </a:lnTo>
                  <a:lnTo>
                    <a:pt x="566963" y="517209"/>
                  </a:lnTo>
                  <a:lnTo>
                    <a:pt x="566947" y="516915"/>
                  </a:lnTo>
                  <a:lnTo>
                    <a:pt x="566976" y="516703"/>
                  </a:lnTo>
                  <a:lnTo>
                    <a:pt x="567000" y="516420"/>
                  </a:lnTo>
                  <a:lnTo>
                    <a:pt x="567015" y="516155"/>
                  </a:lnTo>
                  <a:lnTo>
                    <a:pt x="567103" y="515919"/>
                  </a:lnTo>
                  <a:lnTo>
                    <a:pt x="567185" y="515742"/>
                  </a:lnTo>
                  <a:lnTo>
                    <a:pt x="567158" y="515435"/>
                  </a:lnTo>
                  <a:lnTo>
                    <a:pt x="567119" y="515223"/>
                  </a:lnTo>
                  <a:lnTo>
                    <a:pt x="567116" y="514848"/>
                  </a:lnTo>
                  <a:lnTo>
                    <a:pt x="567186" y="514661"/>
                  </a:lnTo>
                  <a:lnTo>
                    <a:pt x="567241" y="514486"/>
                  </a:lnTo>
                  <a:lnTo>
                    <a:pt x="567312" y="514298"/>
                  </a:lnTo>
                  <a:lnTo>
                    <a:pt x="567297" y="513888"/>
                  </a:lnTo>
                  <a:lnTo>
                    <a:pt x="567096" y="513627"/>
                  </a:lnTo>
                  <a:lnTo>
                    <a:pt x="567021" y="513467"/>
                  </a:lnTo>
                  <a:lnTo>
                    <a:pt x="566784" y="513054"/>
                  </a:lnTo>
                  <a:lnTo>
                    <a:pt x="566476" y="512722"/>
                  </a:lnTo>
                  <a:lnTo>
                    <a:pt x="566334" y="512632"/>
                  </a:lnTo>
                  <a:lnTo>
                    <a:pt x="566149" y="512536"/>
                  </a:lnTo>
                  <a:lnTo>
                    <a:pt x="565901" y="512388"/>
                  </a:lnTo>
                  <a:lnTo>
                    <a:pt x="565752" y="512236"/>
                  </a:lnTo>
                  <a:lnTo>
                    <a:pt x="565633" y="512075"/>
                  </a:lnTo>
                  <a:lnTo>
                    <a:pt x="565055" y="511355"/>
                  </a:lnTo>
                  <a:lnTo>
                    <a:pt x="565255" y="509921"/>
                  </a:lnTo>
                  <a:lnTo>
                    <a:pt x="565053" y="509634"/>
                  </a:lnTo>
                  <a:lnTo>
                    <a:pt x="564840" y="509094"/>
                  </a:lnTo>
                  <a:lnTo>
                    <a:pt x="564841" y="508965"/>
                  </a:lnTo>
                  <a:lnTo>
                    <a:pt x="564854" y="508796"/>
                  </a:lnTo>
                  <a:lnTo>
                    <a:pt x="564870" y="508634"/>
                  </a:lnTo>
                  <a:lnTo>
                    <a:pt x="564889" y="508472"/>
                  </a:lnTo>
                  <a:lnTo>
                    <a:pt x="564915" y="508300"/>
                  </a:lnTo>
                  <a:lnTo>
                    <a:pt x="564917" y="508133"/>
                  </a:lnTo>
                  <a:lnTo>
                    <a:pt x="564889" y="507923"/>
                  </a:lnTo>
                  <a:lnTo>
                    <a:pt x="564853" y="507780"/>
                  </a:lnTo>
                  <a:lnTo>
                    <a:pt x="564734" y="507509"/>
                  </a:lnTo>
                  <a:lnTo>
                    <a:pt x="564672" y="507373"/>
                  </a:lnTo>
                  <a:lnTo>
                    <a:pt x="564614" y="507219"/>
                  </a:lnTo>
                  <a:lnTo>
                    <a:pt x="564554" y="507060"/>
                  </a:lnTo>
                  <a:lnTo>
                    <a:pt x="564483" y="506907"/>
                  </a:lnTo>
                  <a:lnTo>
                    <a:pt x="564376" y="506725"/>
                  </a:lnTo>
                  <a:lnTo>
                    <a:pt x="564210" y="506460"/>
                  </a:lnTo>
                  <a:lnTo>
                    <a:pt x="564141" y="506300"/>
                  </a:lnTo>
                  <a:lnTo>
                    <a:pt x="564040" y="506137"/>
                  </a:lnTo>
                  <a:lnTo>
                    <a:pt x="563920" y="505968"/>
                  </a:lnTo>
                  <a:lnTo>
                    <a:pt x="563780" y="505772"/>
                  </a:lnTo>
                  <a:lnTo>
                    <a:pt x="563707" y="505601"/>
                  </a:lnTo>
                  <a:lnTo>
                    <a:pt x="563619" y="505436"/>
                  </a:lnTo>
                  <a:lnTo>
                    <a:pt x="563585" y="505224"/>
                  </a:lnTo>
                  <a:lnTo>
                    <a:pt x="563601" y="505002"/>
                  </a:lnTo>
                  <a:lnTo>
                    <a:pt x="563557" y="504752"/>
                  </a:lnTo>
                  <a:lnTo>
                    <a:pt x="563489" y="504538"/>
                  </a:lnTo>
                  <a:lnTo>
                    <a:pt x="563420" y="504336"/>
                  </a:lnTo>
                  <a:lnTo>
                    <a:pt x="563257" y="504137"/>
                  </a:lnTo>
                  <a:lnTo>
                    <a:pt x="563029" y="503899"/>
                  </a:lnTo>
                  <a:lnTo>
                    <a:pt x="562830" y="503671"/>
                  </a:lnTo>
                  <a:lnTo>
                    <a:pt x="562596" y="503456"/>
                  </a:lnTo>
                  <a:lnTo>
                    <a:pt x="562355" y="503269"/>
                  </a:lnTo>
                  <a:lnTo>
                    <a:pt x="562081" y="503116"/>
                  </a:lnTo>
                  <a:lnTo>
                    <a:pt x="561780" y="502975"/>
                  </a:lnTo>
                  <a:lnTo>
                    <a:pt x="561521" y="502836"/>
                  </a:lnTo>
                  <a:lnTo>
                    <a:pt x="561331" y="502710"/>
                  </a:lnTo>
                  <a:lnTo>
                    <a:pt x="561095" y="502582"/>
                  </a:lnTo>
                  <a:lnTo>
                    <a:pt x="560959" y="502516"/>
                  </a:lnTo>
                  <a:lnTo>
                    <a:pt x="560789" y="502442"/>
                  </a:lnTo>
                  <a:lnTo>
                    <a:pt x="560627" y="502351"/>
                  </a:lnTo>
                  <a:lnTo>
                    <a:pt x="560434" y="502261"/>
                  </a:lnTo>
                  <a:lnTo>
                    <a:pt x="560192" y="502206"/>
                  </a:lnTo>
                  <a:lnTo>
                    <a:pt x="559999" y="502193"/>
                  </a:lnTo>
                  <a:lnTo>
                    <a:pt x="559669" y="502187"/>
                  </a:lnTo>
                  <a:lnTo>
                    <a:pt x="559384" y="502151"/>
                  </a:lnTo>
                  <a:lnTo>
                    <a:pt x="559085" y="502123"/>
                  </a:lnTo>
                  <a:lnTo>
                    <a:pt x="558621" y="502192"/>
                  </a:lnTo>
                  <a:lnTo>
                    <a:pt x="558257" y="502282"/>
                  </a:lnTo>
                  <a:lnTo>
                    <a:pt x="557908" y="502226"/>
                  </a:lnTo>
                  <a:lnTo>
                    <a:pt x="557545" y="502098"/>
                  </a:lnTo>
                  <a:lnTo>
                    <a:pt x="557112" y="501822"/>
                  </a:lnTo>
                  <a:lnTo>
                    <a:pt x="556818" y="501510"/>
                  </a:lnTo>
                  <a:lnTo>
                    <a:pt x="556541" y="501125"/>
                  </a:lnTo>
                  <a:lnTo>
                    <a:pt x="556328" y="500712"/>
                  </a:lnTo>
                  <a:lnTo>
                    <a:pt x="556247" y="500150"/>
                  </a:lnTo>
                  <a:lnTo>
                    <a:pt x="556302" y="499874"/>
                  </a:lnTo>
                  <a:lnTo>
                    <a:pt x="556327" y="499638"/>
                  </a:lnTo>
                  <a:lnTo>
                    <a:pt x="556389" y="499435"/>
                  </a:lnTo>
                  <a:lnTo>
                    <a:pt x="556426" y="499155"/>
                  </a:lnTo>
                  <a:lnTo>
                    <a:pt x="556450" y="498965"/>
                  </a:lnTo>
                  <a:lnTo>
                    <a:pt x="556527" y="498785"/>
                  </a:lnTo>
                  <a:lnTo>
                    <a:pt x="556685" y="498620"/>
                  </a:lnTo>
                  <a:lnTo>
                    <a:pt x="556826" y="498324"/>
                  </a:lnTo>
                  <a:lnTo>
                    <a:pt x="557008" y="498051"/>
                  </a:lnTo>
                  <a:lnTo>
                    <a:pt x="557281" y="497740"/>
                  </a:lnTo>
                  <a:lnTo>
                    <a:pt x="557472" y="497464"/>
                  </a:lnTo>
                  <a:lnTo>
                    <a:pt x="557663" y="497195"/>
                  </a:lnTo>
                  <a:lnTo>
                    <a:pt x="557808" y="496951"/>
                  </a:lnTo>
                  <a:lnTo>
                    <a:pt x="557893" y="496733"/>
                  </a:lnTo>
                  <a:lnTo>
                    <a:pt x="557957" y="496515"/>
                  </a:lnTo>
                  <a:lnTo>
                    <a:pt x="558027" y="496244"/>
                  </a:lnTo>
                  <a:lnTo>
                    <a:pt x="558061" y="496052"/>
                  </a:lnTo>
                  <a:lnTo>
                    <a:pt x="558193" y="495892"/>
                  </a:lnTo>
                  <a:lnTo>
                    <a:pt x="558345" y="495774"/>
                  </a:lnTo>
                  <a:lnTo>
                    <a:pt x="558514" y="495720"/>
                  </a:lnTo>
                  <a:lnTo>
                    <a:pt x="558744" y="495633"/>
                  </a:lnTo>
                  <a:lnTo>
                    <a:pt x="558955" y="495611"/>
                  </a:lnTo>
                  <a:lnTo>
                    <a:pt x="559142" y="495517"/>
                  </a:lnTo>
                  <a:lnTo>
                    <a:pt x="559363" y="495309"/>
                  </a:lnTo>
                  <a:lnTo>
                    <a:pt x="559595" y="494974"/>
                  </a:lnTo>
                  <a:lnTo>
                    <a:pt x="559758" y="494685"/>
                  </a:lnTo>
                  <a:lnTo>
                    <a:pt x="559945" y="494364"/>
                  </a:lnTo>
                  <a:lnTo>
                    <a:pt x="560141" y="494125"/>
                  </a:lnTo>
                  <a:lnTo>
                    <a:pt x="560259" y="493916"/>
                  </a:lnTo>
                  <a:lnTo>
                    <a:pt x="560312" y="493669"/>
                  </a:lnTo>
                  <a:lnTo>
                    <a:pt x="560297" y="493406"/>
                  </a:lnTo>
                  <a:lnTo>
                    <a:pt x="560270" y="493008"/>
                  </a:lnTo>
                  <a:lnTo>
                    <a:pt x="560264" y="492612"/>
                  </a:lnTo>
                  <a:lnTo>
                    <a:pt x="560313" y="492357"/>
                  </a:lnTo>
                  <a:lnTo>
                    <a:pt x="560452" y="492125"/>
                  </a:lnTo>
                  <a:lnTo>
                    <a:pt x="560667" y="491876"/>
                  </a:lnTo>
                  <a:lnTo>
                    <a:pt x="560738" y="491624"/>
                  </a:lnTo>
                  <a:lnTo>
                    <a:pt x="560751" y="491380"/>
                  </a:lnTo>
                  <a:lnTo>
                    <a:pt x="560719" y="491191"/>
                  </a:lnTo>
                  <a:lnTo>
                    <a:pt x="560593" y="491000"/>
                  </a:lnTo>
                  <a:lnTo>
                    <a:pt x="560450" y="490823"/>
                  </a:lnTo>
                  <a:lnTo>
                    <a:pt x="560373" y="490591"/>
                  </a:lnTo>
                  <a:lnTo>
                    <a:pt x="560416" y="490423"/>
                  </a:lnTo>
                  <a:lnTo>
                    <a:pt x="560595" y="490182"/>
                  </a:lnTo>
                  <a:lnTo>
                    <a:pt x="560844" y="489842"/>
                  </a:lnTo>
                  <a:lnTo>
                    <a:pt x="561038" y="489697"/>
                  </a:lnTo>
                  <a:lnTo>
                    <a:pt x="561219" y="489497"/>
                  </a:lnTo>
                  <a:lnTo>
                    <a:pt x="561310" y="489278"/>
                  </a:lnTo>
                  <a:lnTo>
                    <a:pt x="561384" y="489006"/>
                  </a:lnTo>
                  <a:lnTo>
                    <a:pt x="561458" y="488631"/>
                  </a:lnTo>
                  <a:lnTo>
                    <a:pt x="561542" y="488326"/>
                  </a:lnTo>
                  <a:lnTo>
                    <a:pt x="561552" y="488119"/>
                  </a:lnTo>
                  <a:lnTo>
                    <a:pt x="561472" y="487924"/>
                  </a:lnTo>
                  <a:lnTo>
                    <a:pt x="561479" y="487701"/>
                  </a:lnTo>
                  <a:lnTo>
                    <a:pt x="561620" y="487426"/>
                  </a:lnTo>
                  <a:lnTo>
                    <a:pt x="561820" y="487165"/>
                  </a:lnTo>
                  <a:lnTo>
                    <a:pt x="562049" y="487001"/>
                  </a:lnTo>
                  <a:lnTo>
                    <a:pt x="562217" y="486860"/>
                  </a:lnTo>
                  <a:lnTo>
                    <a:pt x="562338" y="486671"/>
                  </a:lnTo>
                  <a:lnTo>
                    <a:pt x="562532" y="486324"/>
                  </a:lnTo>
                  <a:lnTo>
                    <a:pt x="562715" y="486030"/>
                  </a:lnTo>
                  <a:lnTo>
                    <a:pt x="562893" y="485660"/>
                  </a:lnTo>
                  <a:lnTo>
                    <a:pt x="562936" y="485410"/>
                  </a:lnTo>
                  <a:lnTo>
                    <a:pt x="563053" y="485119"/>
                  </a:lnTo>
                  <a:lnTo>
                    <a:pt x="563182" y="484887"/>
                  </a:lnTo>
                  <a:lnTo>
                    <a:pt x="563350" y="484643"/>
                  </a:lnTo>
                  <a:lnTo>
                    <a:pt x="563550" y="484319"/>
                  </a:lnTo>
                  <a:lnTo>
                    <a:pt x="563638" y="484133"/>
                  </a:lnTo>
                  <a:lnTo>
                    <a:pt x="563649" y="483930"/>
                  </a:lnTo>
                  <a:lnTo>
                    <a:pt x="563641" y="483736"/>
                  </a:lnTo>
                  <a:lnTo>
                    <a:pt x="563716" y="483567"/>
                  </a:lnTo>
                  <a:lnTo>
                    <a:pt x="563873" y="483376"/>
                  </a:lnTo>
                  <a:lnTo>
                    <a:pt x="563990" y="483172"/>
                  </a:lnTo>
                  <a:lnTo>
                    <a:pt x="564207" y="482960"/>
                  </a:lnTo>
                  <a:lnTo>
                    <a:pt x="564378" y="482761"/>
                  </a:lnTo>
                  <a:lnTo>
                    <a:pt x="564459" y="482575"/>
                  </a:lnTo>
                  <a:lnTo>
                    <a:pt x="564467" y="482357"/>
                  </a:lnTo>
                  <a:lnTo>
                    <a:pt x="564574" y="482064"/>
                  </a:lnTo>
                  <a:lnTo>
                    <a:pt x="564716" y="482004"/>
                  </a:lnTo>
                  <a:lnTo>
                    <a:pt x="564894" y="481969"/>
                  </a:lnTo>
                  <a:lnTo>
                    <a:pt x="565088" y="481858"/>
                  </a:lnTo>
                  <a:lnTo>
                    <a:pt x="565232" y="481804"/>
                  </a:lnTo>
                  <a:lnTo>
                    <a:pt x="565525" y="481910"/>
                  </a:lnTo>
                  <a:lnTo>
                    <a:pt x="565684" y="481956"/>
                  </a:lnTo>
                  <a:lnTo>
                    <a:pt x="565843" y="481975"/>
                  </a:lnTo>
                  <a:lnTo>
                    <a:pt x="566106" y="482062"/>
                  </a:lnTo>
                  <a:lnTo>
                    <a:pt x="566329" y="482121"/>
                  </a:lnTo>
                  <a:lnTo>
                    <a:pt x="566540" y="482154"/>
                  </a:lnTo>
                  <a:lnTo>
                    <a:pt x="566834" y="482124"/>
                  </a:lnTo>
                  <a:lnTo>
                    <a:pt x="567171" y="482033"/>
                  </a:lnTo>
                  <a:lnTo>
                    <a:pt x="567487" y="482047"/>
                  </a:lnTo>
                  <a:lnTo>
                    <a:pt x="567719" y="482115"/>
                  </a:lnTo>
                  <a:lnTo>
                    <a:pt x="567861" y="482179"/>
                  </a:lnTo>
                  <a:lnTo>
                    <a:pt x="568000" y="482186"/>
                  </a:lnTo>
                  <a:lnTo>
                    <a:pt x="568192" y="482132"/>
                  </a:lnTo>
                  <a:lnTo>
                    <a:pt x="568430" y="482119"/>
                  </a:lnTo>
                  <a:lnTo>
                    <a:pt x="568739" y="482073"/>
                  </a:lnTo>
                  <a:lnTo>
                    <a:pt x="569068" y="481915"/>
                  </a:lnTo>
                  <a:lnTo>
                    <a:pt x="569256" y="481699"/>
                  </a:lnTo>
                  <a:lnTo>
                    <a:pt x="569368" y="481416"/>
                  </a:lnTo>
                  <a:lnTo>
                    <a:pt x="569420" y="481156"/>
                  </a:lnTo>
                  <a:lnTo>
                    <a:pt x="569533" y="480929"/>
                  </a:lnTo>
                  <a:lnTo>
                    <a:pt x="569727" y="480771"/>
                  </a:lnTo>
                  <a:lnTo>
                    <a:pt x="570051" y="480602"/>
                  </a:lnTo>
                  <a:lnTo>
                    <a:pt x="570277" y="480583"/>
                  </a:lnTo>
                  <a:lnTo>
                    <a:pt x="570459" y="480619"/>
                  </a:lnTo>
                  <a:lnTo>
                    <a:pt x="570622" y="480599"/>
                  </a:lnTo>
                  <a:lnTo>
                    <a:pt x="570786" y="480524"/>
                  </a:lnTo>
                  <a:lnTo>
                    <a:pt x="570883" y="480368"/>
                  </a:lnTo>
                  <a:lnTo>
                    <a:pt x="570954" y="480205"/>
                  </a:lnTo>
                  <a:lnTo>
                    <a:pt x="571062" y="480004"/>
                  </a:lnTo>
                  <a:lnTo>
                    <a:pt x="571196" y="479824"/>
                  </a:lnTo>
                  <a:lnTo>
                    <a:pt x="571228" y="479638"/>
                  </a:lnTo>
                  <a:lnTo>
                    <a:pt x="571376" y="479482"/>
                  </a:lnTo>
                  <a:lnTo>
                    <a:pt x="571620" y="479323"/>
                  </a:lnTo>
                  <a:lnTo>
                    <a:pt x="571916" y="479236"/>
                  </a:lnTo>
                  <a:lnTo>
                    <a:pt x="572162" y="479240"/>
                  </a:lnTo>
                  <a:lnTo>
                    <a:pt x="572388" y="479200"/>
                  </a:lnTo>
                  <a:lnTo>
                    <a:pt x="572570" y="479114"/>
                  </a:lnTo>
                  <a:lnTo>
                    <a:pt x="572799" y="479010"/>
                  </a:lnTo>
                  <a:lnTo>
                    <a:pt x="573031" y="478867"/>
                  </a:lnTo>
                  <a:lnTo>
                    <a:pt x="573197" y="478767"/>
                  </a:lnTo>
                  <a:lnTo>
                    <a:pt x="573406" y="478668"/>
                  </a:lnTo>
                  <a:lnTo>
                    <a:pt x="573626" y="478553"/>
                  </a:lnTo>
                  <a:lnTo>
                    <a:pt x="573810" y="478474"/>
                  </a:lnTo>
                  <a:lnTo>
                    <a:pt x="573967" y="478352"/>
                  </a:lnTo>
                  <a:lnTo>
                    <a:pt x="574135" y="478194"/>
                  </a:lnTo>
                  <a:lnTo>
                    <a:pt x="574276" y="477990"/>
                  </a:lnTo>
                  <a:lnTo>
                    <a:pt x="574501" y="477736"/>
                  </a:lnTo>
                  <a:lnTo>
                    <a:pt x="574772" y="477444"/>
                  </a:lnTo>
                  <a:lnTo>
                    <a:pt x="575158" y="477054"/>
                  </a:lnTo>
                  <a:lnTo>
                    <a:pt x="575381" y="476601"/>
                  </a:lnTo>
                  <a:lnTo>
                    <a:pt x="575693" y="476178"/>
                  </a:lnTo>
                  <a:lnTo>
                    <a:pt x="575973" y="475744"/>
                  </a:lnTo>
                  <a:lnTo>
                    <a:pt x="576224" y="475369"/>
                  </a:lnTo>
                  <a:lnTo>
                    <a:pt x="576333" y="475057"/>
                  </a:lnTo>
                  <a:lnTo>
                    <a:pt x="576439" y="474728"/>
                  </a:lnTo>
                  <a:lnTo>
                    <a:pt x="576563" y="474462"/>
                  </a:lnTo>
                  <a:lnTo>
                    <a:pt x="576726" y="474130"/>
                  </a:lnTo>
                  <a:lnTo>
                    <a:pt x="576852" y="473762"/>
                  </a:lnTo>
                  <a:lnTo>
                    <a:pt x="576953" y="473408"/>
                  </a:lnTo>
                  <a:lnTo>
                    <a:pt x="576978" y="473127"/>
                  </a:lnTo>
                  <a:lnTo>
                    <a:pt x="576976" y="472899"/>
                  </a:lnTo>
                  <a:lnTo>
                    <a:pt x="576976" y="472708"/>
                  </a:lnTo>
                  <a:lnTo>
                    <a:pt x="576943" y="472368"/>
                  </a:lnTo>
                  <a:lnTo>
                    <a:pt x="576880" y="471985"/>
                  </a:lnTo>
                  <a:lnTo>
                    <a:pt x="576806" y="471714"/>
                  </a:lnTo>
                  <a:lnTo>
                    <a:pt x="576743" y="471421"/>
                  </a:lnTo>
                  <a:lnTo>
                    <a:pt x="576720" y="471140"/>
                  </a:lnTo>
                  <a:lnTo>
                    <a:pt x="576709" y="470871"/>
                  </a:lnTo>
                  <a:lnTo>
                    <a:pt x="576733" y="470609"/>
                  </a:lnTo>
                  <a:lnTo>
                    <a:pt x="576759" y="470428"/>
                  </a:lnTo>
                  <a:lnTo>
                    <a:pt x="576831" y="470213"/>
                  </a:lnTo>
                  <a:lnTo>
                    <a:pt x="577007" y="469950"/>
                  </a:lnTo>
                  <a:lnTo>
                    <a:pt x="577232" y="469743"/>
                  </a:lnTo>
                  <a:lnTo>
                    <a:pt x="577486" y="469562"/>
                  </a:lnTo>
                  <a:lnTo>
                    <a:pt x="577794" y="469388"/>
                  </a:lnTo>
                  <a:lnTo>
                    <a:pt x="578096" y="469298"/>
                  </a:lnTo>
                  <a:lnTo>
                    <a:pt x="578373" y="469320"/>
                  </a:lnTo>
                  <a:lnTo>
                    <a:pt x="578612" y="469282"/>
                  </a:lnTo>
                  <a:lnTo>
                    <a:pt x="578852" y="469196"/>
                  </a:lnTo>
                  <a:lnTo>
                    <a:pt x="579136" y="469044"/>
                  </a:lnTo>
                  <a:lnTo>
                    <a:pt x="579395" y="468864"/>
                  </a:lnTo>
                  <a:lnTo>
                    <a:pt x="579607" y="468660"/>
                  </a:lnTo>
                  <a:lnTo>
                    <a:pt x="579735" y="468463"/>
                  </a:lnTo>
                  <a:lnTo>
                    <a:pt x="579794" y="468260"/>
                  </a:lnTo>
                  <a:lnTo>
                    <a:pt x="579812" y="468038"/>
                  </a:lnTo>
                  <a:lnTo>
                    <a:pt x="579815" y="467766"/>
                  </a:lnTo>
                  <a:lnTo>
                    <a:pt x="579798" y="467493"/>
                  </a:lnTo>
                  <a:lnTo>
                    <a:pt x="579761" y="467233"/>
                  </a:lnTo>
                  <a:lnTo>
                    <a:pt x="579675" y="467017"/>
                  </a:lnTo>
                  <a:lnTo>
                    <a:pt x="579635" y="466839"/>
                  </a:lnTo>
                  <a:lnTo>
                    <a:pt x="579473" y="466445"/>
                  </a:lnTo>
                  <a:lnTo>
                    <a:pt x="579058" y="466028"/>
                  </a:lnTo>
                  <a:lnTo>
                    <a:pt x="579110" y="465897"/>
                  </a:lnTo>
                  <a:lnTo>
                    <a:pt x="579149" y="465741"/>
                  </a:lnTo>
                  <a:lnTo>
                    <a:pt x="579211" y="465581"/>
                  </a:lnTo>
                  <a:lnTo>
                    <a:pt x="579302" y="465434"/>
                  </a:lnTo>
                  <a:lnTo>
                    <a:pt x="579332" y="465260"/>
                  </a:lnTo>
                  <a:lnTo>
                    <a:pt x="579323" y="464919"/>
                  </a:lnTo>
                  <a:lnTo>
                    <a:pt x="579373" y="464773"/>
                  </a:lnTo>
                  <a:lnTo>
                    <a:pt x="579454" y="464587"/>
                  </a:lnTo>
                  <a:lnTo>
                    <a:pt x="579472" y="464391"/>
                  </a:lnTo>
                  <a:lnTo>
                    <a:pt x="579518" y="464191"/>
                  </a:lnTo>
                  <a:lnTo>
                    <a:pt x="579587" y="464016"/>
                  </a:lnTo>
                  <a:lnTo>
                    <a:pt x="579656" y="463808"/>
                  </a:lnTo>
                  <a:lnTo>
                    <a:pt x="579735" y="463598"/>
                  </a:lnTo>
                  <a:lnTo>
                    <a:pt x="579846" y="463428"/>
                  </a:lnTo>
                  <a:lnTo>
                    <a:pt x="579978" y="463292"/>
                  </a:lnTo>
                  <a:lnTo>
                    <a:pt x="580089" y="463141"/>
                  </a:lnTo>
                  <a:lnTo>
                    <a:pt x="580223" y="463033"/>
                  </a:lnTo>
                  <a:lnTo>
                    <a:pt x="580382" y="462931"/>
                  </a:lnTo>
                  <a:lnTo>
                    <a:pt x="580511" y="462863"/>
                  </a:lnTo>
                  <a:lnTo>
                    <a:pt x="580659" y="462791"/>
                  </a:lnTo>
                  <a:lnTo>
                    <a:pt x="580805" y="462753"/>
                  </a:lnTo>
                  <a:lnTo>
                    <a:pt x="580981" y="462748"/>
                  </a:lnTo>
                  <a:lnTo>
                    <a:pt x="581224" y="462720"/>
                  </a:lnTo>
                  <a:lnTo>
                    <a:pt x="581442" y="462677"/>
                  </a:lnTo>
                  <a:lnTo>
                    <a:pt x="581627" y="462550"/>
                  </a:lnTo>
                  <a:lnTo>
                    <a:pt x="581761" y="462403"/>
                  </a:lnTo>
                  <a:lnTo>
                    <a:pt x="581831" y="462257"/>
                  </a:lnTo>
                  <a:lnTo>
                    <a:pt x="581906" y="462015"/>
                  </a:lnTo>
                  <a:lnTo>
                    <a:pt x="581898" y="461777"/>
                  </a:lnTo>
                  <a:lnTo>
                    <a:pt x="581863" y="461537"/>
                  </a:lnTo>
                  <a:lnTo>
                    <a:pt x="581884" y="461287"/>
                  </a:lnTo>
                  <a:lnTo>
                    <a:pt x="581899" y="461120"/>
                  </a:lnTo>
                  <a:lnTo>
                    <a:pt x="581954" y="460965"/>
                  </a:lnTo>
                  <a:lnTo>
                    <a:pt x="582242" y="460690"/>
                  </a:lnTo>
                  <a:lnTo>
                    <a:pt x="582346" y="460534"/>
                  </a:lnTo>
                  <a:lnTo>
                    <a:pt x="582400" y="460389"/>
                  </a:lnTo>
                  <a:lnTo>
                    <a:pt x="582438" y="460167"/>
                  </a:lnTo>
                  <a:lnTo>
                    <a:pt x="582443" y="459975"/>
                  </a:lnTo>
                  <a:lnTo>
                    <a:pt x="582441" y="459773"/>
                  </a:lnTo>
                  <a:lnTo>
                    <a:pt x="582434" y="459579"/>
                  </a:lnTo>
                  <a:lnTo>
                    <a:pt x="582420" y="459313"/>
                  </a:lnTo>
                  <a:lnTo>
                    <a:pt x="582409" y="459085"/>
                  </a:lnTo>
                  <a:lnTo>
                    <a:pt x="582386" y="458891"/>
                  </a:lnTo>
                  <a:lnTo>
                    <a:pt x="582377" y="458671"/>
                  </a:lnTo>
                  <a:lnTo>
                    <a:pt x="582432" y="458492"/>
                  </a:lnTo>
                  <a:lnTo>
                    <a:pt x="582631" y="458262"/>
                  </a:lnTo>
                  <a:lnTo>
                    <a:pt x="582761" y="458212"/>
                  </a:lnTo>
                  <a:lnTo>
                    <a:pt x="583012" y="458178"/>
                  </a:lnTo>
                  <a:lnTo>
                    <a:pt x="583313" y="458145"/>
                  </a:lnTo>
                  <a:lnTo>
                    <a:pt x="583495" y="458120"/>
                  </a:lnTo>
                  <a:lnTo>
                    <a:pt x="583720" y="458052"/>
                  </a:lnTo>
                  <a:lnTo>
                    <a:pt x="583895" y="457936"/>
                  </a:lnTo>
                  <a:lnTo>
                    <a:pt x="583992" y="457795"/>
                  </a:lnTo>
                  <a:lnTo>
                    <a:pt x="584047" y="457621"/>
                  </a:lnTo>
                  <a:lnTo>
                    <a:pt x="584049" y="457398"/>
                  </a:lnTo>
                  <a:lnTo>
                    <a:pt x="584050" y="457226"/>
                  </a:lnTo>
                  <a:lnTo>
                    <a:pt x="584036" y="457075"/>
                  </a:lnTo>
                  <a:lnTo>
                    <a:pt x="584022" y="456746"/>
                  </a:lnTo>
                  <a:lnTo>
                    <a:pt x="583984" y="456469"/>
                  </a:lnTo>
                  <a:lnTo>
                    <a:pt x="583954" y="456157"/>
                  </a:lnTo>
                  <a:lnTo>
                    <a:pt x="583951" y="455937"/>
                  </a:lnTo>
                  <a:lnTo>
                    <a:pt x="583913" y="455785"/>
                  </a:lnTo>
                  <a:lnTo>
                    <a:pt x="583849" y="455630"/>
                  </a:lnTo>
                  <a:lnTo>
                    <a:pt x="583781" y="455467"/>
                  </a:lnTo>
                  <a:lnTo>
                    <a:pt x="583674" y="455266"/>
                  </a:lnTo>
                  <a:lnTo>
                    <a:pt x="583595" y="455126"/>
                  </a:lnTo>
                  <a:lnTo>
                    <a:pt x="583501" y="454958"/>
                  </a:lnTo>
                  <a:lnTo>
                    <a:pt x="583379" y="454793"/>
                  </a:lnTo>
                  <a:lnTo>
                    <a:pt x="583270" y="454643"/>
                  </a:lnTo>
                  <a:lnTo>
                    <a:pt x="582986" y="454276"/>
                  </a:lnTo>
                  <a:lnTo>
                    <a:pt x="582897" y="454149"/>
                  </a:lnTo>
                  <a:lnTo>
                    <a:pt x="582826" y="454018"/>
                  </a:lnTo>
                  <a:lnTo>
                    <a:pt x="582771" y="453854"/>
                  </a:lnTo>
                  <a:lnTo>
                    <a:pt x="582737" y="453682"/>
                  </a:lnTo>
                  <a:lnTo>
                    <a:pt x="582714" y="453530"/>
                  </a:lnTo>
                  <a:lnTo>
                    <a:pt x="582680" y="453377"/>
                  </a:lnTo>
                  <a:lnTo>
                    <a:pt x="582634" y="453219"/>
                  </a:lnTo>
                  <a:lnTo>
                    <a:pt x="582579" y="453037"/>
                  </a:lnTo>
                  <a:lnTo>
                    <a:pt x="582544" y="452846"/>
                  </a:lnTo>
                  <a:lnTo>
                    <a:pt x="582521" y="452654"/>
                  </a:lnTo>
                  <a:lnTo>
                    <a:pt x="582507" y="452489"/>
                  </a:lnTo>
                  <a:lnTo>
                    <a:pt x="582506" y="452244"/>
                  </a:lnTo>
                  <a:lnTo>
                    <a:pt x="582532" y="451946"/>
                  </a:lnTo>
                  <a:lnTo>
                    <a:pt x="582548" y="451750"/>
                  </a:lnTo>
                  <a:lnTo>
                    <a:pt x="582910" y="451285"/>
                  </a:lnTo>
                  <a:lnTo>
                    <a:pt x="583063" y="451177"/>
                  </a:lnTo>
                  <a:lnTo>
                    <a:pt x="583227" y="451122"/>
                  </a:lnTo>
                  <a:lnTo>
                    <a:pt x="583408" y="451041"/>
                  </a:lnTo>
                  <a:lnTo>
                    <a:pt x="583585" y="450939"/>
                  </a:lnTo>
                  <a:lnTo>
                    <a:pt x="583767" y="450843"/>
                  </a:lnTo>
                  <a:lnTo>
                    <a:pt x="583942" y="450737"/>
                  </a:lnTo>
                  <a:lnTo>
                    <a:pt x="584114" y="450631"/>
                  </a:lnTo>
                  <a:lnTo>
                    <a:pt x="584265" y="450532"/>
                  </a:lnTo>
                  <a:lnTo>
                    <a:pt x="584475" y="450399"/>
                  </a:lnTo>
                  <a:lnTo>
                    <a:pt x="584661" y="450220"/>
                  </a:lnTo>
                  <a:lnTo>
                    <a:pt x="584801" y="450076"/>
                  </a:lnTo>
                  <a:lnTo>
                    <a:pt x="585015" y="449825"/>
                  </a:lnTo>
                  <a:lnTo>
                    <a:pt x="585146" y="449608"/>
                  </a:lnTo>
                  <a:lnTo>
                    <a:pt x="585342" y="449342"/>
                  </a:lnTo>
                  <a:lnTo>
                    <a:pt x="585498" y="449136"/>
                  </a:lnTo>
                  <a:lnTo>
                    <a:pt x="585639" y="448889"/>
                  </a:lnTo>
                  <a:lnTo>
                    <a:pt x="585730" y="448677"/>
                  </a:lnTo>
                  <a:lnTo>
                    <a:pt x="585838" y="448419"/>
                  </a:lnTo>
                  <a:lnTo>
                    <a:pt x="586172" y="448146"/>
                  </a:lnTo>
                  <a:lnTo>
                    <a:pt x="586393" y="448098"/>
                  </a:lnTo>
                  <a:lnTo>
                    <a:pt x="586629" y="448014"/>
                  </a:lnTo>
                  <a:lnTo>
                    <a:pt x="586842" y="447908"/>
                  </a:lnTo>
                  <a:lnTo>
                    <a:pt x="587043" y="447760"/>
                  </a:lnTo>
                  <a:lnTo>
                    <a:pt x="587206" y="447621"/>
                  </a:lnTo>
                  <a:lnTo>
                    <a:pt x="587382" y="447410"/>
                  </a:lnTo>
                  <a:lnTo>
                    <a:pt x="587555" y="447217"/>
                  </a:lnTo>
                  <a:lnTo>
                    <a:pt x="587789" y="446949"/>
                  </a:lnTo>
                  <a:lnTo>
                    <a:pt x="588010" y="446734"/>
                  </a:lnTo>
                  <a:lnTo>
                    <a:pt x="588205" y="446573"/>
                  </a:lnTo>
                  <a:lnTo>
                    <a:pt x="588373" y="446372"/>
                  </a:lnTo>
                  <a:lnTo>
                    <a:pt x="588478" y="446206"/>
                  </a:lnTo>
                  <a:lnTo>
                    <a:pt x="588585" y="445998"/>
                  </a:lnTo>
                  <a:lnTo>
                    <a:pt x="588685" y="445833"/>
                  </a:lnTo>
                  <a:lnTo>
                    <a:pt x="588791" y="445686"/>
                  </a:lnTo>
                  <a:lnTo>
                    <a:pt x="589044" y="445408"/>
                  </a:lnTo>
                  <a:lnTo>
                    <a:pt x="589178" y="445296"/>
                  </a:lnTo>
                  <a:lnTo>
                    <a:pt x="589355" y="445160"/>
                  </a:lnTo>
                  <a:lnTo>
                    <a:pt x="589551" y="445021"/>
                  </a:lnTo>
                  <a:lnTo>
                    <a:pt x="589781" y="444867"/>
                  </a:lnTo>
                  <a:lnTo>
                    <a:pt x="589955" y="444698"/>
                  </a:lnTo>
                  <a:lnTo>
                    <a:pt x="590088" y="444545"/>
                  </a:lnTo>
                  <a:lnTo>
                    <a:pt x="590174" y="444357"/>
                  </a:lnTo>
                  <a:lnTo>
                    <a:pt x="590261" y="444142"/>
                  </a:lnTo>
                  <a:lnTo>
                    <a:pt x="590303" y="443959"/>
                  </a:lnTo>
                  <a:lnTo>
                    <a:pt x="590342" y="443765"/>
                  </a:lnTo>
                  <a:lnTo>
                    <a:pt x="590353" y="443596"/>
                  </a:lnTo>
                  <a:lnTo>
                    <a:pt x="590349" y="443444"/>
                  </a:lnTo>
                  <a:lnTo>
                    <a:pt x="590397" y="443278"/>
                  </a:lnTo>
                  <a:lnTo>
                    <a:pt x="590473" y="443118"/>
                  </a:lnTo>
                  <a:lnTo>
                    <a:pt x="590599" y="442948"/>
                  </a:lnTo>
                  <a:lnTo>
                    <a:pt x="590689" y="442781"/>
                  </a:lnTo>
                  <a:lnTo>
                    <a:pt x="590745" y="442576"/>
                  </a:lnTo>
                  <a:lnTo>
                    <a:pt x="590789" y="442423"/>
                  </a:lnTo>
                  <a:lnTo>
                    <a:pt x="590877" y="442267"/>
                  </a:lnTo>
                  <a:lnTo>
                    <a:pt x="590991" y="442090"/>
                  </a:lnTo>
                  <a:lnTo>
                    <a:pt x="591123" y="441929"/>
                  </a:lnTo>
                  <a:lnTo>
                    <a:pt x="591226" y="441796"/>
                  </a:lnTo>
                  <a:lnTo>
                    <a:pt x="591356" y="441647"/>
                  </a:lnTo>
                  <a:lnTo>
                    <a:pt x="591615" y="441485"/>
                  </a:lnTo>
                  <a:lnTo>
                    <a:pt x="591860" y="441608"/>
                  </a:lnTo>
                  <a:lnTo>
                    <a:pt x="592011" y="441686"/>
                  </a:lnTo>
                  <a:lnTo>
                    <a:pt x="592141" y="441696"/>
                  </a:lnTo>
                  <a:lnTo>
                    <a:pt x="592279" y="441668"/>
                  </a:lnTo>
                  <a:lnTo>
                    <a:pt x="592505" y="441559"/>
                  </a:lnTo>
                  <a:lnTo>
                    <a:pt x="592755" y="441169"/>
                  </a:lnTo>
                  <a:lnTo>
                    <a:pt x="592795" y="441017"/>
                  </a:lnTo>
                  <a:lnTo>
                    <a:pt x="592862" y="440875"/>
                  </a:lnTo>
                  <a:lnTo>
                    <a:pt x="592937" y="440733"/>
                  </a:lnTo>
                  <a:lnTo>
                    <a:pt x="592966" y="440508"/>
                  </a:lnTo>
                  <a:lnTo>
                    <a:pt x="592967" y="440347"/>
                  </a:lnTo>
                  <a:lnTo>
                    <a:pt x="592978" y="440193"/>
                  </a:lnTo>
                  <a:lnTo>
                    <a:pt x="593016" y="440051"/>
                  </a:lnTo>
                  <a:lnTo>
                    <a:pt x="593130" y="439899"/>
                  </a:lnTo>
                  <a:lnTo>
                    <a:pt x="593293" y="439714"/>
                  </a:lnTo>
                  <a:lnTo>
                    <a:pt x="593488" y="439510"/>
                  </a:lnTo>
                  <a:lnTo>
                    <a:pt x="593657" y="439329"/>
                  </a:lnTo>
                  <a:lnTo>
                    <a:pt x="593794" y="439190"/>
                  </a:lnTo>
                  <a:lnTo>
                    <a:pt x="593912" y="439021"/>
                  </a:lnTo>
                  <a:lnTo>
                    <a:pt x="594032" y="438803"/>
                  </a:lnTo>
                  <a:lnTo>
                    <a:pt x="594150" y="438590"/>
                  </a:lnTo>
                  <a:lnTo>
                    <a:pt x="594250" y="438365"/>
                  </a:lnTo>
                  <a:lnTo>
                    <a:pt x="594313" y="438215"/>
                  </a:lnTo>
                  <a:lnTo>
                    <a:pt x="594377" y="437994"/>
                  </a:lnTo>
                  <a:lnTo>
                    <a:pt x="594400" y="437737"/>
                  </a:lnTo>
                  <a:lnTo>
                    <a:pt x="594418" y="437473"/>
                  </a:lnTo>
                  <a:lnTo>
                    <a:pt x="594415" y="437235"/>
                  </a:lnTo>
                  <a:lnTo>
                    <a:pt x="594424" y="436999"/>
                  </a:lnTo>
                  <a:lnTo>
                    <a:pt x="594449" y="436808"/>
                  </a:lnTo>
                  <a:lnTo>
                    <a:pt x="594489" y="436599"/>
                  </a:lnTo>
                  <a:lnTo>
                    <a:pt x="594594" y="436284"/>
                  </a:lnTo>
                  <a:lnTo>
                    <a:pt x="594682" y="435984"/>
                  </a:lnTo>
                  <a:lnTo>
                    <a:pt x="594746" y="435722"/>
                  </a:lnTo>
                  <a:lnTo>
                    <a:pt x="594800" y="435547"/>
                  </a:lnTo>
                  <a:lnTo>
                    <a:pt x="594888" y="435373"/>
                  </a:lnTo>
                  <a:lnTo>
                    <a:pt x="595003" y="435239"/>
                  </a:lnTo>
                  <a:lnTo>
                    <a:pt x="595093" y="435057"/>
                  </a:lnTo>
                  <a:lnTo>
                    <a:pt x="595147" y="434861"/>
                  </a:lnTo>
                  <a:lnTo>
                    <a:pt x="595156" y="434609"/>
                  </a:lnTo>
                  <a:lnTo>
                    <a:pt x="595148" y="434384"/>
                  </a:lnTo>
                  <a:lnTo>
                    <a:pt x="595129" y="434139"/>
                  </a:lnTo>
                  <a:lnTo>
                    <a:pt x="595076" y="433967"/>
                  </a:lnTo>
                  <a:lnTo>
                    <a:pt x="595022" y="433807"/>
                  </a:lnTo>
                  <a:lnTo>
                    <a:pt x="594960" y="433570"/>
                  </a:lnTo>
                  <a:lnTo>
                    <a:pt x="594935" y="433381"/>
                  </a:lnTo>
                  <a:lnTo>
                    <a:pt x="594943" y="433168"/>
                  </a:lnTo>
                  <a:lnTo>
                    <a:pt x="594956" y="432990"/>
                  </a:lnTo>
                  <a:lnTo>
                    <a:pt x="595002" y="432795"/>
                  </a:lnTo>
                  <a:lnTo>
                    <a:pt x="595075" y="432602"/>
                  </a:lnTo>
                  <a:lnTo>
                    <a:pt x="595166" y="432386"/>
                  </a:lnTo>
                  <a:lnTo>
                    <a:pt x="595281" y="432135"/>
                  </a:lnTo>
                  <a:lnTo>
                    <a:pt x="595428" y="431813"/>
                  </a:lnTo>
                  <a:lnTo>
                    <a:pt x="595515" y="431487"/>
                  </a:lnTo>
                  <a:lnTo>
                    <a:pt x="595574" y="431218"/>
                  </a:lnTo>
                  <a:lnTo>
                    <a:pt x="595630" y="430859"/>
                  </a:lnTo>
                  <a:lnTo>
                    <a:pt x="595601" y="430390"/>
                  </a:lnTo>
                  <a:lnTo>
                    <a:pt x="595614" y="430057"/>
                  </a:lnTo>
                  <a:lnTo>
                    <a:pt x="595597" y="429812"/>
                  </a:lnTo>
                  <a:lnTo>
                    <a:pt x="595551" y="429489"/>
                  </a:lnTo>
                  <a:lnTo>
                    <a:pt x="595549" y="429297"/>
                  </a:lnTo>
                  <a:lnTo>
                    <a:pt x="595542" y="429120"/>
                  </a:lnTo>
                  <a:lnTo>
                    <a:pt x="595563" y="428957"/>
                  </a:lnTo>
                  <a:lnTo>
                    <a:pt x="595582" y="428820"/>
                  </a:lnTo>
                  <a:lnTo>
                    <a:pt x="595597" y="428669"/>
                  </a:lnTo>
                  <a:lnTo>
                    <a:pt x="595617" y="428503"/>
                  </a:lnTo>
                  <a:lnTo>
                    <a:pt x="595632" y="428345"/>
                  </a:lnTo>
                  <a:lnTo>
                    <a:pt x="595634" y="428197"/>
                  </a:lnTo>
                  <a:lnTo>
                    <a:pt x="595615" y="428053"/>
                  </a:lnTo>
                  <a:lnTo>
                    <a:pt x="594911" y="427132"/>
                  </a:lnTo>
                  <a:lnTo>
                    <a:pt x="594571" y="426767"/>
                  </a:lnTo>
                  <a:lnTo>
                    <a:pt x="594467" y="426637"/>
                  </a:lnTo>
                  <a:lnTo>
                    <a:pt x="594353" y="426484"/>
                  </a:lnTo>
                  <a:lnTo>
                    <a:pt x="594289" y="426344"/>
                  </a:lnTo>
                  <a:lnTo>
                    <a:pt x="594234" y="426205"/>
                  </a:lnTo>
                  <a:lnTo>
                    <a:pt x="594199" y="426047"/>
                  </a:lnTo>
                  <a:lnTo>
                    <a:pt x="594151" y="425855"/>
                  </a:lnTo>
                  <a:lnTo>
                    <a:pt x="594105" y="425670"/>
                  </a:lnTo>
                  <a:lnTo>
                    <a:pt x="594072" y="425506"/>
                  </a:lnTo>
                  <a:lnTo>
                    <a:pt x="594053" y="425366"/>
                  </a:lnTo>
                  <a:lnTo>
                    <a:pt x="594012" y="425216"/>
                  </a:lnTo>
                  <a:lnTo>
                    <a:pt x="593963" y="425060"/>
                  </a:lnTo>
                  <a:lnTo>
                    <a:pt x="593951" y="424929"/>
                  </a:lnTo>
                  <a:lnTo>
                    <a:pt x="594002" y="424796"/>
                  </a:lnTo>
                  <a:lnTo>
                    <a:pt x="594184" y="424545"/>
                  </a:lnTo>
                  <a:lnTo>
                    <a:pt x="594309" y="424415"/>
                  </a:lnTo>
                  <a:lnTo>
                    <a:pt x="594472" y="424267"/>
                  </a:lnTo>
                  <a:lnTo>
                    <a:pt x="594660" y="424113"/>
                  </a:lnTo>
                  <a:lnTo>
                    <a:pt x="594819" y="423993"/>
                  </a:lnTo>
                  <a:lnTo>
                    <a:pt x="595097" y="423748"/>
                  </a:lnTo>
                  <a:lnTo>
                    <a:pt x="595205" y="423603"/>
                  </a:lnTo>
                  <a:lnTo>
                    <a:pt x="595372" y="423345"/>
                  </a:lnTo>
                  <a:lnTo>
                    <a:pt x="595479" y="423158"/>
                  </a:lnTo>
                  <a:lnTo>
                    <a:pt x="595625" y="422904"/>
                  </a:lnTo>
                  <a:lnTo>
                    <a:pt x="595953" y="422504"/>
                  </a:lnTo>
                  <a:lnTo>
                    <a:pt x="596055" y="422364"/>
                  </a:lnTo>
                  <a:lnTo>
                    <a:pt x="596140" y="422228"/>
                  </a:lnTo>
                  <a:lnTo>
                    <a:pt x="596244" y="422060"/>
                  </a:lnTo>
                  <a:lnTo>
                    <a:pt x="596322" y="421921"/>
                  </a:lnTo>
                  <a:lnTo>
                    <a:pt x="596410" y="421749"/>
                  </a:lnTo>
                  <a:lnTo>
                    <a:pt x="596481" y="421590"/>
                  </a:lnTo>
                  <a:lnTo>
                    <a:pt x="596544" y="421409"/>
                  </a:lnTo>
                  <a:lnTo>
                    <a:pt x="596590" y="421238"/>
                  </a:lnTo>
                  <a:lnTo>
                    <a:pt x="596651" y="421068"/>
                  </a:lnTo>
                  <a:lnTo>
                    <a:pt x="596720" y="420920"/>
                  </a:lnTo>
                  <a:lnTo>
                    <a:pt x="596808" y="420727"/>
                  </a:lnTo>
                  <a:lnTo>
                    <a:pt x="596887" y="420528"/>
                  </a:lnTo>
                  <a:lnTo>
                    <a:pt x="596959" y="420360"/>
                  </a:lnTo>
                  <a:lnTo>
                    <a:pt x="597047" y="420215"/>
                  </a:lnTo>
                  <a:lnTo>
                    <a:pt x="597139" y="420081"/>
                  </a:lnTo>
                  <a:lnTo>
                    <a:pt x="597261" y="419933"/>
                  </a:lnTo>
                  <a:lnTo>
                    <a:pt x="597357" y="419780"/>
                  </a:lnTo>
                  <a:lnTo>
                    <a:pt x="597493" y="419520"/>
                  </a:lnTo>
                  <a:lnTo>
                    <a:pt x="597559" y="419382"/>
                  </a:lnTo>
                  <a:lnTo>
                    <a:pt x="597605" y="419251"/>
                  </a:lnTo>
                  <a:lnTo>
                    <a:pt x="597627" y="419090"/>
                  </a:lnTo>
                  <a:lnTo>
                    <a:pt x="597637" y="418821"/>
                  </a:lnTo>
                  <a:lnTo>
                    <a:pt x="597665" y="418664"/>
                  </a:lnTo>
                  <a:lnTo>
                    <a:pt x="597692" y="418532"/>
                  </a:lnTo>
                  <a:lnTo>
                    <a:pt x="597703" y="418379"/>
                  </a:lnTo>
                  <a:lnTo>
                    <a:pt x="597707" y="418206"/>
                  </a:lnTo>
                  <a:lnTo>
                    <a:pt x="597674" y="418019"/>
                  </a:lnTo>
                  <a:lnTo>
                    <a:pt x="597634" y="417843"/>
                  </a:lnTo>
                  <a:lnTo>
                    <a:pt x="597600" y="417686"/>
                  </a:lnTo>
                  <a:lnTo>
                    <a:pt x="597514" y="417411"/>
                  </a:lnTo>
                  <a:lnTo>
                    <a:pt x="597445" y="417140"/>
                  </a:lnTo>
                  <a:lnTo>
                    <a:pt x="597402" y="416976"/>
                  </a:lnTo>
                  <a:lnTo>
                    <a:pt x="597370" y="416800"/>
                  </a:lnTo>
                  <a:lnTo>
                    <a:pt x="597352" y="416652"/>
                  </a:lnTo>
                  <a:lnTo>
                    <a:pt x="597337" y="416493"/>
                  </a:lnTo>
                  <a:lnTo>
                    <a:pt x="597316" y="416315"/>
                  </a:lnTo>
                  <a:lnTo>
                    <a:pt x="597288" y="416173"/>
                  </a:lnTo>
                  <a:lnTo>
                    <a:pt x="597257" y="416021"/>
                  </a:lnTo>
                  <a:lnTo>
                    <a:pt x="597198" y="415762"/>
                  </a:lnTo>
                  <a:lnTo>
                    <a:pt x="597147" y="415469"/>
                  </a:lnTo>
                  <a:lnTo>
                    <a:pt x="597134" y="415317"/>
                  </a:lnTo>
                  <a:lnTo>
                    <a:pt x="597134" y="415159"/>
                  </a:lnTo>
                  <a:lnTo>
                    <a:pt x="597139" y="414989"/>
                  </a:lnTo>
                  <a:lnTo>
                    <a:pt x="597149" y="414847"/>
                  </a:lnTo>
                  <a:lnTo>
                    <a:pt x="597163" y="414633"/>
                  </a:lnTo>
                  <a:lnTo>
                    <a:pt x="597179" y="414465"/>
                  </a:lnTo>
                  <a:lnTo>
                    <a:pt x="597199" y="414320"/>
                  </a:lnTo>
                  <a:lnTo>
                    <a:pt x="597244" y="414142"/>
                  </a:lnTo>
                  <a:lnTo>
                    <a:pt x="597305" y="413989"/>
                  </a:lnTo>
                  <a:lnTo>
                    <a:pt x="597351" y="413583"/>
                  </a:lnTo>
                  <a:lnTo>
                    <a:pt x="597357" y="413441"/>
                  </a:lnTo>
                  <a:lnTo>
                    <a:pt x="597393" y="413300"/>
                  </a:lnTo>
                  <a:lnTo>
                    <a:pt x="597469" y="413166"/>
                  </a:lnTo>
                  <a:lnTo>
                    <a:pt x="597660" y="412953"/>
                  </a:lnTo>
                  <a:lnTo>
                    <a:pt x="597865" y="412830"/>
                  </a:lnTo>
                  <a:lnTo>
                    <a:pt x="598065" y="412728"/>
                  </a:lnTo>
                  <a:lnTo>
                    <a:pt x="598241" y="412643"/>
                  </a:lnTo>
                  <a:lnTo>
                    <a:pt x="598428" y="412549"/>
                  </a:lnTo>
                  <a:lnTo>
                    <a:pt x="598634" y="412437"/>
                  </a:lnTo>
                  <a:lnTo>
                    <a:pt x="598901" y="412190"/>
                  </a:lnTo>
                  <a:lnTo>
                    <a:pt x="598992" y="412046"/>
                  </a:lnTo>
                  <a:lnTo>
                    <a:pt x="599155" y="411647"/>
                  </a:lnTo>
                  <a:lnTo>
                    <a:pt x="599272" y="411511"/>
                  </a:lnTo>
                  <a:lnTo>
                    <a:pt x="599426" y="411386"/>
                  </a:lnTo>
                  <a:lnTo>
                    <a:pt x="599599" y="411249"/>
                  </a:lnTo>
                  <a:lnTo>
                    <a:pt x="599739" y="411158"/>
                  </a:lnTo>
                  <a:lnTo>
                    <a:pt x="599884" y="411073"/>
                  </a:lnTo>
                  <a:lnTo>
                    <a:pt x="600025" y="411003"/>
                  </a:lnTo>
                  <a:lnTo>
                    <a:pt x="600165" y="410956"/>
                  </a:lnTo>
                  <a:lnTo>
                    <a:pt x="600325" y="410904"/>
                  </a:lnTo>
                  <a:lnTo>
                    <a:pt x="600493" y="410849"/>
                  </a:lnTo>
                  <a:lnTo>
                    <a:pt x="600627" y="410815"/>
                  </a:lnTo>
                  <a:lnTo>
                    <a:pt x="600785" y="410777"/>
                  </a:lnTo>
                  <a:lnTo>
                    <a:pt x="600972" y="410743"/>
                  </a:lnTo>
                  <a:lnTo>
                    <a:pt x="601182" y="410722"/>
                  </a:lnTo>
                  <a:lnTo>
                    <a:pt x="601368" y="410698"/>
                  </a:lnTo>
                  <a:lnTo>
                    <a:pt x="601535" y="410676"/>
                  </a:lnTo>
                  <a:lnTo>
                    <a:pt x="601718" y="410651"/>
                  </a:lnTo>
                  <a:lnTo>
                    <a:pt x="601975" y="410613"/>
                  </a:lnTo>
                  <a:lnTo>
                    <a:pt x="602160" y="410571"/>
                  </a:lnTo>
                  <a:lnTo>
                    <a:pt x="602368" y="410534"/>
                  </a:lnTo>
                  <a:lnTo>
                    <a:pt x="602577" y="410497"/>
                  </a:lnTo>
                  <a:lnTo>
                    <a:pt x="602798" y="410417"/>
                  </a:lnTo>
                  <a:lnTo>
                    <a:pt x="602991" y="410344"/>
                  </a:lnTo>
                  <a:lnTo>
                    <a:pt x="603166" y="410284"/>
                  </a:lnTo>
                  <a:lnTo>
                    <a:pt x="603354" y="410225"/>
                  </a:lnTo>
                  <a:lnTo>
                    <a:pt x="603554" y="410127"/>
                  </a:lnTo>
                  <a:lnTo>
                    <a:pt x="603764" y="410049"/>
                  </a:lnTo>
                  <a:lnTo>
                    <a:pt x="603972" y="409967"/>
                  </a:lnTo>
                  <a:lnTo>
                    <a:pt x="604132" y="409894"/>
                  </a:lnTo>
                  <a:lnTo>
                    <a:pt x="604302" y="409820"/>
                  </a:lnTo>
                  <a:lnTo>
                    <a:pt x="604459" y="409752"/>
                  </a:lnTo>
                  <a:lnTo>
                    <a:pt x="604652" y="409681"/>
                  </a:lnTo>
                  <a:lnTo>
                    <a:pt x="604823" y="409623"/>
                  </a:lnTo>
                  <a:lnTo>
                    <a:pt x="604982" y="409573"/>
                  </a:lnTo>
                  <a:lnTo>
                    <a:pt x="605142" y="409500"/>
                  </a:lnTo>
                  <a:lnTo>
                    <a:pt x="605289" y="409417"/>
                  </a:lnTo>
                  <a:lnTo>
                    <a:pt x="605655" y="409052"/>
                  </a:lnTo>
                  <a:lnTo>
                    <a:pt x="605776" y="408916"/>
                  </a:lnTo>
                  <a:lnTo>
                    <a:pt x="605950" y="408733"/>
                  </a:lnTo>
                  <a:lnTo>
                    <a:pt x="606094" y="408577"/>
                  </a:lnTo>
                  <a:lnTo>
                    <a:pt x="606240" y="408408"/>
                  </a:lnTo>
                  <a:lnTo>
                    <a:pt x="606382" y="408253"/>
                  </a:lnTo>
                  <a:lnTo>
                    <a:pt x="606533" y="408116"/>
                  </a:lnTo>
                  <a:lnTo>
                    <a:pt x="606725" y="407952"/>
                  </a:lnTo>
                  <a:lnTo>
                    <a:pt x="606868" y="407836"/>
                  </a:lnTo>
                  <a:lnTo>
                    <a:pt x="607082" y="407692"/>
                  </a:lnTo>
                  <a:lnTo>
                    <a:pt x="607233" y="407617"/>
                  </a:lnTo>
                  <a:lnTo>
                    <a:pt x="607435" y="407500"/>
                  </a:lnTo>
                  <a:lnTo>
                    <a:pt x="607608" y="407403"/>
                  </a:lnTo>
                  <a:lnTo>
                    <a:pt x="607808" y="407276"/>
                  </a:lnTo>
                  <a:lnTo>
                    <a:pt x="608024" y="407109"/>
                  </a:lnTo>
                  <a:lnTo>
                    <a:pt x="608229" y="406956"/>
                  </a:lnTo>
                  <a:lnTo>
                    <a:pt x="608408" y="406815"/>
                  </a:lnTo>
                  <a:lnTo>
                    <a:pt x="608673" y="406633"/>
                  </a:lnTo>
                  <a:lnTo>
                    <a:pt x="608979" y="406410"/>
                  </a:lnTo>
                  <a:lnTo>
                    <a:pt x="609375" y="406120"/>
                  </a:lnTo>
                  <a:lnTo>
                    <a:pt x="609644" y="405958"/>
                  </a:lnTo>
                  <a:lnTo>
                    <a:pt x="609921" y="405813"/>
                  </a:lnTo>
                  <a:lnTo>
                    <a:pt x="610159" y="405702"/>
                  </a:lnTo>
                  <a:lnTo>
                    <a:pt x="610577" y="405300"/>
                  </a:lnTo>
                  <a:lnTo>
                    <a:pt x="610783" y="405115"/>
                  </a:lnTo>
                  <a:lnTo>
                    <a:pt x="610980" y="404969"/>
                  </a:lnTo>
                  <a:lnTo>
                    <a:pt x="611180" y="404865"/>
                  </a:lnTo>
                  <a:lnTo>
                    <a:pt x="611378" y="404780"/>
                  </a:lnTo>
                  <a:lnTo>
                    <a:pt x="611561" y="404694"/>
                  </a:lnTo>
                  <a:lnTo>
                    <a:pt x="611753" y="404617"/>
                  </a:lnTo>
                  <a:lnTo>
                    <a:pt x="612028" y="404507"/>
                  </a:lnTo>
                  <a:lnTo>
                    <a:pt x="612297" y="404410"/>
                  </a:lnTo>
                  <a:lnTo>
                    <a:pt x="612516" y="404343"/>
                  </a:lnTo>
                  <a:lnTo>
                    <a:pt x="612765" y="404239"/>
                  </a:lnTo>
                  <a:lnTo>
                    <a:pt x="613034" y="404116"/>
                  </a:lnTo>
                  <a:lnTo>
                    <a:pt x="613221" y="403991"/>
                  </a:lnTo>
                  <a:lnTo>
                    <a:pt x="613411" y="403894"/>
                  </a:lnTo>
                  <a:lnTo>
                    <a:pt x="613610" y="403831"/>
                  </a:lnTo>
                  <a:lnTo>
                    <a:pt x="613821" y="403766"/>
                  </a:lnTo>
                  <a:lnTo>
                    <a:pt x="614107" y="403668"/>
                  </a:lnTo>
                  <a:lnTo>
                    <a:pt x="614389" y="403556"/>
                  </a:lnTo>
                  <a:lnTo>
                    <a:pt x="614553" y="403434"/>
                  </a:lnTo>
                  <a:lnTo>
                    <a:pt x="614834" y="403255"/>
                  </a:lnTo>
                  <a:lnTo>
                    <a:pt x="615094" y="403146"/>
                  </a:lnTo>
                  <a:lnTo>
                    <a:pt x="615482" y="403083"/>
                  </a:lnTo>
                  <a:lnTo>
                    <a:pt x="615730" y="402991"/>
                  </a:lnTo>
                  <a:lnTo>
                    <a:pt x="616002" y="402753"/>
                  </a:lnTo>
                  <a:lnTo>
                    <a:pt x="616181" y="402527"/>
                  </a:lnTo>
                  <a:lnTo>
                    <a:pt x="616327" y="402351"/>
                  </a:lnTo>
                  <a:lnTo>
                    <a:pt x="616569" y="402260"/>
                  </a:lnTo>
                  <a:lnTo>
                    <a:pt x="616772" y="402312"/>
                  </a:lnTo>
                  <a:lnTo>
                    <a:pt x="616935" y="402434"/>
                  </a:lnTo>
                  <a:lnTo>
                    <a:pt x="617115" y="402662"/>
                  </a:lnTo>
                  <a:lnTo>
                    <a:pt x="617212" y="402877"/>
                  </a:lnTo>
                  <a:lnTo>
                    <a:pt x="617323" y="403094"/>
                  </a:lnTo>
                  <a:lnTo>
                    <a:pt x="617413" y="403295"/>
                  </a:lnTo>
                  <a:lnTo>
                    <a:pt x="617538" y="403534"/>
                  </a:lnTo>
                  <a:lnTo>
                    <a:pt x="617684" y="403704"/>
                  </a:lnTo>
                  <a:lnTo>
                    <a:pt x="617880" y="403920"/>
                  </a:lnTo>
                  <a:lnTo>
                    <a:pt x="618118" y="404220"/>
                  </a:lnTo>
                  <a:lnTo>
                    <a:pt x="618272" y="404413"/>
                  </a:lnTo>
                  <a:lnTo>
                    <a:pt x="618465" y="404645"/>
                  </a:lnTo>
                  <a:lnTo>
                    <a:pt x="618582" y="404845"/>
                  </a:lnTo>
                  <a:lnTo>
                    <a:pt x="618755" y="405110"/>
                  </a:lnTo>
                  <a:lnTo>
                    <a:pt x="618931" y="405406"/>
                  </a:lnTo>
                  <a:lnTo>
                    <a:pt x="619062" y="405619"/>
                  </a:lnTo>
                  <a:lnTo>
                    <a:pt x="619177" y="405781"/>
                  </a:lnTo>
                  <a:lnTo>
                    <a:pt x="619324" y="405957"/>
                  </a:lnTo>
                  <a:lnTo>
                    <a:pt x="619448" y="406113"/>
                  </a:lnTo>
                  <a:lnTo>
                    <a:pt x="619594" y="406259"/>
                  </a:lnTo>
                  <a:lnTo>
                    <a:pt x="619762" y="406367"/>
                  </a:lnTo>
                  <a:lnTo>
                    <a:pt x="619957" y="406464"/>
                  </a:lnTo>
                  <a:lnTo>
                    <a:pt x="620167" y="406559"/>
                  </a:lnTo>
                  <a:lnTo>
                    <a:pt x="620392" y="406684"/>
                  </a:lnTo>
                  <a:lnTo>
                    <a:pt x="620612" y="406817"/>
                  </a:lnTo>
                  <a:lnTo>
                    <a:pt x="620940" y="406952"/>
                  </a:lnTo>
                  <a:lnTo>
                    <a:pt x="621151" y="407021"/>
                  </a:lnTo>
                  <a:lnTo>
                    <a:pt x="621415" y="407051"/>
                  </a:lnTo>
                  <a:lnTo>
                    <a:pt x="621644" y="407001"/>
                  </a:lnTo>
                  <a:lnTo>
                    <a:pt x="621893" y="406893"/>
                  </a:lnTo>
                  <a:lnTo>
                    <a:pt x="622130" y="406772"/>
                  </a:lnTo>
                  <a:lnTo>
                    <a:pt x="622316" y="406655"/>
                  </a:lnTo>
                  <a:lnTo>
                    <a:pt x="622533" y="406502"/>
                  </a:lnTo>
                  <a:lnTo>
                    <a:pt x="622706" y="406378"/>
                  </a:lnTo>
                  <a:lnTo>
                    <a:pt x="622952" y="406125"/>
                  </a:lnTo>
                  <a:lnTo>
                    <a:pt x="623072" y="405965"/>
                  </a:lnTo>
                  <a:lnTo>
                    <a:pt x="623186" y="405812"/>
                  </a:lnTo>
                  <a:lnTo>
                    <a:pt x="623340" y="405629"/>
                  </a:lnTo>
                  <a:lnTo>
                    <a:pt x="623480" y="405517"/>
                  </a:lnTo>
                  <a:lnTo>
                    <a:pt x="623638" y="405400"/>
                  </a:lnTo>
                  <a:lnTo>
                    <a:pt x="623809" y="405303"/>
                  </a:lnTo>
                  <a:lnTo>
                    <a:pt x="624020" y="405129"/>
                  </a:lnTo>
                  <a:lnTo>
                    <a:pt x="624246" y="404905"/>
                  </a:lnTo>
                  <a:lnTo>
                    <a:pt x="624451" y="404681"/>
                  </a:lnTo>
                  <a:lnTo>
                    <a:pt x="624646" y="404429"/>
                  </a:lnTo>
                  <a:lnTo>
                    <a:pt x="624823" y="404171"/>
                  </a:lnTo>
                  <a:lnTo>
                    <a:pt x="625033" y="403872"/>
                  </a:lnTo>
                  <a:lnTo>
                    <a:pt x="625219" y="403611"/>
                  </a:lnTo>
                  <a:lnTo>
                    <a:pt x="625366" y="403395"/>
                  </a:lnTo>
                  <a:lnTo>
                    <a:pt x="625586" y="403175"/>
                  </a:lnTo>
                  <a:lnTo>
                    <a:pt x="625796" y="403035"/>
                  </a:lnTo>
                  <a:lnTo>
                    <a:pt x="626047" y="402860"/>
                  </a:lnTo>
                  <a:lnTo>
                    <a:pt x="626228" y="402699"/>
                  </a:lnTo>
                  <a:lnTo>
                    <a:pt x="626429" y="402516"/>
                  </a:lnTo>
                  <a:lnTo>
                    <a:pt x="626629" y="402344"/>
                  </a:lnTo>
                  <a:lnTo>
                    <a:pt x="626840" y="402170"/>
                  </a:lnTo>
                  <a:lnTo>
                    <a:pt x="627062" y="402016"/>
                  </a:lnTo>
                  <a:lnTo>
                    <a:pt x="627276" y="401911"/>
                  </a:lnTo>
                  <a:lnTo>
                    <a:pt x="627485" y="401840"/>
                  </a:lnTo>
                  <a:lnTo>
                    <a:pt x="627746" y="401804"/>
                  </a:lnTo>
                  <a:lnTo>
                    <a:pt x="627989" y="401758"/>
                  </a:lnTo>
                  <a:lnTo>
                    <a:pt x="628235" y="401699"/>
                  </a:lnTo>
                  <a:lnTo>
                    <a:pt x="628434" y="401649"/>
                  </a:lnTo>
                  <a:lnTo>
                    <a:pt x="628666" y="401574"/>
                  </a:lnTo>
                  <a:lnTo>
                    <a:pt x="628975" y="401484"/>
                  </a:lnTo>
                  <a:lnTo>
                    <a:pt x="629398" y="401440"/>
                  </a:lnTo>
                  <a:lnTo>
                    <a:pt x="630242" y="401351"/>
                  </a:lnTo>
                  <a:lnTo>
                    <a:pt x="630855" y="401080"/>
                  </a:lnTo>
                  <a:lnTo>
                    <a:pt x="631195" y="400885"/>
                  </a:lnTo>
                  <a:lnTo>
                    <a:pt x="631375" y="400807"/>
                  </a:lnTo>
                  <a:lnTo>
                    <a:pt x="631601" y="400692"/>
                  </a:lnTo>
                  <a:lnTo>
                    <a:pt x="631883" y="400581"/>
                  </a:lnTo>
                  <a:lnTo>
                    <a:pt x="632118" y="400512"/>
                  </a:lnTo>
                  <a:lnTo>
                    <a:pt x="632327" y="400474"/>
                  </a:lnTo>
                  <a:lnTo>
                    <a:pt x="632558" y="400439"/>
                  </a:lnTo>
                  <a:lnTo>
                    <a:pt x="632829" y="400403"/>
                  </a:lnTo>
                  <a:lnTo>
                    <a:pt x="633091" y="400354"/>
                  </a:lnTo>
                  <a:lnTo>
                    <a:pt x="633344" y="400322"/>
                  </a:lnTo>
                  <a:lnTo>
                    <a:pt x="633558" y="400335"/>
                  </a:lnTo>
                  <a:lnTo>
                    <a:pt x="633795" y="400434"/>
                  </a:lnTo>
                  <a:lnTo>
                    <a:pt x="634072" y="400664"/>
                  </a:lnTo>
                  <a:lnTo>
                    <a:pt x="634168" y="400799"/>
                  </a:lnTo>
                  <a:lnTo>
                    <a:pt x="634230" y="400959"/>
                  </a:lnTo>
                  <a:lnTo>
                    <a:pt x="634252" y="401126"/>
                  </a:lnTo>
                  <a:lnTo>
                    <a:pt x="634243" y="401337"/>
                  </a:lnTo>
                  <a:lnTo>
                    <a:pt x="634245" y="401567"/>
                  </a:lnTo>
                  <a:lnTo>
                    <a:pt x="634257" y="401792"/>
                  </a:lnTo>
                  <a:lnTo>
                    <a:pt x="634294" y="401997"/>
                  </a:lnTo>
                  <a:lnTo>
                    <a:pt x="634349" y="402144"/>
                  </a:lnTo>
                  <a:lnTo>
                    <a:pt x="634437" y="402291"/>
                  </a:lnTo>
                  <a:lnTo>
                    <a:pt x="634519" y="402425"/>
                  </a:lnTo>
                  <a:lnTo>
                    <a:pt x="634545" y="402574"/>
                  </a:lnTo>
                  <a:lnTo>
                    <a:pt x="634556" y="402737"/>
                  </a:lnTo>
                  <a:lnTo>
                    <a:pt x="634539" y="402872"/>
                  </a:lnTo>
                  <a:lnTo>
                    <a:pt x="634578" y="403032"/>
                  </a:lnTo>
                  <a:lnTo>
                    <a:pt x="634567" y="403178"/>
                  </a:lnTo>
                  <a:lnTo>
                    <a:pt x="634557" y="403385"/>
                  </a:lnTo>
                  <a:lnTo>
                    <a:pt x="634509" y="403665"/>
                  </a:lnTo>
                  <a:lnTo>
                    <a:pt x="634470" y="403973"/>
                  </a:lnTo>
                  <a:lnTo>
                    <a:pt x="634501" y="404245"/>
                  </a:lnTo>
                  <a:lnTo>
                    <a:pt x="634611" y="404524"/>
                  </a:lnTo>
                  <a:lnTo>
                    <a:pt x="634731" y="404778"/>
                  </a:lnTo>
                  <a:lnTo>
                    <a:pt x="634881" y="405026"/>
                  </a:lnTo>
                  <a:lnTo>
                    <a:pt x="635050" y="405293"/>
                  </a:lnTo>
                  <a:lnTo>
                    <a:pt x="635209" y="405624"/>
                  </a:lnTo>
                  <a:lnTo>
                    <a:pt x="635356" y="405789"/>
                  </a:lnTo>
                  <a:lnTo>
                    <a:pt x="635647" y="406008"/>
                  </a:lnTo>
                  <a:lnTo>
                    <a:pt x="636038" y="406316"/>
                  </a:lnTo>
                  <a:lnTo>
                    <a:pt x="636316" y="406525"/>
                  </a:lnTo>
                  <a:lnTo>
                    <a:pt x="636554" y="406728"/>
                  </a:lnTo>
                  <a:lnTo>
                    <a:pt x="636873" y="406981"/>
                  </a:lnTo>
                  <a:lnTo>
                    <a:pt x="637184" y="407148"/>
                  </a:lnTo>
                  <a:lnTo>
                    <a:pt x="637403" y="407269"/>
                  </a:lnTo>
                  <a:lnTo>
                    <a:pt x="637774" y="407386"/>
                  </a:lnTo>
                  <a:lnTo>
                    <a:pt x="638161" y="407438"/>
                  </a:lnTo>
                  <a:lnTo>
                    <a:pt x="638633" y="407404"/>
                  </a:lnTo>
                  <a:lnTo>
                    <a:pt x="638977" y="407317"/>
                  </a:lnTo>
                  <a:lnTo>
                    <a:pt x="639321" y="407170"/>
                  </a:lnTo>
                  <a:lnTo>
                    <a:pt x="639730" y="406934"/>
                  </a:lnTo>
                  <a:lnTo>
                    <a:pt x="640174" y="406630"/>
                  </a:lnTo>
                  <a:lnTo>
                    <a:pt x="640324" y="406534"/>
                  </a:lnTo>
                  <a:lnTo>
                    <a:pt x="640477" y="406414"/>
                  </a:lnTo>
                  <a:lnTo>
                    <a:pt x="640610" y="406300"/>
                  </a:lnTo>
                  <a:lnTo>
                    <a:pt x="640761" y="406169"/>
                  </a:lnTo>
                  <a:lnTo>
                    <a:pt x="640941" y="406022"/>
                  </a:lnTo>
                  <a:lnTo>
                    <a:pt x="641098" y="405879"/>
                  </a:lnTo>
                  <a:lnTo>
                    <a:pt x="641308" y="405629"/>
                  </a:lnTo>
                  <a:lnTo>
                    <a:pt x="641427" y="405453"/>
                  </a:lnTo>
                  <a:lnTo>
                    <a:pt x="641513" y="405273"/>
                  </a:lnTo>
                  <a:lnTo>
                    <a:pt x="641572" y="405144"/>
                  </a:lnTo>
                  <a:lnTo>
                    <a:pt x="642258" y="404552"/>
                  </a:lnTo>
                  <a:lnTo>
                    <a:pt x="642426" y="404521"/>
                  </a:lnTo>
                  <a:lnTo>
                    <a:pt x="642581" y="404502"/>
                  </a:lnTo>
                  <a:lnTo>
                    <a:pt x="642741" y="404488"/>
                  </a:lnTo>
                  <a:lnTo>
                    <a:pt x="642919" y="404455"/>
                  </a:lnTo>
                  <a:lnTo>
                    <a:pt x="643085" y="404411"/>
                  </a:lnTo>
                  <a:lnTo>
                    <a:pt x="643254" y="404358"/>
                  </a:lnTo>
                  <a:lnTo>
                    <a:pt x="643435" y="404306"/>
                  </a:lnTo>
                  <a:lnTo>
                    <a:pt x="643624" y="404256"/>
                  </a:lnTo>
                  <a:lnTo>
                    <a:pt x="643811" y="404214"/>
                  </a:lnTo>
                  <a:lnTo>
                    <a:pt x="643976" y="404168"/>
                  </a:lnTo>
                  <a:lnTo>
                    <a:pt x="644148" y="404113"/>
                  </a:lnTo>
                  <a:lnTo>
                    <a:pt x="644310" y="404063"/>
                  </a:lnTo>
                  <a:lnTo>
                    <a:pt x="644477" y="404016"/>
                  </a:lnTo>
                  <a:lnTo>
                    <a:pt x="644755" y="404005"/>
                  </a:lnTo>
                  <a:lnTo>
                    <a:pt x="645205" y="404059"/>
                  </a:lnTo>
                  <a:lnTo>
                    <a:pt x="645347" y="404074"/>
                  </a:lnTo>
                  <a:lnTo>
                    <a:pt x="645543" y="404084"/>
                  </a:lnTo>
                  <a:lnTo>
                    <a:pt x="645724" y="404091"/>
                  </a:lnTo>
                  <a:lnTo>
                    <a:pt x="646005" y="404150"/>
                  </a:lnTo>
                  <a:lnTo>
                    <a:pt x="646153" y="404208"/>
                  </a:lnTo>
                  <a:lnTo>
                    <a:pt x="646353" y="404293"/>
                  </a:lnTo>
                  <a:lnTo>
                    <a:pt x="646536" y="404352"/>
                  </a:lnTo>
                  <a:lnTo>
                    <a:pt x="646733" y="404397"/>
                  </a:lnTo>
                  <a:lnTo>
                    <a:pt x="646890" y="404444"/>
                  </a:lnTo>
                  <a:lnTo>
                    <a:pt x="647093" y="404524"/>
                  </a:lnTo>
                  <a:lnTo>
                    <a:pt x="647258" y="404590"/>
                  </a:lnTo>
                  <a:lnTo>
                    <a:pt x="647446" y="404674"/>
                  </a:lnTo>
                  <a:lnTo>
                    <a:pt x="647625" y="404755"/>
                  </a:lnTo>
                  <a:lnTo>
                    <a:pt x="647755" y="404860"/>
                  </a:lnTo>
                  <a:lnTo>
                    <a:pt x="647952" y="405129"/>
                  </a:lnTo>
                  <a:lnTo>
                    <a:pt x="648080" y="405261"/>
                  </a:lnTo>
                  <a:lnTo>
                    <a:pt x="648229" y="405395"/>
                  </a:lnTo>
                  <a:lnTo>
                    <a:pt x="648379" y="405520"/>
                  </a:lnTo>
                  <a:lnTo>
                    <a:pt x="648509" y="405610"/>
                  </a:lnTo>
                  <a:lnTo>
                    <a:pt x="648669" y="405768"/>
                  </a:lnTo>
                  <a:lnTo>
                    <a:pt x="648816" y="405942"/>
                  </a:lnTo>
                  <a:lnTo>
                    <a:pt x="648936" y="406098"/>
                  </a:lnTo>
                  <a:lnTo>
                    <a:pt x="649150" y="406403"/>
                  </a:lnTo>
                  <a:lnTo>
                    <a:pt x="649275" y="406540"/>
                  </a:lnTo>
                  <a:lnTo>
                    <a:pt x="649727" y="406973"/>
                  </a:lnTo>
                  <a:lnTo>
                    <a:pt x="649855" y="407114"/>
                  </a:lnTo>
                  <a:lnTo>
                    <a:pt x="649945" y="407262"/>
                  </a:lnTo>
                  <a:lnTo>
                    <a:pt x="650056" y="407518"/>
                  </a:lnTo>
                  <a:lnTo>
                    <a:pt x="650112" y="407675"/>
                  </a:lnTo>
                  <a:lnTo>
                    <a:pt x="650212" y="407835"/>
                  </a:lnTo>
                  <a:lnTo>
                    <a:pt x="650320" y="407972"/>
                  </a:lnTo>
                  <a:lnTo>
                    <a:pt x="650463" y="408115"/>
                  </a:lnTo>
                  <a:lnTo>
                    <a:pt x="650605" y="408289"/>
                  </a:lnTo>
                  <a:lnTo>
                    <a:pt x="650736" y="408507"/>
                  </a:lnTo>
                  <a:lnTo>
                    <a:pt x="650842" y="408680"/>
                  </a:lnTo>
                  <a:lnTo>
                    <a:pt x="651018" y="408868"/>
                  </a:lnTo>
                  <a:lnTo>
                    <a:pt x="651180" y="408988"/>
                  </a:lnTo>
                  <a:lnTo>
                    <a:pt x="651361" y="409113"/>
                  </a:lnTo>
                  <a:lnTo>
                    <a:pt x="651527" y="409237"/>
                  </a:lnTo>
                  <a:lnTo>
                    <a:pt x="651926" y="409610"/>
                  </a:lnTo>
                  <a:lnTo>
                    <a:pt x="652058" y="409681"/>
                  </a:lnTo>
                  <a:lnTo>
                    <a:pt x="652230" y="409729"/>
                  </a:lnTo>
                  <a:lnTo>
                    <a:pt x="652397" y="409827"/>
                  </a:lnTo>
                  <a:lnTo>
                    <a:pt x="652539" y="409924"/>
                  </a:lnTo>
                  <a:lnTo>
                    <a:pt x="652679" y="410037"/>
                  </a:lnTo>
                  <a:lnTo>
                    <a:pt x="652936" y="410299"/>
                  </a:lnTo>
                  <a:lnTo>
                    <a:pt x="653072" y="410438"/>
                  </a:lnTo>
                  <a:lnTo>
                    <a:pt x="653216" y="410557"/>
                  </a:lnTo>
                  <a:lnTo>
                    <a:pt x="653488" y="410696"/>
                  </a:lnTo>
                  <a:lnTo>
                    <a:pt x="653623" y="410715"/>
                  </a:lnTo>
                  <a:lnTo>
                    <a:pt x="653763" y="410706"/>
                  </a:lnTo>
                  <a:lnTo>
                    <a:pt x="653941" y="410657"/>
                  </a:lnTo>
                  <a:lnTo>
                    <a:pt x="654149" y="410567"/>
                  </a:lnTo>
                  <a:lnTo>
                    <a:pt x="654331" y="410454"/>
                  </a:lnTo>
                  <a:lnTo>
                    <a:pt x="654502" y="410341"/>
                  </a:lnTo>
                  <a:lnTo>
                    <a:pt x="654703" y="410182"/>
                  </a:lnTo>
                  <a:lnTo>
                    <a:pt x="654832" y="410032"/>
                  </a:lnTo>
                  <a:lnTo>
                    <a:pt x="654982" y="409773"/>
                  </a:lnTo>
                  <a:lnTo>
                    <a:pt x="655108" y="409501"/>
                  </a:lnTo>
                  <a:lnTo>
                    <a:pt x="655269" y="409226"/>
                  </a:lnTo>
                  <a:lnTo>
                    <a:pt x="655417" y="409021"/>
                  </a:lnTo>
                  <a:lnTo>
                    <a:pt x="655499" y="408880"/>
                  </a:lnTo>
                  <a:lnTo>
                    <a:pt x="655563" y="408723"/>
                  </a:lnTo>
                  <a:lnTo>
                    <a:pt x="655637" y="408548"/>
                  </a:lnTo>
                  <a:lnTo>
                    <a:pt x="655701" y="408393"/>
                  </a:lnTo>
                  <a:lnTo>
                    <a:pt x="655894" y="408129"/>
                  </a:lnTo>
                  <a:lnTo>
                    <a:pt x="656062" y="408057"/>
                  </a:lnTo>
                  <a:lnTo>
                    <a:pt x="656219" y="407998"/>
                  </a:lnTo>
                  <a:lnTo>
                    <a:pt x="656412" y="407924"/>
                  </a:lnTo>
                  <a:lnTo>
                    <a:pt x="656589" y="407873"/>
                  </a:lnTo>
                  <a:lnTo>
                    <a:pt x="656833" y="407821"/>
                  </a:lnTo>
                  <a:lnTo>
                    <a:pt x="657056" y="407779"/>
                  </a:lnTo>
                  <a:lnTo>
                    <a:pt x="657248" y="407733"/>
                  </a:lnTo>
                  <a:lnTo>
                    <a:pt x="657485" y="407691"/>
                  </a:lnTo>
                  <a:lnTo>
                    <a:pt x="657719" y="407677"/>
                  </a:lnTo>
                  <a:lnTo>
                    <a:pt x="657936" y="407696"/>
                  </a:lnTo>
                  <a:lnTo>
                    <a:pt x="658168" y="407731"/>
                  </a:lnTo>
                  <a:lnTo>
                    <a:pt x="658337" y="407754"/>
                  </a:lnTo>
                  <a:lnTo>
                    <a:pt x="658652" y="407771"/>
                  </a:lnTo>
                  <a:lnTo>
                    <a:pt x="658927" y="407755"/>
                  </a:lnTo>
                  <a:lnTo>
                    <a:pt x="659159" y="407677"/>
                  </a:lnTo>
                  <a:lnTo>
                    <a:pt x="659336" y="407589"/>
                  </a:lnTo>
                  <a:lnTo>
                    <a:pt x="659526" y="407456"/>
                  </a:lnTo>
                  <a:lnTo>
                    <a:pt x="659722" y="407250"/>
                  </a:lnTo>
                  <a:lnTo>
                    <a:pt x="659943" y="406988"/>
                  </a:lnTo>
                  <a:lnTo>
                    <a:pt x="660111" y="406741"/>
                  </a:lnTo>
                  <a:lnTo>
                    <a:pt x="660230" y="406539"/>
                  </a:lnTo>
                  <a:lnTo>
                    <a:pt x="660363" y="406327"/>
                  </a:lnTo>
                  <a:lnTo>
                    <a:pt x="660456" y="406145"/>
                  </a:lnTo>
                  <a:lnTo>
                    <a:pt x="660549" y="405955"/>
                  </a:lnTo>
                  <a:lnTo>
                    <a:pt x="660620" y="405755"/>
                  </a:lnTo>
                  <a:lnTo>
                    <a:pt x="660675" y="405566"/>
                  </a:lnTo>
                  <a:lnTo>
                    <a:pt x="660716" y="405348"/>
                  </a:lnTo>
                  <a:lnTo>
                    <a:pt x="660746" y="405084"/>
                  </a:lnTo>
                  <a:lnTo>
                    <a:pt x="660803" y="404790"/>
                  </a:lnTo>
                  <a:lnTo>
                    <a:pt x="660885" y="404532"/>
                  </a:lnTo>
                  <a:lnTo>
                    <a:pt x="660971" y="404348"/>
                  </a:lnTo>
                  <a:lnTo>
                    <a:pt x="661037" y="404160"/>
                  </a:lnTo>
                  <a:lnTo>
                    <a:pt x="661084" y="404002"/>
                  </a:lnTo>
                  <a:lnTo>
                    <a:pt x="661144" y="403875"/>
                  </a:lnTo>
                  <a:lnTo>
                    <a:pt x="661182" y="403730"/>
                  </a:lnTo>
                  <a:lnTo>
                    <a:pt x="661207" y="403580"/>
                  </a:lnTo>
                  <a:lnTo>
                    <a:pt x="661221" y="403451"/>
                  </a:lnTo>
                  <a:lnTo>
                    <a:pt x="661525" y="402904"/>
                  </a:lnTo>
                  <a:lnTo>
                    <a:pt x="661662" y="402774"/>
                  </a:lnTo>
                  <a:lnTo>
                    <a:pt x="661851" y="402650"/>
                  </a:lnTo>
                  <a:lnTo>
                    <a:pt x="662058" y="402571"/>
                  </a:lnTo>
                  <a:lnTo>
                    <a:pt x="662269" y="402536"/>
                  </a:lnTo>
                  <a:lnTo>
                    <a:pt x="662499" y="402494"/>
                  </a:lnTo>
                  <a:lnTo>
                    <a:pt x="662681" y="402476"/>
                  </a:lnTo>
                  <a:lnTo>
                    <a:pt x="662839" y="402448"/>
                  </a:lnTo>
                  <a:lnTo>
                    <a:pt x="663019" y="402417"/>
                  </a:lnTo>
                  <a:lnTo>
                    <a:pt x="663166" y="402394"/>
                  </a:lnTo>
                  <a:lnTo>
                    <a:pt x="663352" y="402357"/>
                  </a:lnTo>
                  <a:lnTo>
                    <a:pt x="663566" y="402296"/>
                  </a:lnTo>
                  <a:lnTo>
                    <a:pt x="663764" y="402189"/>
                  </a:lnTo>
                  <a:lnTo>
                    <a:pt x="663928" y="402064"/>
                  </a:lnTo>
                  <a:lnTo>
                    <a:pt x="664100" y="401922"/>
                  </a:lnTo>
                  <a:lnTo>
                    <a:pt x="664301" y="401789"/>
                  </a:lnTo>
                  <a:lnTo>
                    <a:pt x="664448" y="401707"/>
                  </a:lnTo>
                  <a:lnTo>
                    <a:pt x="664603" y="401632"/>
                  </a:lnTo>
                  <a:lnTo>
                    <a:pt x="664861" y="401491"/>
                  </a:lnTo>
                  <a:lnTo>
                    <a:pt x="665121" y="401310"/>
                  </a:lnTo>
                  <a:lnTo>
                    <a:pt x="665282" y="401180"/>
                  </a:lnTo>
                  <a:lnTo>
                    <a:pt x="665434" y="401046"/>
                  </a:lnTo>
                  <a:lnTo>
                    <a:pt x="665575" y="400899"/>
                  </a:lnTo>
                  <a:lnTo>
                    <a:pt x="665703" y="400718"/>
                  </a:lnTo>
                  <a:lnTo>
                    <a:pt x="665836" y="400531"/>
                  </a:lnTo>
                  <a:lnTo>
                    <a:pt x="665979" y="400356"/>
                  </a:lnTo>
                  <a:lnTo>
                    <a:pt x="666146" y="400168"/>
                  </a:lnTo>
                  <a:lnTo>
                    <a:pt x="666313" y="400016"/>
                  </a:lnTo>
                  <a:lnTo>
                    <a:pt x="666499" y="399908"/>
                  </a:lnTo>
                  <a:lnTo>
                    <a:pt x="666707" y="399796"/>
                  </a:lnTo>
                  <a:lnTo>
                    <a:pt x="666907" y="399663"/>
                  </a:lnTo>
                  <a:lnTo>
                    <a:pt x="667137" y="399527"/>
                  </a:lnTo>
                  <a:lnTo>
                    <a:pt x="667350" y="399408"/>
                  </a:lnTo>
                  <a:lnTo>
                    <a:pt x="667580" y="399239"/>
                  </a:lnTo>
                  <a:lnTo>
                    <a:pt x="667788" y="399061"/>
                  </a:lnTo>
                  <a:lnTo>
                    <a:pt x="667939" y="398917"/>
                  </a:lnTo>
                  <a:lnTo>
                    <a:pt x="668113" y="398692"/>
                  </a:lnTo>
                  <a:lnTo>
                    <a:pt x="668318" y="398485"/>
                  </a:lnTo>
                  <a:lnTo>
                    <a:pt x="668497" y="398324"/>
                  </a:lnTo>
                  <a:lnTo>
                    <a:pt x="668658" y="398199"/>
                  </a:lnTo>
                  <a:lnTo>
                    <a:pt x="668838" y="398093"/>
                  </a:lnTo>
                  <a:lnTo>
                    <a:pt x="669005" y="397982"/>
                  </a:lnTo>
                  <a:lnTo>
                    <a:pt x="669183" y="397835"/>
                  </a:lnTo>
                  <a:lnTo>
                    <a:pt x="669349" y="397660"/>
                  </a:lnTo>
                  <a:lnTo>
                    <a:pt x="669461" y="397497"/>
                  </a:lnTo>
                  <a:lnTo>
                    <a:pt x="669603" y="397275"/>
                  </a:lnTo>
                  <a:lnTo>
                    <a:pt x="669771" y="397056"/>
                  </a:lnTo>
                  <a:lnTo>
                    <a:pt x="669935" y="396875"/>
                  </a:lnTo>
                  <a:lnTo>
                    <a:pt x="670132" y="396687"/>
                  </a:lnTo>
                  <a:lnTo>
                    <a:pt x="670450" y="396460"/>
                  </a:lnTo>
                  <a:lnTo>
                    <a:pt x="670606" y="396365"/>
                  </a:lnTo>
                  <a:lnTo>
                    <a:pt x="670755" y="396273"/>
                  </a:lnTo>
                  <a:lnTo>
                    <a:pt x="670921" y="396191"/>
                  </a:lnTo>
                  <a:lnTo>
                    <a:pt x="671059" y="396138"/>
                  </a:lnTo>
                  <a:lnTo>
                    <a:pt x="671211" y="396100"/>
                  </a:lnTo>
                  <a:lnTo>
                    <a:pt x="671382" y="396047"/>
                  </a:lnTo>
                  <a:lnTo>
                    <a:pt x="671553" y="395991"/>
                  </a:lnTo>
                  <a:lnTo>
                    <a:pt x="671769" y="395918"/>
                  </a:lnTo>
                  <a:lnTo>
                    <a:pt x="672029" y="395825"/>
                  </a:lnTo>
                  <a:lnTo>
                    <a:pt x="672250" y="395741"/>
                  </a:lnTo>
                  <a:lnTo>
                    <a:pt x="672426" y="395642"/>
                  </a:lnTo>
                  <a:lnTo>
                    <a:pt x="672630" y="395508"/>
                  </a:lnTo>
                  <a:lnTo>
                    <a:pt x="672811" y="395424"/>
                  </a:lnTo>
                  <a:lnTo>
                    <a:pt x="672996" y="395346"/>
                  </a:lnTo>
                  <a:lnTo>
                    <a:pt x="673241" y="395252"/>
                  </a:lnTo>
                  <a:lnTo>
                    <a:pt x="673449" y="395178"/>
                  </a:lnTo>
                  <a:lnTo>
                    <a:pt x="673638" y="395108"/>
                  </a:lnTo>
                  <a:lnTo>
                    <a:pt x="673903" y="395032"/>
                  </a:lnTo>
                  <a:lnTo>
                    <a:pt x="674226" y="394915"/>
                  </a:lnTo>
                  <a:lnTo>
                    <a:pt x="674490" y="394791"/>
                  </a:lnTo>
                  <a:lnTo>
                    <a:pt x="674926" y="394559"/>
                  </a:lnTo>
                  <a:lnTo>
                    <a:pt x="675130" y="394444"/>
                  </a:lnTo>
                  <a:lnTo>
                    <a:pt x="675354" y="394318"/>
                  </a:lnTo>
                  <a:lnTo>
                    <a:pt x="675595" y="394206"/>
                  </a:lnTo>
                  <a:lnTo>
                    <a:pt x="675759" y="394137"/>
                  </a:lnTo>
                  <a:lnTo>
                    <a:pt x="675927" y="394054"/>
                  </a:lnTo>
                  <a:lnTo>
                    <a:pt x="676056" y="393934"/>
                  </a:lnTo>
                  <a:lnTo>
                    <a:pt x="676194" y="393767"/>
                  </a:lnTo>
                  <a:lnTo>
                    <a:pt x="676340" y="393578"/>
                  </a:lnTo>
                  <a:lnTo>
                    <a:pt x="676513" y="393353"/>
                  </a:lnTo>
                  <a:lnTo>
                    <a:pt x="676636" y="393189"/>
                  </a:lnTo>
                  <a:lnTo>
                    <a:pt x="676745" y="393026"/>
                  </a:lnTo>
                  <a:lnTo>
                    <a:pt x="676826" y="392855"/>
                  </a:lnTo>
                  <a:lnTo>
                    <a:pt x="676902" y="392640"/>
                  </a:lnTo>
                  <a:lnTo>
                    <a:pt x="676928" y="392488"/>
                  </a:lnTo>
                  <a:lnTo>
                    <a:pt x="676907" y="392170"/>
                  </a:lnTo>
                  <a:lnTo>
                    <a:pt x="676834" y="391947"/>
                  </a:lnTo>
                  <a:lnTo>
                    <a:pt x="676724" y="391685"/>
                  </a:lnTo>
                  <a:lnTo>
                    <a:pt x="676639" y="391463"/>
                  </a:lnTo>
                  <a:lnTo>
                    <a:pt x="676532" y="391246"/>
                  </a:lnTo>
                  <a:lnTo>
                    <a:pt x="676429" y="391046"/>
                  </a:lnTo>
                  <a:lnTo>
                    <a:pt x="676300" y="390824"/>
                  </a:lnTo>
                  <a:lnTo>
                    <a:pt x="676191" y="390661"/>
                  </a:lnTo>
                  <a:lnTo>
                    <a:pt x="676035" y="390535"/>
                  </a:lnTo>
                  <a:lnTo>
                    <a:pt x="675886" y="390488"/>
                  </a:lnTo>
                  <a:lnTo>
                    <a:pt x="675719" y="390440"/>
                  </a:lnTo>
                  <a:lnTo>
                    <a:pt x="675529" y="390370"/>
                  </a:lnTo>
                  <a:lnTo>
                    <a:pt x="675368" y="390195"/>
                  </a:lnTo>
                  <a:lnTo>
                    <a:pt x="675245" y="389997"/>
                  </a:lnTo>
                  <a:lnTo>
                    <a:pt x="675123" y="389766"/>
                  </a:lnTo>
                  <a:lnTo>
                    <a:pt x="675006" y="389490"/>
                  </a:lnTo>
                  <a:lnTo>
                    <a:pt x="674920" y="389259"/>
                  </a:lnTo>
                  <a:lnTo>
                    <a:pt x="674857" y="389098"/>
                  </a:lnTo>
                  <a:lnTo>
                    <a:pt x="674788" y="388934"/>
                  </a:lnTo>
                  <a:lnTo>
                    <a:pt x="674637" y="388743"/>
                  </a:lnTo>
                  <a:lnTo>
                    <a:pt x="674392" y="388599"/>
                  </a:lnTo>
                  <a:lnTo>
                    <a:pt x="674235" y="388558"/>
                  </a:lnTo>
                  <a:lnTo>
                    <a:pt x="674048" y="388519"/>
                  </a:lnTo>
                  <a:lnTo>
                    <a:pt x="673818" y="388452"/>
                  </a:lnTo>
                  <a:lnTo>
                    <a:pt x="673591" y="388376"/>
                  </a:lnTo>
                  <a:lnTo>
                    <a:pt x="673421" y="388289"/>
                  </a:lnTo>
                  <a:lnTo>
                    <a:pt x="673244" y="388193"/>
                  </a:lnTo>
                  <a:lnTo>
                    <a:pt x="673088" y="388089"/>
                  </a:lnTo>
                  <a:lnTo>
                    <a:pt x="672998" y="387950"/>
                  </a:lnTo>
                  <a:lnTo>
                    <a:pt x="672948" y="387793"/>
                  </a:lnTo>
                  <a:lnTo>
                    <a:pt x="672931" y="387617"/>
                  </a:lnTo>
                  <a:lnTo>
                    <a:pt x="672930" y="387410"/>
                  </a:lnTo>
                  <a:lnTo>
                    <a:pt x="672931" y="387234"/>
                  </a:lnTo>
                  <a:lnTo>
                    <a:pt x="672917" y="386965"/>
                  </a:lnTo>
                  <a:lnTo>
                    <a:pt x="672921" y="386813"/>
                  </a:lnTo>
                  <a:lnTo>
                    <a:pt x="672996" y="386657"/>
                  </a:lnTo>
                  <a:lnTo>
                    <a:pt x="673143" y="386444"/>
                  </a:lnTo>
                  <a:lnTo>
                    <a:pt x="673240" y="386270"/>
                  </a:lnTo>
                  <a:lnTo>
                    <a:pt x="673353" y="386063"/>
                  </a:lnTo>
                  <a:lnTo>
                    <a:pt x="673558" y="385736"/>
                  </a:lnTo>
                  <a:lnTo>
                    <a:pt x="673698" y="385432"/>
                  </a:lnTo>
                  <a:lnTo>
                    <a:pt x="673802" y="385119"/>
                  </a:lnTo>
                  <a:lnTo>
                    <a:pt x="673964" y="384840"/>
                  </a:lnTo>
                  <a:lnTo>
                    <a:pt x="674173" y="384620"/>
                  </a:lnTo>
                  <a:lnTo>
                    <a:pt x="674582" y="384286"/>
                  </a:lnTo>
                  <a:lnTo>
                    <a:pt x="674760" y="384112"/>
                  </a:lnTo>
                  <a:lnTo>
                    <a:pt x="674937" y="383905"/>
                  </a:lnTo>
                  <a:lnTo>
                    <a:pt x="675126" y="383672"/>
                  </a:lnTo>
                  <a:lnTo>
                    <a:pt x="675433" y="383169"/>
                  </a:lnTo>
                  <a:lnTo>
                    <a:pt x="675673" y="383023"/>
                  </a:lnTo>
                  <a:lnTo>
                    <a:pt x="675922" y="382945"/>
                  </a:lnTo>
                  <a:lnTo>
                    <a:pt x="676148" y="382900"/>
                  </a:lnTo>
                  <a:lnTo>
                    <a:pt x="676339" y="382869"/>
                  </a:lnTo>
                  <a:lnTo>
                    <a:pt x="676530" y="382944"/>
                  </a:lnTo>
                  <a:lnTo>
                    <a:pt x="676718" y="383055"/>
                  </a:lnTo>
                  <a:lnTo>
                    <a:pt x="677029" y="383338"/>
                  </a:lnTo>
                  <a:lnTo>
                    <a:pt x="677169" y="383341"/>
                  </a:lnTo>
                  <a:lnTo>
                    <a:pt x="677346" y="383244"/>
                  </a:lnTo>
                  <a:lnTo>
                    <a:pt x="677518" y="383177"/>
                  </a:lnTo>
                  <a:lnTo>
                    <a:pt x="677796" y="383133"/>
                  </a:lnTo>
                  <a:lnTo>
                    <a:pt x="678055" y="383109"/>
                  </a:lnTo>
                  <a:lnTo>
                    <a:pt x="678329" y="382986"/>
                  </a:lnTo>
                  <a:lnTo>
                    <a:pt x="678574" y="382891"/>
                  </a:lnTo>
                  <a:lnTo>
                    <a:pt x="678859" y="382766"/>
                  </a:lnTo>
                  <a:lnTo>
                    <a:pt x="679118" y="382599"/>
                  </a:lnTo>
                  <a:lnTo>
                    <a:pt x="679347" y="382377"/>
                  </a:lnTo>
                  <a:lnTo>
                    <a:pt x="679616" y="382190"/>
                  </a:lnTo>
                  <a:lnTo>
                    <a:pt x="679855" y="381975"/>
                  </a:lnTo>
                  <a:lnTo>
                    <a:pt x="680027" y="381803"/>
                  </a:lnTo>
                  <a:lnTo>
                    <a:pt x="680154" y="381577"/>
                  </a:lnTo>
                  <a:lnTo>
                    <a:pt x="680322" y="381325"/>
                  </a:lnTo>
                  <a:lnTo>
                    <a:pt x="680474" y="381054"/>
                  </a:lnTo>
                  <a:lnTo>
                    <a:pt x="680639" y="380700"/>
                  </a:lnTo>
                  <a:lnTo>
                    <a:pt x="680817" y="380388"/>
                  </a:lnTo>
                  <a:lnTo>
                    <a:pt x="681056" y="380031"/>
                  </a:lnTo>
                  <a:lnTo>
                    <a:pt x="681235" y="379771"/>
                  </a:lnTo>
                  <a:lnTo>
                    <a:pt x="681550" y="379461"/>
                  </a:lnTo>
                  <a:lnTo>
                    <a:pt x="681841" y="379219"/>
                  </a:lnTo>
                  <a:lnTo>
                    <a:pt x="682030" y="378958"/>
                  </a:lnTo>
                  <a:lnTo>
                    <a:pt x="682174" y="378677"/>
                  </a:lnTo>
                  <a:lnTo>
                    <a:pt x="682274" y="378370"/>
                  </a:lnTo>
                  <a:lnTo>
                    <a:pt x="682419" y="378031"/>
                  </a:lnTo>
                  <a:lnTo>
                    <a:pt x="682531" y="377733"/>
                  </a:lnTo>
                  <a:lnTo>
                    <a:pt x="682616" y="377441"/>
                  </a:lnTo>
                  <a:lnTo>
                    <a:pt x="682728" y="376994"/>
                  </a:lnTo>
                  <a:lnTo>
                    <a:pt x="682792" y="376682"/>
                  </a:lnTo>
                  <a:lnTo>
                    <a:pt x="682882" y="376484"/>
                  </a:lnTo>
                  <a:lnTo>
                    <a:pt x="682924" y="376340"/>
                  </a:lnTo>
                  <a:lnTo>
                    <a:pt x="682916" y="376182"/>
                  </a:lnTo>
                  <a:lnTo>
                    <a:pt x="683057" y="375781"/>
                  </a:lnTo>
                  <a:lnTo>
                    <a:pt x="683070" y="375462"/>
                  </a:lnTo>
                  <a:lnTo>
                    <a:pt x="683095" y="375181"/>
                  </a:lnTo>
                  <a:lnTo>
                    <a:pt x="683410" y="374693"/>
                  </a:lnTo>
                  <a:lnTo>
                    <a:pt x="683620" y="374508"/>
                  </a:lnTo>
                  <a:lnTo>
                    <a:pt x="683789" y="374348"/>
                  </a:lnTo>
                  <a:lnTo>
                    <a:pt x="683912" y="374186"/>
                  </a:lnTo>
                  <a:lnTo>
                    <a:pt x="683987" y="374016"/>
                  </a:lnTo>
                  <a:lnTo>
                    <a:pt x="684148" y="373788"/>
                  </a:lnTo>
                  <a:lnTo>
                    <a:pt x="684348" y="373611"/>
                  </a:lnTo>
                  <a:lnTo>
                    <a:pt x="684573" y="373388"/>
                  </a:lnTo>
                  <a:lnTo>
                    <a:pt x="684805" y="373169"/>
                  </a:lnTo>
                  <a:lnTo>
                    <a:pt x="684981" y="372933"/>
                  </a:lnTo>
                  <a:lnTo>
                    <a:pt x="685142" y="372705"/>
                  </a:lnTo>
                  <a:lnTo>
                    <a:pt x="685384" y="372524"/>
                  </a:lnTo>
                  <a:lnTo>
                    <a:pt x="685683" y="372356"/>
                  </a:lnTo>
                  <a:lnTo>
                    <a:pt x="685922" y="372255"/>
                  </a:lnTo>
                  <a:lnTo>
                    <a:pt x="686130" y="372174"/>
                  </a:lnTo>
                  <a:lnTo>
                    <a:pt x="686450" y="372094"/>
                  </a:lnTo>
                  <a:lnTo>
                    <a:pt x="686688" y="372053"/>
                  </a:lnTo>
                  <a:lnTo>
                    <a:pt x="686974" y="372018"/>
                  </a:lnTo>
                  <a:lnTo>
                    <a:pt x="687211" y="371965"/>
                  </a:lnTo>
                  <a:lnTo>
                    <a:pt x="687488" y="371869"/>
                  </a:lnTo>
                  <a:lnTo>
                    <a:pt x="687740" y="371844"/>
                  </a:lnTo>
                  <a:lnTo>
                    <a:pt x="688017" y="371840"/>
                  </a:lnTo>
                  <a:lnTo>
                    <a:pt x="688206" y="371793"/>
                  </a:lnTo>
                  <a:lnTo>
                    <a:pt x="688355" y="371720"/>
                  </a:lnTo>
                  <a:lnTo>
                    <a:pt x="688532" y="371600"/>
                  </a:lnTo>
                  <a:lnTo>
                    <a:pt x="688740" y="371436"/>
                  </a:lnTo>
                  <a:lnTo>
                    <a:pt x="688990" y="371248"/>
                  </a:lnTo>
                  <a:lnTo>
                    <a:pt x="689233" y="371085"/>
                  </a:lnTo>
                  <a:lnTo>
                    <a:pt x="689589" y="370974"/>
                  </a:lnTo>
                  <a:lnTo>
                    <a:pt x="689957" y="370917"/>
                  </a:lnTo>
                  <a:lnTo>
                    <a:pt x="690199" y="370921"/>
                  </a:lnTo>
                  <a:lnTo>
                    <a:pt x="690518" y="370909"/>
                  </a:lnTo>
                  <a:lnTo>
                    <a:pt x="690903" y="370883"/>
                  </a:lnTo>
                  <a:lnTo>
                    <a:pt x="691173" y="370850"/>
                  </a:lnTo>
                  <a:lnTo>
                    <a:pt x="691443" y="370782"/>
                  </a:lnTo>
                  <a:lnTo>
                    <a:pt x="691727" y="370655"/>
                  </a:lnTo>
                  <a:lnTo>
                    <a:pt x="691980" y="370502"/>
                  </a:lnTo>
                  <a:lnTo>
                    <a:pt x="692171" y="370391"/>
                  </a:lnTo>
                  <a:lnTo>
                    <a:pt x="692455" y="370275"/>
                  </a:lnTo>
                  <a:lnTo>
                    <a:pt x="692763" y="370223"/>
                  </a:lnTo>
                  <a:lnTo>
                    <a:pt x="692992" y="370215"/>
                  </a:lnTo>
                  <a:lnTo>
                    <a:pt x="693250" y="370181"/>
                  </a:lnTo>
                  <a:lnTo>
                    <a:pt x="693533" y="370076"/>
                  </a:lnTo>
                  <a:lnTo>
                    <a:pt x="693779" y="369958"/>
                  </a:lnTo>
                  <a:lnTo>
                    <a:pt x="693996" y="369809"/>
                  </a:lnTo>
                  <a:lnTo>
                    <a:pt x="694177" y="369591"/>
                  </a:lnTo>
                  <a:lnTo>
                    <a:pt x="694353" y="369288"/>
                  </a:lnTo>
                  <a:lnTo>
                    <a:pt x="694478" y="369002"/>
                  </a:lnTo>
                  <a:lnTo>
                    <a:pt x="694580" y="368660"/>
                  </a:lnTo>
                  <a:lnTo>
                    <a:pt x="694610" y="368326"/>
                  </a:lnTo>
                  <a:lnTo>
                    <a:pt x="694581" y="367968"/>
                  </a:lnTo>
                  <a:lnTo>
                    <a:pt x="694552" y="367739"/>
                  </a:lnTo>
                  <a:lnTo>
                    <a:pt x="694591" y="367518"/>
                  </a:lnTo>
                  <a:lnTo>
                    <a:pt x="694665" y="367325"/>
                  </a:lnTo>
                  <a:lnTo>
                    <a:pt x="694812" y="366992"/>
                  </a:lnTo>
                  <a:lnTo>
                    <a:pt x="694952" y="366564"/>
                  </a:lnTo>
                  <a:lnTo>
                    <a:pt x="694980" y="366193"/>
                  </a:lnTo>
                  <a:lnTo>
                    <a:pt x="694957" y="365829"/>
                  </a:lnTo>
                  <a:lnTo>
                    <a:pt x="694951" y="365473"/>
                  </a:lnTo>
                  <a:lnTo>
                    <a:pt x="694952" y="365133"/>
                  </a:lnTo>
                  <a:lnTo>
                    <a:pt x="694931" y="364873"/>
                  </a:lnTo>
                  <a:lnTo>
                    <a:pt x="694861" y="364696"/>
                  </a:lnTo>
                  <a:lnTo>
                    <a:pt x="694706" y="364462"/>
                  </a:lnTo>
                  <a:lnTo>
                    <a:pt x="694598" y="364249"/>
                  </a:lnTo>
                  <a:lnTo>
                    <a:pt x="694423" y="363918"/>
                  </a:lnTo>
                  <a:lnTo>
                    <a:pt x="694345" y="363634"/>
                  </a:lnTo>
                  <a:lnTo>
                    <a:pt x="694308" y="363407"/>
                  </a:lnTo>
                  <a:lnTo>
                    <a:pt x="694286" y="363120"/>
                  </a:lnTo>
                  <a:lnTo>
                    <a:pt x="694320" y="362857"/>
                  </a:lnTo>
                  <a:lnTo>
                    <a:pt x="694383" y="362605"/>
                  </a:lnTo>
                  <a:lnTo>
                    <a:pt x="694438" y="362360"/>
                  </a:lnTo>
                  <a:lnTo>
                    <a:pt x="694536" y="362066"/>
                  </a:lnTo>
                  <a:lnTo>
                    <a:pt x="694565" y="361684"/>
                  </a:lnTo>
                  <a:lnTo>
                    <a:pt x="694597" y="361415"/>
                  </a:lnTo>
                  <a:lnTo>
                    <a:pt x="694633" y="361052"/>
                  </a:lnTo>
                  <a:lnTo>
                    <a:pt x="694677" y="360686"/>
                  </a:lnTo>
                  <a:lnTo>
                    <a:pt x="694686" y="360315"/>
                  </a:lnTo>
                  <a:lnTo>
                    <a:pt x="694684" y="359938"/>
                  </a:lnTo>
                  <a:lnTo>
                    <a:pt x="694716" y="359531"/>
                  </a:lnTo>
                  <a:lnTo>
                    <a:pt x="694802" y="359135"/>
                  </a:lnTo>
                  <a:lnTo>
                    <a:pt x="694987" y="358843"/>
                  </a:lnTo>
                  <a:lnTo>
                    <a:pt x="695206" y="358595"/>
                  </a:lnTo>
                  <a:lnTo>
                    <a:pt x="695400" y="358420"/>
                  </a:lnTo>
                  <a:lnTo>
                    <a:pt x="695671" y="358226"/>
                  </a:lnTo>
                  <a:lnTo>
                    <a:pt x="695852" y="358038"/>
                  </a:lnTo>
                  <a:lnTo>
                    <a:pt x="696058" y="357790"/>
                  </a:lnTo>
                  <a:lnTo>
                    <a:pt x="696168" y="357598"/>
                  </a:lnTo>
                  <a:lnTo>
                    <a:pt x="696279" y="357350"/>
                  </a:lnTo>
                  <a:lnTo>
                    <a:pt x="696274" y="357130"/>
                  </a:lnTo>
                  <a:lnTo>
                    <a:pt x="696258" y="356876"/>
                  </a:lnTo>
                  <a:lnTo>
                    <a:pt x="696289" y="356640"/>
                  </a:lnTo>
                  <a:lnTo>
                    <a:pt x="696426" y="356412"/>
                  </a:lnTo>
                  <a:lnTo>
                    <a:pt x="696640" y="356157"/>
                  </a:lnTo>
                  <a:lnTo>
                    <a:pt x="696859" y="356013"/>
                  </a:lnTo>
                  <a:lnTo>
                    <a:pt x="697169" y="355904"/>
                  </a:lnTo>
                  <a:lnTo>
                    <a:pt x="697450" y="355854"/>
                  </a:lnTo>
                  <a:lnTo>
                    <a:pt x="697695" y="355738"/>
                  </a:lnTo>
                  <a:lnTo>
                    <a:pt x="697916" y="355542"/>
                  </a:lnTo>
                  <a:lnTo>
                    <a:pt x="698052" y="355308"/>
                  </a:lnTo>
                  <a:lnTo>
                    <a:pt x="698151" y="355129"/>
                  </a:lnTo>
                  <a:lnTo>
                    <a:pt x="698316" y="354909"/>
                  </a:lnTo>
                  <a:lnTo>
                    <a:pt x="698502" y="354733"/>
                  </a:lnTo>
                  <a:lnTo>
                    <a:pt x="698719" y="354490"/>
                  </a:lnTo>
                  <a:lnTo>
                    <a:pt x="698919" y="354228"/>
                  </a:lnTo>
                  <a:lnTo>
                    <a:pt x="699166" y="353922"/>
                  </a:lnTo>
                  <a:lnTo>
                    <a:pt x="699418" y="353637"/>
                  </a:lnTo>
                  <a:lnTo>
                    <a:pt x="699727" y="353445"/>
                  </a:lnTo>
                  <a:lnTo>
                    <a:pt x="700081" y="353347"/>
                  </a:lnTo>
                  <a:lnTo>
                    <a:pt x="700471" y="353282"/>
                  </a:lnTo>
                  <a:lnTo>
                    <a:pt x="700803" y="353284"/>
                  </a:lnTo>
                  <a:lnTo>
                    <a:pt x="700978" y="353275"/>
                  </a:lnTo>
                  <a:lnTo>
                    <a:pt x="701206" y="353220"/>
                  </a:lnTo>
                  <a:lnTo>
                    <a:pt x="701483" y="353025"/>
                  </a:lnTo>
                  <a:lnTo>
                    <a:pt x="701734" y="352874"/>
                  </a:lnTo>
                  <a:lnTo>
                    <a:pt x="701983" y="352794"/>
                  </a:lnTo>
                  <a:lnTo>
                    <a:pt x="702248" y="352793"/>
                  </a:lnTo>
                  <a:lnTo>
                    <a:pt x="702491" y="352751"/>
                  </a:lnTo>
                  <a:lnTo>
                    <a:pt x="702778" y="352669"/>
                  </a:lnTo>
                  <a:lnTo>
                    <a:pt x="703049" y="352581"/>
                  </a:lnTo>
                  <a:lnTo>
                    <a:pt x="703322" y="352470"/>
                  </a:lnTo>
                  <a:lnTo>
                    <a:pt x="703559" y="352319"/>
                  </a:lnTo>
                  <a:lnTo>
                    <a:pt x="703798" y="352157"/>
                  </a:lnTo>
                  <a:lnTo>
                    <a:pt x="704054" y="351971"/>
                  </a:lnTo>
                  <a:lnTo>
                    <a:pt x="704315" y="351828"/>
                  </a:lnTo>
                  <a:lnTo>
                    <a:pt x="704513" y="351754"/>
                  </a:lnTo>
                  <a:lnTo>
                    <a:pt x="704698" y="351699"/>
                  </a:lnTo>
                  <a:lnTo>
                    <a:pt x="704913" y="351648"/>
                  </a:lnTo>
                  <a:lnTo>
                    <a:pt x="705235" y="351605"/>
                  </a:lnTo>
                  <a:lnTo>
                    <a:pt x="705504" y="351577"/>
                  </a:lnTo>
                  <a:lnTo>
                    <a:pt x="705705" y="351537"/>
                  </a:lnTo>
                  <a:lnTo>
                    <a:pt x="706030" y="351494"/>
                  </a:lnTo>
                  <a:lnTo>
                    <a:pt x="706344" y="351483"/>
                  </a:lnTo>
                  <a:lnTo>
                    <a:pt x="706629" y="351466"/>
                  </a:lnTo>
                  <a:lnTo>
                    <a:pt x="706940" y="351460"/>
                  </a:lnTo>
                  <a:lnTo>
                    <a:pt x="707228" y="351500"/>
                  </a:lnTo>
                  <a:lnTo>
                    <a:pt x="707440" y="351547"/>
                  </a:lnTo>
                  <a:lnTo>
                    <a:pt x="707671" y="351614"/>
                  </a:lnTo>
                  <a:lnTo>
                    <a:pt x="707889" y="351705"/>
                  </a:lnTo>
                  <a:lnTo>
                    <a:pt x="708121" y="351802"/>
                  </a:lnTo>
                  <a:lnTo>
                    <a:pt x="708353" y="351938"/>
                  </a:lnTo>
                  <a:lnTo>
                    <a:pt x="708594" y="352120"/>
                  </a:lnTo>
                  <a:lnTo>
                    <a:pt x="708806" y="352291"/>
                  </a:lnTo>
                  <a:lnTo>
                    <a:pt x="708978" y="352456"/>
                  </a:lnTo>
                  <a:lnTo>
                    <a:pt x="709189" y="352705"/>
                  </a:lnTo>
                  <a:lnTo>
                    <a:pt x="709440" y="352877"/>
                  </a:lnTo>
                  <a:lnTo>
                    <a:pt x="709734" y="352783"/>
                  </a:lnTo>
                  <a:lnTo>
                    <a:pt x="710062" y="352898"/>
                  </a:lnTo>
                  <a:lnTo>
                    <a:pt x="710249" y="353013"/>
                  </a:lnTo>
                  <a:lnTo>
                    <a:pt x="710397" y="353112"/>
                  </a:lnTo>
                  <a:lnTo>
                    <a:pt x="710512" y="353260"/>
                  </a:lnTo>
                  <a:lnTo>
                    <a:pt x="710646" y="353382"/>
                  </a:lnTo>
                  <a:lnTo>
                    <a:pt x="710898" y="353511"/>
                  </a:lnTo>
                  <a:lnTo>
                    <a:pt x="711091" y="353616"/>
                  </a:lnTo>
                  <a:lnTo>
                    <a:pt x="711299" y="353630"/>
                  </a:lnTo>
                  <a:lnTo>
                    <a:pt x="711560" y="353756"/>
                  </a:lnTo>
                  <a:lnTo>
                    <a:pt x="711831" y="353866"/>
                  </a:lnTo>
                  <a:lnTo>
                    <a:pt x="712064" y="353912"/>
                  </a:lnTo>
                  <a:lnTo>
                    <a:pt x="712250" y="353955"/>
                  </a:lnTo>
                  <a:lnTo>
                    <a:pt x="712503" y="353894"/>
                  </a:lnTo>
                  <a:lnTo>
                    <a:pt x="712713" y="353803"/>
                  </a:lnTo>
                  <a:lnTo>
                    <a:pt x="712860" y="353675"/>
                  </a:lnTo>
                  <a:lnTo>
                    <a:pt x="712957" y="353508"/>
                  </a:lnTo>
                  <a:lnTo>
                    <a:pt x="713186" y="353221"/>
                  </a:lnTo>
                  <a:lnTo>
                    <a:pt x="713361" y="353119"/>
                  </a:lnTo>
                  <a:lnTo>
                    <a:pt x="713730" y="352832"/>
                  </a:lnTo>
                  <a:lnTo>
                    <a:pt x="714002" y="352556"/>
                  </a:lnTo>
                  <a:lnTo>
                    <a:pt x="714294" y="352366"/>
                  </a:lnTo>
                  <a:lnTo>
                    <a:pt x="714514" y="352137"/>
                  </a:lnTo>
                  <a:lnTo>
                    <a:pt x="714642" y="351878"/>
                  </a:lnTo>
                  <a:lnTo>
                    <a:pt x="714759" y="351587"/>
                  </a:lnTo>
                  <a:lnTo>
                    <a:pt x="714951" y="351287"/>
                  </a:lnTo>
                  <a:lnTo>
                    <a:pt x="715273" y="351010"/>
                  </a:lnTo>
                  <a:lnTo>
                    <a:pt x="715520" y="350753"/>
                  </a:lnTo>
                  <a:lnTo>
                    <a:pt x="715701" y="350420"/>
                  </a:lnTo>
                  <a:lnTo>
                    <a:pt x="715822" y="350096"/>
                  </a:lnTo>
                  <a:lnTo>
                    <a:pt x="716081" y="349779"/>
                  </a:lnTo>
                  <a:lnTo>
                    <a:pt x="716306" y="349576"/>
                  </a:lnTo>
                  <a:lnTo>
                    <a:pt x="716541" y="349366"/>
                  </a:lnTo>
                  <a:lnTo>
                    <a:pt x="716841" y="349145"/>
                  </a:lnTo>
                  <a:lnTo>
                    <a:pt x="717114" y="348987"/>
                  </a:lnTo>
                  <a:lnTo>
                    <a:pt x="717313" y="348861"/>
                  </a:lnTo>
                  <a:lnTo>
                    <a:pt x="717544" y="348752"/>
                  </a:lnTo>
                  <a:lnTo>
                    <a:pt x="717945" y="348574"/>
                  </a:lnTo>
                  <a:lnTo>
                    <a:pt x="718292" y="348413"/>
                  </a:lnTo>
                  <a:lnTo>
                    <a:pt x="718628" y="348225"/>
                  </a:lnTo>
                  <a:lnTo>
                    <a:pt x="718843" y="348096"/>
                  </a:lnTo>
                  <a:lnTo>
                    <a:pt x="719183" y="347959"/>
                  </a:lnTo>
                  <a:lnTo>
                    <a:pt x="719528" y="347873"/>
                  </a:lnTo>
                  <a:lnTo>
                    <a:pt x="719967" y="347849"/>
                  </a:lnTo>
                  <a:lnTo>
                    <a:pt x="720361" y="347759"/>
                  </a:lnTo>
                  <a:lnTo>
                    <a:pt x="720791" y="347509"/>
                  </a:lnTo>
                  <a:lnTo>
                    <a:pt x="721061" y="347190"/>
                  </a:lnTo>
                  <a:lnTo>
                    <a:pt x="721488" y="346872"/>
                  </a:lnTo>
                  <a:lnTo>
                    <a:pt x="721718" y="346757"/>
                  </a:lnTo>
                  <a:lnTo>
                    <a:pt x="722032" y="346651"/>
                  </a:lnTo>
                  <a:lnTo>
                    <a:pt x="722394" y="346490"/>
                  </a:lnTo>
                  <a:lnTo>
                    <a:pt x="722647" y="346319"/>
                  </a:lnTo>
                  <a:lnTo>
                    <a:pt x="722936" y="346086"/>
                  </a:lnTo>
                  <a:lnTo>
                    <a:pt x="723211" y="345810"/>
                  </a:lnTo>
                  <a:lnTo>
                    <a:pt x="723351" y="345604"/>
                  </a:lnTo>
                  <a:lnTo>
                    <a:pt x="723794" y="345414"/>
                  </a:lnTo>
                  <a:lnTo>
                    <a:pt x="724072" y="345230"/>
                  </a:lnTo>
                  <a:lnTo>
                    <a:pt x="724278" y="345143"/>
                  </a:lnTo>
                  <a:lnTo>
                    <a:pt x="724618" y="345032"/>
                  </a:lnTo>
                  <a:lnTo>
                    <a:pt x="725026" y="344894"/>
                  </a:lnTo>
                  <a:lnTo>
                    <a:pt x="725423" y="344776"/>
                  </a:lnTo>
                  <a:lnTo>
                    <a:pt x="725798" y="344643"/>
                  </a:lnTo>
                  <a:lnTo>
                    <a:pt x="726170" y="344513"/>
                  </a:lnTo>
                  <a:lnTo>
                    <a:pt x="726536" y="344395"/>
                  </a:lnTo>
                  <a:lnTo>
                    <a:pt x="726895" y="344266"/>
                  </a:lnTo>
                  <a:lnTo>
                    <a:pt x="727244" y="344090"/>
                  </a:lnTo>
                  <a:lnTo>
                    <a:pt x="727577" y="343886"/>
                  </a:lnTo>
                  <a:lnTo>
                    <a:pt x="727834" y="343621"/>
                  </a:lnTo>
                  <a:lnTo>
                    <a:pt x="728095" y="343348"/>
                  </a:lnTo>
                  <a:lnTo>
                    <a:pt x="728419" y="343075"/>
                  </a:lnTo>
                  <a:lnTo>
                    <a:pt x="728702" y="342905"/>
                  </a:lnTo>
                  <a:lnTo>
                    <a:pt x="729009" y="342772"/>
                  </a:lnTo>
                  <a:lnTo>
                    <a:pt x="729405" y="342658"/>
                  </a:lnTo>
                  <a:lnTo>
                    <a:pt x="729623" y="342540"/>
                  </a:lnTo>
                  <a:lnTo>
                    <a:pt x="729820" y="342375"/>
                  </a:lnTo>
                  <a:lnTo>
                    <a:pt x="729999" y="342207"/>
                  </a:lnTo>
                  <a:lnTo>
                    <a:pt x="730255" y="342023"/>
                  </a:lnTo>
                  <a:lnTo>
                    <a:pt x="730539" y="341893"/>
                  </a:lnTo>
                  <a:lnTo>
                    <a:pt x="730921" y="341757"/>
                  </a:lnTo>
                  <a:lnTo>
                    <a:pt x="731126" y="341736"/>
                  </a:lnTo>
                  <a:lnTo>
                    <a:pt x="731292" y="341733"/>
                  </a:lnTo>
                  <a:lnTo>
                    <a:pt x="731530" y="342345"/>
                  </a:lnTo>
                  <a:lnTo>
                    <a:pt x="731658" y="342676"/>
                  </a:lnTo>
                  <a:lnTo>
                    <a:pt x="732479" y="344797"/>
                  </a:lnTo>
                  <a:lnTo>
                    <a:pt x="734674" y="350438"/>
                  </a:lnTo>
                  <a:lnTo>
                    <a:pt x="735243" y="351900"/>
                  </a:lnTo>
                  <a:lnTo>
                    <a:pt x="737327" y="359030"/>
                  </a:lnTo>
                  <a:lnTo>
                    <a:pt x="738363" y="362952"/>
                  </a:lnTo>
                  <a:lnTo>
                    <a:pt x="742012" y="366756"/>
                  </a:lnTo>
                  <a:lnTo>
                    <a:pt x="742691" y="367469"/>
                  </a:lnTo>
                  <a:lnTo>
                    <a:pt x="744535" y="369259"/>
                  </a:lnTo>
                  <a:lnTo>
                    <a:pt x="748830" y="373454"/>
                  </a:lnTo>
                  <a:lnTo>
                    <a:pt x="754002" y="378495"/>
                  </a:lnTo>
                  <a:lnTo>
                    <a:pt x="760822" y="385138"/>
                  </a:lnTo>
                  <a:lnTo>
                    <a:pt x="770413" y="388601"/>
                  </a:lnTo>
                  <a:lnTo>
                    <a:pt x="775610" y="390476"/>
                  </a:lnTo>
                  <a:lnTo>
                    <a:pt x="780932" y="392398"/>
                  </a:lnTo>
                  <a:lnTo>
                    <a:pt x="781184" y="396624"/>
                  </a:lnTo>
                  <a:lnTo>
                    <a:pt x="781473" y="401504"/>
                  </a:lnTo>
                  <a:lnTo>
                    <a:pt x="787992" y="406573"/>
                  </a:lnTo>
                  <a:lnTo>
                    <a:pt x="790449" y="408476"/>
                  </a:lnTo>
                  <a:lnTo>
                    <a:pt x="794664" y="409449"/>
                  </a:lnTo>
                  <a:lnTo>
                    <a:pt x="799443" y="410553"/>
                  </a:lnTo>
                  <a:lnTo>
                    <a:pt x="802248" y="411201"/>
                  </a:lnTo>
                  <a:lnTo>
                    <a:pt x="811671" y="413435"/>
                  </a:lnTo>
                  <a:lnTo>
                    <a:pt x="816031" y="414465"/>
                  </a:lnTo>
                  <a:lnTo>
                    <a:pt x="820744" y="415573"/>
                  </a:lnTo>
                  <a:lnTo>
                    <a:pt x="829001" y="417688"/>
                  </a:lnTo>
                  <a:lnTo>
                    <a:pt x="832883" y="418682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g7"/>
            <p:cNvSpPr/>
            <p:nvPr/>
          </p:nvSpPr>
          <p:spPr>
            <a:xfrm>
              <a:off x="3166528" y="5000861"/>
              <a:ext cx="439840" cy="493244"/>
            </a:xfrm>
            <a:custGeom>
              <a:avLst/>
              <a:pathLst>
                <a:path w="439840" h="493244">
                  <a:moveTo>
                    <a:pt x="64304" y="55784"/>
                  </a:moveTo>
                  <a:lnTo>
                    <a:pt x="60137" y="62382"/>
                  </a:lnTo>
                  <a:lnTo>
                    <a:pt x="54617" y="71240"/>
                  </a:lnTo>
                  <a:lnTo>
                    <a:pt x="52266" y="75487"/>
                  </a:lnTo>
                  <a:lnTo>
                    <a:pt x="53126" y="75873"/>
                  </a:lnTo>
                  <a:lnTo>
                    <a:pt x="54541" y="76512"/>
                  </a:lnTo>
                  <a:lnTo>
                    <a:pt x="54503" y="77772"/>
                  </a:lnTo>
                  <a:lnTo>
                    <a:pt x="54442" y="79662"/>
                  </a:lnTo>
                  <a:lnTo>
                    <a:pt x="54404" y="80874"/>
                  </a:lnTo>
                  <a:lnTo>
                    <a:pt x="54358" y="82276"/>
                  </a:lnTo>
                  <a:lnTo>
                    <a:pt x="54279" y="84752"/>
                  </a:lnTo>
                  <a:lnTo>
                    <a:pt x="53426" y="85843"/>
                  </a:lnTo>
                  <a:lnTo>
                    <a:pt x="52918" y="86484"/>
                  </a:lnTo>
                  <a:lnTo>
                    <a:pt x="52498" y="87110"/>
                  </a:lnTo>
                  <a:lnTo>
                    <a:pt x="52027" y="87818"/>
                  </a:lnTo>
                  <a:lnTo>
                    <a:pt x="51292" y="89235"/>
                  </a:lnTo>
                  <a:lnTo>
                    <a:pt x="50571" y="90627"/>
                  </a:lnTo>
                  <a:lnTo>
                    <a:pt x="47696" y="92337"/>
                  </a:lnTo>
                  <a:lnTo>
                    <a:pt x="38340" y="87802"/>
                  </a:lnTo>
                  <a:lnTo>
                    <a:pt x="33897" y="91210"/>
                  </a:lnTo>
                  <a:lnTo>
                    <a:pt x="32998" y="91899"/>
                  </a:lnTo>
                  <a:lnTo>
                    <a:pt x="31587" y="92982"/>
                  </a:lnTo>
                  <a:lnTo>
                    <a:pt x="31240" y="93247"/>
                  </a:lnTo>
                  <a:lnTo>
                    <a:pt x="16073" y="104881"/>
                  </a:lnTo>
                  <a:lnTo>
                    <a:pt x="11304" y="108764"/>
                  </a:lnTo>
                  <a:lnTo>
                    <a:pt x="11617" y="108818"/>
                  </a:lnTo>
                  <a:lnTo>
                    <a:pt x="26167" y="111268"/>
                  </a:lnTo>
                  <a:lnTo>
                    <a:pt x="37722" y="119536"/>
                  </a:lnTo>
                  <a:lnTo>
                    <a:pt x="37417" y="120719"/>
                  </a:lnTo>
                  <a:lnTo>
                    <a:pt x="37226" y="121258"/>
                  </a:lnTo>
                  <a:lnTo>
                    <a:pt x="37058" y="121795"/>
                  </a:lnTo>
                  <a:lnTo>
                    <a:pt x="36768" y="122724"/>
                  </a:lnTo>
                  <a:lnTo>
                    <a:pt x="36353" y="124055"/>
                  </a:lnTo>
                  <a:lnTo>
                    <a:pt x="35863" y="125665"/>
                  </a:lnTo>
                  <a:lnTo>
                    <a:pt x="35132" y="127963"/>
                  </a:lnTo>
                  <a:lnTo>
                    <a:pt x="34592" y="129688"/>
                  </a:lnTo>
                  <a:lnTo>
                    <a:pt x="34730" y="130971"/>
                  </a:lnTo>
                  <a:lnTo>
                    <a:pt x="34913" y="132665"/>
                  </a:lnTo>
                  <a:lnTo>
                    <a:pt x="35038" y="133846"/>
                  </a:lnTo>
                  <a:lnTo>
                    <a:pt x="35226" y="135604"/>
                  </a:lnTo>
                  <a:lnTo>
                    <a:pt x="35277" y="136780"/>
                  </a:lnTo>
                  <a:lnTo>
                    <a:pt x="35483" y="137996"/>
                  </a:lnTo>
                  <a:lnTo>
                    <a:pt x="35585" y="138531"/>
                  </a:lnTo>
                  <a:lnTo>
                    <a:pt x="35875" y="140085"/>
                  </a:lnTo>
                  <a:lnTo>
                    <a:pt x="35910" y="140284"/>
                  </a:lnTo>
                  <a:lnTo>
                    <a:pt x="36558" y="141393"/>
                  </a:lnTo>
                  <a:lnTo>
                    <a:pt x="36783" y="141780"/>
                  </a:lnTo>
                  <a:lnTo>
                    <a:pt x="38267" y="144314"/>
                  </a:lnTo>
                  <a:lnTo>
                    <a:pt x="39877" y="147072"/>
                  </a:lnTo>
                  <a:lnTo>
                    <a:pt x="40175" y="147286"/>
                  </a:lnTo>
                  <a:lnTo>
                    <a:pt x="41669" y="148365"/>
                  </a:lnTo>
                  <a:lnTo>
                    <a:pt x="43012" y="149337"/>
                  </a:lnTo>
                  <a:lnTo>
                    <a:pt x="44987" y="150767"/>
                  </a:lnTo>
                  <a:lnTo>
                    <a:pt x="45745" y="151312"/>
                  </a:lnTo>
                  <a:lnTo>
                    <a:pt x="46341" y="151747"/>
                  </a:lnTo>
                  <a:lnTo>
                    <a:pt x="47226" y="152396"/>
                  </a:lnTo>
                  <a:lnTo>
                    <a:pt x="47557" y="152619"/>
                  </a:lnTo>
                  <a:lnTo>
                    <a:pt x="47503" y="152819"/>
                  </a:lnTo>
                  <a:lnTo>
                    <a:pt x="47198" y="153910"/>
                  </a:lnTo>
                  <a:lnTo>
                    <a:pt x="46865" y="155057"/>
                  </a:lnTo>
                  <a:lnTo>
                    <a:pt x="46566" y="156174"/>
                  </a:lnTo>
                  <a:lnTo>
                    <a:pt x="46362" y="156864"/>
                  </a:lnTo>
                  <a:lnTo>
                    <a:pt x="46232" y="157301"/>
                  </a:lnTo>
                  <a:lnTo>
                    <a:pt x="45812" y="158563"/>
                  </a:lnTo>
                  <a:lnTo>
                    <a:pt x="45546" y="159176"/>
                  </a:lnTo>
                  <a:lnTo>
                    <a:pt x="45165" y="160324"/>
                  </a:lnTo>
                  <a:lnTo>
                    <a:pt x="44831" y="161391"/>
                  </a:lnTo>
                  <a:lnTo>
                    <a:pt x="44637" y="162062"/>
                  </a:lnTo>
                  <a:lnTo>
                    <a:pt x="44436" y="162497"/>
                  </a:lnTo>
                  <a:lnTo>
                    <a:pt x="44285" y="162970"/>
                  </a:lnTo>
                  <a:lnTo>
                    <a:pt x="44078" y="163609"/>
                  </a:lnTo>
                  <a:lnTo>
                    <a:pt x="43744" y="164715"/>
                  </a:lnTo>
                  <a:lnTo>
                    <a:pt x="43382" y="165869"/>
                  </a:lnTo>
                  <a:lnTo>
                    <a:pt x="43008" y="167020"/>
                  </a:lnTo>
                  <a:lnTo>
                    <a:pt x="42641" y="168118"/>
                  </a:lnTo>
                  <a:lnTo>
                    <a:pt x="42112" y="169793"/>
                  </a:lnTo>
                  <a:lnTo>
                    <a:pt x="41757" y="170895"/>
                  </a:lnTo>
                  <a:lnTo>
                    <a:pt x="41371" y="172065"/>
                  </a:lnTo>
                  <a:lnTo>
                    <a:pt x="41045" y="173164"/>
                  </a:lnTo>
                  <a:lnTo>
                    <a:pt x="40685" y="174247"/>
                  </a:lnTo>
                  <a:lnTo>
                    <a:pt x="40332" y="175339"/>
                  </a:lnTo>
                  <a:lnTo>
                    <a:pt x="39892" y="176817"/>
                  </a:lnTo>
                  <a:lnTo>
                    <a:pt x="39280" y="178731"/>
                  </a:lnTo>
                  <a:lnTo>
                    <a:pt x="39182" y="179268"/>
                  </a:lnTo>
                  <a:lnTo>
                    <a:pt x="38943" y="180586"/>
                  </a:lnTo>
                  <a:lnTo>
                    <a:pt x="38884" y="180907"/>
                  </a:lnTo>
                  <a:lnTo>
                    <a:pt x="38636" y="182269"/>
                  </a:lnTo>
                  <a:lnTo>
                    <a:pt x="38578" y="182574"/>
                  </a:lnTo>
                  <a:lnTo>
                    <a:pt x="38402" y="183501"/>
                  </a:lnTo>
                  <a:lnTo>
                    <a:pt x="38029" y="185463"/>
                  </a:lnTo>
                  <a:lnTo>
                    <a:pt x="37896" y="186138"/>
                  </a:lnTo>
                  <a:lnTo>
                    <a:pt x="37762" y="186867"/>
                  </a:lnTo>
                  <a:lnTo>
                    <a:pt x="37722" y="187077"/>
                  </a:lnTo>
                  <a:lnTo>
                    <a:pt x="37391" y="188813"/>
                  </a:lnTo>
                  <a:lnTo>
                    <a:pt x="36980" y="190975"/>
                  </a:lnTo>
                  <a:lnTo>
                    <a:pt x="36590" y="193025"/>
                  </a:lnTo>
                  <a:lnTo>
                    <a:pt x="36369" y="194185"/>
                  </a:lnTo>
                  <a:lnTo>
                    <a:pt x="36124" y="195474"/>
                  </a:lnTo>
                  <a:lnTo>
                    <a:pt x="35732" y="197533"/>
                  </a:lnTo>
                  <a:lnTo>
                    <a:pt x="35676" y="197831"/>
                  </a:lnTo>
                  <a:lnTo>
                    <a:pt x="35201" y="200325"/>
                  </a:lnTo>
                  <a:lnTo>
                    <a:pt x="35164" y="200517"/>
                  </a:lnTo>
                  <a:lnTo>
                    <a:pt x="35117" y="200767"/>
                  </a:lnTo>
                  <a:lnTo>
                    <a:pt x="34375" y="204666"/>
                  </a:lnTo>
                  <a:lnTo>
                    <a:pt x="34269" y="205223"/>
                  </a:lnTo>
                  <a:lnTo>
                    <a:pt x="34013" y="206570"/>
                  </a:lnTo>
                  <a:lnTo>
                    <a:pt x="33619" y="208641"/>
                  </a:lnTo>
                  <a:lnTo>
                    <a:pt x="33344" y="210089"/>
                  </a:lnTo>
                  <a:lnTo>
                    <a:pt x="33221" y="210736"/>
                  </a:lnTo>
                  <a:lnTo>
                    <a:pt x="33172" y="210994"/>
                  </a:lnTo>
                  <a:lnTo>
                    <a:pt x="32898" y="212433"/>
                  </a:lnTo>
                  <a:lnTo>
                    <a:pt x="32627" y="213859"/>
                  </a:lnTo>
                  <a:lnTo>
                    <a:pt x="32282" y="215671"/>
                  </a:lnTo>
                  <a:lnTo>
                    <a:pt x="31552" y="216581"/>
                  </a:lnTo>
                  <a:lnTo>
                    <a:pt x="30230" y="218231"/>
                  </a:lnTo>
                  <a:lnTo>
                    <a:pt x="29470" y="219179"/>
                  </a:lnTo>
                  <a:lnTo>
                    <a:pt x="28692" y="220151"/>
                  </a:lnTo>
                  <a:lnTo>
                    <a:pt x="28070" y="220927"/>
                  </a:lnTo>
                  <a:lnTo>
                    <a:pt x="26198" y="223264"/>
                  </a:lnTo>
                  <a:lnTo>
                    <a:pt x="24847" y="224949"/>
                  </a:lnTo>
                  <a:lnTo>
                    <a:pt x="24060" y="225932"/>
                  </a:lnTo>
                  <a:lnTo>
                    <a:pt x="22969" y="227293"/>
                  </a:lnTo>
                  <a:lnTo>
                    <a:pt x="22262" y="228175"/>
                  </a:lnTo>
                  <a:lnTo>
                    <a:pt x="21916" y="228607"/>
                  </a:lnTo>
                  <a:lnTo>
                    <a:pt x="21727" y="228843"/>
                  </a:lnTo>
                  <a:lnTo>
                    <a:pt x="15803" y="247715"/>
                  </a:lnTo>
                  <a:lnTo>
                    <a:pt x="0" y="267867"/>
                  </a:lnTo>
                  <a:lnTo>
                    <a:pt x="12761" y="264915"/>
                  </a:lnTo>
                  <a:lnTo>
                    <a:pt x="23107" y="262500"/>
                  </a:lnTo>
                  <a:lnTo>
                    <a:pt x="33033" y="265490"/>
                  </a:lnTo>
                  <a:lnTo>
                    <a:pt x="34395" y="265900"/>
                  </a:lnTo>
                  <a:lnTo>
                    <a:pt x="37420" y="266813"/>
                  </a:lnTo>
                  <a:lnTo>
                    <a:pt x="39476" y="267436"/>
                  </a:lnTo>
                  <a:lnTo>
                    <a:pt x="42985" y="269925"/>
                  </a:lnTo>
                  <a:lnTo>
                    <a:pt x="45852" y="271930"/>
                  </a:lnTo>
                  <a:lnTo>
                    <a:pt x="48138" y="270778"/>
                  </a:lnTo>
                  <a:lnTo>
                    <a:pt x="49990" y="269859"/>
                  </a:lnTo>
                  <a:lnTo>
                    <a:pt x="51822" y="268953"/>
                  </a:lnTo>
                  <a:lnTo>
                    <a:pt x="51962" y="268884"/>
                  </a:lnTo>
                  <a:lnTo>
                    <a:pt x="55685" y="267042"/>
                  </a:lnTo>
                  <a:lnTo>
                    <a:pt x="56115" y="266828"/>
                  </a:lnTo>
                  <a:lnTo>
                    <a:pt x="59463" y="265172"/>
                  </a:lnTo>
                  <a:lnTo>
                    <a:pt x="61619" y="264103"/>
                  </a:lnTo>
                  <a:lnTo>
                    <a:pt x="62138" y="263846"/>
                  </a:lnTo>
                  <a:lnTo>
                    <a:pt x="62690" y="263699"/>
                  </a:lnTo>
                  <a:lnTo>
                    <a:pt x="63990" y="263352"/>
                  </a:lnTo>
                  <a:lnTo>
                    <a:pt x="69716" y="261826"/>
                  </a:lnTo>
                  <a:lnTo>
                    <a:pt x="74500" y="260553"/>
                  </a:lnTo>
                  <a:lnTo>
                    <a:pt x="75454" y="260299"/>
                  </a:lnTo>
                  <a:lnTo>
                    <a:pt x="75772" y="260256"/>
                  </a:lnTo>
                  <a:lnTo>
                    <a:pt x="76141" y="260207"/>
                  </a:lnTo>
                  <a:lnTo>
                    <a:pt x="76393" y="260177"/>
                  </a:lnTo>
                  <a:lnTo>
                    <a:pt x="77904" y="259721"/>
                  </a:lnTo>
                  <a:lnTo>
                    <a:pt x="79561" y="259223"/>
                  </a:lnTo>
                  <a:lnTo>
                    <a:pt x="80675" y="258887"/>
                  </a:lnTo>
                  <a:lnTo>
                    <a:pt x="81589" y="258612"/>
                  </a:lnTo>
                  <a:lnTo>
                    <a:pt x="82176" y="258434"/>
                  </a:lnTo>
                  <a:lnTo>
                    <a:pt x="82332" y="258342"/>
                  </a:lnTo>
                  <a:lnTo>
                    <a:pt x="82828" y="258044"/>
                  </a:lnTo>
                  <a:lnTo>
                    <a:pt x="84294" y="257388"/>
                  </a:lnTo>
                  <a:lnTo>
                    <a:pt x="84640" y="257217"/>
                  </a:lnTo>
                  <a:lnTo>
                    <a:pt x="84988" y="256836"/>
                  </a:lnTo>
                  <a:lnTo>
                    <a:pt x="85388" y="256543"/>
                  </a:lnTo>
                  <a:lnTo>
                    <a:pt x="85515" y="256340"/>
                  </a:lnTo>
                  <a:lnTo>
                    <a:pt x="85581" y="256212"/>
                  </a:lnTo>
                  <a:lnTo>
                    <a:pt x="85790" y="256062"/>
                  </a:lnTo>
                  <a:lnTo>
                    <a:pt x="86108" y="255757"/>
                  </a:lnTo>
                  <a:lnTo>
                    <a:pt x="86637" y="255273"/>
                  </a:lnTo>
                  <a:lnTo>
                    <a:pt x="86797" y="255258"/>
                  </a:lnTo>
                  <a:lnTo>
                    <a:pt x="86968" y="255210"/>
                  </a:lnTo>
                  <a:lnTo>
                    <a:pt x="87210" y="255149"/>
                  </a:lnTo>
                  <a:lnTo>
                    <a:pt x="87502" y="254968"/>
                  </a:lnTo>
                  <a:lnTo>
                    <a:pt x="87937" y="254538"/>
                  </a:lnTo>
                  <a:lnTo>
                    <a:pt x="88682" y="253939"/>
                  </a:lnTo>
                  <a:lnTo>
                    <a:pt x="89171" y="253477"/>
                  </a:lnTo>
                  <a:lnTo>
                    <a:pt x="89311" y="253418"/>
                  </a:lnTo>
                  <a:lnTo>
                    <a:pt x="89551" y="253454"/>
                  </a:lnTo>
                  <a:lnTo>
                    <a:pt x="89698" y="253500"/>
                  </a:lnTo>
                  <a:lnTo>
                    <a:pt x="89892" y="253525"/>
                  </a:lnTo>
                  <a:lnTo>
                    <a:pt x="90222" y="253558"/>
                  </a:lnTo>
                  <a:lnTo>
                    <a:pt x="90370" y="253589"/>
                  </a:lnTo>
                  <a:lnTo>
                    <a:pt x="90629" y="253658"/>
                  </a:lnTo>
                  <a:lnTo>
                    <a:pt x="90828" y="253668"/>
                  </a:lnTo>
                  <a:lnTo>
                    <a:pt x="91090" y="253775"/>
                  </a:lnTo>
                  <a:lnTo>
                    <a:pt x="91240" y="253795"/>
                  </a:lnTo>
                  <a:lnTo>
                    <a:pt x="91406" y="253810"/>
                  </a:lnTo>
                  <a:lnTo>
                    <a:pt x="91599" y="253823"/>
                  </a:lnTo>
                  <a:lnTo>
                    <a:pt x="91729" y="253818"/>
                  </a:lnTo>
                  <a:lnTo>
                    <a:pt x="91869" y="253813"/>
                  </a:lnTo>
                  <a:lnTo>
                    <a:pt x="92042" y="253968"/>
                  </a:lnTo>
                  <a:lnTo>
                    <a:pt x="92187" y="253927"/>
                  </a:lnTo>
                  <a:lnTo>
                    <a:pt x="92535" y="253749"/>
                  </a:lnTo>
                  <a:lnTo>
                    <a:pt x="92701" y="253701"/>
                  </a:lnTo>
                  <a:lnTo>
                    <a:pt x="92892" y="253472"/>
                  </a:lnTo>
                  <a:lnTo>
                    <a:pt x="93179" y="253375"/>
                  </a:lnTo>
                  <a:lnTo>
                    <a:pt x="93334" y="253314"/>
                  </a:lnTo>
                  <a:lnTo>
                    <a:pt x="94014" y="253449"/>
                  </a:lnTo>
                  <a:lnTo>
                    <a:pt x="94240" y="253607"/>
                  </a:lnTo>
                  <a:lnTo>
                    <a:pt x="94416" y="253563"/>
                  </a:lnTo>
                  <a:lnTo>
                    <a:pt x="95072" y="253701"/>
                  </a:lnTo>
                  <a:lnTo>
                    <a:pt x="95312" y="253724"/>
                  </a:lnTo>
                  <a:lnTo>
                    <a:pt x="95680" y="253731"/>
                  </a:lnTo>
                  <a:lnTo>
                    <a:pt x="96055" y="253831"/>
                  </a:lnTo>
                  <a:lnTo>
                    <a:pt x="96184" y="253884"/>
                  </a:lnTo>
                  <a:lnTo>
                    <a:pt x="96436" y="254039"/>
                  </a:lnTo>
                  <a:lnTo>
                    <a:pt x="96708" y="254301"/>
                  </a:lnTo>
                  <a:lnTo>
                    <a:pt x="96815" y="254474"/>
                  </a:lnTo>
                  <a:lnTo>
                    <a:pt x="97052" y="254754"/>
                  </a:lnTo>
                  <a:lnTo>
                    <a:pt x="97207" y="254821"/>
                  </a:lnTo>
                  <a:lnTo>
                    <a:pt x="97551" y="255243"/>
                  </a:lnTo>
                  <a:lnTo>
                    <a:pt x="97772" y="256065"/>
                  </a:lnTo>
                  <a:lnTo>
                    <a:pt x="98016" y="256487"/>
                  </a:lnTo>
                  <a:lnTo>
                    <a:pt x="98334" y="257225"/>
                  </a:lnTo>
                  <a:lnTo>
                    <a:pt x="100663" y="257485"/>
                  </a:lnTo>
                  <a:lnTo>
                    <a:pt x="100574" y="257357"/>
                  </a:lnTo>
                  <a:lnTo>
                    <a:pt x="100459" y="257129"/>
                  </a:lnTo>
                  <a:lnTo>
                    <a:pt x="100431" y="256955"/>
                  </a:lnTo>
                  <a:lnTo>
                    <a:pt x="100049" y="256192"/>
                  </a:lnTo>
                  <a:lnTo>
                    <a:pt x="99800" y="255943"/>
                  </a:lnTo>
                  <a:lnTo>
                    <a:pt x="99749" y="255770"/>
                  </a:lnTo>
                  <a:lnTo>
                    <a:pt x="99640" y="255553"/>
                  </a:lnTo>
                  <a:lnTo>
                    <a:pt x="99520" y="255304"/>
                  </a:lnTo>
                  <a:lnTo>
                    <a:pt x="99444" y="255057"/>
                  </a:lnTo>
                  <a:lnTo>
                    <a:pt x="99141" y="254724"/>
                  </a:lnTo>
                  <a:lnTo>
                    <a:pt x="98617" y="254200"/>
                  </a:lnTo>
                  <a:lnTo>
                    <a:pt x="98477" y="254022"/>
                  </a:lnTo>
                  <a:lnTo>
                    <a:pt x="98200" y="253767"/>
                  </a:lnTo>
                  <a:lnTo>
                    <a:pt x="98212" y="253615"/>
                  </a:lnTo>
                  <a:lnTo>
                    <a:pt x="104161" y="253685"/>
                  </a:lnTo>
                  <a:lnTo>
                    <a:pt x="107161" y="255047"/>
                  </a:lnTo>
                  <a:lnTo>
                    <a:pt x="108334" y="255581"/>
                  </a:lnTo>
                  <a:lnTo>
                    <a:pt x="114395" y="258494"/>
                  </a:lnTo>
                  <a:lnTo>
                    <a:pt x="115633" y="258679"/>
                  </a:lnTo>
                  <a:lnTo>
                    <a:pt x="117404" y="258943"/>
                  </a:lnTo>
                  <a:lnTo>
                    <a:pt x="117829" y="258913"/>
                  </a:lnTo>
                  <a:lnTo>
                    <a:pt x="118308" y="258880"/>
                  </a:lnTo>
                  <a:lnTo>
                    <a:pt x="119322" y="258815"/>
                  </a:lnTo>
                  <a:lnTo>
                    <a:pt x="119940" y="258776"/>
                  </a:lnTo>
                  <a:lnTo>
                    <a:pt x="120398" y="258745"/>
                  </a:lnTo>
                  <a:lnTo>
                    <a:pt x="120873" y="258714"/>
                  </a:lnTo>
                  <a:lnTo>
                    <a:pt x="121632" y="258664"/>
                  </a:lnTo>
                  <a:lnTo>
                    <a:pt x="122346" y="258625"/>
                  </a:lnTo>
                  <a:lnTo>
                    <a:pt x="122895" y="258581"/>
                  </a:lnTo>
                  <a:lnTo>
                    <a:pt x="123253" y="258560"/>
                  </a:lnTo>
                  <a:lnTo>
                    <a:pt x="123805" y="258526"/>
                  </a:lnTo>
                  <a:lnTo>
                    <a:pt x="124784" y="258463"/>
                  </a:lnTo>
                  <a:lnTo>
                    <a:pt x="124967" y="258448"/>
                  </a:lnTo>
                  <a:lnTo>
                    <a:pt x="125187" y="258435"/>
                  </a:lnTo>
                  <a:lnTo>
                    <a:pt x="125372" y="258428"/>
                  </a:lnTo>
                  <a:lnTo>
                    <a:pt x="125566" y="258414"/>
                  </a:lnTo>
                  <a:lnTo>
                    <a:pt x="125763" y="258400"/>
                  </a:lnTo>
                  <a:lnTo>
                    <a:pt x="126328" y="258365"/>
                  </a:lnTo>
                  <a:lnTo>
                    <a:pt x="127045" y="258315"/>
                  </a:lnTo>
                  <a:lnTo>
                    <a:pt x="127717" y="258271"/>
                  </a:lnTo>
                  <a:lnTo>
                    <a:pt x="128091" y="258253"/>
                  </a:lnTo>
                  <a:lnTo>
                    <a:pt x="128282" y="258242"/>
                  </a:lnTo>
                  <a:lnTo>
                    <a:pt x="128639" y="258206"/>
                  </a:lnTo>
                  <a:lnTo>
                    <a:pt x="128778" y="258265"/>
                  </a:lnTo>
                  <a:lnTo>
                    <a:pt x="129171" y="258428"/>
                  </a:lnTo>
                  <a:lnTo>
                    <a:pt x="129524" y="258573"/>
                  </a:lnTo>
                  <a:lnTo>
                    <a:pt x="130316" y="258899"/>
                  </a:lnTo>
                  <a:lnTo>
                    <a:pt x="130593" y="259018"/>
                  </a:lnTo>
                  <a:lnTo>
                    <a:pt x="131279" y="259299"/>
                  </a:lnTo>
                  <a:lnTo>
                    <a:pt x="132009" y="259598"/>
                  </a:lnTo>
                  <a:lnTo>
                    <a:pt x="132508" y="259803"/>
                  </a:lnTo>
                  <a:lnTo>
                    <a:pt x="132944" y="259983"/>
                  </a:lnTo>
                  <a:lnTo>
                    <a:pt x="133593" y="260245"/>
                  </a:lnTo>
                  <a:lnTo>
                    <a:pt x="133748" y="260318"/>
                  </a:lnTo>
                  <a:lnTo>
                    <a:pt x="134352" y="260561"/>
                  </a:lnTo>
                  <a:lnTo>
                    <a:pt x="134719" y="260711"/>
                  </a:lnTo>
                  <a:lnTo>
                    <a:pt x="135491" y="261032"/>
                  </a:lnTo>
                  <a:lnTo>
                    <a:pt x="135698" y="261118"/>
                  </a:lnTo>
                  <a:lnTo>
                    <a:pt x="137978" y="262061"/>
                  </a:lnTo>
                  <a:lnTo>
                    <a:pt x="138701" y="262366"/>
                  </a:lnTo>
                  <a:lnTo>
                    <a:pt x="140773" y="262763"/>
                  </a:lnTo>
                  <a:lnTo>
                    <a:pt x="141284" y="262865"/>
                  </a:lnTo>
                  <a:lnTo>
                    <a:pt x="141857" y="262979"/>
                  </a:lnTo>
                  <a:lnTo>
                    <a:pt x="142724" y="263115"/>
                  </a:lnTo>
                  <a:lnTo>
                    <a:pt x="143172" y="263069"/>
                  </a:lnTo>
                  <a:lnTo>
                    <a:pt x="143475" y="263038"/>
                  </a:lnTo>
                  <a:lnTo>
                    <a:pt x="144123" y="262964"/>
                  </a:lnTo>
                  <a:lnTo>
                    <a:pt x="144917" y="262881"/>
                  </a:lnTo>
                  <a:lnTo>
                    <a:pt x="145503" y="262813"/>
                  </a:lnTo>
                  <a:lnTo>
                    <a:pt x="145864" y="262777"/>
                  </a:lnTo>
                  <a:lnTo>
                    <a:pt x="146962" y="262644"/>
                  </a:lnTo>
                  <a:lnTo>
                    <a:pt x="147387" y="262598"/>
                  </a:lnTo>
                  <a:lnTo>
                    <a:pt x="147659" y="262566"/>
                  </a:lnTo>
                  <a:lnTo>
                    <a:pt x="147883" y="262541"/>
                  </a:lnTo>
                  <a:lnTo>
                    <a:pt x="148415" y="262481"/>
                  </a:lnTo>
                  <a:lnTo>
                    <a:pt x="149142" y="262401"/>
                  </a:lnTo>
                  <a:lnTo>
                    <a:pt x="149806" y="262319"/>
                  </a:lnTo>
                  <a:lnTo>
                    <a:pt x="150539" y="262242"/>
                  </a:lnTo>
                  <a:lnTo>
                    <a:pt x="151427" y="262142"/>
                  </a:lnTo>
                  <a:lnTo>
                    <a:pt x="151812" y="262095"/>
                  </a:lnTo>
                  <a:lnTo>
                    <a:pt x="152688" y="262001"/>
                  </a:lnTo>
                  <a:lnTo>
                    <a:pt x="153239" y="261874"/>
                  </a:lnTo>
                  <a:lnTo>
                    <a:pt x="153985" y="261842"/>
                  </a:lnTo>
                  <a:lnTo>
                    <a:pt x="154321" y="261909"/>
                  </a:lnTo>
                  <a:lnTo>
                    <a:pt x="154473" y="261934"/>
                  </a:lnTo>
                  <a:lnTo>
                    <a:pt x="154961" y="262034"/>
                  </a:lnTo>
                  <a:lnTo>
                    <a:pt x="155115" y="262064"/>
                  </a:lnTo>
                  <a:lnTo>
                    <a:pt x="155261" y="262096"/>
                  </a:lnTo>
                  <a:lnTo>
                    <a:pt x="155430" y="262128"/>
                  </a:lnTo>
                  <a:lnTo>
                    <a:pt x="155708" y="262181"/>
                  </a:lnTo>
                  <a:lnTo>
                    <a:pt x="156134" y="262265"/>
                  </a:lnTo>
                  <a:lnTo>
                    <a:pt x="156746" y="262392"/>
                  </a:lnTo>
                  <a:lnTo>
                    <a:pt x="157192" y="262477"/>
                  </a:lnTo>
                  <a:lnTo>
                    <a:pt x="158051" y="262652"/>
                  </a:lnTo>
                  <a:lnTo>
                    <a:pt x="158347" y="262714"/>
                  </a:lnTo>
                  <a:lnTo>
                    <a:pt x="158767" y="262797"/>
                  </a:lnTo>
                  <a:lnTo>
                    <a:pt x="159855" y="263015"/>
                  </a:lnTo>
                  <a:lnTo>
                    <a:pt x="160551" y="263152"/>
                  </a:lnTo>
                  <a:lnTo>
                    <a:pt x="160967" y="263234"/>
                  </a:lnTo>
                  <a:lnTo>
                    <a:pt x="161200" y="263284"/>
                  </a:lnTo>
                  <a:lnTo>
                    <a:pt x="161806" y="263406"/>
                  </a:lnTo>
                  <a:lnTo>
                    <a:pt x="162587" y="263583"/>
                  </a:lnTo>
                  <a:lnTo>
                    <a:pt x="164028" y="263904"/>
                  </a:lnTo>
                  <a:lnTo>
                    <a:pt x="164598" y="264034"/>
                  </a:lnTo>
                  <a:lnTo>
                    <a:pt x="165537" y="264248"/>
                  </a:lnTo>
                  <a:lnTo>
                    <a:pt x="166082" y="264373"/>
                  </a:lnTo>
                  <a:lnTo>
                    <a:pt x="166448" y="264457"/>
                  </a:lnTo>
                  <a:lnTo>
                    <a:pt x="166953" y="264573"/>
                  </a:lnTo>
                  <a:lnTo>
                    <a:pt x="167163" y="264615"/>
                  </a:lnTo>
                  <a:lnTo>
                    <a:pt x="167414" y="264558"/>
                  </a:lnTo>
                  <a:lnTo>
                    <a:pt x="167913" y="264436"/>
                  </a:lnTo>
                  <a:lnTo>
                    <a:pt x="168194" y="264366"/>
                  </a:lnTo>
                  <a:lnTo>
                    <a:pt x="168354" y="264327"/>
                  </a:lnTo>
                  <a:lnTo>
                    <a:pt x="168655" y="264254"/>
                  </a:lnTo>
                  <a:lnTo>
                    <a:pt x="169312" y="264071"/>
                  </a:lnTo>
                  <a:lnTo>
                    <a:pt x="169596" y="264000"/>
                  </a:lnTo>
                  <a:lnTo>
                    <a:pt x="169830" y="263942"/>
                  </a:lnTo>
                  <a:lnTo>
                    <a:pt x="170249" y="263837"/>
                  </a:lnTo>
                  <a:lnTo>
                    <a:pt x="170720" y="263719"/>
                  </a:lnTo>
                  <a:lnTo>
                    <a:pt x="171584" y="263506"/>
                  </a:lnTo>
                  <a:lnTo>
                    <a:pt x="172279" y="263330"/>
                  </a:lnTo>
                  <a:lnTo>
                    <a:pt x="172872" y="263190"/>
                  </a:lnTo>
                  <a:lnTo>
                    <a:pt x="173899" y="262936"/>
                  </a:lnTo>
                  <a:lnTo>
                    <a:pt x="174211" y="262863"/>
                  </a:lnTo>
                  <a:lnTo>
                    <a:pt x="174788" y="262720"/>
                  </a:lnTo>
                  <a:lnTo>
                    <a:pt x="175166" y="262623"/>
                  </a:lnTo>
                  <a:lnTo>
                    <a:pt x="175621" y="262510"/>
                  </a:lnTo>
                  <a:lnTo>
                    <a:pt x="176329" y="262330"/>
                  </a:lnTo>
                  <a:lnTo>
                    <a:pt x="176515" y="262466"/>
                  </a:lnTo>
                  <a:lnTo>
                    <a:pt x="177196" y="262936"/>
                  </a:lnTo>
                  <a:lnTo>
                    <a:pt x="178131" y="263595"/>
                  </a:lnTo>
                  <a:lnTo>
                    <a:pt x="178701" y="263996"/>
                  </a:lnTo>
                  <a:lnTo>
                    <a:pt x="179218" y="264356"/>
                  </a:lnTo>
                  <a:lnTo>
                    <a:pt x="179463" y="264523"/>
                  </a:lnTo>
                  <a:lnTo>
                    <a:pt x="180151" y="265005"/>
                  </a:lnTo>
                  <a:lnTo>
                    <a:pt x="181216" y="265756"/>
                  </a:lnTo>
                  <a:lnTo>
                    <a:pt x="182476" y="266649"/>
                  </a:lnTo>
                  <a:lnTo>
                    <a:pt x="182774" y="267008"/>
                  </a:lnTo>
                  <a:lnTo>
                    <a:pt x="186497" y="270946"/>
                  </a:lnTo>
                  <a:lnTo>
                    <a:pt x="187689" y="272059"/>
                  </a:lnTo>
                  <a:lnTo>
                    <a:pt x="188403" y="272123"/>
                  </a:lnTo>
                  <a:lnTo>
                    <a:pt x="188745" y="272166"/>
                  </a:lnTo>
                  <a:lnTo>
                    <a:pt x="188892" y="272183"/>
                  </a:lnTo>
                  <a:lnTo>
                    <a:pt x="190314" y="273092"/>
                  </a:lnTo>
                  <a:lnTo>
                    <a:pt x="190902" y="273312"/>
                  </a:lnTo>
                  <a:lnTo>
                    <a:pt x="191473" y="273868"/>
                  </a:lnTo>
                  <a:lnTo>
                    <a:pt x="192186" y="274569"/>
                  </a:lnTo>
                  <a:lnTo>
                    <a:pt x="193520" y="275881"/>
                  </a:lnTo>
                  <a:lnTo>
                    <a:pt x="194232" y="276581"/>
                  </a:lnTo>
                  <a:lnTo>
                    <a:pt x="194626" y="277005"/>
                  </a:lnTo>
                  <a:lnTo>
                    <a:pt x="195206" y="277625"/>
                  </a:lnTo>
                  <a:lnTo>
                    <a:pt x="196902" y="279444"/>
                  </a:lnTo>
                  <a:lnTo>
                    <a:pt x="197174" y="279732"/>
                  </a:lnTo>
                  <a:lnTo>
                    <a:pt x="198312" y="280954"/>
                  </a:lnTo>
                  <a:lnTo>
                    <a:pt x="199813" y="282558"/>
                  </a:lnTo>
                  <a:lnTo>
                    <a:pt x="200525" y="283324"/>
                  </a:lnTo>
                  <a:lnTo>
                    <a:pt x="201064" y="283897"/>
                  </a:lnTo>
                  <a:lnTo>
                    <a:pt x="201593" y="284459"/>
                  </a:lnTo>
                  <a:lnTo>
                    <a:pt x="202087" y="284988"/>
                  </a:lnTo>
                  <a:lnTo>
                    <a:pt x="202292" y="285208"/>
                  </a:lnTo>
                  <a:lnTo>
                    <a:pt x="202422" y="285353"/>
                  </a:lnTo>
                  <a:lnTo>
                    <a:pt x="202979" y="285948"/>
                  </a:lnTo>
                  <a:lnTo>
                    <a:pt x="203272" y="286259"/>
                  </a:lnTo>
                  <a:lnTo>
                    <a:pt x="203535" y="286541"/>
                  </a:lnTo>
                  <a:lnTo>
                    <a:pt x="204406" y="287441"/>
                  </a:lnTo>
                  <a:lnTo>
                    <a:pt x="204971" y="288095"/>
                  </a:lnTo>
                  <a:lnTo>
                    <a:pt x="207038" y="291154"/>
                  </a:lnTo>
                  <a:lnTo>
                    <a:pt x="207286" y="291414"/>
                  </a:lnTo>
                  <a:lnTo>
                    <a:pt x="207603" y="292671"/>
                  </a:lnTo>
                  <a:lnTo>
                    <a:pt x="207743" y="293079"/>
                  </a:lnTo>
                  <a:lnTo>
                    <a:pt x="208138" y="294215"/>
                  </a:lnTo>
                  <a:lnTo>
                    <a:pt x="208246" y="294525"/>
                  </a:lnTo>
                  <a:lnTo>
                    <a:pt x="208494" y="295149"/>
                  </a:lnTo>
                  <a:lnTo>
                    <a:pt x="208755" y="295780"/>
                  </a:lnTo>
                  <a:lnTo>
                    <a:pt x="208978" y="296343"/>
                  </a:lnTo>
                  <a:lnTo>
                    <a:pt x="209128" y="296700"/>
                  </a:lnTo>
                  <a:lnTo>
                    <a:pt x="209239" y="297087"/>
                  </a:lnTo>
                  <a:lnTo>
                    <a:pt x="209330" y="297620"/>
                  </a:lnTo>
                  <a:lnTo>
                    <a:pt x="209377" y="298048"/>
                  </a:lnTo>
                  <a:lnTo>
                    <a:pt x="209371" y="298399"/>
                  </a:lnTo>
                  <a:lnTo>
                    <a:pt x="209348" y="298970"/>
                  </a:lnTo>
                  <a:lnTo>
                    <a:pt x="209372" y="299417"/>
                  </a:lnTo>
                  <a:lnTo>
                    <a:pt x="209382" y="299671"/>
                  </a:lnTo>
                  <a:lnTo>
                    <a:pt x="209398" y="300075"/>
                  </a:lnTo>
                  <a:lnTo>
                    <a:pt x="209405" y="300262"/>
                  </a:lnTo>
                  <a:lnTo>
                    <a:pt x="209445" y="300568"/>
                  </a:lnTo>
                  <a:lnTo>
                    <a:pt x="209450" y="300799"/>
                  </a:lnTo>
                  <a:lnTo>
                    <a:pt x="209453" y="300952"/>
                  </a:lnTo>
                  <a:lnTo>
                    <a:pt x="209454" y="301082"/>
                  </a:lnTo>
                  <a:lnTo>
                    <a:pt x="209416" y="301960"/>
                  </a:lnTo>
                  <a:lnTo>
                    <a:pt x="209405" y="302438"/>
                  </a:lnTo>
                  <a:lnTo>
                    <a:pt x="209384" y="302682"/>
                  </a:lnTo>
                  <a:lnTo>
                    <a:pt x="209424" y="302875"/>
                  </a:lnTo>
                  <a:lnTo>
                    <a:pt x="209512" y="303307"/>
                  </a:lnTo>
                  <a:lnTo>
                    <a:pt x="209487" y="303507"/>
                  </a:lnTo>
                  <a:lnTo>
                    <a:pt x="209457" y="303900"/>
                  </a:lnTo>
                  <a:lnTo>
                    <a:pt x="209419" y="304425"/>
                  </a:lnTo>
                  <a:lnTo>
                    <a:pt x="209373" y="304897"/>
                  </a:lnTo>
                  <a:lnTo>
                    <a:pt x="209330" y="305159"/>
                  </a:lnTo>
                  <a:lnTo>
                    <a:pt x="209354" y="305731"/>
                  </a:lnTo>
                  <a:lnTo>
                    <a:pt x="209363" y="305930"/>
                  </a:lnTo>
                  <a:lnTo>
                    <a:pt x="209345" y="306230"/>
                  </a:lnTo>
                  <a:lnTo>
                    <a:pt x="209344" y="306639"/>
                  </a:lnTo>
                  <a:lnTo>
                    <a:pt x="209172" y="307042"/>
                  </a:lnTo>
                  <a:lnTo>
                    <a:pt x="209399" y="308074"/>
                  </a:lnTo>
                  <a:lnTo>
                    <a:pt x="209407" y="308222"/>
                  </a:lnTo>
                  <a:lnTo>
                    <a:pt x="209430" y="308387"/>
                  </a:lnTo>
                  <a:lnTo>
                    <a:pt x="209550" y="309569"/>
                  </a:lnTo>
                  <a:lnTo>
                    <a:pt x="209494" y="310549"/>
                  </a:lnTo>
                  <a:lnTo>
                    <a:pt x="209463" y="311045"/>
                  </a:lnTo>
                  <a:lnTo>
                    <a:pt x="209423" y="311678"/>
                  </a:lnTo>
                  <a:lnTo>
                    <a:pt x="209371" y="312500"/>
                  </a:lnTo>
                  <a:lnTo>
                    <a:pt x="209362" y="312629"/>
                  </a:lnTo>
                  <a:lnTo>
                    <a:pt x="209406" y="313025"/>
                  </a:lnTo>
                  <a:lnTo>
                    <a:pt x="209434" y="313285"/>
                  </a:lnTo>
                  <a:lnTo>
                    <a:pt x="209476" y="313691"/>
                  </a:lnTo>
                  <a:lnTo>
                    <a:pt x="209508" y="313999"/>
                  </a:lnTo>
                  <a:lnTo>
                    <a:pt x="209583" y="314179"/>
                  </a:lnTo>
                  <a:lnTo>
                    <a:pt x="209693" y="314456"/>
                  </a:lnTo>
                  <a:lnTo>
                    <a:pt x="209763" y="314614"/>
                  </a:lnTo>
                  <a:lnTo>
                    <a:pt x="209830" y="314797"/>
                  </a:lnTo>
                  <a:lnTo>
                    <a:pt x="209956" y="315134"/>
                  </a:lnTo>
                  <a:lnTo>
                    <a:pt x="210057" y="315403"/>
                  </a:lnTo>
                  <a:lnTo>
                    <a:pt x="210128" y="315591"/>
                  </a:lnTo>
                  <a:lnTo>
                    <a:pt x="210220" y="315832"/>
                  </a:lnTo>
                  <a:lnTo>
                    <a:pt x="210368" y="316223"/>
                  </a:lnTo>
                  <a:lnTo>
                    <a:pt x="210488" y="316540"/>
                  </a:lnTo>
                  <a:lnTo>
                    <a:pt x="210497" y="316876"/>
                  </a:lnTo>
                  <a:lnTo>
                    <a:pt x="210874" y="318648"/>
                  </a:lnTo>
                  <a:lnTo>
                    <a:pt x="210626" y="318817"/>
                  </a:lnTo>
                  <a:lnTo>
                    <a:pt x="210386" y="318974"/>
                  </a:lnTo>
                  <a:lnTo>
                    <a:pt x="210024" y="319174"/>
                  </a:lnTo>
                  <a:lnTo>
                    <a:pt x="209695" y="319389"/>
                  </a:lnTo>
                  <a:lnTo>
                    <a:pt x="209556" y="319483"/>
                  </a:lnTo>
                  <a:lnTo>
                    <a:pt x="209377" y="319648"/>
                  </a:lnTo>
                  <a:lnTo>
                    <a:pt x="209074" y="319866"/>
                  </a:lnTo>
                  <a:lnTo>
                    <a:pt x="208743" y="320139"/>
                  </a:lnTo>
                  <a:lnTo>
                    <a:pt x="208598" y="320560"/>
                  </a:lnTo>
                  <a:lnTo>
                    <a:pt x="208756" y="321190"/>
                  </a:lnTo>
                  <a:lnTo>
                    <a:pt x="209008" y="321691"/>
                  </a:lnTo>
                  <a:lnTo>
                    <a:pt x="209046" y="321854"/>
                  </a:lnTo>
                  <a:lnTo>
                    <a:pt x="209056" y="322678"/>
                  </a:lnTo>
                  <a:lnTo>
                    <a:pt x="210849" y="323124"/>
                  </a:lnTo>
                  <a:lnTo>
                    <a:pt x="211083" y="323013"/>
                  </a:lnTo>
                  <a:lnTo>
                    <a:pt x="211342" y="322910"/>
                  </a:lnTo>
                  <a:lnTo>
                    <a:pt x="211644" y="322777"/>
                  </a:lnTo>
                  <a:lnTo>
                    <a:pt x="211793" y="322722"/>
                  </a:lnTo>
                  <a:lnTo>
                    <a:pt x="212055" y="322675"/>
                  </a:lnTo>
                  <a:lnTo>
                    <a:pt x="212353" y="322631"/>
                  </a:lnTo>
                  <a:lnTo>
                    <a:pt x="212926" y="322475"/>
                  </a:lnTo>
                  <a:lnTo>
                    <a:pt x="213164" y="322717"/>
                  </a:lnTo>
                  <a:lnTo>
                    <a:pt x="213493" y="323060"/>
                  </a:lnTo>
                  <a:lnTo>
                    <a:pt x="213675" y="323249"/>
                  </a:lnTo>
                  <a:lnTo>
                    <a:pt x="214060" y="323642"/>
                  </a:lnTo>
                  <a:lnTo>
                    <a:pt x="214207" y="323793"/>
                  </a:lnTo>
                  <a:lnTo>
                    <a:pt x="214432" y="324112"/>
                  </a:lnTo>
                  <a:lnTo>
                    <a:pt x="214630" y="324525"/>
                  </a:lnTo>
                  <a:lnTo>
                    <a:pt x="214704" y="324667"/>
                  </a:lnTo>
                  <a:lnTo>
                    <a:pt x="214819" y="324888"/>
                  </a:lnTo>
                  <a:lnTo>
                    <a:pt x="214926" y="325094"/>
                  </a:lnTo>
                  <a:lnTo>
                    <a:pt x="215090" y="325409"/>
                  </a:lnTo>
                  <a:lnTo>
                    <a:pt x="215264" y="325527"/>
                  </a:lnTo>
                  <a:lnTo>
                    <a:pt x="215522" y="325702"/>
                  </a:lnTo>
                  <a:lnTo>
                    <a:pt x="215830" y="325908"/>
                  </a:lnTo>
                  <a:lnTo>
                    <a:pt x="215988" y="326014"/>
                  </a:lnTo>
                  <a:lnTo>
                    <a:pt x="216224" y="326171"/>
                  </a:lnTo>
                  <a:lnTo>
                    <a:pt x="216402" y="326291"/>
                  </a:lnTo>
                  <a:lnTo>
                    <a:pt x="217025" y="326711"/>
                  </a:lnTo>
                  <a:lnTo>
                    <a:pt x="217534" y="327055"/>
                  </a:lnTo>
                  <a:lnTo>
                    <a:pt x="217683" y="327517"/>
                  </a:lnTo>
                  <a:lnTo>
                    <a:pt x="217821" y="327959"/>
                  </a:lnTo>
                  <a:lnTo>
                    <a:pt x="217917" y="328261"/>
                  </a:lnTo>
                  <a:lnTo>
                    <a:pt x="217886" y="328519"/>
                  </a:lnTo>
                  <a:lnTo>
                    <a:pt x="217863" y="328767"/>
                  </a:lnTo>
                  <a:lnTo>
                    <a:pt x="217882" y="328905"/>
                  </a:lnTo>
                  <a:lnTo>
                    <a:pt x="217940" y="329212"/>
                  </a:lnTo>
                  <a:lnTo>
                    <a:pt x="218098" y="329239"/>
                  </a:lnTo>
                  <a:lnTo>
                    <a:pt x="218257" y="329269"/>
                  </a:lnTo>
                  <a:lnTo>
                    <a:pt x="218551" y="329329"/>
                  </a:lnTo>
                  <a:lnTo>
                    <a:pt x="218828" y="329368"/>
                  </a:lnTo>
                  <a:lnTo>
                    <a:pt x="219057" y="329417"/>
                  </a:lnTo>
                  <a:lnTo>
                    <a:pt x="219194" y="329458"/>
                  </a:lnTo>
                  <a:lnTo>
                    <a:pt x="219523" y="329550"/>
                  </a:lnTo>
                  <a:lnTo>
                    <a:pt x="219797" y="329626"/>
                  </a:lnTo>
                  <a:lnTo>
                    <a:pt x="219992" y="329676"/>
                  </a:lnTo>
                  <a:lnTo>
                    <a:pt x="220279" y="329755"/>
                  </a:lnTo>
                  <a:lnTo>
                    <a:pt x="220935" y="329927"/>
                  </a:lnTo>
                  <a:lnTo>
                    <a:pt x="221197" y="329989"/>
                  </a:lnTo>
                  <a:lnTo>
                    <a:pt x="221443" y="330042"/>
                  </a:lnTo>
                  <a:lnTo>
                    <a:pt x="221580" y="330081"/>
                  </a:lnTo>
                  <a:lnTo>
                    <a:pt x="222658" y="330387"/>
                  </a:lnTo>
                  <a:lnTo>
                    <a:pt x="223260" y="330548"/>
                  </a:lnTo>
                  <a:lnTo>
                    <a:pt x="224338" y="330654"/>
                  </a:lnTo>
                  <a:lnTo>
                    <a:pt x="224582" y="330981"/>
                  </a:lnTo>
                  <a:lnTo>
                    <a:pt x="225027" y="331672"/>
                  </a:lnTo>
                  <a:lnTo>
                    <a:pt x="224980" y="332085"/>
                  </a:lnTo>
                  <a:lnTo>
                    <a:pt x="225180" y="332857"/>
                  </a:lnTo>
                  <a:lnTo>
                    <a:pt x="225237" y="333148"/>
                  </a:lnTo>
                  <a:lnTo>
                    <a:pt x="226495" y="334081"/>
                  </a:lnTo>
                  <a:lnTo>
                    <a:pt x="226854" y="334442"/>
                  </a:lnTo>
                  <a:lnTo>
                    <a:pt x="227303" y="334893"/>
                  </a:lnTo>
                  <a:lnTo>
                    <a:pt x="227659" y="335413"/>
                  </a:lnTo>
                  <a:lnTo>
                    <a:pt x="227955" y="335721"/>
                  </a:lnTo>
                  <a:lnTo>
                    <a:pt x="228074" y="335860"/>
                  </a:lnTo>
                  <a:lnTo>
                    <a:pt x="228174" y="336004"/>
                  </a:lnTo>
                  <a:lnTo>
                    <a:pt x="228320" y="336137"/>
                  </a:lnTo>
                  <a:lnTo>
                    <a:pt x="228475" y="336279"/>
                  </a:lnTo>
                  <a:lnTo>
                    <a:pt x="228593" y="336438"/>
                  </a:lnTo>
                  <a:lnTo>
                    <a:pt x="228809" y="336648"/>
                  </a:lnTo>
                  <a:lnTo>
                    <a:pt x="229166" y="336907"/>
                  </a:lnTo>
                  <a:lnTo>
                    <a:pt x="229302" y="336994"/>
                  </a:lnTo>
                  <a:lnTo>
                    <a:pt x="230087" y="337476"/>
                  </a:lnTo>
                  <a:lnTo>
                    <a:pt x="230511" y="337723"/>
                  </a:lnTo>
                  <a:lnTo>
                    <a:pt x="230899" y="337956"/>
                  </a:lnTo>
                  <a:lnTo>
                    <a:pt x="231252" y="338194"/>
                  </a:lnTo>
                  <a:lnTo>
                    <a:pt x="231386" y="338268"/>
                  </a:lnTo>
                  <a:lnTo>
                    <a:pt x="231795" y="338492"/>
                  </a:lnTo>
                  <a:lnTo>
                    <a:pt x="232074" y="338649"/>
                  </a:lnTo>
                  <a:lnTo>
                    <a:pt x="233328" y="339379"/>
                  </a:lnTo>
                  <a:lnTo>
                    <a:pt x="233734" y="339624"/>
                  </a:lnTo>
                  <a:lnTo>
                    <a:pt x="234256" y="340045"/>
                  </a:lnTo>
                  <a:lnTo>
                    <a:pt x="234456" y="340598"/>
                  </a:lnTo>
                  <a:lnTo>
                    <a:pt x="234850" y="341694"/>
                  </a:lnTo>
                  <a:lnTo>
                    <a:pt x="235005" y="342006"/>
                  </a:lnTo>
                  <a:lnTo>
                    <a:pt x="235307" y="342624"/>
                  </a:lnTo>
                  <a:lnTo>
                    <a:pt x="235560" y="343145"/>
                  </a:lnTo>
                  <a:lnTo>
                    <a:pt x="235808" y="343669"/>
                  </a:lnTo>
                  <a:lnTo>
                    <a:pt x="235643" y="343936"/>
                  </a:lnTo>
                  <a:lnTo>
                    <a:pt x="235248" y="344531"/>
                  </a:lnTo>
                  <a:lnTo>
                    <a:pt x="235059" y="344825"/>
                  </a:lnTo>
                  <a:lnTo>
                    <a:pt x="234740" y="345338"/>
                  </a:lnTo>
                  <a:lnTo>
                    <a:pt x="232791" y="348188"/>
                  </a:lnTo>
                  <a:lnTo>
                    <a:pt x="234024" y="348845"/>
                  </a:lnTo>
                  <a:lnTo>
                    <a:pt x="234723" y="349312"/>
                  </a:lnTo>
                  <a:lnTo>
                    <a:pt x="234669" y="349633"/>
                  </a:lnTo>
                  <a:lnTo>
                    <a:pt x="234606" y="349945"/>
                  </a:lnTo>
                  <a:lnTo>
                    <a:pt x="234577" y="350080"/>
                  </a:lnTo>
                  <a:lnTo>
                    <a:pt x="234524" y="350350"/>
                  </a:lnTo>
                  <a:lnTo>
                    <a:pt x="234489" y="350514"/>
                  </a:lnTo>
                  <a:lnTo>
                    <a:pt x="234410" y="350908"/>
                  </a:lnTo>
                  <a:lnTo>
                    <a:pt x="234329" y="351338"/>
                  </a:lnTo>
                  <a:lnTo>
                    <a:pt x="234305" y="351465"/>
                  </a:lnTo>
                  <a:lnTo>
                    <a:pt x="234244" y="351814"/>
                  </a:lnTo>
                  <a:lnTo>
                    <a:pt x="234202" y="352194"/>
                  </a:lnTo>
                  <a:lnTo>
                    <a:pt x="234193" y="352327"/>
                  </a:lnTo>
                  <a:lnTo>
                    <a:pt x="234170" y="352587"/>
                  </a:lnTo>
                  <a:lnTo>
                    <a:pt x="234131" y="352974"/>
                  </a:lnTo>
                  <a:lnTo>
                    <a:pt x="234088" y="353410"/>
                  </a:lnTo>
                  <a:lnTo>
                    <a:pt x="234072" y="353652"/>
                  </a:lnTo>
                  <a:lnTo>
                    <a:pt x="233842" y="354004"/>
                  </a:lnTo>
                  <a:lnTo>
                    <a:pt x="233798" y="354149"/>
                  </a:lnTo>
                  <a:lnTo>
                    <a:pt x="233396" y="355460"/>
                  </a:lnTo>
                  <a:lnTo>
                    <a:pt x="233215" y="355949"/>
                  </a:lnTo>
                  <a:lnTo>
                    <a:pt x="232935" y="356761"/>
                  </a:lnTo>
                  <a:lnTo>
                    <a:pt x="232801" y="357224"/>
                  </a:lnTo>
                  <a:lnTo>
                    <a:pt x="232574" y="357965"/>
                  </a:lnTo>
                  <a:lnTo>
                    <a:pt x="232636" y="358544"/>
                  </a:lnTo>
                  <a:lnTo>
                    <a:pt x="232915" y="359479"/>
                  </a:lnTo>
                  <a:lnTo>
                    <a:pt x="233000" y="360453"/>
                  </a:lnTo>
                  <a:lnTo>
                    <a:pt x="232975" y="360947"/>
                  </a:lnTo>
                  <a:lnTo>
                    <a:pt x="232929" y="362217"/>
                  </a:lnTo>
                  <a:lnTo>
                    <a:pt x="232945" y="362625"/>
                  </a:lnTo>
                  <a:lnTo>
                    <a:pt x="232964" y="362919"/>
                  </a:lnTo>
                  <a:lnTo>
                    <a:pt x="233003" y="363096"/>
                  </a:lnTo>
                  <a:lnTo>
                    <a:pt x="233040" y="363270"/>
                  </a:lnTo>
                  <a:lnTo>
                    <a:pt x="233371" y="364799"/>
                  </a:lnTo>
                  <a:lnTo>
                    <a:pt x="233285" y="365727"/>
                  </a:lnTo>
                  <a:lnTo>
                    <a:pt x="233192" y="366295"/>
                  </a:lnTo>
                  <a:lnTo>
                    <a:pt x="233034" y="367265"/>
                  </a:lnTo>
                  <a:lnTo>
                    <a:pt x="232625" y="367890"/>
                  </a:lnTo>
                  <a:lnTo>
                    <a:pt x="233284" y="369419"/>
                  </a:lnTo>
                  <a:lnTo>
                    <a:pt x="233662" y="369942"/>
                  </a:lnTo>
                  <a:lnTo>
                    <a:pt x="234430" y="370435"/>
                  </a:lnTo>
                  <a:lnTo>
                    <a:pt x="234710" y="370677"/>
                  </a:lnTo>
                  <a:lnTo>
                    <a:pt x="234849" y="371008"/>
                  </a:lnTo>
                  <a:lnTo>
                    <a:pt x="235095" y="371176"/>
                  </a:lnTo>
                  <a:lnTo>
                    <a:pt x="235425" y="371369"/>
                  </a:lnTo>
                  <a:lnTo>
                    <a:pt x="235611" y="371484"/>
                  </a:lnTo>
                  <a:lnTo>
                    <a:pt x="235914" y="371710"/>
                  </a:lnTo>
                  <a:lnTo>
                    <a:pt x="236460" y="372059"/>
                  </a:lnTo>
                  <a:lnTo>
                    <a:pt x="236664" y="372184"/>
                  </a:lnTo>
                  <a:lnTo>
                    <a:pt x="237139" y="372456"/>
                  </a:lnTo>
                  <a:lnTo>
                    <a:pt x="238196" y="373112"/>
                  </a:lnTo>
                  <a:lnTo>
                    <a:pt x="239337" y="373868"/>
                  </a:lnTo>
                  <a:lnTo>
                    <a:pt x="240190" y="374096"/>
                  </a:lnTo>
                  <a:lnTo>
                    <a:pt x="240730" y="373889"/>
                  </a:lnTo>
                  <a:lnTo>
                    <a:pt x="240995" y="373750"/>
                  </a:lnTo>
                  <a:lnTo>
                    <a:pt x="241662" y="373461"/>
                  </a:lnTo>
                  <a:lnTo>
                    <a:pt x="241906" y="373537"/>
                  </a:lnTo>
                  <a:lnTo>
                    <a:pt x="241965" y="373901"/>
                  </a:lnTo>
                  <a:lnTo>
                    <a:pt x="242008" y="374218"/>
                  </a:lnTo>
                  <a:lnTo>
                    <a:pt x="242334" y="375021"/>
                  </a:lnTo>
                  <a:lnTo>
                    <a:pt x="243208" y="375696"/>
                  </a:lnTo>
                  <a:lnTo>
                    <a:pt x="243568" y="375839"/>
                  </a:lnTo>
                  <a:lnTo>
                    <a:pt x="243818" y="375934"/>
                  </a:lnTo>
                  <a:lnTo>
                    <a:pt x="244303" y="376095"/>
                  </a:lnTo>
                  <a:lnTo>
                    <a:pt x="244667" y="376202"/>
                  </a:lnTo>
                  <a:lnTo>
                    <a:pt x="245254" y="376381"/>
                  </a:lnTo>
                  <a:lnTo>
                    <a:pt x="246032" y="376675"/>
                  </a:lnTo>
                  <a:lnTo>
                    <a:pt x="246959" y="376948"/>
                  </a:lnTo>
                  <a:lnTo>
                    <a:pt x="247401" y="377180"/>
                  </a:lnTo>
                  <a:lnTo>
                    <a:pt x="247837" y="377427"/>
                  </a:lnTo>
                  <a:lnTo>
                    <a:pt x="248423" y="377725"/>
                  </a:lnTo>
                  <a:lnTo>
                    <a:pt x="248994" y="378059"/>
                  </a:lnTo>
                  <a:lnTo>
                    <a:pt x="249330" y="378257"/>
                  </a:lnTo>
                  <a:lnTo>
                    <a:pt x="249722" y="378500"/>
                  </a:lnTo>
                  <a:lnTo>
                    <a:pt x="250007" y="378652"/>
                  </a:lnTo>
                  <a:lnTo>
                    <a:pt x="251154" y="379340"/>
                  </a:lnTo>
                  <a:lnTo>
                    <a:pt x="251512" y="379587"/>
                  </a:lnTo>
                  <a:lnTo>
                    <a:pt x="252266" y="380071"/>
                  </a:lnTo>
                  <a:lnTo>
                    <a:pt x="252461" y="380285"/>
                  </a:lnTo>
                  <a:lnTo>
                    <a:pt x="252757" y="380612"/>
                  </a:lnTo>
                  <a:lnTo>
                    <a:pt x="253136" y="381028"/>
                  </a:lnTo>
                  <a:lnTo>
                    <a:pt x="253705" y="381655"/>
                  </a:lnTo>
                  <a:lnTo>
                    <a:pt x="253988" y="381967"/>
                  </a:lnTo>
                  <a:lnTo>
                    <a:pt x="254600" y="382638"/>
                  </a:lnTo>
                  <a:lnTo>
                    <a:pt x="254832" y="382892"/>
                  </a:lnTo>
                  <a:lnTo>
                    <a:pt x="255138" y="383220"/>
                  </a:lnTo>
                  <a:lnTo>
                    <a:pt x="255388" y="383319"/>
                  </a:lnTo>
                  <a:lnTo>
                    <a:pt x="255848" y="383499"/>
                  </a:lnTo>
                  <a:lnTo>
                    <a:pt x="256358" y="383700"/>
                  </a:lnTo>
                  <a:lnTo>
                    <a:pt x="256664" y="383823"/>
                  </a:lnTo>
                  <a:lnTo>
                    <a:pt x="257119" y="384005"/>
                  </a:lnTo>
                  <a:lnTo>
                    <a:pt x="257270" y="384062"/>
                  </a:lnTo>
                  <a:lnTo>
                    <a:pt x="256750" y="384762"/>
                  </a:lnTo>
                  <a:lnTo>
                    <a:pt x="256597" y="384905"/>
                  </a:lnTo>
                  <a:lnTo>
                    <a:pt x="256298" y="385520"/>
                  </a:lnTo>
                  <a:lnTo>
                    <a:pt x="255962" y="386047"/>
                  </a:lnTo>
                  <a:lnTo>
                    <a:pt x="255399" y="387009"/>
                  </a:lnTo>
                  <a:lnTo>
                    <a:pt x="255136" y="387423"/>
                  </a:lnTo>
                  <a:lnTo>
                    <a:pt x="254997" y="387631"/>
                  </a:lnTo>
                  <a:lnTo>
                    <a:pt x="254905" y="387772"/>
                  </a:lnTo>
                  <a:lnTo>
                    <a:pt x="254803" y="387962"/>
                  </a:lnTo>
                  <a:lnTo>
                    <a:pt x="254718" y="388115"/>
                  </a:lnTo>
                  <a:lnTo>
                    <a:pt x="254628" y="388283"/>
                  </a:lnTo>
                  <a:lnTo>
                    <a:pt x="254558" y="388451"/>
                  </a:lnTo>
                  <a:lnTo>
                    <a:pt x="254468" y="388668"/>
                  </a:lnTo>
                  <a:lnTo>
                    <a:pt x="254341" y="388967"/>
                  </a:lnTo>
                  <a:lnTo>
                    <a:pt x="254249" y="389278"/>
                  </a:lnTo>
                  <a:lnTo>
                    <a:pt x="254109" y="389497"/>
                  </a:lnTo>
                  <a:lnTo>
                    <a:pt x="253734" y="390085"/>
                  </a:lnTo>
                  <a:lnTo>
                    <a:pt x="253581" y="390358"/>
                  </a:lnTo>
                  <a:lnTo>
                    <a:pt x="253449" y="390629"/>
                  </a:lnTo>
                  <a:lnTo>
                    <a:pt x="253401" y="390997"/>
                  </a:lnTo>
                  <a:lnTo>
                    <a:pt x="253390" y="391149"/>
                  </a:lnTo>
                  <a:lnTo>
                    <a:pt x="253372" y="391352"/>
                  </a:lnTo>
                  <a:lnTo>
                    <a:pt x="253339" y="391515"/>
                  </a:lnTo>
                  <a:lnTo>
                    <a:pt x="253283" y="391749"/>
                  </a:lnTo>
                  <a:lnTo>
                    <a:pt x="253247" y="391903"/>
                  </a:lnTo>
                  <a:lnTo>
                    <a:pt x="253233" y="393328"/>
                  </a:lnTo>
                  <a:lnTo>
                    <a:pt x="253214" y="393625"/>
                  </a:lnTo>
                  <a:lnTo>
                    <a:pt x="253216" y="393890"/>
                  </a:lnTo>
                  <a:lnTo>
                    <a:pt x="253171" y="394585"/>
                  </a:lnTo>
                  <a:lnTo>
                    <a:pt x="253185" y="394752"/>
                  </a:lnTo>
                  <a:lnTo>
                    <a:pt x="253198" y="394953"/>
                  </a:lnTo>
                  <a:lnTo>
                    <a:pt x="253167" y="395287"/>
                  </a:lnTo>
                  <a:lnTo>
                    <a:pt x="253222" y="396024"/>
                  </a:lnTo>
                  <a:lnTo>
                    <a:pt x="253214" y="396601"/>
                  </a:lnTo>
                  <a:lnTo>
                    <a:pt x="253189" y="396935"/>
                  </a:lnTo>
                  <a:lnTo>
                    <a:pt x="253130" y="397198"/>
                  </a:lnTo>
                  <a:lnTo>
                    <a:pt x="252978" y="397420"/>
                  </a:lnTo>
                  <a:lnTo>
                    <a:pt x="253006" y="397706"/>
                  </a:lnTo>
                  <a:lnTo>
                    <a:pt x="252388" y="398355"/>
                  </a:lnTo>
                  <a:lnTo>
                    <a:pt x="252239" y="398460"/>
                  </a:lnTo>
                  <a:lnTo>
                    <a:pt x="252044" y="398582"/>
                  </a:lnTo>
                  <a:lnTo>
                    <a:pt x="252161" y="398768"/>
                  </a:lnTo>
                  <a:lnTo>
                    <a:pt x="252315" y="399016"/>
                  </a:lnTo>
                  <a:lnTo>
                    <a:pt x="252398" y="399162"/>
                  </a:lnTo>
                  <a:lnTo>
                    <a:pt x="252458" y="399804"/>
                  </a:lnTo>
                  <a:lnTo>
                    <a:pt x="252269" y="400101"/>
                  </a:lnTo>
                  <a:lnTo>
                    <a:pt x="251993" y="400519"/>
                  </a:lnTo>
                  <a:lnTo>
                    <a:pt x="251842" y="400740"/>
                  </a:lnTo>
                  <a:lnTo>
                    <a:pt x="251841" y="401079"/>
                  </a:lnTo>
                  <a:lnTo>
                    <a:pt x="251877" y="401267"/>
                  </a:lnTo>
                  <a:lnTo>
                    <a:pt x="252012" y="401295"/>
                  </a:lnTo>
                  <a:lnTo>
                    <a:pt x="252145" y="401323"/>
                  </a:lnTo>
                  <a:lnTo>
                    <a:pt x="252368" y="401374"/>
                  </a:lnTo>
                  <a:lnTo>
                    <a:pt x="253029" y="401567"/>
                  </a:lnTo>
                  <a:lnTo>
                    <a:pt x="253263" y="401651"/>
                  </a:lnTo>
                  <a:lnTo>
                    <a:pt x="253494" y="401660"/>
                  </a:lnTo>
                  <a:lnTo>
                    <a:pt x="253652" y="401716"/>
                  </a:lnTo>
                  <a:lnTo>
                    <a:pt x="253847" y="401758"/>
                  </a:lnTo>
                  <a:lnTo>
                    <a:pt x="254032" y="401799"/>
                  </a:lnTo>
                  <a:lnTo>
                    <a:pt x="253839" y="402072"/>
                  </a:lnTo>
                  <a:lnTo>
                    <a:pt x="253401" y="402651"/>
                  </a:lnTo>
                  <a:lnTo>
                    <a:pt x="253247" y="402906"/>
                  </a:lnTo>
                  <a:lnTo>
                    <a:pt x="252752" y="403696"/>
                  </a:lnTo>
                  <a:lnTo>
                    <a:pt x="252503" y="403821"/>
                  </a:lnTo>
                  <a:lnTo>
                    <a:pt x="252175" y="404739"/>
                  </a:lnTo>
                  <a:lnTo>
                    <a:pt x="252116" y="404870"/>
                  </a:lnTo>
                  <a:lnTo>
                    <a:pt x="251930" y="405269"/>
                  </a:lnTo>
                  <a:lnTo>
                    <a:pt x="251823" y="405490"/>
                  </a:lnTo>
                  <a:lnTo>
                    <a:pt x="251719" y="405664"/>
                  </a:lnTo>
                  <a:lnTo>
                    <a:pt x="251599" y="405985"/>
                  </a:lnTo>
                  <a:lnTo>
                    <a:pt x="251392" y="406441"/>
                  </a:lnTo>
                  <a:lnTo>
                    <a:pt x="251330" y="406590"/>
                  </a:lnTo>
                  <a:lnTo>
                    <a:pt x="251044" y="407226"/>
                  </a:lnTo>
                  <a:lnTo>
                    <a:pt x="250708" y="407983"/>
                  </a:lnTo>
                  <a:lnTo>
                    <a:pt x="250345" y="408734"/>
                  </a:lnTo>
                  <a:lnTo>
                    <a:pt x="250648" y="408801"/>
                  </a:lnTo>
                  <a:lnTo>
                    <a:pt x="252955" y="409311"/>
                  </a:lnTo>
                  <a:lnTo>
                    <a:pt x="253762" y="409604"/>
                  </a:lnTo>
                  <a:lnTo>
                    <a:pt x="254483" y="409866"/>
                  </a:lnTo>
                  <a:lnTo>
                    <a:pt x="254739" y="409966"/>
                  </a:lnTo>
                  <a:lnTo>
                    <a:pt x="255535" y="410237"/>
                  </a:lnTo>
                  <a:lnTo>
                    <a:pt x="256262" y="410487"/>
                  </a:lnTo>
                  <a:lnTo>
                    <a:pt x="257392" y="410888"/>
                  </a:lnTo>
                  <a:lnTo>
                    <a:pt x="258018" y="411100"/>
                  </a:lnTo>
                  <a:lnTo>
                    <a:pt x="258415" y="411254"/>
                  </a:lnTo>
                  <a:lnTo>
                    <a:pt x="258939" y="411445"/>
                  </a:lnTo>
                  <a:lnTo>
                    <a:pt x="259160" y="411524"/>
                  </a:lnTo>
                  <a:lnTo>
                    <a:pt x="259738" y="411694"/>
                  </a:lnTo>
                  <a:lnTo>
                    <a:pt x="260439" y="411940"/>
                  </a:lnTo>
                  <a:lnTo>
                    <a:pt x="260394" y="412450"/>
                  </a:lnTo>
                  <a:lnTo>
                    <a:pt x="260311" y="413402"/>
                  </a:lnTo>
                  <a:lnTo>
                    <a:pt x="260224" y="414454"/>
                  </a:lnTo>
                  <a:lnTo>
                    <a:pt x="260204" y="414807"/>
                  </a:lnTo>
                  <a:lnTo>
                    <a:pt x="260158" y="415211"/>
                  </a:lnTo>
                  <a:lnTo>
                    <a:pt x="260115" y="415614"/>
                  </a:lnTo>
                  <a:lnTo>
                    <a:pt x="260093" y="416047"/>
                  </a:lnTo>
                  <a:lnTo>
                    <a:pt x="259968" y="417563"/>
                  </a:lnTo>
                  <a:lnTo>
                    <a:pt x="259954" y="417720"/>
                  </a:lnTo>
                  <a:lnTo>
                    <a:pt x="259880" y="418763"/>
                  </a:lnTo>
                  <a:lnTo>
                    <a:pt x="259855" y="419030"/>
                  </a:lnTo>
                  <a:lnTo>
                    <a:pt x="259843" y="419161"/>
                  </a:lnTo>
                  <a:lnTo>
                    <a:pt x="260363" y="420588"/>
                  </a:lnTo>
                  <a:lnTo>
                    <a:pt x="260477" y="420890"/>
                  </a:lnTo>
                  <a:lnTo>
                    <a:pt x="260526" y="421021"/>
                  </a:lnTo>
                  <a:lnTo>
                    <a:pt x="260690" y="421447"/>
                  </a:lnTo>
                  <a:lnTo>
                    <a:pt x="260802" y="421739"/>
                  </a:lnTo>
                  <a:lnTo>
                    <a:pt x="260982" y="422215"/>
                  </a:lnTo>
                  <a:lnTo>
                    <a:pt x="261179" y="422681"/>
                  </a:lnTo>
                  <a:lnTo>
                    <a:pt x="261375" y="423166"/>
                  </a:lnTo>
                  <a:lnTo>
                    <a:pt x="261569" y="423586"/>
                  </a:lnTo>
                  <a:lnTo>
                    <a:pt x="261703" y="423866"/>
                  </a:lnTo>
                  <a:lnTo>
                    <a:pt x="261932" y="424463"/>
                  </a:lnTo>
                  <a:lnTo>
                    <a:pt x="261950" y="424639"/>
                  </a:lnTo>
                  <a:lnTo>
                    <a:pt x="261962" y="424815"/>
                  </a:lnTo>
                  <a:lnTo>
                    <a:pt x="261976" y="424985"/>
                  </a:lnTo>
                  <a:lnTo>
                    <a:pt x="262005" y="425193"/>
                  </a:lnTo>
                  <a:lnTo>
                    <a:pt x="262066" y="425742"/>
                  </a:lnTo>
                  <a:lnTo>
                    <a:pt x="262109" y="426123"/>
                  </a:lnTo>
                  <a:lnTo>
                    <a:pt x="262146" y="426541"/>
                  </a:lnTo>
                  <a:lnTo>
                    <a:pt x="262183" y="426876"/>
                  </a:lnTo>
                  <a:lnTo>
                    <a:pt x="262209" y="427125"/>
                  </a:lnTo>
                  <a:lnTo>
                    <a:pt x="262283" y="427796"/>
                  </a:lnTo>
                  <a:lnTo>
                    <a:pt x="262302" y="427978"/>
                  </a:lnTo>
                  <a:lnTo>
                    <a:pt x="262334" y="428261"/>
                  </a:lnTo>
                  <a:lnTo>
                    <a:pt x="262652" y="429865"/>
                  </a:lnTo>
                  <a:lnTo>
                    <a:pt x="263142" y="431999"/>
                  </a:lnTo>
                  <a:lnTo>
                    <a:pt x="263214" y="432469"/>
                  </a:lnTo>
                  <a:lnTo>
                    <a:pt x="263252" y="432638"/>
                  </a:lnTo>
                  <a:lnTo>
                    <a:pt x="263302" y="432856"/>
                  </a:lnTo>
                  <a:lnTo>
                    <a:pt x="263412" y="433223"/>
                  </a:lnTo>
                  <a:lnTo>
                    <a:pt x="263527" y="433726"/>
                  </a:lnTo>
                  <a:lnTo>
                    <a:pt x="263569" y="433886"/>
                  </a:lnTo>
                  <a:lnTo>
                    <a:pt x="263657" y="434228"/>
                  </a:lnTo>
                  <a:lnTo>
                    <a:pt x="263737" y="434673"/>
                  </a:lnTo>
                  <a:lnTo>
                    <a:pt x="263790" y="434819"/>
                  </a:lnTo>
                  <a:lnTo>
                    <a:pt x="263912" y="435208"/>
                  </a:lnTo>
                  <a:lnTo>
                    <a:pt x="263986" y="435573"/>
                  </a:lnTo>
                  <a:lnTo>
                    <a:pt x="264050" y="435819"/>
                  </a:lnTo>
                  <a:lnTo>
                    <a:pt x="264406" y="436742"/>
                  </a:lnTo>
                  <a:lnTo>
                    <a:pt x="264691" y="437729"/>
                  </a:lnTo>
                  <a:lnTo>
                    <a:pt x="264743" y="438479"/>
                  </a:lnTo>
                  <a:lnTo>
                    <a:pt x="264919" y="438938"/>
                  </a:lnTo>
                  <a:lnTo>
                    <a:pt x="265091" y="439648"/>
                  </a:lnTo>
                  <a:lnTo>
                    <a:pt x="265210" y="440099"/>
                  </a:lnTo>
                  <a:lnTo>
                    <a:pt x="265283" y="440394"/>
                  </a:lnTo>
                  <a:lnTo>
                    <a:pt x="265336" y="441153"/>
                  </a:lnTo>
                  <a:lnTo>
                    <a:pt x="265384" y="441416"/>
                  </a:lnTo>
                  <a:lnTo>
                    <a:pt x="265895" y="442793"/>
                  </a:lnTo>
                  <a:lnTo>
                    <a:pt x="265918" y="443111"/>
                  </a:lnTo>
                  <a:lnTo>
                    <a:pt x="265961" y="443546"/>
                  </a:lnTo>
                  <a:lnTo>
                    <a:pt x="266009" y="444024"/>
                  </a:lnTo>
                  <a:lnTo>
                    <a:pt x="266027" y="444466"/>
                  </a:lnTo>
                  <a:lnTo>
                    <a:pt x="266038" y="444749"/>
                  </a:lnTo>
                  <a:lnTo>
                    <a:pt x="266043" y="444969"/>
                  </a:lnTo>
                  <a:lnTo>
                    <a:pt x="266071" y="445397"/>
                  </a:lnTo>
                  <a:lnTo>
                    <a:pt x="266111" y="445952"/>
                  </a:lnTo>
                  <a:lnTo>
                    <a:pt x="266471" y="446975"/>
                  </a:lnTo>
                  <a:lnTo>
                    <a:pt x="266628" y="447446"/>
                  </a:lnTo>
                  <a:lnTo>
                    <a:pt x="266704" y="447610"/>
                  </a:lnTo>
                  <a:lnTo>
                    <a:pt x="266831" y="448136"/>
                  </a:lnTo>
                  <a:lnTo>
                    <a:pt x="266902" y="448370"/>
                  </a:lnTo>
                  <a:lnTo>
                    <a:pt x="266969" y="448700"/>
                  </a:lnTo>
                  <a:lnTo>
                    <a:pt x="267217" y="448965"/>
                  </a:lnTo>
                  <a:lnTo>
                    <a:pt x="267723" y="449469"/>
                  </a:lnTo>
                  <a:lnTo>
                    <a:pt x="267867" y="449612"/>
                  </a:lnTo>
                  <a:lnTo>
                    <a:pt x="268367" y="450409"/>
                  </a:lnTo>
                  <a:lnTo>
                    <a:pt x="268906" y="450935"/>
                  </a:lnTo>
                  <a:lnTo>
                    <a:pt x="272729" y="454656"/>
                  </a:lnTo>
                  <a:lnTo>
                    <a:pt x="270226" y="458456"/>
                  </a:lnTo>
                  <a:lnTo>
                    <a:pt x="270008" y="458786"/>
                  </a:lnTo>
                  <a:lnTo>
                    <a:pt x="268803" y="460615"/>
                  </a:lnTo>
                  <a:lnTo>
                    <a:pt x="268674" y="460862"/>
                  </a:lnTo>
                  <a:lnTo>
                    <a:pt x="268397" y="461392"/>
                  </a:lnTo>
                  <a:lnTo>
                    <a:pt x="268167" y="461833"/>
                  </a:lnTo>
                  <a:lnTo>
                    <a:pt x="267962" y="462225"/>
                  </a:lnTo>
                  <a:lnTo>
                    <a:pt x="267753" y="462627"/>
                  </a:lnTo>
                  <a:lnTo>
                    <a:pt x="267510" y="463092"/>
                  </a:lnTo>
                  <a:lnTo>
                    <a:pt x="267314" y="463373"/>
                  </a:lnTo>
                  <a:lnTo>
                    <a:pt x="266752" y="464185"/>
                  </a:lnTo>
                  <a:lnTo>
                    <a:pt x="266564" y="464455"/>
                  </a:lnTo>
                  <a:lnTo>
                    <a:pt x="266222" y="464897"/>
                  </a:lnTo>
                  <a:lnTo>
                    <a:pt x="266043" y="465127"/>
                  </a:lnTo>
                  <a:lnTo>
                    <a:pt x="265887" y="465329"/>
                  </a:lnTo>
                  <a:lnTo>
                    <a:pt x="265482" y="465851"/>
                  </a:lnTo>
                  <a:lnTo>
                    <a:pt x="264992" y="466483"/>
                  </a:lnTo>
                  <a:lnTo>
                    <a:pt x="265002" y="466884"/>
                  </a:lnTo>
                  <a:lnTo>
                    <a:pt x="265015" y="467403"/>
                  </a:lnTo>
                  <a:lnTo>
                    <a:pt x="265026" y="467831"/>
                  </a:lnTo>
                  <a:lnTo>
                    <a:pt x="265034" y="468148"/>
                  </a:lnTo>
                  <a:lnTo>
                    <a:pt x="265046" y="468645"/>
                  </a:lnTo>
                  <a:lnTo>
                    <a:pt x="265058" y="468796"/>
                  </a:lnTo>
                  <a:lnTo>
                    <a:pt x="265106" y="469329"/>
                  </a:lnTo>
                  <a:lnTo>
                    <a:pt x="265138" y="469691"/>
                  </a:lnTo>
                  <a:lnTo>
                    <a:pt x="265216" y="469934"/>
                  </a:lnTo>
                  <a:lnTo>
                    <a:pt x="265351" y="469926"/>
                  </a:lnTo>
                  <a:lnTo>
                    <a:pt x="265488" y="469918"/>
                  </a:lnTo>
                  <a:lnTo>
                    <a:pt x="265626" y="469909"/>
                  </a:lnTo>
                  <a:lnTo>
                    <a:pt x="265778" y="469905"/>
                  </a:lnTo>
                  <a:lnTo>
                    <a:pt x="265916" y="469902"/>
                  </a:lnTo>
                  <a:lnTo>
                    <a:pt x="266053" y="469898"/>
                  </a:lnTo>
                  <a:lnTo>
                    <a:pt x="266219" y="469891"/>
                  </a:lnTo>
                  <a:lnTo>
                    <a:pt x="266681" y="469864"/>
                  </a:lnTo>
                  <a:lnTo>
                    <a:pt x="268628" y="469764"/>
                  </a:lnTo>
                  <a:lnTo>
                    <a:pt x="274020" y="470152"/>
                  </a:lnTo>
                  <a:lnTo>
                    <a:pt x="274245" y="470250"/>
                  </a:lnTo>
                  <a:lnTo>
                    <a:pt x="274397" y="470317"/>
                  </a:lnTo>
                  <a:lnTo>
                    <a:pt x="274650" y="470230"/>
                  </a:lnTo>
                  <a:lnTo>
                    <a:pt x="274796" y="470179"/>
                  </a:lnTo>
                  <a:lnTo>
                    <a:pt x="274963" y="470121"/>
                  </a:lnTo>
                  <a:lnTo>
                    <a:pt x="275095" y="470074"/>
                  </a:lnTo>
                  <a:lnTo>
                    <a:pt x="275420" y="469960"/>
                  </a:lnTo>
                  <a:lnTo>
                    <a:pt x="279415" y="473157"/>
                  </a:lnTo>
                  <a:lnTo>
                    <a:pt x="279569" y="473381"/>
                  </a:lnTo>
                  <a:lnTo>
                    <a:pt x="279725" y="473635"/>
                  </a:lnTo>
                  <a:lnTo>
                    <a:pt x="285836" y="487954"/>
                  </a:lnTo>
                  <a:lnTo>
                    <a:pt x="290564" y="493182"/>
                  </a:lnTo>
                  <a:lnTo>
                    <a:pt x="292602" y="492823"/>
                  </a:lnTo>
                  <a:lnTo>
                    <a:pt x="292735" y="492801"/>
                  </a:lnTo>
                  <a:lnTo>
                    <a:pt x="293868" y="492601"/>
                  </a:lnTo>
                  <a:lnTo>
                    <a:pt x="296801" y="492595"/>
                  </a:lnTo>
                  <a:lnTo>
                    <a:pt x="296993" y="492597"/>
                  </a:lnTo>
                  <a:lnTo>
                    <a:pt x="298114" y="492660"/>
                  </a:lnTo>
                  <a:lnTo>
                    <a:pt x="301903" y="492894"/>
                  </a:lnTo>
                  <a:lnTo>
                    <a:pt x="303420" y="493002"/>
                  </a:lnTo>
                  <a:lnTo>
                    <a:pt x="305236" y="493153"/>
                  </a:lnTo>
                  <a:lnTo>
                    <a:pt x="305420" y="493169"/>
                  </a:lnTo>
                  <a:lnTo>
                    <a:pt x="306270" y="493244"/>
                  </a:lnTo>
                  <a:lnTo>
                    <a:pt x="307498" y="491199"/>
                  </a:lnTo>
                  <a:lnTo>
                    <a:pt x="313490" y="478257"/>
                  </a:lnTo>
                  <a:lnTo>
                    <a:pt x="319052" y="480182"/>
                  </a:lnTo>
                  <a:lnTo>
                    <a:pt x="327943" y="482533"/>
                  </a:lnTo>
                  <a:lnTo>
                    <a:pt x="331088" y="481924"/>
                  </a:lnTo>
                  <a:lnTo>
                    <a:pt x="331603" y="481223"/>
                  </a:lnTo>
                  <a:lnTo>
                    <a:pt x="331611" y="480723"/>
                  </a:lnTo>
                  <a:lnTo>
                    <a:pt x="331641" y="480506"/>
                  </a:lnTo>
                  <a:lnTo>
                    <a:pt x="331710" y="480268"/>
                  </a:lnTo>
                  <a:lnTo>
                    <a:pt x="331851" y="480152"/>
                  </a:lnTo>
                  <a:lnTo>
                    <a:pt x="331882" y="479946"/>
                  </a:lnTo>
                  <a:lnTo>
                    <a:pt x="332627" y="479844"/>
                  </a:lnTo>
                  <a:lnTo>
                    <a:pt x="332904" y="479308"/>
                  </a:lnTo>
                  <a:lnTo>
                    <a:pt x="333351" y="479412"/>
                  </a:lnTo>
                  <a:lnTo>
                    <a:pt x="333766" y="479473"/>
                  </a:lnTo>
                  <a:lnTo>
                    <a:pt x="334262" y="479510"/>
                  </a:lnTo>
                  <a:lnTo>
                    <a:pt x="334649" y="479504"/>
                  </a:lnTo>
                  <a:lnTo>
                    <a:pt x="335053" y="479567"/>
                  </a:lnTo>
                  <a:lnTo>
                    <a:pt x="335203" y="479558"/>
                  </a:lnTo>
                  <a:lnTo>
                    <a:pt x="335484" y="479597"/>
                  </a:lnTo>
                  <a:lnTo>
                    <a:pt x="335850" y="479699"/>
                  </a:lnTo>
                  <a:lnTo>
                    <a:pt x="336005" y="479747"/>
                  </a:lnTo>
                  <a:lnTo>
                    <a:pt x="336587" y="479984"/>
                  </a:lnTo>
                  <a:lnTo>
                    <a:pt x="336899" y="480103"/>
                  </a:lnTo>
                  <a:lnTo>
                    <a:pt x="337094" y="480150"/>
                  </a:lnTo>
                  <a:lnTo>
                    <a:pt x="337301" y="480175"/>
                  </a:lnTo>
                  <a:lnTo>
                    <a:pt x="337744" y="480314"/>
                  </a:lnTo>
                  <a:lnTo>
                    <a:pt x="338325" y="480109"/>
                  </a:lnTo>
                  <a:lnTo>
                    <a:pt x="338693" y="479982"/>
                  </a:lnTo>
                  <a:lnTo>
                    <a:pt x="339064" y="479961"/>
                  </a:lnTo>
                  <a:lnTo>
                    <a:pt x="339263" y="479996"/>
                  </a:lnTo>
                  <a:lnTo>
                    <a:pt x="339758" y="480083"/>
                  </a:lnTo>
                  <a:lnTo>
                    <a:pt x="340333" y="480216"/>
                  </a:lnTo>
                  <a:lnTo>
                    <a:pt x="340587" y="480320"/>
                  </a:lnTo>
                  <a:lnTo>
                    <a:pt x="340633" y="481167"/>
                  </a:lnTo>
                  <a:lnTo>
                    <a:pt x="340636" y="481308"/>
                  </a:lnTo>
                  <a:lnTo>
                    <a:pt x="340656" y="481447"/>
                  </a:lnTo>
                  <a:lnTo>
                    <a:pt x="340715" y="481677"/>
                  </a:lnTo>
                  <a:lnTo>
                    <a:pt x="340800" y="481948"/>
                  </a:lnTo>
                  <a:lnTo>
                    <a:pt x="340877" y="482114"/>
                  </a:lnTo>
                  <a:lnTo>
                    <a:pt x="341003" y="482292"/>
                  </a:lnTo>
                  <a:lnTo>
                    <a:pt x="341253" y="482474"/>
                  </a:lnTo>
                  <a:lnTo>
                    <a:pt x="341406" y="482532"/>
                  </a:lnTo>
                  <a:lnTo>
                    <a:pt x="341584" y="482568"/>
                  </a:lnTo>
                  <a:lnTo>
                    <a:pt x="341763" y="482580"/>
                  </a:lnTo>
                  <a:lnTo>
                    <a:pt x="341932" y="482587"/>
                  </a:lnTo>
                  <a:lnTo>
                    <a:pt x="342690" y="482775"/>
                  </a:lnTo>
                  <a:lnTo>
                    <a:pt x="342840" y="482747"/>
                  </a:lnTo>
                  <a:lnTo>
                    <a:pt x="343023" y="482680"/>
                  </a:lnTo>
                  <a:lnTo>
                    <a:pt x="343162" y="482629"/>
                  </a:lnTo>
                  <a:lnTo>
                    <a:pt x="343460" y="482552"/>
                  </a:lnTo>
                  <a:lnTo>
                    <a:pt x="343556" y="482341"/>
                  </a:lnTo>
                  <a:lnTo>
                    <a:pt x="343923" y="482254"/>
                  </a:lnTo>
                  <a:lnTo>
                    <a:pt x="343852" y="482106"/>
                  </a:lnTo>
                  <a:lnTo>
                    <a:pt x="343916" y="481490"/>
                  </a:lnTo>
                  <a:lnTo>
                    <a:pt x="344066" y="481185"/>
                  </a:lnTo>
                  <a:lnTo>
                    <a:pt x="344517" y="481125"/>
                  </a:lnTo>
                  <a:lnTo>
                    <a:pt x="345476" y="480811"/>
                  </a:lnTo>
                  <a:lnTo>
                    <a:pt x="345795" y="480683"/>
                  </a:lnTo>
                  <a:lnTo>
                    <a:pt x="346023" y="480646"/>
                  </a:lnTo>
                  <a:lnTo>
                    <a:pt x="346240" y="480615"/>
                  </a:lnTo>
                  <a:lnTo>
                    <a:pt x="346381" y="480609"/>
                  </a:lnTo>
                  <a:lnTo>
                    <a:pt x="346667" y="480537"/>
                  </a:lnTo>
                  <a:lnTo>
                    <a:pt x="346986" y="480412"/>
                  </a:lnTo>
                  <a:lnTo>
                    <a:pt x="347456" y="480238"/>
                  </a:lnTo>
                  <a:lnTo>
                    <a:pt x="347728" y="480103"/>
                  </a:lnTo>
                  <a:lnTo>
                    <a:pt x="348202" y="479867"/>
                  </a:lnTo>
                  <a:lnTo>
                    <a:pt x="348473" y="479630"/>
                  </a:lnTo>
                  <a:lnTo>
                    <a:pt x="348693" y="479531"/>
                  </a:lnTo>
                  <a:lnTo>
                    <a:pt x="349130" y="479352"/>
                  </a:lnTo>
                  <a:lnTo>
                    <a:pt x="349521" y="479046"/>
                  </a:lnTo>
                  <a:lnTo>
                    <a:pt x="349474" y="478915"/>
                  </a:lnTo>
                  <a:lnTo>
                    <a:pt x="349375" y="478616"/>
                  </a:lnTo>
                  <a:lnTo>
                    <a:pt x="349308" y="478385"/>
                  </a:lnTo>
                  <a:lnTo>
                    <a:pt x="349189" y="477863"/>
                  </a:lnTo>
                  <a:lnTo>
                    <a:pt x="349082" y="477505"/>
                  </a:lnTo>
                  <a:lnTo>
                    <a:pt x="349031" y="477208"/>
                  </a:lnTo>
                  <a:lnTo>
                    <a:pt x="348998" y="477075"/>
                  </a:lnTo>
                  <a:lnTo>
                    <a:pt x="348884" y="476552"/>
                  </a:lnTo>
                  <a:lnTo>
                    <a:pt x="348851" y="476384"/>
                  </a:lnTo>
                  <a:lnTo>
                    <a:pt x="348814" y="476193"/>
                  </a:lnTo>
                  <a:lnTo>
                    <a:pt x="348705" y="475950"/>
                  </a:lnTo>
                  <a:lnTo>
                    <a:pt x="348652" y="475815"/>
                  </a:lnTo>
                  <a:lnTo>
                    <a:pt x="348439" y="475413"/>
                  </a:lnTo>
                  <a:lnTo>
                    <a:pt x="348300" y="475221"/>
                  </a:lnTo>
                  <a:lnTo>
                    <a:pt x="348240" y="475069"/>
                  </a:lnTo>
                  <a:lnTo>
                    <a:pt x="348126" y="474839"/>
                  </a:lnTo>
                  <a:lnTo>
                    <a:pt x="348051" y="474690"/>
                  </a:lnTo>
                  <a:lnTo>
                    <a:pt x="347866" y="474239"/>
                  </a:lnTo>
                  <a:lnTo>
                    <a:pt x="347820" y="473989"/>
                  </a:lnTo>
                  <a:lnTo>
                    <a:pt x="347744" y="473234"/>
                  </a:lnTo>
                  <a:lnTo>
                    <a:pt x="347728" y="473105"/>
                  </a:lnTo>
                  <a:lnTo>
                    <a:pt x="347706" y="472822"/>
                  </a:lnTo>
                  <a:lnTo>
                    <a:pt x="347638" y="472491"/>
                  </a:lnTo>
                  <a:lnTo>
                    <a:pt x="347466" y="472153"/>
                  </a:lnTo>
                  <a:lnTo>
                    <a:pt x="347355" y="471923"/>
                  </a:lnTo>
                  <a:lnTo>
                    <a:pt x="347280" y="471776"/>
                  </a:lnTo>
                  <a:lnTo>
                    <a:pt x="346912" y="471037"/>
                  </a:lnTo>
                  <a:lnTo>
                    <a:pt x="346760" y="470506"/>
                  </a:lnTo>
                  <a:lnTo>
                    <a:pt x="346605" y="470215"/>
                  </a:lnTo>
                  <a:lnTo>
                    <a:pt x="346490" y="470000"/>
                  </a:lnTo>
                  <a:lnTo>
                    <a:pt x="346394" y="469872"/>
                  </a:lnTo>
                  <a:lnTo>
                    <a:pt x="346290" y="469680"/>
                  </a:lnTo>
                  <a:lnTo>
                    <a:pt x="346158" y="469398"/>
                  </a:lnTo>
                  <a:lnTo>
                    <a:pt x="346062" y="469190"/>
                  </a:lnTo>
                  <a:lnTo>
                    <a:pt x="345923" y="468890"/>
                  </a:lnTo>
                  <a:lnTo>
                    <a:pt x="345789" y="468611"/>
                  </a:lnTo>
                  <a:lnTo>
                    <a:pt x="345619" y="468242"/>
                  </a:lnTo>
                  <a:lnTo>
                    <a:pt x="345384" y="467719"/>
                  </a:lnTo>
                  <a:lnTo>
                    <a:pt x="344954" y="467220"/>
                  </a:lnTo>
                  <a:lnTo>
                    <a:pt x="344733" y="467020"/>
                  </a:lnTo>
                  <a:lnTo>
                    <a:pt x="344430" y="466612"/>
                  </a:lnTo>
                  <a:lnTo>
                    <a:pt x="344303" y="466438"/>
                  </a:lnTo>
                  <a:lnTo>
                    <a:pt x="342529" y="464179"/>
                  </a:lnTo>
                  <a:lnTo>
                    <a:pt x="342312" y="463867"/>
                  </a:lnTo>
                  <a:lnTo>
                    <a:pt x="342080" y="463507"/>
                  </a:lnTo>
                  <a:lnTo>
                    <a:pt x="341909" y="463357"/>
                  </a:lnTo>
                  <a:lnTo>
                    <a:pt x="341494" y="462993"/>
                  </a:lnTo>
                  <a:lnTo>
                    <a:pt x="341261" y="462720"/>
                  </a:lnTo>
                  <a:lnTo>
                    <a:pt x="340519" y="462040"/>
                  </a:lnTo>
                  <a:lnTo>
                    <a:pt x="340381" y="461787"/>
                  </a:lnTo>
                  <a:lnTo>
                    <a:pt x="340303" y="461639"/>
                  </a:lnTo>
                  <a:lnTo>
                    <a:pt x="340215" y="461486"/>
                  </a:lnTo>
                  <a:lnTo>
                    <a:pt x="340120" y="461305"/>
                  </a:lnTo>
                  <a:lnTo>
                    <a:pt x="340051" y="461177"/>
                  </a:lnTo>
                  <a:lnTo>
                    <a:pt x="339124" y="459667"/>
                  </a:lnTo>
                  <a:lnTo>
                    <a:pt x="339005" y="459497"/>
                  </a:lnTo>
                  <a:lnTo>
                    <a:pt x="338899" y="459341"/>
                  </a:lnTo>
                  <a:lnTo>
                    <a:pt x="338844" y="459207"/>
                  </a:lnTo>
                  <a:lnTo>
                    <a:pt x="338665" y="458885"/>
                  </a:lnTo>
                  <a:lnTo>
                    <a:pt x="338585" y="458688"/>
                  </a:lnTo>
                  <a:lnTo>
                    <a:pt x="338349" y="458255"/>
                  </a:lnTo>
                  <a:lnTo>
                    <a:pt x="337941" y="457488"/>
                  </a:lnTo>
                  <a:lnTo>
                    <a:pt x="337900" y="457355"/>
                  </a:lnTo>
                  <a:lnTo>
                    <a:pt x="337733" y="457005"/>
                  </a:lnTo>
                  <a:lnTo>
                    <a:pt x="337664" y="456871"/>
                  </a:lnTo>
                  <a:lnTo>
                    <a:pt x="337594" y="456740"/>
                  </a:lnTo>
                  <a:lnTo>
                    <a:pt x="337397" y="456362"/>
                  </a:lnTo>
                  <a:lnTo>
                    <a:pt x="337255" y="456082"/>
                  </a:lnTo>
                  <a:lnTo>
                    <a:pt x="336955" y="455472"/>
                  </a:lnTo>
                  <a:lnTo>
                    <a:pt x="336613" y="454786"/>
                  </a:lnTo>
                  <a:lnTo>
                    <a:pt x="336363" y="454210"/>
                  </a:lnTo>
                  <a:lnTo>
                    <a:pt x="336056" y="453673"/>
                  </a:lnTo>
                  <a:lnTo>
                    <a:pt x="335344" y="452267"/>
                  </a:lnTo>
                  <a:lnTo>
                    <a:pt x="335148" y="451858"/>
                  </a:lnTo>
                  <a:lnTo>
                    <a:pt x="334917" y="451397"/>
                  </a:lnTo>
                  <a:lnTo>
                    <a:pt x="333749" y="449655"/>
                  </a:lnTo>
                  <a:lnTo>
                    <a:pt x="331196" y="446674"/>
                  </a:lnTo>
                  <a:lnTo>
                    <a:pt x="331331" y="446690"/>
                  </a:lnTo>
                  <a:lnTo>
                    <a:pt x="331611" y="446719"/>
                  </a:lnTo>
                  <a:lnTo>
                    <a:pt x="332700" y="446102"/>
                  </a:lnTo>
                  <a:lnTo>
                    <a:pt x="333682" y="445754"/>
                  </a:lnTo>
                  <a:lnTo>
                    <a:pt x="334120" y="445780"/>
                  </a:lnTo>
                  <a:lnTo>
                    <a:pt x="335041" y="445725"/>
                  </a:lnTo>
                  <a:lnTo>
                    <a:pt x="334698" y="443860"/>
                  </a:lnTo>
                  <a:lnTo>
                    <a:pt x="334679" y="443722"/>
                  </a:lnTo>
                  <a:lnTo>
                    <a:pt x="334525" y="442698"/>
                  </a:lnTo>
                  <a:lnTo>
                    <a:pt x="334492" y="442567"/>
                  </a:lnTo>
                  <a:lnTo>
                    <a:pt x="334303" y="441875"/>
                  </a:lnTo>
                  <a:lnTo>
                    <a:pt x="334271" y="441743"/>
                  </a:lnTo>
                  <a:lnTo>
                    <a:pt x="334131" y="441002"/>
                  </a:lnTo>
                  <a:lnTo>
                    <a:pt x="334384" y="440770"/>
                  </a:lnTo>
                  <a:lnTo>
                    <a:pt x="334611" y="440625"/>
                  </a:lnTo>
                  <a:lnTo>
                    <a:pt x="334895" y="440286"/>
                  </a:lnTo>
                  <a:lnTo>
                    <a:pt x="335062" y="440097"/>
                  </a:lnTo>
                  <a:lnTo>
                    <a:pt x="335431" y="439710"/>
                  </a:lnTo>
                  <a:lnTo>
                    <a:pt x="335683" y="439515"/>
                  </a:lnTo>
                  <a:lnTo>
                    <a:pt x="335947" y="439385"/>
                  </a:lnTo>
                  <a:lnTo>
                    <a:pt x="336151" y="439317"/>
                  </a:lnTo>
                  <a:lnTo>
                    <a:pt x="336431" y="439225"/>
                  </a:lnTo>
                  <a:lnTo>
                    <a:pt x="336688" y="439187"/>
                  </a:lnTo>
                  <a:lnTo>
                    <a:pt x="336897" y="439133"/>
                  </a:lnTo>
                  <a:lnTo>
                    <a:pt x="337118" y="439072"/>
                  </a:lnTo>
                  <a:lnTo>
                    <a:pt x="337319" y="438963"/>
                  </a:lnTo>
                  <a:lnTo>
                    <a:pt x="337600" y="438864"/>
                  </a:lnTo>
                  <a:lnTo>
                    <a:pt x="337875" y="438757"/>
                  </a:lnTo>
                  <a:lnTo>
                    <a:pt x="338003" y="438713"/>
                  </a:lnTo>
                  <a:lnTo>
                    <a:pt x="338950" y="438189"/>
                  </a:lnTo>
                  <a:lnTo>
                    <a:pt x="339316" y="438006"/>
                  </a:lnTo>
                  <a:lnTo>
                    <a:pt x="339687" y="437871"/>
                  </a:lnTo>
                  <a:lnTo>
                    <a:pt x="339818" y="437833"/>
                  </a:lnTo>
                  <a:lnTo>
                    <a:pt x="339947" y="437795"/>
                  </a:lnTo>
                  <a:lnTo>
                    <a:pt x="340080" y="437757"/>
                  </a:lnTo>
                  <a:lnTo>
                    <a:pt x="340865" y="437520"/>
                  </a:lnTo>
                  <a:lnTo>
                    <a:pt x="341325" y="437350"/>
                  </a:lnTo>
                  <a:lnTo>
                    <a:pt x="341285" y="437218"/>
                  </a:lnTo>
                  <a:lnTo>
                    <a:pt x="340880" y="435872"/>
                  </a:lnTo>
                  <a:lnTo>
                    <a:pt x="340841" y="435740"/>
                  </a:lnTo>
                  <a:lnTo>
                    <a:pt x="340775" y="435518"/>
                  </a:lnTo>
                  <a:lnTo>
                    <a:pt x="340651" y="434587"/>
                  </a:lnTo>
                  <a:lnTo>
                    <a:pt x="340644" y="434451"/>
                  </a:lnTo>
                  <a:lnTo>
                    <a:pt x="340648" y="434313"/>
                  </a:lnTo>
                  <a:lnTo>
                    <a:pt x="340887" y="432901"/>
                  </a:lnTo>
                  <a:lnTo>
                    <a:pt x="341571" y="432236"/>
                  </a:lnTo>
                  <a:lnTo>
                    <a:pt x="341702" y="432139"/>
                  </a:lnTo>
                  <a:lnTo>
                    <a:pt x="342091" y="431864"/>
                  </a:lnTo>
                  <a:lnTo>
                    <a:pt x="342622" y="431279"/>
                  </a:lnTo>
                  <a:lnTo>
                    <a:pt x="342596" y="431018"/>
                  </a:lnTo>
                  <a:lnTo>
                    <a:pt x="342510" y="430788"/>
                  </a:lnTo>
                  <a:lnTo>
                    <a:pt x="342303" y="430492"/>
                  </a:lnTo>
                  <a:lnTo>
                    <a:pt x="342143" y="430148"/>
                  </a:lnTo>
                  <a:lnTo>
                    <a:pt x="347723" y="426605"/>
                  </a:lnTo>
                  <a:lnTo>
                    <a:pt x="348360" y="427669"/>
                  </a:lnTo>
                  <a:lnTo>
                    <a:pt x="348446" y="427826"/>
                  </a:lnTo>
                  <a:lnTo>
                    <a:pt x="348510" y="427960"/>
                  </a:lnTo>
                  <a:lnTo>
                    <a:pt x="348781" y="428486"/>
                  </a:lnTo>
                  <a:lnTo>
                    <a:pt x="348907" y="428840"/>
                  </a:lnTo>
                  <a:lnTo>
                    <a:pt x="348973" y="428997"/>
                  </a:lnTo>
                  <a:lnTo>
                    <a:pt x="349052" y="429186"/>
                  </a:lnTo>
                  <a:lnTo>
                    <a:pt x="349370" y="429810"/>
                  </a:lnTo>
                  <a:lnTo>
                    <a:pt x="349395" y="429961"/>
                  </a:lnTo>
                  <a:lnTo>
                    <a:pt x="349469" y="430380"/>
                  </a:lnTo>
                  <a:lnTo>
                    <a:pt x="349767" y="430999"/>
                  </a:lnTo>
                  <a:lnTo>
                    <a:pt x="350012" y="431575"/>
                  </a:lnTo>
                  <a:lnTo>
                    <a:pt x="350922" y="431409"/>
                  </a:lnTo>
                  <a:lnTo>
                    <a:pt x="351378" y="430926"/>
                  </a:lnTo>
                  <a:lnTo>
                    <a:pt x="352068" y="430813"/>
                  </a:lnTo>
                  <a:lnTo>
                    <a:pt x="353300" y="430948"/>
                  </a:lnTo>
                  <a:lnTo>
                    <a:pt x="354594" y="431115"/>
                  </a:lnTo>
                  <a:lnTo>
                    <a:pt x="355721" y="431266"/>
                  </a:lnTo>
                  <a:lnTo>
                    <a:pt x="357301" y="431570"/>
                  </a:lnTo>
                  <a:lnTo>
                    <a:pt x="357829" y="430283"/>
                  </a:lnTo>
                  <a:lnTo>
                    <a:pt x="358335" y="429184"/>
                  </a:lnTo>
                  <a:lnTo>
                    <a:pt x="358968" y="427855"/>
                  </a:lnTo>
                  <a:lnTo>
                    <a:pt x="359401" y="427319"/>
                  </a:lnTo>
                  <a:lnTo>
                    <a:pt x="360111" y="427089"/>
                  </a:lnTo>
                  <a:lnTo>
                    <a:pt x="360476" y="426966"/>
                  </a:lnTo>
                  <a:lnTo>
                    <a:pt x="360770" y="426815"/>
                  </a:lnTo>
                  <a:lnTo>
                    <a:pt x="360917" y="426674"/>
                  </a:lnTo>
                  <a:lnTo>
                    <a:pt x="360991" y="426480"/>
                  </a:lnTo>
                  <a:lnTo>
                    <a:pt x="361037" y="426330"/>
                  </a:lnTo>
                  <a:lnTo>
                    <a:pt x="361094" y="426032"/>
                  </a:lnTo>
                  <a:lnTo>
                    <a:pt x="361130" y="425678"/>
                  </a:lnTo>
                  <a:lnTo>
                    <a:pt x="361195" y="425437"/>
                  </a:lnTo>
                  <a:lnTo>
                    <a:pt x="361214" y="425191"/>
                  </a:lnTo>
                  <a:lnTo>
                    <a:pt x="361285" y="424946"/>
                  </a:lnTo>
                  <a:lnTo>
                    <a:pt x="361333" y="424808"/>
                  </a:lnTo>
                  <a:lnTo>
                    <a:pt x="361242" y="424679"/>
                  </a:lnTo>
                  <a:lnTo>
                    <a:pt x="361503" y="424564"/>
                  </a:lnTo>
                  <a:lnTo>
                    <a:pt x="361587" y="424355"/>
                  </a:lnTo>
                  <a:lnTo>
                    <a:pt x="361698" y="423904"/>
                  </a:lnTo>
                  <a:lnTo>
                    <a:pt x="362908" y="423841"/>
                  </a:lnTo>
                  <a:lnTo>
                    <a:pt x="363614" y="423921"/>
                  </a:lnTo>
                  <a:lnTo>
                    <a:pt x="364682" y="423831"/>
                  </a:lnTo>
                  <a:lnTo>
                    <a:pt x="365719" y="424647"/>
                  </a:lnTo>
                  <a:lnTo>
                    <a:pt x="365952" y="424728"/>
                  </a:lnTo>
                  <a:lnTo>
                    <a:pt x="366159" y="424853"/>
                  </a:lnTo>
                  <a:lnTo>
                    <a:pt x="366621" y="425068"/>
                  </a:lnTo>
                  <a:lnTo>
                    <a:pt x="367200" y="425321"/>
                  </a:lnTo>
                  <a:lnTo>
                    <a:pt x="367386" y="425491"/>
                  </a:lnTo>
                  <a:lnTo>
                    <a:pt x="367566" y="425714"/>
                  </a:lnTo>
                  <a:lnTo>
                    <a:pt x="367709" y="425475"/>
                  </a:lnTo>
                  <a:lnTo>
                    <a:pt x="367607" y="425100"/>
                  </a:lnTo>
                  <a:lnTo>
                    <a:pt x="368391" y="425027"/>
                  </a:lnTo>
                  <a:lnTo>
                    <a:pt x="368542" y="425106"/>
                  </a:lnTo>
                  <a:lnTo>
                    <a:pt x="368763" y="425189"/>
                  </a:lnTo>
                  <a:lnTo>
                    <a:pt x="368903" y="425242"/>
                  </a:lnTo>
                  <a:lnTo>
                    <a:pt x="369797" y="425054"/>
                  </a:lnTo>
                  <a:lnTo>
                    <a:pt x="370649" y="425281"/>
                  </a:lnTo>
                  <a:lnTo>
                    <a:pt x="370931" y="425307"/>
                  </a:lnTo>
                  <a:lnTo>
                    <a:pt x="371109" y="425279"/>
                  </a:lnTo>
                  <a:lnTo>
                    <a:pt x="371389" y="425238"/>
                  </a:lnTo>
                  <a:lnTo>
                    <a:pt x="372915" y="424496"/>
                  </a:lnTo>
                  <a:lnTo>
                    <a:pt x="373522" y="424731"/>
                  </a:lnTo>
                  <a:lnTo>
                    <a:pt x="373687" y="424882"/>
                  </a:lnTo>
                  <a:lnTo>
                    <a:pt x="374285" y="425347"/>
                  </a:lnTo>
                  <a:lnTo>
                    <a:pt x="374460" y="425414"/>
                  </a:lnTo>
                  <a:lnTo>
                    <a:pt x="374589" y="425458"/>
                  </a:lnTo>
                  <a:lnTo>
                    <a:pt x="374729" y="425513"/>
                  </a:lnTo>
                  <a:lnTo>
                    <a:pt x="375641" y="426030"/>
                  </a:lnTo>
                  <a:lnTo>
                    <a:pt x="375851" y="426505"/>
                  </a:lnTo>
                  <a:lnTo>
                    <a:pt x="375892" y="426836"/>
                  </a:lnTo>
                  <a:lnTo>
                    <a:pt x="376670" y="426545"/>
                  </a:lnTo>
                  <a:lnTo>
                    <a:pt x="376851" y="426483"/>
                  </a:lnTo>
                  <a:lnTo>
                    <a:pt x="377476" y="424894"/>
                  </a:lnTo>
                  <a:lnTo>
                    <a:pt x="377810" y="424993"/>
                  </a:lnTo>
                  <a:lnTo>
                    <a:pt x="377982" y="424998"/>
                  </a:lnTo>
                  <a:lnTo>
                    <a:pt x="378178" y="425085"/>
                  </a:lnTo>
                  <a:lnTo>
                    <a:pt x="378207" y="425335"/>
                  </a:lnTo>
                  <a:lnTo>
                    <a:pt x="378511" y="425463"/>
                  </a:lnTo>
                  <a:lnTo>
                    <a:pt x="378797" y="425772"/>
                  </a:lnTo>
                  <a:lnTo>
                    <a:pt x="379072" y="426189"/>
                  </a:lnTo>
                  <a:lnTo>
                    <a:pt x="379253" y="426323"/>
                  </a:lnTo>
                  <a:lnTo>
                    <a:pt x="379590" y="425709"/>
                  </a:lnTo>
                  <a:lnTo>
                    <a:pt x="379714" y="425440"/>
                  </a:lnTo>
                  <a:lnTo>
                    <a:pt x="379918" y="425004"/>
                  </a:lnTo>
                  <a:lnTo>
                    <a:pt x="380745" y="424541"/>
                  </a:lnTo>
                  <a:lnTo>
                    <a:pt x="383144" y="424810"/>
                  </a:lnTo>
                  <a:lnTo>
                    <a:pt x="383429" y="424872"/>
                  </a:lnTo>
                  <a:lnTo>
                    <a:pt x="383839" y="425034"/>
                  </a:lnTo>
                  <a:lnTo>
                    <a:pt x="384088" y="425471"/>
                  </a:lnTo>
                  <a:lnTo>
                    <a:pt x="384391" y="425464"/>
                  </a:lnTo>
                  <a:lnTo>
                    <a:pt x="384543" y="425412"/>
                  </a:lnTo>
                  <a:lnTo>
                    <a:pt x="384792" y="425418"/>
                  </a:lnTo>
                  <a:lnTo>
                    <a:pt x="384925" y="425479"/>
                  </a:lnTo>
                  <a:lnTo>
                    <a:pt x="385270" y="425334"/>
                  </a:lnTo>
                  <a:lnTo>
                    <a:pt x="385491" y="425361"/>
                  </a:lnTo>
                  <a:lnTo>
                    <a:pt x="386018" y="425577"/>
                  </a:lnTo>
                  <a:lnTo>
                    <a:pt x="386237" y="425804"/>
                  </a:lnTo>
                  <a:lnTo>
                    <a:pt x="386502" y="425936"/>
                  </a:lnTo>
                  <a:lnTo>
                    <a:pt x="386664" y="425975"/>
                  </a:lnTo>
                  <a:lnTo>
                    <a:pt x="386836" y="425999"/>
                  </a:lnTo>
                  <a:lnTo>
                    <a:pt x="387213" y="426036"/>
                  </a:lnTo>
                  <a:lnTo>
                    <a:pt x="387451" y="426062"/>
                  </a:lnTo>
                  <a:lnTo>
                    <a:pt x="387763" y="426139"/>
                  </a:lnTo>
                  <a:lnTo>
                    <a:pt x="388068" y="426299"/>
                  </a:lnTo>
                  <a:lnTo>
                    <a:pt x="388214" y="426384"/>
                  </a:lnTo>
                  <a:lnTo>
                    <a:pt x="390360" y="428821"/>
                  </a:lnTo>
                  <a:lnTo>
                    <a:pt x="390588" y="429191"/>
                  </a:lnTo>
                  <a:lnTo>
                    <a:pt x="390751" y="429557"/>
                  </a:lnTo>
                  <a:lnTo>
                    <a:pt x="391086" y="431425"/>
                  </a:lnTo>
                  <a:lnTo>
                    <a:pt x="392196" y="439975"/>
                  </a:lnTo>
                  <a:lnTo>
                    <a:pt x="392225" y="440237"/>
                  </a:lnTo>
                  <a:lnTo>
                    <a:pt x="392061" y="440821"/>
                  </a:lnTo>
                  <a:lnTo>
                    <a:pt x="392014" y="441020"/>
                  </a:lnTo>
                  <a:lnTo>
                    <a:pt x="391951" y="441340"/>
                  </a:lnTo>
                  <a:lnTo>
                    <a:pt x="391876" y="441664"/>
                  </a:lnTo>
                  <a:lnTo>
                    <a:pt x="391727" y="442256"/>
                  </a:lnTo>
                  <a:lnTo>
                    <a:pt x="391678" y="442511"/>
                  </a:lnTo>
                  <a:lnTo>
                    <a:pt x="391637" y="442657"/>
                  </a:lnTo>
                  <a:lnTo>
                    <a:pt x="391554" y="442937"/>
                  </a:lnTo>
                  <a:lnTo>
                    <a:pt x="392102" y="454106"/>
                  </a:lnTo>
                  <a:lnTo>
                    <a:pt x="392138" y="454528"/>
                  </a:lnTo>
                  <a:lnTo>
                    <a:pt x="392124" y="454814"/>
                  </a:lnTo>
                  <a:lnTo>
                    <a:pt x="392109" y="455385"/>
                  </a:lnTo>
                  <a:lnTo>
                    <a:pt x="392140" y="455788"/>
                  </a:lnTo>
                  <a:lnTo>
                    <a:pt x="392163" y="455959"/>
                  </a:lnTo>
                  <a:lnTo>
                    <a:pt x="392207" y="456163"/>
                  </a:lnTo>
                  <a:lnTo>
                    <a:pt x="392295" y="456581"/>
                  </a:lnTo>
                  <a:lnTo>
                    <a:pt x="392517" y="456828"/>
                  </a:lnTo>
                  <a:lnTo>
                    <a:pt x="392694" y="457136"/>
                  </a:lnTo>
                  <a:lnTo>
                    <a:pt x="393602" y="458276"/>
                  </a:lnTo>
                  <a:lnTo>
                    <a:pt x="393167" y="458519"/>
                  </a:lnTo>
                  <a:lnTo>
                    <a:pt x="393129" y="458718"/>
                  </a:lnTo>
                  <a:lnTo>
                    <a:pt x="393215" y="459153"/>
                  </a:lnTo>
                  <a:lnTo>
                    <a:pt x="393350" y="459243"/>
                  </a:lnTo>
                  <a:lnTo>
                    <a:pt x="393390" y="459591"/>
                  </a:lnTo>
                  <a:lnTo>
                    <a:pt x="393578" y="460036"/>
                  </a:lnTo>
                  <a:lnTo>
                    <a:pt x="393845" y="460026"/>
                  </a:lnTo>
                  <a:lnTo>
                    <a:pt x="395050" y="461272"/>
                  </a:lnTo>
                  <a:lnTo>
                    <a:pt x="394837" y="461442"/>
                  </a:lnTo>
                  <a:lnTo>
                    <a:pt x="394704" y="461957"/>
                  </a:lnTo>
                  <a:lnTo>
                    <a:pt x="395170" y="462896"/>
                  </a:lnTo>
                  <a:lnTo>
                    <a:pt x="395813" y="462857"/>
                  </a:lnTo>
                  <a:lnTo>
                    <a:pt x="396020" y="463572"/>
                  </a:lnTo>
                  <a:lnTo>
                    <a:pt x="396558" y="463817"/>
                  </a:lnTo>
                  <a:lnTo>
                    <a:pt x="396536" y="464039"/>
                  </a:lnTo>
                  <a:lnTo>
                    <a:pt x="396741" y="464221"/>
                  </a:lnTo>
                  <a:lnTo>
                    <a:pt x="396813" y="464503"/>
                  </a:lnTo>
                  <a:lnTo>
                    <a:pt x="396666" y="464626"/>
                  </a:lnTo>
                  <a:lnTo>
                    <a:pt x="396943" y="464790"/>
                  </a:lnTo>
                  <a:lnTo>
                    <a:pt x="399368" y="466474"/>
                  </a:lnTo>
                  <a:lnTo>
                    <a:pt x="400485" y="463268"/>
                  </a:lnTo>
                  <a:lnTo>
                    <a:pt x="400693" y="462671"/>
                  </a:lnTo>
                  <a:lnTo>
                    <a:pt x="401150" y="461361"/>
                  </a:lnTo>
                  <a:lnTo>
                    <a:pt x="401258" y="461052"/>
                  </a:lnTo>
                  <a:lnTo>
                    <a:pt x="401356" y="460769"/>
                  </a:lnTo>
                  <a:lnTo>
                    <a:pt x="402010" y="458894"/>
                  </a:lnTo>
                  <a:lnTo>
                    <a:pt x="402092" y="458660"/>
                  </a:lnTo>
                  <a:lnTo>
                    <a:pt x="402923" y="456275"/>
                  </a:lnTo>
                  <a:lnTo>
                    <a:pt x="402573" y="452916"/>
                  </a:lnTo>
                  <a:lnTo>
                    <a:pt x="402529" y="452501"/>
                  </a:lnTo>
                  <a:lnTo>
                    <a:pt x="402387" y="451138"/>
                  </a:lnTo>
                  <a:lnTo>
                    <a:pt x="403178" y="449701"/>
                  </a:lnTo>
                  <a:lnTo>
                    <a:pt x="404352" y="447566"/>
                  </a:lnTo>
                  <a:lnTo>
                    <a:pt x="404368" y="446930"/>
                  </a:lnTo>
                  <a:lnTo>
                    <a:pt x="403299" y="445209"/>
                  </a:lnTo>
                  <a:lnTo>
                    <a:pt x="402750" y="444325"/>
                  </a:lnTo>
                  <a:lnTo>
                    <a:pt x="403022" y="442333"/>
                  </a:lnTo>
                  <a:lnTo>
                    <a:pt x="403089" y="441847"/>
                  </a:lnTo>
                  <a:lnTo>
                    <a:pt x="405025" y="439906"/>
                  </a:lnTo>
                  <a:lnTo>
                    <a:pt x="404387" y="437653"/>
                  </a:lnTo>
                  <a:lnTo>
                    <a:pt x="403460" y="434378"/>
                  </a:lnTo>
                  <a:lnTo>
                    <a:pt x="403363" y="434034"/>
                  </a:lnTo>
                  <a:lnTo>
                    <a:pt x="403820" y="427941"/>
                  </a:lnTo>
                  <a:lnTo>
                    <a:pt x="402877" y="426554"/>
                  </a:lnTo>
                  <a:lnTo>
                    <a:pt x="401389" y="424289"/>
                  </a:lnTo>
                  <a:lnTo>
                    <a:pt x="399936" y="422117"/>
                  </a:lnTo>
                  <a:lnTo>
                    <a:pt x="398751" y="420347"/>
                  </a:lnTo>
                  <a:lnTo>
                    <a:pt x="397714" y="418797"/>
                  </a:lnTo>
                  <a:lnTo>
                    <a:pt x="395400" y="418144"/>
                  </a:lnTo>
                  <a:lnTo>
                    <a:pt x="392070" y="417205"/>
                  </a:lnTo>
                  <a:lnTo>
                    <a:pt x="391536" y="417015"/>
                  </a:lnTo>
                  <a:lnTo>
                    <a:pt x="390829" y="416633"/>
                  </a:lnTo>
                  <a:lnTo>
                    <a:pt x="390522" y="416408"/>
                  </a:lnTo>
                  <a:lnTo>
                    <a:pt x="390013" y="416037"/>
                  </a:lnTo>
                  <a:lnTo>
                    <a:pt x="389007" y="415137"/>
                  </a:lnTo>
                  <a:lnTo>
                    <a:pt x="388119" y="414072"/>
                  </a:lnTo>
                  <a:lnTo>
                    <a:pt x="387929" y="413774"/>
                  </a:lnTo>
                  <a:lnTo>
                    <a:pt x="387588" y="412862"/>
                  </a:lnTo>
                  <a:lnTo>
                    <a:pt x="392530" y="403090"/>
                  </a:lnTo>
                  <a:lnTo>
                    <a:pt x="392445" y="402862"/>
                  </a:lnTo>
                  <a:lnTo>
                    <a:pt x="392378" y="402601"/>
                  </a:lnTo>
                  <a:lnTo>
                    <a:pt x="392245" y="401599"/>
                  </a:lnTo>
                  <a:lnTo>
                    <a:pt x="392298" y="401244"/>
                  </a:lnTo>
                  <a:lnTo>
                    <a:pt x="392408" y="400690"/>
                  </a:lnTo>
                  <a:lnTo>
                    <a:pt x="392436" y="400125"/>
                  </a:lnTo>
                  <a:lnTo>
                    <a:pt x="392424" y="399996"/>
                  </a:lnTo>
                  <a:lnTo>
                    <a:pt x="391682" y="399587"/>
                  </a:lnTo>
                  <a:lnTo>
                    <a:pt x="391451" y="399612"/>
                  </a:lnTo>
                  <a:lnTo>
                    <a:pt x="391700" y="398664"/>
                  </a:lnTo>
                  <a:lnTo>
                    <a:pt x="391649" y="398200"/>
                  </a:lnTo>
                  <a:lnTo>
                    <a:pt x="393243" y="396734"/>
                  </a:lnTo>
                  <a:lnTo>
                    <a:pt x="393757" y="396150"/>
                  </a:lnTo>
                  <a:lnTo>
                    <a:pt x="394028" y="391633"/>
                  </a:lnTo>
                  <a:lnTo>
                    <a:pt x="393891" y="391176"/>
                  </a:lnTo>
                  <a:lnTo>
                    <a:pt x="394392" y="390956"/>
                  </a:lnTo>
                  <a:lnTo>
                    <a:pt x="394605" y="390702"/>
                  </a:lnTo>
                  <a:lnTo>
                    <a:pt x="395104" y="390373"/>
                  </a:lnTo>
                  <a:lnTo>
                    <a:pt x="395980" y="390969"/>
                  </a:lnTo>
                  <a:lnTo>
                    <a:pt x="396222" y="391172"/>
                  </a:lnTo>
                  <a:lnTo>
                    <a:pt x="396649" y="391350"/>
                  </a:lnTo>
                  <a:lnTo>
                    <a:pt x="396844" y="390833"/>
                  </a:lnTo>
                  <a:lnTo>
                    <a:pt x="398476" y="387111"/>
                  </a:lnTo>
                  <a:lnTo>
                    <a:pt x="398749" y="386773"/>
                  </a:lnTo>
                  <a:lnTo>
                    <a:pt x="398765" y="386530"/>
                  </a:lnTo>
                  <a:lnTo>
                    <a:pt x="398696" y="386291"/>
                  </a:lnTo>
                  <a:lnTo>
                    <a:pt x="398571" y="385941"/>
                  </a:lnTo>
                  <a:lnTo>
                    <a:pt x="398500" y="385741"/>
                  </a:lnTo>
                  <a:lnTo>
                    <a:pt x="398427" y="385541"/>
                  </a:lnTo>
                  <a:lnTo>
                    <a:pt x="398361" y="385342"/>
                  </a:lnTo>
                  <a:lnTo>
                    <a:pt x="398381" y="385053"/>
                  </a:lnTo>
                  <a:lnTo>
                    <a:pt x="398406" y="384925"/>
                  </a:lnTo>
                  <a:lnTo>
                    <a:pt x="398437" y="384704"/>
                  </a:lnTo>
                  <a:lnTo>
                    <a:pt x="398574" y="379212"/>
                  </a:lnTo>
                  <a:lnTo>
                    <a:pt x="398580" y="379013"/>
                  </a:lnTo>
                  <a:lnTo>
                    <a:pt x="396250" y="369392"/>
                  </a:lnTo>
                  <a:lnTo>
                    <a:pt x="396235" y="369247"/>
                  </a:lnTo>
                  <a:lnTo>
                    <a:pt x="396267" y="368865"/>
                  </a:lnTo>
                  <a:lnTo>
                    <a:pt x="401688" y="361554"/>
                  </a:lnTo>
                  <a:lnTo>
                    <a:pt x="403895" y="357022"/>
                  </a:lnTo>
                  <a:lnTo>
                    <a:pt x="403911" y="356858"/>
                  </a:lnTo>
                  <a:lnTo>
                    <a:pt x="403920" y="355892"/>
                  </a:lnTo>
                  <a:lnTo>
                    <a:pt x="403925" y="355754"/>
                  </a:lnTo>
                  <a:lnTo>
                    <a:pt x="403686" y="354356"/>
                  </a:lnTo>
                  <a:lnTo>
                    <a:pt x="403667" y="353860"/>
                  </a:lnTo>
                  <a:lnTo>
                    <a:pt x="403638" y="353729"/>
                  </a:lnTo>
                  <a:lnTo>
                    <a:pt x="403572" y="353463"/>
                  </a:lnTo>
                  <a:lnTo>
                    <a:pt x="401978" y="350707"/>
                  </a:lnTo>
                  <a:lnTo>
                    <a:pt x="401808" y="350504"/>
                  </a:lnTo>
                  <a:lnTo>
                    <a:pt x="400587" y="346901"/>
                  </a:lnTo>
                  <a:lnTo>
                    <a:pt x="400872" y="345597"/>
                  </a:lnTo>
                  <a:lnTo>
                    <a:pt x="400845" y="345419"/>
                  </a:lnTo>
                  <a:lnTo>
                    <a:pt x="400950" y="345078"/>
                  </a:lnTo>
                  <a:lnTo>
                    <a:pt x="401274" y="343955"/>
                  </a:lnTo>
                  <a:lnTo>
                    <a:pt x="401494" y="343416"/>
                  </a:lnTo>
                  <a:lnTo>
                    <a:pt x="402136" y="342948"/>
                  </a:lnTo>
                  <a:lnTo>
                    <a:pt x="402316" y="342285"/>
                  </a:lnTo>
                  <a:lnTo>
                    <a:pt x="402532" y="342265"/>
                  </a:lnTo>
                  <a:lnTo>
                    <a:pt x="403613" y="341711"/>
                  </a:lnTo>
                  <a:lnTo>
                    <a:pt x="403822" y="341598"/>
                  </a:lnTo>
                  <a:lnTo>
                    <a:pt x="410142" y="338906"/>
                  </a:lnTo>
                  <a:lnTo>
                    <a:pt x="411649" y="337607"/>
                  </a:lnTo>
                  <a:lnTo>
                    <a:pt x="413745" y="330340"/>
                  </a:lnTo>
                  <a:lnTo>
                    <a:pt x="413944" y="330238"/>
                  </a:lnTo>
                  <a:lnTo>
                    <a:pt x="413994" y="330001"/>
                  </a:lnTo>
                  <a:lnTo>
                    <a:pt x="414027" y="329868"/>
                  </a:lnTo>
                  <a:lnTo>
                    <a:pt x="414316" y="328542"/>
                  </a:lnTo>
                  <a:lnTo>
                    <a:pt x="414202" y="327575"/>
                  </a:lnTo>
                  <a:lnTo>
                    <a:pt x="414208" y="327307"/>
                  </a:lnTo>
                  <a:lnTo>
                    <a:pt x="414212" y="326909"/>
                  </a:lnTo>
                  <a:lnTo>
                    <a:pt x="414282" y="326539"/>
                  </a:lnTo>
                  <a:lnTo>
                    <a:pt x="414396" y="325999"/>
                  </a:lnTo>
                  <a:lnTo>
                    <a:pt x="414818" y="325470"/>
                  </a:lnTo>
                  <a:lnTo>
                    <a:pt x="415046" y="325493"/>
                  </a:lnTo>
                  <a:lnTo>
                    <a:pt x="415211" y="325512"/>
                  </a:lnTo>
                  <a:lnTo>
                    <a:pt x="415344" y="325526"/>
                  </a:lnTo>
                  <a:lnTo>
                    <a:pt x="415477" y="325540"/>
                  </a:lnTo>
                  <a:lnTo>
                    <a:pt x="415610" y="325555"/>
                  </a:lnTo>
                  <a:lnTo>
                    <a:pt x="415851" y="325580"/>
                  </a:lnTo>
                  <a:lnTo>
                    <a:pt x="417250" y="325062"/>
                  </a:lnTo>
                  <a:lnTo>
                    <a:pt x="419264" y="325984"/>
                  </a:lnTo>
                  <a:lnTo>
                    <a:pt x="420528" y="325300"/>
                  </a:lnTo>
                  <a:lnTo>
                    <a:pt x="420794" y="326237"/>
                  </a:lnTo>
                  <a:lnTo>
                    <a:pt x="420892" y="326556"/>
                  </a:lnTo>
                  <a:lnTo>
                    <a:pt x="420932" y="326686"/>
                  </a:lnTo>
                  <a:lnTo>
                    <a:pt x="420975" y="326817"/>
                  </a:lnTo>
                  <a:lnTo>
                    <a:pt x="421015" y="326947"/>
                  </a:lnTo>
                  <a:lnTo>
                    <a:pt x="421058" y="327097"/>
                  </a:lnTo>
                  <a:lnTo>
                    <a:pt x="421103" y="327245"/>
                  </a:lnTo>
                  <a:lnTo>
                    <a:pt x="421143" y="327376"/>
                  </a:lnTo>
                  <a:lnTo>
                    <a:pt x="421187" y="327505"/>
                  </a:lnTo>
                  <a:lnTo>
                    <a:pt x="421226" y="327639"/>
                  </a:lnTo>
                  <a:lnTo>
                    <a:pt x="421266" y="327767"/>
                  </a:lnTo>
                  <a:lnTo>
                    <a:pt x="421307" y="327901"/>
                  </a:lnTo>
                  <a:lnTo>
                    <a:pt x="421346" y="328032"/>
                  </a:lnTo>
                  <a:lnTo>
                    <a:pt x="421389" y="328160"/>
                  </a:lnTo>
                  <a:lnTo>
                    <a:pt x="421468" y="328418"/>
                  </a:lnTo>
                  <a:lnTo>
                    <a:pt x="421508" y="328550"/>
                  </a:lnTo>
                  <a:lnTo>
                    <a:pt x="421548" y="328680"/>
                  </a:lnTo>
                  <a:lnTo>
                    <a:pt x="421588" y="328809"/>
                  </a:lnTo>
                  <a:lnTo>
                    <a:pt x="421627" y="328939"/>
                  </a:lnTo>
                  <a:lnTo>
                    <a:pt x="421670" y="329072"/>
                  </a:lnTo>
                  <a:lnTo>
                    <a:pt x="421710" y="329203"/>
                  </a:lnTo>
                  <a:lnTo>
                    <a:pt x="421785" y="329425"/>
                  </a:lnTo>
                  <a:lnTo>
                    <a:pt x="423125" y="328214"/>
                  </a:lnTo>
                  <a:lnTo>
                    <a:pt x="423587" y="327694"/>
                  </a:lnTo>
                  <a:lnTo>
                    <a:pt x="423771" y="327487"/>
                  </a:lnTo>
                  <a:lnTo>
                    <a:pt x="423951" y="327285"/>
                  </a:lnTo>
                  <a:lnTo>
                    <a:pt x="424184" y="327024"/>
                  </a:lnTo>
                  <a:lnTo>
                    <a:pt x="424458" y="326716"/>
                  </a:lnTo>
                  <a:lnTo>
                    <a:pt x="424920" y="326198"/>
                  </a:lnTo>
                  <a:lnTo>
                    <a:pt x="425561" y="325478"/>
                  </a:lnTo>
                  <a:lnTo>
                    <a:pt x="426019" y="324969"/>
                  </a:lnTo>
                  <a:lnTo>
                    <a:pt x="426454" y="324478"/>
                  </a:lnTo>
                  <a:lnTo>
                    <a:pt x="426915" y="323959"/>
                  </a:lnTo>
                  <a:lnTo>
                    <a:pt x="427285" y="323545"/>
                  </a:lnTo>
                  <a:lnTo>
                    <a:pt x="427560" y="323234"/>
                  </a:lnTo>
                  <a:lnTo>
                    <a:pt x="427835" y="322928"/>
                  </a:lnTo>
                  <a:lnTo>
                    <a:pt x="428107" y="322623"/>
                  </a:lnTo>
                  <a:lnTo>
                    <a:pt x="428291" y="322417"/>
                  </a:lnTo>
                  <a:lnTo>
                    <a:pt x="428566" y="322109"/>
                  </a:lnTo>
                  <a:lnTo>
                    <a:pt x="428753" y="321902"/>
                  </a:lnTo>
                  <a:lnTo>
                    <a:pt x="428939" y="321693"/>
                  </a:lnTo>
                  <a:lnTo>
                    <a:pt x="429110" y="321498"/>
                  </a:lnTo>
                  <a:lnTo>
                    <a:pt x="429280" y="321308"/>
                  </a:lnTo>
                  <a:lnTo>
                    <a:pt x="429554" y="321000"/>
                  </a:lnTo>
                  <a:lnTo>
                    <a:pt x="429738" y="320797"/>
                  </a:lnTo>
                  <a:lnTo>
                    <a:pt x="429922" y="320591"/>
                  </a:lnTo>
                  <a:lnTo>
                    <a:pt x="430106" y="320383"/>
                  </a:lnTo>
                  <a:lnTo>
                    <a:pt x="430382" y="320077"/>
                  </a:lnTo>
                  <a:lnTo>
                    <a:pt x="430567" y="319862"/>
                  </a:lnTo>
                  <a:lnTo>
                    <a:pt x="430783" y="319623"/>
                  </a:lnTo>
                  <a:lnTo>
                    <a:pt x="431062" y="319310"/>
                  </a:lnTo>
                  <a:lnTo>
                    <a:pt x="431247" y="319104"/>
                  </a:lnTo>
                  <a:lnTo>
                    <a:pt x="431441" y="318884"/>
                  </a:lnTo>
                  <a:lnTo>
                    <a:pt x="431625" y="318678"/>
                  </a:lnTo>
                  <a:lnTo>
                    <a:pt x="431904" y="318366"/>
                  </a:lnTo>
                  <a:lnTo>
                    <a:pt x="432087" y="318160"/>
                  </a:lnTo>
                  <a:lnTo>
                    <a:pt x="432269" y="317956"/>
                  </a:lnTo>
                  <a:lnTo>
                    <a:pt x="432454" y="317749"/>
                  </a:lnTo>
                  <a:lnTo>
                    <a:pt x="432637" y="317546"/>
                  </a:lnTo>
                  <a:lnTo>
                    <a:pt x="432911" y="317238"/>
                  </a:lnTo>
                  <a:lnTo>
                    <a:pt x="433093" y="317032"/>
                  </a:lnTo>
                  <a:lnTo>
                    <a:pt x="433275" y="316828"/>
                  </a:lnTo>
                  <a:lnTo>
                    <a:pt x="433462" y="316620"/>
                  </a:lnTo>
                  <a:lnTo>
                    <a:pt x="433647" y="316412"/>
                  </a:lnTo>
                  <a:lnTo>
                    <a:pt x="433828" y="316205"/>
                  </a:lnTo>
                  <a:lnTo>
                    <a:pt x="434011" y="316000"/>
                  </a:lnTo>
                  <a:lnTo>
                    <a:pt x="434272" y="315710"/>
                  </a:lnTo>
                  <a:lnTo>
                    <a:pt x="434407" y="315556"/>
                  </a:lnTo>
                  <a:lnTo>
                    <a:pt x="434590" y="315349"/>
                  </a:lnTo>
                  <a:lnTo>
                    <a:pt x="434858" y="315049"/>
                  </a:lnTo>
                  <a:lnTo>
                    <a:pt x="435129" y="314742"/>
                  </a:lnTo>
                  <a:lnTo>
                    <a:pt x="435402" y="314435"/>
                  </a:lnTo>
                  <a:lnTo>
                    <a:pt x="435586" y="314228"/>
                  </a:lnTo>
                  <a:lnTo>
                    <a:pt x="435771" y="314021"/>
                  </a:lnTo>
                  <a:lnTo>
                    <a:pt x="435948" y="313822"/>
                  </a:lnTo>
                  <a:lnTo>
                    <a:pt x="436080" y="313813"/>
                  </a:lnTo>
                  <a:lnTo>
                    <a:pt x="436220" y="313804"/>
                  </a:lnTo>
                  <a:lnTo>
                    <a:pt x="436481" y="313790"/>
                  </a:lnTo>
                  <a:lnTo>
                    <a:pt x="436755" y="313773"/>
                  </a:lnTo>
                  <a:lnTo>
                    <a:pt x="437031" y="313756"/>
                  </a:lnTo>
                  <a:lnTo>
                    <a:pt x="437303" y="313741"/>
                  </a:lnTo>
                  <a:lnTo>
                    <a:pt x="437574" y="313725"/>
                  </a:lnTo>
                  <a:lnTo>
                    <a:pt x="437844" y="313710"/>
                  </a:lnTo>
                  <a:lnTo>
                    <a:pt x="437982" y="313701"/>
                  </a:lnTo>
                  <a:lnTo>
                    <a:pt x="438116" y="313695"/>
                  </a:lnTo>
                  <a:lnTo>
                    <a:pt x="438306" y="313683"/>
                  </a:lnTo>
                  <a:lnTo>
                    <a:pt x="438215" y="313426"/>
                  </a:lnTo>
                  <a:lnTo>
                    <a:pt x="438127" y="313167"/>
                  </a:lnTo>
                  <a:lnTo>
                    <a:pt x="438038" y="312907"/>
                  </a:lnTo>
                  <a:lnTo>
                    <a:pt x="437954" y="312664"/>
                  </a:lnTo>
                  <a:lnTo>
                    <a:pt x="437886" y="312473"/>
                  </a:lnTo>
                  <a:lnTo>
                    <a:pt x="437772" y="312062"/>
                  </a:lnTo>
                  <a:lnTo>
                    <a:pt x="437764" y="311790"/>
                  </a:lnTo>
                  <a:lnTo>
                    <a:pt x="437761" y="311514"/>
                  </a:lnTo>
                  <a:lnTo>
                    <a:pt x="437753" y="311261"/>
                  </a:lnTo>
                  <a:lnTo>
                    <a:pt x="437762" y="310927"/>
                  </a:lnTo>
                  <a:lnTo>
                    <a:pt x="437775" y="310517"/>
                  </a:lnTo>
                  <a:lnTo>
                    <a:pt x="437784" y="310242"/>
                  </a:lnTo>
                  <a:lnTo>
                    <a:pt x="437788" y="310106"/>
                  </a:lnTo>
                  <a:lnTo>
                    <a:pt x="437796" y="309817"/>
                  </a:lnTo>
                  <a:lnTo>
                    <a:pt x="437807" y="309581"/>
                  </a:lnTo>
                  <a:lnTo>
                    <a:pt x="437815" y="309426"/>
                  </a:lnTo>
                  <a:lnTo>
                    <a:pt x="437843" y="309216"/>
                  </a:lnTo>
                  <a:lnTo>
                    <a:pt x="437888" y="308920"/>
                  </a:lnTo>
                  <a:lnTo>
                    <a:pt x="437810" y="308534"/>
                  </a:lnTo>
                  <a:lnTo>
                    <a:pt x="437730" y="308133"/>
                  </a:lnTo>
                  <a:lnTo>
                    <a:pt x="437647" y="307729"/>
                  </a:lnTo>
                  <a:lnTo>
                    <a:pt x="437594" y="307462"/>
                  </a:lnTo>
                  <a:lnTo>
                    <a:pt x="437484" y="306978"/>
                  </a:lnTo>
                  <a:lnTo>
                    <a:pt x="437349" y="306590"/>
                  </a:lnTo>
                  <a:lnTo>
                    <a:pt x="437212" y="306202"/>
                  </a:lnTo>
                  <a:lnTo>
                    <a:pt x="437077" y="305817"/>
                  </a:lnTo>
                  <a:lnTo>
                    <a:pt x="436989" y="305557"/>
                  </a:lnTo>
                  <a:lnTo>
                    <a:pt x="436900" y="305300"/>
                  </a:lnTo>
                  <a:lnTo>
                    <a:pt x="436715" y="304842"/>
                  </a:lnTo>
                  <a:lnTo>
                    <a:pt x="436607" y="304599"/>
                  </a:lnTo>
                  <a:lnTo>
                    <a:pt x="436475" y="304309"/>
                  </a:lnTo>
                  <a:lnTo>
                    <a:pt x="436361" y="304057"/>
                  </a:lnTo>
                  <a:lnTo>
                    <a:pt x="436248" y="303806"/>
                  </a:lnTo>
                  <a:lnTo>
                    <a:pt x="436149" y="303588"/>
                  </a:lnTo>
                  <a:lnTo>
                    <a:pt x="436047" y="303359"/>
                  </a:lnTo>
                  <a:lnTo>
                    <a:pt x="435913" y="303059"/>
                  </a:lnTo>
                  <a:lnTo>
                    <a:pt x="435843" y="302869"/>
                  </a:lnTo>
                  <a:lnTo>
                    <a:pt x="435746" y="302632"/>
                  </a:lnTo>
                  <a:lnTo>
                    <a:pt x="435674" y="302195"/>
                  </a:lnTo>
                  <a:lnTo>
                    <a:pt x="435875" y="302004"/>
                  </a:lnTo>
                  <a:lnTo>
                    <a:pt x="436276" y="301634"/>
                  </a:lnTo>
                  <a:lnTo>
                    <a:pt x="436774" y="301167"/>
                  </a:lnTo>
                  <a:lnTo>
                    <a:pt x="437175" y="300794"/>
                  </a:lnTo>
                  <a:lnTo>
                    <a:pt x="437579" y="300419"/>
                  </a:lnTo>
                  <a:lnTo>
                    <a:pt x="437978" y="300045"/>
                  </a:lnTo>
                  <a:lnTo>
                    <a:pt x="438382" y="299670"/>
                  </a:lnTo>
                  <a:lnTo>
                    <a:pt x="438680" y="299395"/>
                  </a:lnTo>
                  <a:lnTo>
                    <a:pt x="438983" y="299113"/>
                  </a:lnTo>
                  <a:lnTo>
                    <a:pt x="439284" y="298832"/>
                  </a:lnTo>
                  <a:lnTo>
                    <a:pt x="439484" y="298646"/>
                  </a:lnTo>
                  <a:lnTo>
                    <a:pt x="439840" y="297324"/>
                  </a:lnTo>
                  <a:lnTo>
                    <a:pt x="439428" y="296937"/>
                  </a:lnTo>
                  <a:lnTo>
                    <a:pt x="439273" y="296868"/>
                  </a:lnTo>
                  <a:lnTo>
                    <a:pt x="439234" y="296739"/>
                  </a:lnTo>
                  <a:lnTo>
                    <a:pt x="439153" y="296458"/>
                  </a:lnTo>
                  <a:lnTo>
                    <a:pt x="439198" y="296238"/>
                  </a:lnTo>
                  <a:lnTo>
                    <a:pt x="439247" y="296034"/>
                  </a:lnTo>
                  <a:lnTo>
                    <a:pt x="439015" y="295646"/>
                  </a:lnTo>
                  <a:lnTo>
                    <a:pt x="438954" y="295385"/>
                  </a:lnTo>
                  <a:lnTo>
                    <a:pt x="439198" y="295186"/>
                  </a:lnTo>
                  <a:lnTo>
                    <a:pt x="439432" y="295136"/>
                  </a:lnTo>
                  <a:lnTo>
                    <a:pt x="439647" y="295029"/>
                  </a:lnTo>
                  <a:lnTo>
                    <a:pt x="439572" y="294659"/>
                  </a:lnTo>
                  <a:lnTo>
                    <a:pt x="439536" y="294462"/>
                  </a:lnTo>
                  <a:lnTo>
                    <a:pt x="439198" y="294092"/>
                  </a:lnTo>
                  <a:lnTo>
                    <a:pt x="438866" y="293666"/>
                  </a:lnTo>
                  <a:lnTo>
                    <a:pt x="438762" y="293487"/>
                  </a:lnTo>
                  <a:lnTo>
                    <a:pt x="438420" y="293114"/>
                  </a:lnTo>
                  <a:lnTo>
                    <a:pt x="437874" y="292983"/>
                  </a:lnTo>
                  <a:lnTo>
                    <a:pt x="437363" y="292880"/>
                  </a:lnTo>
                  <a:lnTo>
                    <a:pt x="437016" y="292746"/>
                  </a:lnTo>
                  <a:lnTo>
                    <a:pt x="436785" y="292664"/>
                  </a:lnTo>
                  <a:lnTo>
                    <a:pt x="436383" y="292338"/>
                  </a:lnTo>
                  <a:lnTo>
                    <a:pt x="436192" y="292105"/>
                  </a:lnTo>
                  <a:lnTo>
                    <a:pt x="435947" y="291577"/>
                  </a:lnTo>
                  <a:lnTo>
                    <a:pt x="435814" y="291259"/>
                  </a:lnTo>
                  <a:lnTo>
                    <a:pt x="435734" y="291028"/>
                  </a:lnTo>
                  <a:lnTo>
                    <a:pt x="435412" y="290133"/>
                  </a:lnTo>
                  <a:lnTo>
                    <a:pt x="435242" y="289654"/>
                  </a:lnTo>
                  <a:lnTo>
                    <a:pt x="434810" y="288358"/>
                  </a:lnTo>
                  <a:lnTo>
                    <a:pt x="434549" y="288324"/>
                  </a:lnTo>
                  <a:lnTo>
                    <a:pt x="433971" y="288513"/>
                  </a:lnTo>
                  <a:lnTo>
                    <a:pt x="433829" y="288513"/>
                  </a:lnTo>
                  <a:lnTo>
                    <a:pt x="433621" y="288480"/>
                  </a:lnTo>
                  <a:lnTo>
                    <a:pt x="433345" y="288435"/>
                  </a:lnTo>
                  <a:lnTo>
                    <a:pt x="432916" y="288413"/>
                  </a:lnTo>
                  <a:lnTo>
                    <a:pt x="432748" y="288399"/>
                  </a:lnTo>
                  <a:lnTo>
                    <a:pt x="432608" y="288388"/>
                  </a:lnTo>
                  <a:lnTo>
                    <a:pt x="432284" y="288235"/>
                  </a:lnTo>
                  <a:lnTo>
                    <a:pt x="431964" y="288014"/>
                  </a:lnTo>
                  <a:lnTo>
                    <a:pt x="431433" y="287488"/>
                  </a:lnTo>
                  <a:lnTo>
                    <a:pt x="431124" y="287211"/>
                  </a:lnTo>
                  <a:lnTo>
                    <a:pt x="429679" y="286176"/>
                  </a:lnTo>
                  <a:lnTo>
                    <a:pt x="429333" y="286253"/>
                  </a:lnTo>
                  <a:lnTo>
                    <a:pt x="428431" y="286345"/>
                  </a:lnTo>
                  <a:lnTo>
                    <a:pt x="428214" y="286395"/>
                  </a:lnTo>
                  <a:lnTo>
                    <a:pt x="427887" y="286223"/>
                  </a:lnTo>
                  <a:lnTo>
                    <a:pt x="427493" y="286138"/>
                  </a:lnTo>
                  <a:lnTo>
                    <a:pt x="427045" y="286031"/>
                  </a:lnTo>
                  <a:lnTo>
                    <a:pt x="426705" y="285952"/>
                  </a:lnTo>
                  <a:lnTo>
                    <a:pt x="426443" y="285895"/>
                  </a:lnTo>
                  <a:lnTo>
                    <a:pt x="426216" y="285844"/>
                  </a:lnTo>
                  <a:lnTo>
                    <a:pt x="425705" y="285483"/>
                  </a:lnTo>
                  <a:lnTo>
                    <a:pt x="425661" y="284959"/>
                  </a:lnTo>
                  <a:lnTo>
                    <a:pt x="425589" y="284645"/>
                  </a:lnTo>
                  <a:lnTo>
                    <a:pt x="425089" y="284505"/>
                  </a:lnTo>
                  <a:lnTo>
                    <a:pt x="422948" y="281989"/>
                  </a:lnTo>
                  <a:lnTo>
                    <a:pt x="421999" y="281295"/>
                  </a:lnTo>
                  <a:lnTo>
                    <a:pt x="421529" y="281079"/>
                  </a:lnTo>
                  <a:lnTo>
                    <a:pt x="421027" y="280648"/>
                  </a:lnTo>
                  <a:lnTo>
                    <a:pt x="420861" y="280467"/>
                  </a:lnTo>
                  <a:lnTo>
                    <a:pt x="419972" y="279809"/>
                  </a:lnTo>
                  <a:lnTo>
                    <a:pt x="419521" y="279234"/>
                  </a:lnTo>
                  <a:lnTo>
                    <a:pt x="419236" y="278884"/>
                  </a:lnTo>
                  <a:lnTo>
                    <a:pt x="419122" y="278666"/>
                  </a:lnTo>
                  <a:lnTo>
                    <a:pt x="418606" y="278104"/>
                  </a:lnTo>
                  <a:lnTo>
                    <a:pt x="417793" y="277133"/>
                  </a:lnTo>
                  <a:lnTo>
                    <a:pt x="417019" y="276097"/>
                  </a:lnTo>
                  <a:lnTo>
                    <a:pt x="416713" y="275854"/>
                  </a:lnTo>
                  <a:lnTo>
                    <a:pt x="416327" y="275558"/>
                  </a:lnTo>
                  <a:lnTo>
                    <a:pt x="415731" y="274996"/>
                  </a:lnTo>
                  <a:lnTo>
                    <a:pt x="415454" y="274806"/>
                  </a:lnTo>
                  <a:lnTo>
                    <a:pt x="415346" y="274677"/>
                  </a:lnTo>
                  <a:lnTo>
                    <a:pt x="415139" y="274522"/>
                  </a:lnTo>
                  <a:lnTo>
                    <a:pt x="413787" y="273452"/>
                  </a:lnTo>
                  <a:lnTo>
                    <a:pt x="413435" y="273153"/>
                  </a:lnTo>
                  <a:lnTo>
                    <a:pt x="410461" y="271016"/>
                  </a:lnTo>
                  <a:lnTo>
                    <a:pt x="409288" y="270390"/>
                  </a:lnTo>
                  <a:lnTo>
                    <a:pt x="409123" y="270614"/>
                  </a:lnTo>
                  <a:lnTo>
                    <a:pt x="408822" y="270838"/>
                  </a:lnTo>
                  <a:lnTo>
                    <a:pt x="408583" y="270773"/>
                  </a:lnTo>
                  <a:lnTo>
                    <a:pt x="408295" y="270638"/>
                  </a:lnTo>
                  <a:lnTo>
                    <a:pt x="408066" y="270590"/>
                  </a:lnTo>
                  <a:lnTo>
                    <a:pt x="407862" y="270676"/>
                  </a:lnTo>
                  <a:lnTo>
                    <a:pt x="407661" y="270807"/>
                  </a:lnTo>
                  <a:lnTo>
                    <a:pt x="407586" y="270946"/>
                  </a:lnTo>
                  <a:lnTo>
                    <a:pt x="406561" y="271059"/>
                  </a:lnTo>
                  <a:lnTo>
                    <a:pt x="406212" y="270637"/>
                  </a:lnTo>
                  <a:lnTo>
                    <a:pt x="405674" y="270058"/>
                  </a:lnTo>
                  <a:lnTo>
                    <a:pt x="405532" y="270015"/>
                  </a:lnTo>
                  <a:lnTo>
                    <a:pt x="405203" y="269746"/>
                  </a:lnTo>
                  <a:lnTo>
                    <a:pt x="405066" y="269655"/>
                  </a:lnTo>
                  <a:lnTo>
                    <a:pt x="404524" y="269233"/>
                  </a:lnTo>
                  <a:lnTo>
                    <a:pt x="404233" y="268899"/>
                  </a:lnTo>
                  <a:lnTo>
                    <a:pt x="403235" y="266843"/>
                  </a:lnTo>
                  <a:lnTo>
                    <a:pt x="401072" y="263369"/>
                  </a:lnTo>
                  <a:lnTo>
                    <a:pt x="401026" y="263224"/>
                  </a:lnTo>
                  <a:lnTo>
                    <a:pt x="400968" y="262946"/>
                  </a:lnTo>
                  <a:lnTo>
                    <a:pt x="401040" y="261463"/>
                  </a:lnTo>
                  <a:lnTo>
                    <a:pt x="401104" y="261161"/>
                  </a:lnTo>
                  <a:lnTo>
                    <a:pt x="401176" y="260884"/>
                  </a:lnTo>
                  <a:lnTo>
                    <a:pt x="401408" y="260436"/>
                  </a:lnTo>
                  <a:lnTo>
                    <a:pt x="401609" y="260104"/>
                  </a:lnTo>
                  <a:lnTo>
                    <a:pt x="401824" y="259695"/>
                  </a:lnTo>
                  <a:lnTo>
                    <a:pt x="402117" y="259084"/>
                  </a:lnTo>
                  <a:lnTo>
                    <a:pt x="402766" y="258383"/>
                  </a:lnTo>
                  <a:lnTo>
                    <a:pt x="402631" y="258152"/>
                  </a:lnTo>
                  <a:lnTo>
                    <a:pt x="402550" y="258011"/>
                  </a:lnTo>
                  <a:lnTo>
                    <a:pt x="402438" y="257816"/>
                  </a:lnTo>
                  <a:lnTo>
                    <a:pt x="401993" y="257029"/>
                  </a:lnTo>
                  <a:lnTo>
                    <a:pt x="401805" y="256679"/>
                  </a:lnTo>
                  <a:lnTo>
                    <a:pt x="401697" y="256470"/>
                  </a:lnTo>
                  <a:lnTo>
                    <a:pt x="401609" y="256308"/>
                  </a:lnTo>
                  <a:lnTo>
                    <a:pt x="401523" y="256150"/>
                  </a:lnTo>
                  <a:lnTo>
                    <a:pt x="401373" y="255875"/>
                  </a:lnTo>
                  <a:lnTo>
                    <a:pt x="401071" y="255320"/>
                  </a:lnTo>
                  <a:lnTo>
                    <a:pt x="400883" y="254982"/>
                  </a:lnTo>
                  <a:lnTo>
                    <a:pt x="400789" y="254828"/>
                  </a:lnTo>
                  <a:lnTo>
                    <a:pt x="400605" y="254495"/>
                  </a:lnTo>
                  <a:lnTo>
                    <a:pt x="400512" y="254324"/>
                  </a:lnTo>
                  <a:lnTo>
                    <a:pt x="400404" y="254126"/>
                  </a:lnTo>
                  <a:lnTo>
                    <a:pt x="400311" y="253955"/>
                  </a:lnTo>
                  <a:lnTo>
                    <a:pt x="400182" y="253738"/>
                  </a:lnTo>
                  <a:lnTo>
                    <a:pt x="400035" y="253473"/>
                  </a:lnTo>
                  <a:lnTo>
                    <a:pt x="399883" y="253201"/>
                  </a:lnTo>
                  <a:lnTo>
                    <a:pt x="399671" y="252824"/>
                  </a:lnTo>
                  <a:lnTo>
                    <a:pt x="399416" y="252349"/>
                  </a:lnTo>
                  <a:lnTo>
                    <a:pt x="399331" y="252190"/>
                  </a:lnTo>
                  <a:lnTo>
                    <a:pt x="399243" y="252030"/>
                  </a:lnTo>
                  <a:lnTo>
                    <a:pt x="399144" y="251858"/>
                  </a:lnTo>
                  <a:lnTo>
                    <a:pt x="399035" y="251665"/>
                  </a:lnTo>
                  <a:lnTo>
                    <a:pt x="398854" y="251328"/>
                  </a:lnTo>
                  <a:lnTo>
                    <a:pt x="398774" y="251185"/>
                  </a:lnTo>
                  <a:lnTo>
                    <a:pt x="398652" y="250970"/>
                  </a:lnTo>
                  <a:lnTo>
                    <a:pt x="398425" y="250542"/>
                  </a:lnTo>
                  <a:lnTo>
                    <a:pt x="398351" y="250405"/>
                  </a:lnTo>
                  <a:lnTo>
                    <a:pt x="398175" y="250091"/>
                  </a:lnTo>
                  <a:lnTo>
                    <a:pt x="398086" y="249910"/>
                  </a:lnTo>
                  <a:lnTo>
                    <a:pt x="397788" y="249343"/>
                  </a:lnTo>
                  <a:lnTo>
                    <a:pt x="397650" y="248985"/>
                  </a:lnTo>
                  <a:lnTo>
                    <a:pt x="397496" y="248582"/>
                  </a:lnTo>
                  <a:lnTo>
                    <a:pt x="397426" y="248397"/>
                  </a:lnTo>
                  <a:lnTo>
                    <a:pt x="397257" y="247942"/>
                  </a:lnTo>
                  <a:lnTo>
                    <a:pt x="397152" y="247664"/>
                  </a:lnTo>
                  <a:lnTo>
                    <a:pt x="397013" y="247312"/>
                  </a:lnTo>
                  <a:lnTo>
                    <a:pt x="396916" y="247066"/>
                  </a:lnTo>
                  <a:lnTo>
                    <a:pt x="396728" y="246640"/>
                  </a:lnTo>
                  <a:lnTo>
                    <a:pt x="396649" y="246448"/>
                  </a:lnTo>
                  <a:lnTo>
                    <a:pt x="396490" y="246079"/>
                  </a:lnTo>
                  <a:lnTo>
                    <a:pt x="396395" y="245858"/>
                  </a:lnTo>
                  <a:lnTo>
                    <a:pt x="396287" y="245574"/>
                  </a:lnTo>
                  <a:lnTo>
                    <a:pt x="396244" y="245436"/>
                  </a:lnTo>
                  <a:lnTo>
                    <a:pt x="396164" y="245186"/>
                  </a:lnTo>
                  <a:lnTo>
                    <a:pt x="395993" y="244645"/>
                  </a:lnTo>
                  <a:lnTo>
                    <a:pt x="395821" y="244246"/>
                  </a:lnTo>
                  <a:lnTo>
                    <a:pt x="395750" y="244058"/>
                  </a:lnTo>
                  <a:lnTo>
                    <a:pt x="395610" y="243723"/>
                  </a:lnTo>
                  <a:lnTo>
                    <a:pt x="395407" y="243193"/>
                  </a:lnTo>
                  <a:lnTo>
                    <a:pt x="395279" y="242899"/>
                  </a:lnTo>
                  <a:lnTo>
                    <a:pt x="395176" y="242587"/>
                  </a:lnTo>
                  <a:lnTo>
                    <a:pt x="395114" y="242444"/>
                  </a:lnTo>
                  <a:lnTo>
                    <a:pt x="394921" y="241994"/>
                  </a:lnTo>
                  <a:lnTo>
                    <a:pt x="394769" y="241713"/>
                  </a:lnTo>
                  <a:lnTo>
                    <a:pt x="394659" y="241487"/>
                  </a:lnTo>
                  <a:lnTo>
                    <a:pt x="394549" y="241262"/>
                  </a:lnTo>
                  <a:lnTo>
                    <a:pt x="394446" y="241052"/>
                  </a:lnTo>
                  <a:lnTo>
                    <a:pt x="394370" y="240914"/>
                  </a:lnTo>
                  <a:lnTo>
                    <a:pt x="394202" y="240548"/>
                  </a:lnTo>
                  <a:lnTo>
                    <a:pt x="394139" y="240412"/>
                  </a:lnTo>
                  <a:lnTo>
                    <a:pt x="393845" y="239569"/>
                  </a:lnTo>
                  <a:lnTo>
                    <a:pt x="393816" y="239398"/>
                  </a:lnTo>
                  <a:lnTo>
                    <a:pt x="393677" y="238837"/>
                  </a:lnTo>
                  <a:lnTo>
                    <a:pt x="393635" y="238633"/>
                  </a:lnTo>
                  <a:lnTo>
                    <a:pt x="393527" y="238216"/>
                  </a:lnTo>
                  <a:lnTo>
                    <a:pt x="393507" y="238053"/>
                  </a:lnTo>
                  <a:lnTo>
                    <a:pt x="393507" y="237757"/>
                  </a:lnTo>
                  <a:lnTo>
                    <a:pt x="393483" y="237465"/>
                  </a:lnTo>
                  <a:lnTo>
                    <a:pt x="393425" y="237214"/>
                  </a:lnTo>
                  <a:lnTo>
                    <a:pt x="393298" y="236776"/>
                  </a:lnTo>
                  <a:lnTo>
                    <a:pt x="393215" y="236432"/>
                  </a:lnTo>
                  <a:lnTo>
                    <a:pt x="393159" y="236188"/>
                  </a:lnTo>
                  <a:lnTo>
                    <a:pt x="393046" y="235883"/>
                  </a:lnTo>
                  <a:lnTo>
                    <a:pt x="392972" y="235657"/>
                  </a:lnTo>
                  <a:lnTo>
                    <a:pt x="392502" y="234897"/>
                  </a:lnTo>
                  <a:lnTo>
                    <a:pt x="392332" y="234702"/>
                  </a:lnTo>
                  <a:lnTo>
                    <a:pt x="392112" y="234507"/>
                  </a:lnTo>
                  <a:lnTo>
                    <a:pt x="391682" y="233821"/>
                  </a:lnTo>
                  <a:lnTo>
                    <a:pt x="391465" y="233494"/>
                  </a:lnTo>
                  <a:lnTo>
                    <a:pt x="391366" y="233292"/>
                  </a:lnTo>
                  <a:lnTo>
                    <a:pt x="391135" y="232579"/>
                  </a:lnTo>
                  <a:lnTo>
                    <a:pt x="391104" y="232396"/>
                  </a:lnTo>
                  <a:lnTo>
                    <a:pt x="391065" y="232181"/>
                  </a:lnTo>
                  <a:lnTo>
                    <a:pt x="391025" y="231981"/>
                  </a:lnTo>
                  <a:lnTo>
                    <a:pt x="390968" y="231741"/>
                  </a:lnTo>
                  <a:lnTo>
                    <a:pt x="390869" y="231391"/>
                  </a:lnTo>
                  <a:lnTo>
                    <a:pt x="390793" y="231128"/>
                  </a:lnTo>
                  <a:lnTo>
                    <a:pt x="390487" y="230565"/>
                  </a:lnTo>
                  <a:lnTo>
                    <a:pt x="390373" y="230148"/>
                  </a:lnTo>
                  <a:lnTo>
                    <a:pt x="390292" y="229812"/>
                  </a:lnTo>
                  <a:lnTo>
                    <a:pt x="390053" y="229349"/>
                  </a:lnTo>
                  <a:lnTo>
                    <a:pt x="389818" y="228962"/>
                  </a:lnTo>
                  <a:lnTo>
                    <a:pt x="389532" y="228570"/>
                  </a:lnTo>
                  <a:lnTo>
                    <a:pt x="389417" y="228311"/>
                  </a:lnTo>
                  <a:lnTo>
                    <a:pt x="389192" y="227830"/>
                  </a:lnTo>
                  <a:lnTo>
                    <a:pt x="389002" y="227394"/>
                  </a:lnTo>
                  <a:lnTo>
                    <a:pt x="388953" y="227230"/>
                  </a:lnTo>
                  <a:lnTo>
                    <a:pt x="388817" y="226927"/>
                  </a:lnTo>
                  <a:lnTo>
                    <a:pt x="388695" y="226608"/>
                  </a:lnTo>
                  <a:lnTo>
                    <a:pt x="388606" y="226469"/>
                  </a:lnTo>
                  <a:lnTo>
                    <a:pt x="388461" y="226052"/>
                  </a:lnTo>
                  <a:lnTo>
                    <a:pt x="388402" y="225912"/>
                  </a:lnTo>
                  <a:lnTo>
                    <a:pt x="388343" y="225776"/>
                  </a:lnTo>
                  <a:lnTo>
                    <a:pt x="388298" y="224352"/>
                  </a:lnTo>
                  <a:lnTo>
                    <a:pt x="388292" y="224151"/>
                  </a:lnTo>
                  <a:lnTo>
                    <a:pt x="388270" y="223682"/>
                  </a:lnTo>
                  <a:lnTo>
                    <a:pt x="388291" y="223146"/>
                  </a:lnTo>
                  <a:lnTo>
                    <a:pt x="388264" y="222950"/>
                  </a:lnTo>
                  <a:lnTo>
                    <a:pt x="388246" y="222753"/>
                  </a:lnTo>
                  <a:lnTo>
                    <a:pt x="388217" y="222444"/>
                  </a:lnTo>
                  <a:lnTo>
                    <a:pt x="388217" y="222091"/>
                  </a:lnTo>
                  <a:lnTo>
                    <a:pt x="388184" y="221904"/>
                  </a:lnTo>
                  <a:lnTo>
                    <a:pt x="388135" y="221502"/>
                  </a:lnTo>
                  <a:lnTo>
                    <a:pt x="388138" y="220937"/>
                  </a:lnTo>
                  <a:lnTo>
                    <a:pt x="388100" y="220623"/>
                  </a:lnTo>
                  <a:lnTo>
                    <a:pt x="388067" y="220443"/>
                  </a:lnTo>
                  <a:lnTo>
                    <a:pt x="388049" y="220209"/>
                  </a:lnTo>
                  <a:lnTo>
                    <a:pt x="388062" y="219823"/>
                  </a:lnTo>
                  <a:lnTo>
                    <a:pt x="388075" y="219007"/>
                  </a:lnTo>
                  <a:lnTo>
                    <a:pt x="388034" y="218782"/>
                  </a:lnTo>
                  <a:lnTo>
                    <a:pt x="388013" y="218580"/>
                  </a:lnTo>
                  <a:lnTo>
                    <a:pt x="388000" y="218327"/>
                  </a:lnTo>
                  <a:lnTo>
                    <a:pt x="387997" y="218023"/>
                  </a:lnTo>
                  <a:lnTo>
                    <a:pt x="387955" y="217810"/>
                  </a:lnTo>
                  <a:lnTo>
                    <a:pt x="387921" y="217667"/>
                  </a:lnTo>
                  <a:lnTo>
                    <a:pt x="387834" y="217144"/>
                  </a:lnTo>
                  <a:lnTo>
                    <a:pt x="387734" y="216713"/>
                  </a:lnTo>
                  <a:lnTo>
                    <a:pt x="387653" y="216341"/>
                  </a:lnTo>
                  <a:lnTo>
                    <a:pt x="387553" y="215714"/>
                  </a:lnTo>
                  <a:lnTo>
                    <a:pt x="387554" y="215349"/>
                  </a:lnTo>
                  <a:lnTo>
                    <a:pt x="387563" y="215076"/>
                  </a:lnTo>
                  <a:lnTo>
                    <a:pt x="387570" y="214945"/>
                  </a:lnTo>
                  <a:lnTo>
                    <a:pt x="387591" y="214531"/>
                  </a:lnTo>
                  <a:lnTo>
                    <a:pt x="387608" y="214132"/>
                  </a:lnTo>
                  <a:lnTo>
                    <a:pt x="387595" y="213918"/>
                  </a:lnTo>
                  <a:lnTo>
                    <a:pt x="387632" y="213585"/>
                  </a:lnTo>
                  <a:lnTo>
                    <a:pt x="387599" y="213416"/>
                  </a:lnTo>
                  <a:lnTo>
                    <a:pt x="387537" y="213155"/>
                  </a:lnTo>
                  <a:lnTo>
                    <a:pt x="387508" y="212987"/>
                  </a:lnTo>
                  <a:lnTo>
                    <a:pt x="387552" y="212676"/>
                  </a:lnTo>
                  <a:lnTo>
                    <a:pt x="387450" y="212252"/>
                  </a:lnTo>
                  <a:lnTo>
                    <a:pt x="387396" y="212010"/>
                  </a:lnTo>
                  <a:lnTo>
                    <a:pt x="387359" y="211545"/>
                  </a:lnTo>
                  <a:lnTo>
                    <a:pt x="387311" y="211363"/>
                  </a:lnTo>
                  <a:lnTo>
                    <a:pt x="387221" y="211003"/>
                  </a:lnTo>
                  <a:lnTo>
                    <a:pt x="387172" y="210405"/>
                  </a:lnTo>
                  <a:lnTo>
                    <a:pt x="387165" y="210141"/>
                  </a:lnTo>
                  <a:lnTo>
                    <a:pt x="387132" y="209562"/>
                  </a:lnTo>
                  <a:lnTo>
                    <a:pt x="387066" y="209183"/>
                  </a:lnTo>
                  <a:lnTo>
                    <a:pt x="387046" y="209017"/>
                  </a:lnTo>
                  <a:lnTo>
                    <a:pt x="387021" y="208811"/>
                  </a:lnTo>
                  <a:lnTo>
                    <a:pt x="387014" y="208683"/>
                  </a:lnTo>
                  <a:lnTo>
                    <a:pt x="387013" y="208074"/>
                  </a:lnTo>
                  <a:lnTo>
                    <a:pt x="387052" y="207875"/>
                  </a:lnTo>
                  <a:lnTo>
                    <a:pt x="387050" y="207611"/>
                  </a:lnTo>
                  <a:lnTo>
                    <a:pt x="387012" y="207156"/>
                  </a:lnTo>
                  <a:lnTo>
                    <a:pt x="387002" y="206993"/>
                  </a:lnTo>
                  <a:lnTo>
                    <a:pt x="386964" y="206738"/>
                  </a:lnTo>
                  <a:lnTo>
                    <a:pt x="386940" y="206551"/>
                  </a:lnTo>
                  <a:lnTo>
                    <a:pt x="386950" y="206322"/>
                  </a:lnTo>
                  <a:lnTo>
                    <a:pt x="386864" y="203698"/>
                  </a:lnTo>
                  <a:lnTo>
                    <a:pt x="386858" y="203459"/>
                  </a:lnTo>
                  <a:lnTo>
                    <a:pt x="386853" y="203306"/>
                  </a:lnTo>
                  <a:lnTo>
                    <a:pt x="386764" y="202568"/>
                  </a:lnTo>
                  <a:lnTo>
                    <a:pt x="386676" y="202002"/>
                  </a:lnTo>
                  <a:lnTo>
                    <a:pt x="386509" y="201289"/>
                  </a:lnTo>
                  <a:lnTo>
                    <a:pt x="386563" y="200945"/>
                  </a:lnTo>
                  <a:lnTo>
                    <a:pt x="386601" y="199945"/>
                  </a:lnTo>
                  <a:lnTo>
                    <a:pt x="386530" y="199730"/>
                  </a:lnTo>
                  <a:lnTo>
                    <a:pt x="386445" y="199209"/>
                  </a:lnTo>
                  <a:lnTo>
                    <a:pt x="386475" y="198890"/>
                  </a:lnTo>
                  <a:lnTo>
                    <a:pt x="386488" y="198526"/>
                  </a:lnTo>
                  <a:lnTo>
                    <a:pt x="386493" y="198377"/>
                  </a:lnTo>
                  <a:lnTo>
                    <a:pt x="386513" y="197961"/>
                  </a:lnTo>
                  <a:lnTo>
                    <a:pt x="386645" y="197505"/>
                  </a:lnTo>
                  <a:lnTo>
                    <a:pt x="386758" y="197080"/>
                  </a:lnTo>
                  <a:lnTo>
                    <a:pt x="386832" y="196911"/>
                  </a:lnTo>
                  <a:lnTo>
                    <a:pt x="387072" y="196241"/>
                  </a:lnTo>
                  <a:lnTo>
                    <a:pt x="387059" y="195940"/>
                  </a:lnTo>
                  <a:lnTo>
                    <a:pt x="386981" y="195511"/>
                  </a:lnTo>
                  <a:lnTo>
                    <a:pt x="386911" y="194642"/>
                  </a:lnTo>
                  <a:lnTo>
                    <a:pt x="386826" y="193959"/>
                  </a:lnTo>
                  <a:lnTo>
                    <a:pt x="386605" y="193176"/>
                  </a:lnTo>
                  <a:lnTo>
                    <a:pt x="386455" y="192508"/>
                  </a:lnTo>
                  <a:lnTo>
                    <a:pt x="386409" y="192333"/>
                  </a:lnTo>
                  <a:lnTo>
                    <a:pt x="386366" y="192169"/>
                  </a:lnTo>
                  <a:lnTo>
                    <a:pt x="386344" y="191960"/>
                  </a:lnTo>
                  <a:lnTo>
                    <a:pt x="386298" y="191570"/>
                  </a:lnTo>
                  <a:lnTo>
                    <a:pt x="386229" y="191233"/>
                  </a:lnTo>
                  <a:lnTo>
                    <a:pt x="386341" y="190759"/>
                  </a:lnTo>
                  <a:lnTo>
                    <a:pt x="386260" y="190596"/>
                  </a:lnTo>
                  <a:lnTo>
                    <a:pt x="386081" y="190234"/>
                  </a:lnTo>
                  <a:lnTo>
                    <a:pt x="385754" y="189908"/>
                  </a:lnTo>
                  <a:lnTo>
                    <a:pt x="385640" y="189427"/>
                  </a:lnTo>
                  <a:lnTo>
                    <a:pt x="385530" y="188241"/>
                  </a:lnTo>
                  <a:lnTo>
                    <a:pt x="385495" y="187821"/>
                  </a:lnTo>
                  <a:lnTo>
                    <a:pt x="385472" y="187159"/>
                  </a:lnTo>
                  <a:lnTo>
                    <a:pt x="385335" y="186019"/>
                  </a:lnTo>
                  <a:lnTo>
                    <a:pt x="385332" y="185739"/>
                  </a:lnTo>
                  <a:lnTo>
                    <a:pt x="385275" y="185361"/>
                  </a:lnTo>
                  <a:lnTo>
                    <a:pt x="385259" y="185157"/>
                  </a:lnTo>
                  <a:lnTo>
                    <a:pt x="385225" y="184843"/>
                  </a:lnTo>
                  <a:lnTo>
                    <a:pt x="385213" y="184676"/>
                  </a:lnTo>
                  <a:lnTo>
                    <a:pt x="385149" y="184279"/>
                  </a:lnTo>
                  <a:lnTo>
                    <a:pt x="385219" y="184108"/>
                  </a:lnTo>
                  <a:lnTo>
                    <a:pt x="385238" y="183846"/>
                  </a:lnTo>
                  <a:lnTo>
                    <a:pt x="385265" y="183693"/>
                  </a:lnTo>
                  <a:lnTo>
                    <a:pt x="385238" y="183460"/>
                  </a:lnTo>
                  <a:lnTo>
                    <a:pt x="385000" y="182709"/>
                  </a:lnTo>
                  <a:lnTo>
                    <a:pt x="383126" y="181080"/>
                  </a:lnTo>
                  <a:lnTo>
                    <a:pt x="382697" y="180711"/>
                  </a:lnTo>
                  <a:lnTo>
                    <a:pt x="382432" y="180483"/>
                  </a:lnTo>
                  <a:lnTo>
                    <a:pt x="382027" y="180142"/>
                  </a:lnTo>
                  <a:lnTo>
                    <a:pt x="381593" y="179775"/>
                  </a:lnTo>
                  <a:lnTo>
                    <a:pt x="381010" y="179146"/>
                  </a:lnTo>
                  <a:lnTo>
                    <a:pt x="378871" y="172939"/>
                  </a:lnTo>
                  <a:lnTo>
                    <a:pt x="378488" y="172782"/>
                  </a:lnTo>
                  <a:lnTo>
                    <a:pt x="378239" y="172670"/>
                  </a:lnTo>
                  <a:lnTo>
                    <a:pt x="377866" y="172486"/>
                  </a:lnTo>
                  <a:lnTo>
                    <a:pt x="377700" y="172415"/>
                  </a:lnTo>
                  <a:lnTo>
                    <a:pt x="377526" y="172330"/>
                  </a:lnTo>
                  <a:lnTo>
                    <a:pt x="377344" y="172147"/>
                  </a:lnTo>
                  <a:lnTo>
                    <a:pt x="377277" y="171824"/>
                  </a:lnTo>
                  <a:lnTo>
                    <a:pt x="377231" y="171550"/>
                  </a:lnTo>
                  <a:lnTo>
                    <a:pt x="377202" y="171307"/>
                  </a:lnTo>
                  <a:lnTo>
                    <a:pt x="377184" y="171159"/>
                  </a:lnTo>
                  <a:lnTo>
                    <a:pt x="377255" y="170932"/>
                  </a:lnTo>
                  <a:lnTo>
                    <a:pt x="377204" y="170746"/>
                  </a:lnTo>
                  <a:lnTo>
                    <a:pt x="377165" y="170300"/>
                  </a:lnTo>
                  <a:lnTo>
                    <a:pt x="377095" y="170027"/>
                  </a:lnTo>
                  <a:lnTo>
                    <a:pt x="377050" y="169850"/>
                  </a:lnTo>
                  <a:lnTo>
                    <a:pt x="377004" y="169684"/>
                  </a:lnTo>
                  <a:lnTo>
                    <a:pt x="376956" y="169520"/>
                  </a:lnTo>
                  <a:lnTo>
                    <a:pt x="376881" y="169287"/>
                  </a:lnTo>
                  <a:lnTo>
                    <a:pt x="376830" y="169116"/>
                  </a:lnTo>
                  <a:lnTo>
                    <a:pt x="376751" y="168847"/>
                  </a:lnTo>
                  <a:lnTo>
                    <a:pt x="376702" y="168699"/>
                  </a:lnTo>
                  <a:lnTo>
                    <a:pt x="376623" y="168445"/>
                  </a:lnTo>
                  <a:lnTo>
                    <a:pt x="376531" y="168086"/>
                  </a:lnTo>
                  <a:lnTo>
                    <a:pt x="376433" y="167710"/>
                  </a:lnTo>
                  <a:lnTo>
                    <a:pt x="376376" y="167524"/>
                  </a:lnTo>
                  <a:lnTo>
                    <a:pt x="376315" y="167299"/>
                  </a:lnTo>
                  <a:lnTo>
                    <a:pt x="376273" y="166956"/>
                  </a:lnTo>
                  <a:lnTo>
                    <a:pt x="376213" y="166790"/>
                  </a:lnTo>
                  <a:lnTo>
                    <a:pt x="376166" y="166603"/>
                  </a:lnTo>
                  <a:lnTo>
                    <a:pt x="376136" y="166171"/>
                  </a:lnTo>
                  <a:lnTo>
                    <a:pt x="375820" y="165031"/>
                  </a:lnTo>
                  <a:lnTo>
                    <a:pt x="375763" y="164847"/>
                  </a:lnTo>
                  <a:lnTo>
                    <a:pt x="375659" y="164530"/>
                  </a:lnTo>
                  <a:lnTo>
                    <a:pt x="375602" y="164361"/>
                  </a:lnTo>
                  <a:lnTo>
                    <a:pt x="375521" y="163913"/>
                  </a:lnTo>
                  <a:lnTo>
                    <a:pt x="375494" y="163406"/>
                  </a:lnTo>
                  <a:lnTo>
                    <a:pt x="375458" y="163238"/>
                  </a:lnTo>
                  <a:lnTo>
                    <a:pt x="375421" y="163086"/>
                  </a:lnTo>
                  <a:lnTo>
                    <a:pt x="375373" y="162758"/>
                  </a:lnTo>
                  <a:lnTo>
                    <a:pt x="375297" y="162424"/>
                  </a:lnTo>
                  <a:lnTo>
                    <a:pt x="375188" y="161914"/>
                  </a:lnTo>
                  <a:lnTo>
                    <a:pt x="375158" y="161773"/>
                  </a:lnTo>
                  <a:lnTo>
                    <a:pt x="375127" y="161630"/>
                  </a:lnTo>
                  <a:lnTo>
                    <a:pt x="375048" y="161263"/>
                  </a:lnTo>
                  <a:lnTo>
                    <a:pt x="374640" y="160012"/>
                  </a:lnTo>
                  <a:lnTo>
                    <a:pt x="374610" y="159852"/>
                  </a:lnTo>
                  <a:lnTo>
                    <a:pt x="374431" y="159175"/>
                  </a:lnTo>
                  <a:lnTo>
                    <a:pt x="374330" y="158544"/>
                  </a:lnTo>
                  <a:lnTo>
                    <a:pt x="373745" y="157257"/>
                  </a:lnTo>
                  <a:lnTo>
                    <a:pt x="373556" y="156899"/>
                  </a:lnTo>
                  <a:lnTo>
                    <a:pt x="373243" y="156303"/>
                  </a:lnTo>
                  <a:lnTo>
                    <a:pt x="372905" y="155661"/>
                  </a:lnTo>
                  <a:lnTo>
                    <a:pt x="372836" y="155530"/>
                  </a:lnTo>
                  <a:lnTo>
                    <a:pt x="372516" y="154887"/>
                  </a:lnTo>
                  <a:lnTo>
                    <a:pt x="372210" y="154249"/>
                  </a:lnTo>
                  <a:lnTo>
                    <a:pt x="372137" y="154096"/>
                  </a:lnTo>
                  <a:lnTo>
                    <a:pt x="372061" y="153938"/>
                  </a:lnTo>
                  <a:lnTo>
                    <a:pt x="371950" y="153705"/>
                  </a:lnTo>
                  <a:lnTo>
                    <a:pt x="371786" y="153363"/>
                  </a:lnTo>
                  <a:lnTo>
                    <a:pt x="371692" y="153167"/>
                  </a:lnTo>
                  <a:lnTo>
                    <a:pt x="371508" y="152782"/>
                  </a:lnTo>
                  <a:lnTo>
                    <a:pt x="371372" y="152498"/>
                  </a:lnTo>
                  <a:lnTo>
                    <a:pt x="371169" y="152074"/>
                  </a:lnTo>
                  <a:lnTo>
                    <a:pt x="370592" y="151090"/>
                  </a:lnTo>
                  <a:lnTo>
                    <a:pt x="370280" y="151033"/>
                  </a:lnTo>
                  <a:lnTo>
                    <a:pt x="370067" y="151008"/>
                  </a:lnTo>
                  <a:lnTo>
                    <a:pt x="369784" y="150917"/>
                  </a:lnTo>
                  <a:lnTo>
                    <a:pt x="369651" y="150866"/>
                  </a:lnTo>
                  <a:lnTo>
                    <a:pt x="369491" y="150809"/>
                  </a:lnTo>
                  <a:lnTo>
                    <a:pt x="369344" y="150769"/>
                  </a:lnTo>
                  <a:lnTo>
                    <a:pt x="368825" y="150629"/>
                  </a:lnTo>
                  <a:lnTo>
                    <a:pt x="368552" y="150617"/>
                  </a:lnTo>
                  <a:lnTo>
                    <a:pt x="368106" y="150544"/>
                  </a:lnTo>
                  <a:lnTo>
                    <a:pt x="367814" y="150504"/>
                  </a:lnTo>
                  <a:lnTo>
                    <a:pt x="367396" y="150388"/>
                  </a:lnTo>
                  <a:lnTo>
                    <a:pt x="367037" y="150281"/>
                  </a:lnTo>
                  <a:lnTo>
                    <a:pt x="366698" y="150217"/>
                  </a:lnTo>
                  <a:lnTo>
                    <a:pt x="366440" y="150156"/>
                  </a:lnTo>
                  <a:lnTo>
                    <a:pt x="366030" y="149956"/>
                  </a:lnTo>
                  <a:lnTo>
                    <a:pt x="365878" y="149845"/>
                  </a:lnTo>
                  <a:lnTo>
                    <a:pt x="365701" y="149767"/>
                  </a:lnTo>
                  <a:lnTo>
                    <a:pt x="365182" y="149620"/>
                  </a:lnTo>
                  <a:lnTo>
                    <a:pt x="364870" y="149581"/>
                  </a:lnTo>
                  <a:lnTo>
                    <a:pt x="364710" y="149557"/>
                  </a:lnTo>
                  <a:lnTo>
                    <a:pt x="364449" y="149543"/>
                  </a:lnTo>
                  <a:lnTo>
                    <a:pt x="364187" y="149454"/>
                  </a:lnTo>
                  <a:lnTo>
                    <a:pt x="364002" y="149411"/>
                  </a:lnTo>
                  <a:lnTo>
                    <a:pt x="363431" y="149234"/>
                  </a:lnTo>
                  <a:lnTo>
                    <a:pt x="363146" y="149159"/>
                  </a:lnTo>
                  <a:lnTo>
                    <a:pt x="362858" y="149096"/>
                  </a:lnTo>
                  <a:lnTo>
                    <a:pt x="362590" y="149026"/>
                  </a:lnTo>
                  <a:lnTo>
                    <a:pt x="362356" y="148945"/>
                  </a:lnTo>
                  <a:lnTo>
                    <a:pt x="362210" y="148904"/>
                  </a:lnTo>
                  <a:lnTo>
                    <a:pt x="361899" y="148854"/>
                  </a:lnTo>
                  <a:lnTo>
                    <a:pt x="361199" y="148745"/>
                  </a:lnTo>
                  <a:lnTo>
                    <a:pt x="360704" y="148716"/>
                  </a:lnTo>
                  <a:lnTo>
                    <a:pt x="360543" y="148750"/>
                  </a:lnTo>
                  <a:lnTo>
                    <a:pt x="360388" y="148792"/>
                  </a:lnTo>
                  <a:lnTo>
                    <a:pt x="359919" y="148872"/>
                  </a:lnTo>
                  <a:lnTo>
                    <a:pt x="359754" y="148863"/>
                  </a:lnTo>
                  <a:lnTo>
                    <a:pt x="359602" y="148866"/>
                  </a:lnTo>
                  <a:lnTo>
                    <a:pt x="359294" y="148885"/>
                  </a:lnTo>
                  <a:lnTo>
                    <a:pt x="358953" y="148905"/>
                  </a:lnTo>
                  <a:lnTo>
                    <a:pt x="358526" y="148998"/>
                  </a:lnTo>
                  <a:lnTo>
                    <a:pt x="358257" y="149019"/>
                  </a:lnTo>
                  <a:lnTo>
                    <a:pt x="358118" y="149023"/>
                  </a:lnTo>
                  <a:lnTo>
                    <a:pt x="357925" y="149028"/>
                  </a:lnTo>
                  <a:lnTo>
                    <a:pt x="357733" y="149015"/>
                  </a:lnTo>
                  <a:lnTo>
                    <a:pt x="357208" y="149047"/>
                  </a:lnTo>
                  <a:lnTo>
                    <a:pt x="356923" y="149099"/>
                  </a:lnTo>
                  <a:lnTo>
                    <a:pt x="356337" y="149112"/>
                  </a:lnTo>
                  <a:lnTo>
                    <a:pt x="356158" y="149138"/>
                  </a:lnTo>
                  <a:lnTo>
                    <a:pt x="355561" y="149136"/>
                  </a:lnTo>
                  <a:lnTo>
                    <a:pt x="355219" y="149269"/>
                  </a:lnTo>
                  <a:lnTo>
                    <a:pt x="355041" y="149398"/>
                  </a:lnTo>
                  <a:lnTo>
                    <a:pt x="354849" y="149511"/>
                  </a:lnTo>
                  <a:lnTo>
                    <a:pt x="354492" y="149387"/>
                  </a:lnTo>
                  <a:lnTo>
                    <a:pt x="354252" y="149297"/>
                  </a:lnTo>
                  <a:lnTo>
                    <a:pt x="353443" y="149172"/>
                  </a:lnTo>
                  <a:lnTo>
                    <a:pt x="353271" y="149143"/>
                  </a:lnTo>
                  <a:lnTo>
                    <a:pt x="352727" y="148939"/>
                  </a:lnTo>
                  <a:lnTo>
                    <a:pt x="352395" y="149086"/>
                  </a:lnTo>
                  <a:lnTo>
                    <a:pt x="352469" y="149422"/>
                  </a:lnTo>
                  <a:lnTo>
                    <a:pt x="352487" y="149640"/>
                  </a:lnTo>
                  <a:lnTo>
                    <a:pt x="352521" y="149841"/>
                  </a:lnTo>
                  <a:lnTo>
                    <a:pt x="352583" y="149996"/>
                  </a:lnTo>
                  <a:lnTo>
                    <a:pt x="352681" y="150212"/>
                  </a:lnTo>
                  <a:lnTo>
                    <a:pt x="352835" y="150496"/>
                  </a:lnTo>
                  <a:lnTo>
                    <a:pt x="352925" y="150660"/>
                  </a:lnTo>
                  <a:lnTo>
                    <a:pt x="353145" y="150988"/>
                  </a:lnTo>
                  <a:lnTo>
                    <a:pt x="352389" y="160822"/>
                  </a:lnTo>
                  <a:lnTo>
                    <a:pt x="351487" y="161323"/>
                  </a:lnTo>
                  <a:lnTo>
                    <a:pt x="351060" y="161563"/>
                  </a:lnTo>
                  <a:lnTo>
                    <a:pt x="349811" y="162210"/>
                  </a:lnTo>
                  <a:lnTo>
                    <a:pt x="349013" y="162589"/>
                  </a:lnTo>
                  <a:lnTo>
                    <a:pt x="344758" y="166460"/>
                  </a:lnTo>
                  <a:lnTo>
                    <a:pt x="344600" y="166585"/>
                  </a:lnTo>
                  <a:lnTo>
                    <a:pt x="344319" y="166912"/>
                  </a:lnTo>
                  <a:lnTo>
                    <a:pt x="343005" y="161910"/>
                  </a:lnTo>
                  <a:lnTo>
                    <a:pt x="342298" y="162688"/>
                  </a:lnTo>
                  <a:lnTo>
                    <a:pt x="341689" y="163364"/>
                  </a:lnTo>
                  <a:lnTo>
                    <a:pt x="341483" y="163593"/>
                  </a:lnTo>
                  <a:lnTo>
                    <a:pt x="341300" y="163826"/>
                  </a:lnTo>
                  <a:lnTo>
                    <a:pt x="340957" y="164471"/>
                  </a:lnTo>
                  <a:lnTo>
                    <a:pt x="340809" y="164754"/>
                  </a:lnTo>
                  <a:lnTo>
                    <a:pt x="340399" y="165591"/>
                  </a:lnTo>
                  <a:lnTo>
                    <a:pt x="340267" y="165881"/>
                  </a:lnTo>
                  <a:lnTo>
                    <a:pt x="340207" y="166011"/>
                  </a:lnTo>
                  <a:lnTo>
                    <a:pt x="340103" y="166250"/>
                  </a:lnTo>
                  <a:lnTo>
                    <a:pt x="340004" y="166412"/>
                  </a:lnTo>
                  <a:lnTo>
                    <a:pt x="339868" y="166646"/>
                  </a:lnTo>
                  <a:lnTo>
                    <a:pt x="339745" y="166864"/>
                  </a:lnTo>
                  <a:lnTo>
                    <a:pt x="339666" y="166994"/>
                  </a:lnTo>
                  <a:lnTo>
                    <a:pt x="339553" y="167199"/>
                  </a:lnTo>
                  <a:lnTo>
                    <a:pt x="339441" y="167418"/>
                  </a:lnTo>
                  <a:lnTo>
                    <a:pt x="339288" y="167685"/>
                  </a:lnTo>
                  <a:lnTo>
                    <a:pt x="339158" y="167916"/>
                  </a:lnTo>
                  <a:lnTo>
                    <a:pt x="339053" y="168099"/>
                  </a:lnTo>
                  <a:lnTo>
                    <a:pt x="338935" y="168306"/>
                  </a:lnTo>
                  <a:lnTo>
                    <a:pt x="338850" y="168456"/>
                  </a:lnTo>
                  <a:lnTo>
                    <a:pt x="338770" y="168600"/>
                  </a:lnTo>
                  <a:lnTo>
                    <a:pt x="337639" y="172214"/>
                  </a:lnTo>
                  <a:lnTo>
                    <a:pt x="337738" y="172936"/>
                  </a:lnTo>
                  <a:lnTo>
                    <a:pt x="338277" y="187115"/>
                  </a:lnTo>
                  <a:lnTo>
                    <a:pt x="338112" y="187679"/>
                  </a:lnTo>
                  <a:lnTo>
                    <a:pt x="338321" y="197085"/>
                  </a:lnTo>
                  <a:lnTo>
                    <a:pt x="338405" y="197235"/>
                  </a:lnTo>
                  <a:lnTo>
                    <a:pt x="338443" y="197362"/>
                  </a:lnTo>
                  <a:lnTo>
                    <a:pt x="338430" y="197490"/>
                  </a:lnTo>
                  <a:lnTo>
                    <a:pt x="338402" y="197926"/>
                  </a:lnTo>
                  <a:lnTo>
                    <a:pt x="338327" y="198181"/>
                  </a:lnTo>
                  <a:lnTo>
                    <a:pt x="338325" y="198595"/>
                  </a:lnTo>
                  <a:lnTo>
                    <a:pt x="338054" y="198582"/>
                  </a:lnTo>
                  <a:lnTo>
                    <a:pt x="337785" y="198570"/>
                  </a:lnTo>
                  <a:lnTo>
                    <a:pt x="337629" y="198562"/>
                  </a:lnTo>
                  <a:lnTo>
                    <a:pt x="336669" y="198646"/>
                  </a:lnTo>
                  <a:lnTo>
                    <a:pt x="336095" y="198767"/>
                  </a:lnTo>
                  <a:lnTo>
                    <a:pt x="335727" y="198789"/>
                  </a:lnTo>
                  <a:lnTo>
                    <a:pt x="334658" y="198857"/>
                  </a:lnTo>
                  <a:lnTo>
                    <a:pt x="334159" y="198888"/>
                  </a:lnTo>
                  <a:lnTo>
                    <a:pt x="333821" y="198706"/>
                  </a:lnTo>
                  <a:lnTo>
                    <a:pt x="332363" y="197908"/>
                  </a:lnTo>
                  <a:lnTo>
                    <a:pt x="323686" y="192989"/>
                  </a:lnTo>
                  <a:lnTo>
                    <a:pt x="323490" y="193190"/>
                  </a:lnTo>
                  <a:lnTo>
                    <a:pt x="323177" y="193319"/>
                  </a:lnTo>
                  <a:lnTo>
                    <a:pt x="323032" y="193291"/>
                  </a:lnTo>
                  <a:lnTo>
                    <a:pt x="322867" y="193027"/>
                  </a:lnTo>
                  <a:lnTo>
                    <a:pt x="322992" y="192818"/>
                  </a:lnTo>
                  <a:lnTo>
                    <a:pt x="322898" y="192561"/>
                  </a:lnTo>
                  <a:lnTo>
                    <a:pt x="322862" y="192355"/>
                  </a:lnTo>
                  <a:lnTo>
                    <a:pt x="319597" y="190528"/>
                  </a:lnTo>
                  <a:lnTo>
                    <a:pt x="318661" y="190001"/>
                  </a:lnTo>
                  <a:lnTo>
                    <a:pt x="317770" y="189503"/>
                  </a:lnTo>
                  <a:lnTo>
                    <a:pt x="317508" y="189340"/>
                  </a:lnTo>
                  <a:lnTo>
                    <a:pt x="317302" y="189202"/>
                  </a:lnTo>
                  <a:lnTo>
                    <a:pt x="316630" y="188757"/>
                  </a:lnTo>
                  <a:lnTo>
                    <a:pt x="313671" y="186795"/>
                  </a:lnTo>
                  <a:lnTo>
                    <a:pt x="312444" y="185983"/>
                  </a:lnTo>
                  <a:lnTo>
                    <a:pt x="312134" y="185513"/>
                  </a:lnTo>
                  <a:lnTo>
                    <a:pt x="311948" y="185299"/>
                  </a:lnTo>
                  <a:lnTo>
                    <a:pt x="309699" y="184093"/>
                  </a:lnTo>
                  <a:lnTo>
                    <a:pt x="309434" y="183927"/>
                  </a:lnTo>
                  <a:lnTo>
                    <a:pt x="308953" y="183736"/>
                  </a:lnTo>
                  <a:lnTo>
                    <a:pt x="308816" y="183721"/>
                  </a:lnTo>
                  <a:lnTo>
                    <a:pt x="308605" y="183390"/>
                  </a:lnTo>
                  <a:lnTo>
                    <a:pt x="308897" y="183019"/>
                  </a:lnTo>
                  <a:lnTo>
                    <a:pt x="309035" y="182902"/>
                  </a:lnTo>
                  <a:lnTo>
                    <a:pt x="309210" y="182724"/>
                  </a:lnTo>
                  <a:lnTo>
                    <a:pt x="309338" y="182584"/>
                  </a:lnTo>
                  <a:lnTo>
                    <a:pt x="309447" y="182441"/>
                  </a:lnTo>
                  <a:lnTo>
                    <a:pt x="309757" y="182164"/>
                  </a:lnTo>
                  <a:lnTo>
                    <a:pt x="309897" y="182049"/>
                  </a:lnTo>
                  <a:lnTo>
                    <a:pt x="310025" y="181968"/>
                  </a:lnTo>
                  <a:lnTo>
                    <a:pt x="310131" y="181714"/>
                  </a:lnTo>
                  <a:lnTo>
                    <a:pt x="310126" y="181561"/>
                  </a:lnTo>
                  <a:lnTo>
                    <a:pt x="310121" y="181388"/>
                  </a:lnTo>
                  <a:lnTo>
                    <a:pt x="310076" y="181128"/>
                  </a:lnTo>
                  <a:lnTo>
                    <a:pt x="310050" y="180948"/>
                  </a:lnTo>
                  <a:lnTo>
                    <a:pt x="310045" y="180821"/>
                  </a:lnTo>
                  <a:lnTo>
                    <a:pt x="310081" y="180632"/>
                  </a:lnTo>
                  <a:lnTo>
                    <a:pt x="310106" y="180502"/>
                  </a:lnTo>
                  <a:lnTo>
                    <a:pt x="310032" y="180307"/>
                  </a:lnTo>
                  <a:lnTo>
                    <a:pt x="309877" y="180220"/>
                  </a:lnTo>
                  <a:lnTo>
                    <a:pt x="309699" y="180230"/>
                  </a:lnTo>
                  <a:lnTo>
                    <a:pt x="309452" y="180118"/>
                  </a:lnTo>
                  <a:lnTo>
                    <a:pt x="309332" y="179981"/>
                  </a:lnTo>
                  <a:lnTo>
                    <a:pt x="309289" y="179836"/>
                  </a:lnTo>
                  <a:lnTo>
                    <a:pt x="309294" y="179668"/>
                  </a:lnTo>
                  <a:lnTo>
                    <a:pt x="309429" y="174847"/>
                  </a:lnTo>
                  <a:lnTo>
                    <a:pt x="309359" y="174400"/>
                  </a:lnTo>
                  <a:lnTo>
                    <a:pt x="309333" y="174249"/>
                  </a:lnTo>
                  <a:lnTo>
                    <a:pt x="309096" y="173087"/>
                  </a:lnTo>
                  <a:lnTo>
                    <a:pt x="309053" y="172778"/>
                  </a:lnTo>
                  <a:lnTo>
                    <a:pt x="308742" y="172852"/>
                  </a:lnTo>
                  <a:lnTo>
                    <a:pt x="308591" y="172877"/>
                  </a:lnTo>
                  <a:lnTo>
                    <a:pt x="308353" y="172945"/>
                  </a:lnTo>
                  <a:lnTo>
                    <a:pt x="307653" y="173144"/>
                  </a:lnTo>
                  <a:lnTo>
                    <a:pt x="306362" y="173511"/>
                  </a:lnTo>
                  <a:lnTo>
                    <a:pt x="305561" y="173653"/>
                  </a:lnTo>
                  <a:lnTo>
                    <a:pt x="305021" y="173710"/>
                  </a:lnTo>
                  <a:lnTo>
                    <a:pt x="303991" y="173674"/>
                  </a:lnTo>
                  <a:lnTo>
                    <a:pt x="301948" y="173649"/>
                  </a:lnTo>
                  <a:lnTo>
                    <a:pt x="301179" y="173655"/>
                  </a:lnTo>
                  <a:lnTo>
                    <a:pt x="300849" y="173658"/>
                  </a:lnTo>
                  <a:lnTo>
                    <a:pt x="300304" y="173656"/>
                  </a:lnTo>
                  <a:lnTo>
                    <a:pt x="299007" y="173645"/>
                  </a:lnTo>
                  <a:lnTo>
                    <a:pt x="298019" y="173642"/>
                  </a:lnTo>
                  <a:lnTo>
                    <a:pt x="294897" y="174636"/>
                  </a:lnTo>
                  <a:lnTo>
                    <a:pt x="294674" y="174701"/>
                  </a:lnTo>
                  <a:lnTo>
                    <a:pt x="294095" y="174738"/>
                  </a:lnTo>
                  <a:lnTo>
                    <a:pt x="293540" y="174672"/>
                  </a:lnTo>
                  <a:lnTo>
                    <a:pt x="291185" y="173893"/>
                  </a:lnTo>
                  <a:lnTo>
                    <a:pt x="290965" y="173753"/>
                  </a:lnTo>
                  <a:lnTo>
                    <a:pt x="290786" y="173544"/>
                  </a:lnTo>
                  <a:lnTo>
                    <a:pt x="289379" y="171867"/>
                  </a:lnTo>
                  <a:lnTo>
                    <a:pt x="288734" y="171100"/>
                  </a:lnTo>
                  <a:lnTo>
                    <a:pt x="288596" y="170935"/>
                  </a:lnTo>
                  <a:lnTo>
                    <a:pt x="288272" y="170546"/>
                  </a:lnTo>
                  <a:lnTo>
                    <a:pt x="287704" y="170023"/>
                  </a:lnTo>
                  <a:lnTo>
                    <a:pt x="287107" y="169527"/>
                  </a:lnTo>
                  <a:lnTo>
                    <a:pt x="286876" y="169374"/>
                  </a:lnTo>
                  <a:lnTo>
                    <a:pt x="286661" y="169309"/>
                  </a:lnTo>
                  <a:lnTo>
                    <a:pt x="285400" y="169130"/>
                  </a:lnTo>
                  <a:lnTo>
                    <a:pt x="284565" y="168744"/>
                  </a:lnTo>
                  <a:lnTo>
                    <a:pt x="284429" y="168708"/>
                  </a:lnTo>
                  <a:lnTo>
                    <a:pt x="284268" y="168627"/>
                  </a:lnTo>
                  <a:lnTo>
                    <a:pt x="282509" y="164552"/>
                  </a:lnTo>
                  <a:lnTo>
                    <a:pt x="282497" y="164362"/>
                  </a:lnTo>
                  <a:lnTo>
                    <a:pt x="282417" y="164101"/>
                  </a:lnTo>
                  <a:lnTo>
                    <a:pt x="282408" y="163972"/>
                  </a:lnTo>
                  <a:lnTo>
                    <a:pt x="282475" y="163463"/>
                  </a:lnTo>
                  <a:lnTo>
                    <a:pt x="282500" y="163259"/>
                  </a:lnTo>
                  <a:lnTo>
                    <a:pt x="282521" y="163045"/>
                  </a:lnTo>
                  <a:lnTo>
                    <a:pt x="282543" y="162851"/>
                  </a:lnTo>
                  <a:lnTo>
                    <a:pt x="282564" y="162661"/>
                  </a:lnTo>
                  <a:lnTo>
                    <a:pt x="286515" y="153963"/>
                  </a:lnTo>
                  <a:lnTo>
                    <a:pt x="286558" y="153746"/>
                  </a:lnTo>
                  <a:lnTo>
                    <a:pt x="286563" y="153615"/>
                  </a:lnTo>
                  <a:lnTo>
                    <a:pt x="286451" y="153289"/>
                  </a:lnTo>
                  <a:lnTo>
                    <a:pt x="286352" y="153061"/>
                  </a:lnTo>
                  <a:lnTo>
                    <a:pt x="286108" y="152795"/>
                  </a:lnTo>
                  <a:lnTo>
                    <a:pt x="285798" y="152504"/>
                  </a:lnTo>
                  <a:lnTo>
                    <a:pt x="285441" y="152036"/>
                  </a:lnTo>
                  <a:lnTo>
                    <a:pt x="285368" y="151861"/>
                  </a:lnTo>
                  <a:lnTo>
                    <a:pt x="285316" y="151667"/>
                  </a:lnTo>
                  <a:lnTo>
                    <a:pt x="285346" y="151497"/>
                  </a:lnTo>
                  <a:lnTo>
                    <a:pt x="285371" y="150800"/>
                  </a:lnTo>
                  <a:lnTo>
                    <a:pt x="285245" y="150245"/>
                  </a:lnTo>
                  <a:lnTo>
                    <a:pt x="285216" y="150017"/>
                  </a:lnTo>
                  <a:lnTo>
                    <a:pt x="285120" y="149813"/>
                  </a:lnTo>
                  <a:lnTo>
                    <a:pt x="284969" y="149650"/>
                  </a:lnTo>
                  <a:lnTo>
                    <a:pt x="284761" y="149543"/>
                  </a:lnTo>
                  <a:lnTo>
                    <a:pt x="284558" y="149482"/>
                  </a:lnTo>
                  <a:lnTo>
                    <a:pt x="284344" y="149442"/>
                  </a:lnTo>
                  <a:lnTo>
                    <a:pt x="283923" y="149381"/>
                  </a:lnTo>
                  <a:lnTo>
                    <a:pt x="283497" y="149324"/>
                  </a:lnTo>
                  <a:lnTo>
                    <a:pt x="282880" y="149213"/>
                  </a:lnTo>
                  <a:lnTo>
                    <a:pt x="282483" y="149115"/>
                  </a:lnTo>
                  <a:lnTo>
                    <a:pt x="282005" y="149008"/>
                  </a:lnTo>
                  <a:lnTo>
                    <a:pt x="281501" y="148789"/>
                  </a:lnTo>
                  <a:lnTo>
                    <a:pt x="281070" y="148545"/>
                  </a:lnTo>
                  <a:lnTo>
                    <a:pt x="280565" y="148172"/>
                  </a:lnTo>
                  <a:lnTo>
                    <a:pt x="280207" y="147884"/>
                  </a:lnTo>
                  <a:lnTo>
                    <a:pt x="279931" y="147646"/>
                  </a:lnTo>
                  <a:lnTo>
                    <a:pt x="279547" y="147246"/>
                  </a:lnTo>
                  <a:lnTo>
                    <a:pt x="279262" y="146798"/>
                  </a:lnTo>
                  <a:lnTo>
                    <a:pt x="279013" y="146274"/>
                  </a:lnTo>
                  <a:lnTo>
                    <a:pt x="278931" y="146018"/>
                  </a:lnTo>
                  <a:lnTo>
                    <a:pt x="277783" y="144052"/>
                  </a:lnTo>
                  <a:lnTo>
                    <a:pt x="277784" y="143630"/>
                  </a:lnTo>
                  <a:lnTo>
                    <a:pt x="277314" y="141237"/>
                  </a:lnTo>
                  <a:lnTo>
                    <a:pt x="277652" y="140399"/>
                  </a:lnTo>
                  <a:lnTo>
                    <a:pt x="277728" y="140211"/>
                  </a:lnTo>
                  <a:lnTo>
                    <a:pt x="278091" y="138950"/>
                  </a:lnTo>
                  <a:lnTo>
                    <a:pt x="277934" y="138556"/>
                  </a:lnTo>
                  <a:lnTo>
                    <a:pt x="277861" y="138360"/>
                  </a:lnTo>
                  <a:lnTo>
                    <a:pt x="277785" y="138159"/>
                  </a:lnTo>
                  <a:lnTo>
                    <a:pt x="277656" y="137819"/>
                  </a:lnTo>
                  <a:lnTo>
                    <a:pt x="277475" y="137385"/>
                  </a:lnTo>
                  <a:lnTo>
                    <a:pt x="277339" y="137059"/>
                  </a:lnTo>
                  <a:lnTo>
                    <a:pt x="277267" y="136888"/>
                  </a:lnTo>
                  <a:lnTo>
                    <a:pt x="277193" y="136322"/>
                  </a:lnTo>
                  <a:lnTo>
                    <a:pt x="277151" y="136094"/>
                  </a:lnTo>
                  <a:lnTo>
                    <a:pt x="277107" y="135799"/>
                  </a:lnTo>
                  <a:lnTo>
                    <a:pt x="277076" y="135605"/>
                  </a:lnTo>
                  <a:lnTo>
                    <a:pt x="277037" y="135351"/>
                  </a:lnTo>
                  <a:lnTo>
                    <a:pt x="277005" y="135129"/>
                  </a:lnTo>
                  <a:lnTo>
                    <a:pt x="276952" y="134791"/>
                  </a:lnTo>
                  <a:lnTo>
                    <a:pt x="276900" y="134532"/>
                  </a:lnTo>
                  <a:lnTo>
                    <a:pt x="276843" y="134145"/>
                  </a:lnTo>
                  <a:lnTo>
                    <a:pt x="276798" y="133890"/>
                  </a:lnTo>
                  <a:lnTo>
                    <a:pt x="276615" y="133442"/>
                  </a:lnTo>
                  <a:lnTo>
                    <a:pt x="276348" y="133248"/>
                  </a:lnTo>
                  <a:lnTo>
                    <a:pt x="276082" y="133047"/>
                  </a:lnTo>
                  <a:lnTo>
                    <a:pt x="275693" y="132762"/>
                  </a:lnTo>
                  <a:lnTo>
                    <a:pt x="275115" y="132328"/>
                  </a:lnTo>
                  <a:lnTo>
                    <a:pt x="274934" y="132190"/>
                  </a:lnTo>
                  <a:lnTo>
                    <a:pt x="274438" y="131805"/>
                  </a:lnTo>
                  <a:lnTo>
                    <a:pt x="272501" y="128838"/>
                  </a:lnTo>
                  <a:lnTo>
                    <a:pt x="272514" y="128498"/>
                  </a:lnTo>
                  <a:lnTo>
                    <a:pt x="272527" y="128194"/>
                  </a:lnTo>
                  <a:lnTo>
                    <a:pt x="272538" y="128009"/>
                  </a:lnTo>
                  <a:lnTo>
                    <a:pt x="272548" y="127650"/>
                  </a:lnTo>
                  <a:lnTo>
                    <a:pt x="272562" y="127415"/>
                  </a:lnTo>
                  <a:lnTo>
                    <a:pt x="272568" y="126994"/>
                  </a:lnTo>
                  <a:lnTo>
                    <a:pt x="272586" y="126732"/>
                  </a:lnTo>
                  <a:lnTo>
                    <a:pt x="272596" y="126382"/>
                  </a:lnTo>
                  <a:lnTo>
                    <a:pt x="272601" y="126166"/>
                  </a:lnTo>
                  <a:lnTo>
                    <a:pt x="272609" y="125843"/>
                  </a:lnTo>
                  <a:lnTo>
                    <a:pt x="272640" y="125609"/>
                  </a:lnTo>
                  <a:lnTo>
                    <a:pt x="272645" y="125349"/>
                  </a:lnTo>
                  <a:lnTo>
                    <a:pt x="272662" y="125173"/>
                  </a:lnTo>
                  <a:lnTo>
                    <a:pt x="272686" y="124762"/>
                  </a:lnTo>
                  <a:lnTo>
                    <a:pt x="272722" y="124111"/>
                  </a:lnTo>
                  <a:lnTo>
                    <a:pt x="272870" y="123887"/>
                  </a:lnTo>
                  <a:lnTo>
                    <a:pt x="273165" y="123445"/>
                  </a:lnTo>
                  <a:lnTo>
                    <a:pt x="273423" y="123056"/>
                  </a:lnTo>
                  <a:lnTo>
                    <a:pt x="273728" y="122642"/>
                  </a:lnTo>
                  <a:lnTo>
                    <a:pt x="274472" y="121478"/>
                  </a:lnTo>
                  <a:lnTo>
                    <a:pt x="274652" y="120539"/>
                  </a:lnTo>
                  <a:lnTo>
                    <a:pt x="274731" y="120127"/>
                  </a:lnTo>
                  <a:lnTo>
                    <a:pt x="274810" y="119658"/>
                  </a:lnTo>
                  <a:lnTo>
                    <a:pt x="274839" y="119477"/>
                  </a:lnTo>
                  <a:lnTo>
                    <a:pt x="274890" y="119169"/>
                  </a:lnTo>
                  <a:lnTo>
                    <a:pt x="274911" y="119035"/>
                  </a:lnTo>
                  <a:lnTo>
                    <a:pt x="274932" y="118901"/>
                  </a:lnTo>
                  <a:lnTo>
                    <a:pt x="275170" y="117353"/>
                  </a:lnTo>
                  <a:lnTo>
                    <a:pt x="275392" y="115799"/>
                  </a:lnTo>
                  <a:lnTo>
                    <a:pt x="275429" y="115543"/>
                  </a:lnTo>
                  <a:lnTo>
                    <a:pt x="274807" y="114680"/>
                  </a:lnTo>
                  <a:lnTo>
                    <a:pt x="274432" y="114207"/>
                  </a:lnTo>
                  <a:lnTo>
                    <a:pt x="272565" y="111676"/>
                  </a:lnTo>
                  <a:lnTo>
                    <a:pt x="272001" y="110917"/>
                  </a:lnTo>
                  <a:lnTo>
                    <a:pt x="271747" y="110115"/>
                  </a:lnTo>
                  <a:lnTo>
                    <a:pt x="271501" y="109258"/>
                  </a:lnTo>
                  <a:lnTo>
                    <a:pt x="270861" y="107035"/>
                  </a:lnTo>
                  <a:lnTo>
                    <a:pt x="270568" y="106018"/>
                  </a:lnTo>
                  <a:lnTo>
                    <a:pt x="266071" y="104027"/>
                  </a:lnTo>
                  <a:lnTo>
                    <a:pt x="263908" y="103869"/>
                  </a:lnTo>
                  <a:lnTo>
                    <a:pt x="260408" y="102644"/>
                  </a:lnTo>
                  <a:lnTo>
                    <a:pt x="258665" y="99664"/>
                  </a:lnTo>
                  <a:lnTo>
                    <a:pt x="258073" y="98598"/>
                  </a:lnTo>
                  <a:lnTo>
                    <a:pt x="257946" y="98372"/>
                  </a:lnTo>
                  <a:lnTo>
                    <a:pt x="257799" y="98109"/>
                  </a:lnTo>
                  <a:lnTo>
                    <a:pt x="257807" y="97818"/>
                  </a:lnTo>
                  <a:lnTo>
                    <a:pt x="257818" y="97468"/>
                  </a:lnTo>
                  <a:lnTo>
                    <a:pt x="257816" y="97221"/>
                  </a:lnTo>
                  <a:lnTo>
                    <a:pt x="257819" y="96817"/>
                  </a:lnTo>
                  <a:lnTo>
                    <a:pt x="257316" y="96527"/>
                  </a:lnTo>
                  <a:lnTo>
                    <a:pt x="256733" y="96190"/>
                  </a:lnTo>
                  <a:lnTo>
                    <a:pt x="256624" y="95871"/>
                  </a:lnTo>
                  <a:lnTo>
                    <a:pt x="256437" y="95690"/>
                  </a:lnTo>
                  <a:lnTo>
                    <a:pt x="256152" y="95498"/>
                  </a:lnTo>
                  <a:lnTo>
                    <a:pt x="256077" y="95663"/>
                  </a:lnTo>
                  <a:lnTo>
                    <a:pt x="254109" y="94079"/>
                  </a:lnTo>
                  <a:lnTo>
                    <a:pt x="253706" y="93620"/>
                  </a:lnTo>
                  <a:lnTo>
                    <a:pt x="251738" y="91544"/>
                  </a:lnTo>
                  <a:lnTo>
                    <a:pt x="248205" y="89351"/>
                  </a:lnTo>
                  <a:lnTo>
                    <a:pt x="248008" y="89293"/>
                  </a:lnTo>
                  <a:lnTo>
                    <a:pt x="247741" y="89214"/>
                  </a:lnTo>
                  <a:lnTo>
                    <a:pt x="247340" y="89095"/>
                  </a:lnTo>
                  <a:lnTo>
                    <a:pt x="247212" y="89058"/>
                  </a:lnTo>
                  <a:lnTo>
                    <a:pt x="246753" y="88922"/>
                  </a:lnTo>
                  <a:lnTo>
                    <a:pt x="246400" y="88818"/>
                  </a:lnTo>
                  <a:lnTo>
                    <a:pt x="246109" y="88732"/>
                  </a:lnTo>
                  <a:lnTo>
                    <a:pt x="245824" y="88648"/>
                  </a:lnTo>
                  <a:lnTo>
                    <a:pt x="245519" y="88558"/>
                  </a:lnTo>
                  <a:lnTo>
                    <a:pt x="245299" y="88493"/>
                  </a:lnTo>
                  <a:lnTo>
                    <a:pt x="245095" y="88433"/>
                  </a:lnTo>
                  <a:lnTo>
                    <a:pt x="244947" y="88389"/>
                  </a:lnTo>
                  <a:lnTo>
                    <a:pt x="244768" y="88336"/>
                  </a:lnTo>
                  <a:lnTo>
                    <a:pt x="244483" y="88252"/>
                  </a:lnTo>
                  <a:lnTo>
                    <a:pt x="244197" y="88168"/>
                  </a:lnTo>
                  <a:lnTo>
                    <a:pt x="243963" y="88100"/>
                  </a:lnTo>
                  <a:lnTo>
                    <a:pt x="241586" y="86306"/>
                  </a:lnTo>
                  <a:lnTo>
                    <a:pt x="241434" y="86192"/>
                  </a:lnTo>
                  <a:lnTo>
                    <a:pt x="240983" y="85853"/>
                  </a:lnTo>
                  <a:lnTo>
                    <a:pt x="240618" y="85583"/>
                  </a:lnTo>
                  <a:lnTo>
                    <a:pt x="240390" y="85410"/>
                  </a:lnTo>
                  <a:lnTo>
                    <a:pt x="239460" y="84716"/>
                  </a:lnTo>
                  <a:lnTo>
                    <a:pt x="239065" y="84412"/>
                  </a:lnTo>
                  <a:lnTo>
                    <a:pt x="238771" y="84184"/>
                  </a:lnTo>
                  <a:lnTo>
                    <a:pt x="238252" y="83771"/>
                  </a:lnTo>
                  <a:lnTo>
                    <a:pt x="237700" y="83311"/>
                  </a:lnTo>
                  <a:lnTo>
                    <a:pt x="237595" y="82785"/>
                  </a:lnTo>
                  <a:lnTo>
                    <a:pt x="237147" y="82868"/>
                  </a:lnTo>
                  <a:lnTo>
                    <a:pt x="236771" y="82722"/>
                  </a:lnTo>
                  <a:lnTo>
                    <a:pt x="236534" y="82398"/>
                  </a:lnTo>
                  <a:lnTo>
                    <a:pt x="236284" y="82257"/>
                  </a:lnTo>
                  <a:lnTo>
                    <a:pt x="235954" y="82089"/>
                  </a:lnTo>
                  <a:lnTo>
                    <a:pt x="235466" y="81809"/>
                  </a:lnTo>
                  <a:lnTo>
                    <a:pt x="234672" y="81070"/>
                  </a:lnTo>
                  <a:lnTo>
                    <a:pt x="234519" y="80724"/>
                  </a:lnTo>
                  <a:lnTo>
                    <a:pt x="234536" y="80536"/>
                  </a:lnTo>
                  <a:lnTo>
                    <a:pt x="234264" y="80418"/>
                  </a:lnTo>
                  <a:lnTo>
                    <a:pt x="233664" y="80448"/>
                  </a:lnTo>
                  <a:lnTo>
                    <a:pt x="232548" y="79813"/>
                  </a:lnTo>
                  <a:lnTo>
                    <a:pt x="232248" y="79413"/>
                  </a:lnTo>
                  <a:lnTo>
                    <a:pt x="231299" y="79264"/>
                  </a:lnTo>
                  <a:lnTo>
                    <a:pt x="227720" y="76360"/>
                  </a:lnTo>
                  <a:lnTo>
                    <a:pt x="226089" y="75092"/>
                  </a:lnTo>
                  <a:lnTo>
                    <a:pt x="224944" y="74218"/>
                  </a:lnTo>
                  <a:lnTo>
                    <a:pt x="224256" y="73676"/>
                  </a:lnTo>
                  <a:lnTo>
                    <a:pt x="223776" y="73396"/>
                  </a:lnTo>
                  <a:lnTo>
                    <a:pt x="221757" y="72695"/>
                  </a:lnTo>
                  <a:lnTo>
                    <a:pt x="221804" y="72192"/>
                  </a:lnTo>
                  <a:lnTo>
                    <a:pt x="221906" y="71109"/>
                  </a:lnTo>
                  <a:lnTo>
                    <a:pt x="221307" y="70323"/>
                  </a:lnTo>
                  <a:lnTo>
                    <a:pt x="221103" y="69802"/>
                  </a:lnTo>
                  <a:lnTo>
                    <a:pt x="221107" y="69592"/>
                  </a:lnTo>
                  <a:lnTo>
                    <a:pt x="221088" y="69310"/>
                  </a:lnTo>
                  <a:lnTo>
                    <a:pt x="220959" y="68856"/>
                  </a:lnTo>
                  <a:lnTo>
                    <a:pt x="220158" y="68131"/>
                  </a:lnTo>
                  <a:lnTo>
                    <a:pt x="219977" y="68100"/>
                  </a:lnTo>
                  <a:lnTo>
                    <a:pt x="219651" y="67981"/>
                  </a:lnTo>
                  <a:lnTo>
                    <a:pt x="219713" y="67314"/>
                  </a:lnTo>
                  <a:lnTo>
                    <a:pt x="219587" y="67178"/>
                  </a:lnTo>
                  <a:lnTo>
                    <a:pt x="219389" y="66454"/>
                  </a:lnTo>
                  <a:lnTo>
                    <a:pt x="219280" y="66061"/>
                  </a:lnTo>
                  <a:lnTo>
                    <a:pt x="219231" y="65538"/>
                  </a:lnTo>
                  <a:lnTo>
                    <a:pt x="219132" y="65253"/>
                  </a:lnTo>
                  <a:lnTo>
                    <a:pt x="219071" y="64913"/>
                  </a:lnTo>
                  <a:lnTo>
                    <a:pt x="219176" y="64533"/>
                  </a:lnTo>
                  <a:lnTo>
                    <a:pt x="219239" y="64158"/>
                  </a:lnTo>
                  <a:lnTo>
                    <a:pt x="219342" y="64008"/>
                  </a:lnTo>
                  <a:lnTo>
                    <a:pt x="218908" y="63123"/>
                  </a:lnTo>
                  <a:lnTo>
                    <a:pt x="218566" y="62918"/>
                  </a:lnTo>
                  <a:lnTo>
                    <a:pt x="218189" y="62871"/>
                  </a:lnTo>
                  <a:lnTo>
                    <a:pt x="217228" y="62733"/>
                  </a:lnTo>
                  <a:lnTo>
                    <a:pt x="216288" y="62614"/>
                  </a:lnTo>
                  <a:lnTo>
                    <a:pt x="215983" y="62578"/>
                  </a:lnTo>
                  <a:lnTo>
                    <a:pt x="215761" y="62521"/>
                  </a:lnTo>
                  <a:lnTo>
                    <a:pt x="215343" y="62417"/>
                  </a:lnTo>
                  <a:lnTo>
                    <a:pt x="215035" y="62339"/>
                  </a:lnTo>
                  <a:lnTo>
                    <a:pt x="214807" y="62283"/>
                  </a:lnTo>
                  <a:lnTo>
                    <a:pt x="214367" y="62171"/>
                  </a:lnTo>
                  <a:lnTo>
                    <a:pt x="213803" y="62012"/>
                  </a:lnTo>
                  <a:lnTo>
                    <a:pt x="213362" y="61895"/>
                  </a:lnTo>
                  <a:lnTo>
                    <a:pt x="212707" y="61731"/>
                  </a:lnTo>
                  <a:lnTo>
                    <a:pt x="212228" y="61606"/>
                  </a:lnTo>
                  <a:lnTo>
                    <a:pt x="211201" y="61333"/>
                  </a:lnTo>
                  <a:lnTo>
                    <a:pt x="210348" y="61199"/>
                  </a:lnTo>
                  <a:lnTo>
                    <a:pt x="208989" y="60950"/>
                  </a:lnTo>
                  <a:lnTo>
                    <a:pt x="208353" y="60830"/>
                  </a:lnTo>
                  <a:lnTo>
                    <a:pt x="207635" y="60400"/>
                  </a:lnTo>
                  <a:lnTo>
                    <a:pt x="207183" y="60128"/>
                  </a:lnTo>
                  <a:lnTo>
                    <a:pt x="206631" y="59797"/>
                  </a:lnTo>
                  <a:lnTo>
                    <a:pt x="206354" y="59630"/>
                  </a:lnTo>
                  <a:lnTo>
                    <a:pt x="206091" y="59473"/>
                  </a:lnTo>
                  <a:lnTo>
                    <a:pt x="205627" y="59195"/>
                  </a:lnTo>
                  <a:lnTo>
                    <a:pt x="205089" y="58872"/>
                  </a:lnTo>
                  <a:lnTo>
                    <a:pt x="204497" y="58517"/>
                  </a:lnTo>
                  <a:lnTo>
                    <a:pt x="204171" y="58322"/>
                  </a:lnTo>
                  <a:lnTo>
                    <a:pt x="203877" y="58145"/>
                  </a:lnTo>
                  <a:lnTo>
                    <a:pt x="202592" y="57375"/>
                  </a:lnTo>
                  <a:lnTo>
                    <a:pt x="201749" y="56869"/>
                  </a:lnTo>
                  <a:lnTo>
                    <a:pt x="201490" y="56714"/>
                  </a:lnTo>
                  <a:lnTo>
                    <a:pt x="200910" y="56366"/>
                  </a:lnTo>
                  <a:lnTo>
                    <a:pt x="200326" y="56015"/>
                  </a:lnTo>
                  <a:lnTo>
                    <a:pt x="199666" y="55620"/>
                  </a:lnTo>
                  <a:lnTo>
                    <a:pt x="199249" y="55369"/>
                  </a:lnTo>
                  <a:lnTo>
                    <a:pt x="198766" y="55080"/>
                  </a:lnTo>
                  <a:lnTo>
                    <a:pt x="198324" y="54815"/>
                  </a:lnTo>
                  <a:lnTo>
                    <a:pt x="198010" y="54626"/>
                  </a:lnTo>
                  <a:lnTo>
                    <a:pt x="197601" y="54381"/>
                  </a:lnTo>
                  <a:lnTo>
                    <a:pt x="194946" y="53282"/>
                  </a:lnTo>
                  <a:lnTo>
                    <a:pt x="192379" y="52219"/>
                  </a:lnTo>
                  <a:lnTo>
                    <a:pt x="189632" y="50348"/>
                  </a:lnTo>
                  <a:lnTo>
                    <a:pt x="187245" y="48722"/>
                  </a:lnTo>
                  <a:lnTo>
                    <a:pt x="187619" y="48097"/>
                  </a:lnTo>
                  <a:lnTo>
                    <a:pt x="187769" y="47857"/>
                  </a:lnTo>
                  <a:lnTo>
                    <a:pt x="187328" y="47466"/>
                  </a:lnTo>
                  <a:lnTo>
                    <a:pt x="186794" y="46998"/>
                  </a:lnTo>
                  <a:lnTo>
                    <a:pt x="186621" y="46851"/>
                  </a:lnTo>
                  <a:lnTo>
                    <a:pt x="185974" y="46275"/>
                  </a:lnTo>
                  <a:lnTo>
                    <a:pt x="185409" y="45770"/>
                  </a:lnTo>
                  <a:lnTo>
                    <a:pt x="184428" y="44905"/>
                  </a:lnTo>
                  <a:lnTo>
                    <a:pt x="185030" y="41178"/>
                  </a:lnTo>
                  <a:lnTo>
                    <a:pt x="184912" y="40903"/>
                  </a:lnTo>
                  <a:lnTo>
                    <a:pt x="184425" y="39765"/>
                  </a:lnTo>
                  <a:lnTo>
                    <a:pt x="184585" y="39427"/>
                  </a:lnTo>
                  <a:lnTo>
                    <a:pt x="184482" y="38801"/>
                  </a:lnTo>
                  <a:lnTo>
                    <a:pt x="184425" y="38353"/>
                  </a:lnTo>
                  <a:lnTo>
                    <a:pt x="183780" y="37766"/>
                  </a:lnTo>
                  <a:lnTo>
                    <a:pt x="183311" y="37331"/>
                  </a:lnTo>
                  <a:lnTo>
                    <a:pt x="182889" y="36786"/>
                  </a:lnTo>
                  <a:lnTo>
                    <a:pt x="182379" y="36109"/>
                  </a:lnTo>
                  <a:lnTo>
                    <a:pt x="182200" y="35877"/>
                  </a:lnTo>
                  <a:lnTo>
                    <a:pt x="182190" y="35555"/>
                  </a:lnTo>
                  <a:lnTo>
                    <a:pt x="182191" y="35294"/>
                  </a:lnTo>
                  <a:lnTo>
                    <a:pt x="182132" y="34957"/>
                  </a:lnTo>
                  <a:lnTo>
                    <a:pt x="181417" y="34218"/>
                  </a:lnTo>
                  <a:lnTo>
                    <a:pt x="181022" y="33810"/>
                  </a:lnTo>
                  <a:lnTo>
                    <a:pt x="180244" y="32999"/>
                  </a:lnTo>
                  <a:lnTo>
                    <a:pt x="179315" y="32043"/>
                  </a:lnTo>
                  <a:lnTo>
                    <a:pt x="178759" y="31394"/>
                  </a:lnTo>
                  <a:lnTo>
                    <a:pt x="177184" y="30995"/>
                  </a:lnTo>
                  <a:lnTo>
                    <a:pt x="177095" y="30718"/>
                  </a:lnTo>
                  <a:lnTo>
                    <a:pt x="177019" y="30481"/>
                  </a:lnTo>
                  <a:lnTo>
                    <a:pt x="176930" y="30206"/>
                  </a:lnTo>
                  <a:lnTo>
                    <a:pt x="176876" y="30046"/>
                  </a:lnTo>
                  <a:lnTo>
                    <a:pt x="176808" y="29830"/>
                  </a:lnTo>
                  <a:lnTo>
                    <a:pt x="176719" y="29555"/>
                  </a:lnTo>
                  <a:lnTo>
                    <a:pt x="176642" y="29323"/>
                  </a:lnTo>
                  <a:lnTo>
                    <a:pt x="176528" y="29120"/>
                  </a:lnTo>
                  <a:lnTo>
                    <a:pt x="176403" y="28893"/>
                  </a:lnTo>
                  <a:lnTo>
                    <a:pt x="176281" y="28674"/>
                  </a:lnTo>
                  <a:lnTo>
                    <a:pt x="176200" y="28532"/>
                  </a:lnTo>
                  <a:lnTo>
                    <a:pt x="176105" y="28361"/>
                  </a:lnTo>
                  <a:lnTo>
                    <a:pt x="175960" y="28260"/>
                  </a:lnTo>
                  <a:lnTo>
                    <a:pt x="175767" y="28122"/>
                  </a:lnTo>
                  <a:lnTo>
                    <a:pt x="175602" y="28003"/>
                  </a:lnTo>
                  <a:lnTo>
                    <a:pt x="175334" y="27763"/>
                  </a:lnTo>
                  <a:lnTo>
                    <a:pt x="175182" y="27601"/>
                  </a:lnTo>
                  <a:lnTo>
                    <a:pt x="175057" y="27466"/>
                  </a:lnTo>
                  <a:lnTo>
                    <a:pt x="174937" y="27333"/>
                  </a:lnTo>
                  <a:lnTo>
                    <a:pt x="174752" y="27143"/>
                  </a:lnTo>
                  <a:lnTo>
                    <a:pt x="174515" y="26901"/>
                  </a:lnTo>
                  <a:lnTo>
                    <a:pt x="174078" y="26385"/>
                  </a:lnTo>
                  <a:lnTo>
                    <a:pt x="173932" y="26336"/>
                  </a:lnTo>
                  <a:lnTo>
                    <a:pt x="173787" y="26282"/>
                  </a:lnTo>
                  <a:lnTo>
                    <a:pt x="173602" y="26219"/>
                  </a:lnTo>
                  <a:lnTo>
                    <a:pt x="173398" y="26145"/>
                  </a:lnTo>
                  <a:lnTo>
                    <a:pt x="173238" y="26087"/>
                  </a:lnTo>
                  <a:lnTo>
                    <a:pt x="173075" y="26028"/>
                  </a:lnTo>
                  <a:lnTo>
                    <a:pt x="172673" y="25883"/>
                  </a:lnTo>
                  <a:lnTo>
                    <a:pt x="172520" y="25830"/>
                  </a:lnTo>
                  <a:lnTo>
                    <a:pt x="172322" y="25761"/>
                  </a:lnTo>
                  <a:lnTo>
                    <a:pt x="172164" y="25702"/>
                  </a:lnTo>
                  <a:lnTo>
                    <a:pt x="171945" y="25626"/>
                  </a:lnTo>
                  <a:lnTo>
                    <a:pt x="171767" y="25529"/>
                  </a:lnTo>
                  <a:lnTo>
                    <a:pt x="171573" y="25425"/>
                  </a:lnTo>
                  <a:lnTo>
                    <a:pt x="171436" y="25351"/>
                  </a:lnTo>
                  <a:lnTo>
                    <a:pt x="171210" y="25130"/>
                  </a:lnTo>
                  <a:lnTo>
                    <a:pt x="170294" y="25112"/>
                  </a:lnTo>
                  <a:lnTo>
                    <a:pt x="169955" y="25140"/>
                  </a:lnTo>
                  <a:lnTo>
                    <a:pt x="169815" y="25010"/>
                  </a:lnTo>
                  <a:lnTo>
                    <a:pt x="169734" y="24830"/>
                  </a:lnTo>
                  <a:lnTo>
                    <a:pt x="169716" y="24440"/>
                  </a:lnTo>
                  <a:lnTo>
                    <a:pt x="169767" y="24178"/>
                  </a:lnTo>
                  <a:lnTo>
                    <a:pt x="169675" y="23926"/>
                  </a:lnTo>
                  <a:lnTo>
                    <a:pt x="169690" y="23634"/>
                  </a:lnTo>
                  <a:lnTo>
                    <a:pt x="169693" y="23477"/>
                  </a:lnTo>
                  <a:lnTo>
                    <a:pt x="168853" y="23386"/>
                  </a:lnTo>
                  <a:lnTo>
                    <a:pt x="168194" y="23326"/>
                  </a:lnTo>
                  <a:lnTo>
                    <a:pt x="167319" y="22891"/>
                  </a:lnTo>
                  <a:lnTo>
                    <a:pt x="165840" y="22160"/>
                  </a:lnTo>
                  <a:lnTo>
                    <a:pt x="165693" y="22168"/>
                  </a:lnTo>
                  <a:lnTo>
                    <a:pt x="165380" y="22193"/>
                  </a:lnTo>
                  <a:lnTo>
                    <a:pt x="165171" y="22295"/>
                  </a:lnTo>
                  <a:lnTo>
                    <a:pt x="164678" y="22534"/>
                  </a:lnTo>
                  <a:lnTo>
                    <a:pt x="164008" y="22858"/>
                  </a:lnTo>
                  <a:lnTo>
                    <a:pt x="163622" y="22850"/>
                  </a:lnTo>
                  <a:lnTo>
                    <a:pt x="163398" y="22776"/>
                  </a:lnTo>
                  <a:lnTo>
                    <a:pt x="162980" y="22636"/>
                  </a:lnTo>
                  <a:lnTo>
                    <a:pt x="162797" y="22575"/>
                  </a:lnTo>
                  <a:lnTo>
                    <a:pt x="162403" y="22550"/>
                  </a:lnTo>
                  <a:lnTo>
                    <a:pt x="162265" y="22534"/>
                  </a:lnTo>
                  <a:lnTo>
                    <a:pt x="162138" y="22514"/>
                  </a:lnTo>
                  <a:lnTo>
                    <a:pt x="161863" y="22473"/>
                  </a:lnTo>
                  <a:lnTo>
                    <a:pt x="161627" y="22384"/>
                  </a:lnTo>
                  <a:lnTo>
                    <a:pt x="161276" y="22252"/>
                  </a:lnTo>
                  <a:lnTo>
                    <a:pt x="161108" y="22188"/>
                  </a:lnTo>
                  <a:lnTo>
                    <a:pt x="160845" y="22033"/>
                  </a:lnTo>
                  <a:lnTo>
                    <a:pt x="160683" y="21908"/>
                  </a:lnTo>
                  <a:lnTo>
                    <a:pt x="160553" y="21812"/>
                  </a:lnTo>
                  <a:lnTo>
                    <a:pt x="160387" y="21455"/>
                  </a:lnTo>
                  <a:lnTo>
                    <a:pt x="160212" y="21071"/>
                  </a:lnTo>
                  <a:lnTo>
                    <a:pt x="159894" y="20382"/>
                  </a:lnTo>
                  <a:lnTo>
                    <a:pt x="159820" y="20244"/>
                  </a:lnTo>
                  <a:lnTo>
                    <a:pt x="159438" y="19766"/>
                  </a:lnTo>
                  <a:lnTo>
                    <a:pt x="159151" y="19578"/>
                  </a:lnTo>
                  <a:lnTo>
                    <a:pt x="158825" y="19466"/>
                  </a:lnTo>
                  <a:lnTo>
                    <a:pt x="158522" y="19361"/>
                  </a:lnTo>
                  <a:lnTo>
                    <a:pt x="158364" y="19308"/>
                  </a:lnTo>
                  <a:lnTo>
                    <a:pt x="150929" y="13071"/>
                  </a:lnTo>
                  <a:lnTo>
                    <a:pt x="150822" y="12781"/>
                  </a:lnTo>
                  <a:lnTo>
                    <a:pt x="150230" y="11165"/>
                  </a:lnTo>
                  <a:lnTo>
                    <a:pt x="149805" y="10356"/>
                  </a:lnTo>
                  <a:lnTo>
                    <a:pt x="144367" y="0"/>
                  </a:lnTo>
                  <a:lnTo>
                    <a:pt x="138703" y="2346"/>
                  </a:lnTo>
                  <a:lnTo>
                    <a:pt x="135899" y="4285"/>
                  </a:lnTo>
                  <a:lnTo>
                    <a:pt x="130298" y="9336"/>
                  </a:lnTo>
                  <a:lnTo>
                    <a:pt x="133670" y="10923"/>
                  </a:lnTo>
                  <a:lnTo>
                    <a:pt x="139039" y="16114"/>
                  </a:lnTo>
                  <a:lnTo>
                    <a:pt x="138484" y="16924"/>
                  </a:lnTo>
                  <a:lnTo>
                    <a:pt x="137469" y="18400"/>
                  </a:lnTo>
                  <a:lnTo>
                    <a:pt x="136764" y="19427"/>
                  </a:lnTo>
                  <a:lnTo>
                    <a:pt x="136352" y="20023"/>
                  </a:lnTo>
                  <a:lnTo>
                    <a:pt x="136100" y="20392"/>
                  </a:lnTo>
                  <a:lnTo>
                    <a:pt x="136021" y="20562"/>
                  </a:lnTo>
                  <a:lnTo>
                    <a:pt x="135932" y="20728"/>
                  </a:lnTo>
                  <a:lnTo>
                    <a:pt x="135685" y="21188"/>
                  </a:lnTo>
                  <a:lnTo>
                    <a:pt x="135135" y="22211"/>
                  </a:lnTo>
                  <a:lnTo>
                    <a:pt x="134845" y="22756"/>
                  </a:lnTo>
                  <a:lnTo>
                    <a:pt x="134718" y="22712"/>
                  </a:lnTo>
                  <a:lnTo>
                    <a:pt x="134367" y="22595"/>
                  </a:lnTo>
                  <a:lnTo>
                    <a:pt x="133738" y="22382"/>
                  </a:lnTo>
                  <a:lnTo>
                    <a:pt x="133423" y="22280"/>
                  </a:lnTo>
                  <a:lnTo>
                    <a:pt x="133120" y="22272"/>
                  </a:lnTo>
                  <a:lnTo>
                    <a:pt x="132517" y="22254"/>
                  </a:lnTo>
                  <a:lnTo>
                    <a:pt x="131957" y="22242"/>
                  </a:lnTo>
                  <a:lnTo>
                    <a:pt x="131344" y="22224"/>
                  </a:lnTo>
                  <a:lnTo>
                    <a:pt x="130937" y="22214"/>
                  </a:lnTo>
                  <a:lnTo>
                    <a:pt x="130888" y="22346"/>
                  </a:lnTo>
                  <a:lnTo>
                    <a:pt x="130878" y="22593"/>
                  </a:lnTo>
                  <a:lnTo>
                    <a:pt x="130726" y="22603"/>
                  </a:lnTo>
                  <a:lnTo>
                    <a:pt x="130522" y="22735"/>
                  </a:lnTo>
                  <a:lnTo>
                    <a:pt x="130107" y="23074"/>
                  </a:lnTo>
                  <a:lnTo>
                    <a:pt x="129977" y="23199"/>
                  </a:lnTo>
                  <a:lnTo>
                    <a:pt x="129723" y="23438"/>
                  </a:lnTo>
                  <a:lnTo>
                    <a:pt x="129708" y="23684"/>
                  </a:lnTo>
                  <a:lnTo>
                    <a:pt x="129690" y="23903"/>
                  </a:lnTo>
                  <a:lnTo>
                    <a:pt x="129654" y="24333"/>
                  </a:lnTo>
                  <a:lnTo>
                    <a:pt x="129624" y="24761"/>
                  </a:lnTo>
                  <a:lnTo>
                    <a:pt x="129781" y="24982"/>
                  </a:lnTo>
                  <a:lnTo>
                    <a:pt x="130206" y="25540"/>
                  </a:lnTo>
                  <a:lnTo>
                    <a:pt x="130451" y="25771"/>
                  </a:lnTo>
                  <a:lnTo>
                    <a:pt x="130904" y="26201"/>
                  </a:lnTo>
                  <a:lnTo>
                    <a:pt x="131075" y="26355"/>
                  </a:lnTo>
                  <a:lnTo>
                    <a:pt x="131041" y="26568"/>
                  </a:lnTo>
                  <a:lnTo>
                    <a:pt x="130809" y="27367"/>
                  </a:lnTo>
                  <a:lnTo>
                    <a:pt x="130644" y="27934"/>
                  </a:lnTo>
                  <a:lnTo>
                    <a:pt x="130484" y="28481"/>
                  </a:lnTo>
                  <a:lnTo>
                    <a:pt x="130318" y="29043"/>
                  </a:lnTo>
                  <a:lnTo>
                    <a:pt x="130158" y="29603"/>
                  </a:lnTo>
                  <a:lnTo>
                    <a:pt x="129993" y="30168"/>
                  </a:lnTo>
                  <a:lnTo>
                    <a:pt x="129835" y="30708"/>
                  </a:lnTo>
                  <a:lnTo>
                    <a:pt x="129667" y="31293"/>
                  </a:lnTo>
                  <a:lnTo>
                    <a:pt x="129504" y="31853"/>
                  </a:lnTo>
                  <a:lnTo>
                    <a:pt x="129331" y="32443"/>
                  </a:lnTo>
                  <a:lnTo>
                    <a:pt x="129163" y="33018"/>
                  </a:lnTo>
                  <a:lnTo>
                    <a:pt x="129066" y="33356"/>
                  </a:lnTo>
                  <a:lnTo>
                    <a:pt x="129005" y="33563"/>
                  </a:lnTo>
                  <a:lnTo>
                    <a:pt x="128967" y="33692"/>
                  </a:lnTo>
                  <a:lnTo>
                    <a:pt x="128817" y="33575"/>
                  </a:lnTo>
                  <a:lnTo>
                    <a:pt x="128636" y="33438"/>
                  </a:lnTo>
                  <a:lnTo>
                    <a:pt x="128400" y="33306"/>
                  </a:lnTo>
                  <a:lnTo>
                    <a:pt x="128082" y="33214"/>
                  </a:lnTo>
                  <a:lnTo>
                    <a:pt x="127583" y="33074"/>
                  </a:lnTo>
                  <a:lnTo>
                    <a:pt x="127054" y="32921"/>
                  </a:lnTo>
                  <a:lnTo>
                    <a:pt x="126924" y="32931"/>
                  </a:lnTo>
                  <a:lnTo>
                    <a:pt x="126453" y="32967"/>
                  </a:lnTo>
                  <a:lnTo>
                    <a:pt x="125784" y="33015"/>
                  </a:lnTo>
                  <a:lnTo>
                    <a:pt x="125629" y="33005"/>
                  </a:lnTo>
                  <a:lnTo>
                    <a:pt x="125242" y="32982"/>
                  </a:lnTo>
                  <a:lnTo>
                    <a:pt x="124646" y="32942"/>
                  </a:lnTo>
                  <a:lnTo>
                    <a:pt x="124079" y="32901"/>
                  </a:lnTo>
                  <a:lnTo>
                    <a:pt x="123608" y="32873"/>
                  </a:lnTo>
                  <a:lnTo>
                    <a:pt x="123239" y="32250"/>
                  </a:lnTo>
                  <a:lnTo>
                    <a:pt x="122932" y="31730"/>
                  </a:lnTo>
                  <a:lnTo>
                    <a:pt x="122641" y="31239"/>
                  </a:lnTo>
                  <a:lnTo>
                    <a:pt x="122339" y="30733"/>
                  </a:lnTo>
                  <a:lnTo>
                    <a:pt x="122051" y="30247"/>
                  </a:lnTo>
                  <a:lnTo>
                    <a:pt x="121934" y="30048"/>
                  </a:lnTo>
                  <a:lnTo>
                    <a:pt x="121624" y="29842"/>
                  </a:lnTo>
                  <a:lnTo>
                    <a:pt x="121130" y="29519"/>
                  </a:lnTo>
                  <a:lnTo>
                    <a:pt x="120629" y="29191"/>
                  </a:lnTo>
                  <a:lnTo>
                    <a:pt x="120178" y="28893"/>
                  </a:lnTo>
                  <a:lnTo>
                    <a:pt x="119893" y="28707"/>
                  </a:lnTo>
                  <a:lnTo>
                    <a:pt x="119904" y="28949"/>
                  </a:lnTo>
                  <a:lnTo>
                    <a:pt x="119843" y="29171"/>
                  </a:lnTo>
                  <a:lnTo>
                    <a:pt x="119652" y="29508"/>
                  </a:lnTo>
                  <a:lnTo>
                    <a:pt x="119542" y="29662"/>
                  </a:lnTo>
                  <a:lnTo>
                    <a:pt x="119362" y="29791"/>
                  </a:lnTo>
                  <a:lnTo>
                    <a:pt x="119069" y="30003"/>
                  </a:lnTo>
                  <a:lnTo>
                    <a:pt x="118290" y="30560"/>
                  </a:lnTo>
                  <a:lnTo>
                    <a:pt x="117662" y="31013"/>
                  </a:lnTo>
                  <a:lnTo>
                    <a:pt x="117448" y="31165"/>
                  </a:lnTo>
                  <a:lnTo>
                    <a:pt x="117229" y="31461"/>
                  </a:lnTo>
                  <a:lnTo>
                    <a:pt x="116855" y="31967"/>
                  </a:lnTo>
                  <a:lnTo>
                    <a:pt x="116504" y="32435"/>
                  </a:lnTo>
                  <a:lnTo>
                    <a:pt x="116313" y="32695"/>
                  </a:lnTo>
                  <a:lnTo>
                    <a:pt x="115993" y="33125"/>
                  </a:lnTo>
                  <a:lnTo>
                    <a:pt x="115468" y="33827"/>
                  </a:lnTo>
                  <a:lnTo>
                    <a:pt x="115143" y="34275"/>
                  </a:lnTo>
                  <a:lnTo>
                    <a:pt x="114792" y="34743"/>
                  </a:lnTo>
                  <a:lnTo>
                    <a:pt x="114478" y="35165"/>
                  </a:lnTo>
                  <a:lnTo>
                    <a:pt x="114066" y="35718"/>
                  </a:lnTo>
                  <a:lnTo>
                    <a:pt x="113725" y="36181"/>
                  </a:lnTo>
                  <a:lnTo>
                    <a:pt x="113356" y="36677"/>
                  </a:lnTo>
                  <a:lnTo>
                    <a:pt x="112641" y="37644"/>
                  </a:lnTo>
                  <a:lnTo>
                    <a:pt x="112186" y="38255"/>
                  </a:lnTo>
                  <a:lnTo>
                    <a:pt x="111695" y="38919"/>
                  </a:lnTo>
                  <a:lnTo>
                    <a:pt x="110929" y="39947"/>
                  </a:lnTo>
                  <a:lnTo>
                    <a:pt x="110570" y="40433"/>
                  </a:lnTo>
                  <a:lnTo>
                    <a:pt x="110333" y="40748"/>
                  </a:lnTo>
                  <a:lnTo>
                    <a:pt x="110122" y="41033"/>
                  </a:lnTo>
                  <a:lnTo>
                    <a:pt x="109847" y="41400"/>
                  </a:lnTo>
                  <a:lnTo>
                    <a:pt x="107868" y="44023"/>
                  </a:lnTo>
                  <a:lnTo>
                    <a:pt x="101702" y="52196"/>
                  </a:lnTo>
                  <a:lnTo>
                    <a:pt x="93596" y="48921"/>
                  </a:lnTo>
                  <a:lnTo>
                    <a:pt x="87293" y="49494"/>
                  </a:lnTo>
                  <a:lnTo>
                    <a:pt x="84639" y="45672"/>
                  </a:lnTo>
                  <a:lnTo>
                    <a:pt x="83906" y="44883"/>
                  </a:lnTo>
                  <a:lnTo>
                    <a:pt x="82517" y="43379"/>
                  </a:lnTo>
                  <a:lnTo>
                    <a:pt x="81886" y="42700"/>
                  </a:lnTo>
                  <a:lnTo>
                    <a:pt x="80394" y="41092"/>
                  </a:lnTo>
                  <a:lnTo>
                    <a:pt x="76486" y="41842"/>
                  </a:lnTo>
                  <a:lnTo>
                    <a:pt x="69102" y="47654"/>
                  </a:lnTo>
                  <a:close/>
                </a:path>
              </a:pathLst>
            </a:custGeom>
            <a:solidFill>
              <a:srgbClr val="CCDFE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g8"/>
            <p:cNvSpPr/>
            <p:nvPr/>
          </p:nvSpPr>
          <p:spPr>
            <a:xfrm>
              <a:off x="3099789" y="5254176"/>
              <a:ext cx="387266" cy="467467"/>
            </a:xfrm>
            <a:custGeom>
              <a:avLst/>
              <a:pathLst>
                <a:path w="387266" h="467467">
                  <a:moveTo>
                    <a:pt x="273461" y="384270"/>
                  </a:moveTo>
                  <a:lnTo>
                    <a:pt x="273828" y="385115"/>
                  </a:lnTo>
                  <a:lnTo>
                    <a:pt x="273955" y="385540"/>
                  </a:lnTo>
                  <a:lnTo>
                    <a:pt x="274140" y="386011"/>
                  </a:lnTo>
                  <a:lnTo>
                    <a:pt x="274203" y="386155"/>
                  </a:lnTo>
                  <a:lnTo>
                    <a:pt x="274340" y="386530"/>
                  </a:lnTo>
                  <a:lnTo>
                    <a:pt x="274425" y="386820"/>
                  </a:lnTo>
                  <a:lnTo>
                    <a:pt x="274474" y="387066"/>
                  </a:lnTo>
                  <a:lnTo>
                    <a:pt x="274658" y="387470"/>
                  </a:lnTo>
                  <a:lnTo>
                    <a:pt x="274790" y="387782"/>
                  </a:lnTo>
                  <a:lnTo>
                    <a:pt x="275028" y="388246"/>
                  </a:lnTo>
                  <a:lnTo>
                    <a:pt x="275076" y="388762"/>
                  </a:lnTo>
                  <a:lnTo>
                    <a:pt x="275103" y="389052"/>
                  </a:lnTo>
                  <a:lnTo>
                    <a:pt x="275132" y="389475"/>
                  </a:lnTo>
                  <a:lnTo>
                    <a:pt x="275235" y="390261"/>
                  </a:lnTo>
                  <a:lnTo>
                    <a:pt x="275260" y="390448"/>
                  </a:lnTo>
                  <a:lnTo>
                    <a:pt x="275283" y="390627"/>
                  </a:lnTo>
                  <a:lnTo>
                    <a:pt x="275348" y="391124"/>
                  </a:lnTo>
                  <a:lnTo>
                    <a:pt x="275501" y="392105"/>
                  </a:lnTo>
                  <a:lnTo>
                    <a:pt x="275571" y="392603"/>
                  </a:lnTo>
                  <a:lnTo>
                    <a:pt x="275588" y="392776"/>
                  </a:lnTo>
                  <a:lnTo>
                    <a:pt x="275623" y="392928"/>
                  </a:lnTo>
                  <a:lnTo>
                    <a:pt x="275708" y="393326"/>
                  </a:lnTo>
                  <a:lnTo>
                    <a:pt x="275674" y="393467"/>
                  </a:lnTo>
                  <a:lnTo>
                    <a:pt x="275660" y="393707"/>
                  </a:lnTo>
                  <a:lnTo>
                    <a:pt x="275703" y="394127"/>
                  </a:lnTo>
                  <a:lnTo>
                    <a:pt x="275703" y="394261"/>
                  </a:lnTo>
                  <a:lnTo>
                    <a:pt x="275693" y="394503"/>
                  </a:lnTo>
                  <a:lnTo>
                    <a:pt x="275641" y="395149"/>
                  </a:lnTo>
                  <a:lnTo>
                    <a:pt x="275599" y="395873"/>
                  </a:lnTo>
                  <a:lnTo>
                    <a:pt x="275586" y="396017"/>
                  </a:lnTo>
                  <a:lnTo>
                    <a:pt x="275583" y="396148"/>
                  </a:lnTo>
                  <a:lnTo>
                    <a:pt x="275558" y="396295"/>
                  </a:lnTo>
                  <a:lnTo>
                    <a:pt x="275543" y="396491"/>
                  </a:lnTo>
                  <a:lnTo>
                    <a:pt x="275534" y="396655"/>
                  </a:lnTo>
                  <a:lnTo>
                    <a:pt x="275513" y="396821"/>
                  </a:lnTo>
                  <a:lnTo>
                    <a:pt x="275500" y="397079"/>
                  </a:lnTo>
                  <a:lnTo>
                    <a:pt x="275484" y="397223"/>
                  </a:lnTo>
                  <a:lnTo>
                    <a:pt x="275466" y="397361"/>
                  </a:lnTo>
                  <a:lnTo>
                    <a:pt x="275447" y="397557"/>
                  </a:lnTo>
                  <a:lnTo>
                    <a:pt x="275431" y="397835"/>
                  </a:lnTo>
                  <a:lnTo>
                    <a:pt x="275358" y="398212"/>
                  </a:lnTo>
                  <a:lnTo>
                    <a:pt x="275307" y="398757"/>
                  </a:lnTo>
                  <a:lnTo>
                    <a:pt x="275239" y="399262"/>
                  </a:lnTo>
                  <a:lnTo>
                    <a:pt x="275188" y="399583"/>
                  </a:lnTo>
                  <a:lnTo>
                    <a:pt x="275179" y="399817"/>
                  </a:lnTo>
                  <a:lnTo>
                    <a:pt x="275188" y="399984"/>
                  </a:lnTo>
                  <a:lnTo>
                    <a:pt x="275215" y="400463"/>
                  </a:lnTo>
                  <a:lnTo>
                    <a:pt x="275212" y="400727"/>
                  </a:lnTo>
                  <a:lnTo>
                    <a:pt x="275201" y="401790"/>
                  </a:lnTo>
                  <a:lnTo>
                    <a:pt x="275198" y="401921"/>
                  </a:lnTo>
                  <a:lnTo>
                    <a:pt x="275449" y="402041"/>
                  </a:lnTo>
                  <a:lnTo>
                    <a:pt x="275683" y="402141"/>
                  </a:lnTo>
                  <a:lnTo>
                    <a:pt x="276280" y="402365"/>
                  </a:lnTo>
                  <a:lnTo>
                    <a:pt x="276472" y="402418"/>
                  </a:lnTo>
                  <a:lnTo>
                    <a:pt x="276951" y="402556"/>
                  </a:lnTo>
                  <a:lnTo>
                    <a:pt x="277122" y="402524"/>
                  </a:lnTo>
                  <a:lnTo>
                    <a:pt x="277327" y="402491"/>
                  </a:lnTo>
                  <a:lnTo>
                    <a:pt x="277491" y="402503"/>
                  </a:lnTo>
                  <a:lnTo>
                    <a:pt x="277096" y="403124"/>
                  </a:lnTo>
                  <a:lnTo>
                    <a:pt x="277020" y="403260"/>
                  </a:lnTo>
                  <a:lnTo>
                    <a:pt x="276728" y="403652"/>
                  </a:lnTo>
                  <a:lnTo>
                    <a:pt x="276501" y="403933"/>
                  </a:lnTo>
                  <a:lnTo>
                    <a:pt x="276098" y="404435"/>
                  </a:lnTo>
                  <a:lnTo>
                    <a:pt x="275998" y="404565"/>
                  </a:lnTo>
                  <a:lnTo>
                    <a:pt x="275852" y="404750"/>
                  </a:lnTo>
                  <a:lnTo>
                    <a:pt x="275559" y="405095"/>
                  </a:lnTo>
                  <a:lnTo>
                    <a:pt x="275933" y="405288"/>
                  </a:lnTo>
                  <a:lnTo>
                    <a:pt x="276250" y="405444"/>
                  </a:lnTo>
                  <a:lnTo>
                    <a:pt x="276616" y="405610"/>
                  </a:lnTo>
                  <a:lnTo>
                    <a:pt x="276839" y="405742"/>
                  </a:lnTo>
                  <a:lnTo>
                    <a:pt x="277218" y="405917"/>
                  </a:lnTo>
                  <a:lnTo>
                    <a:pt x="277445" y="406025"/>
                  </a:lnTo>
                  <a:lnTo>
                    <a:pt x="277688" y="406170"/>
                  </a:lnTo>
                  <a:lnTo>
                    <a:pt x="278445" y="406622"/>
                  </a:lnTo>
                  <a:lnTo>
                    <a:pt x="278653" y="406697"/>
                  </a:lnTo>
                  <a:lnTo>
                    <a:pt x="278815" y="406759"/>
                  </a:lnTo>
                  <a:lnTo>
                    <a:pt x="279002" y="406861"/>
                  </a:lnTo>
                  <a:lnTo>
                    <a:pt x="279566" y="407169"/>
                  </a:lnTo>
                  <a:lnTo>
                    <a:pt x="279776" y="407288"/>
                  </a:lnTo>
                  <a:lnTo>
                    <a:pt x="280319" y="407574"/>
                  </a:lnTo>
                  <a:lnTo>
                    <a:pt x="280683" y="407665"/>
                  </a:lnTo>
                  <a:lnTo>
                    <a:pt x="280822" y="407676"/>
                  </a:lnTo>
                  <a:lnTo>
                    <a:pt x="280980" y="407702"/>
                  </a:lnTo>
                  <a:lnTo>
                    <a:pt x="281139" y="407720"/>
                  </a:lnTo>
                  <a:lnTo>
                    <a:pt x="281571" y="407781"/>
                  </a:lnTo>
                  <a:lnTo>
                    <a:pt x="281825" y="407826"/>
                  </a:lnTo>
                  <a:lnTo>
                    <a:pt x="282024" y="407854"/>
                  </a:lnTo>
                  <a:lnTo>
                    <a:pt x="282349" y="407878"/>
                  </a:lnTo>
                  <a:lnTo>
                    <a:pt x="282769" y="407912"/>
                  </a:lnTo>
                  <a:lnTo>
                    <a:pt x="282948" y="407925"/>
                  </a:lnTo>
                  <a:lnTo>
                    <a:pt x="283102" y="407928"/>
                  </a:lnTo>
                  <a:lnTo>
                    <a:pt x="283552" y="407949"/>
                  </a:lnTo>
                  <a:lnTo>
                    <a:pt x="283732" y="407947"/>
                  </a:lnTo>
                  <a:lnTo>
                    <a:pt x="283940" y="407974"/>
                  </a:lnTo>
                  <a:lnTo>
                    <a:pt x="284375" y="408065"/>
                  </a:lnTo>
                  <a:lnTo>
                    <a:pt x="284988" y="408034"/>
                  </a:lnTo>
                  <a:lnTo>
                    <a:pt x="285143" y="408061"/>
                  </a:lnTo>
                  <a:lnTo>
                    <a:pt x="285309" y="408069"/>
                  </a:lnTo>
                  <a:lnTo>
                    <a:pt x="285810" y="408129"/>
                  </a:lnTo>
                  <a:lnTo>
                    <a:pt x="286059" y="408157"/>
                  </a:lnTo>
                  <a:lnTo>
                    <a:pt x="286893" y="408358"/>
                  </a:lnTo>
                  <a:lnTo>
                    <a:pt x="287118" y="408750"/>
                  </a:lnTo>
                  <a:lnTo>
                    <a:pt x="287257" y="409033"/>
                  </a:lnTo>
                  <a:lnTo>
                    <a:pt x="287540" y="409513"/>
                  </a:lnTo>
                  <a:lnTo>
                    <a:pt x="287718" y="409773"/>
                  </a:lnTo>
                  <a:lnTo>
                    <a:pt x="288289" y="410487"/>
                  </a:lnTo>
                  <a:lnTo>
                    <a:pt x="288457" y="410827"/>
                  </a:lnTo>
                  <a:lnTo>
                    <a:pt x="288498" y="410955"/>
                  </a:lnTo>
                  <a:lnTo>
                    <a:pt x="288642" y="411302"/>
                  </a:lnTo>
                  <a:lnTo>
                    <a:pt x="288711" y="411531"/>
                  </a:lnTo>
                  <a:lnTo>
                    <a:pt x="288724" y="411672"/>
                  </a:lnTo>
                  <a:lnTo>
                    <a:pt x="288770" y="411865"/>
                  </a:lnTo>
                  <a:lnTo>
                    <a:pt x="288919" y="412201"/>
                  </a:lnTo>
                  <a:lnTo>
                    <a:pt x="289175" y="412501"/>
                  </a:lnTo>
                  <a:lnTo>
                    <a:pt x="289419" y="412868"/>
                  </a:lnTo>
                  <a:lnTo>
                    <a:pt x="289503" y="413041"/>
                  </a:lnTo>
                  <a:lnTo>
                    <a:pt x="289583" y="413170"/>
                  </a:lnTo>
                  <a:lnTo>
                    <a:pt x="289808" y="413658"/>
                  </a:lnTo>
                  <a:lnTo>
                    <a:pt x="290048" y="414009"/>
                  </a:lnTo>
                  <a:lnTo>
                    <a:pt x="290237" y="414234"/>
                  </a:lnTo>
                  <a:lnTo>
                    <a:pt x="290583" y="414791"/>
                  </a:lnTo>
                  <a:lnTo>
                    <a:pt x="290633" y="414981"/>
                  </a:lnTo>
                  <a:lnTo>
                    <a:pt x="290736" y="415347"/>
                  </a:lnTo>
                  <a:lnTo>
                    <a:pt x="291255" y="415056"/>
                  </a:lnTo>
                  <a:lnTo>
                    <a:pt x="291410" y="415034"/>
                  </a:lnTo>
                  <a:lnTo>
                    <a:pt x="291981" y="414790"/>
                  </a:lnTo>
                  <a:lnTo>
                    <a:pt x="292732" y="414035"/>
                  </a:lnTo>
                  <a:lnTo>
                    <a:pt x="293348" y="412596"/>
                  </a:lnTo>
                  <a:lnTo>
                    <a:pt x="294879" y="412271"/>
                  </a:lnTo>
                  <a:lnTo>
                    <a:pt x="295159" y="412512"/>
                  </a:lnTo>
                  <a:lnTo>
                    <a:pt x="295297" y="412654"/>
                  </a:lnTo>
                  <a:lnTo>
                    <a:pt x="295632" y="412947"/>
                  </a:lnTo>
                  <a:lnTo>
                    <a:pt x="295993" y="413191"/>
                  </a:lnTo>
                  <a:lnTo>
                    <a:pt x="296256" y="413313"/>
                  </a:lnTo>
                  <a:lnTo>
                    <a:pt x="296393" y="413357"/>
                  </a:lnTo>
                  <a:lnTo>
                    <a:pt x="296543" y="413466"/>
                  </a:lnTo>
                  <a:lnTo>
                    <a:pt x="296710" y="413592"/>
                  </a:lnTo>
                  <a:lnTo>
                    <a:pt x="296864" y="413733"/>
                  </a:lnTo>
                  <a:lnTo>
                    <a:pt x="297057" y="413922"/>
                  </a:lnTo>
                  <a:lnTo>
                    <a:pt x="297547" y="414253"/>
                  </a:lnTo>
                  <a:lnTo>
                    <a:pt x="297869" y="414503"/>
                  </a:lnTo>
                  <a:lnTo>
                    <a:pt x="298030" y="414604"/>
                  </a:lnTo>
                  <a:lnTo>
                    <a:pt x="298324" y="414912"/>
                  </a:lnTo>
                  <a:lnTo>
                    <a:pt x="298897" y="415509"/>
                  </a:lnTo>
                  <a:lnTo>
                    <a:pt x="299372" y="415965"/>
                  </a:lnTo>
                  <a:lnTo>
                    <a:pt x="299674" y="416301"/>
                  </a:lnTo>
                  <a:lnTo>
                    <a:pt x="299668" y="416699"/>
                  </a:lnTo>
                  <a:lnTo>
                    <a:pt x="299957" y="416751"/>
                  </a:lnTo>
                  <a:lnTo>
                    <a:pt x="300194" y="417074"/>
                  </a:lnTo>
                  <a:lnTo>
                    <a:pt x="302103" y="419687"/>
                  </a:lnTo>
                  <a:lnTo>
                    <a:pt x="303099" y="421051"/>
                  </a:lnTo>
                  <a:lnTo>
                    <a:pt x="307033" y="425997"/>
                  </a:lnTo>
                  <a:lnTo>
                    <a:pt x="313055" y="433568"/>
                  </a:lnTo>
                  <a:lnTo>
                    <a:pt x="314868" y="435847"/>
                  </a:lnTo>
                  <a:lnTo>
                    <a:pt x="318417" y="440248"/>
                  </a:lnTo>
                  <a:lnTo>
                    <a:pt x="324241" y="447471"/>
                  </a:lnTo>
                  <a:lnTo>
                    <a:pt x="329812" y="454379"/>
                  </a:lnTo>
                  <a:lnTo>
                    <a:pt x="335454" y="461376"/>
                  </a:lnTo>
                  <a:lnTo>
                    <a:pt x="338773" y="465490"/>
                  </a:lnTo>
                  <a:lnTo>
                    <a:pt x="340367" y="467467"/>
                  </a:lnTo>
                  <a:lnTo>
                    <a:pt x="357458" y="451300"/>
                  </a:lnTo>
                  <a:lnTo>
                    <a:pt x="359519" y="449351"/>
                  </a:lnTo>
                  <a:lnTo>
                    <a:pt x="387266" y="437771"/>
                  </a:lnTo>
                  <a:lnTo>
                    <a:pt x="365501" y="385535"/>
                  </a:lnTo>
                  <a:lnTo>
                    <a:pt x="364569" y="374774"/>
                  </a:lnTo>
                  <a:lnTo>
                    <a:pt x="363903" y="365095"/>
                  </a:lnTo>
                  <a:lnTo>
                    <a:pt x="363613" y="360876"/>
                  </a:lnTo>
                  <a:lnTo>
                    <a:pt x="363567" y="360243"/>
                  </a:lnTo>
                  <a:lnTo>
                    <a:pt x="363496" y="359257"/>
                  </a:lnTo>
                  <a:lnTo>
                    <a:pt x="363328" y="356641"/>
                  </a:lnTo>
                  <a:lnTo>
                    <a:pt x="363291" y="356102"/>
                  </a:lnTo>
                  <a:lnTo>
                    <a:pt x="363545" y="353568"/>
                  </a:lnTo>
                  <a:lnTo>
                    <a:pt x="365953" y="353248"/>
                  </a:lnTo>
                  <a:lnTo>
                    <a:pt x="366567" y="348137"/>
                  </a:lnTo>
                  <a:lnTo>
                    <a:pt x="373444" y="357820"/>
                  </a:lnTo>
                  <a:lnTo>
                    <a:pt x="373918" y="353551"/>
                  </a:lnTo>
                  <a:lnTo>
                    <a:pt x="374238" y="350674"/>
                  </a:lnTo>
                  <a:lnTo>
                    <a:pt x="372517" y="348125"/>
                  </a:lnTo>
                  <a:lnTo>
                    <a:pt x="372241" y="347876"/>
                  </a:lnTo>
                  <a:lnTo>
                    <a:pt x="372212" y="347673"/>
                  </a:lnTo>
                  <a:lnTo>
                    <a:pt x="371071" y="347333"/>
                  </a:lnTo>
                  <a:lnTo>
                    <a:pt x="371225" y="346667"/>
                  </a:lnTo>
                  <a:lnTo>
                    <a:pt x="371401" y="346462"/>
                  </a:lnTo>
                  <a:lnTo>
                    <a:pt x="371483" y="346167"/>
                  </a:lnTo>
                  <a:lnTo>
                    <a:pt x="371616" y="345936"/>
                  </a:lnTo>
                  <a:lnTo>
                    <a:pt x="371732" y="345740"/>
                  </a:lnTo>
                  <a:lnTo>
                    <a:pt x="372178" y="345395"/>
                  </a:lnTo>
                  <a:lnTo>
                    <a:pt x="372322" y="345340"/>
                  </a:lnTo>
                  <a:lnTo>
                    <a:pt x="372682" y="345198"/>
                  </a:lnTo>
                  <a:lnTo>
                    <a:pt x="373012" y="345076"/>
                  </a:lnTo>
                  <a:lnTo>
                    <a:pt x="373195" y="345256"/>
                  </a:lnTo>
                  <a:lnTo>
                    <a:pt x="373331" y="345469"/>
                  </a:lnTo>
                  <a:lnTo>
                    <a:pt x="373755" y="345971"/>
                  </a:lnTo>
                  <a:lnTo>
                    <a:pt x="374333" y="346670"/>
                  </a:lnTo>
                  <a:lnTo>
                    <a:pt x="375293" y="343925"/>
                  </a:lnTo>
                  <a:lnTo>
                    <a:pt x="375314" y="343772"/>
                  </a:lnTo>
                  <a:lnTo>
                    <a:pt x="375340" y="341827"/>
                  </a:lnTo>
                  <a:lnTo>
                    <a:pt x="375562" y="341040"/>
                  </a:lnTo>
                  <a:lnTo>
                    <a:pt x="375624" y="340821"/>
                  </a:lnTo>
                  <a:lnTo>
                    <a:pt x="375678" y="340357"/>
                  </a:lnTo>
                  <a:lnTo>
                    <a:pt x="375760" y="340110"/>
                  </a:lnTo>
                  <a:lnTo>
                    <a:pt x="375958" y="339528"/>
                  </a:lnTo>
                  <a:lnTo>
                    <a:pt x="375941" y="339240"/>
                  </a:lnTo>
                  <a:lnTo>
                    <a:pt x="375934" y="339113"/>
                  </a:lnTo>
                  <a:lnTo>
                    <a:pt x="375893" y="338722"/>
                  </a:lnTo>
                  <a:lnTo>
                    <a:pt x="375864" y="338501"/>
                  </a:lnTo>
                  <a:lnTo>
                    <a:pt x="375846" y="338323"/>
                  </a:lnTo>
                  <a:lnTo>
                    <a:pt x="375851" y="338195"/>
                  </a:lnTo>
                  <a:lnTo>
                    <a:pt x="375855" y="337702"/>
                  </a:lnTo>
                  <a:lnTo>
                    <a:pt x="375661" y="336892"/>
                  </a:lnTo>
                  <a:lnTo>
                    <a:pt x="375709" y="336750"/>
                  </a:lnTo>
                  <a:lnTo>
                    <a:pt x="375964" y="336774"/>
                  </a:lnTo>
                  <a:lnTo>
                    <a:pt x="376874" y="336751"/>
                  </a:lnTo>
                  <a:lnTo>
                    <a:pt x="377464" y="336066"/>
                  </a:lnTo>
                  <a:lnTo>
                    <a:pt x="377541" y="335844"/>
                  </a:lnTo>
                  <a:lnTo>
                    <a:pt x="377562" y="335713"/>
                  </a:lnTo>
                  <a:lnTo>
                    <a:pt x="377684" y="335194"/>
                  </a:lnTo>
                  <a:lnTo>
                    <a:pt x="377875" y="334402"/>
                  </a:lnTo>
                  <a:lnTo>
                    <a:pt x="377969" y="334054"/>
                  </a:lnTo>
                  <a:lnTo>
                    <a:pt x="378020" y="333818"/>
                  </a:lnTo>
                  <a:lnTo>
                    <a:pt x="378113" y="333312"/>
                  </a:lnTo>
                  <a:lnTo>
                    <a:pt x="378251" y="332449"/>
                  </a:lnTo>
                  <a:lnTo>
                    <a:pt x="378226" y="331993"/>
                  </a:lnTo>
                  <a:lnTo>
                    <a:pt x="378237" y="331849"/>
                  </a:lnTo>
                  <a:lnTo>
                    <a:pt x="378289" y="331695"/>
                  </a:lnTo>
                  <a:lnTo>
                    <a:pt x="378301" y="331552"/>
                  </a:lnTo>
                  <a:lnTo>
                    <a:pt x="378349" y="331417"/>
                  </a:lnTo>
                  <a:lnTo>
                    <a:pt x="378617" y="330616"/>
                  </a:lnTo>
                  <a:lnTo>
                    <a:pt x="378775" y="329771"/>
                  </a:lnTo>
                  <a:lnTo>
                    <a:pt x="378804" y="329398"/>
                  </a:lnTo>
                  <a:lnTo>
                    <a:pt x="378751" y="329250"/>
                  </a:lnTo>
                  <a:lnTo>
                    <a:pt x="378683" y="329044"/>
                  </a:lnTo>
                  <a:lnTo>
                    <a:pt x="378457" y="328188"/>
                  </a:lnTo>
                  <a:lnTo>
                    <a:pt x="378413" y="327962"/>
                  </a:lnTo>
                  <a:lnTo>
                    <a:pt x="378307" y="327336"/>
                  </a:lnTo>
                  <a:lnTo>
                    <a:pt x="378099" y="326479"/>
                  </a:lnTo>
                  <a:lnTo>
                    <a:pt x="378069" y="326270"/>
                  </a:lnTo>
                  <a:lnTo>
                    <a:pt x="378040" y="326051"/>
                  </a:lnTo>
                  <a:lnTo>
                    <a:pt x="377795" y="325306"/>
                  </a:lnTo>
                  <a:lnTo>
                    <a:pt x="377578" y="325009"/>
                  </a:lnTo>
                  <a:lnTo>
                    <a:pt x="377401" y="324733"/>
                  </a:lnTo>
                  <a:lnTo>
                    <a:pt x="377063" y="324210"/>
                  </a:lnTo>
                  <a:lnTo>
                    <a:pt x="375838" y="322304"/>
                  </a:lnTo>
                  <a:lnTo>
                    <a:pt x="375327" y="321576"/>
                  </a:lnTo>
                  <a:lnTo>
                    <a:pt x="375056" y="321275"/>
                  </a:lnTo>
                  <a:lnTo>
                    <a:pt x="374705" y="320881"/>
                  </a:lnTo>
                  <a:lnTo>
                    <a:pt x="374442" y="320589"/>
                  </a:lnTo>
                  <a:lnTo>
                    <a:pt x="374300" y="320430"/>
                  </a:lnTo>
                  <a:lnTo>
                    <a:pt x="374411" y="320215"/>
                  </a:lnTo>
                  <a:lnTo>
                    <a:pt x="374870" y="319360"/>
                  </a:lnTo>
                  <a:lnTo>
                    <a:pt x="375098" y="318956"/>
                  </a:lnTo>
                  <a:lnTo>
                    <a:pt x="375205" y="318794"/>
                  </a:lnTo>
                  <a:lnTo>
                    <a:pt x="375363" y="318548"/>
                  </a:lnTo>
                  <a:lnTo>
                    <a:pt x="375507" y="318247"/>
                  </a:lnTo>
                  <a:lnTo>
                    <a:pt x="375589" y="318093"/>
                  </a:lnTo>
                  <a:lnTo>
                    <a:pt x="375702" y="317894"/>
                  </a:lnTo>
                  <a:lnTo>
                    <a:pt x="375796" y="317549"/>
                  </a:lnTo>
                  <a:lnTo>
                    <a:pt x="375837" y="317142"/>
                  </a:lnTo>
                  <a:lnTo>
                    <a:pt x="375839" y="317007"/>
                  </a:lnTo>
                  <a:lnTo>
                    <a:pt x="375844" y="316719"/>
                  </a:lnTo>
                  <a:lnTo>
                    <a:pt x="375849" y="316491"/>
                  </a:lnTo>
                  <a:lnTo>
                    <a:pt x="375860" y="315971"/>
                  </a:lnTo>
                  <a:lnTo>
                    <a:pt x="375863" y="315784"/>
                  </a:lnTo>
                  <a:lnTo>
                    <a:pt x="375872" y="315490"/>
                  </a:lnTo>
                  <a:lnTo>
                    <a:pt x="375876" y="315344"/>
                  </a:lnTo>
                  <a:lnTo>
                    <a:pt x="375883" y="315190"/>
                  </a:lnTo>
                  <a:lnTo>
                    <a:pt x="375883" y="314978"/>
                  </a:lnTo>
                  <a:lnTo>
                    <a:pt x="375883" y="314727"/>
                  </a:lnTo>
                  <a:lnTo>
                    <a:pt x="375877" y="314041"/>
                  </a:lnTo>
                  <a:lnTo>
                    <a:pt x="375865" y="313443"/>
                  </a:lnTo>
                  <a:lnTo>
                    <a:pt x="375851" y="313008"/>
                  </a:lnTo>
                  <a:lnTo>
                    <a:pt x="375762" y="312717"/>
                  </a:lnTo>
                  <a:lnTo>
                    <a:pt x="375528" y="312520"/>
                  </a:lnTo>
                  <a:lnTo>
                    <a:pt x="375751" y="311859"/>
                  </a:lnTo>
                  <a:lnTo>
                    <a:pt x="376065" y="311482"/>
                  </a:lnTo>
                  <a:lnTo>
                    <a:pt x="376293" y="311211"/>
                  </a:lnTo>
                  <a:lnTo>
                    <a:pt x="376615" y="310817"/>
                  </a:lnTo>
                  <a:lnTo>
                    <a:pt x="377103" y="310823"/>
                  </a:lnTo>
                  <a:lnTo>
                    <a:pt x="378025" y="310895"/>
                  </a:lnTo>
                  <a:lnTo>
                    <a:pt x="378283" y="310914"/>
                  </a:lnTo>
                  <a:lnTo>
                    <a:pt x="378419" y="310920"/>
                  </a:lnTo>
                  <a:lnTo>
                    <a:pt x="379323" y="310948"/>
                  </a:lnTo>
                  <a:lnTo>
                    <a:pt x="379504" y="310742"/>
                  </a:lnTo>
                  <a:lnTo>
                    <a:pt x="379765" y="310827"/>
                  </a:lnTo>
                  <a:lnTo>
                    <a:pt x="380019" y="310966"/>
                  </a:lnTo>
                  <a:lnTo>
                    <a:pt x="382045" y="310324"/>
                  </a:lnTo>
                  <a:lnTo>
                    <a:pt x="384599" y="309908"/>
                  </a:lnTo>
                  <a:lnTo>
                    <a:pt x="386355" y="307839"/>
                  </a:lnTo>
                  <a:lnTo>
                    <a:pt x="386351" y="307574"/>
                  </a:lnTo>
                  <a:lnTo>
                    <a:pt x="385908" y="305991"/>
                  </a:lnTo>
                  <a:lnTo>
                    <a:pt x="385595" y="304700"/>
                  </a:lnTo>
                  <a:lnTo>
                    <a:pt x="385446" y="304275"/>
                  </a:lnTo>
                  <a:lnTo>
                    <a:pt x="385054" y="303151"/>
                  </a:lnTo>
                  <a:lnTo>
                    <a:pt x="384221" y="301747"/>
                  </a:lnTo>
                  <a:lnTo>
                    <a:pt x="383761" y="300975"/>
                  </a:lnTo>
                  <a:lnTo>
                    <a:pt x="383248" y="300131"/>
                  </a:lnTo>
                  <a:lnTo>
                    <a:pt x="382975" y="299652"/>
                  </a:lnTo>
                  <a:lnTo>
                    <a:pt x="382879" y="299418"/>
                  </a:lnTo>
                  <a:lnTo>
                    <a:pt x="382772" y="299046"/>
                  </a:lnTo>
                  <a:lnTo>
                    <a:pt x="382696" y="298794"/>
                  </a:lnTo>
                  <a:lnTo>
                    <a:pt x="382554" y="298303"/>
                  </a:lnTo>
                  <a:lnTo>
                    <a:pt x="382497" y="298117"/>
                  </a:lnTo>
                  <a:lnTo>
                    <a:pt x="382335" y="297713"/>
                  </a:lnTo>
                  <a:lnTo>
                    <a:pt x="382237" y="297529"/>
                  </a:lnTo>
                  <a:lnTo>
                    <a:pt x="382095" y="297351"/>
                  </a:lnTo>
                  <a:lnTo>
                    <a:pt x="381741" y="296927"/>
                  </a:lnTo>
                  <a:lnTo>
                    <a:pt x="381630" y="296375"/>
                  </a:lnTo>
                  <a:lnTo>
                    <a:pt x="381982" y="296441"/>
                  </a:lnTo>
                  <a:lnTo>
                    <a:pt x="382276" y="296330"/>
                  </a:lnTo>
                  <a:lnTo>
                    <a:pt x="382659" y="296153"/>
                  </a:lnTo>
                  <a:lnTo>
                    <a:pt x="382886" y="296025"/>
                  </a:lnTo>
                  <a:lnTo>
                    <a:pt x="383192" y="295889"/>
                  </a:lnTo>
                  <a:lnTo>
                    <a:pt x="383489" y="295769"/>
                  </a:lnTo>
                  <a:lnTo>
                    <a:pt x="383622" y="295721"/>
                  </a:lnTo>
                  <a:lnTo>
                    <a:pt x="384651" y="295268"/>
                  </a:lnTo>
                  <a:lnTo>
                    <a:pt x="384571" y="295072"/>
                  </a:lnTo>
                  <a:lnTo>
                    <a:pt x="384519" y="294904"/>
                  </a:lnTo>
                  <a:lnTo>
                    <a:pt x="384477" y="294758"/>
                  </a:lnTo>
                  <a:lnTo>
                    <a:pt x="384425" y="294542"/>
                  </a:lnTo>
                  <a:lnTo>
                    <a:pt x="384404" y="294404"/>
                  </a:lnTo>
                  <a:lnTo>
                    <a:pt x="384464" y="294121"/>
                  </a:lnTo>
                  <a:lnTo>
                    <a:pt x="384497" y="293856"/>
                  </a:lnTo>
                  <a:lnTo>
                    <a:pt x="384443" y="293590"/>
                  </a:lnTo>
                  <a:lnTo>
                    <a:pt x="384411" y="293462"/>
                  </a:lnTo>
                  <a:lnTo>
                    <a:pt x="384375" y="293273"/>
                  </a:lnTo>
                  <a:lnTo>
                    <a:pt x="384317" y="293140"/>
                  </a:lnTo>
                  <a:lnTo>
                    <a:pt x="384327" y="292980"/>
                  </a:lnTo>
                  <a:lnTo>
                    <a:pt x="384332" y="292832"/>
                  </a:lnTo>
                  <a:lnTo>
                    <a:pt x="384361" y="291621"/>
                  </a:lnTo>
                  <a:lnTo>
                    <a:pt x="384258" y="291176"/>
                  </a:lnTo>
                  <a:lnTo>
                    <a:pt x="384239" y="291029"/>
                  </a:lnTo>
                  <a:lnTo>
                    <a:pt x="384216" y="290878"/>
                  </a:lnTo>
                  <a:lnTo>
                    <a:pt x="384194" y="290727"/>
                  </a:lnTo>
                  <a:lnTo>
                    <a:pt x="384162" y="290500"/>
                  </a:lnTo>
                  <a:lnTo>
                    <a:pt x="384122" y="290199"/>
                  </a:lnTo>
                  <a:lnTo>
                    <a:pt x="384102" y="290054"/>
                  </a:lnTo>
                  <a:lnTo>
                    <a:pt x="384085" y="289912"/>
                  </a:lnTo>
                  <a:lnTo>
                    <a:pt x="384110" y="289650"/>
                  </a:lnTo>
                  <a:lnTo>
                    <a:pt x="384123" y="289507"/>
                  </a:lnTo>
                  <a:lnTo>
                    <a:pt x="384154" y="289197"/>
                  </a:lnTo>
                  <a:lnTo>
                    <a:pt x="384194" y="288816"/>
                  </a:lnTo>
                  <a:lnTo>
                    <a:pt x="384210" y="288662"/>
                  </a:lnTo>
                  <a:lnTo>
                    <a:pt x="384242" y="288364"/>
                  </a:lnTo>
                  <a:lnTo>
                    <a:pt x="384284" y="287955"/>
                  </a:lnTo>
                  <a:lnTo>
                    <a:pt x="384205" y="287343"/>
                  </a:lnTo>
                  <a:lnTo>
                    <a:pt x="384159" y="287000"/>
                  </a:lnTo>
                  <a:lnTo>
                    <a:pt x="384079" y="286368"/>
                  </a:lnTo>
                  <a:lnTo>
                    <a:pt x="383720" y="286003"/>
                  </a:lnTo>
                  <a:lnTo>
                    <a:pt x="383332" y="285610"/>
                  </a:lnTo>
                  <a:lnTo>
                    <a:pt x="382862" y="285139"/>
                  </a:lnTo>
                  <a:lnTo>
                    <a:pt x="382102" y="284030"/>
                  </a:lnTo>
                  <a:lnTo>
                    <a:pt x="381857" y="283760"/>
                  </a:lnTo>
                  <a:lnTo>
                    <a:pt x="381721" y="283582"/>
                  </a:lnTo>
                  <a:lnTo>
                    <a:pt x="381411" y="283182"/>
                  </a:lnTo>
                  <a:lnTo>
                    <a:pt x="381078" y="282425"/>
                  </a:lnTo>
                  <a:lnTo>
                    <a:pt x="380920" y="282279"/>
                  </a:lnTo>
                  <a:lnTo>
                    <a:pt x="380747" y="282007"/>
                  </a:lnTo>
                  <a:lnTo>
                    <a:pt x="380540" y="281660"/>
                  </a:lnTo>
                  <a:lnTo>
                    <a:pt x="380142" y="281187"/>
                  </a:lnTo>
                  <a:lnTo>
                    <a:pt x="379943" y="280989"/>
                  </a:lnTo>
                  <a:lnTo>
                    <a:pt x="379703" y="280311"/>
                  </a:lnTo>
                  <a:lnTo>
                    <a:pt x="378844" y="279525"/>
                  </a:lnTo>
                  <a:lnTo>
                    <a:pt x="378311" y="279037"/>
                  </a:lnTo>
                  <a:lnTo>
                    <a:pt x="377911" y="278670"/>
                  </a:lnTo>
                  <a:lnTo>
                    <a:pt x="377249" y="278063"/>
                  </a:lnTo>
                  <a:lnTo>
                    <a:pt x="377083" y="277909"/>
                  </a:lnTo>
                  <a:lnTo>
                    <a:pt x="376575" y="277442"/>
                  </a:lnTo>
                  <a:lnTo>
                    <a:pt x="376220" y="277088"/>
                  </a:lnTo>
                  <a:lnTo>
                    <a:pt x="376307" y="276018"/>
                  </a:lnTo>
                  <a:lnTo>
                    <a:pt x="376344" y="275560"/>
                  </a:lnTo>
                  <a:lnTo>
                    <a:pt x="376373" y="275217"/>
                  </a:lnTo>
                  <a:lnTo>
                    <a:pt x="376054" y="274587"/>
                  </a:lnTo>
                  <a:lnTo>
                    <a:pt x="375626" y="273740"/>
                  </a:lnTo>
                  <a:lnTo>
                    <a:pt x="375475" y="273459"/>
                  </a:lnTo>
                  <a:lnTo>
                    <a:pt x="375238" y="273016"/>
                  </a:lnTo>
                  <a:lnTo>
                    <a:pt x="373288" y="269386"/>
                  </a:lnTo>
                  <a:lnTo>
                    <a:pt x="372516" y="267950"/>
                  </a:lnTo>
                  <a:lnTo>
                    <a:pt x="372081" y="267155"/>
                  </a:lnTo>
                  <a:lnTo>
                    <a:pt x="369892" y="265099"/>
                  </a:lnTo>
                  <a:lnTo>
                    <a:pt x="369527" y="264756"/>
                  </a:lnTo>
                  <a:lnTo>
                    <a:pt x="369232" y="264326"/>
                  </a:lnTo>
                  <a:lnTo>
                    <a:pt x="369457" y="263930"/>
                  </a:lnTo>
                  <a:lnTo>
                    <a:pt x="369690" y="263521"/>
                  </a:lnTo>
                  <a:lnTo>
                    <a:pt x="370268" y="262503"/>
                  </a:lnTo>
                  <a:lnTo>
                    <a:pt x="370473" y="262136"/>
                  </a:lnTo>
                  <a:lnTo>
                    <a:pt x="371979" y="259494"/>
                  </a:lnTo>
                  <a:lnTo>
                    <a:pt x="372238" y="259202"/>
                  </a:lnTo>
                  <a:lnTo>
                    <a:pt x="373711" y="257545"/>
                  </a:lnTo>
                  <a:lnTo>
                    <a:pt x="373174" y="255843"/>
                  </a:lnTo>
                  <a:lnTo>
                    <a:pt x="373026" y="255394"/>
                  </a:lnTo>
                  <a:lnTo>
                    <a:pt x="372866" y="254910"/>
                  </a:lnTo>
                  <a:lnTo>
                    <a:pt x="372604" y="253851"/>
                  </a:lnTo>
                  <a:lnTo>
                    <a:pt x="372515" y="252630"/>
                  </a:lnTo>
                  <a:lnTo>
                    <a:pt x="372424" y="251385"/>
                  </a:lnTo>
                  <a:lnTo>
                    <a:pt x="372363" y="250549"/>
                  </a:lnTo>
                  <a:lnTo>
                    <a:pt x="372340" y="250240"/>
                  </a:lnTo>
                  <a:lnTo>
                    <a:pt x="372408" y="250013"/>
                  </a:lnTo>
                  <a:lnTo>
                    <a:pt x="372596" y="249406"/>
                  </a:lnTo>
                  <a:lnTo>
                    <a:pt x="373500" y="248881"/>
                  </a:lnTo>
                  <a:lnTo>
                    <a:pt x="373607" y="248406"/>
                  </a:lnTo>
                  <a:lnTo>
                    <a:pt x="373664" y="248153"/>
                  </a:lnTo>
                  <a:lnTo>
                    <a:pt x="373766" y="247698"/>
                  </a:lnTo>
                  <a:lnTo>
                    <a:pt x="373892" y="247136"/>
                  </a:lnTo>
                  <a:lnTo>
                    <a:pt x="374034" y="246499"/>
                  </a:lnTo>
                  <a:lnTo>
                    <a:pt x="374106" y="246151"/>
                  </a:lnTo>
                  <a:lnTo>
                    <a:pt x="374112" y="246016"/>
                  </a:lnTo>
                  <a:lnTo>
                    <a:pt x="374125" y="245743"/>
                  </a:lnTo>
                  <a:lnTo>
                    <a:pt x="374139" y="245448"/>
                  </a:lnTo>
                  <a:lnTo>
                    <a:pt x="374223" y="243643"/>
                  </a:lnTo>
                  <a:lnTo>
                    <a:pt x="374271" y="242694"/>
                  </a:lnTo>
                  <a:lnTo>
                    <a:pt x="374379" y="240529"/>
                  </a:lnTo>
                  <a:lnTo>
                    <a:pt x="374400" y="240052"/>
                  </a:lnTo>
                  <a:lnTo>
                    <a:pt x="373008" y="239929"/>
                  </a:lnTo>
                  <a:lnTo>
                    <a:pt x="372158" y="239855"/>
                  </a:lnTo>
                  <a:lnTo>
                    <a:pt x="371975" y="239838"/>
                  </a:lnTo>
                  <a:lnTo>
                    <a:pt x="370158" y="239687"/>
                  </a:lnTo>
                  <a:lnTo>
                    <a:pt x="368642" y="239579"/>
                  </a:lnTo>
                  <a:lnTo>
                    <a:pt x="364853" y="239345"/>
                  </a:lnTo>
                  <a:lnTo>
                    <a:pt x="363690" y="239280"/>
                  </a:lnTo>
                  <a:lnTo>
                    <a:pt x="363525" y="239281"/>
                  </a:lnTo>
                  <a:lnTo>
                    <a:pt x="360607" y="239287"/>
                  </a:lnTo>
                  <a:lnTo>
                    <a:pt x="359474" y="239486"/>
                  </a:lnTo>
                  <a:lnTo>
                    <a:pt x="359341" y="239509"/>
                  </a:lnTo>
                  <a:lnTo>
                    <a:pt x="357302" y="239867"/>
                  </a:lnTo>
                  <a:lnTo>
                    <a:pt x="346655" y="220628"/>
                  </a:lnTo>
                  <a:lnTo>
                    <a:pt x="346414" y="220241"/>
                  </a:lnTo>
                  <a:lnTo>
                    <a:pt x="346308" y="220066"/>
                  </a:lnTo>
                  <a:lnTo>
                    <a:pt x="342326" y="216587"/>
                  </a:lnTo>
                  <a:lnTo>
                    <a:pt x="342159" y="216645"/>
                  </a:lnTo>
                  <a:lnTo>
                    <a:pt x="341834" y="216760"/>
                  </a:lnTo>
                  <a:lnTo>
                    <a:pt x="341702" y="216806"/>
                  </a:lnTo>
                  <a:lnTo>
                    <a:pt x="341534" y="216864"/>
                  </a:lnTo>
                  <a:lnTo>
                    <a:pt x="341388" y="216916"/>
                  </a:lnTo>
                  <a:lnTo>
                    <a:pt x="341136" y="217003"/>
                  </a:lnTo>
                  <a:lnTo>
                    <a:pt x="340984" y="216936"/>
                  </a:lnTo>
                  <a:lnTo>
                    <a:pt x="335495" y="216443"/>
                  </a:lnTo>
                  <a:lnTo>
                    <a:pt x="333556" y="216544"/>
                  </a:lnTo>
                  <a:lnTo>
                    <a:pt x="333095" y="216570"/>
                  </a:lnTo>
                  <a:lnTo>
                    <a:pt x="332957" y="216576"/>
                  </a:lnTo>
                  <a:lnTo>
                    <a:pt x="332792" y="216583"/>
                  </a:lnTo>
                  <a:lnTo>
                    <a:pt x="332655" y="216587"/>
                  </a:lnTo>
                  <a:lnTo>
                    <a:pt x="332517" y="216590"/>
                  </a:lnTo>
                  <a:lnTo>
                    <a:pt x="332365" y="216594"/>
                  </a:lnTo>
                  <a:lnTo>
                    <a:pt x="332227" y="216603"/>
                  </a:lnTo>
                  <a:lnTo>
                    <a:pt x="332090" y="216611"/>
                  </a:lnTo>
                  <a:lnTo>
                    <a:pt x="331901" y="216627"/>
                  </a:lnTo>
                  <a:lnTo>
                    <a:pt x="331877" y="216377"/>
                  </a:lnTo>
                  <a:lnTo>
                    <a:pt x="331845" y="216014"/>
                  </a:lnTo>
                  <a:lnTo>
                    <a:pt x="331797" y="215481"/>
                  </a:lnTo>
                  <a:lnTo>
                    <a:pt x="331785" y="215330"/>
                  </a:lnTo>
                  <a:lnTo>
                    <a:pt x="331773" y="214833"/>
                  </a:lnTo>
                  <a:lnTo>
                    <a:pt x="331765" y="214517"/>
                  </a:lnTo>
                  <a:lnTo>
                    <a:pt x="331754" y="214088"/>
                  </a:lnTo>
                  <a:lnTo>
                    <a:pt x="331741" y="213570"/>
                  </a:lnTo>
                  <a:lnTo>
                    <a:pt x="331731" y="213169"/>
                  </a:lnTo>
                  <a:lnTo>
                    <a:pt x="332221" y="212537"/>
                  </a:lnTo>
                  <a:lnTo>
                    <a:pt x="332625" y="212014"/>
                  </a:lnTo>
                  <a:lnTo>
                    <a:pt x="332782" y="211813"/>
                  </a:lnTo>
                  <a:lnTo>
                    <a:pt x="333040" y="211480"/>
                  </a:lnTo>
                  <a:lnTo>
                    <a:pt x="333302" y="211141"/>
                  </a:lnTo>
                  <a:lnTo>
                    <a:pt x="333569" y="210756"/>
                  </a:lnTo>
                  <a:lnTo>
                    <a:pt x="334053" y="210059"/>
                  </a:lnTo>
                  <a:lnTo>
                    <a:pt x="334248" y="209777"/>
                  </a:lnTo>
                  <a:lnTo>
                    <a:pt x="334491" y="209312"/>
                  </a:lnTo>
                  <a:lnTo>
                    <a:pt x="334701" y="208910"/>
                  </a:lnTo>
                  <a:lnTo>
                    <a:pt x="334906" y="208518"/>
                  </a:lnTo>
                  <a:lnTo>
                    <a:pt x="335194" y="207966"/>
                  </a:lnTo>
                  <a:lnTo>
                    <a:pt x="335412" y="207548"/>
                  </a:lnTo>
                  <a:lnTo>
                    <a:pt x="335542" y="207300"/>
                  </a:lnTo>
                  <a:lnTo>
                    <a:pt x="336747" y="205471"/>
                  </a:lnTo>
                  <a:lnTo>
                    <a:pt x="336964" y="205141"/>
                  </a:lnTo>
                  <a:lnTo>
                    <a:pt x="339467" y="201341"/>
                  </a:lnTo>
                  <a:lnTo>
                    <a:pt x="335644" y="197621"/>
                  </a:lnTo>
                  <a:lnTo>
                    <a:pt x="335106" y="197094"/>
                  </a:lnTo>
                  <a:lnTo>
                    <a:pt x="334606" y="196297"/>
                  </a:lnTo>
                  <a:lnTo>
                    <a:pt x="334462" y="196154"/>
                  </a:lnTo>
                  <a:lnTo>
                    <a:pt x="333956" y="195651"/>
                  </a:lnTo>
                  <a:lnTo>
                    <a:pt x="333707" y="195385"/>
                  </a:lnTo>
                  <a:lnTo>
                    <a:pt x="333641" y="195056"/>
                  </a:lnTo>
                  <a:lnTo>
                    <a:pt x="333569" y="194821"/>
                  </a:lnTo>
                  <a:lnTo>
                    <a:pt x="333443" y="194295"/>
                  </a:lnTo>
                  <a:lnTo>
                    <a:pt x="333367" y="194131"/>
                  </a:lnTo>
                  <a:lnTo>
                    <a:pt x="333210" y="193660"/>
                  </a:lnTo>
                  <a:lnTo>
                    <a:pt x="332850" y="192637"/>
                  </a:lnTo>
                  <a:lnTo>
                    <a:pt x="332809" y="192083"/>
                  </a:lnTo>
                  <a:lnTo>
                    <a:pt x="332781" y="191655"/>
                  </a:lnTo>
                  <a:lnTo>
                    <a:pt x="332777" y="191435"/>
                  </a:lnTo>
                  <a:lnTo>
                    <a:pt x="332765" y="191152"/>
                  </a:lnTo>
                  <a:lnTo>
                    <a:pt x="332748" y="190710"/>
                  </a:lnTo>
                  <a:lnTo>
                    <a:pt x="332700" y="190231"/>
                  </a:lnTo>
                  <a:lnTo>
                    <a:pt x="332657" y="189797"/>
                  </a:lnTo>
                  <a:lnTo>
                    <a:pt x="332603" y="189411"/>
                  </a:lnTo>
                  <a:lnTo>
                    <a:pt x="332123" y="188102"/>
                  </a:lnTo>
                  <a:lnTo>
                    <a:pt x="332074" y="187838"/>
                  </a:lnTo>
                  <a:lnTo>
                    <a:pt x="332021" y="187079"/>
                  </a:lnTo>
                  <a:lnTo>
                    <a:pt x="331949" y="186784"/>
                  </a:lnTo>
                  <a:lnTo>
                    <a:pt x="331830" y="186334"/>
                  </a:lnTo>
                  <a:lnTo>
                    <a:pt x="331657" y="185624"/>
                  </a:lnTo>
                  <a:lnTo>
                    <a:pt x="331482" y="185165"/>
                  </a:lnTo>
                  <a:lnTo>
                    <a:pt x="331430" y="184414"/>
                  </a:lnTo>
                  <a:lnTo>
                    <a:pt x="331144" y="183428"/>
                  </a:lnTo>
                  <a:lnTo>
                    <a:pt x="330789" y="182504"/>
                  </a:lnTo>
                  <a:lnTo>
                    <a:pt x="330724" y="182258"/>
                  </a:lnTo>
                  <a:lnTo>
                    <a:pt x="330651" y="181893"/>
                  </a:lnTo>
                  <a:lnTo>
                    <a:pt x="330529" y="181504"/>
                  </a:lnTo>
                  <a:lnTo>
                    <a:pt x="330476" y="181359"/>
                  </a:lnTo>
                  <a:lnTo>
                    <a:pt x="330382" y="180827"/>
                  </a:lnTo>
                  <a:lnTo>
                    <a:pt x="330308" y="180572"/>
                  </a:lnTo>
                  <a:lnTo>
                    <a:pt x="330211" y="180217"/>
                  </a:lnTo>
                  <a:lnTo>
                    <a:pt x="330150" y="179909"/>
                  </a:lnTo>
                  <a:lnTo>
                    <a:pt x="330041" y="179541"/>
                  </a:lnTo>
                  <a:lnTo>
                    <a:pt x="329991" y="179323"/>
                  </a:lnTo>
                  <a:lnTo>
                    <a:pt x="329952" y="179155"/>
                  </a:lnTo>
                  <a:lnTo>
                    <a:pt x="329881" y="178684"/>
                  </a:lnTo>
                  <a:lnTo>
                    <a:pt x="329390" y="176550"/>
                  </a:lnTo>
                  <a:lnTo>
                    <a:pt x="329073" y="174947"/>
                  </a:lnTo>
                  <a:lnTo>
                    <a:pt x="329040" y="174664"/>
                  </a:lnTo>
                  <a:lnTo>
                    <a:pt x="329021" y="174482"/>
                  </a:lnTo>
                  <a:lnTo>
                    <a:pt x="328948" y="173810"/>
                  </a:lnTo>
                  <a:lnTo>
                    <a:pt x="328921" y="173562"/>
                  </a:lnTo>
                  <a:lnTo>
                    <a:pt x="328884" y="173226"/>
                  </a:lnTo>
                  <a:lnTo>
                    <a:pt x="328845" y="172769"/>
                  </a:lnTo>
                  <a:lnTo>
                    <a:pt x="328805" y="172428"/>
                  </a:lnTo>
                  <a:lnTo>
                    <a:pt x="328736" y="171825"/>
                  </a:lnTo>
                  <a:lnTo>
                    <a:pt x="328715" y="171670"/>
                  </a:lnTo>
                  <a:lnTo>
                    <a:pt x="328701" y="171501"/>
                  </a:lnTo>
                  <a:lnTo>
                    <a:pt x="328689" y="171324"/>
                  </a:lnTo>
                  <a:lnTo>
                    <a:pt x="328619" y="171002"/>
                  </a:lnTo>
                  <a:lnTo>
                    <a:pt x="328442" y="170552"/>
                  </a:lnTo>
                  <a:lnTo>
                    <a:pt x="328307" y="170272"/>
                  </a:lnTo>
                  <a:lnTo>
                    <a:pt x="328114" y="169852"/>
                  </a:lnTo>
                  <a:lnTo>
                    <a:pt x="327917" y="169366"/>
                  </a:lnTo>
                  <a:lnTo>
                    <a:pt x="327721" y="168900"/>
                  </a:lnTo>
                  <a:lnTo>
                    <a:pt x="327540" y="168425"/>
                  </a:lnTo>
                  <a:lnTo>
                    <a:pt x="327429" y="168132"/>
                  </a:lnTo>
                  <a:lnTo>
                    <a:pt x="327265" y="167706"/>
                  </a:lnTo>
                  <a:lnTo>
                    <a:pt x="327196" y="167517"/>
                  </a:lnTo>
                  <a:lnTo>
                    <a:pt x="327102" y="167273"/>
                  </a:lnTo>
                  <a:lnTo>
                    <a:pt x="326581" y="165847"/>
                  </a:lnTo>
                  <a:lnTo>
                    <a:pt x="326605" y="165598"/>
                  </a:lnTo>
                  <a:lnTo>
                    <a:pt x="326619" y="165449"/>
                  </a:lnTo>
                  <a:lnTo>
                    <a:pt x="326692" y="164405"/>
                  </a:lnTo>
                  <a:lnTo>
                    <a:pt x="326707" y="164248"/>
                  </a:lnTo>
                  <a:lnTo>
                    <a:pt x="326838" y="162615"/>
                  </a:lnTo>
                  <a:lnTo>
                    <a:pt x="326854" y="162299"/>
                  </a:lnTo>
                  <a:lnTo>
                    <a:pt x="326896" y="161896"/>
                  </a:lnTo>
                  <a:lnTo>
                    <a:pt x="326943" y="161492"/>
                  </a:lnTo>
                  <a:lnTo>
                    <a:pt x="326963" y="161139"/>
                  </a:lnTo>
                  <a:lnTo>
                    <a:pt x="327049" y="160087"/>
                  </a:lnTo>
                  <a:lnTo>
                    <a:pt x="327133" y="159135"/>
                  </a:lnTo>
                  <a:lnTo>
                    <a:pt x="327047" y="158580"/>
                  </a:lnTo>
                  <a:lnTo>
                    <a:pt x="326477" y="158379"/>
                  </a:lnTo>
                  <a:lnTo>
                    <a:pt x="325899" y="158209"/>
                  </a:lnTo>
                  <a:lnTo>
                    <a:pt x="325553" y="158084"/>
                  </a:lnTo>
                  <a:lnTo>
                    <a:pt x="325153" y="157940"/>
                  </a:lnTo>
                  <a:lnTo>
                    <a:pt x="324757" y="157786"/>
                  </a:lnTo>
                  <a:lnTo>
                    <a:pt x="324130" y="157574"/>
                  </a:lnTo>
                  <a:lnTo>
                    <a:pt x="323001" y="157172"/>
                  </a:lnTo>
                  <a:lnTo>
                    <a:pt x="322211" y="156901"/>
                  </a:lnTo>
                  <a:lnTo>
                    <a:pt x="321477" y="156652"/>
                  </a:lnTo>
                  <a:lnTo>
                    <a:pt x="321222" y="156552"/>
                  </a:lnTo>
                  <a:lnTo>
                    <a:pt x="320350" y="156234"/>
                  </a:lnTo>
                  <a:lnTo>
                    <a:pt x="319694" y="155996"/>
                  </a:lnTo>
                  <a:lnTo>
                    <a:pt x="317386" y="155486"/>
                  </a:lnTo>
                  <a:lnTo>
                    <a:pt x="317084" y="155420"/>
                  </a:lnTo>
                  <a:lnTo>
                    <a:pt x="317446" y="154669"/>
                  </a:lnTo>
                  <a:lnTo>
                    <a:pt x="317782" y="153911"/>
                  </a:lnTo>
                  <a:lnTo>
                    <a:pt x="318069" y="153275"/>
                  </a:lnTo>
                  <a:lnTo>
                    <a:pt x="318131" y="153126"/>
                  </a:lnTo>
                  <a:lnTo>
                    <a:pt x="318338" y="152671"/>
                  </a:lnTo>
                  <a:lnTo>
                    <a:pt x="318457" y="152350"/>
                  </a:lnTo>
                  <a:lnTo>
                    <a:pt x="318561" y="152176"/>
                  </a:lnTo>
                  <a:lnTo>
                    <a:pt x="318668" y="151954"/>
                  </a:lnTo>
                  <a:lnTo>
                    <a:pt x="318855" y="151556"/>
                  </a:lnTo>
                  <a:lnTo>
                    <a:pt x="318914" y="151425"/>
                  </a:lnTo>
                  <a:lnTo>
                    <a:pt x="319242" y="150506"/>
                  </a:lnTo>
                  <a:lnTo>
                    <a:pt x="319491" y="150382"/>
                  </a:lnTo>
                  <a:lnTo>
                    <a:pt x="319985" y="149592"/>
                  </a:lnTo>
                  <a:lnTo>
                    <a:pt x="320140" y="149336"/>
                  </a:lnTo>
                  <a:lnTo>
                    <a:pt x="320577" y="148758"/>
                  </a:lnTo>
                  <a:lnTo>
                    <a:pt x="320770" y="148484"/>
                  </a:lnTo>
                  <a:lnTo>
                    <a:pt x="320586" y="148443"/>
                  </a:lnTo>
                  <a:lnTo>
                    <a:pt x="320390" y="148401"/>
                  </a:lnTo>
                  <a:lnTo>
                    <a:pt x="320233" y="148346"/>
                  </a:lnTo>
                  <a:lnTo>
                    <a:pt x="320001" y="148336"/>
                  </a:lnTo>
                  <a:lnTo>
                    <a:pt x="319383" y="148128"/>
                  </a:lnTo>
                  <a:lnTo>
                    <a:pt x="319013" y="148036"/>
                  </a:lnTo>
                  <a:lnTo>
                    <a:pt x="318883" y="148008"/>
                  </a:lnTo>
                  <a:lnTo>
                    <a:pt x="318750" y="147981"/>
                  </a:lnTo>
                  <a:lnTo>
                    <a:pt x="318548" y="147899"/>
                  </a:lnTo>
                  <a:lnTo>
                    <a:pt x="318600" y="147653"/>
                  </a:lnTo>
                  <a:lnTo>
                    <a:pt x="318581" y="147425"/>
                  </a:lnTo>
                  <a:lnTo>
                    <a:pt x="318731" y="147204"/>
                  </a:lnTo>
                  <a:lnTo>
                    <a:pt x="319008" y="146786"/>
                  </a:lnTo>
                  <a:lnTo>
                    <a:pt x="319349" y="146221"/>
                  </a:lnTo>
                  <a:lnTo>
                    <a:pt x="319137" y="145847"/>
                  </a:lnTo>
                  <a:lnTo>
                    <a:pt x="318983" y="145589"/>
                  </a:lnTo>
                  <a:lnTo>
                    <a:pt x="318900" y="145454"/>
                  </a:lnTo>
                  <a:lnTo>
                    <a:pt x="318851" y="145227"/>
                  </a:lnTo>
                  <a:lnTo>
                    <a:pt x="318978" y="145145"/>
                  </a:lnTo>
                  <a:lnTo>
                    <a:pt x="319753" y="144559"/>
                  </a:lnTo>
                  <a:lnTo>
                    <a:pt x="319745" y="144391"/>
                  </a:lnTo>
                  <a:lnTo>
                    <a:pt x="319716" y="144105"/>
                  </a:lnTo>
                  <a:lnTo>
                    <a:pt x="319868" y="143884"/>
                  </a:lnTo>
                  <a:lnTo>
                    <a:pt x="319927" y="143621"/>
                  </a:lnTo>
                  <a:lnTo>
                    <a:pt x="319957" y="143171"/>
                  </a:lnTo>
                  <a:lnTo>
                    <a:pt x="320013" y="142614"/>
                  </a:lnTo>
                  <a:lnTo>
                    <a:pt x="319905" y="141972"/>
                  </a:lnTo>
                  <a:lnTo>
                    <a:pt x="319939" y="141603"/>
                  </a:lnTo>
                  <a:lnTo>
                    <a:pt x="319924" y="141437"/>
                  </a:lnTo>
                  <a:lnTo>
                    <a:pt x="319940" y="140745"/>
                  </a:lnTo>
                  <a:lnTo>
                    <a:pt x="319953" y="140478"/>
                  </a:lnTo>
                  <a:lnTo>
                    <a:pt x="319964" y="140183"/>
                  </a:lnTo>
                  <a:lnTo>
                    <a:pt x="319952" y="138731"/>
                  </a:lnTo>
                  <a:lnTo>
                    <a:pt x="319985" y="138588"/>
                  </a:lnTo>
                  <a:lnTo>
                    <a:pt x="320022" y="138434"/>
                  </a:lnTo>
                  <a:lnTo>
                    <a:pt x="320077" y="138200"/>
                  </a:lnTo>
                  <a:lnTo>
                    <a:pt x="320110" y="138037"/>
                  </a:lnTo>
                  <a:lnTo>
                    <a:pt x="320129" y="137835"/>
                  </a:lnTo>
                  <a:lnTo>
                    <a:pt x="320158" y="137454"/>
                  </a:lnTo>
                  <a:lnTo>
                    <a:pt x="320235" y="137217"/>
                  </a:lnTo>
                  <a:lnTo>
                    <a:pt x="320381" y="136929"/>
                  </a:lnTo>
                  <a:lnTo>
                    <a:pt x="320746" y="136325"/>
                  </a:lnTo>
                  <a:lnTo>
                    <a:pt x="320891" y="136106"/>
                  </a:lnTo>
                  <a:lnTo>
                    <a:pt x="320988" y="135963"/>
                  </a:lnTo>
                  <a:lnTo>
                    <a:pt x="321150" y="135481"/>
                  </a:lnTo>
                  <a:lnTo>
                    <a:pt x="321207" y="135353"/>
                  </a:lnTo>
                  <a:lnTo>
                    <a:pt x="321297" y="135136"/>
                  </a:lnTo>
                  <a:lnTo>
                    <a:pt x="321367" y="134968"/>
                  </a:lnTo>
                  <a:lnTo>
                    <a:pt x="321456" y="134800"/>
                  </a:lnTo>
                  <a:lnTo>
                    <a:pt x="321541" y="134647"/>
                  </a:lnTo>
                  <a:lnTo>
                    <a:pt x="321644" y="134457"/>
                  </a:lnTo>
                  <a:lnTo>
                    <a:pt x="321735" y="134316"/>
                  </a:lnTo>
                  <a:lnTo>
                    <a:pt x="321874" y="134109"/>
                  </a:lnTo>
                  <a:lnTo>
                    <a:pt x="322137" y="133695"/>
                  </a:lnTo>
                  <a:lnTo>
                    <a:pt x="322701" y="132733"/>
                  </a:lnTo>
                  <a:lnTo>
                    <a:pt x="323036" y="132205"/>
                  </a:lnTo>
                  <a:lnTo>
                    <a:pt x="323336" y="131591"/>
                  </a:lnTo>
                  <a:lnTo>
                    <a:pt x="324141" y="130807"/>
                  </a:lnTo>
                  <a:lnTo>
                    <a:pt x="324009" y="130748"/>
                  </a:lnTo>
                  <a:lnTo>
                    <a:pt x="323858" y="130691"/>
                  </a:lnTo>
                  <a:lnTo>
                    <a:pt x="323403" y="130508"/>
                  </a:lnTo>
                  <a:lnTo>
                    <a:pt x="322976" y="130337"/>
                  </a:lnTo>
                  <a:lnTo>
                    <a:pt x="322563" y="130175"/>
                  </a:lnTo>
                  <a:lnTo>
                    <a:pt x="322127" y="130004"/>
                  </a:lnTo>
                  <a:lnTo>
                    <a:pt x="321877" y="129906"/>
                  </a:lnTo>
                  <a:lnTo>
                    <a:pt x="321571" y="129578"/>
                  </a:lnTo>
                  <a:lnTo>
                    <a:pt x="321339" y="129324"/>
                  </a:lnTo>
                  <a:lnTo>
                    <a:pt x="320726" y="128652"/>
                  </a:lnTo>
                  <a:lnTo>
                    <a:pt x="320444" y="128340"/>
                  </a:lnTo>
                  <a:lnTo>
                    <a:pt x="319874" y="127713"/>
                  </a:lnTo>
                  <a:lnTo>
                    <a:pt x="319496" y="127297"/>
                  </a:lnTo>
                  <a:lnTo>
                    <a:pt x="319200" y="126970"/>
                  </a:lnTo>
                  <a:lnTo>
                    <a:pt x="319005" y="126757"/>
                  </a:lnTo>
                  <a:lnTo>
                    <a:pt x="318251" y="126272"/>
                  </a:lnTo>
                  <a:lnTo>
                    <a:pt x="317892" y="126025"/>
                  </a:lnTo>
                  <a:lnTo>
                    <a:pt x="316745" y="125337"/>
                  </a:lnTo>
                  <a:lnTo>
                    <a:pt x="316461" y="125186"/>
                  </a:lnTo>
                  <a:lnTo>
                    <a:pt x="316068" y="124943"/>
                  </a:lnTo>
                  <a:lnTo>
                    <a:pt x="315732" y="124744"/>
                  </a:lnTo>
                  <a:lnTo>
                    <a:pt x="315161" y="124410"/>
                  </a:lnTo>
                  <a:lnTo>
                    <a:pt x="314575" y="124113"/>
                  </a:lnTo>
                  <a:lnTo>
                    <a:pt x="314140" y="123865"/>
                  </a:lnTo>
                  <a:lnTo>
                    <a:pt x="313698" y="123633"/>
                  </a:lnTo>
                  <a:lnTo>
                    <a:pt x="312770" y="123360"/>
                  </a:lnTo>
                  <a:lnTo>
                    <a:pt x="311993" y="123066"/>
                  </a:lnTo>
                  <a:lnTo>
                    <a:pt x="311406" y="122887"/>
                  </a:lnTo>
                  <a:lnTo>
                    <a:pt x="311041" y="122781"/>
                  </a:lnTo>
                  <a:lnTo>
                    <a:pt x="310557" y="122620"/>
                  </a:lnTo>
                  <a:lnTo>
                    <a:pt x="310307" y="122525"/>
                  </a:lnTo>
                  <a:lnTo>
                    <a:pt x="309945" y="122380"/>
                  </a:lnTo>
                  <a:lnTo>
                    <a:pt x="309073" y="121706"/>
                  </a:lnTo>
                  <a:lnTo>
                    <a:pt x="308747" y="120904"/>
                  </a:lnTo>
                  <a:lnTo>
                    <a:pt x="308703" y="120587"/>
                  </a:lnTo>
                  <a:lnTo>
                    <a:pt x="308644" y="120223"/>
                  </a:lnTo>
                  <a:lnTo>
                    <a:pt x="308401" y="120146"/>
                  </a:lnTo>
                  <a:lnTo>
                    <a:pt x="307734" y="120435"/>
                  </a:lnTo>
                  <a:lnTo>
                    <a:pt x="307468" y="120575"/>
                  </a:lnTo>
                  <a:lnTo>
                    <a:pt x="306928" y="120781"/>
                  </a:lnTo>
                  <a:lnTo>
                    <a:pt x="306076" y="120553"/>
                  </a:lnTo>
                  <a:lnTo>
                    <a:pt x="304935" y="119798"/>
                  </a:lnTo>
                  <a:lnTo>
                    <a:pt x="303878" y="119141"/>
                  </a:lnTo>
                  <a:lnTo>
                    <a:pt x="303402" y="118870"/>
                  </a:lnTo>
                  <a:lnTo>
                    <a:pt x="303199" y="118745"/>
                  </a:lnTo>
                  <a:lnTo>
                    <a:pt x="302652" y="118396"/>
                  </a:lnTo>
                  <a:lnTo>
                    <a:pt x="302349" y="118170"/>
                  </a:lnTo>
                  <a:lnTo>
                    <a:pt x="302164" y="118054"/>
                  </a:lnTo>
                  <a:lnTo>
                    <a:pt x="301813" y="117849"/>
                  </a:lnTo>
                  <a:lnTo>
                    <a:pt x="301588" y="117694"/>
                  </a:lnTo>
                  <a:lnTo>
                    <a:pt x="301448" y="117363"/>
                  </a:lnTo>
                  <a:lnTo>
                    <a:pt x="301169" y="117120"/>
                  </a:lnTo>
                  <a:lnTo>
                    <a:pt x="300401" y="116628"/>
                  </a:lnTo>
                  <a:lnTo>
                    <a:pt x="299387" y="115654"/>
                  </a:lnTo>
                  <a:lnTo>
                    <a:pt x="299364" y="114576"/>
                  </a:lnTo>
                  <a:lnTo>
                    <a:pt x="299773" y="113950"/>
                  </a:lnTo>
                  <a:lnTo>
                    <a:pt x="299931" y="112980"/>
                  </a:lnTo>
                  <a:lnTo>
                    <a:pt x="300023" y="112413"/>
                  </a:lnTo>
                  <a:lnTo>
                    <a:pt x="300110" y="111484"/>
                  </a:lnTo>
                  <a:lnTo>
                    <a:pt x="299779" y="109955"/>
                  </a:lnTo>
                  <a:lnTo>
                    <a:pt x="299741" y="109781"/>
                  </a:lnTo>
                  <a:lnTo>
                    <a:pt x="299703" y="109604"/>
                  </a:lnTo>
                  <a:lnTo>
                    <a:pt x="299684" y="109311"/>
                  </a:lnTo>
                  <a:lnTo>
                    <a:pt x="299668" y="108903"/>
                  </a:lnTo>
                  <a:lnTo>
                    <a:pt x="299714" y="107633"/>
                  </a:lnTo>
                  <a:lnTo>
                    <a:pt x="299738" y="107138"/>
                  </a:lnTo>
                  <a:lnTo>
                    <a:pt x="299654" y="106164"/>
                  </a:lnTo>
                  <a:lnTo>
                    <a:pt x="299375" y="105229"/>
                  </a:lnTo>
                  <a:lnTo>
                    <a:pt x="299313" y="104651"/>
                  </a:lnTo>
                  <a:lnTo>
                    <a:pt x="299540" y="103910"/>
                  </a:lnTo>
                  <a:lnTo>
                    <a:pt x="299673" y="103446"/>
                  </a:lnTo>
                  <a:lnTo>
                    <a:pt x="299954" y="102634"/>
                  </a:lnTo>
                  <a:lnTo>
                    <a:pt x="300135" y="102145"/>
                  </a:lnTo>
                  <a:lnTo>
                    <a:pt x="300537" y="100835"/>
                  </a:lnTo>
                  <a:lnTo>
                    <a:pt x="300641" y="100535"/>
                  </a:lnTo>
                  <a:lnTo>
                    <a:pt x="300812" y="100282"/>
                  </a:lnTo>
                  <a:lnTo>
                    <a:pt x="300827" y="100096"/>
                  </a:lnTo>
                  <a:lnTo>
                    <a:pt x="300884" y="99518"/>
                  </a:lnTo>
                  <a:lnTo>
                    <a:pt x="300919" y="99147"/>
                  </a:lnTo>
                  <a:lnTo>
                    <a:pt x="300931" y="99012"/>
                  </a:lnTo>
                  <a:lnTo>
                    <a:pt x="300953" y="98755"/>
                  </a:lnTo>
                  <a:lnTo>
                    <a:pt x="300983" y="98499"/>
                  </a:lnTo>
                  <a:lnTo>
                    <a:pt x="301044" y="98150"/>
                  </a:lnTo>
                  <a:lnTo>
                    <a:pt x="301095" y="97897"/>
                  </a:lnTo>
                  <a:lnTo>
                    <a:pt x="301149" y="97593"/>
                  </a:lnTo>
                  <a:lnTo>
                    <a:pt x="301227" y="97200"/>
                  </a:lnTo>
                  <a:lnTo>
                    <a:pt x="301263" y="97035"/>
                  </a:lnTo>
                  <a:lnTo>
                    <a:pt x="301315" y="96765"/>
                  </a:lnTo>
                  <a:lnTo>
                    <a:pt x="301345" y="96631"/>
                  </a:lnTo>
                  <a:lnTo>
                    <a:pt x="301407" y="96318"/>
                  </a:lnTo>
                  <a:lnTo>
                    <a:pt x="301397" y="95879"/>
                  </a:lnTo>
                  <a:lnTo>
                    <a:pt x="300730" y="95509"/>
                  </a:lnTo>
                  <a:lnTo>
                    <a:pt x="299530" y="94873"/>
                  </a:lnTo>
                  <a:lnTo>
                    <a:pt x="301478" y="92023"/>
                  </a:lnTo>
                  <a:lnTo>
                    <a:pt x="301841" y="91444"/>
                  </a:lnTo>
                  <a:lnTo>
                    <a:pt x="302008" y="91190"/>
                  </a:lnTo>
                  <a:lnTo>
                    <a:pt x="302381" y="90622"/>
                  </a:lnTo>
                  <a:lnTo>
                    <a:pt x="302424" y="90102"/>
                  </a:lnTo>
                  <a:lnTo>
                    <a:pt x="302299" y="89830"/>
                  </a:lnTo>
                  <a:lnTo>
                    <a:pt x="302045" y="89310"/>
                  </a:lnTo>
                  <a:lnTo>
                    <a:pt x="301743" y="88691"/>
                  </a:lnTo>
                  <a:lnTo>
                    <a:pt x="301589" y="88380"/>
                  </a:lnTo>
                  <a:lnTo>
                    <a:pt x="301141" y="87133"/>
                  </a:lnTo>
                  <a:lnTo>
                    <a:pt x="300995" y="86730"/>
                  </a:lnTo>
                  <a:lnTo>
                    <a:pt x="300473" y="86309"/>
                  </a:lnTo>
                  <a:lnTo>
                    <a:pt x="299200" y="85598"/>
                  </a:lnTo>
                  <a:lnTo>
                    <a:pt x="298813" y="85335"/>
                  </a:lnTo>
                  <a:lnTo>
                    <a:pt x="298533" y="85178"/>
                  </a:lnTo>
                  <a:lnTo>
                    <a:pt x="298124" y="84953"/>
                  </a:lnTo>
                  <a:lnTo>
                    <a:pt x="297990" y="84879"/>
                  </a:lnTo>
                  <a:lnTo>
                    <a:pt x="297517" y="84560"/>
                  </a:lnTo>
                  <a:lnTo>
                    <a:pt x="297250" y="84408"/>
                  </a:lnTo>
                  <a:lnTo>
                    <a:pt x="296749" y="84118"/>
                  </a:lnTo>
                  <a:lnTo>
                    <a:pt x="296041" y="83680"/>
                  </a:lnTo>
                  <a:lnTo>
                    <a:pt x="295905" y="83592"/>
                  </a:lnTo>
                  <a:lnTo>
                    <a:pt x="295548" y="83334"/>
                  </a:lnTo>
                  <a:lnTo>
                    <a:pt x="295331" y="83123"/>
                  </a:lnTo>
                  <a:lnTo>
                    <a:pt x="295213" y="82965"/>
                  </a:lnTo>
                  <a:lnTo>
                    <a:pt x="295059" y="82823"/>
                  </a:lnTo>
                  <a:lnTo>
                    <a:pt x="294912" y="82689"/>
                  </a:lnTo>
                  <a:lnTo>
                    <a:pt x="294813" y="82546"/>
                  </a:lnTo>
                  <a:lnTo>
                    <a:pt x="294534" y="82228"/>
                  </a:lnTo>
                  <a:lnTo>
                    <a:pt x="294398" y="82098"/>
                  </a:lnTo>
                  <a:lnTo>
                    <a:pt x="294042" y="81579"/>
                  </a:lnTo>
                  <a:lnTo>
                    <a:pt x="293593" y="81127"/>
                  </a:lnTo>
                  <a:lnTo>
                    <a:pt x="293234" y="80766"/>
                  </a:lnTo>
                  <a:lnTo>
                    <a:pt x="291975" y="79833"/>
                  </a:lnTo>
                  <a:lnTo>
                    <a:pt x="291918" y="79543"/>
                  </a:lnTo>
                  <a:lnTo>
                    <a:pt x="291719" y="78771"/>
                  </a:lnTo>
                  <a:lnTo>
                    <a:pt x="291625" y="78159"/>
                  </a:lnTo>
                  <a:lnTo>
                    <a:pt x="291321" y="77666"/>
                  </a:lnTo>
                  <a:lnTo>
                    <a:pt x="290906" y="77318"/>
                  </a:lnTo>
                  <a:lnTo>
                    <a:pt x="289998" y="77234"/>
                  </a:lnTo>
                  <a:lnTo>
                    <a:pt x="289396" y="77072"/>
                  </a:lnTo>
                  <a:lnTo>
                    <a:pt x="288319" y="76766"/>
                  </a:lnTo>
                  <a:lnTo>
                    <a:pt x="288181" y="76727"/>
                  </a:lnTo>
                  <a:lnTo>
                    <a:pt x="287935" y="76675"/>
                  </a:lnTo>
                  <a:lnTo>
                    <a:pt x="287669" y="76611"/>
                  </a:lnTo>
                  <a:lnTo>
                    <a:pt x="287018" y="76441"/>
                  </a:lnTo>
                  <a:lnTo>
                    <a:pt x="286730" y="76361"/>
                  </a:lnTo>
                  <a:lnTo>
                    <a:pt x="286536" y="76311"/>
                  </a:lnTo>
                  <a:lnTo>
                    <a:pt x="286262" y="76236"/>
                  </a:lnTo>
                  <a:lnTo>
                    <a:pt x="285933" y="76143"/>
                  </a:lnTo>
                  <a:lnTo>
                    <a:pt x="285796" y="76102"/>
                  </a:lnTo>
                  <a:lnTo>
                    <a:pt x="285566" y="76054"/>
                  </a:lnTo>
                  <a:lnTo>
                    <a:pt x="285290" y="76014"/>
                  </a:lnTo>
                  <a:lnTo>
                    <a:pt x="284995" y="75955"/>
                  </a:lnTo>
                  <a:lnTo>
                    <a:pt x="284836" y="75925"/>
                  </a:lnTo>
                  <a:lnTo>
                    <a:pt x="284679" y="75897"/>
                  </a:lnTo>
                  <a:lnTo>
                    <a:pt x="284620" y="75590"/>
                  </a:lnTo>
                  <a:lnTo>
                    <a:pt x="284601" y="75452"/>
                  </a:lnTo>
                  <a:lnTo>
                    <a:pt x="284624" y="75205"/>
                  </a:lnTo>
                  <a:lnTo>
                    <a:pt x="284656" y="74947"/>
                  </a:lnTo>
                  <a:lnTo>
                    <a:pt x="284559" y="74644"/>
                  </a:lnTo>
                  <a:lnTo>
                    <a:pt x="284421" y="74202"/>
                  </a:lnTo>
                  <a:lnTo>
                    <a:pt x="284272" y="73741"/>
                  </a:lnTo>
                  <a:lnTo>
                    <a:pt x="283764" y="73396"/>
                  </a:lnTo>
                  <a:lnTo>
                    <a:pt x="283141" y="72977"/>
                  </a:lnTo>
                  <a:lnTo>
                    <a:pt x="282904" y="72816"/>
                  </a:lnTo>
                  <a:lnTo>
                    <a:pt x="282701" y="72682"/>
                  </a:lnTo>
                  <a:lnTo>
                    <a:pt x="282568" y="72594"/>
                  </a:lnTo>
                  <a:lnTo>
                    <a:pt x="282195" y="72342"/>
                  </a:lnTo>
                  <a:lnTo>
                    <a:pt x="282003" y="72212"/>
                  </a:lnTo>
                  <a:lnTo>
                    <a:pt x="281743" y="71936"/>
                  </a:lnTo>
                  <a:lnTo>
                    <a:pt x="281664" y="71779"/>
                  </a:lnTo>
                  <a:lnTo>
                    <a:pt x="281557" y="71573"/>
                  </a:lnTo>
                  <a:lnTo>
                    <a:pt x="281443" y="71353"/>
                  </a:lnTo>
                  <a:lnTo>
                    <a:pt x="281267" y="71001"/>
                  </a:lnTo>
                  <a:lnTo>
                    <a:pt x="281086" y="70616"/>
                  </a:lnTo>
                  <a:lnTo>
                    <a:pt x="280946" y="70479"/>
                  </a:lnTo>
                  <a:lnTo>
                    <a:pt x="280711" y="70232"/>
                  </a:lnTo>
                  <a:lnTo>
                    <a:pt x="280413" y="69934"/>
                  </a:lnTo>
                  <a:lnTo>
                    <a:pt x="280038" y="69540"/>
                  </a:lnTo>
                  <a:lnTo>
                    <a:pt x="279796" y="69291"/>
                  </a:lnTo>
                  <a:lnTo>
                    <a:pt x="279571" y="69199"/>
                  </a:lnTo>
                  <a:lnTo>
                    <a:pt x="279092" y="69317"/>
                  </a:lnTo>
                  <a:lnTo>
                    <a:pt x="278794" y="69360"/>
                  </a:lnTo>
                  <a:lnTo>
                    <a:pt x="278532" y="69407"/>
                  </a:lnTo>
                  <a:lnTo>
                    <a:pt x="278219" y="69538"/>
                  </a:lnTo>
                  <a:lnTo>
                    <a:pt x="278081" y="69595"/>
                  </a:lnTo>
                  <a:lnTo>
                    <a:pt x="277821" y="69698"/>
                  </a:lnTo>
                  <a:lnTo>
                    <a:pt x="275840" y="69742"/>
                  </a:lnTo>
                  <a:lnTo>
                    <a:pt x="275778" y="68718"/>
                  </a:lnTo>
                  <a:lnTo>
                    <a:pt x="275785" y="68539"/>
                  </a:lnTo>
                  <a:lnTo>
                    <a:pt x="275589" y="68022"/>
                  </a:lnTo>
                  <a:lnTo>
                    <a:pt x="275374" y="67529"/>
                  </a:lnTo>
                  <a:lnTo>
                    <a:pt x="275352" y="66899"/>
                  </a:lnTo>
                  <a:lnTo>
                    <a:pt x="275482" y="66824"/>
                  </a:lnTo>
                  <a:lnTo>
                    <a:pt x="275813" y="66551"/>
                  </a:lnTo>
                  <a:lnTo>
                    <a:pt x="276116" y="66333"/>
                  </a:lnTo>
                  <a:lnTo>
                    <a:pt x="276295" y="66169"/>
                  </a:lnTo>
                  <a:lnTo>
                    <a:pt x="276434" y="66074"/>
                  </a:lnTo>
                  <a:lnTo>
                    <a:pt x="276762" y="65859"/>
                  </a:lnTo>
                  <a:lnTo>
                    <a:pt x="277124" y="65659"/>
                  </a:lnTo>
                  <a:lnTo>
                    <a:pt x="277364" y="65502"/>
                  </a:lnTo>
                  <a:lnTo>
                    <a:pt x="277221" y="63871"/>
                  </a:lnTo>
                  <a:lnTo>
                    <a:pt x="277236" y="63562"/>
                  </a:lnTo>
                  <a:lnTo>
                    <a:pt x="277227" y="63226"/>
                  </a:lnTo>
                  <a:lnTo>
                    <a:pt x="277107" y="62908"/>
                  </a:lnTo>
                  <a:lnTo>
                    <a:pt x="276958" y="62517"/>
                  </a:lnTo>
                  <a:lnTo>
                    <a:pt x="276867" y="62276"/>
                  </a:lnTo>
                  <a:lnTo>
                    <a:pt x="276796" y="62088"/>
                  </a:lnTo>
                  <a:lnTo>
                    <a:pt x="276695" y="61819"/>
                  </a:lnTo>
                  <a:lnTo>
                    <a:pt x="276558" y="61452"/>
                  </a:lnTo>
                  <a:lnTo>
                    <a:pt x="276502" y="61299"/>
                  </a:lnTo>
                  <a:lnTo>
                    <a:pt x="276432" y="61141"/>
                  </a:lnTo>
                  <a:lnTo>
                    <a:pt x="276321" y="60865"/>
                  </a:lnTo>
                  <a:lnTo>
                    <a:pt x="276247" y="60685"/>
                  </a:lnTo>
                  <a:lnTo>
                    <a:pt x="276215" y="60377"/>
                  </a:lnTo>
                  <a:lnTo>
                    <a:pt x="276169" y="59940"/>
                  </a:lnTo>
                  <a:lnTo>
                    <a:pt x="276131" y="59591"/>
                  </a:lnTo>
                  <a:lnTo>
                    <a:pt x="276101" y="59314"/>
                  </a:lnTo>
                  <a:lnTo>
                    <a:pt x="276109" y="59186"/>
                  </a:lnTo>
                  <a:lnTo>
                    <a:pt x="276161" y="58363"/>
                  </a:lnTo>
                  <a:lnTo>
                    <a:pt x="276201" y="57731"/>
                  </a:lnTo>
                  <a:lnTo>
                    <a:pt x="276233" y="57234"/>
                  </a:lnTo>
                  <a:lnTo>
                    <a:pt x="276289" y="56254"/>
                  </a:lnTo>
                  <a:lnTo>
                    <a:pt x="276169" y="55073"/>
                  </a:lnTo>
                  <a:lnTo>
                    <a:pt x="276146" y="54907"/>
                  </a:lnTo>
                  <a:lnTo>
                    <a:pt x="276137" y="54759"/>
                  </a:lnTo>
                  <a:lnTo>
                    <a:pt x="275911" y="53728"/>
                  </a:lnTo>
                  <a:lnTo>
                    <a:pt x="276082" y="53325"/>
                  </a:lnTo>
                  <a:lnTo>
                    <a:pt x="276084" y="52915"/>
                  </a:lnTo>
                  <a:lnTo>
                    <a:pt x="276101" y="52615"/>
                  </a:lnTo>
                  <a:lnTo>
                    <a:pt x="276093" y="52416"/>
                  </a:lnTo>
                  <a:lnTo>
                    <a:pt x="276069" y="51844"/>
                  </a:lnTo>
                  <a:lnTo>
                    <a:pt x="276112" y="51583"/>
                  </a:lnTo>
                  <a:lnTo>
                    <a:pt x="276165" y="51002"/>
                  </a:lnTo>
                  <a:lnTo>
                    <a:pt x="276195" y="50586"/>
                  </a:lnTo>
                  <a:lnTo>
                    <a:pt x="276227" y="50169"/>
                  </a:lnTo>
                  <a:lnTo>
                    <a:pt x="276251" y="49993"/>
                  </a:lnTo>
                  <a:lnTo>
                    <a:pt x="276163" y="49560"/>
                  </a:lnTo>
                  <a:lnTo>
                    <a:pt x="276122" y="49367"/>
                  </a:lnTo>
                  <a:lnTo>
                    <a:pt x="276147" y="49091"/>
                  </a:lnTo>
                  <a:lnTo>
                    <a:pt x="276155" y="48645"/>
                  </a:lnTo>
                  <a:lnTo>
                    <a:pt x="276193" y="47768"/>
                  </a:lnTo>
                  <a:lnTo>
                    <a:pt x="276192" y="47637"/>
                  </a:lnTo>
                  <a:lnTo>
                    <a:pt x="276188" y="47450"/>
                  </a:lnTo>
                  <a:lnTo>
                    <a:pt x="276184" y="47253"/>
                  </a:lnTo>
                  <a:lnTo>
                    <a:pt x="276144" y="46948"/>
                  </a:lnTo>
                  <a:lnTo>
                    <a:pt x="276137" y="46760"/>
                  </a:lnTo>
                  <a:lnTo>
                    <a:pt x="276119" y="46322"/>
                  </a:lnTo>
                  <a:lnTo>
                    <a:pt x="276111" y="46103"/>
                  </a:lnTo>
                  <a:lnTo>
                    <a:pt x="276087" y="45655"/>
                  </a:lnTo>
                  <a:lnTo>
                    <a:pt x="276110" y="45084"/>
                  </a:lnTo>
                  <a:lnTo>
                    <a:pt x="276116" y="44733"/>
                  </a:lnTo>
                  <a:lnTo>
                    <a:pt x="276068" y="44306"/>
                  </a:lnTo>
                  <a:lnTo>
                    <a:pt x="275978" y="43773"/>
                  </a:lnTo>
                  <a:lnTo>
                    <a:pt x="275867" y="43385"/>
                  </a:lnTo>
                  <a:lnTo>
                    <a:pt x="275717" y="43028"/>
                  </a:lnTo>
                  <a:lnTo>
                    <a:pt x="275494" y="42465"/>
                  </a:lnTo>
                  <a:lnTo>
                    <a:pt x="275233" y="41834"/>
                  </a:lnTo>
                  <a:lnTo>
                    <a:pt x="274984" y="41210"/>
                  </a:lnTo>
                  <a:lnTo>
                    <a:pt x="274876" y="40900"/>
                  </a:lnTo>
                  <a:lnTo>
                    <a:pt x="274482" y="39764"/>
                  </a:lnTo>
                  <a:lnTo>
                    <a:pt x="274342" y="39357"/>
                  </a:lnTo>
                  <a:lnTo>
                    <a:pt x="274024" y="38099"/>
                  </a:lnTo>
                  <a:lnTo>
                    <a:pt x="272183" y="35266"/>
                  </a:lnTo>
                  <a:lnTo>
                    <a:pt x="271709" y="34780"/>
                  </a:lnTo>
                  <a:lnTo>
                    <a:pt x="271145" y="34127"/>
                  </a:lnTo>
                  <a:lnTo>
                    <a:pt x="270274" y="33226"/>
                  </a:lnTo>
                  <a:lnTo>
                    <a:pt x="270011" y="32945"/>
                  </a:lnTo>
                  <a:lnTo>
                    <a:pt x="269661" y="32573"/>
                  </a:lnTo>
                  <a:lnTo>
                    <a:pt x="269160" y="32039"/>
                  </a:lnTo>
                  <a:lnTo>
                    <a:pt x="269031" y="31894"/>
                  </a:lnTo>
                  <a:lnTo>
                    <a:pt x="268825" y="31674"/>
                  </a:lnTo>
                  <a:lnTo>
                    <a:pt x="268332" y="31144"/>
                  </a:lnTo>
                  <a:lnTo>
                    <a:pt x="267803" y="30582"/>
                  </a:lnTo>
                  <a:lnTo>
                    <a:pt x="267195" y="29936"/>
                  </a:lnTo>
                  <a:lnTo>
                    <a:pt x="266551" y="29244"/>
                  </a:lnTo>
                  <a:lnTo>
                    <a:pt x="265012" y="27599"/>
                  </a:lnTo>
                  <a:lnTo>
                    <a:pt x="263913" y="26418"/>
                  </a:lnTo>
                  <a:lnTo>
                    <a:pt x="263641" y="26129"/>
                  </a:lnTo>
                  <a:lnTo>
                    <a:pt x="261945" y="24311"/>
                  </a:lnTo>
                  <a:lnTo>
                    <a:pt x="261364" y="23691"/>
                  </a:lnTo>
                  <a:lnTo>
                    <a:pt x="260966" y="23262"/>
                  </a:lnTo>
                  <a:lnTo>
                    <a:pt x="260259" y="22567"/>
                  </a:lnTo>
                  <a:lnTo>
                    <a:pt x="258925" y="21254"/>
                  </a:lnTo>
                  <a:lnTo>
                    <a:pt x="258212" y="20553"/>
                  </a:lnTo>
                  <a:lnTo>
                    <a:pt x="257641" y="19997"/>
                  </a:lnTo>
                  <a:lnTo>
                    <a:pt x="257052" y="19777"/>
                  </a:lnTo>
                  <a:lnTo>
                    <a:pt x="255631" y="18869"/>
                  </a:lnTo>
                  <a:lnTo>
                    <a:pt x="255367" y="18837"/>
                  </a:lnTo>
                  <a:lnTo>
                    <a:pt x="255142" y="18809"/>
                  </a:lnTo>
                  <a:lnTo>
                    <a:pt x="254428" y="18744"/>
                  </a:lnTo>
                  <a:lnTo>
                    <a:pt x="253235" y="17632"/>
                  </a:lnTo>
                  <a:lnTo>
                    <a:pt x="249513" y="13694"/>
                  </a:lnTo>
                  <a:lnTo>
                    <a:pt x="249177" y="13308"/>
                  </a:lnTo>
                  <a:lnTo>
                    <a:pt x="247954" y="12442"/>
                  </a:lnTo>
                  <a:lnTo>
                    <a:pt x="246890" y="11690"/>
                  </a:lnTo>
                  <a:lnTo>
                    <a:pt x="246202" y="11208"/>
                  </a:lnTo>
                  <a:lnTo>
                    <a:pt x="245957" y="11042"/>
                  </a:lnTo>
                  <a:lnTo>
                    <a:pt x="245440" y="10682"/>
                  </a:lnTo>
                  <a:lnTo>
                    <a:pt x="244869" y="10280"/>
                  </a:lnTo>
                  <a:lnTo>
                    <a:pt x="243935" y="9622"/>
                  </a:lnTo>
                  <a:lnTo>
                    <a:pt x="243254" y="9151"/>
                  </a:lnTo>
                  <a:lnTo>
                    <a:pt x="243067" y="9015"/>
                  </a:lnTo>
                  <a:lnTo>
                    <a:pt x="242359" y="9195"/>
                  </a:lnTo>
                  <a:lnTo>
                    <a:pt x="241904" y="9308"/>
                  </a:lnTo>
                  <a:lnTo>
                    <a:pt x="241527" y="9405"/>
                  </a:lnTo>
                  <a:lnTo>
                    <a:pt x="240950" y="9549"/>
                  </a:lnTo>
                  <a:lnTo>
                    <a:pt x="240638" y="9621"/>
                  </a:lnTo>
                  <a:lnTo>
                    <a:pt x="239611" y="9875"/>
                  </a:lnTo>
                  <a:lnTo>
                    <a:pt x="239018" y="10016"/>
                  </a:lnTo>
                  <a:lnTo>
                    <a:pt x="238322" y="10191"/>
                  </a:lnTo>
                  <a:lnTo>
                    <a:pt x="237459" y="10404"/>
                  </a:lnTo>
                  <a:lnTo>
                    <a:pt x="236987" y="10522"/>
                  </a:lnTo>
                  <a:lnTo>
                    <a:pt x="236569" y="10627"/>
                  </a:lnTo>
                  <a:lnTo>
                    <a:pt x="236334" y="10686"/>
                  </a:lnTo>
                  <a:lnTo>
                    <a:pt x="236051" y="10756"/>
                  </a:lnTo>
                  <a:lnTo>
                    <a:pt x="235394" y="10939"/>
                  </a:lnTo>
                  <a:lnTo>
                    <a:pt x="235092" y="11012"/>
                  </a:lnTo>
                  <a:lnTo>
                    <a:pt x="234881" y="11064"/>
                  </a:lnTo>
                  <a:lnTo>
                    <a:pt x="234544" y="11146"/>
                  </a:lnTo>
                  <a:lnTo>
                    <a:pt x="234153" y="11243"/>
                  </a:lnTo>
                  <a:lnTo>
                    <a:pt x="233902" y="11301"/>
                  </a:lnTo>
                  <a:lnTo>
                    <a:pt x="233692" y="11258"/>
                  </a:lnTo>
                  <a:lnTo>
                    <a:pt x="233187" y="11142"/>
                  </a:lnTo>
                  <a:lnTo>
                    <a:pt x="232820" y="11058"/>
                  </a:lnTo>
                  <a:lnTo>
                    <a:pt x="232185" y="10911"/>
                  </a:lnTo>
                  <a:lnTo>
                    <a:pt x="231336" y="10719"/>
                  </a:lnTo>
                  <a:lnTo>
                    <a:pt x="230767" y="10590"/>
                  </a:lnTo>
                  <a:lnTo>
                    <a:pt x="229305" y="10264"/>
                  </a:lnTo>
                  <a:lnTo>
                    <a:pt x="228545" y="10091"/>
                  </a:lnTo>
                  <a:lnTo>
                    <a:pt x="227939" y="9969"/>
                  </a:lnTo>
                  <a:lnTo>
                    <a:pt x="227706" y="9920"/>
                  </a:lnTo>
                  <a:lnTo>
                    <a:pt x="227289" y="9838"/>
                  </a:lnTo>
                  <a:lnTo>
                    <a:pt x="226594" y="9700"/>
                  </a:lnTo>
                  <a:lnTo>
                    <a:pt x="225506" y="9483"/>
                  </a:lnTo>
                  <a:lnTo>
                    <a:pt x="225086" y="9400"/>
                  </a:lnTo>
                  <a:lnTo>
                    <a:pt x="224790" y="9338"/>
                  </a:lnTo>
                  <a:lnTo>
                    <a:pt x="223835" y="9145"/>
                  </a:lnTo>
                  <a:lnTo>
                    <a:pt x="223484" y="9078"/>
                  </a:lnTo>
                  <a:lnTo>
                    <a:pt x="222873" y="8951"/>
                  </a:lnTo>
                  <a:lnTo>
                    <a:pt x="222447" y="8867"/>
                  </a:lnTo>
                  <a:lnTo>
                    <a:pt x="222169" y="8814"/>
                  </a:lnTo>
                  <a:lnTo>
                    <a:pt x="222000" y="8781"/>
                  </a:lnTo>
                  <a:lnTo>
                    <a:pt x="221854" y="8749"/>
                  </a:lnTo>
                  <a:lnTo>
                    <a:pt x="221699" y="8719"/>
                  </a:lnTo>
                  <a:lnTo>
                    <a:pt x="221212" y="8620"/>
                  </a:lnTo>
                  <a:lnTo>
                    <a:pt x="221060" y="8595"/>
                  </a:lnTo>
                  <a:lnTo>
                    <a:pt x="220724" y="8528"/>
                  </a:lnTo>
                  <a:lnTo>
                    <a:pt x="219977" y="8559"/>
                  </a:lnTo>
                  <a:lnTo>
                    <a:pt x="219427" y="8687"/>
                  </a:lnTo>
                  <a:lnTo>
                    <a:pt x="218550" y="8780"/>
                  </a:lnTo>
                  <a:lnTo>
                    <a:pt x="218165" y="8828"/>
                  </a:lnTo>
                  <a:lnTo>
                    <a:pt x="217278" y="8927"/>
                  </a:lnTo>
                  <a:lnTo>
                    <a:pt x="216469" y="9013"/>
                  </a:lnTo>
                  <a:lnTo>
                    <a:pt x="215880" y="9086"/>
                  </a:lnTo>
                  <a:lnTo>
                    <a:pt x="215153" y="9166"/>
                  </a:lnTo>
                  <a:lnTo>
                    <a:pt x="214621" y="9226"/>
                  </a:lnTo>
                  <a:lnTo>
                    <a:pt x="214398" y="9251"/>
                  </a:lnTo>
                  <a:lnTo>
                    <a:pt x="214126" y="9283"/>
                  </a:lnTo>
                  <a:lnTo>
                    <a:pt x="213701" y="9329"/>
                  </a:lnTo>
                  <a:lnTo>
                    <a:pt x="212498" y="9475"/>
                  </a:lnTo>
                  <a:lnTo>
                    <a:pt x="212242" y="9498"/>
                  </a:lnTo>
                  <a:lnTo>
                    <a:pt x="211655" y="9566"/>
                  </a:lnTo>
                  <a:lnTo>
                    <a:pt x="210862" y="9649"/>
                  </a:lnTo>
                  <a:lnTo>
                    <a:pt x="210214" y="9723"/>
                  </a:lnTo>
                  <a:lnTo>
                    <a:pt x="209911" y="9754"/>
                  </a:lnTo>
                  <a:lnTo>
                    <a:pt x="209356" y="9818"/>
                  </a:lnTo>
                  <a:lnTo>
                    <a:pt x="208596" y="9664"/>
                  </a:lnTo>
                  <a:lnTo>
                    <a:pt x="208022" y="9550"/>
                  </a:lnTo>
                  <a:lnTo>
                    <a:pt x="207511" y="9449"/>
                  </a:lnTo>
                  <a:lnTo>
                    <a:pt x="205440" y="9052"/>
                  </a:lnTo>
                  <a:lnTo>
                    <a:pt x="204717" y="8746"/>
                  </a:lnTo>
                  <a:lnTo>
                    <a:pt x="202436" y="7803"/>
                  </a:lnTo>
                  <a:lnTo>
                    <a:pt x="202230" y="7718"/>
                  </a:lnTo>
                  <a:lnTo>
                    <a:pt x="201458" y="7396"/>
                  </a:lnTo>
                  <a:lnTo>
                    <a:pt x="201066" y="7236"/>
                  </a:lnTo>
                  <a:lnTo>
                    <a:pt x="200487" y="7003"/>
                  </a:lnTo>
                  <a:lnTo>
                    <a:pt x="200331" y="6931"/>
                  </a:lnTo>
                  <a:lnTo>
                    <a:pt x="199682" y="6669"/>
                  </a:lnTo>
                  <a:lnTo>
                    <a:pt x="199246" y="6488"/>
                  </a:lnTo>
                  <a:lnTo>
                    <a:pt x="198748" y="6284"/>
                  </a:lnTo>
                  <a:lnTo>
                    <a:pt x="198018" y="5985"/>
                  </a:lnTo>
                  <a:lnTo>
                    <a:pt x="197332" y="5704"/>
                  </a:lnTo>
                  <a:lnTo>
                    <a:pt x="197055" y="5585"/>
                  </a:lnTo>
                  <a:lnTo>
                    <a:pt x="196263" y="5259"/>
                  </a:lnTo>
                  <a:lnTo>
                    <a:pt x="195910" y="5113"/>
                  </a:lnTo>
                  <a:lnTo>
                    <a:pt x="195516" y="4950"/>
                  </a:lnTo>
                  <a:lnTo>
                    <a:pt x="195377" y="4892"/>
                  </a:lnTo>
                  <a:lnTo>
                    <a:pt x="195021" y="4927"/>
                  </a:lnTo>
                  <a:lnTo>
                    <a:pt x="194829" y="4939"/>
                  </a:lnTo>
                  <a:lnTo>
                    <a:pt x="194456" y="4956"/>
                  </a:lnTo>
                  <a:lnTo>
                    <a:pt x="193783" y="5000"/>
                  </a:lnTo>
                  <a:lnTo>
                    <a:pt x="193066" y="5050"/>
                  </a:lnTo>
                  <a:lnTo>
                    <a:pt x="192502" y="5086"/>
                  </a:lnTo>
                  <a:lnTo>
                    <a:pt x="192305" y="5099"/>
                  </a:lnTo>
                  <a:lnTo>
                    <a:pt x="192111" y="5113"/>
                  </a:lnTo>
                  <a:lnTo>
                    <a:pt x="191926" y="5120"/>
                  </a:lnTo>
                  <a:lnTo>
                    <a:pt x="191705" y="5133"/>
                  </a:lnTo>
                  <a:lnTo>
                    <a:pt x="191523" y="5149"/>
                  </a:lnTo>
                  <a:lnTo>
                    <a:pt x="190544" y="5211"/>
                  </a:lnTo>
                  <a:lnTo>
                    <a:pt x="189991" y="5246"/>
                  </a:lnTo>
                  <a:lnTo>
                    <a:pt x="189634" y="5267"/>
                  </a:lnTo>
                  <a:lnTo>
                    <a:pt x="189085" y="5310"/>
                  </a:lnTo>
                  <a:lnTo>
                    <a:pt x="188371" y="5349"/>
                  </a:lnTo>
                  <a:lnTo>
                    <a:pt x="187612" y="5400"/>
                  </a:lnTo>
                  <a:lnTo>
                    <a:pt x="187137" y="5431"/>
                  </a:lnTo>
                  <a:lnTo>
                    <a:pt x="186678" y="5461"/>
                  </a:lnTo>
                  <a:lnTo>
                    <a:pt x="186061" y="5501"/>
                  </a:lnTo>
                  <a:lnTo>
                    <a:pt x="185047" y="5566"/>
                  </a:lnTo>
                  <a:lnTo>
                    <a:pt x="184568" y="5599"/>
                  </a:lnTo>
                  <a:lnTo>
                    <a:pt x="184143" y="5628"/>
                  </a:lnTo>
                  <a:lnTo>
                    <a:pt x="182372" y="5364"/>
                  </a:lnTo>
                  <a:lnTo>
                    <a:pt x="181134" y="5180"/>
                  </a:lnTo>
                  <a:lnTo>
                    <a:pt x="175073" y="2266"/>
                  </a:lnTo>
                  <a:lnTo>
                    <a:pt x="173899" y="1733"/>
                  </a:lnTo>
                  <a:lnTo>
                    <a:pt x="170900" y="370"/>
                  </a:lnTo>
                  <a:lnTo>
                    <a:pt x="164951" y="301"/>
                  </a:lnTo>
                  <a:lnTo>
                    <a:pt x="164938" y="452"/>
                  </a:lnTo>
                  <a:lnTo>
                    <a:pt x="165216" y="707"/>
                  </a:lnTo>
                  <a:lnTo>
                    <a:pt x="165699" y="1297"/>
                  </a:lnTo>
                  <a:lnTo>
                    <a:pt x="166060" y="1582"/>
                  </a:lnTo>
                  <a:lnTo>
                    <a:pt x="166238" y="1839"/>
                  </a:lnTo>
                  <a:lnTo>
                    <a:pt x="166338" y="2112"/>
                  </a:lnTo>
                  <a:lnTo>
                    <a:pt x="166343" y="2325"/>
                  </a:lnTo>
                  <a:lnTo>
                    <a:pt x="166488" y="2455"/>
                  </a:lnTo>
                  <a:lnTo>
                    <a:pt x="166612" y="2740"/>
                  </a:lnTo>
                  <a:lnTo>
                    <a:pt x="167147" y="3491"/>
                  </a:lnTo>
                  <a:lnTo>
                    <a:pt x="167170" y="3641"/>
                  </a:lnTo>
                  <a:lnTo>
                    <a:pt x="167198" y="3814"/>
                  </a:lnTo>
                  <a:lnTo>
                    <a:pt x="167312" y="4043"/>
                  </a:lnTo>
                  <a:lnTo>
                    <a:pt x="167363" y="4274"/>
                  </a:lnTo>
                  <a:lnTo>
                    <a:pt x="164786" y="3310"/>
                  </a:lnTo>
                  <a:lnTo>
                    <a:pt x="164668" y="2939"/>
                  </a:lnTo>
                  <a:lnTo>
                    <a:pt x="164330" y="2066"/>
                  </a:lnTo>
                  <a:lnTo>
                    <a:pt x="164073" y="1598"/>
                  </a:lnTo>
                  <a:lnTo>
                    <a:pt x="163946" y="1506"/>
                  </a:lnTo>
                  <a:lnTo>
                    <a:pt x="163653" y="1302"/>
                  </a:lnTo>
                  <a:lnTo>
                    <a:pt x="163554" y="1160"/>
                  </a:lnTo>
                  <a:lnTo>
                    <a:pt x="163307" y="847"/>
                  </a:lnTo>
                  <a:lnTo>
                    <a:pt x="163060" y="603"/>
                  </a:lnTo>
                  <a:lnTo>
                    <a:pt x="162923" y="570"/>
                  </a:lnTo>
                  <a:lnTo>
                    <a:pt x="162574" y="407"/>
                  </a:lnTo>
                  <a:lnTo>
                    <a:pt x="162188" y="409"/>
                  </a:lnTo>
                  <a:lnTo>
                    <a:pt x="161938" y="358"/>
                  </a:lnTo>
                  <a:lnTo>
                    <a:pt x="161366" y="363"/>
                  </a:lnTo>
                  <a:lnTo>
                    <a:pt x="161154" y="249"/>
                  </a:lnTo>
                  <a:lnTo>
                    <a:pt x="160892" y="193"/>
                  </a:lnTo>
                  <a:lnTo>
                    <a:pt x="160215" y="81"/>
                  </a:lnTo>
                  <a:lnTo>
                    <a:pt x="160073" y="0"/>
                  </a:lnTo>
                  <a:lnTo>
                    <a:pt x="159839" y="124"/>
                  </a:lnTo>
                  <a:lnTo>
                    <a:pt x="159506" y="223"/>
                  </a:lnTo>
                  <a:lnTo>
                    <a:pt x="159439" y="386"/>
                  </a:lnTo>
                  <a:lnTo>
                    <a:pt x="159076" y="521"/>
                  </a:lnTo>
                  <a:lnTo>
                    <a:pt x="158925" y="613"/>
                  </a:lnTo>
                  <a:lnTo>
                    <a:pt x="158663" y="648"/>
                  </a:lnTo>
                  <a:lnTo>
                    <a:pt x="158607" y="498"/>
                  </a:lnTo>
                  <a:lnTo>
                    <a:pt x="158467" y="503"/>
                  </a:lnTo>
                  <a:lnTo>
                    <a:pt x="158338" y="508"/>
                  </a:lnTo>
                  <a:lnTo>
                    <a:pt x="158144" y="496"/>
                  </a:lnTo>
                  <a:lnTo>
                    <a:pt x="157979" y="480"/>
                  </a:lnTo>
                  <a:lnTo>
                    <a:pt x="157717" y="396"/>
                  </a:lnTo>
                  <a:lnTo>
                    <a:pt x="157567" y="353"/>
                  </a:lnTo>
                  <a:lnTo>
                    <a:pt x="157284" y="318"/>
                  </a:lnTo>
                  <a:lnTo>
                    <a:pt x="157109" y="274"/>
                  </a:lnTo>
                  <a:lnTo>
                    <a:pt x="156872" y="223"/>
                  </a:lnTo>
                  <a:lnTo>
                    <a:pt x="156630" y="211"/>
                  </a:lnTo>
                  <a:lnTo>
                    <a:pt x="156437" y="185"/>
                  </a:lnTo>
                  <a:lnTo>
                    <a:pt x="156289" y="140"/>
                  </a:lnTo>
                  <a:lnTo>
                    <a:pt x="156050" y="104"/>
                  </a:lnTo>
                  <a:lnTo>
                    <a:pt x="155577" y="516"/>
                  </a:lnTo>
                  <a:lnTo>
                    <a:pt x="154857" y="1116"/>
                  </a:lnTo>
                  <a:lnTo>
                    <a:pt x="154320" y="1501"/>
                  </a:lnTo>
                  <a:lnTo>
                    <a:pt x="154078" y="1814"/>
                  </a:lnTo>
                  <a:lnTo>
                    <a:pt x="153864" y="1849"/>
                  </a:lnTo>
                  <a:lnTo>
                    <a:pt x="153706" y="1895"/>
                  </a:lnTo>
                  <a:lnTo>
                    <a:pt x="153536" y="1944"/>
                  </a:lnTo>
                  <a:lnTo>
                    <a:pt x="153009" y="2363"/>
                  </a:lnTo>
                  <a:lnTo>
                    <a:pt x="152686" y="2600"/>
                  </a:lnTo>
                  <a:lnTo>
                    <a:pt x="152460" y="2809"/>
                  </a:lnTo>
                  <a:lnTo>
                    <a:pt x="152320" y="2898"/>
                  </a:lnTo>
                  <a:lnTo>
                    <a:pt x="152254" y="3025"/>
                  </a:lnTo>
                  <a:lnTo>
                    <a:pt x="151943" y="3356"/>
                  </a:lnTo>
                  <a:lnTo>
                    <a:pt x="151495" y="3740"/>
                  </a:lnTo>
                  <a:lnTo>
                    <a:pt x="151200" y="4030"/>
                  </a:lnTo>
                  <a:lnTo>
                    <a:pt x="150747" y="4000"/>
                  </a:lnTo>
                  <a:lnTo>
                    <a:pt x="149567" y="4730"/>
                  </a:lnTo>
                  <a:lnTo>
                    <a:pt x="149070" y="5028"/>
                  </a:lnTo>
                  <a:lnTo>
                    <a:pt x="148915" y="5119"/>
                  </a:lnTo>
                  <a:lnTo>
                    <a:pt x="148327" y="5297"/>
                  </a:lnTo>
                  <a:lnTo>
                    <a:pt x="147414" y="5572"/>
                  </a:lnTo>
                  <a:lnTo>
                    <a:pt x="146299" y="5908"/>
                  </a:lnTo>
                  <a:lnTo>
                    <a:pt x="144643" y="6407"/>
                  </a:lnTo>
                  <a:lnTo>
                    <a:pt x="143110" y="6865"/>
                  </a:lnTo>
                  <a:lnTo>
                    <a:pt x="142879" y="6893"/>
                  </a:lnTo>
                  <a:lnTo>
                    <a:pt x="142510" y="6941"/>
                  </a:lnTo>
                  <a:lnTo>
                    <a:pt x="142192" y="6984"/>
                  </a:lnTo>
                  <a:lnTo>
                    <a:pt x="141238" y="7239"/>
                  </a:lnTo>
                  <a:lnTo>
                    <a:pt x="136454" y="8511"/>
                  </a:lnTo>
                  <a:lnTo>
                    <a:pt x="130729" y="10038"/>
                  </a:lnTo>
                  <a:lnTo>
                    <a:pt x="129428" y="10384"/>
                  </a:lnTo>
                  <a:lnTo>
                    <a:pt x="128876" y="10532"/>
                  </a:lnTo>
                  <a:lnTo>
                    <a:pt x="128357" y="10789"/>
                  </a:lnTo>
                  <a:lnTo>
                    <a:pt x="126202" y="11857"/>
                  </a:lnTo>
                  <a:lnTo>
                    <a:pt x="122853" y="13514"/>
                  </a:lnTo>
                  <a:lnTo>
                    <a:pt x="122423" y="13727"/>
                  </a:lnTo>
                  <a:lnTo>
                    <a:pt x="118701" y="15570"/>
                  </a:lnTo>
                  <a:lnTo>
                    <a:pt x="118561" y="15638"/>
                  </a:lnTo>
                  <a:lnTo>
                    <a:pt x="116729" y="16544"/>
                  </a:lnTo>
                  <a:lnTo>
                    <a:pt x="114876" y="17463"/>
                  </a:lnTo>
                  <a:lnTo>
                    <a:pt x="112591" y="18616"/>
                  </a:lnTo>
                  <a:lnTo>
                    <a:pt x="109724" y="16610"/>
                  </a:lnTo>
                  <a:lnTo>
                    <a:pt x="106215" y="14122"/>
                  </a:lnTo>
                  <a:lnTo>
                    <a:pt x="104159" y="13498"/>
                  </a:lnTo>
                  <a:lnTo>
                    <a:pt x="101133" y="12585"/>
                  </a:lnTo>
                  <a:lnTo>
                    <a:pt x="99772" y="12175"/>
                  </a:lnTo>
                  <a:lnTo>
                    <a:pt x="89846" y="9186"/>
                  </a:lnTo>
                  <a:lnTo>
                    <a:pt x="79500" y="11600"/>
                  </a:lnTo>
                  <a:lnTo>
                    <a:pt x="66738" y="14552"/>
                  </a:lnTo>
                  <a:lnTo>
                    <a:pt x="66548" y="14807"/>
                  </a:lnTo>
                  <a:lnTo>
                    <a:pt x="66227" y="15234"/>
                  </a:lnTo>
                  <a:lnTo>
                    <a:pt x="65881" y="15715"/>
                  </a:lnTo>
                  <a:lnTo>
                    <a:pt x="65197" y="16662"/>
                  </a:lnTo>
                  <a:lnTo>
                    <a:pt x="64530" y="17588"/>
                  </a:lnTo>
                  <a:lnTo>
                    <a:pt x="63805" y="18555"/>
                  </a:lnTo>
                  <a:lnTo>
                    <a:pt x="63108" y="19481"/>
                  </a:lnTo>
                  <a:lnTo>
                    <a:pt x="62431" y="20420"/>
                  </a:lnTo>
                  <a:lnTo>
                    <a:pt x="62075" y="20903"/>
                  </a:lnTo>
                  <a:lnTo>
                    <a:pt x="61726" y="21404"/>
                  </a:lnTo>
                  <a:lnTo>
                    <a:pt x="60947" y="22499"/>
                  </a:lnTo>
                  <a:lnTo>
                    <a:pt x="60698" y="22847"/>
                  </a:lnTo>
                  <a:lnTo>
                    <a:pt x="60393" y="23318"/>
                  </a:lnTo>
                  <a:lnTo>
                    <a:pt x="59734" y="24348"/>
                  </a:lnTo>
                  <a:lnTo>
                    <a:pt x="59431" y="24817"/>
                  </a:lnTo>
                  <a:lnTo>
                    <a:pt x="59090" y="25351"/>
                  </a:lnTo>
                  <a:lnTo>
                    <a:pt x="58930" y="25677"/>
                  </a:lnTo>
                  <a:lnTo>
                    <a:pt x="58851" y="26015"/>
                  </a:lnTo>
                  <a:lnTo>
                    <a:pt x="58813" y="26229"/>
                  </a:lnTo>
                  <a:lnTo>
                    <a:pt x="58693" y="26850"/>
                  </a:lnTo>
                  <a:lnTo>
                    <a:pt x="58474" y="28008"/>
                  </a:lnTo>
                  <a:lnTo>
                    <a:pt x="58355" y="28570"/>
                  </a:lnTo>
                  <a:lnTo>
                    <a:pt x="58248" y="29140"/>
                  </a:lnTo>
                  <a:lnTo>
                    <a:pt x="58144" y="29695"/>
                  </a:lnTo>
                  <a:lnTo>
                    <a:pt x="57912" y="30885"/>
                  </a:lnTo>
                  <a:lnTo>
                    <a:pt x="57803" y="31430"/>
                  </a:lnTo>
                  <a:lnTo>
                    <a:pt x="57571" y="32578"/>
                  </a:lnTo>
                  <a:lnTo>
                    <a:pt x="57451" y="33168"/>
                  </a:lnTo>
                  <a:lnTo>
                    <a:pt x="57345" y="33705"/>
                  </a:lnTo>
                  <a:lnTo>
                    <a:pt x="57116" y="34860"/>
                  </a:lnTo>
                  <a:lnTo>
                    <a:pt x="57004" y="35433"/>
                  </a:lnTo>
                  <a:lnTo>
                    <a:pt x="56894" y="35972"/>
                  </a:lnTo>
                  <a:lnTo>
                    <a:pt x="56848" y="36201"/>
                  </a:lnTo>
                  <a:lnTo>
                    <a:pt x="56685" y="36288"/>
                  </a:lnTo>
                  <a:lnTo>
                    <a:pt x="56192" y="36547"/>
                  </a:lnTo>
                  <a:lnTo>
                    <a:pt x="55981" y="36654"/>
                  </a:lnTo>
                  <a:lnTo>
                    <a:pt x="54731" y="37242"/>
                  </a:lnTo>
                  <a:lnTo>
                    <a:pt x="54299" y="37445"/>
                  </a:lnTo>
                  <a:lnTo>
                    <a:pt x="53372" y="37883"/>
                  </a:lnTo>
                  <a:lnTo>
                    <a:pt x="52879" y="38120"/>
                  </a:lnTo>
                  <a:lnTo>
                    <a:pt x="51797" y="38641"/>
                  </a:lnTo>
                  <a:lnTo>
                    <a:pt x="50438" y="39290"/>
                  </a:lnTo>
                  <a:lnTo>
                    <a:pt x="49454" y="39763"/>
                  </a:lnTo>
                  <a:lnTo>
                    <a:pt x="48617" y="40196"/>
                  </a:lnTo>
                  <a:lnTo>
                    <a:pt x="47754" y="40644"/>
                  </a:lnTo>
                  <a:lnTo>
                    <a:pt x="47176" y="40766"/>
                  </a:lnTo>
                  <a:lnTo>
                    <a:pt x="44220" y="41405"/>
                  </a:lnTo>
                  <a:lnTo>
                    <a:pt x="42889" y="42018"/>
                  </a:lnTo>
                  <a:lnTo>
                    <a:pt x="42492" y="42219"/>
                  </a:lnTo>
                  <a:lnTo>
                    <a:pt x="42332" y="42346"/>
                  </a:lnTo>
                  <a:lnTo>
                    <a:pt x="42003" y="42453"/>
                  </a:lnTo>
                  <a:lnTo>
                    <a:pt x="41495" y="42623"/>
                  </a:lnTo>
                  <a:lnTo>
                    <a:pt x="41042" y="42809"/>
                  </a:lnTo>
                  <a:lnTo>
                    <a:pt x="40734" y="42987"/>
                  </a:lnTo>
                  <a:lnTo>
                    <a:pt x="40273" y="43259"/>
                  </a:lnTo>
                  <a:lnTo>
                    <a:pt x="39879" y="43491"/>
                  </a:lnTo>
                  <a:lnTo>
                    <a:pt x="39505" y="43649"/>
                  </a:lnTo>
                  <a:lnTo>
                    <a:pt x="39288" y="43687"/>
                  </a:lnTo>
                  <a:lnTo>
                    <a:pt x="39082" y="43636"/>
                  </a:lnTo>
                  <a:lnTo>
                    <a:pt x="38736" y="43481"/>
                  </a:lnTo>
                  <a:lnTo>
                    <a:pt x="38362" y="43272"/>
                  </a:lnTo>
                  <a:lnTo>
                    <a:pt x="37965" y="43066"/>
                  </a:lnTo>
                  <a:lnTo>
                    <a:pt x="37797" y="42962"/>
                  </a:lnTo>
                  <a:lnTo>
                    <a:pt x="37596" y="42773"/>
                  </a:lnTo>
                  <a:lnTo>
                    <a:pt x="37406" y="42819"/>
                  </a:lnTo>
                  <a:lnTo>
                    <a:pt x="37057" y="42847"/>
                  </a:lnTo>
                  <a:lnTo>
                    <a:pt x="36741" y="42840"/>
                  </a:lnTo>
                  <a:lnTo>
                    <a:pt x="36362" y="42852"/>
                  </a:lnTo>
                  <a:lnTo>
                    <a:pt x="36037" y="42868"/>
                  </a:lnTo>
                  <a:lnTo>
                    <a:pt x="35741" y="42903"/>
                  </a:lnTo>
                  <a:lnTo>
                    <a:pt x="35617" y="42715"/>
                  </a:lnTo>
                  <a:lnTo>
                    <a:pt x="35332" y="42651"/>
                  </a:lnTo>
                  <a:lnTo>
                    <a:pt x="35184" y="42529"/>
                  </a:lnTo>
                  <a:lnTo>
                    <a:pt x="35029" y="42417"/>
                  </a:lnTo>
                  <a:lnTo>
                    <a:pt x="34871" y="42394"/>
                  </a:lnTo>
                  <a:lnTo>
                    <a:pt x="34642" y="42397"/>
                  </a:lnTo>
                  <a:lnTo>
                    <a:pt x="34479" y="42443"/>
                  </a:lnTo>
                  <a:lnTo>
                    <a:pt x="34077" y="42684"/>
                  </a:lnTo>
                  <a:lnTo>
                    <a:pt x="33698" y="42896"/>
                  </a:lnTo>
                  <a:lnTo>
                    <a:pt x="33469" y="42977"/>
                  </a:lnTo>
                  <a:lnTo>
                    <a:pt x="33034" y="43142"/>
                  </a:lnTo>
                  <a:lnTo>
                    <a:pt x="32744" y="43193"/>
                  </a:lnTo>
                  <a:lnTo>
                    <a:pt x="32189" y="43265"/>
                  </a:lnTo>
                  <a:lnTo>
                    <a:pt x="31955" y="43305"/>
                  </a:lnTo>
                  <a:lnTo>
                    <a:pt x="31670" y="43420"/>
                  </a:lnTo>
                  <a:lnTo>
                    <a:pt x="31456" y="43552"/>
                  </a:lnTo>
                  <a:lnTo>
                    <a:pt x="31118" y="43957"/>
                  </a:lnTo>
                  <a:lnTo>
                    <a:pt x="30973" y="44344"/>
                  </a:lnTo>
                  <a:lnTo>
                    <a:pt x="30833" y="44690"/>
                  </a:lnTo>
                  <a:lnTo>
                    <a:pt x="30764" y="44863"/>
                  </a:lnTo>
                  <a:lnTo>
                    <a:pt x="30691" y="44995"/>
                  </a:lnTo>
                  <a:lnTo>
                    <a:pt x="30490" y="45366"/>
                  </a:lnTo>
                  <a:lnTo>
                    <a:pt x="30367" y="45501"/>
                  </a:lnTo>
                  <a:lnTo>
                    <a:pt x="29617" y="46127"/>
                  </a:lnTo>
                  <a:lnTo>
                    <a:pt x="28726" y="46847"/>
                  </a:lnTo>
                  <a:lnTo>
                    <a:pt x="28263" y="47221"/>
                  </a:lnTo>
                  <a:lnTo>
                    <a:pt x="28014" y="47417"/>
                  </a:lnTo>
                  <a:lnTo>
                    <a:pt x="27316" y="47954"/>
                  </a:lnTo>
                  <a:lnTo>
                    <a:pt x="26843" y="48316"/>
                  </a:lnTo>
                  <a:lnTo>
                    <a:pt x="26227" y="48791"/>
                  </a:lnTo>
                  <a:lnTo>
                    <a:pt x="25617" y="49695"/>
                  </a:lnTo>
                  <a:lnTo>
                    <a:pt x="24970" y="50649"/>
                  </a:lnTo>
                  <a:lnTo>
                    <a:pt x="24609" y="51143"/>
                  </a:lnTo>
                  <a:lnTo>
                    <a:pt x="24258" y="51631"/>
                  </a:lnTo>
                  <a:lnTo>
                    <a:pt x="23950" y="52061"/>
                  </a:lnTo>
                  <a:lnTo>
                    <a:pt x="23263" y="53023"/>
                  </a:lnTo>
                  <a:lnTo>
                    <a:pt x="23095" y="53255"/>
                  </a:lnTo>
                  <a:lnTo>
                    <a:pt x="22574" y="53982"/>
                  </a:lnTo>
                  <a:lnTo>
                    <a:pt x="22238" y="54435"/>
                  </a:lnTo>
                  <a:lnTo>
                    <a:pt x="21882" y="54933"/>
                  </a:lnTo>
                  <a:lnTo>
                    <a:pt x="21572" y="55340"/>
                  </a:lnTo>
                  <a:lnTo>
                    <a:pt x="21177" y="55889"/>
                  </a:lnTo>
                  <a:lnTo>
                    <a:pt x="20490" y="56838"/>
                  </a:lnTo>
                  <a:lnTo>
                    <a:pt x="19808" y="57762"/>
                  </a:lnTo>
                  <a:lnTo>
                    <a:pt x="18780" y="59238"/>
                  </a:lnTo>
                  <a:lnTo>
                    <a:pt x="18007" y="60268"/>
                  </a:lnTo>
                  <a:lnTo>
                    <a:pt x="17785" y="60607"/>
                  </a:lnTo>
                  <a:lnTo>
                    <a:pt x="17406" y="61134"/>
                  </a:lnTo>
                  <a:lnTo>
                    <a:pt x="17045" y="61643"/>
                  </a:lnTo>
                  <a:lnTo>
                    <a:pt x="16712" y="62106"/>
                  </a:lnTo>
                  <a:lnTo>
                    <a:pt x="16388" y="62579"/>
                  </a:lnTo>
                  <a:lnTo>
                    <a:pt x="16045" y="63065"/>
                  </a:lnTo>
                  <a:lnTo>
                    <a:pt x="15798" y="63416"/>
                  </a:lnTo>
                  <a:lnTo>
                    <a:pt x="15699" y="63559"/>
                  </a:lnTo>
                  <a:lnTo>
                    <a:pt x="15075" y="64437"/>
                  </a:lnTo>
                  <a:lnTo>
                    <a:pt x="14791" y="64862"/>
                  </a:lnTo>
                  <a:lnTo>
                    <a:pt x="14656" y="65063"/>
                  </a:lnTo>
                  <a:lnTo>
                    <a:pt x="14572" y="65200"/>
                  </a:lnTo>
                  <a:lnTo>
                    <a:pt x="14055" y="66047"/>
                  </a:lnTo>
                  <a:lnTo>
                    <a:pt x="13417" y="67053"/>
                  </a:lnTo>
                  <a:lnTo>
                    <a:pt x="13088" y="67549"/>
                  </a:lnTo>
                  <a:lnTo>
                    <a:pt x="12826" y="67989"/>
                  </a:lnTo>
                  <a:lnTo>
                    <a:pt x="12488" y="68523"/>
                  </a:lnTo>
                  <a:lnTo>
                    <a:pt x="12208" y="68958"/>
                  </a:lnTo>
                  <a:lnTo>
                    <a:pt x="11852" y="69516"/>
                  </a:lnTo>
                  <a:lnTo>
                    <a:pt x="11686" y="69750"/>
                  </a:lnTo>
                  <a:lnTo>
                    <a:pt x="11481" y="70037"/>
                  </a:lnTo>
                  <a:lnTo>
                    <a:pt x="11398" y="70166"/>
                  </a:lnTo>
                  <a:lnTo>
                    <a:pt x="11301" y="70398"/>
                  </a:lnTo>
                  <a:lnTo>
                    <a:pt x="11280" y="70693"/>
                  </a:lnTo>
                  <a:lnTo>
                    <a:pt x="11367" y="70986"/>
                  </a:lnTo>
                  <a:lnTo>
                    <a:pt x="11403" y="71161"/>
                  </a:lnTo>
                  <a:lnTo>
                    <a:pt x="11451" y="71434"/>
                  </a:lnTo>
                  <a:lnTo>
                    <a:pt x="11494" y="71630"/>
                  </a:lnTo>
                  <a:lnTo>
                    <a:pt x="11550" y="71828"/>
                  </a:lnTo>
                  <a:lnTo>
                    <a:pt x="11614" y="72054"/>
                  </a:lnTo>
                  <a:lnTo>
                    <a:pt x="11665" y="72230"/>
                  </a:lnTo>
                  <a:lnTo>
                    <a:pt x="11922" y="72688"/>
                  </a:lnTo>
                  <a:lnTo>
                    <a:pt x="12115" y="73044"/>
                  </a:lnTo>
                  <a:lnTo>
                    <a:pt x="12204" y="73271"/>
                  </a:lnTo>
                  <a:lnTo>
                    <a:pt x="12306" y="73449"/>
                  </a:lnTo>
                  <a:lnTo>
                    <a:pt x="12525" y="73836"/>
                  </a:lnTo>
                  <a:lnTo>
                    <a:pt x="12499" y="74057"/>
                  </a:lnTo>
                  <a:lnTo>
                    <a:pt x="12459" y="74329"/>
                  </a:lnTo>
                  <a:lnTo>
                    <a:pt x="12387" y="74594"/>
                  </a:lnTo>
                  <a:lnTo>
                    <a:pt x="12191" y="74881"/>
                  </a:lnTo>
                  <a:lnTo>
                    <a:pt x="12018" y="75194"/>
                  </a:lnTo>
                  <a:lnTo>
                    <a:pt x="11845" y="75505"/>
                  </a:lnTo>
                  <a:lnTo>
                    <a:pt x="11721" y="75726"/>
                  </a:lnTo>
                  <a:lnTo>
                    <a:pt x="11532" y="75943"/>
                  </a:lnTo>
                  <a:lnTo>
                    <a:pt x="11309" y="76113"/>
                  </a:lnTo>
                  <a:lnTo>
                    <a:pt x="11138" y="76301"/>
                  </a:lnTo>
                  <a:lnTo>
                    <a:pt x="10393" y="76897"/>
                  </a:lnTo>
                  <a:lnTo>
                    <a:pt x="10248" y="77065"/>
                  </a:lnTo>
                  <a:lnTo>
                    <a:pt x="10046" y="77304"/>
                  </a:lnTo>
                  <a:lnTo>
                    <a:pt x="9919" y="77507"/>
                  </a:lnTo>
                  <a:lnTo>
                    <a:pt x="9828" y="77663"/>
                  </a:lnTo>
                  <a:lnTo>
                    <a:pt x="9604" y="78019"/>
                  </a:lnTo>
                  <a:lnTo>
                    <a:pt x="9873" y="78467"/>
                  </a:lnTo>
                  <a:lnTo>
                    <a:pt x="9873" y="78742"/>
                  </a:lnTo>
                  <a:lnTo>
                    <a:pt x="10123" y="79083"/>
                  </a:lnTo>
                  <a:lnTo>
                    <a:pt x="9858" y="79935"/>
                  </a:lnTo>
                  <a:lnTo>
                    <a:pt x="10078" y="80098"/>
                  </a:lnTo>
                  <a:lnTo>
                    <a:pt x="10735" y="80339"/>
                  </a:lnTo>
                  <a:lnTo>
                    <a:pt x="11395" y="80687"/>
                  </a:lnTo>
                  <a:lnTo>
                    <a:pt x="11414" y="80824"/>
                  </a:lnTo>
                  <a:lnTo>
                    <a:pt x="11302" y="81128"/>
                  </a:lnTo>
                  <a:lnTo>
                    <a:pt x="11023" y="81481"/>
                  </a:lnTo>
                  <a:lnTo>
                    <a:pt x="10860" y="81792"/>
                  </a:lnTo>
                  <a:lnTo>
                    <a:pt x="10870" y="81927"/>
                  </a:lnTo>
                  <a:lnTo>
                    <a:pt x="11123" y="82389"/>
                  </a:lnTo>
                  <a:lnTo>
                    <a:pt x="11581" y="82995"/>
                  </a:lnTo>
                  <a:lnTo>
                    <a:pt x="11686" y="83231"/>
                  </a:lnTo>
                  <a:lnTo>
                    <a:pt x="11675" y="84326"/>
                  </a:lnTo>
                  <a:lnTo>
                    <a:pt x="11257" y="85158"/>
                  </a:lnTo>
                  <a:lnTo>
                    <a:pt x="11140" y="85400"/>
                  </a:lnTo>
                  <a:lnTo>
                    <a:pt x="9903" y="85662"/>
                  </a:lnTo>
                  <a:lnTo>
                    <a:pt x="9285" y="86256"/>
                  </a:lnTo>
                  <a:lnTo>
                    <a:pt x="8649" y="86819"/>
                  </a:lnTo>
                  <a:lnTo>
                    <a:pt x="8670" y="87117"/>
                  </a:lnTo>
                  <a:lnTo>
                    <a:pt x="8679" y="87342"/>
                  </a:lnTo>
                  <a:lnTo>
                    <a:pt x="8692" y="87663"/>
                  </a:lnTo>
                  <a:lnTo>
                    <a:pt x="8781" y="89892"/>
                  </a:lnTo>
                  <a:lnTo>
                    <a:pt x="8494" y="90179"/>
                  </a:lnTo>
                  <a:lnTo>
                    <a:pt x="7782" y="90828"/>
                  </a:lnTo>
                  <a:lnTo>
                    <a:pt x="6662" y="91851"/>
                  </a:lnTo>
                  <a:lnTo>
                    <a:pt x="5622" y="92816"/>
                  </a:lnTo>
                  <a:lnTo>
                    <a:pt x="4497" y="93859"/>
                  </a:lnTo>
                  <a:lnTo>
                    <a:pt x="3629" y="94663"/>
                  </a:lnTo>
                  <a:lnTo>
                    <a:pt x="2777" y="95409"/>
                  </a:lnTo>
                  <a:lnTo>
                    <a:pt x="1871" y="96246"/>
                  </a:lnTo>
                  <a:lnTo>
                    <a:pt x="1268" y="96801"/>
                  </a:lnTo>
                  <a:lnTo>
                    <a:pt x="813" y="97237"/>
                  </a:lnTo>
                  <a:lnTo>
                    <a:pt x="1158" y="98697"/>
                  </a:lnTo>
                  <a:lnTo>
                    <a:pt x="1190" y="98831"/>
                  </a:lnTo>
                  <a:lnTo>
                    <a:pt x="2170" y="102965"/>
                  </a:lnTo>
                  <a:lnTo>
                    <a:pt x="2071" y="104634"/>
                  </a:lnTo>
                  <a:lnTo>
                    <a:pt x="1953" y="106622"/>
                  </a:lnTo>
                  <a:lnTo>
                    <a:pt x="1915" y="107258"/>
                  </a:lnTo>
                  <a:lnTo>
                    <a:pt x="1716" y="110624"/>
                  </a:lnTo>
                  <a:lnTo>
                    <a:pt x="1665" y="111484"/>
                  </a:lnTo>
                  <a:lnTo>
                    <a:pt x="1645" y="111813"/>
                  </a:lnTo>
                  <a:lnTo>
                    <a:pt x="1600" y="112582"/>
                  </a:lnTo>
                  <a:lnTo>
                    <a:pt x="1483" y="114549"/>
                  </a:lnTo>
                  <a:lnTo>
                    <a:pt x="1465" y="114863"/>
                  </a:lnTo>
                  <a:lnTo>
                    <a:pt x="1339" y="116978"/>
                  </a:lnTo>
                  <a:lnTo>
                    <a:pt x="519" y="119226"/>
                  </a:lnTo>
                  <a:lnTo>
                    <a:pt x="0" y="120648"/>
                  </a:lnTo>
                  <a:lnTo>
                    <a:pt x="1196" y="121365"/>
                  </a:lnTo>
                  <a:lnTo>
                    <a:pt x="6775" y="124707"/>
                  </a:lnTo>
                  <a:lnTo>
                    <a:pt x="7121" y="124915"/>
                  </a:lnTo>
                  <a:lnTo>
                    <a:pt x="7701" y="125262"/>
                  </a:lnTo>
                  <a:lnTo>
                    <a:pt x="8223" y="125575"/>
                  </a:lnTo>
                  <a:lnTo>
                    <a:pt x="8467" y="125721"/>
                  </a:lnTo>
                  <a:lnTo>
                    <a:pt x="8665" y="125840"/>
                  </a:lnTo>
                  <a:lnTo>
                    <a:pt x="8800" y="125945"/>
                  </a:lnTo>
                  <a:lnTo>
                    <a:pt x="13788" y="129826"/>
                  </a:lnTo>
                  <a:lnTo>
                    <a:pt x="13978" y="130294"/>
                  </a:lnTo>
                  <a:lnTo>
                    <a:pt x="14152" y="130409"/>
                  </a:lnTo>
                  <a:lnTo>
                    <a:pt x="14429" y="130587"/>
                  </a:lnTo>
                  <a:lnTo>
                    <a:pt x="14951" y="131136"/>
                  </a:lnTo>
                  <a:lnTo>
                    <a:pt x="15078" y="131233"/>
                  </a:lnTo>
                  <a:lnTo>
                    <a:pt x="15305" y="131442"/>
                  </a:lnTo>
                  <a:lnTo>
                    <a:pt x="15462" y="131592"/>
                  </a:lnTo>
                  <a:lnTo>
                    <a:pt x="15714" y="131793"/>
                  </a:lnTo>
                  <a:lnTo>
                    <a:pt x="15915" y="131983"/>
                  </a:lnTo>
                  <a:lnTo>
                    <a:pt x="16083" y="132157"/>
                  </a:lnTo>
                  <a:lnTo>
                    <a:pt x="16256" y="132289"/>
                  </a:lnTo>
                  <a:lnTo>
                    <a:pt x="16470" y="132485"/>
                  </a:lnTo>
                  <a:lnTo>
                    <a:pt x="16892" y="132767"/>
                  </a:lnTo>
                  <a:lnTo>
                    <a:pt x="17019" y="132782"/>
                  </a:lnTo>
                  <a:lnTo>
                    <a:pt x="17299" y="132653"/>
                  </a:lnTo>
                  <a:lnTo>
                    <a:pt x="17986" y="132426"/>
                  </a:lnTo>
                  <a:lnTo>
                    <a:pt x="18241" y="132838"/>
                  </a:lnTo>
                  <a:lnTo>
                    <a:pt x="18521" y="133062"/>
                  </a:lnTo>
                  <a:lnTo>
                    <a:pt x="18824" y="133327"/>
                  </a:lnTo>
                  <a:lnTo>
                    <a:pt x="19287" y="133475"/>
                  </a:lnTo>
                  <a:lnTo>
                    <a:pt x="19638" y="133569"/>
                  </a:lnTo>
                  <a:lnTo>
                    <a:pt x="19852" y="133686"/>
                  </a:lnTo>
                  <a:lnTo>
                    <a:pt x="19981" y="133757"/>
                  </a:lnTo>
                  <a:lnTo>
                    <a:pt x="20215" y="133869"/>
                  </a:lnTo>
                  <a:lnTo>
                    <a:pt x="20452" y="134070"/>
                  </a:lnTo>
                  <a:lnTo>
                    <a:pt x="21022" y="134543"/>
                  </a:lnTo>
                  <a:lnTo>
                    <a:pt x="21157" y="134643"/>
                  </a:lnTo>
                  <a:lnTo>
                    <a:pt x="21401" y="134793"/>
                  </a:lnTo>
                  <a:lnTo>
                    <a:pt x="21953" y="135210"/>
                  </a:lnTo>
                  <a:lnTo>
                    <a:pt x="22493" y="135584"/>
                  </a:lnTo>
                  <a:lnTo>
                    <a:pt x="22857" y="135841"/>
                  </a:lnTo>
                  <a:lnTo>
                    <a:pt x="23088" y="136001"/>
                  </a:lnTo>
                  <a:lnTo>
                    <a:pt x="23264" y="136123"/>
                  </a:lnTo>
                  <a:lnTo>
                    <a:pt x="24167" y="136011"/>
                  </a:lnTo>
                  <a:lnTo>
                    <a:pt x="24231" y="135872"/>
                  </a:lnTo>
                  <a:lnTo>
                    <a:pt x="24999" y="135612"/>
                  </a:lnTo>
                  <a:lnTo>
                    <a:pt x="25241" y="135648"/>
                  </a:lnTo>
                  <a:lnTo>
                    <a:pt x="25526" y="135729"/>
                  </a:lnTo>
                  <a:lnTo>
                    <a:pt x="25882" y="135938"/>
                  </a:lnTo>
                  <a:lnTo>
                    <a:pt x="26009" y="136055"/>
                  </a:lnTo>
                  <a:lnTo>
                    <a:pt x="26187" y="136223"/>
                  </a:lnTo>
                  <a:lnTo>
                    <a:pt x="26396" y="136467"/>
                  </a:lnTo>
                  <a:lnTo>
                    <a:pt x="26490" y="136597"/>
                  </a:lnTo>
                  <a:lnTo>
                    <a:pt x="26892" y="137052"/>
                  </a:lnTo>
                  <a:lnTo>
                    <a:pt x="27256" y="137337"/>
                  </a:lnTo>
                  <a:lnTo>
                    <a:pt x="27775" y="137788"/>
                  </a:lnTo>
                  <a:lnTo>
                    <a:pt x="27851" y="137950"/>
                  </a:lnTo>
                  <a:lnTo>
                    <a:pt x="27902" y="138620"/>
                  </a:lnTo>
                  <a:lnTo>
                    <a:pt x="27803" y="138856"/>
                  </a:lnTo>
                  <a:lnTo>
                    <a:pt x="27747" y="139039"/>
                  </a:lnTo>
                  <a:lnTo>
                    <a:pt x="27862" y="139223"/>
                  </a:lnTo>
                  <a:lnTo>
                    <a:pt x="28561" y="139961"/>
                  </a:lnTo>
                  <a:lnTo>
                    <a:pt x="28806" y="140184"/>
                  </a:lnTo>
                  <a:lnTo>
                    <a:pt x="29009" y="140345"/>
                  </a:lnTo>
                  <a:lnTo>
                    <a:pt x="29528" y="140251"/>
                  </a:lnTo>
                  <a:lnTo>
                    <a:pt x="29775" y="139991"/>
                  </a:lnTo>
                  <a:lnTo>
                    <a:pt x="29775" y="139841"/>
                  </a:lnTo>
                  <a:lnTo>
                    <a:pt x="29813" y="139642"/>
                  </a:lnTo>
                  <a:lnTo>
                    <a:pt x="29984" y="139495"/>
                  </a:lnTo>
                  <a:lnTo>
                    <a:pt x="30215" y="139360"/>
                  </a:lnTo>
                  <a:lnTo>
                    <a:pt x="30526" y="139301"/>
                  </a:lnTo>
                  <a:lnTo>
                    <a:pt x="30683" y="139726"/>
                  </a:lnTo>
                  <a:lnTo>
                    <a:pt x="30668" y="139854"/>
                  </a:lnTo>
                  <a:lnTo>
                    <a:pt x="30648" y="139983"/>
                  </a:lnTo>
                  <a:lnTo>
                    <a:pt x="30780" y="140149"/>
                  </a:lnTo>
                  <a:lnTo>
                    <a:pt x="30961" y="140335"/>
                  </a:lnTo>
                  <a:lnTo>
                    <a:pt x="31154" y="140467"/>
                  </a:lnTo>
                  <a:lnTo>
                    <a:pt x="31332" y="140599"/>
                  </a:lnTo>
                  <a:lnTo>
                    <a:pt x="31549" y="140752"/>
                  </a:lnTo>
                  <a:lnTo>
                    <a:pt x="31996" y="141022"/>
                  </a:lnTo>
                  <a:lnTo>
                    <a:pt x="32124" y="141123"/>
                  </a:lnTo>
                  <a:lnTo>
                    <a:pt x="32531" y="141413"/>
                  </a:lnTo>
                  <a:lnTo>
                    <a:pt x="32780" y="141497"/>
                  </a:lnTo>
                  <a:lnTo>
                    <a:pt x="33065" y="141642"/>
                  </a:lnTo>
                  <a:lnTo>
                    <a:pt x="33388" y="141800"/>
                  </a:lnTo>
                  <a:lnTo>
                    <a:pt x="33773" y="141966"/>
                  </a:lnTo>
                  <a:lnTo>
                    <a:pt x="34030" y="142149"/>
                  </a:lnTo>
                  <a:lnTo>
                    <a:pt x="34218" y="142284"/>
                  </a:lnTo>
                  <a:lnTo>
                    <a:pt x="34442" y="142617"/>
                  </a:lnTo>
                  <a:lnTo>
                    <a:pt x="34587" y="142721"/>
                  </a:lnTo>
                  <a:lnTo>
                    <a:pt x="34714" y="142787"/>
                  </a:lnTo>
                  <a:lnTo>
                    <a:pt x="34788" y="143215"/>
                  </a:lnTo>
                  <a:lnTo>
                    <a:pt x="34597" y="143551"/>
                  </a:lnTo>
                  <a:lnTo>
                    <a:pt x="34798" y="143630"/>
                  </a:lnTo>
                  <a:lnTo>
                    <a:pt x="35024" y="143694"/>
                  </a:lnTo>
                  <a:lnTo>
                    <a:pt x="35287" y="143792"/>
                  </a:lnTo>
                  <a:lnTo>
                    <a:pt x="37091" y="144227"/>
                  </a:lnTo>
                  <a:lnTo>
                    <a:pt x="38098" y="144431"/>
                  </a:lnTo>
                  <a:lnTo>
                    <a:pt x="38194" y="144012"/>
                  </a:lnTo>
                  <a:lnTo>
                    <a:pt x="38413" y="143198"/>
                  </a:lnTo>
                  <a:lnTo>
                    <a:pt x="38562" y="142606"/>
                  </a:lnTo>
                  <a:lnTo>
                    <a:pt x="38598" y="142456"/>
                  </a:lnTo>
                  <a:lnTo>
                    <a:pt x="39079" y="140544"/>
                  </a:lnTo>
                  <a:lnTo>
                    <a:pt x="39395" y="140428"/>
                  </a:lnTo>
                  <a:lnTo>
                    <a:pt x="39545" y="140373"/>
                  </a:lnTo>
                  <a:lnTo>
                    <a:pt x="40745" y="139932"/>
                  </a:lnTo>
                  <a:lnTo>
                    <a:pt x="40371" y="138080"/>
                  </a:lnTo>
                  <a:lnTo>
                    <a:pt x="40383" y="137810"/>
                  </a:lnTo>
                  <a:lnTo>
                    <a:pt x="40274" y="137365"/>
                  </a:lnTo>
                  <a:lnTo>
                    <a:pt x="40332" y="137202"/>
                  </a:lnTo>
                  <a:lnTo>
                    <a:pt x="40749" y="137362"/>
                  </a:lnTo>
                  <a:lnTo>
                    <a:pt x="41062" y="137462"/>
                  </a:lnTo>
                  <a:lnTo>
                    <a:pt x="41202" y="137556"/>
                  </a:lnTo>
                  <a:lnTo>
                    <a:pt x="41342" y="137586"/>
                  </a:lnTo>
                  <a:lnTo>
                    <a:pt x="41671" y="137764"/>
                  </a:lnTo>
                  <a:lnTo>
                    <a:pt x="41691" y="137930"/>
                  </a:lnTo>
                  <a:lnTo>
                    <a:pt x="41793" y="138077"/>
                  </a:lnTo>
                  <a:lnTo>
                    <a:pt x="43261" y="138253"/>
                  </a:lnTo>
                  <a:lnTo>
                    <a:pt x="43594" y="138113"/>
                  </a:lnTo>
                  <a:lnTo>
                    <a:pt x="43727" y="138143"/>
                  </a:lnTo>
                  <a:lnTo>
                    <a:pt x="43854" y="138166"/>
                  </a:lnTo>
                  <a:lnTo>
                    <a:pt x="44197" y="138177"/>
                  </a:lnTo>
                  <a:lnTo>
                    <a:pt x="44360" y="138146"/>
                  </a:lnTo>
                  <a:lnTo>
                    <a:pt x="45129" y="137955"/>
                  </a:lnTo>
                  <a:lnTo>
                    <a:pt x="45482" y="137996"/>
                  </a:lnTo>
                  <a:lnTo>
                    <a:pt x="45665" y="137978"/>
                  </a:lnTo>
                  <a:lnTo>
                    <a:pt x="45795" y="138001"/>
                  </a:lnTo>
                  <a:lnTo>
                    <a:pt x="45950" y="138177"/>
                  </a:lnTo>
                  <a:lnTo>
                    <a:pt x="45737" y="138479"/>
                  </a:lnTo>
                  <a:lnTo>
                    <a:pt x="46562" y="142892"/>
                  </a:lnTo>
                  <a:lnTo>
                    <a:pt x="46733" y="143010"/>
                  </a:lnTo>
                  <a:lnTo>
                    <a:pt x="46747" y="142883"/>
                  </a:lnTo>
                  <a:lnTo>
                    <a:pt x="46739" y="141891"/>
                  </a:lnTo>
                  <a:lnTo>
                    <a:pt x="47237" y="141419"/>
                  </a:lnTo>
                  <a:lnTo>
                    <a:pt x="47579" y="141753"/>
                  </a:lnTo>
                  <a:lnTo>
                    <a:pt x="48010" y="142023"/>
                  </a:lnTo>
                  <a:lnTo>
                    <a:pt x="48137" y="142077"/>
                  </a:lnTo>
                  <a:lnTo>
                    <a:pt x="48546" y="142107"/>
                  </a:lnTo>
                  <a:lnTo>
                    <a:pt x="48739" y="142168"/>
                  </a:lnTo>
                  <a:lnTo>
                    <a:pt x="49485" y="142891"/>
                  </a:lnTo>
                  <a:lnTo>
                    <a:pt x="49626" y="143035"/>
                  </a:lnTo>
                  <a:lnTo>
                    <a:pt x="50889" y="144576"/>
                  </a:lnTo>
                  <a:lnTo>
                    <a:pt x="51206" y="144912"/>
                  </a:lnTo>
                  <a:lnTo>
                    <a:pt x="50890" y="145180"/>
                  </a:lnTo>
                  <a:lnTo>
                    <a:pt x="50744" y="145296"/>
                  </a:lnTo>
                  <a:lnTo>
                    <a:pt x="50589" y="145444"/>
                  </a:lnTo>
                  <a:lnTo>
                    <a:pt x="50200" y="145795"/>
                  </a:lnTo>
                  <a:lnTo>
                    <a:pt x="49763" y="146161"/>
                  </a:lnTo>
                  <a:lnTo>
                    <a:pt x="50103" y="146772"/>
                  </a:lnTo>
                  <a:lnTo>
                    <a:pt x="50386" y="147156"/>
                  </a:lnTo>
                  <a:lnTo>
                    <a:pt x="50729" y="147703"/>
                  </a:lnTo>
                  <a:lnTo>
                    <a:pt x="51037" y="148334"/>
                  </a:lnTo>
                  <a:lnTo>
                    <a:pt x="51340" y="148958"/>
                  </a:lnTo>
                  <a:lnTo>
                    <a:pt x="51673" y="149586"/>
                  </a:lnTo>
                  <a:lnTo>
                    <a:pt x="51742" y="149767"/>
                  </a:lnTo>
                  <a:lnTo>
                    <a:pt x="51877" y="150031"/>
                  </a:lnTo>
                  <a:lnTo>
                    <a:pt x="52134" y="150533"/>
                  </a:lnTo>
                  <a:lnTo>
                    <a:pt x="52561" y="151495"/>
                  </a:lnTo>
                  <a:lnTo>
                    <a:pt x="52874" y="152133"/>
                  </a:lnTo>
                  <a:lnTo>
                    <a:pt x="53149" y="152769"/>
                  </a:lnTo>
                  <a:lnTo>
                    <a:pt x="53264" y="152963"/>
                  </a:lnTo>
                  <a:lnTo>
                    <a:pt x="53414" y="153263"/>
                  </a:lnTo>
                  <a:lnTo>
                    <a:pt x="53635" y="153540"/>
                  </a:lnTo>
                  <a:lnTo>
                    <a:pt x="54083" y="153762"/>
                  </a:lnTo>
                  <a:lnTo>
                    <a:pt x="54691" y="154062"/>
                  </a:lnTo>
                  <a:lnTo>
                    <a:pt x="55355" y="154388"/>
                  </a:lnTo>
                  <a:lnTo>
                    <a:pt x="55963" y="154698"/>
                  </a:lnTo>
                  <a:lnTo>
                    <a:pt x="56566" y="154991"/>
                  </a:lnTo>
                  <a:lnTo>
                    <a:pt x="57213" y="155306"/>
                  </a:lnTo>
                  <a:lnTo>
                    <a:pt x="57755" y="155981"/>
                  </a:lnTo>
                  <a:lnTo>
                    <a:pt x="57706" y="156472"/>
                  </a:lnTo>
                  <a:lnTo>
                    <a:pt x="57681" y="156797"/>
                  </a:lnTo>
                  <a:lnTo>
                    <a:pt x="57645" y="156960"/>
                  </a:lnTo>
                  <a:lnTo>
                    <a:pt x="57587" y="157095"/>
                  </a:lnTo>
                  <a:lnTo>
                    <a:pt x="56984" y="157690"/>
                  </a:lnTo>
                  <a:lnTo>
                    <a:pt x="57236" y="157983"/>
                  </a:lnTo>
                  <a:lnTo>
                    <a:pt x="57607" y="158370"/>
                  </a:lnTo>
                  <a:lnTo>
                    <a:pt x="57737" y="158515"/>
                  </a:lnTo>
                  <a:lnTo>
                    <a:pt x="57920" y="158741"/>
                  </a:lnTo>
                  <a:lnTo>
                    <a:pt x="58307" y="159014"/>
                  </a:lnTo>
                  <a:lnTo>
                    <a:pt x="58543" y="159174"/>
                  </a:lnTo>
                  <a:lnTo>
                    <a:pt x="58778" y="159441"/>
                  </a:lnTo>
                  <a:lnTo>
                    <a:pt x="58841" y="159599"/>
                  </a:lnTo>
                  <a:lnTo>
                    <a:pt x="58948" y="159726"/>
                  </a:lnTo>
                  <a:lnTo>
                    <a:pt x="59314" y="160129"/>
                  </a:lnTo>
                  <a:lnTo>
                    <a:pt x="58714" y="160828"/>
                  </a:lnTo>
                  <a:lnTo>
                    <a:pt x="57536" y="162070"/>
                  </a:lnTo>
                  <a:lnTo>
                    <a:pt x="57406" y="162207"/>
                  </a:lnTo>
                  <a:lnTo>
                    <a:pt x="57263" y="162355"/>
                  </a:lnTo>
                  <a:lnTo>
                    <a:pt x="57070" y="162559"/>
                  </a:lnTo>
                  <a:lnTo>
                    <a:pt x="56421" y="163244"/>
                  </a:lnTo>
                  <a:lnTo>
                    <a:pt x="56094" y="163589"/>
                  </a:lnTo>
                  <a:lnTo>
                    <a:pt x="55790" y="163909"/>
                  </a:lnTo>
                  <a:lnTo>
                    <a:pt x="54579" y="165184"/>
                  </a:lnTo>
                  <a:lnTo>
                    <a:pt x="53215" y="166624"/>
                  </a:lnTo>
                  <a:lnTo>
                    <a:pt x="53419" y="167772"/>
                  </a:lnTo>
                  <a:lnTo>
                    <a:pt x="53464" y="168029"/>
                  </a:lnTo>
                  <a:lnTo>
                    <a:pt x="53610" y="168857"/>
                  </a:lnTo>
                  <a:lnTo>
                    <a:pt x="53788" y="169861"/>
                  </a:lnTo>
                  <a:lnTo>
                    <a:pt x="54029" y="171233"/>
                  </a:lnTo>
                  <a:lnTo>
                    <a:pt x="54182" y="172102"/>
                  </a:lnTo>
                  <a:lnTo>
                    <a:pt x="54220" y="172318"/>
                  </a:lnTo>
                  <a:lnTo>
                    <a:pt x="54271" y="172612"/>
                  </a:lnTo>
                  <a:lnTo>
                    <a:pt x="54474" y="173740"/>
                  </a:lnTo>
                  <a:lnTo>
                    <a:pt x="54539" y="174107"/>
                  </a:lnTo>
                  <a:lnTo>
                    <a:pt x="54654" y="174765"/>
                  </a:lnTo>
                  <a:lnTo>
                    <a:pt x="54762" y="175370"/>
                  </a:lnTo>
                  <a:lnTo>
                    <a:pt x="55006" y="176757"/>
                  </a:lnTo>
                  <a:lnTo>
                    <a:pt x="55133" y="177546"/>
                  </a:lnTo>
                  <a:lnTo>
                    <a:pt x="55613" y="178095"/>
                  </a:lnTo>
                  <a:lnTo>
                    <a:pt x="55722" y="178224"/>
                  </a:lnTo>
                  <a:lnTo>
                    <a:pt x="56012" y="178566"/>
                  </a:lnTo>
                  <a:lnTo>
                    <a:pt x="56260" y="178859"/>
                  </a:lnTo>
                  <a:lnTo>
                    <a:pt x="56587" y="179244"/>
                  </a:lnTo>
                  <a:lnTo>
                    <a:pt x="57041" y="179780"/>
                  </a:lnTo>
                  <a:lnTo>
                    <a:pt x="57376" y="180175"/>
                  </a:lnTo>
                  <a:lnTo>
                    <a:pt x="57914" y="180810"/>
                  </a:lnTo>
                  <a:lnTo>
                    <a:pt x="58221" y="181172"/>
                  </a:lnTo>
                  <a:lnTo>
                    <a:pt x="58734" y="181777"/>
                  </a:lnTo>
                  <a:lnTo>
                    <a:pt x="59114" y="182226"/>
                  </a:lnTo>
                  <a:lnTo>
                    <a:pt x="59347" y="182501"/>
                  </a:lnTo>
                  <a:lnTo>
                    <a:pt x="59624" y="182828"/>
                  </a:lnTo>
                  <a:lnTo>
                    <a:pt x="60195" y="183501"/>
                  </a:lnTo>
                  <a:lnTo>
                    <a:pt x="60477" y="183835"/>
                  </a:lnTo>
                  <a:lnTo>
                    <a:pt x="60779" y="184191"/>
                  </a:lnTo>
                  <a:lnTo>
                    <a:pt x="61337" y="184850"/>
                  </a:lnTo>
                  <a:lnTo>
                    <a:pt x="61482" y="186111"/>
                  </a:lnTo>
                  <a:lnTo>
                    <a:pt x="61542" y="186634"/>
                  </a:lnTo>
                  <a:lnTo>
                    <a:pt x="61651" y="187576"/>
                  </a:lnTo>
                  <a:lnTo>
                    <a:pt x="61668" y="187726"/>
                  </a:lnTo>
                  <a:lnTo>
                    <a:pt x="61701" y="188012"/>
                  </a:lnTo>
                  <a:lnTo>
                    <a:pt x="61758" y="188508"/>
                  </a:lnTo>
                  <a:lnTo>
                    <a:pt x="61779" y="188694"/>
                  </a:lnTo>
                  <a:lnTo>
                    <a:pt x="61822" y="189067"/>
                  </a:lnTo>
                  <a:lnTo>
                    <a:pt x="61863" y="189426"/>
                  </a:lnTo>
                  <a:lnTo>
                    <a:pt x="61918" y="189904"/>
                  </a:lnTo>
                  <a:lnTo>
                    <a:pt x="61994" y="190564"/>
                  </a:lnTo>
                  <a:lnTo>
                    <a:pt x="62042" y="190983"/>
                  </a:lnTo>
                  <a:lnTo>
                    <a:pt x="62072" y="191247"/>
                  </a:lnTo>
                  <a:lnTo>
                    <a:pt x="62389" y="191676"/>
                  </a:lnTo>
                  <a:lnTo>
                    <a:pt x="62589" y="191948"/>
                  </a:lnTo>
                  <a:lnTo>
                    <a:pt x="63091" y="192627"/>
                  </a:lnTo>
                  <a:lnTo>
                    <a:pt x="63418" y="193072"/>
                  </a:lnTo>
                  <a:lnTo>
                    <a:pt x="63750" y="193521"/>
                  </a:lnTo>
                  <a:lnTo>
                    <a:pt x="64046" y="193923"/>
                  </a:lnTo>
                  <a:lnTo>
                    <a:pt x="64494" y="194530"/>
                  </a:lnTo>
                  <a:lnTo>
                    <a:pt x="64796" y="194939"/>
                  </a:lnTo>
                  <a:lnTo>
                    <a:pt x="65217" y="195510"/>
                  </a:lnTo>
                  <a:lnTo>
                    <a:pt x="65447" y="195821"/>
                  </a:lnTo>
                  <a:lnTo>
                    <a:pt x="65985" y="196550"/>
                  </a:lnTo>
                  <a:lnTo>
                    <a:pt x="65811" y="196659"/>
                  </a:lnTo>
                  <a:lnTo>
                    <a:pt x="65455" y="196885"/>
                  </a:lnTo>
                  <a:lnTo>
                    <a:pt x="64995" y="197175"/>
                  </a:lnTo>
                  <a:lnTo>
                    <a:pt x="64693" y="197366"/>
                  </a:lnTo>
                  <a:lnTo>
                    <a:pt x="64202" y="197676"/>
                  </a:lnTo>
                  <a:lnTo>
                    <a:pt x="63518" y="198108"/>
                  </a:lnTo>
                  <a:lnTo>
                    <a:pt x="63209" y="198304"/>
                  </a:lnTo>
                  <a:lnTo>
                    <a:pt x="62904" y="198496"/>
                  </a:lnTo>
                  <a:lnTo>
                    <a:pt x="62353" y="198845"/>
                  </a:lnTo>
                  <a:lnTo>
                    <a:pt x="62008" y="199063"/>
                  </a:lnTo>
                  <a:lnTo>
                    <a:pt x="61440" y="199422"/>
                  </a:lnTo>
                  <a:lnTo>
                    <a:pt x="61175" y="199590"/>
                  </a:lnTo>
                  <a:lnTo>
                    <a:pt x="61012" y="199692"/>
                  </a:lnTo>
                  <a:lnTo>
                    <a:pt x="60569" y="199972"/>
                  </a:lnTo>
                  <a:lnTo>
                    <a:pt x="60238" y="200182"/>
                  </a:lnTo>
                  <a:lnTo>
                    <a:pt x="60083" y="200280"/>
                  </a:lnTo>
                  <a:lnTo>
                    <a:pt x="59798" y="200460"/>
                  </a:lnTo>
                  <a:lnTo>
                    <a:pt x="59493" y="200652"/>
                  </a:lnTo>
                  <a:lnTo>
                    <a:pt x="59326" y="200758"/>
                  </a:lnTo>
                  <a:lnTo>
                    <a:pt x="59114" y="201038"/>
                  </a:lnTo>
                  <a:lnTo>
                    <a:pt x="58684" y="201603"/>
                  </a:lnTo>
                  <a:lnTo>
                    <a:pt x="56686" y="202204"/>
                  </a:lnTo>
                  <a:lnTo>
                    <a:pt x="57352" y="202454"/>
                  </a:lnTo>
                  <a:lnTo>
                    <a:pt x="57818" y="202628"/>
                  </a:lnTo>
                  <a:lnTo>
                    <a:pt x="58516" y="203186"/>
                  </a:lnTo>
                  <a:lnTo>
                    <a:pt x="58757" y="203379"/>
                  </a:lnTo>
                  <a:lnTo>
                    <a:pt x="58869" y="203594"/>
                  </a:lnTo>
                  <a:lnTo>
                    <a:pt x="58795" y="203937"/>
                  </a:lnTo>
                  <a:lnTo>
                    <a:pt x="58622" y="204222"/>
                  </a:lnTo>
                  <a:lnTo>
                    <a:pt x="58299" y="204861"/>
                  </a:lnTo>
                  <a:lnTo>
                    <a:pt x="58200" y="205075"/>
                  </a:lnTo>
                  <a:lnTo>
                    <a:pt x="57991" y="205535"/>
                  </a:lnTo>
                  <a:lnTo>
                    <a:pt x="57907" y="205754"/>
                  </a:lnTo>
                  <a:lnTo>
                    <a:pt x="57816" y="205930"/>
                  </a:lnTo>
                  <a:lnTo>
                    <a:pt x="57645" y="206126"/>
                  </a:lnTo>
                  <a:lnTo>
                    <a:pt x="57523" y="206306"/>
                  </a:lnTo>
                  <a:lnTo>
                    <a:pt x="57421" y="206441"/>
                  </a:lnTo>
                  <a:lnTo>
                    <a:pt x="57147" y="206688"/>
                  </a:lnTo>
                  <a:lnTo>
                    <a:pt x="56653" y="207121"/>
                  </a:lnTo>
                  <a:lnTo>
                    <a:pt x="56480" y="207294"/>
                  </a:lnTo>
                  <a:lnTo>
                    <a:pt x="56111" y="207645"/>
                  </a:lnTo>
                  <a:lnTo>
                    <a:pt x="55638" y="208149"/>
                  </a:lnTo>
                  <a:lnTo>
                    <a:pt x="55187" y="208675"/>
                  </a:lnTo>
                  <a:lnTo>
                    <a:pt x="55012" y="208851"/>
                  </a:lnTo>
                  <a:lnTo>
                    <a:pt x="54671" y="209195"/>
                  </a:lnTo>
                  <a:lnTo>
                    <a:pt x="54505" y="209360"/>
                  </a:lnTo>
                  <a:lnTo>
                    <a:pt x="54203" y="209701"/>
                  </a:lnTo>
                  <a:lnTo>
                    <a:pt x="53790" y="210098"/>
                  </a:lnTo>
                  <a:lnTo>
                    <a:pt x="53294" y="210579"/>
                  </a:lnTo>
                  <a:lnTo>
                    <a:pt x="52895" y="210973"/>
                  </a:lnTo>
                  <a:lnTo>
                    <a:pt x="52488" y="211373"/>
                  </a:lnTo>
                  <a:lnTo>
                    <a:pt x="52197" y="211892"/>
                  </a:lnTo>
                  <a:lnTo>
                    <a:pt x="51902" y="212419"/>
                  </a:lnTo>
                  <a:lnTo>
                    <a:pt x="51729" y="212770"/>
                  </a:lnTo>
                  <a:lnTo>
                    <a:pt x="51676" y="212938"/>
                  </a:lnTo>
                  <a:lnTo>
                    <a:pt x="52073" y="213365"/>
                  </a:lnTo>
                  <a:lnTo>
                    <a:pt x="52544" y="213793"/>
                  </a:lnTo>
                  <a:lnTo>
                    <a:pt x="52946" y="214156"/>
                  </a:lnTo>
                  <a:lnTo>
                    <a:pt x="53366" y="214541"/>
                  </a:lnTo>
                  <a:lnTo>
                    <a:pt x="53562" y="214714"/>
                  </a:lnTo>
                  <a:lnTo>
                    <a:pt x="54004" y="215116"/>
                  </a:lnTo>
                  <a:lnTo>
                    <a:pt x="54669" y="215716"/>
                  </a:lnTo>
                  <a:lnTo>
                    <a:pt x="55081" y="216103"/>
                  </a:lnTo>
                  <a:lnTo>
                    <a:pt x="55529" y="216523"/>
                  </a:lnTo>
                  <a:lnTo>
                    <a:pt x="55768" y="216749"/>
                  </a:lnTo>
                  <a:lnTo>
                    <a:pt x="56068" y="217037"/>
                  </a:lnTo>
                  <a:lnTo>
                    <a:pt x="56384" y="217357"/>
                  </a:lnTo>
                  <a:lnTo>
                    <a:pt x="56518" y="217505"/>
                  </a:lnTo>
                  <a:lnTo>
                    <a:pt x="56811" y="217810"/>
                  </a:lnTo>
                  <a:lnTo>
                    <a:pt x="57203" y="218207"/>
                  </a:lnTo>
                  <a:lnTo>
                    <a:pt x="57633" y="218668"/>
                  </a:lnTo>
                  <a:lnTo>
                    <a:pt x="57864" y="218915"/>
                  </a:lnTo>
                  <a:lnTo>
                    <a:pt x="58007" y="219065"/>
                  </a:lnTo>
                  <a:lnTo>
                    <a:pt x="58144" y="219212"/>
                  </a:lnTo>
                  <a:lnTo>
                    <a:pt x="58691" y="219760"/>
                  </a:lnTo>
                  <a:lnTo>
                    <a:pt x="58829" y="219907"/>
                  </a:lnTo>
                  <a:lnTo>
                    <a:pt x="58956" y="220067"/>
                  </a:lnTo>
                  <a:lnTo>
                    <a:pt x="58954" y="220218"/>
                  </a:lnTo>
                  <a:lnTo>
                    <a:pt x="58948" y="220614"/>
                  </a:lnTo>
                  <a:lnTo>
                    <a:pt x="58937" y="220764"/>
                  </a:lnTo>
                  <a:lnTo>
                    <a:pt x="58895" y="221286"/>
                  </a:lnTo>
                  <a:lnTo>
                    <a:pt x="58839" y="221805"/>
                  </a:lnTo>
                  <a:lnTo>
                    <a:pt x="58819" y="222034"/>
                  </a:lnTo>
                  <a:lnTo>
                    <a:pt x="58788" y="222370"/>
                  </a:lnTo>
                  <a:lnTo>
                    <a:pt x="58786" y="222569"/>
                  </a:lnTo>
                  <a:lnTo>
                    <a:pt x="58783" y="222871"/>
                  </a:lnTo>
                  <a:lnTo>
                    <a:pt x="58803" y="223128"/>
                  </a:lnTo>
                  <a:lnTo>
                    <a:pt x="59043" y="223759"/>
                  </a:lnTo>
                  <a:lnTo>
                    <a:pt x="59246" y="224429"/>
                  </a:lnTo>
                  <a:lnTo>
                    <a:pt x="59364" y="224860"/>
                  </a:lnTo>
                  <a:lnTo>
                    <a:pt x="59452" y="225177"/>
                  </a:lnTo>
                  <a:lnTo>
                    <a:pt x="59574" y="225607"/>
                  </a:lnTo>
                  <a:lnTo>
                    <a:pt x="59620" y="225803"/>
                  </a:lnTo>
                  <a:lnTo>
                    <a:pt x="59749" y="226093"/>
                  </a:lnTo>
                  <a:lnTo>
                    <a:pt x="59847" y="226462"/>
                  </a:lnTo>
                  <a:lnTo>
                    <a:pt x="59991" y="227008"/>
                  </a:lnTo>
                  <a:lnTo>
                    <a:pt x="60245" y="227968"/>
                  </a:lnTo>
                  <a:lnTo>
                    <a:pt x="60523" y="228349"/>
                  </a:lnTo>
                  <a:lnTo>
                    <a:pt x="60504" y="228495"/>
                  </a:lnTo>
                  <a:lnTo>
                    <a:pt x="60456" y="228871"/>
                  </a:lnTo>
                  <a:lnTo>
                    <a:pt x="60296" y="233976"/>
                  </a:lnTo>
                  <a:lnTo>
                    <a:pt x="60432" y="233900"/>
                  </a:lnTo>
                  <a:lnTo>
                    <a:pt x="60842" y="233673"/>
                  </a:lnTo>
                  <a:lnTo>
                    <a:pt x="61461" y="233328"/>
                  </a:lnTo>
                  <a:lnTo>
                    <a:pt x="61870" y="233101"/>
                  </a:lnTo>
                  <a:lnTo>
                    <a:pt x="62372" y="233076"/>
                  </a:lnTo>
                  <a:lnTo>
                    <a:pt x="63019" y="233044"/>
                  </a:lnTo>
                  <a:lnTo>
                    <a:pt x="63506" y="233019"/>
                  </a:lnTo>
                  <a:lnTo>
                    <a:pt x="63975" y="232996"/>
                  </a:lnTo>
                  <a:lnTo>
                    <a:pt x="64230" y="232983"/>
                  </a:lnTo>
                  <a:lnTo>
                    <a:pt x="64500" y="232969"/>
                  </a:lnTo>
                  <a:lnTo>
                    <a:pt x="64822" y="233030"/>
                  </a:lnTo>
                  <a:lnTo>
                    <a:pt x="65072" y="233077"/>
                  </a:lnTo>
                  <a:lnTo>
                    <a:pt x="65305" y="233120"/>
                  </a:lnTo>
                  <a:lnTo>
                    <a:pt x="65845" y="233222"/>
                  </a:lnTo>
                  <a:lnTo>
                    <a:pt x="66262" y="233300"/>
                  </a:lnTo>
                  <a:lnTo>
                    <a:pt x="66709" y="233384"/>
                  </a:lnTo>
                  <a:lnTo>
                    <a:pt x="67158" y="233469"/>
                  </a:lnTo>
                  <a:lnTo>
                    <a:pt x="67476" y="233528"/>
                  </a:lnTo>
                  <a:lnTo>
                    <a:pt x="67619" y="233555"/>
                  </a:lnTo>
                  <a:lnTo>
                    <a:pt x="67750" y="233578"/>
                  </a:lnTo>
                  <a:lnTo>
                    <a:pt x="68045" y="233633"/>
                  </a:lnTo>
                  <a:lnTo>
                    <a:pt x="68486" y="233715"/>
                  </a:lnTo>
                  <a:lnTo>
                    <a:pt x="68914" y="233846"/>
                  </a:lnTo>
                  <a:lnTo>
                    <a:pt x="69052" y="233935"/>
                  </a:lnTo>
                  <a:lnTo>
                    <a:pt x="69445" y="234189"/>
                  </a:lnTo>
                  <a:lnTo>
                    <a:pt x="69691" y="234349"/>
                  </a:lnTo>
                  <a:lnTo>
                    <a:pt x="70180" y="234665"/>
                  </a:lnTo>
                  <a:lnTo>
                    <a:pt x="70490" y="234866"/>
                  </a:lnTo>
                  <a:lnTo>
                    <a:pt x="70723" y="235016"/>
                  </a:lnTo>
                  <a:lnTo>
                    <a:pt x="70943" y="235159"/>
                  </a:lnTo>
                  <a:lnTo>
                    <a:pt x="71245" y="235354"/>
                  </a:lnTo>
                  <a:lnTo>
                    <a:pt x="71912" y="235786"/>
                  </a:lnTo>
                  <a:lnTo>
                    <a:pt x="71986" y="236312"/>
                  </a:lnTo>
                  <a:lnTo>
                    <a:pt x="72076" y="236927"/>
                  </a:lnTo>
                  <a:lnTo>
                    <a:pt x="72239" y="238089"/>
                  </a:lnTo>
                  <a:lnTo>
                    <a:pt x="72328" y="238729"/>
                  </a:lnTo>
                  <a:lnTo>
                    <a:pt x="72469" y="239754"/>
                  </a:lnTo>
                  <a:lnTo>
                    <a:pt x="72509" y="240069"/>
                  </a:lnTo>
                  <a:lnTo>
                    <a:pt x="72532" y="240256"/>
                  </a:lnTo>
                  <a:lnTo>
                    <a:pt x="72560" y="240455"/>
                  </a:lnTo>
                  <a:lnTo>
                    <a:pt x="72723" y="241608"/>
                  </a:lnTo>
                  <a:lnTo>
                    <a:pt x="72817" y="242106"/>
                  </a:lnTo>
                  <a:lnTo>
                    <a:pt x="72934" y="242721"/>
                  </a:lnTo>
                  <a:lnTo>
                    <a:pt x="73540" y="245964"/>
                  </a:lnTo>
                  <a:lnTo>
                    <a:pt x="73582" y="246214"/>
                  </a:lnTo>
                  <a:lnTo>
                    <a:pt x="73626" y="246458"/>
                  </a:lnTo>
                  <a:lnTo>
                    <a:pt x="73557" y="248063"/>
                  </a:lnTo>
                  <a:lnTo>
                    <a:pt x="73601" y="248685"/>
                  </a:lnTo>
                  <a:lnTo>
                    <a:pt x="73621" y="248968"/>
                  </a:lnTo>
                  <a:lnTo>
                    <a:pt x="73734" y="250560"/>
                  </a:lnTo>
                  <a:lnTo>
                    <a:pt x="73804" y="251551"/>
                  </a:lnTo>
                  <a:lnTo>
                    <a:pt x="73837" y="252010"/>
                  </a:lnTo>
                  <a:lnTo>
                    <a:pt x="73901" y="252893"/>
                  </a:lnTo>
                  <a:lnTo>
                    <a:pt x="73973" y="253920"/>
                  </a:lnTo>
                  <a:lnTo>
                    <a:pt x="74039" y="254843"/>
                  </a:lnTo>
                  <a:lnTo>
                    <a:pt x="74664" y="255860"/>
                  </a:lnTo>
                  <a:lnTo>
                    <a:pt x="75194" y="256738"/>
                  </a:lnTo>
                  <a:lnTo>
                    <a:pt x="75381" y="257049"/>
                  </a:lnTo>
                  <a:lnTo>
                    <a:pt x="75576" y="257579"/>
                  </a:lnTo>
                  <a:lnTo>
                    <a:pt x="75681" y="257763"/>
                  </a:lnTo>
                  <a:lnTo>
                    <a:pt x="76183" y="257849"/>
                  </a:lnTo>
                  <a:lnTo>
                    <a:pt x="76414" y="257800"/>
                  </a:lnTo>
                  <a:lnTo>
                    <a:pt x="76717" y="257895"/>
                  </a:lnTo>
                  <a:lnTo>
                    <a:pt x="76818" y="258048"/>
                  </a:lnTo>
                  <a:lnTo>
                    <a:pt x="76792" y="258391"/>
                  </a:lnTo>
                  <a:lnTo>
                    <a:pt x="76750" y="258668"/>
                  </a:lnTo>
                  <a:lnTo>
                    <a:pt x="76765" y="258977"/>
                  </a:lnTo>
                  <a:lnTo>
                    <a:pt x="76792" y="259486"/>
                  </a:lnTo>
                  <a:lnTo>
                    <a:pt x="76832" y="260260"/>
                  </a:lnTo>
                  <a:lnTo>
                    <a:pt x="76901" y="261084"/>
                  </a:lnTo>
                  <a:lnTo>
                    <a:pt x="76961" y="261759"/>
                  </a:lnTo>
                  <a:lnTo>
                    <a:pt x="77009" y="262300"/>
                  </a:lnTo>
                  <a:lnTo>
                    <a:pt x="77033" y="262569"/>
                  </a:lnTo>
                  <a:lnTo>
                    <a:pt x="77225" y="262986"/>
                  </a:lnTo>
                  <a:lnTo>
                    <a:pt x="77408" y="263387"/>
                  </a:lnTo>
                  <a:lnTo>
                    <a:pt x="77728" y="263936"/>
                  </a:lnTo>
                  <a:lnTo>
                    <a:pt x="77778" y="264507"/>
                  </a:lnTo>
                  <a:lnTo>
                    <a:pt x="78288" y="264872"/>
                  </a:lnTo>
                  <a:lnTo>
                    <a:pt x="78708" y="265339"/>
                  </a:lnTo>
                  <a:lnTo>
                    <a:pt x="79123" y="265522"/>
                  </a:lnTo>
                  <a:lnTo>
                    <a:pt x="79336" y="265677"/>
                  </a:lnTo>
                  <a:lnTo>
                    <a:pt x="79914" y="266079"/>
                  </a:lnTo>
                  <a:lnTo>
                    <a:pt x="80227" y="266368"/>
                  </a:lnTo>
                  <a:lnTo>
                    <a:pt x="80446" y="266599"/>
                  </a:lnTo>
                  <a:lnTo>
                    <a:pt x="80816" y="267057"/>
                  </a:lnTo>
                  <a:lnTo>
                    <a:pt x="80778" y="267219"/>
                  </a:lnTo>
                  <a:lnTo>
                    <a:pt x="80217" y="268183"/>
                  </a:lnTo>
                  <a:lnTo>
                    <a:pt x="79774" y="268885"/>
                  </a:lnTo>
                  <a:lnTo>
                    <a:pt x="78065" y="268567"/>
                  </a:lnTo>
                  <a:lnTo>
                    <a:pt x="77283" y="268935"/>
                  </a:lnTo>
                  <a:lnTo>
                    <a:pt x="76497" y="269834"/>
                  </a:lnTo>
                  <a:lnTo>
                    <a:pt x="75911" y="270229"/>
                  </a:lnTo>
                  <a:lnTo>
                    <a:pt x="75776" y="270484"/>
                  </a:lnTo>
                  <a:lnTo>
                    <a:pt x="75597" y="270824"/>
                  </a:lnTo>
                  <a:lnTo>
                    <a:pt x="75481" y="271491"/>
                  </a:lnTo>
                  <a:lnTo>
                    <a:pt x="75164" y="272079"/>
                  </a:lnTo>
                  <a:lnTo>
                    <a:pt x="75487" y="273937"/>
                  </a:lnTo>
                  <a:lnTo>
                    <a:pt x="75208" y="274190"/>
                  </a:lnTo>
                  <a:lnTo>
                    <a:pt x="75131" y="274346"/>
                  </a:lnTo>
                  <a:lnTo>
                    <a:pt x="74872" y="274823"/>
                  </a:lnTo>
                  <a:lnTo>
                    <a:pt x="74928" y="275439"/>
                  </a:lnTo>
                  <a:lnTo>
                    <a:pt x="74703" y="275988"/>
                  </a:lnTo>
                  <a:lnTo>
                    <a:pt x="74424" y="276662"/>
                  </a:lnTo>
                  <a:lnTo>
                    <a:pt x="74326" y="276899"/>
                  </a:lnTo>
                  <a:lnTo>
                    <a:pt x="73509" y="278141"/>
                  </a:lnTo>
                  <a:lnTo>
                    <a:pt x="73411" y="278489"/>
                  </a:lnTo>
                  <a:lnTo>
                    <a:pt x="73150" y="279412"/>
                  </a:lnTo>
                  <a:lnTo>
                    <a:pt x="73096" y="279603"/>
                  </a:lnTo>
                  <a:lnTo>
                    <a:pt x="72855" y="280452"/>
                  </a:lnTo>
                  <a:lnTo>
                    <a:pt x="72547" y="280707"/>
                  </a:lnTo>
                  <a:lnTo>
                    <a:pt x="72454" y="280899"/>
                  </a:lnTo>
                  <a:lnTo>
                    <a:pt x="71752" y="281340"/>
                  </a:lnTo>
                  <a:lnTo>
                    <a:pt x="71761" y="281701"/>
                  </a:lnTo>
                  <a:lnTo>
                    <a:pt x="71769" y="282118"/>
                  </a:lnTo>
                  <a:lnTo>
                    <a:pt x="71802" y="282435"/>
                  </a:lnTo>
                  <a:lnTo>
                    <a:pt x="71836" y="282626"/>
                  </a:lnTo>
                  <a:lnTo>
                    <a:pt x="71917" y="283086"/>
                  </a:lnTo>
                  <a:lnTo>
                    <a:pt x="72124" y="284261"/>
                  </a:lnTo>
                  <a:lnTo>
                    <a:pt x="72613" y="286277"/>
                  </a:lnTo>
                  <a:lnTo>
                    <a:pt x="72798" y="287038"/>
                  </a:lnTo>
                  <a:lnTo>
                    <a:pt x="72857" y="287616"/>
                  </a:lnTo>
                  <a:lnTo>
                    <a:pt x="72915" y="288136"/>
                  </a:lnTo>
                  <a:lnTo>
                    <a:pt x="73543" y="288591"/>
                  </a:lnTo>
                  <a:lnTo>
                    <a:pt x="74092" y="288988"/>
                  </a:lnTo>
                  <a:lnTo>
                    <a:pt x="74804" y="289510"/>
                  </a:lnTo>
                  <a:lnTo>
                    <a:pt x="75350" y="290015"/>
                  </a:lnTo>
                  <a:lnTo>
                    <a:pt x="75689" y="290329"/>
                  </a:lnTo>
                  <a:lnTo>
                    <a:pt x="76545" y="291105"/>
                  </a:lnTo>
                  <a:lnTo>
                    <a:pt x="76767" y="291469"/>
                  </a:lnTo>
                  <a:lnTo>
                    <a:pt x="77483" y="292639"/>
                  </a:lnTo>
                  <a:lnTo>
                    <a:pt x="77802" y="293162"/>
                  </a:lnTo>
                  <a:lnTo>
                    <a:pt x="78497" y="294410"/>
                  </a:lnTo>
                  <a:lnTo>
                    <a:pt x="81238" y="296697"/>
                  </a:lnTo>
                  <a:lnTo>
                    <a:pt x="81491" y="297635"/>
                  </a:lnTo>
                  <a:lnTo>
                    <a:pt x="81584" y="297999"/>
                  </a:lnTo>
                  <a:lnTo>
                    <a:pt x="81643" y="298225"/>
                  </a:lnTo>
                  <a:lnTo>
                    <a:pt x="81830" y="298953"/>
                  </a:lnTo>
                  <a:lnTo>
                    <a:pt x="81874" y="299124"/>
                  </a:lnTo>
                  <a:lnTo>
                    <a:pt x="82114" y="300058"/>
                  </a:lnTo>
                  <a:lnTo>
                    <a:pt x="82180" y="300315"/>
                  </a:lnTo>
                  <a:lnTo>
                    <a:pt x="82268" y="300544"/>
                  </a:lnTo>
                  <a:lnTo>
                    <a:pt x="82938" y="302287"/>
                  </a:lnTo>
                  <a:lnTo>
                    <a:pt x="83265" y="303343"/>
                  </a:lnTo>
                  <a:lnTo>
                    <a:pt x="83347" y="303606"/>
                  </a:lnTo>
                  <a:lnTo>
                    <a:pt x="83455" y="303952"/>
                  </a:lnTo>
                  <a:lnTo>
                    <a:pt x="83785" y="305058"/>
                  </a:lnTo>
                  <a:lnTo>
                    <a:pt x="84692" y="306288"/>
                  </a:lnTo>
                  <a:lnTo>
                    <a:pt x="86191" y="308644"/>
                  </a:lnTo>
                  <a:lnTo>
                    <a:pt x="87374" y="310967"/>
                  </a:lnTo>
                  <a:lnTo>
                    <a:pt x="88586" y="313756"/>
                  </a:lnTo>
                  <a:lnTo>
                    <a:pt x="88398" y="314536"/>
                  </a:lnTo>
                  <a:lnTo>
                    <a:pt x="88418" y="314872"/>
                  </a:lnTo>
                  <a:lnTo>
                    <a:pt x="88479" y="315019"/>
                  </a:lnTo>
                  <a:lnTo>
                    <a:pt x="89273" y="316926"/>
                  </a:lnTo>
                  <a:lnTo>
                    <a:pt x="89498" y="317466"/>
                  </a:lnTo>
                  <a:lnTo>
                    <a:pt x="89571" y="317648"/>
                  </a:lnTo>
                  <a:lnTo>
                    <a:pt x="89261" y="319879"/>
                  </a:lnTo>
                  <a:lnTo>
                    <a:pt x="90113" y="320925"/>
                  </a:lnTo>
                  <a:lnTo>
                    <a:pt x="90472" y="321364"/>
                  </a:lnTo>
                  <a:lnTo>
                    <a:pt x="92584" y="324015"/>
                  </a:lnTo>
                  <a:lnTo>
                    <a:pt x="93084" y="326901"/>
                  </a:lnTo>
                  <a:lnTo>
                    <a:pt x="93337" y="327796"/>
                  </a:lnTo>
                  <a:lnTo>
                    <a:pt x="93356" y="328852"/>
                  </a:lnTo>
                  <a:lnTo>
                    <a:pt x="94064" y="329223"/>
                  </a:lnTo>
                  <a:lnTo>
                    <a:pt x="94281" y="329339"/>
                  </a:lnTo>
                  <a:lnTo>
                    <a:pt x="94586" y="329490"/>
                  </a:lnTo>
                  <a:lnTo>
                    <a:pt x="95137" y="329777"/>
                  </a:lnTo>
                  <a:lnTo>
                    <a:pt x="95336" y="329797"/>
                  </a:lnTo>
                  <a:lnTo>
                    <a:pt x="95889" y="329850"/>
                  </a:lnTo>
                  <a:lnTo>
                    <a:pt x="96630" y="329928"/>
                  </a:lnTo>
                  <a:lnTo>
                    <a:pt x="97193" y="330178"/>
                  </a:lnTo>
                  <a:lnTo>
                    <a:pt x="97380" y="330263"/>
                  </a:lnTo>
                  <a:lnTo>
                    <a:pt x="97513" y="330316"/>
                  </a:lnTo>
                  <a:lnTo>
                    <a:pt x="97318" y="330889"/>
                  </a:lnTo>
                  <a:lnTo>
                    <a:pt x="97206" y="331207"/>
                  </a:lnTo>
                  <a:lnTo>
                    <a:pt x="96921" y="332054"/>
                  </a:lnTo>
                  <a:lnTo>
                    <a:pt x="96798" y="332413"/>
                  </a:lnTo>
                  <a:lnTo>
                    <a:pt x="96824" y="332652"/>
                  </a:lnTo>
                  <a:lnTo>
                    <a:pt x="96916" y="333443"/>
                  </a:lnTo>
                  <a:lnTo>
                    <a:pt x="96957" y="333773"/>
                  </a:lnTo>
                  <a:lnTo>
                    <a:pt x="97003" y="334063"/>
                  </a:lnTo>
                  <a:lnTo>
                    <a:pt x="97023" y="334309"/>
                  </a:lnTo>
                  <a:lnTo>
                    <a:pt x="97072" y="334722"/>
                  </a:lnTo>
                  <a:lnTo>
                    <a:pt x="97171" y="335561"/>
                  </a:lnTo>
                  <a:lnTo>
                    <a:pt x="97877" y="336541"/>
                  </a:lnTo>
                  <a:lnTo>
                    <a:pt x="98258" y="337079"/>
                  </a:lnTo>
                  <a:lnTo>
                    <a:pt x="99279" y="338498"/>
                  </a:lnTo>
                  <a:lnTo>
                    <a:pt x="99427" y="338704"/>
                  </a:lnTo>
                  <a:lnTo>
                    <a:pt x="99983" y="339476"/>
                  </a:lnTo>
                  <a:lnTo>
                    <a:pt x="100031" y="339801"/>
                  </a:lnTo>
                  <a:lnTo>
                    <a:pt x="100082" y="340155"/>
                  </a:lnTo>
                  <a:lnTo>
                    <a:pt x="100121" y="340523"/>
                  </a:lnTo>
                  <a:lnTo>
                    <a:pt x="100129" y="340765"/>
                  </a:lnTo>
                  <a:lnTo>
                    <a:pt x="100124" y="340989"/>
                  </a:lnTo>
                  <a:lnTo>
                    <a:pt x="100220" y="341236"/>
                  </a:lnTo>
                  <a:lnTo>
                    <a:pt x="100397" y="341480"/>
                  </a:lnTo>
                  <a:lnTo>
                    <a:pt x="100726" y="341697"/>
                  </a:lnTo>
                  <a:lnTo>
                    <a:pt x="101405" y="342149"/>
                  </a:lnTo>
                  <a:lnTo>
                    <a:pt x="101823" y="342492"/>
                  </a:lnTo>
                  <a:lnTo>
                    <a:pt x="102226" y="342859"/>
                  </a:lnTo>
                  <a:lnTo>
                    <a:pt x="102521" y="343127"/>
                  </a:lnTo>
                  <a:lnTo>
                    <a:pt x="102738" y="343375"/>
                  </a:lnTo>
                  <a:lnTo>
                    <a:pt x="103204" y="343267"/>
                  </a:lnTo>
                  <a:lnTo>
                    <a:pt x="103497" y="343190"/>
                  </a:lnTo>
                  <a:lnTo>
                    <a:pt x="103841" y="343103"/>
                  </a:lnTo>
                  <a:lnTo>
                    <a:pt x="104436" y="342995"/>
                  </a:lnTo>
                  <a:lnTo>
                    <a:pt x="104744" y="342983"/>
                  </a:lnTo>
                  <a:lnTo>
                    <a:pt x="105655" y="342921"/>
                  </a:lnTo>
                  <a:lnTo>
                    <a:pt x="106345" y="342880"/>
                  </a:lnTo>
                  <a:lnTo>
                    <a:pt x="106654" y="343145"/>
                  </a:lnTo>
                  <a:lnTo>
                    <a:pt x="107033" y="343504"/>
                  </a:lnTo>
                  <a:lnTo>
                    <a:pt x="107531" y="343905"/>
                  </a:lnTo>
                  <a:lnTo>
                    <a:pt x="107941" y="344335"/>
                  </a:lnTo>
                  <a:lnTo>
                    <a:pt x="108070" y="344456"/>
                  </a:lnTo>
                  <a:lnTo>
                    <a:pt x="108473" y="344819"/>
                  </a:lnTo>
                  <a:lnTo>
                    <a:pt x="109072" y="345376"/>
                  </a:lnTo>
                  <a:lnTo>
                    <a:pt x="109494" y="345774"/>
                  </a:lnTo>
                  <a:lnTo>
                    <a:pt x="109673" y="345888"/>
                  </a:lnTo>
                  <a:lnTo>
                    <a:pt x="109813" y="346068"/>
                  </a:lnTo>
                  <a:lnTo>
                    <a:pt x="109967" y="346276"/>
                  </a:lnTo>
                  <a:lnTo>
                    <a:pt x="110478" y="346559"/>
                  </a:lnTo>
                  <a:lnTo>
                    <a:pt x="111067" y="347019"/>
                  </a:lnTo>
                  <a:lnTo>
                    <a:pt x="112108" y="347474"/>
                  </a:lnTo>
                  <a:lnTo>
                    <a:pt x="112593" y="347682"/>
                  </a:lnTo>
                  <a:lnTo>
                    <a:pt x="113317" y="347866"/>
                  </a:lnTo>
                  <a:lnTo>
                    <a:pt x="113937" y="347987"/>
                  </a:lnTo>
                  <a:lnTo>
                    <a:pt x="114429" y="348101"/>
                  </a:lnTo>
                  <a:lnTo>
                    <a:pt x="114669" y="348110"/>
                  </a:lnTo>
                  <a:lnTo>
                    <a:pt x="114957" y="348119"/>
                  </a:lnTo>
                  <a:lnTo>
                    <a:pt x="115341" y="348117"/>
                  </a:lnTo>
                  <a:lnTo>
                    <a:pt x="115619" y="348106"/>
                  </a:lnTo>
                  <a:lnTo>
                    <a:pt x="115879" y="348095"/>
                  </a:lnTo>
                  <a:lnTo>
                    <a:pt x="116783" y="348295"/>
                  </a:lnTo>
                  <a:lnTo>
                    <a:pt x="117730" y="348660"/>
                  </a:lnTo>
                  <a:lnTo>
                    <a:pt x="117894" y="348676"/>
                  </a:lnTo>
                  <a:lnTo>
                    <a:pt x="118413" y="348095"/>
                  </a:lnTo>
                  <a:lnTo>
                    <a:pt x="118796" y="347849"/>
                  </a:lnTo>
                  <a:lnTo>
                    <a:pt x="119225" y="347730"/>
                  </a:lnTo>
                  <a:lnTo>
                    <a:pt x="120503" y="347602"/>
                  </a:lnTo>
                  <a:lnTo>
                    <a:pt x="120677" y="347602"/>
                  </a:lnTo>
                  <a:lnTo>
                    <a:pt x="120914" y="347619"/>
                  </a:lnTo>
                  <a:lnTo>
                    <a:pt x="121244" y="347658"/>
                  </a:lnTo>
                  <a:lnTo>
                    <a:pt x="122269" y="347382"/>
                  </a:lnTo>
                  <a:lnTo>
                    <a:pt x="123756" y="346439"/>
                  </a:lnTo>
                  <a:lnTo>
                    <a:pt x="123968" y="346293"/>
                  </a:lnTo>
                  <a:lnTo>
                    <a:pt x="124486" y="345975"/>
                  </a:lnTo>
                  <a:lnTo>
                    <a:pt x="124632" y="345906"/>
                  </a:lnTo>
                  <a:lnTo>
                    <a:pt x="124802" y="345829"/>
                  </a:lnTo>
                  <a:lnTo>
                    <a:pt x="124630" y="345048"/>
                  </a:lnTo>
                  <a:lnTo>
                    <a:pt x="124066" y="344995"/>
                  </a:lnTo>
                  <a:lnTo>
                    <a:pt x="123783" y="344916"/>
                  </a:lnTo>
                  <a:lnTo>
                    <a:pt x="122667" y="344498"/>
                  </a:lnTo>
                  <a:lnTo>
                    <a:pt x="122528" y="344414"/>
                  </a:lnTo>
                  <a:lnTo>
                    <a:pt x="122059" y="344262"/>
                  </a:lnTo>
                  <a:lnTo>
                    <a:pt x="121091" y="344069"/>
                  </a:lnTo>
                  <a:lnTo>
                    <a:pt x="120882" y="344301"/>
                  </a:lnTo>
                  <a:lnTo>
                    <a:pt x="119777" y="344078"/>
                  </a:lnTo>
                  <a:lnTo>
                    <a:pt x="119479" y="344063"/>
                  </a:lnTo>
                  <a:lnTo>
                    <a:pt x="118694" y="344057"/>
                  </a:lnTo>
                  <a:lnTo>
                    <a:pt x="118371" y="344093"/>
                  </a:lnTo>
                  <a:lnTo>
                    <a:pt x="117982" y="343985"/>
                  </a:lnTo>
                  <a:lnTo>
                    <a:pt x="117111" y="342452"/>
                  </a:lnTo>
                  <a:lnTo>
                    <a:pt x="116779" y="341841"/>
                  </a:lnTo>
                  <a:lnTo>
                    <a:pt x="117521" y="341611"/>
                  </a:lnTo>
                  <a:lnTo>
                    <a:pt x="117840" y="341541"/>
                  </a:lnTo>
                  <a:lnTo>
                    <a:pt x="118042" y="341538"/>
                  </a:lnTo>
                  <a:lnTo>
                    <a:pt x="118234" y="341526"/>
                  </a:lnTo>
                  <a:lnTo>
                    <a:pt x="118805" y="341418"/>
                  </a:lnTo>
                  <a:lnTo>
                    <a:pt x="118985" y="341361"/>
                  </a:lnTo>
                  <a:lnTo>
                    <a:pt x="119519" y="341202"/>
                  </a:lnTo>
                  <a:lnTo>
                    <a:pt x="119920" y="340990"/>
                  </a:lnTo>
                  <a:lnTo>
                    <a:pt x="120331" y="340776"/>
                  </a:lnTo>
                  <a:lnTo>
                    <a:pt x="121190" y="340318"/>
                  </a:lnTo>
                  <a:lnTo>
                    <a:pt x="121529" y="340167"/>
                  </a:lnTo>
                  <a:lnTo>
                    <a:pt x="121912" y="339932"/>
                  </a:lnTo>
                  <a:lnTo>
                    <a:pt x="122473" y="339587"/>
                  </a:lnTo>
                  <a:lnTo>
                    <a:pt x="122736" y="339500"/>
                  </a:lnTo>
                  <a:lnTo>
                    <a:pt x="123365" y="339294"/>
                  </a:lnTo>
                  <a:lnTo>
                    <a:pt x="123715" y="339179"/>
                  </a:lnTo>
                  <a:lnTo>
                    <a:pt x="124104" y="338929"/>
                  </a:lnTo>
                  <a:lnTo>
                    <a:pt x="124392" y="338971"/>
                  </a:lnTo>
                  <a:lnTo>
                    <a:pt x="125210" y="339089"/>
                  </a:lnTo>
                  <a:lnTo>
                    <a:pt x="125767" y="339309"/>
                  </a:lnTo>
                  <a:lnTo>
                    <a:pt x="127042" y="339954"/>
                  </a:lnTo>
                  <a:lnTo>
                    <a:pt x="127788" y="340213"/>
                  </a:lnTo>
                  <a:lnTo>
                    <a:pt x="128137" y="340334"/>
                  </a:lnTo>
                  <a:lnTo>
                    <a:pt x="128814" y="340455"/>
                  </a:lnTo>
                  <a:lnTo>
                    <a:pt x="129216" y="340458"/>
                  </a:lnTo>
                  <a:lnTo>
                    <a:pt x="129468" y="340388"/>
                  </a:lnTo>
                  <a:lnTo>
                    <a:pt x="130184" y="340385"/>
                  </a:lnTo>
                  <a:lnTo>
                    <a:pt x="130752" y="340380"/>
                  </a:lnTo>
                  <a:lnTo>
                    <a:pt x="131149" y="340728"/>
                  </a:lnTo>
                  <a:lnTo>
                    <a:pt x="131373" y="340924"/>
                  </a:lnTo>
                  <a:lnTo>
                    <a:pt x="131771" y="341273"/>
                  </a:lnTo>
                  <a:lnTo>
                    <a:pt x="132186" y="341614"/>
                  </a:lnTo>
                  <a:lnTo>
                    <a:pt x="133145" y="342201"/>
                  </a:lnTo>
                  <a:lnTo>
                    <a:pt x="133604" y="342500"/>
                  </a:lnTo>
                  <a:lnTo>
                    <a:pt x="133811" y="342625"/>
                  </a:lnTo>
                  <a:lnTo>
                    <a:pt x="134801" y="343125"/>
                  </a:lnTo>
                  <a:lnTo>
                    <a:pt x="135202" y="343325"/>
                  </a:lnTo>
                  <a:lnTo>
                    <a:pt x="135531" y="343492"/>
                  </a:lnTo>
                  <a:lnTo>
                    <a:pt x="135689" y="343570"/>
                  </a:lnTo>
                  <a:lnTo>
                    <a:pt x="136056" y="343751"/>
                  </a:lnTo>
                  <a:lnTo>
                    <a:pt x="136278" y="343864"/>
                  </a:lnTo>
                  <a:lnTo>
                    <a:pt x="136572" y="344012"/>
                  </a:lnTo>
                  <a:lnTo>
                    <a:pt x="136971" y="344208"/>
                  </a:lnTo>
                  <a:lnTo>
                    <a:pt x="137615" y="344599"/>
                  </a:lnTo>
                  <a:lnTo>
                    <a:pt x="137876" y="346487"/>
                  </a:lnTo>
                  <a:lnTo>
                    <a:pt x="138979" y="347584"/>
                  </a:lnTo>
                  <a:lnTo>
                    <a:pt x="139188" y="347793"/>
                  </a:lnTo>
                  <a:lnTo>
                    <a:pt x="139298" y="348002"/>
                  </a:lnTo>
                  <a:lnTo>
                    <a:pt x="139384" y="348168"/>
                  </a:lnTo>
                  <a:lnTo>
                    <a:pt x="141123" y="349399"/>
                  </a:lnTo>
                  <a:lnTo>
                    <a:pt x="141968" y="350042"/>
                  </a:lnTo>
                  <a:lnTo>
                    <a:pt x="142246" y="350254"/>
                  </a:lnTo>
                  <a:lnTo>
                    <a:pt x="142446" y="350416"/>
                  </a:lnTo>
                  <a:lnTo>
                    <a:pt x="143377" y="351207"/>
                  </a:lnTo>
                  <a:lnTo>
                    <a:pt x="143823" y="351579"/>
                  </a:lnTo>
                  <a:lnTo>
                    <a:pt x="144080" y="351955"/>
                  </a:lnTo>
                  <a:lnTo>
                    <a:pt x="144350" y="352419"/>
                  </a:lnTo>
                  <a:lnTo>
                    <a:pt x="145044" y="353382"/>
                  </a:lnTo>
                  <a:lnTo>
                    <a:pt x="145194" y="353524"/>
                  </a:lnTo>
                  <a:lnTo>
                    <a:pt x="145720" y="353886"/>
                  </a:lnTo>
                  <a:lnTo>
                    <a:pt x="146025" y="354140"/>
                  </a:lnTo>
                  <a:lnTo>
                    <a:pt x="146527" y="354586"/>
                  </a:lnTo>
                  <a:lnTo>
                    <a:pt x="147035" y="355061"/>
                  </a:lnTo>
                  <a:lnTo>
                    <a:pt x="147329" y="355688"/>
                  </a:lnTo>
                  <a:lnTo>
                    <a:pt x="147795" y="356515"/>
                  </a:lnTo>
                  <a:lnTo>
                    <a:pt x="148239" y="357167"/>
                  </a:lnTo>
                  <a:lnTo>
                    <a:pt x="148302" y="357316"/>
                  </a:lnTo>
                  <a:lnTo>
                    <a:pt x="148435" y="357499"/>
                  </a:lnTo>
                  <a:lnTo>
                    <a:pt x="148593" y="357871"/>
                  </a:lnTo>
                  <a:lnTo>
                    <a:pt x="148742" y="358103"/>
                  </a:lnTo>
                  <a:lnTo>
                    <a:pt x="148831" y="358368"/>
                  </a:lnTo>
                  <a:lnTo>
                    <a:pt x="148795" y="358638"/>
                  </a:lnTo>
                  <a:lnTo>
                    <a:pt x="148818" y="359005"/>
                  </a:lnTo>
                  <a:lnTo>
                    <a:pt x="148878" y="359375"/>
                  </a:lnTo>
                  <a:lnTo>
                    <a:pt x="148952" y="359785"/>
                  </a:lnTo>
                  <a:lnTo>
                    <a:pt x="148889" y="360162"/>
                  </a:lnTo>
                  <a:lnTo>
                    <a:pt x="149083" y="360235"/>
                  </a:lnTo>
                  <a:lnTo>
                    <a:pt x="150456" y="360869"/>
                  </a:lnTo>
                  <a:lnTo>
                    <a:pt x="151221" y="361229"/>
                  </a:lnTo>
                  <a:lnTo>
                    <a:pt x="151711" y="361324"/>
                  </a:lnTo>
                  <a:lnTo>
                    <a:pt x="152142" y="361344"/>
                  </a:lnTo>
                  <a:lnTo>
                    <a:pt x="152695" y="361371"/>
                  </a:lnTo>
                  <a:lnTo>
                    <a:pt x="153139" y="361380"/>
                  </a:lnTo>
                  <a:lnTo>
                    <a:pt x="153314" y="361390"/>
                  </a:lnTo>
                  <a:lnTo>
                    <a:pt x="153823" y="361577"/>
                  </a:lnTo>
                  <a:lnTo>
                    <a:pt x="154797" y="361963"/>
                  </a:lnTo>
                  <a:lnTo>
                    <a:pt x="155633" y="362290"/>
                  </a:lnTo>
                  <a:lnTo>
                    <a:pt x="156092" y="362434"/>
                  </a:lnTo>
                  <a:lnTo>
                    <a:pt x="156556" y="362581"/>
                  </a:lnTo>
                  <a:lnTo>
                    <a:pt x="157059" y="362773"/>
                  </a:lnTo>
                  <a:lnTo>
                    <a:pt x="157250" y="362790"/>
                  </a:lnTo>
                  <a:lnTo>
                    <a:pt x="158247" y="362877"/>
                  </a:lnTo>
                  <a:lnTo>
                    <a:pt x="158521" y="362902"/>
                  </a:lnTo>
                  <a:lnTo>
                    <a:pt x="159112" y="362930"/>
                  </a:lnTo>
                  <a:lnTo>
                    <a:pt x="159410" y="362958"/>
                  </a:lnTo>
                  <a:lnTo>
                    <a:pt x="159682" y="363056"/>
                  </a:lnTo>
                  <a:lnTo>
                    <a:pt x="159953" y="363143"/>
                  </a:lnTo>
                  <a:lnTo>
                    <a:pt x="160264" y="363333"/>
                  </a:lnTo>
                  <a:lnTo>
                    <a:pt x="160428" y="363352"/>
                  </a:lnTo>
                  <a:lnTo>
                    <a:pt x="160568" y="363441"/>
                  </a:lnTo>
                  <a:lnTo>
                    <a:pt x="160950" y="363648"/>
                  </a:lnTo>
                  <a:lnTo>
                    <a:pt x="161675" y="364042"/>
                  </a:lnTo>
                  <a:lnTo>
                    <a:pt x="162460" y="364631"/>
                  </a:lnTo>
                  <a:lnTo>
                    <a:pt x="162606" y="364757"/>
                  </a:lnTo>
                  <a:lnTo>
                    <a:pt x="162799" y="364895"/>
                  </a:lnTo>
                  <a:lnTo>
                    <a:pt x="163214" y="365168"/>
                  </a:lnTo>
                  <a:lnTo>
                    <a:pt x="163466" y="365230"/>
                  </a:lnTo>
                  <a:lnTo>
                    <a:pt x="163972" y="365478"/>
                  </a:lnTo>
                  <a:lnTo>
                    <a:pt x="164331" y="365608"/>
                  </a:lnTo>
                  <a:lnTo>
                    <a:pt x="164542" y="365796"/>
                  </a:lnTo>
                  <a:lnTo>
                    <a:pt x="164590" y="366320"/>
                  </a:lnTo>
                  <a:lnTo>
                    <a:pt x="164921" y="366371"/>
                  </a:lnTo>
                  <a:lnTo>
                    <a:pt x="165104" y="366438"/>
                  </a:lnTo>
                  <a:lnTo>
                    <a:pt x="165300" y="366576"/>
                  </a:lnTo>
                  <a:lnTo>
                    <a:pt x="165549" y="366747"/>
                  </a:lnTo>
                  <a:lnTo>
                    <a:pt x="165705" y="366743"/>
                  </a:lnTo>
                  <a:lnTo>
                    <a:pt x="165834" y="366795"/>
                  </a:lnTo>
                  <a:lnTo>
                    <a:pt x="166083" y="366930"/>
                  </a:lnTo>
                  <a:lnTo>
                    <a:pt x="166092" y="367083"/>
                  </a:lnTo>
                  <a:lnTo>
                    <a:pt x="166107" y="367250"/>
                  </a:lnTo>
                  <a:lnTo>
                    <a:pt x="166224" y="367581"/>
                  </a:lnTo>
                  <a:lnTo>
                    <a:pt x="166356" y="367713"/>
                  </a:lnTo>
                  <a:lnTo>
                    <a:pt x="166525" y="367822"/>
                  </a:lnTo>
                  <a:lnTo>
                    <a:pt x="166780" y="367941"/>
                  </a:lnTo>
                  <a:lnTo>
                    <a:pt x="167062" y="368186"/>
                  </a:lnTo>
                  <a:lnTo>
                    <a:pt x="167352" y="368332"/>
                  </a:lnTo>
                  <a:lnTo>
                    <a:pt x="167529" y="368463"/>
                  </a:lnTo>
                  <a:lnTo>
                    <a:pt x="167830" y="368535"/>
                  </a:lnTo>
                  <a:lnTo>
                    <a:pt x="167965" y="368571"/>
                  </a:lnTo>
                  <a:lnTo>
                    <a:pt x="168168" y="368621"/>
                  </a:lnTo>
                  <a:lnTo>
                    <a:pt x="168476" y="368863"/>
                  </a:lnTo>
                  <a:lnTo>
                    <a:pt x="168755" y="369069"/>
                  </a:lnTo>
                  <a:lnTo>
                    <a:pt x="168900" y="369179"/>
                  </a:lnTo>
                  <a:lnTo>
                    <a:pt x="169087" y="369328"/>
                  </a:lnTo>
                  <a:lnTo>
                    <a:pt x="169482" y="369618"/>
                  </a:lnTo>
                  <a:lnTo>
                    <a:pt x="169711" y="369798"/>
                  </a:lnTo>
                  <a:lnTo>
                    <a:pt x="169960" y="370001"/>
                  </a:lnTo>
                  <a:lnTo>
                    <a:pt x="170139" y="370155"/>
                  </a:lnTo>
                  <a:lnTo>
                    <a:pt x="170556" y="370460"/>
                  </a:lnTo>
                  <a:lnTo>
                    <a:pt x="170735" y="370590"/>
                  </a:lnTo>
                  <a:lnTo>
                    <a:pt x="171201" y="370927"/>
                  </a:lnTo>
                  <a:lnTo>
                    <a:pt x="171531" y="371163"/>
                  </a:lnTo>
                  <a:lnTo>
                    <a:pt x="171758" y="371358"/>
                  </a:lnTo>
                  <a:lnTo>
                    <a:pt x="172126" y="371625"/>
                  </a:lnTo>
                  <a:lnTo>
                    <a:pt x="172309" y="371770"/>
                  </a:lnTo>
                  <a:lnTo>
                    <a:pt x="172559" y="371438"/>
                  </a:lnTo>
                  <a:lnTo>
                    <a:pt x="172827" y="371106"/>
                  </a:lnTo>
                  <a:lnTo>
                    <a:pt x="173040" y="370833"/>
                  </a:lnTo>
                  <a:lnTo>
                    <a:pt x="173331" y="370489"/>
                  </a:lnTo>
                  <a:lnTo>
                    <a:pt x="173469" y="370312"/>
                  </a:lnTo>
                  <a:lnTo>
                    <a:pt x="173648" y="370109"/>
                  </a:lnTo>
                  <a:lnTo>
                    <a:pt x="173793" y="369952"/>
                  </a:lnTo>
                  <a:lnTo>
                    <a:pt x="173966" y="369719"/>
                  </a:lnTo>
                  <a:lnTo>
                    <a:pt x="174109" y="369540"/>
                  </a:lnTo>
                  <a:lnTo>
                    <a:pt x="174377" y="369195"/>
                  </a:lnTo>
                  <a:lnTo>
                    <a:pt x="174614" y="368914"/>
                  </a:lnTo>
                  <a:lnTo>
                    <a:pt x="174862" y="368600"/>
                  </a:lnTo>
                  <a:lnTo>
                    <a:pt x="175505" y="367810"/>
                  </a:lnTo>
                  <a:lnTo>
                    <a:pt x="175643" y="367615"/>
                  </a:lnTo>
                  <a:lnTo>
                    <a:pt x="175752" y="367476"/>
                  </a:lnTo>
                  <a:lnTo>
                    <a:pt x="176040" y="367117"/>
                  </a:lnTo>
                  <a:lnTo>
                    <a:pt x="176435" y="366619"/>
                  </a:lnTo>
                  <a:lnTo>
                    <a:pt x="176617" y="366395"/>
                  </a:lnTo>
                  <a:lnTo>
                    <a:pt x="176782" y="366191"/>
                  </a:lnTo>
                  <a:lnTo>
                    <a:pt x="177161" y="365999"/>
                  </a:lnTo>
                  <a:lnTo>
                    <a:pt x="177310" y="365926"/>
                  </a:lnTo>
                  <a:lnTo>
                    <a:pt x="177894" y="365627"/>
                  </a:lnTo>
                  <a:lnTo>
                    <a:pt x="178131" y="365511"/>
                  </a:lnTo>
                  <a:lnTo>
                    <a:pt x="178279" y="365427"/>
                  </a:lnTo>
                  <a:lnTo>
                    <a:pt x="178520" y="365293"/>
                  </a:lnTo>
                  <a:lnTo>
                    <a:pt x="178873" y="365095"/>
                  </a:lnTo>
                  <a:lnTo>
                    <a:pt x="179208" y="364912"/>
                  </a:lnTo>
                  <a:lnTo>
                    <a:pt x="179495" y="364773"/>
                  </a:lnTo>
                  <a:lnTo>
                    <a:pt x="180153" y="364431"/>
                  </a:lnTo>
                  <a:lnTo>
                    <a:pt x="180515" y="364259"/>
                  </a:lnTo>
                  <a:lnTo>
                    <a:pt x="180896" y="364039"/>
                  </a:lnTo>
                  <a:lnTo>
                    <a:pt x="181051" y="363954"/>
                  </a:lnTo>
                  <a:lnTo>
                    <a:pt x="181380" y="363785"/>
                  </a:lnTo>
                  <a:lnTo>
                    <a:pt x="181569" y="363687"/>
                  </a:lnTo>
                  <a:lnTo>
                    <a:pt x="181733" y="363621"/>
                  </a:lnTo>
                  <a:lnTo>
                    <a:pt x="182345" y="363367"/>
                  </a:lnTo>
                  <a:lnTo>
                    <a:pt x="182975" y="363109"/>
                  </a:lnTo>
                  <a:lnTo>
                    <a:pt x="183173" y="362996"/>
                  </a:lnTo>
                  <a:lnTo>
                    <a:pt x="183446" y="362866"/>
                  </a:lnTo>
                  <a:lnTo>
                    <a:pt x="184069" y="362635"/>
                  </a:lnTo>
                  <a:lnTo>
                    <a:pt x="184314" y="362536"/>
                  </a:lnTo>
                  <a:lnTo>
                    <a:pt x="184785" y="362344"/>
                  </a:lnTo>
                  <a:lnTo>
                    <a:pt x="185222" y="362139"/>
                  </a:lnTo>
                  <a:lnTo>
                    <a:pt x="185493" y="362025"/>
                  </a:lnTo>
                  <a:lnTo>
                    <a:pt x="185850" y="361871"/>
                  </a:lnTo>
                  <a:lnTo>
                    <a:pt x="186152" y="361744"/>
                  </a:lnTo>
                  <a:lnTo>
                    <a:pt x="186470" y="361579"/>
                  </a:lnTo>
                  <a:lnTo>
                    <a:pt x="186658" y="361454"/>
                  </a:lnTo>
                  <a:lnTo>
                    <a:pt x="186837" y="361330"/>
                  </a:lnTo>
                  <a:lnTo>
                    <a:pt x="187177" y="361111"/>
                  </a:lnTo>
                  <a:lnTo>
                    <a:pt x="187746" y="360759"/>
                  </a:lnTo>
                  <a:lnTo>
                    <a:pt x="188015" y="360634"/>
                  </a:lnTo>
                  <a:lnTo>
                    <a:pt x="188072" y="360834"/>
                  </a:lnTo>
                  <a:lnTo>
                    <a:pt x="188306" y="361601"/>
                  </a:lnTo>
                  <a:lnTo>
                    <a:pt x="188352" y="361818"/>
                  </a:lnTo>
                  <a:lnTo>
                    <a:pt x="188522" y="362253"/>
                  </a:lnTo>
                  <a:lnTo>
                    <a:pt x="188929" y="362731"/>
                  </a:lnTo>
                  <a:lnTo>
                    <a:pt x="189043" y="362908"/>
                  </a:lnTo>
                  <a:lnTo>
                    <a:pt x="189359" y="363364"/>
                  </a:lnTo>
                  <a:lnTo>
                    <a:pt x="189628" y="363639"/>
                  </a:lnTo>
                  <a:lnTo>
                    <a:pt x="189952" y="363996"/>
                  </a:lnTo>
                  <a:lnTo>
                    <a:pt x="190128" y="364162"/>
                  </a:lnTo>
                  <a:lnTo>
                    <a:pt x="190304" y="364352"/>
                  </a:lnTo>
                  <a:lnTo>
                    <a:pt x="190458" y="364513"/>
                  </a:lnTo>
                  <a:lnTo>
                    <a:pt x="190594" y="364661"/>
                  </a:lnTo>
                  <a:lnTo>
                    <a:pt x="191272" y="365177"/>
                  </a:lnTo>
                  <a:lnTo>
                    <a:pt x="191522" y="365353"/>
                  </a:lnTo>
                  <a:lnTo>
                    <a:pt x="191725" y="365466"/>
                  </a:lnTo>
                  <a:lnTo>
                    <a:pt x="191983" y="365723"/>
                  </a:lnTo>
                  <a:lnTo>
                    <a:pt x="192183" y="365801"/>
                  </a:lnTo>
                  <a:lnTo>
                    <a:pt x="192313" y="365856"/>
                  </a:lnTo>
                  <a:lnTo>
                    <a:pt x="192509" y="365942"/>
                  </a:lnTo>
                  <a:lnTo>
                    <a:pt x="192630" y="366112"/>
                  </a:lnTo>
                  <a:lnTo>
                    <a:pt x="192806" y="366541"/>
                  </a:lnTo>
                  <a:lnTo>
                    <a:pt x="192952" y="366823"/>
                  </a:lnTo>
                  <a:lnTo>
                    <a:pt x="193040" y="366969"/>
                  </a:lnTo>
                  <a:lnTo>
                    <a:pt x="193347" y="367472"/>
                  </a:lnTo>
                  <a:lnTo>
                    <a:pt x="193596" y="367981"/>
                  </a:lnTo>
                  <a:lnTo>
                    <a:pt x="193678" y="368179"/>
                  </a:lnTo>
                  <a:lnTo>
                    <a:pt x="193825" y="368506"/>
                  </a:lnTo>
                  <a:lnTo>
                    <a:pt x="193880" y="368641"/>
                  </a:lnTo>
                  <a:lnTo>
                    <a:pt x="193979" y="368869"/>
                  </a:lnTo>
                  <a:lnTo>
                    <a:pt x="194194" y="369453"/>
                  </a:lnTo>
                  <a:lnTo>
                    <a:pt x="194441" y="370049"/>
                  </a:lnTo>
                  <a:lnTo>
                    <a:pt x="194565" y="370336"/>
                  </a:lnTo>
                  <a:lnTo>
                    <a:pt x="194877" y="371123"/>
                  </a:lnTo>
                  <a:lnTo>
                    <a:pt x="195061" y="371607"/>
                  </a:lnTo>
                  <a:lnTo>
                    <a:pt x="195185" y="371934"/>
                  </a:lnTo>
                  <a:lnTo>
                    <a:pt x="196129" y="372786"/>
                  </a:lnTo>
                  <a:lnTo>
                    <a:pt x="196154" y="372963"/>
                  </a:lnTo>
                  <a:lnTo>
                    <a:pt x="196608" y="375009"/>
                  </a:lnTo>
                  <a:lnTo>
                    <a:pt x="196845" y="375252"/>
                  </a:lnTo>
                  <a:lnTo>
                    <a:pt x="197049" y="375516"/>
                  </a:lnTo>
                  <a:lnTo>
                    <a:pt x="197310" y="375859"/>
                  </a:lnTo>
                  <a:lnTo>
                    <a:pt x="197497" y="376171"/>
                  </a:lnTo>
                  <a:lnTo>
                    <a:pt x="197654" y="376438"/>
                  </a:lnTo>
                  <a:lnTo>
                    <a:pt x="197748" y="376643"/>
                  </a:lnTo>
                  <a:lnTo>
                    <a:pt x="197828" y="377058"/>
                  </a:lnTo>
                  <a:lnTo>
                    <a:pt x="197778" y="377305"/>
                  </a:lnTo>
                  <a:lnTo>
                    <a:pt x="197796" y="377525"/>
                  </a:lnTo>
                  <a:lnTo>
                    <a:pt x="198168" y="378352"/>
                  </a:lnTo>
                  <a:lnTo>
                    <a:pt x="198143" y="378484"/>
                  </a:lnTo>
                  <a:lnTo>
                    <a:pt x="198117" y="378623"/>
                  </a:lnTo>
                  <a:lnTo>
                    <a:pt x="197908" y="378938"/>
                  </a:lnTo>
                  <a:lnTo>
                    <a:pt x="197719" y="379212"/>
                  </a:lnTo>
                  <a:lnTo>
                    <a:pt x="198257" y="379660"/>
                  </a:lnTo>
                  <a:lnTo>
                    <a:pt x="198590" y="379890"/>
                  </a:lnTo>
                  <a:lnTo>
                    <a:pt x="198953" y="380134"/>
                  </a:lnTo>
                  <a:lnTo>
                    <a:pt x="199275" y="380361"/>
                  </a:lnTo>
                  <a:lnTo>
                    <a:pt x="199735" y="380712"/>
                  </a:lnTo>
                  <a:lnTo>
                    <a:pt x="200110" y="380976"/>
                  </a:lnTo>
                  <a:lnTo>
                    <a:pt x="200398" y="381167"/>
                  </a:lnTo>
                  <a:lnTo>
                    <a:pt x="200545" y="381253"/>
                  </a:lnTo>
                  <a:lnTo>
                    <a:pt x="200752" y="381360"/>
                  </a:lnTo>
                  <a:lnTo>
                    <a:pt x="200974" y="381504"/>
                  </a:lnTo>
                  <a:lnTo>
                    <a:pt x="201101" y="381583"/>
                  </a:lnTo>
                  <a:lnTo>
                    <a:pt x="201335" y="381731"/>
                  </a:lnTo>
                  <a:lnTo>
                    <a:pt x="201493" y="381829"/>
                  </a:lnTo>
                  <a:lnTo>
                    <a:pt x="201826" y="382058"/>
                  </a:lnTo>
                  <a:lnTo>
                    <a:pt x="202016" y="382187"/>
                  </a:lnTo>
                  <a:lnTo>
                    <a:pt x="202394" y="382446"/>
                  </a:lnTo>
                  <a:lnTo>
                    <a:pt x="202673" y="382644"/>
                  </a:lnTo>
                  <a:lnTo>
                    <a:pt x="202945" y="382910"/>
                  </a:lnTo>
                  <a:lnTo>
                    <a:pt x="203608" y="383330"/>
                  </a:lnTo>
                  <a:lnTo>
                    <a:pt x="203803" y="383455"/>
                  </a:lnTo>
                  <a:lnTo>
                    <a:pt x="203991" y="383577"/>
                  </a:lnTo>
                  <a:lnTo>
                    <a:pt x="204285" y="383762"/>
                  </a:lnTo>
                  <a:lnTo>
                    <a:pt x="204651" y="383992"/>
                  </a:lnTo>
                  <a:lnTo>
                    <a:pt x="204929" y="384156"/>
                  </a:lnTo>
                  <a:lnTo>
                    <a:pt x="205430" y="384457"/>
                  </a:lnTo>
                  <a:lnTo>
                    <a:pt x="205560" y="384537"/>
                  </a:lnTo>
                  <a:lnTo>
                    <a:pt x="205957" y="384779"/>
                  </a:lnTo>
                  <a:lnTo>
                    <a:pt x="206417" y="385063"/>
                  </a:lnTo>
                  <a:lnTo>
                    <a:pt x="207216" y="385448"/>
                  </a:lnTo>
                  <a:lnTo>
                    <a:pt x="207337" y="385581"/>
                  </a:lnTo>
                  <a:lnTo>
                    <a:pt x="207458" y="385720"/>
                  </a:lnTo>
                  <a:lnTo>
                    <a:pt x="207461" y="385850"/>
                  </a:lnTo>
                  <a:lnTo>
                    <a:pt x="207475" y="386295"/>
                  </a:lnTo>
                  <a:lnTo>
                    <a:pt x="207485" y="386627"/>
                  </a:lnTo>
                  <a:lnTo>
                    <a:pt x="207509" y="386793"/>
                  </a:lnTo>
                  <a:lnTo>
                    <a:pt x="207591" y="387090"/>
                  </a:lnTo>
                  <a:lnTo>
                    <a:pt x="207728" y="387365"/>
                  </a:lnTo>
                  <a:lnTo>
                    <a:pt x="207834" y="387734"/>
                  </a:lnTo>
                  <a:lnTo>
                    <a:pt x="207952" y="387977"/>
                  </a:lnTo>
                  <a:lnTo>
                    <a:pt x="208141" y="388359"/>
                  </a:lnTo>
                  <a:lnTo>
                    <a:pt x="208303" y="388737"/>
                  </a:lnTo>
                  <a:lnTo>
                    <a:pt x="208598" y="389189"/>
                  </a:lnTo>
                  <a:lnTo>
                    <a:pt x="208824" y="389538"/>
                  </a:lnTo>
                  <a:lnTo>
                    <a:pt x="208908" y="389666"/>
                  </a:lnTo>
                  <a:lnTo>
                    <a:pt x="209012" y="389824"/>
                  </a:lnTo>
                  <a:lnTo>
                    <a:pt x="209208" y="390116"/>
                  </a:lnTo>
                  <a:lnTo>
                    <a:pt x="209294" y="390257"/>
                  </a:lnTo>
                  <a:lnTo>
                    <a:pt x="209594" y="390701"/>
                  </a:lnTo>
                  <a:lnTo>
                    <a:pt x="209926" y="391200"/>
                  </a:lnTo>
                  <a:lnTo>
                    <a:pt x="210345" y="391125"/>
                  </a:lnTo>
                  <a:lnTo>
                    <a:pt x="211203" y="390683"/>
                  </a:lnTo>
                  <a:lnTo>
                    <a:pt x="211626" y="390572"/>
                  </a:lnTo>
                  <a:lnTo>
                    <a:pt x="212542" y="390371"/>
                  </a:lnTo>
                  <a:lnTo>
                    <a:pt x="212823" y="390309"/>
                  </a:lnTo>
                  <a:lnTo>
                    <a:pt x="212997" y="390231"/>
                  </a:lnTo>
                  <a:lnTo>
                    <a:pt x="213041" y="390059"/>
                  </a:lnTo>
                  <a:lnTo>
                    <a:pt x="213202" y="389960"/>
                  </a:lnTo>
                  <a:lnTo>
                    <a:pt x="213423" y="389754"/>
                  </a:lnTo>
                  <a:lnTo>
                    <a:pt x="213774" y="389535"/>
                  </a:lnTo>
                  <a:lnTo>
                    <a:pt x="214436" y="389228"/>
                  </a:lnTo>
                  <a:lnTo>
                    <a:pt x="214670" y="389136"/>
                  </a:lnTo>
                  <a:lnTo>
                    <a:pt x="215114" y="389030"/>
                  </a:lnTo>
                  <a:lnTo>
                    <a:pt x="215991" y="388557"/>
                  </a:lnTo>
                  <a:lnTo>
                    <a:pt x="216504" y="388348"/>
                  </a:lnTo>
                  <a:lnTo>
                    <a:pt x="216645" y="387826"/>
                  </a:lnTo>
                  <a:lnTo>
                    <a:pt x="216712" y="387511"/>
                  </a:lnTo>
                  <a:lnTo>
                    <a:pt x="216820" y="387079"/>
                  </a:lnTo>
                  <a:lnTo>
                    <a:pt x="216903" y="386732"/>
                  </a:lnTo>
                  <a:lnTo>
                    <a:pt x="217123" y="386261"/>
                  </a:lnTo>
                  <a:lnTo>
                    <a:pt x="217168" y="385868"/>
                  </a:lnTo>
                  <a:lnTo>
                    <a:pt x="217185" y="385734"/>
                  </a:lnTo>
                  <a:lnTo>
                    <a:pt x="217175" y="385506"/>
                  </a:lnTo>
                  <a:lnTo>
                    <a:pt x="217271" y="385316"/>
                  </a:lnTo>
                  <a:lnTo>
                    <a:pt x="217324" y="385071"/>
                  </a:lnTo>
                  <a:lnTo>
                    <a:pt x="217359" y="384730"/>
                  </a:lnTo>
                  <a:lnTo>
                    <a:pt x="217346" y="384340"/>
                  </a:lnTo>
                  <a:lnTo>
                    <a:pt x="217342" y="384171"/>
                  </a:lnTo>
                  <a:lnTo>
                    <a:pt x="217339" y="383966"/>
                  </a:lnTo>
                  <a:lnTo>
                    <a:pt x="217330" y="383631"/>
                  </a:lnTo>
                  <a:lnTo>
                    <a:pt x="217325" y="383100"/>
                  </a:lnTo>
                  <a:lnTo>
                    <a:pt x="217474" y="382957"/>
                  </a:lnTo>
                  <a:lnTo>
                    <a:pt x="217624" y="382817"/>
                  </a:lnTo>
                  <a:lnTo>
                    <a:pt x="217939" y="382523"/>
                  </a:lnTo>
                  <a:lnTo>
                    <a:pt x="217094" y="381632"/>
                  </a:lnTo>
                  <a:lnTo>
                    <a:pt x="216359" y="381489"/>
                  </a:lnTo>
                  <a:lnTo>
                    <a:pt x="216842" y="380707"/>
                  </a:lnTo>
                  <a:lnTo>
                    <a:pt x="217041" y="380383"/>
                  </a:lnTo>
                  <a:lnTo>
                    <a:pt x="217408" y="379723"/>
                  </a:lnTo>
                  <a:lnTo>
                    <a:pt x="217627" y="379467"/>
                  </a:lnTo>
                  <a:lnTo>
                    <a:pt x="217836" y="379146"/>
                  </a:lnTo>
                  <a:lnTo>
                    <a:pt x="218189" y="378654"/>
                  </a:lnTo>
                  <a:lnTo>
                    <a:pt x="218304" y="378435"/>
                  </a:lnTo>
                  <a:lnTo>
                    <a:pt x="218626" y="378004"/>
                  </a:lnTo>
                  <a:lnTo>
                    <a:pt x="218906" y="377670"/>
                  </a:lnTo>
                  <a:lnTo>
                    <a:pt x="219130" y="377303"/>
                  </a:lnTo>
                  <a:lnTo>
                    <a:pt x="219176" y="377164"/>
                  </a:lnTo>
                  <a:lnTo>
                    <a:pt x="219267" y="376976"/>
                  </a:lnTo>
                  <a:lnTo>
                    <a:pt x="219540" y="376694"/>
                  </a:lnTo>
                  <a:lnTo>
                    <a:pt x="219717" y="376513"/>
                  </a:lnTo>
                  <a:lnTo>
                    <a:pt x="220007" y="376210"/>
                  </a:lnTo>
                  <a:lnTo>
                    <a:pt x="220225" y="375987"/>
                  </a:lnTo>
                  <a:lnTo>
                    <a:pt x="220416" y="375794"/>
                  </a:lnTo>
                  <a:lnTo>
                    <a:pt x="220764" y="375540"/>
                  </a:lnTo>
                  <a:lnTo>
                    <a:pt x="220953" y="375342"/>
                  </a:lnTo>
                  <a:lnTo>
                    <a:pt x="221227" y="375034"/>
                  </a:lnTo>
                  <a:lnTo>
                    <a:pt x="221342" y="374854"/>
                  </a:lnTo>
                  <a:lnTo>
                    <a:pt x="221432" y="374712"/>
                  </a:lnTo>
                  <a:lnTo>
                    <a:pt x="221651" y="374163"/>
                  </a:lnTo>
                  <a:lnTo>
                    <a:pt x="221754" y="373764"/>
                  </a:lnTo>
                  <a:lnTo>
                    <a:pt x="222322" y="371912"/>
                  </a:lnTo>
                  <a:lnTo>
                    <a:pt x="222642" y="371366"/>
                  </a:lnTo>
                  <a:lnTo>
                    <a:pt x="222764" y="371158"/>
                  </a:lnTo>
                  <a:lnTo>
                    <a:pt x="223711" y="370325"/>
                  </a:lnTo>
                  <a:lnTo>
                    <a:pt x="223945" y="370213"/>
                  </a:lnTo>
                  <a:lnTo>
                    <a:pt x="224350" y="369971"/>
                  </a:lnTo>
                  <a:lnTo>
                    <a:pt x="224600" y="369732"/>
                  </a:lnTo>
                  <a:lnTo>
                    <a:pt x="224796" y="369451"/>
                  </a:lnTo>
                  <a:lnTo>
                    <a:pt x="224617" y="369182"/>
                  </a:lnTo>
                  <a:lnTo>
                    <a:pt x="224491" y="368993"/>
                  </a:lnTo>
                  <a:lnTo>
                    <a:pt x="222361" y="367724"/>
                  </a:lnTo>
                  <a:lnTo>
                    <a:pt x="219925" y="364939"/>
                  </a:lnTo>
                  <a:lnTo>
                    <a:pt x="219134" y="364248"/>
                  </a:lnTo>
                  <a:lnTo>
                    <a:pt x="218948" y="364086"/>
                  </a:lnTo>
                  <a:lnTo>
                    <a:pt x="218055" y="363613"/>
                  </a:lnTo>
                  <a:lnTo>
                    <a:pt x="217033" y="362965"/>
                  </a:lnTo>
                  <a:lnTo>
                    <a:pt x="215358" y="361506"/>
                  </a:lnTo>
                  <a:lnTo>
                    <a:pt x="214448" y="359892"/>
                  </a:lnTo>
                  <a:lnTo>
                    <a:pt x="215699" y="358367"/>
                  </a:lnTo>
                  <a:lnTo>
                    <a:pt x="224565" y="353472"/>
                  </a:lnTo>
                  <a:lnTo>
                    <a:pt x="225051" y="353148"/>
                  </a:lnTo>
                  <a:lnTo>
                    <a:pt x="225478" y="352482"/>
                  </a:lnTo>
                  <a:lnTo>
                    <a:pt x="225678" y="352194"/>
                  </a:lnTo>
                  <a:lnTo>
                    <a:pt x="225841" y="351957"/>
                  </a:lnTo>
                  <a:lnTo>
                    <a:pt x="226092" y="351674"/>
                  </a:lnTo>
                  <a:lnTo>
                    <a:pt x="226266" y="351456"/>
                  </a:lnTo>
                  <a:lnTo>
                    <a:pt x="226746" y="350871"/>
                  </a:lnTo>
                  <a:lnTo>
                    <a:pt x="226809" y="350547"/>
                  </a:lnTo>
                  <a:lnTo>
                    <a:pt x="226876" y="350203"/>
                  </a:lnTo>
                  <a:lnTo>
                    <a:pt x="226916" y="350010"/>
                  </a:lnTo>
                  <a:lnTo>
                    <a:pt x="227003" y="349555"/>
                  </a:lnTo>
                  <a:lnTo>
                    <a:pt x="227040" y="349354"/>
                  </a:lnTo>
                  <a:lnTo>
                    <a:pt x="227092" y="349092"/>
                  </a:lnTo>
                  <a:lnTo>
                    <a:pt x="227128" y="348897"/>
                  </a:lnTo>
                  <a:lnTo>
                    <a:pt x="227183" y="348622"/>
                  </a:lnTo>
                  <a:lnTo>
                    <a:pt x="227274" y="348160"/>
                  </a:lnTo>
                  <a:lnTo>
                    <a:pt x="228169" y="348322"/>
                  </a:lnTo>
                  <a:lnTo>
                    <a:pt x="228624" y="348403"/>
                  </a:lnTo>
                  <a:lnTo>
                    <a:pt x="228988" y="348468"/>
                  </a:lnTo>
                  <a:lnTo>
                    <a:pt x="229401" y="348541"/>
                  </a:lnTo>
                  <a:lnTo>
                    <a:pt x="229604" y="348580"/>
                  </a:lnTo>
                  <a:lnTo>
                    <a:pt x="229882" y="348629"/>
                  </a:lnTo>
                  <a:lnTo>
                    <a:pt x="230274" y="348692"/>
                  </a:lnTo>
                  <a:lnTo>
                    <a:pt x="230510" y="348735"/>
                  </a:lnTo>
                  <a:lnTo>
                    <a:pt x="230652" y="348752"/>
                  </a:lnTo>
                  <a:lnTo>
                    <a:pt x="230862" y="348784"/>
                  </a:lnTo>
                  <a:lnTo>
                    <a:pt x="231001" y="348816"/>
                  </a:lnTo>
                  <a:lnTo>
                    <a:pt x="231243" y="348847"/>
                  </a:lnTo>
                  <a:lnTo>
                    <a:pt x="231423" y="348872"/>
                  </a:lnTo>
                  <a:lnTo>
                    <a:pt x="231661" y="348918"/>
                  </a:lnTo>
                  <a:lnTo>
                    <a:pt x="231803" y="348955"/>
                  </a:lnTo>
                  <a:lnTo>
                    <a:pt x="231985" y="349004"/>
                  </a:lnTo>
                  <a:lnTo>
                    <a:pt x="232129" y="349045"/>
                  </a:lnTo>
                  <a:lnTo>
                    <a:pt x="232338" y="349108"/>
                  </a:lnTo>
                  <a:lnTo>
                    <a:pt x="232531" y="349161"/>
                  </a:lnTo>
                  <a:lnTo>
                    <a:pt x="232778" y="349182"/>
                  </a:lnTo>
                  <a:lnTo>
                    <a:pt x="232958" y="349199"/>
                  </a:lnTo>
                  <a:lnTo>
                    <a:pt x="233107" y="349216"/>
                  </a:lnTo>
                  <a:lnTo>
                    <a:pt x="233370" y="349235"/>
                  </a:lnTo>
                  <a:lnTo>
                    <a:pt x="233519" y="349253"/>
                  </a:lnTo>
                  <a:lnTo>
                    <a:pt x="233680" y="349268"/>
                  </a:lnTo>
                  <a:lnTo>
                    <a:pt x="233823" y="349289"/>
                  </a:lnTo>
                  <a:lnTo>
                    <a:pt x="234021" y="349320"/>
                  </a:lnTo>
                  <a:lnTo>
                    <a:pt x="234187" y="349344"/>
                  </a:lnTo>
                  <a:lnTo>
                    <a:pt x="234401" y="349377"/>
                  </a:lnTo>
                  <a:lnTo>
                    <a:pt x="234996" y="349473"/>
                  </a:lnTo>
                  <a:lnTo>
                    <a:pt x="235158" y="349500"/>
                  </a:lnTo>
                  <a:lnTo>
                    <a:pt x="235308" y="349525"/>
                  </a:lnTo>
                  <a:lnTo>
                    <a:pt x="235441" y="349547"/>
                  </a:lnTo>
                  <a:lnTo>
                    <a:pt x="235740" y="349585"/>
                  </a:lnTo>
                  <a:lnTo>
                    <a:pt x="235920" y="349607"/>
                  </a:lnTo>
                  <a:lnTo>
                    <a:pt x="236056" y="349625"/>
                  </a:lnTo>
                  <a:lnTo>
                    <a:pt x="236212" y="349640"/>
                  </a:lnTo>
                  <a:lnTo>
                    <a:pt x="236434" y="349662"/>
                  </a:lnTo>
                  <a:lnTo>
                    <a:pt x="236991" y="349741"/>
                  </a:lnTo>
                  <a:lnTo>
                    <a:pt x="237553" y="349758"/>
                  </a:lnTo>
                  <a:lnTo>
                    <a:pt x="237681" y="349762"/>
                  </a:lnTo>
                  <a:lnTo>
                    <a:pt x="237831" y="349766"/>
                  </a:lnTo>
                  <a:lnTo>
                    <a:pt x="237979" y="349764"/>
                  </a:lnTo>
                  <a:lnTo>
                    <a:pt x="238121" y="349764"/>
                  </a:lnTo>
                  <a:lnTo>
                    <a:pt x="238486" y="349786"/>
                  </a:lnTo>
                  <a:lnTo>
                    <a:pt x="238722" y="349799"/>
                  </a:lnTo>
                  <a:lnTo>
                    <a:pt x="239134" y="349823"/>
                  </a:lnTo>
                  <a:lnTo>
                    <a:pt x="239276" y="349838"/>
                  </a:lnTo>
                  <a:lnTo>
                    <a:pt x="239426" y="349848"/>
                  </a:lnTo>
                  <a:lnTo>
                    <a:pt x="239664" y="349866"/>
                  </a:lnTo>
                  <a:lnTo>
                    <a:pt x="240134" y="349894"/>
                  </a:lnTo>
                  <a:lnTo>
                    <a:pt x="240334" y="349904"/>
                  </a:lnTo>
                  <a:lnTo>
                    <a:pt x="240681" y="349916"/>
                  </a:lnTo>
                  <a:lnTo>
                    <a:pt x="240809" y="349925"/>
                  </a:lnTo>
                  <a:lnTo>
                    <a:pt x="240978" y="349953"/>
                  </a:lnTo>
                  <a:lnTo>
                    <a:pt x="241117" y="349979"/>
                  </a:lnTo>
                  <a:lnTo>
                    <a:pt x="241302" y="349997"/>
                  </a:lnTo>
                  <a:lnTo>
                    <a:pt x="241544" y="350022"/>
                  </a:lnTo>
                  <a:lnTo>
                    <a:pt x="241706" y="350038"/>
                  </a:lnTo>
                  <a:lnTo>
                    <a:pt x="241908" y="350062"/>
                  </a:lnTo>
                  <a:lnTo>
                    <a:pt x="242115" y="350082"/>
                  </a:lnTo>
                  <a:lnTo>
                    <a:pt x="242267" y="350097"/>
                  </a:lnTo>
                  <a:lnTo>
                    <a:pt x="242443" y="350115"/>
                  </a:lnTo>
                  <a:lnTo>
                    <a:pt x="242610" y="350133"/>
                  </a:lnTo>
                  <a:lnTo>
                    <a:pt x="242809" y="350091"/>
                  </a:lnTo>
                  <a:lnTo>
                    <a:pt x="243005" y="350052"/>
                  </a:lnTo>
                  <a:lnTo>
                    <a:pt x="243211" y="350008"/>
                  </a:lnTo>
                  <a:lnTo>
                    <a:pt x="243384" y="349969"/>
                  </a:lnTo>
                  <a:lnTo>
                    <a:pt x="244202" y="349822"/>
                  </a:lnTo>
                  <a:lnTo>
                    <a:pt x="244466" y="349702"/>
                  </a:lnTo>
                  <a:lnTo>
                    <a:pt x="244707" y="349668"/>
                  </a:lnTo>
                  <a:lnTo>
                    <a:pt x="244920" y="349635"/>
                  </a:lnTo>
                  <a:lnTo>
                    <a:pt x="245235" y="349585"/>
                  </a:lnTo>
                  <a:lnTo>
                    <a:pt x="245366" y="349605"/>
                  </a:lnTo>
                  <a:lnTo>
                    <a:pt x="245498" y="349619"/>
                  </a:lnTo>
                  <a:lnTo>
                    <a:pt x="245766" y="349617"/>
                  </a:lnTo>
                  <a:lnTo>
                    <a:pt x="245943" y="349647"/>
                  </a:lnTo>
                  <a:lnTo>
                    <a:pt x="246123" y="349645"/>
                  </a:lnTo>
                  <a:lnTo>
                    <a:pt x="246293" y="349644"/>
                  </a:lnTo>
                  <a:lnTo>
                    <a:pt x="246541" y="349637"/>
                  </a:lnTo>
                  <a:lnTo>
                    <a:pt x="246713" y="349610"/>
                  </a:lnTo>
                  <a:lnTo>
                    <a:pt x="246908" y="349583"/>
                  </a:lnTo>
                  <a:lnTo>
                    <a:pt x="247763" y="349412"/>
                  </a:lnTo>
                  <a:lnTo>
                    <a:pt x="247975" y="349371"/>
                  </a:lnTo>
                  <a:lnTo>
                    <a:pt x="248115" y="349344"/>
                  </a:lnTo>
                  <a:lnTo>
                    <a:pt x="248270" y="349311"/>
                  </a:lnTo>
                  <a:lnTo>
                    <a:pt x="248431" y="349278"/>
                  </a:lnTo>
                  <a:lnTo>
                    <a:pt x="248870" y="349173"/>
                  </a:lnTo>
                  <a:lnTo>
                    <a:pt x="249022" y="349121"/>
                  </a:lnTo>
                  <a:lnTo>
                    <a:pt x="249151" y="349086"/>
                  </a:lnTo>
                  <a:lnTo>
                    <a:pt x="249426" y="349022"/>
                  </a:lnTo>
                  <a:lnTo>
                    <a:pt x="249630" y="348978"/>
                  </a:lnTo>
                  <a:lnTo>
                    <a:pt x="250075" y="348933"/>
                  </a:lnTo>
                  <a:lnTo>
                    <a:pt x="250292" y="348898"/>
                  </a:lnTo>
                  <a:lnTo>
                    <a:pt x="250444" y="348881"/>
                  </a:lnTo>
                  <a:lnTo>
                    <a:pt x="250700" y="348843"/>
                  </a:lnTo>
                  <a:lnTo>
                    <a:pt x="250844" y="348849"/>
                  </a:lnTo>
                  <a:lnTo>
                    <a:pt x="250956" y="349090"/>
                  </a:lnTo>
                  <a:lnTo>
                    <a:pt x="251024" y="349227"/>
                  </a:lnTo>
                  <a:lnTo>
                    <a:pt x="251085" y="349402"/>
                  </a:lnTo>
                  <a:lnTo>
                    <a:pt x="251153" y="349539"/>
                  </a:lnTo>
                  <a:lnTo>
                    <a:pt x="251244" y="349727"/>
                  </a:lnTo>
                  <a:lnTo>
                    <a:pt x="251325" y="349906"/>
                  </a:lnTo>
                  <a:lnTo>
                    <a:pt x="251394" y="350054"/>
                  </a:lnTo>
                  <a:lnTo>
                    <a:pt x="251474" y="350217"/>
                  </a:lnTo>
                  <a:lnTo>
                    <a:pt x="251533" y="350356"/>
                  </a:lnTo>
                  <a:lnTo>
                    <a:pt x="251590" y="350509"/>
                  </a:lnTo>
                  <a:lnTo>
                    <a:pt x="251538" y="350905"/>
                  </a:lnTo>
                  <a:lnTo>
                    <a:pt x="251517" y="351160"/>
                  </a:lnTo>
                  <a:lnTo>
                    <a:pt x="252462" y="353581"/>
                  </a:lnTo>
                  <a:lnTo>
                    <a:pt x="252474" y="353734"/>
                  </a:lnTo>
                  <a:lnTo>
                    <a:pt x="252483" y="354016"/>
                  </a:lnTo>
                  <a:lnTo>
                    <a:pt x="252545" y="354355"/>
                  </a:lnTo>
                  <a:lnTo>
                    <a:pt x="252570" y="354683"/>
                  </a:lnTo>
                  <a:lnTo>
                    <a:pt x="252579" y="354845"/>
                  </a:lnTo>
                  <a:lnTo>
                    <a:pt x="252593" y="354994"/>
                  </a:lnTo>
                  <a:lnTo>
                    <a:pt x="252658" y="355568"/>
                  </a:lnTo>
                  <a:lnTo>
                    <a:pt x="252671" y="355761"/>
                  </a:lnTo>
                  <a:lnTo>
                    <a:pt x="252694" y="355918"/>
                  </a:lnTo>
                  <a:lnTo>
                    <a:pt x="252713" y="356046"/>
                  </a:lnTo>
                  <a:lnTo>
                    <a:pt x="252744" y="356228"/>
                  </a:lnTo>
                  <a:lnTo>
                    <a:pt x="252810" y="356903"/>
                  </a:lnTo>
                  <a:lnTo>
                    <a:pt x="252859" y="357119"/>
                  </a:lnTo>
                  <a:lnTo>
                    <a:pt x="252934" y="357427"/>
                  </a:lnTo>
                  <a:lnTo>
                    <a:pt x="252979" y="357607"/>
                  </a:lnTo>
                  <a:lnTo>
                    <a:pt x="253039" y="357883"/>
                  </a:lnTo>
                  <a:lnTo>
                    <a:pt x="253145" y="358296"/>
                  </a:lnTo>
                  <a:lnTo>
                    <a:pt x="253186" y="358446"/>
                  </a:lnTo>
                  <a:lnTo>
                    <a:pt x="253240" y="358650"/>
                  </a:lnTo>
                  <a:lnTo>
                    <a:pt x="253295" y="358875"/>
                  </a:lnTo>
                  <a:lnTo>
                    <a:pt x="253335" y="359040"/>
                  </a:lnTo>
                  <a:lnTo>
                    <a:pt x="253380" y="359221"/>
                  </a:lnTo>
                  <a:lnTo>
                    <a:pt x="253425" y="359405"/>
                  </a:lnTo>
                  <a:lnTo>
                    <a:pt x="253512" y="359750"/>
                  </a:lnTo>
                  <a:lnTo>
                    <a:pt x="253562" y="359959"/>
                  </a:lnTo>
                  <a:lnTo>
                    <a:pt x="253597" y="360087"/>
                  </a:lnTo>
                  <a:lnTo>
                    <a:pt x="253631" y="360242"/>
                  </a:lnTo>
                  <a:lnTo>
                    <a:pt x="253696" y="360479"/>
                  </a:lnTo>
                  <a:lnTo>
                    <a:pt x="253794" y="360852"/>
                  </a:lnTo>
                  <a:lnTo>
                    <a:pt x="254070" y="361755"/>
                  </a:lnTo>
                  <a:lnTo>
                    <a:pt x="254117" y="361983"/>
                  </a:lnTo>
                  <a:lnTo>
                    <a:pt x="254184" y="362242"/>
                  </a:lnTo>
                  <a:lnTo>
                    <a:pt x="254218" y="362509"/>
                  </a:lnTo>
                  <a:lnTo>
                    <a:pt x="254261" y="362682"/>
                  </a:lnTo>
                  <a:lnTo>
                    <a:pt x="254334" y="362988"/>
                  </a:lnTo>
                  <a:lnTo>
                    <a:pt x="254379" y="363190"/>
                  </a:lnTo>
                  <a:lnTo>
                    <a:pt x="254608" y="364239"/>
                  </a:lnTo>
                  <a:lnTo>
                    <a:pt x="254692" y="364686"/>
                  </a:lnTo>
                  <a:lnTo>
                    <a:pt x="254769" y="364941"/>
                  </a:lnTo>
                  <a:lnTo>
                    <a:pt x="254870" y="365465"/>
                  </a:lnTo>
                  <a:lnTo>
                    <a:pt x="254918" y="365642"/>
                  </a:lnTo>
                  <a:lnTo>
                    <a:pt x="254941" y="365771"/>
                  </a:lnTo>
                  <a:lnTo>
                    <a:pt x="254973" y="365915"/>
                  </a:lnTo>
                  <a:lnTo>
                    <a:pt x="255017" y="366084"/>
                  </a:lnTo>
                  <a:lnTo>
                    <a:pt x="255052" y="366340"/>
                  </a:lnTo>
                  <a:lnTo>
                    <a:pt x="255113" y="366502"/>
                  </a:lnTo>
                  <a:lnTo>
                    <a:pt x="255237" y="366655"/>
                  </a:lnTo>
                  <a:lnTo>
                    <a:pt x="255644" y="367146"/>
                  </a:lnTo>
                  <a:lnTo>
                    <a:pt x="255870" y="367386"/>
                  </a:lnTo>
                  <a:lnTo>
                    <a:pt x="256044" y="367636"/>
                  </a:lnTo>
                  <a:lnTo>
                    <a:pt x="256158" y="367800"/>
                  </a:lnTo>
                  <a:lnTo>
                    <a:pt x="256333" y="368003"/>
                  </a:lnTo>
                  <a:lnTo>
                    <a:pt x="256676" y="368402"/>
                  </a:lnTo>
                  <a:lnTo>
                    <a:pt x="257008" y="368633"/>
                  </a:lnTo>
                  <a:lnTo>
                    <a:pt x="257302" y="368897"/>
                  </a:lnTo>
                  <a:lnTo>
                    <a:pt x="257397" y="369044"/>
                  </a:lnTo>
                  <a:lnTo>
                    <a:pt x="257637" y="369523"/>
                  </a:lnTo>
                  <a:lnTo>
                    <a:pt x="257832" y="369970"/>
                  </a:lnTo>
                  <a:lnTo>
                    <a:pt x="260393" y="373217"/>
                  </a:lnTo>
                  <a:lnTo>
                    <a:pt x="260522" y="373316"/>
                  </a:lnTo>
                  <a:lnTo>
                    <a:pt x="260671" y="373434"/>
                  </a:lnTo>
                  <a:lnTo>
                    <a:pt x="260925" y="373634"/>
                  </a:lnTo>
                  <a:lnTo>
                    <a:pt x="261115" y="373790"/>
                  </a:lnTo>
                  <a:lnTo>
                    <a:pt x="261267" y="373916"/>
                  </a:lnTo>
                  <a:lnTo>
                    <a:pt x="261411" y="374022"/>
                  </a:lnTo>
                  <a:lnTo>
                    <a:pt x="261560" y="374105"/>
                  </a:lnTo>
                  <a:lnTo>
                    <a:pt x="262144" y="374413"/>
                  </a:lnTo>
                  <a:lnTo>
                    <a:pt x="262287" y="374492"/>
                  </a:lnTo>
                  <a:lnTo>
                    <a:pt x="262603" y="374666"/>
                  </a:lnTo>
                  <a:lnTo>
                    <a:pt x="262957" y="374869"/>
                  </a:lnTo>
                  <a:lnTo>
                    <a:pt x="263084" y="374946"/>
                  </a:lnTo>
                  <a:lnTo>
                    <a:pt x="263263" y="375090"/>
                  </a:lnTo>
                  <a:lnTo>
                    <a:pt x="263689" y="375481"/>
                  </a:lnTo>
                  <a:lnTo>
                    <a:pt x="263830" y="375624"/>
                  </a:lnTo>
                  <a:lnTo>
                    <a:pt x="264143" y="375903"/>
                  </a:lnTo>
                  <a:lnTo>
                    <a:pt x="264287" y="376005"/>
                  </a:lnTo>
                  <a:lnTo>
                    <a:pt x="264498" y="376229"/>
                  </a:lnTo>
                  <a:lnTo>
                    <a:pt x="264652" y="376366"/>
                  </a:lnTo>
                  <a:lnTo>
                    <a:pt x="264843" y="376546"/>
                  </a:lnTo>
                  <a:lnTo>
                    <a:pt x="265119" y="376806"/>
                  </a:lnTo>
                  <a:lnTo>
                    <a:pt x="265280" y="376954"/>
                  </a:lnTo>
                  <a:lnTo>
                    <a:pt x="265550" y="377232"/>
                  </a:lnTo>
                  <a:lnTo>
                    <a:pt x="265721" y="377392"/>
                  </a:lnTo>
                  <a:lnTo>
                    <a:pt x="266032" y="377668"/>
                  </a:lnTo>
                  <a:lnTo>
                    <a:pt x="266649" y="378134"/>
                  </a:lnTo>
                  <a:lnTo>
                    <a:pt x="266791" y="378237"/>
                  </a:lnTo>
                  <a:lnTo>
                    <a:pt x="267101" y="378470"/>
                  </a:lnTo>
                  <a:lnTo>
                    <a:pt x="267455" y="378682"/>
                  </a:lnTo>
                  <a:lnTo>
                    <a:pt x="267889" y="378854"/>
                  </a:lnTo>
                  <a:lnTo>
                    <a:pt x="268024" y="378930"/>
                  </a:lnTo>
                  <a:lnTo>
                    <a:pt x="268309" y="379044"/>
                  </a:lnTo>
                  <a:lnTo>
                    <a:pt x="268514" y="379122"/>
                  </a:lnTo>
                  <a:lnTo>
                    <a:pt x="268785" y="379241"/>
                  </a:lnTo>
                  <a:lnTo>
                    <a:pt x="269155" y="379498"/>
                  </a:lnTo>
                  <a:lnTo>
                    <a:pt x="269593" y="379816"/>
                  </a:lnTo>
                  <a:lnTo>
                    <a:pt x="269849" y="380019"/>
                  </a:lnTo>
                  <a:lnTo>
                    <a:pt x="270058" y="380186"/>
                  </a:lnTo>
                  <a:lnTo>
                    <a:pt x="270374" y="380514"/>
                  </a:lnTo>
                  <a:lnTo>
                    <a:pt x="271014" y="380916"/>
                  </a:lnTo>
                  <a:lnTo>
                    <a:pt x="271235" y="381033"/>
                  </a:lnTo>
                  <a:lnTo>
                    <a:pt x="271407" y="381124"/>
                  </a:lnTo>
                  <a:lnTo>
                    <a:pt x="272323" y="381598"/>
                  </a:lnTo>
                  <a:lnTo>
                    <a:pt x="272474" y="381926"/>
                  </a:lnTo>
                  <a:lnTo>
                    <a:pt x="272518" y="382144"/>
                  </a:lnTo>
                  <a:lnTo>
                    <a:pt x="272577" y="382380"/>
                  </a:lnTo>
                  <a:lnTo>
                    <a:pt x="272754" y="382653"/>
                  </a:lnTo>
                  <a:lnTo>
                    <a:pt x="272863" y="382794"/>
                  </a:lnTo>
                  <a:lnTo>
                    <a:pt x="272938" y="382962"/>
                  </a:lnTo>
                  <a:lnTo>
                    <a:pt x="273082" y="383276"/>
                  </a:lnTo>
                  <a:lnTo>
                    <a:pt x="273182" y="383547"/>
                  </a:lnTo>
                  <a:lnTo>
                    <a:pt x="273289" y="383791"/>
                  </a:lnTo>
                  <a:close/>
                </a:path>
              </a:pathLst>
            </a:custGeom>
            <a:solidFill>
              <a:srgbClr val="D3E4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9"/>
            <p:cNvSpPr/>
            <p:nvPr/>
          </p:nvSpPr>
          <p:spPr>
            <a:xfrm>
              <a:off x="3463080" y="5424692"/>
              <a:ext cx="133701" cy="267255"/>
            </a:xfrm>
            <a:custGeom>
              <a:avLst/>
              <a:pathLst>
                <a:path w="133701" h="267255">
                  <a:moveTo>
                    <a:pt x="82294" y="257021"/>
                  </a:moveTo>
                  <a:lnTo>
                    <a:pt x="82937" y="257119"/>
                  </a:lnTo>
                  <a:lnTo>
                    <a:pt x="91212" y="258382"/>
                  </a:lnTo>
                  <a:lnTo>
                    <a:pt x="103822" y="260306"/>
                  </a:lnTo>
                  <a:lnTo>
                    <a:pt x="113975" y="261855"/>
                  </a:lnTo>
                  <a:lnTo>
                    <a:pt x="116448" y="262264"/>
                  </a:lnTo>
                  <a:lnTo>
                    <a:pt x="125241" y="207819"/>
                  </a:lnTo>
                  <a:lnTo>
                    <a:pt x="129510" y="193799"/>
                  </a:lnTo>
                  <a:lnTo>
                    <a:pt x="131198" y="188252"/>
                  </a:lnTo>
                  <a:lnTo>
                    <a:pt x="133701" y="182599"/>
                  </a:lnTo>
                  <a:lnTo>
                    <a:pt x="130753" y="173703"/>
                  </a:lnTo>
                  <a:lnTo>
                    <a:pt x="127309" y="163309"/>
                  </a:lnTo>
                  <a:lnTo>
                    <a:pt x="129676" y="160310"/>
                  </a:lnTo>
                  <a:lnTo>
                    <a:pt x="131811" y="157604"/>
                  </a:lnTo>
                  <a:lnTo>
                    <a:pt x="131833" y="157387"/>
                  </a:lnTo>
                  <a:lnTo>
                    <a:pt x="131976" y="155969"/>
                  </a:lnTo>
                  <a:lnTo>
                    <a:pt x="132843" y="147381"/>
                  </a:lnTo>
                  <a:lnTo>
                    <a:pt x="132890" y="146914"/>
                  </a:lnTo>
                  <a:lnTo>
                    <a:pt x="133496" y="140908"/>
                  </a:lnTo>
                  <a:lnTo>
                    <a:pt x="131742" y="137682"/>
                  </a:lnTo>
                  <a:lnTo>
                    <a:pt x="128720" y="127804"/>
                  </a:lnTo>
                  <a:lnTo>
                    <a:pt x="128248" y="126260"/>
                  </a:lnTo>
                  <a:lnTo>
                    <a:pt x="127359" y="123353"/>
                  </a:lnTo>
                  <a:lnTo>
                    <a:pt x="126384" y="120833"/>
                  </a:lnTo>
                  <a:lnTo>
                    <a:pt x="125535" y="118638"/>
                  </a:lnTo>
                  <a:lnTo>
                    <a:pt x="126141" y="110512"/>
                  </a:lnTo>
                  <a:lnTo>
                    <a:pt x="126038" y="109223"/>
                  </a:lnTo>
                  <a:lnTo>
                    <a:pt x="125147" y="98022"/>
                  </a:lnTo>
                  <a:lnTo>
                    <a:pt x="127309" y="94596"/>
                  </a:lnTo>
                  <a:lnTo>
                    <a:pt x="127773" y="93862"/>
                  </a:lnTo>
                  <a:lnTo>
                    <a:pt x="127826" y="93280"/>
                  </a:lnTo>
                  <a:lnTo>
                    <a:pt x="128163" y="89541"/>
                  </a:lnTo>
                  <a:lnTo>
                    <a:pt x="128231" y="88790"/>
                  </a:lnTo>
                  <a:lnTo>
                    <a:pt x="126983" y="83329"/>
                  </a:lnTo>
                  <a:lnTo>
                    <a:pt x="123956" y="80078"/>
                  </a:lnTo>
                  <a:lnTo>
                    <a:pt x="121556" y="77500"/>
                  </a:lnTo>
                  <a:lnTo>
                    <a:pt x="121458" y="76637"/>
                  </a:lnTo>
                  <a:lnTo>
                    <a:pt x="121276" y="75048"/>
                  </a:lnTo>
                  <a:lnTo>
                    <a:pt x="120885" y="71635"/>
                  </a:lnTo>
                  <a:lnTo>
                    <a:pt x="122271" y="64751"/>
                  </a:lnTo>
                  <a:lnTo>
                    <a:pt x="117957" y="62178"/>
                  </a:lnTo>
                  <a:lnTo>
                    <a:pt x="114918" y="60365"/>
                  </a:lnTo>
                  <a:lnTo>
                    <a:pt x="113756" y="59672"/>
                  </a:lnTo>
                  <a:lnTo>
                    <a:pt x="110142" y="57517"/>
                  </a:lnTo>
                  <a:lnTo>
                    <a:pt x="106057" y="52341"/>
                  </a:lnTo>
                  <a:lnTo>
                    <a:pt x="101884" y="47054"/>
                  </a:lnTo>
                  <a:lnTo>
                    <a:pt x="100586" y="41107"/>
                  </a:lnTo>
                  <a:lnTo>
                    <a:pt x="100391" y="40959"/>
                  </a:lnTo>
                  <a:lnTo>
                    <a:pt x="100093" y="40778"/>
                  </a:lnTo>
                  <a:lnTo>
                    <a:pt x="100319" y="40301"/>
                  </a:lnTo>
                  <a:lnTo>
                    <a:pt x="100188" y="40390"/>
                  </a:lnTo>
                  <a:lnTo>
                    <a:pt x="99983" y="40208"/>
                  </a:lnTo>
                  <a:lnTo>
                    <a:pt x="99740" y="39835"/>
                  </a:lnTo>
                  <a:lnTo>
                    <a:pt x="99388" y="38998"/>
                  </a:lnTo>
                  <a:lnTo>
                    <a:pt x="98798" y="39071"/>
                  </a:lnTo>
                  <a:lnTo>
                    <a:pt x="98186" y="38272"/>
                  </a:lnTo>
                  <a:lnTo>
                    <a:pt x="98152" y="38125"/>
                  </a:lnTo>
                  <a:lnTo>
                    <a:pt x="98358" y="37587"/>
                  </a:lnTo>
                  <a:lnTo>
                    <a:pt x="97449" y="36188"/>
                  </a:lnTo>
                  <a:lnTo>
                    <a:pt x="97293" y="36195"/>
                  </a:lnTo>
                  <a:lnTo>
                    <a:pt x="97000" y="36176"/>
                  </a:lnTo>
                  <a:lnTo>
                    <a:pt x="96837" y="35760"/>
                  </a:lnTo>
                  <a:lnTo>
                    <a:pt x="96798" y="35412"/>
                  </a:lnTo>
                  <a:lnTo>
                    <a:pt x="96583" y="35245"/>
                  </a:lnTo>
                  <a:lnTo>
                    <a:pt x="96577" y="34887"/>
                  </a:lnTo>
                  <a:lnTo>
                    <a:pt x="96636" y="34581"/>
                  </a:lnTo>
                  <a:lnTo>
                    <a:pt x="96566" y="33291"/>
                  </a:lnTo>
                  <a:lnTo>
                    <a:pt x="96141" y="33305"/>
                  </a:lnTo>
                  <a:lnTo>
                    <a:pt x="95964" y="32997"/>
                  </a:lnTo>
                  <a:lnTo>
                    <a:pt x="95743" y="32750"/>
                  </a:lnTo>
                  <a:lnTo>
                    <a:pt x="95624" y="32272"/>
                  </a:lnTo>
                  <a:lnTo>
                    <a:pt x="95611" y="32127"/>
                  </a:lnTo>
                  <a:lnTo>
                    <a:pt x="95564" y="31809"/>
                  </a:lnTo>
                  <a:lnTo>
                    <a:pt x="95568" y="31113"/>
                  </a:lnTo>
                  <a:lnTo>
                    <a:pt x="95591" y="30904"/>
                  </a:lnTo>
                  <a:lnTo>
                    <a:pt x="95598" y="30440"/>
                  </a:lnTo>
                  <a:lnTo>
                    <a:pt x="95174" y="19512"/>
                  </a:lnTo>
                  <a:lnTo>
                    <a:pt x="95002" y="19106"/>
                  </a:lnTo>
                  <a:lnTo>
                    <a:pt x="95084" y="18825"/>
                  </a:lnTo>
                  <a:lnTo>
                    <a:pt x="95130" y="18568"/>
                  </a:lnTo>
                  <a:lnTo>
                    <a:pt x="95229" y="18225"/>
                  </a:lnTo>
                  <a:lnTo>
                    <a:pt x="95378" y="17654"/>
                  </a:lnTo>
                  <a:lnTo>
                    <a:pt x="95454" y="17344"/>
                  </a:lnTo>
                  <a:lnTo>
                    <a:pt x="95461" y="17189"/>
                  </a:lnTo>
                  <a:lnTo>
                    <a:pt x="95661" y="16541"/>
                  </a:lnTo>
                  <a:lnTo>
                    <a:pt x="95668" y="16291"/>
                  </a:lnTo>
                  <a:lnTo>
                    <a:pt x="94601" y="7724"/>
                  </a:lnTo>
                  <a:lnTo>
                    <a:pt x="94245" y="5859"/>
                  </a:lnTo>
                  <a:lnTo>
                    <a:pt x="94123" y="5502"/>
                  </a:lnTo>
                  <a:lnTo>
                    <a:pt x="94035" y="5360"/>
                  </a:lnTo>
                  <a:lnTo>
                    <a:pt x="91916" y="2699"/>
                  </a:lnTo>
                  <a:lnTo>
                    <a:pt x="91662" y="2553"/>
                  </a:lnTo>
                  <a:lnTo>
                    <a:pt x="91454" y="2432"/>
                  </a:lnTo>
                  <a:lnTo>
                    <a:pt x="91211" y="2308"/>
                  </a:lnTo>
                  <a:lnTo>
                    <a:pt x="90854" y="2219"/>
                  </a:lnTo>
                  <a:lnTo>
                    <a:pt x="90661" y="2205"/>
                  </a:lnTo>
                  <a:lnTo>
                    <a:pt x="90283" y="2168"/>
                  </a:lnTo>
                  <a:lnTo>
                    <a:pt x="90112" y="2144"/>
                  </a:lnTo>
                  <a:lnTo>
                    <a:pt x="89909" y="2085"/>
                  </a:lnTo>
                  <a:lnTo>
                    <a:pt x="89591" y="1899"/>
                  </a:lnTo>
                  <a:lnTo>
                    <a:pt x="89109" y="1534"/>
                  </a:lnTo>
                  <a:lnTo>
                    <a:pt x="88897" y="1528"/>
                  </a:lnTo>
                  <a:lnTo>
                    <a:pt x="88543" y="1639"/>
                  </a:lnTo>
                  <a:lnTo>
                    <a:pt x="88373" y="1648"/>
                  </a:lnTo>
                  <a:lnTo>
                    <a:pt x="88240" y="1587"/>
                  </a:lnTo>
                  <a:lnTo>
                    <a:pt x="87990" y="1581"/>
                  </a:lnTo>
                  <a:lnTo>
                    <a:pt x="87838" y="1633"/>
                  </a:lnTo>
                  <a:lnTo>
                    <a:pt x="87461" y="1575"/>
                  </a:lnTo>
                  <a:lnTo>
                    <a:pt x="87286" y="1202"/>
                  </a:lnTo>
                  <a:lnTo>
                    <a:pt x="86764" y="1005"/>
                  </a:lnTo>
                  <a:lnTo>
                    <a:pt x="84326" y="682"/>
                  </a:lnTo>
                  <a:lnTo>
                    <a:pt x="83417" y="1045"/>
                  </a:lnTo>
                  <a:lnTo>
                    <a:pt x="83291" y="1450"/>
                  </a:lnTo>
                  <a:lnTo>
                    <a:pt x="83049" y="1750"/>
                  </a:lnTo>
                  <a:lnTo>
                    <a:pt x="82836" y="2167"/>
                  </a:lnTo>
                  <a:lnTo>
                    <a:pt x="82624" y="2513"/>
                  </a:lnTo>
                  <a:lnTo>
                    <a:pt x="82511" y="2345"/>
                  </a:lnTo>
                  <a:lnTo>
                    <a:pt x="82245" y="1941"/>
                  </a:lnTo>
                  <a:lnTo>
                    <a:pt x="81839" y="1577"/>
                  </a:lnTo>
                  <a:lnTo>
                    <a:pt x="81656" y="1450"/>
                  </a:lnTo>
                  <a:lnTo>
                    <a:pt x="81613" y="1173"/>
                  </a:lnTo>
                  <a:lnTo>
                    <a:pt x="81430" y="1167"/>
                  </a:lnTo>
                  <a:lnTo>
                    <a:pt x="81132" y="1160"/>
                  </a:lnTo>
                  <a:lnTo>
                    <a:pt x="80440" y="2703"/>
                  </a:lnTo>
                  <a:lnTo>
                    <a:pt x="80299" y="2652"/>
                  </a:lnTo>
                  <a:lnTo>
                    <a:pt x="79664" y="3060"/>
                  </a:lnTo>
                  <a:lnTo>
                    <a:pt x="79286" y="2811"/>
                  </a:lnTo>
                  <a:lnTo>
                    <a:pt x="79109" y="2332"/>
                  </a:lnTo>
                  <a:lnTo>
                    <a:pt x="78493" y="1752"/>
                  </a:lnTo>
                  <a:lnTo>
                    <a:pt x="78177" y="1682"/>
                  </a:lnTo>
                  <a:lnTo>
                    <a:pt x="78036" y="1627"/>
                  </a:lnTo>
                  <a:lnTo>
                    <a:pt x="77908" y="1583"/>
                  </a:lnTo>
                  <a:lnTo>
                    <a:pt x="77481" y="1364"/>
                  </a:lnTo>
                  <a:lnTo>
                    <a:pt x="77135" y="1051"/>
                  </a:lnTo>
                  <a:lnTo>
                    <a:pt x="76579" y="713"/>
                  </a:lnTo>
                  <a:lnTo>
                    <a:pt x="74979" y="1382"/>
                  </a:lnTo>
                  <a:lnTo>
                    <a:pt x="74730" y="1426"/>
                  </a:lnTo>
                  <a:lnTo>
                    <a:pt x="74557" y="1448"/>
                  </a:lnTo>
                  <a:lnTo>
                    <a:pt x="74270" y="1472"/>
                  </a:lnTo>
                  <a:lnTo>
                    <a:pt x="73462" y="1111"/>
                  </a:lnTo>
                  <a:lnTo>
                    <a:pt x="72978" y="1331"/>
                  </a:lnTo>
                  <a:lnTo>
                    <a:pt x="72351" y="1411"/>
                  </a:lnTo>
                  <a:lnTo>
                    <a:pt x="72123" y="1326"/>
                  </a:lnTo>
                  <a:lnTo>
                    <a:pt x="71990" y="1275"/>
                  </a:lnTo>
                  <a:lnTo>
                    <a:pt x="71199" y="1198"/>
                  </a:lnTo>
                  <a:lnTo>
                    <a:pt x="71081" y="1364"/>
                  </a:lnTo>
                  <a:lnTo>
                    <a:pt x="71100" y="1745"/>
                  </a:lnTo>
                  <a:lnTo>
                    <a:pt x="70963" y="1814"/>
                  </a:lnTo>
                  <a:lnTo>
                    <a:pt x="70834" y="1660"/>
                  </a:lnTo>
                  <a:lnTo>
                    <a:pt x="70371" y="1364"/>
                  </a:lnTo>
                  <a:lnTo>
                    <a:pt x="70068" y="1236"/>
                  </a:lnTo>
                  <a:lnTo>
                    <a:pt x="69561" y="963"/>
                  </a:lnTo>
                  <a:lnTo>
                    <a:pt x="69400" y="896"/>
                  </a:lnTo>
                  <a:lnTo>
                    <a:pt x="69075" y="805"/>
                  </a:lnTo>
                  <a:lnTo>
                    <a:pt x="68130" y="0"/>
                  </a:lnTo>
                  <a:lnTo>
                    <a:pt x="67061" y="90"/>
                  </a:lnTo>
                  <a:lnTo>
                    <a:pt x="66355" y="10"/>
                  </a:lnTo>
                  <a:lnTo>
                    <a:pt x="65145" y="73"/>
                  </a:lnTo>
                  <a:lnTo>
                    <a:pt x="65035" y="524"/>
                  </a:lnTo>
                  <a:lnTo>
                    <a:pt x="64951" y="732"/>
                  </a:lnTo>
                  <a:lnTo>
                    <a:pt x="64690" y="848"/>
                  </a:lnTo>
                  <a:lnTo>
                    <a:pt x="64781" y="977"/>
                  </a:lnTo>
                  <a:lnTo>
                    <a:pt x="64742" y="1142"/>
                  </a:lnTo>
                  <a:lnTo>
                    <a:pt x="64685" y="1402"/>
                  </a:lnTo>
                  <a:lnTo>
                    <a:pt x="64637" y="1718"/>
                  </a:lnTo>
                  <a:lnTo>
                    <a:pt x="64581" y="2063"/>
                  </a:lnTo>
                  <a:lnTo>
                    <a:pt x="64515" y="2350"/>
                  </a:lnTo>
                  <a:lnTo>
                    <a:pt x="64485" y="2499"/>
                  </a:lnTo>
                  <a:lnTo>
                    <a:pt x="64438" y="2649"/>
                  </a:lnTo>
                  <a:lnTo>
                    <a:pt x="64365" y="2842"/>
                  </a:lnTo>
                  <a:lnTo>
                    <a:pt x="64218" y="2983"/>
                  </a:lnTo>
                  <a:lnTo>
                    <a:pt x="63923" y="3135"/>
                  </a:lnTo>
                  <a:lnTo>
                    <a:pt x="63558" y="3258"/>
                  </a:lnTo>
                  <a:lnTo>
                    <a:pt x="62848" y="3488"/>
                  </a:lnTo>
                  <a:lnTo>
                    <a:pt x="62415" y="4024"/>
                  </a:lnTo>
                  <a:lnTo>
                    <a:pt x="61783" y="5353"/>
                  </a:lnTo>
                  <a:lnTo>
                    <a:pt x="61277" y="6452"/>
                  </a:lnTo>
                  <a:lnTo>
                    <a:pt x="60749" y="7739"/>
                  </a:lnTo>
                  <a:lnTo>
                    <a:pt x="59169" y="7435"/>
                  </a:lnTo>
                  <a:lnTo>
                    <a:pt x="58041" y="7284"/>
                  </a:lnTo>
                  <a:lnTo>
                    <a:pt x="56748" y="7117"/>
                  </a:lnTo>
                  <a:lnTo>
                    <a:pt x="55516" y="6982"/>
                  </a:lnTo>
                  <a:lnTo>
                    <a:pt x="54826" y="7095"/>
                  </a:lnTo>
                  <a:lnTo>
                    <a:pt x="54370" y="7578"/>
                  </a:lnTo>
                  <a:lnTo>
                    <a:pt x="53339" y="7766"/>
                  </a:lnTo>
                  <a:lnTo>
                    <a:pt x="52982" y="6713"/>
                  </a:lnTo>
                  <a:lnTo>
                    <a:pt x="52917" y="6549"/>
                  </a:lnTo>
                  <a:lnTo>
                    <a:pt x="52843" y="6129"/>
                  </a:lnTo>
                  <a:lnTo>
                    <a:pt x="52772" y="5877"/>
                  </a:lnTo>
                  <a:lnTo>
                    <a:pt x="52500" y="5355"/>
                  </a:lnTo>
                  <a:lnTo>
                    <a:pt x="52421" y="5166"/>
                  </a:lnTo>
                  <a:lnTo>
                    <a:pt x="52321" y="4929"/>
                  </a:lnTo>
                  <a:lnTo>
                    <a:pt x="52023" y="4265"/>
                  </a:lnTo>
                  <a:lnTo>
                    <a:pt x="51958" y="4129"/>
                  </a:lnTo>
                  <a:lnTo>
                    <a:pt x="51893" y="3995"/>
                  </a:lnTo>
                  <a:lnTo>
                    <a:pt x="51413" y="3436"/>
                  </a:lnTo>
                  <a:lnTo>
                    <a:pt x="45712" y="6188"/>
                  </a:lnTo>
                  <a:lnTo>
                    <a:pt x="45590" y="6317"/>
                  </a:lnTo>
                  <a:lnTo>
                    <a:pt x="45756" y="6668"/>
                  </a:lnTo>
                  <a:lnTo>
                    <a:pt x="45958" y="6957"/>
                  </a:lnTo>
                  <a:lnTo>
                    <a:pt x="46044" y="7187"/>
                  </a:lnTo>
                  <a:lnTo>
                    <a:pt x="45946" y="7729"/>
                  </a:lnTo>
                  <a:lnTo>
                    <a:pt x="45538" y="8033"/>
                  </a:lnTo>
                  <a:lnTo>
                    <a:pt x="45149" y="8308"/>
                  </a:lnTo>
                  <a:lnTo>
                    <a:pt x="44909" y="8486"/>
                  </a:lnTo>
                  <a:lnTo>
                    <a:pt x="44157" y="9412"/>
                  </a:lnTo>
                  <a:lnTo>
                    <a:pt x="44096" y="10482"/>
                  </a:lnTo>
                  <a:lnTo>
                    <a:pt x="44091" y="10620"/>
                  </a:lnTo>
                  <a:lnTo>
                    <a:pt x="44098" y="10756"/>
                  </a:lnTo>
                  <a:lnTo>
                    <a:pt x="44250" y="11778"/>
                  </a:lnTo>
                  <a:lnTo>
                    <a:pt x="44289" y="11909"/>
                  </a:lnTo>
                  <a:lnTo>
                    <a:pt x="44328" y="12041"/>
                  </a:lnTo>
                  <a:lnTo>
                    <a:pt x="44733" y="13387"/>
                  </a:lnTo>
                  <a:lnTo>
                    <a:pt x="44662" y="13583"/>
                  </a:lnTo>
                  <a:lnTo>
                    <a:pt x="44313" y="13689"/>
                  </a:lnTo>
                  <a:lnTo>
                    <a:pt x="43528" y="13925"/>
                  </a:lnTo>
                  <a:lnTo>
                    <a:pt x="43395" y="13964"/>
                  </a:lnTo>
                  <a:lnTo>
                    <a:pt x="43265" y="14002"/>
                  </a:lnTo>
                  <a:lnTo>
                    <a:pt x="42893" y="14126"/>
                  </a:lnTo>
                  <a:lnTo>
                    <a:pt x="42533" y="14281"/>
                  </a:lnTo>
                  <a:lnTo>
                    <a:pt x="41579" y="14838"/>
                  </a:lnTo>
                  <a:lnTo>
                    <a:pt x="41450" y="14882"/>
                  </a:lnTo>
                  <a:lnTo>
                    <a:pt x="41261" y="14951"/>
                  </a:lnTo>
                  <a:lnTo>
                    <a:pt x="41047" y="15032"/>
                  </a:lnTo>
                  <a:lnTo>
                    <a:pt x="40767" y="15132"/>
                  </a:lnTo>
                  <a:lnTo>
                    <a:pt x="40566" y="15241"/>
                  </a:lnTo>
                  <a:lnTo>
                    <a:pt x="40345" y="15302"/>
                  </a:lnTo>
                  <a:lnTo>
                    <a:pt x="40135" y="15356"/>
                  </a:lnTo>
                  <a:lnTo>
                    <a:pt x="39802" y="15423"/>
                  </a:lnTo>
                  <a:lnTo>
                    <a:pt x="39598" y="15486"/>
                  </a:lnTo>
                  <a:lnTo>
                    <a:pt x="39280" y="15610"/>
                  </a:lnTo>
                  <a:lnTo>
                    <a:pt x="39011" y="15758"/>
                  </a:lnTo>
                  <a:lnTo>
                    <a:pt x="38740" y="16053"/>
                  </a:lnTo>
                  <a:lnTo>
                    <a:pt x="38509" y="16266"/>
                  </a:lnTo>
                  <a:lnTo>
                    <a:pt x="38342" y="16454"/>
                  </a:lnTo>
                  <a:lnTo>
                    <a:pt x="37969" y="16850"/>
                  </a:lnTo>
                  <a:lnTo>
                    <a:pt x="37575" y="17037"/>
                  </a:lnTo>
                  <a:lnTo>
                    <a:pt x="37589" y="17269"/>
                  </a:lnTo>
                  <a:lnTo>
                    <a:pt x="37718" y="17912"/>
                  </a:lnTo>
                  <a:lnTo>
                    <a:pt x="37770" y="18116"/>
                  </a:lnTo>
                  <a:lnTo>
                    <a:pt x="37939" y="18736"/>
                  </a:lnTo>
                  <a:lnTo>
                    <a:pt x="37987" y="18967"/>
                  </a:lnTo>
                  <a:lnTo>
                    <a:pt x="38126" y="19891"/>
                  </a:lnTo>
                  <a:lnTo>
                    <a:pt x="38146" y="20029"/>
                  </a:lnTo>
                  <a:lnTo>
                    <a:pt x="38488" y="21893"/>
                  </a:lnTo>
                  <a:lnTo>
                    <a:pt x="37518" y="21952"/>
                  </a:lnTo>
                  <a:lnTo>
                    <a:pt x="36593" y="22042"/>
                  </a:lnTo>
                  <a:lnTo>
                    <a:pt x="35205" y="22898"/>
                  </a:lnTo>
                  <a:lnTo>
                    <a:pt x="34914" y="22878"/>
                  </a:lnTo>
                  <a:lnTo>
                    <a:pt x="34779" y="22859"/>
                  </a:lnTo>
                  <a:lnTo>
                    <a:pt x="37099" y="25685"/>
                  </a:lnTo>
                  <a:lnTo>
                    <a:pt x="38257" y="27379"/>
                  </a:lnTo>
                  <a:lnTo>
                    <a:pt x="38365" y="27566"/>
                  </a:lnTo>
                  <a:lnTo>
                    <a:pt x="38595" y="28027"/>
                  </a:lnTo>
                  <a:lnTo>
                    <a:pt x="39431" y="29676"/>
                  </a:lnTo>
                  <a:lnTo>
                    <a:pt x="39596" y="30015"/>
                  </a:lnTo>
                  <a:lnTo>
                    <a:pt x="39866" y="30501"/>
                  </a:lnTo>
                  <a:lnTo>
                    <a:pt x="40198" y="31230"/>
                  </a:lnTo>
                  <a:lnTo>
                    <a:pt x="40572" y="31979"/>
                  </a:lnTo>
                  <a:lnTo>
                    <a:pt x="40784" y="32403"/>
                  </a:lnTo>
                  <a:lnTo>
                    <a:pt x="40972" y="32777"/>
                  </a:lnTo>
                  <a:lnTo>
                    <a:pt x="41041" y="32908"/>
                  </a:lnTo>
                  <a:lnTo>
                    <a:pt x="41111" y="33040"/>
                  </a:lnTo>
                  <a:lnTo>
                    <a:pt x="41303" y="33371"/>
                  </a:lnTo>
                  <a:lnTo>
                    <a:pt x="41348" y="33524"/>
                  </a:lnTo>
                  <a:lnTo>
                    <a:pt x="41729" y="34269"/>
                  </a:lnTo>
                  <a:lnTo>
                    <a:pt x="41973" y="34705"/>
                  </a:lnTo>
                  <a:lnTo>
                    <a:pt x="42033" y="34856"/>
                  </a:lnTo>
                  <a:lnTo>
                    <a:pt x="42232" y="35217"/>
                  </a:lnTo>
                  <a:lnTo>
                    <a:pt x="42291" y="35376"/>
                  </a:lnTo>
                  <a:lnTo>
                    <a:pt x="42347" y="35510"/>
                  </a:lnTo>
                  <a:lnTo>
                    <a:pt x="42452" y="35666"/>
                  </a:lnTo>
                  <a:lnTo>
                    <a:pt x="43397" y="37159"/>
                  </a:lnTo>
                  <a:lnTo>
                    <a:pt x="43498" y="37346"/>
                  </a:lnTo>
                  <a:lnTo>
                    <a:pt x="43568" y="37474"/>
                  </a:lnTo>
                  <a:lnTo>
                    <a:pt x="43662" y="37655"/>
                  </a:lnTo>
                  <a:lnTo>
                    <a:pt x="43750" y="37808"/>
                  </a:lnTo>
                  <a:lnTo>
                    <a:pt x="43857" y="38010"/>
                  </a:lnTo>
                  <a:lnTo>
                    <a:pt x="44570" y="38827"/>
                  </a:lnTo>
                  <a:lnTo>
                    <a:pt x="44823" y="39016"/>
                  </a:lnTo>
                  <a:lnTo>
                    <a:pt x="45128" y="39327"/>
                  </a:lnTo>
                  <a:lnTo>
                    <a:pt x="45356" y="39526"/>
                  </a:lnTo>
                  <a:lnTo>
                    <a:pt x="45527" y="39676"/>
                  </a:lnTo>
                  <a:lnTo>
                    <a:pt x="45874" y="40199"/>
                  </a:lnTo>
                  <a:lnTo>
                    <a:pt x="47013" y="41608"/>
                  </a:lnTo>
                  <a:lnTo>
                    <a:pt x="47751" y="42606"/>
                  </a:lnTo>
                  <a:lnTo>
                    <a:pt x="47878" y="42781"/>
                  </a:lnTo>
                  <a:lnTo>
                    <a:pt x="48180" y="43189"/>
                  </a:lnTo>
                  <a:lnTo>
                    <a:pt x="48504" y="43514"/>
                  </a:lnTo>
                  <a:lnTo>
                    <a:pt x="48831" y="43888"/>
                  </a:lnTo>
                  <a:lnTo>
                    <a:pt x="49067" y="44410"/>
                  </a:lnTo>
                  <a:lnTo>
                    <a:pt x="49236" y="44779"/>
                  </a:lnTo>
                  <a:lnTo>
                    <a:pt x="49371" y="45058"/>
                  </a:lnTo>
                  <a:lnTo>
                    <a:pt x="49510" y="45359"/>
                  </a:lnTo>
                  <a:lnTo>
                    <a:pt x="49650" y="45662"/>
                  </a:lnTo>
                  <a:lnTo>
                    <a:pt x="49754" y="45883"/>
                  </a:lnTo>
                  <a:lnTo>
                    <a:pt x="49842" y="46041"/>
                  </a:lnTo>
                  <a:lnTo>
                    <a:pt x="49955" y="46199"/>
                  </a:lnTo>
                  <a:lnTo>
                    <a:pt x="50110" y="46470"/>
                  </a:lnTo>
                  <a:lnTo>
                    <a:pt x="50319" y="47062"/>
                  </a:lnTo>
                  <a:lnTo>
                    <a:pt x="50660" y="47800"/>
                  </a:lnTo>
                  <a:lnTo>
                    <a:pt x="50727" y="47945"/>
                  </a:lnTo>
                  <a:lnTo>
                    <a:pt x="50803" y="48092"/>
                  </a:lnTo>
                  <a:lnTo>
                    <a:pt x="50974" y="48436"/>
                  </a:lnTo>
                  <a:lnTo>
                    <a:pt x="51133" y="48763"/>
                  </a:lnTo>
                  <a:lnTo>
                    <a:pt x="51165" y="49062"/>
                  </a:lnTo>
                  <a:lnTo>
                    <a:pt x="51176" y="49274"/>
                  </a:lnTo>
                  <a:lnTo>
                    <a:pt x="51238" y="50023"/>
                  </a:lnTo>
                  <a:lnTo>
                    <a:pt x="51292" y="50280"/>
                  </a:lnTo>
                  <a:lnTo>
                    <a:pt x="51419" y="50674"/>
                  </a:lnTo>
                  <a:lnTo>
                    <a:pt x="51500" y="50862"/>
                  </a:lnTo>
                  <a:lnTo>
                    <a:pt x="51574" y="51008"/>
                  </a:lnTo>
                  <a:lnTo>
                    <a:pt x="51696" y="51259"/>
                  </a:lnTo>
                  <a:lnTo>
                    <a:pt x="51748" y="51390"/>
                  </a:lnTo>
                  <a:lnTo>
                    <a:pt x="51950" y="51701"/>
                  </a:lnTo>
                  <a:lnTo>
                    <a:pt x="52099" y="51983"/>
                  </a:lnTo>
                  <a:lnTo>
                    <a:pt x="52207" y="52209"/>
                  </a:lnTo>
                  <a:lnTo>
                    <a:pt x="52279" y="52417"/>
                  </a:lnTo>
                  <a:lnTo>
                    <a:pt x="52298" y="52553"/>
                  </a:lnTo>
                  <a:lnTo>
                    <a:pt x="52376" y="52872"/>
                  </a:lnTo>
                  <a:lnTo>
                    <a:pt x="52445" y="53244"/>
                  </a:lnTo>
                  <a:lnTo>
                    <a:pt x="52492" y="53455"/>
                  </a:lnTo>
                  <a:lnTo>
                    <a:pt x="52581" y="53862"/>
                  </a:lnTo>
                  <a:lnTo>
                    <a:pt x="52722" y="54378"/>
                  </a:lnTo>
                  <a:lnTo>
                    <a:pt x="52756" y="54554"/>
                  </a:lnTo>
                  <a:lnTo>
                    <a:pt x="52868" y="54955"/>
                  </a:lnTo>
                  <a:lnTo>
                    <a:pt x="52921" y="55084"/>
                  </a:lnTo>
                  <a:lnTo>
                    <a:pt x="53031" y="55385"/>
                  </a:lnTo>
                  <a:lnTo>
                    <a:pt x="52484" y="55540"/>
                  </a:lnTo>
                  <a:lnTo>
                    <a:pt x="52141" y="55699"/>
                  </a:lnTo>
                  <a:lnTo>
                    <a:pt x="51824" y="55882"/>
                  </a:lnTo>
                  <a:lnTo>
                    <a:pt x="51520" y="56110"/>
                  </a:lnTo>
                  <a:lnTo>
                    <a:pt x="51175" y="56271"/>
                  </a:lnTo>
                  <a:lnTo>
                    <a:pt x="50903" y="56407"/>
                  </a:lnTo>
                  <a:lnTo>
                    <a:pt x="50428" y="56583"/>
                  </a:lnTo>
                  <a:lnTo>
                    <a:pt x="49989" y="56768"/>
                  </a:lnTo>
                  <a:lnTo>
                    <a:pt x="49828" y="56778"/>
                  </a:lnTo>
                  <a:lnTo>
                    <a:pt x="49605" y="56790"/>
                  </a:lnTo>
                  <a:lnTo>
                    <a:pt x="49471" y="56815"/>
                  </a:lnTo>
                  <a:lnTo>
                    <a:pt x="49064" y="56970"/>
                  </a:lnTo>
                  <a:lnTo>
                    <a:pt x="48163" y="57234"/>
                  </a:lnTo>
                  <a:lnTo>
                    <a:pt x="47679" y="57319"/>
                  </a:lnTo>
                  <a:lnTo>
                    <a:pt x="47413" y="57522"/>
                  </a:lnTo>
                  <a:lnTo>
                    <a:pt x="47281" y="58126"/>
                  </a:lnTo>
                  <a:lnTo>
                    <a:pt x="47299" y="58275"/>
                  </a:lnTo>
                  <a:lnTo>
                    <a:pt x="47133" y="58470"/>
                  </a:lnTo>
                  <a:lnTo>
                    <a:pt x="46857" y="58562"/>
                  </a:lnTo>
                  <a:lnTo>
                    <a:pt x="46761" y="58754"/>
                  </a:lnTo>
                  <a:lnTo>
                    <a:pt x="46609" y="58797"/>
                  </a:lnTo>
                  <a:lnTo>
                    <a:pt x="46470" y="58849"/>
                  </a:lnTo>
                  <a:lnTo>
                    <a:pt x="46288" y="58916"/>
                  </a:lnTo>
                  <a:lnTo>
                    <a:pt x="45517" y="58776"/>
                  </a:lnTo>
                  <a:lnTo>
                    <a:pt x="45379" y="58756"/>
                  </a:lnTo>
                  <a:lnTo>
                    <a:pt x="45211" y="58749"/>
                  </a:lnTo>
                  <a:lnTo>
                    <a:pt x="45031" y="58737"/>
                  </a:lnTo>
                  <a:lnTo>
                    <a:pt x="44854" y="58701"/>
                  </a:lnTo>
                  <a:lnTo>
                    <a:pt x="44585" y="58578"/>
                  </a:lnTo>
                  <a:lnTo>
                    <a:pt x="44450" y="58461"/>
                  </a:lnTo>
                  <a:lnTo>
                    <a:pt x="44325" y="58283"/>
                  </a:lnTo>
                  <a:lnTo>
                    <a:pt x="44200" y="57993"/>
                  </a:lnTo>
                  <a:lnTo>
                    <a:pt x="44139" y="57744"/>
                  </a:lnTo>
                  <a:lnTo>
                    <a:pt x="44103" y="57616"/>
                  </a:lnTo>
                  <a:lnTo>
                    <a:pt x="44083" y="57476"/>
                  </a:lnTo>
                  <a:lnTo>
                    <a:pt x="44082" y="57255"/>
                  </a:lnTo>
                  <a:lnTo>
                    <a:pt x="43945" y="56412"/>
                  </a:lnTo>
                  <a:lnTo>
                    <a:pt x="43663" y="56359"/>
                  </a:lnTo>
                  <a:lnTo>
                    <a:pt x="43155" y="56240"/>
                  </a:lnTo>
                  <a:lnTo>
                    <a:pt x="42711" y="56165"/>
                  </a:lnTo>
                  <a:lnTo>
                    <a:pt x="42421" y="56117"/>
                  </a:lnTo>
                  <a:lnTo>
                    <a:pt x="42032" y="56188"/>
                  </a:lnTo>
                  <a:lnTo>
                    <a:pt x="41691" y="56306"/>
                  </a:lnTo>
                  <a:lnTo>
                    <a:pt x="41192" y="56483"/>
                  </a:lnTo>
                  <a:lnTo>
                    <a:pt x="40711" y="56332"/>
                  </a:lnTo>
                  <a:lnTo>
                    <a:pt x="40542" y="56319"/>
                  </a:lnTo>
                  <a:lnTo>
                    <a:pt x="40272" y="56243"/>
                  </a:lnTo>
                  <a:lnTo>
                    <a:pt x="40034" y="56152"/>
                  </a:lnTo>
                  <a:lnTo>
                    <a:pt x="39452" y="55916"/>
                  </a:lnTo>
                  <a:lnTo>
                    <a:pt x="39063" y="55805"/>
                  </a:lnTo>
                  <a:lnTo>
                    <a:pt x="38932" y="55766"/>
                  </a:lnTo>
                  <a:lnTo>
                    <a:pt x="38651" y="55726"/>
                  </a:lnTo>
                  <a:lnTo>
                    <a:pt x="38501" y="55735"/>
                  </a:lnTo>
                  <a:lnTo>
                    <a:pt x="38097" y="55673"/>
                  </a:lnTo>
                  <a:lnTo>
                    <a:pt x="37581" y="55676"/>
                  </a:lnTo>
                  <a:lnTo>
                    <a:pt x="37214" y="55642"/>
                  </a:lnTo>
                  <a:lnTo>
                    <a:pt x="36737" y="55572"/>
                  </a:lnTo>
                  <a:lnTo>
                    <a:pt x="36352" y="55477"/>
                  </a:lnTo>
                  <a:lnTo>
                    <a:pt x="35862" y="56062"/>
                  </a:lnTo>
                  <a:lnTo>
                    <a:pt x="35330" y="56115"/>
                  </a:lnTo>
                  <a:lnTo>
                    <a:pt x="35298" y="56321"/>
                  </a:lnTo>
                  <a:lnTo>
                    <a:pt x="35158" y="56436"/>
                  </a:lnTo>
                  <a:lnTo>
                    <a:pt x="35089" y="56675"/>
                  </a:lnTo>
                  <a:lnTo>
                    <a:pt x="35041" y="57253"/>
                  </a:lnTo>
                  <a:lnTo>
                    <a:pt x="34888" y="57969"/>
                  </a:lnTo>
                  <a:lnTo>
                    <a:pt x="31546" y="58718"/>
                  </a:lnTo>
                  <a:lnTo>
                    <a:pt x="22658" y="56649"/>
                  </a:lnTo>
                  <a:lnTo>
                    <a:pt x="17114" y="54350"/>
                  </a:lnTo>
                  <a:lnTo>
                    <a:pt x="10931" y="67178"/>
                  </a:lnTo>
                  <a:lnTo>
                    <a:pt x="11109" y="69536"/>
                  </a:lnTo>
                  <a:lnTo>
                    <a:pt x="11088" y="70013"/>
                  </a:lnTo>
                  <a:lnTo>
                    <a:pt x="10980" y="72177"/>
                  </a:lnTo>
                  <a:lnTo>
                    <a:pt x="10932" y="73127"/>
                  </a:lnTo>
                  <a:lnTo>
                    <a:pt x="10847" y="74931"/>
                  </a:lnTo>
                  <a:lnTo>
                    <a:pt x="10834" y="75226"/>
                  </a:lnTo>
                  <a:lnTo>
                    <a:pt x="10821" y="75500"/>
                  </a:lnTo>
                  <a:lnTo>
                    <a:pt x="10793" y="75760"/>
                  </a:lnTo>
                  <a:lnTo>
                    <a:pt x="10743" y="75982"/>
                  </a:lnTo>
                  <a:lnTo>
                    <a:pt x="10601" y="76619"/>
                  </a:lnTo>
                  <a:lnTo>
                    <a:pt x="10474" y="77182"/>
                  </a:lnTo>
                  <a:lnTo>
                    <a:pt x="10372" y="77637"/>
                  </a:lnTo>
                  <a:lnTo>
                    <a:pt x="10316" y="77890"/>
                  </a:lnTo>
                  <a:lnTo>
                    <a:pt x="10209" y="78366"/>
                  </a:lnTo>
                  <a:lnTo>
                    <a:pt x="9301" y="78902"/>
                  </a:lnTo>
                  <a:lnTo>
                    <a:pt x="9117" y="79497"/>
                  </a:lnTo>
                  <a:lnTo>
                    <a:pt x="9051" y="79746"/>
                  </a:lnTo>
                  <a:lnTo>
                    <a:pt x="9074" y="80057"/>
                  </a:lnTo>
                  <a:lnTo>
                    <a:pt x="9133" y="80868"/>
                  </a:lnTo>
                  <a:lnTo>
                    <a:pt x="9224" y="82113"/>
                  </a:lnTo>
                  <a:lnTo>
                    <a:pt x="9313" y="83335"/>
                  </a:lnTo>
                  <a:lnTo>
                    <a:pt x="9575" y="84393"/>
                  </a:lnTo>
                  <a:lnTo>
                    <a:pt x="9735" y="84877"/>
                  </a:lnTo>
                  <a:lnTo>
                    <a:pt x="9883" y="85326"/>
                  </a:lnTo>
                  <a:lnTo>
                    <a:pt x="10420" y="87029"/>
                  </a:lnTo>
                  <a:lnTo>
                    <a:pt x="8875" y="88765"/>
                  </a:lnTo>
                  <a:lnTo>
                    <a:pt x="8617" y="89057"/>
                  </a:lnTo>
                  <a:lnTo>
                    <a:pt x="7182" y="91619"/>
                  </a:lnTo>
                  <a:lnTo>
                    <a:pt x="6977" y="91986"/>
                  </a:lnTo>
                  <a:lnTo>
                    <a:pt x="6398" y="93004"/>
                  </a:lnTo>
                  <a:lnTo>
                    <a:pt x="6166" y="93413"/>
                  </a:lnTo>
                  <a:lnTo>
                    <a:pt x="5884" y="93908"/>
                  </a:lnTo>
                  <a:lnTo>
                    <a:pt x="6236" y="94239"/>
                  </a:lnTo>
                  <a:lnTo>
                    <a:pt x="6601" y="94582"/>
                  </a:lnTo>
                  <a:lnTo>
                    <a:pt x="8790" y="96638"/>
                  </a:lnTo>
                  <a:lnTo>
                    <a:pt x="9225" y="97434"/>
                  </a:lnTo>
                  <a:lnTo>
                    <a:pt x="9997" y="98870"/>
                  </a:lnTo>
                  <a:lnTo>
                    <a:pt x="11946" y="102500"/>
                  </a:lnTo>
                  <a:lnTo>
                    <a:pt x="12211" y="102992"/>
                  </a:lnTo>
                  <a:lnTo>
                    <a:pt x="12335" y="103223"/>
                  </a:lnTo>
                  <a:lnTo>
                    <a:pt x="12763" y="104071"/>
                  </a:lnTo>
                  <a:lnTo>
                    <a:pt x="13081" y="104700"/>
                  </a:lnTo>
                  <a:lnTo>
                    <a:pt x="13053" y="105043"/>
                  </a:lnTo>
                  <a:lnTo>
                    <a:pt x="13016" y="105501"/>
                  </a:lnTo>
                  <a:lnTo>
                    <a:pt x="12926" y="106596"/>
                  </a:lnTo>
                  <a:lnTo>
                    <a:pt x="13284" y="106925"/>
                  </a:lnTo>
                  <a:lnTo>
                    <a:pt x="13792" y="107393"/>
                  </a:lnTo>
                  <a:lnTo>
                    <a:pt x="14168" y="107739"/>
                  </a:lnTo>
                  <a:lnTo>
                    <a:pt x="14620" y="108153"/>
                  </a:lnTo>
                  <a:lnTo>
                    <a:pt x="15020" y="108520"/>
                  </a:lnTo>
                  <a:lnTo>
                    <a:pt x="15553" y="109008"/>
                  </a:lnTo>
                  <a:lnTo>
                    <a:pt x="16412" y="109795"/>
                  </a:lnTo>
                  <a:lnTo>
                    <a:pt x="16651" y="110472"/>
                  </a:lnTo>
                  <a:lnTo>
                    <a:pt x="16851" y="110671"/>
                  </a:lnTo>
                  <a:lnTo>
                    <a:pt x="17249" y="111144"/>
                  </a:lnTo>
                  <a:lnTo>
                    <a:pt x="17456" y="111491"/>
                  </a:lnTo>
                  <a:lnTo>
                    <a:pt x="17629" y="111762"/>
                  </a:lnTo>
                  <a:lnTo>
                    <a:pt x="17846" y="112009"/>
                  </a:lnTo>
                  <a:lnTo>
                    <a:pt x="18215" y="112788"/>
                  </a:lnTo>
                  <a:lnTo>
                    <a:pt x="18462" y="113104"/>
                  </a:lnTo>
                  <a:lnTo>
                    <a:pt x="18627" y="113308"/>
                  </a:lnTo>
                  <a:lnTo>
                    <a:pt x="18955" y="113649"/>
                  </a:lnTo>
                  <a:lnTo>
                    <a:pt x="19855" y="114905"/>
                  </a:lnTo>
                  <a:lnTo>
                    <a:pt x="20041" y="115093"/>
                  </a:lnTo>
                  <a:lnTo>
                    <a:pt x="20428" y="115486"/>
                  </a:lnTo>
                  <a:lnTo>
                    <a:pt x="20788" y="115852"/>
                  </a:lnTo>
                  <a:lnTo>
                    <a:pt x="20868" y="116483"/>
                  </a:lnTo>
                  <a:lnTo>
                    <a:pt x="20946" y="117058"/>
                  </a:lnTo>
                  <a:lnTo>
                    <a:pt x="20966" y="117701"/>
                  </a:lnTo>
                  <a:lnTo>
                    <a:pt x="20951" y="117848"/>
                  </a:lnTo>
                  <a:lnTo>
                    <a:pt x="20919" y="118146"/>
                  </a:lnTo>
                  <a:lnTo>
                    <a:pt x="20903" y="118299"/>
                  </a:lnTo>
                  <a:lnTo>
                    <a:pt x="20863" y="118681"/>
                  </a:lnTo>
                  <a:lnTo>
                    <a:pt x="20832" y="118990"/>
                  </a:lnTo>
                  <a:lnTo>
                    <a:pt x="20819" y="119133"/>
                  </a:lnTo>
                  <a:lnTo>
                    <a:pt x="20793" y="119395"/>
                  </a:lnTo>
                  <a:lnTo>
                    <a:pt x="20811" y="119537"/>
                  </a:lnTo>
                  <a:lnTo>
                    <a:pt x="20831" y="119682"/>
                  </a:lnTo>
                  <a:lnTo>
                    <a:pt x="20871" y="119983"/>
                  </a:lnTo>
                  <a:lnTo>
                    <a:pt x="20903" y="120210"/>
                  </a:lnTo>
                  <a:lnTo>
                    <a:pt x="20925" y="120361"/>
                  </a:lnTo>
                  <a:lnTo>
                    <a:pt x="20948" y="120512"/>
                  </a:lnTo>
                  <a:lnTo>
                    <a:pt x="20984" y="120762"/>
                  </a:lnTo>
                  <a:lnTo>
                    <a:pt x="21070" y="121105"/>
                  </a:lnTo>
                  <a:lnTo>
                    <a:pt x="21041" y="122315"/>
                  </a:lnTo>
                  <a:lnTo>
                    <a:pt x="21036" y="122464"/>
                  </a:lnTo>
                  <a:lnTo>
                    <a:pt x="21026" y="122623"/>
                  </a:lnTo>
                  <a:lnTo>
                    <a:pt x="21084" y="122757"/>
                  </a:lnTo>
                  <a:lnTo>
                    <a:pt x="21120" y="122945"/>
                  </a:lnTo>
                  <a:lnTo>
                    <a:pt x="21152" y="123073"/>
                  </a:lnTo>
                  <a:lnTo>
                    <a:pt x="21211" y="123452"/>
                  </a:lnTo>
                  <a:lnTo>
                    <a:pt x="21173" y="123604"/>
                  </a:lnTo>
                  <a:lnTo>
                    <a:pt x="21113" y="123888"/>
                  </a:lnTo>
                  <a:lnTo>
                    <a:pt x="21133" y="124025"/>
                  </a:lnTo>
                  <a:lnTo>
                    <a:pt x="21186" y="124241"/>
                  </a:lnTo>
                  <a:lnTo>
                    <a:pt x="21228" y="124387"/>
                  </a:lnTo>
                  <a:lnTo>
                    <a:pt x="21280" y="124556"/>
                  </a:lnTo>
                  <a:lnTo>
                    <a:pt x="21320" y="124769"/>
                  </a:lnTo>
                  <a:lnTo>
                    <a:pt x="20331" y="125204"/>
                  </a:lnTo>
                  <a:lnTo>
                    <a:pt x="20198" y="125253"/>
                  </a:lnTo>
                  <a:lnTo>
                    <a:pt x="19901" y="125372"/>
                  </a:lnTo>
                  <a:lnTo>
                    <a:pt x="19595" y="125508"/>
                  </a:lnTo>
                  <a:lnTo>
                    <a:pt x="19368" y="125636"/>
                  </a:lnTo>
                  <a:lnTo>
                    <a:pt x="18985" y="125813"/>
                  </a:lnTo>
                  <a:lnTo>
                    <a:pt x="18691" y="125925"/>
                  </a:lnTo>
                  <a:lnTo>
                    <a:pt x="18297" y="126144"/>
                  </a:lnTo>
                  <a:lnTo>
                    <a:pt x="18572" y="126544"/>
                  </a:lnTo>
                  <a:lnTo>
                    <a:pt x="18804" y="126834"/>
                  </a:lnTo>
                  <a:lnTo>
                    <a:pt x="18945" y="127013"/>
                  </a:lnTo>
                  <a:lnTo>
                    <a:pt x="19043" y="127196"/>
                  </a:lnTo>
                  <a:lnTo>
                    <a:pt x="19206" y="127601"/>
                  </a:lnTo>
                  <a:lnTo>
                    <a:pt x="19280" y="127853"/>
                  </a:lnTo>
                  <a:lnTo>
                    <a:pt x="19405" y="128277"/>
                  </a:lnTo>
                  <a:lnTo>
                    <a:pt x="19481" y="128530"/>
                  </a:lnTo>
                  <a:lnTo>
                    <a:pt x="19588" y="128901"/>
                  </a:lnTo>
                  <a:lnTo>
                    <a:pt x="19684" y="129135"/>
                  </a:lnTo>
                  <a:lnTo>
                    <a:pt x="20045" y="129763"/>
                  </a:lnTo>
                  <a:lnTo>
                    <a:pt x="20470" y="130459"/>
                  </a:lnTo>
                  <a:lnTo>
                    <a:pt x="20930" y="131230"/>
                  </a:lnTo>
                  <a:lnTo>
                    <a:pt x="21763" y="132635"/>
                  </a:lnTo>
                  <a:lnTo>
                    <a:pt x="22155" y="133759"/>
                  </a:lnTo>
                  <a:lnTo>
                    <a:pt x="22303" y="134183"/>
                  </a:lnTo>
                  <a:lnTo>
                    <a:pt x="22617" y="135475"/>
                  </a:lnTo>
                  <a:lnTo>
                    <a:pt x="23059" y="137058"/>
                  </a:lnTo>
                  <a:lnTo>
                    <a:pt x="23064" y="137323"/>
                  </a:lnTo>
                  <a:lnTo>
                    <a:pt x="21307" y="139391"/>
                  </a:lnTo>
                  <a:lnTo>
                    <a:pt x="18754" y="139808"/>
                  </a:lnTo>
                  <a:lnTo>
                    <a:pt x="16651" y="140438"/>
                  </a:lnTo>
                  <a:lnTo>
                    <a:pt x="16474" y="140311"/>
                  </a:lnTo>
                  <a:lnTo>
                    <a:pt x="16171" y="140273"/>
                  </a:lnTo>
                  <a:lnTo>
                    <a:pt x="16032" y="140432"/>
                  </a:lnTo>
                  <a:lnTo>
                    <a:pt x="15128" y="140403"/>
                  </a:lnTo>
                  <a:lnTo>
                    <a:pt x="14870" y="140391"/>
                  </a:lnTo>
                  <a:lnTo>
                    <a:pt x="14734" y="140378"/>
                  </a:lnTo>
                  <a:lnTo>
                    <a:pt x="13812" y="140307"/>
                  </a:lnTo>
                  <a:lnTo>
                    <a:pt x="13324" y="140301"/>
                  </a:lnTo>
                  <a:lnTo>
                    <a:pt x="13002" y="140694"/>
                  </a:lnTo>
                  <a:lnTo>
                    <a:pt x="12774" y="140966"/>
                  </a:lnTo>
                  <a:lnTo>
                    <a:pt x="12459" y="141343"/>
                  </a:lnTo>
                  <a:lnTo>
                    <a:pt x="12331" y="142083"/>
                  </a:lnTo>
                  <a:lnTo>
                    <a:pt x="12532" y="142253"/>
                  </a:lnTo>
                  <a:lnTo>
                    <a:pt x="12568" y="142615"/>
                  </a:lnTo>
                  <a:lnTo>
                    <a:pt x="12583" y="143155"/>
                  </a:lnTo>
                  <a:lnTo>
                    <a:pt x="12586" y="143524"/>
                  </a:lnTo>
                  <a:lnTo>
                    <a:pt x="12591" y="144211"/>
                  </a:lnTo>
                  <a:lnTo>
                    <a:pt x="12592" y="144461"/>
                  </a:lnTo>
                  <a:lnTo>
                    <a:pt x="12591" y="144673"/>
                  </a:lnTo>
                  <a:lnTo>
                    <a:pt x="12585" y="144828"/>
                  </a:lnTo>
                  <a:lnTo>
                    <a:pt x="12580" y="144973"/>
                  </a:lnTo>
                  <a:lnTo>
                    <a:pt x="12572" y="145268"/>
                  </a:lnTo>
                  <a:lnTo>
                    <a:pt x="12569" y="145454"/>
                  </a:lnTo>
                  <a:lnTo>
                    <a:pt x="12558" y="145975"/>
                  </a:lnTo>
                  <a:lnTo>
                    <a:pt x="12552" y="146254"/>
                  </a:lnTo>
                  <a:lnTo>
                    <a:pt x="12548" y="146490"/>
                  </a:lnTo>
                  <a:lnTo>
                    <a:pt x="12546" y="146688"/>
                  </a:lnTo>
                  <a:lnTo>
                    <a:pt x="12480" y="147181"/>
                  </a:lnTo>
                  <a:lnTo>
                    <a:pt x="12411" y="147377"/>
                  </a:lnTo>
                  <a:lnTo>
                    <a:pt x="12298" y="147577"/>
                  </a:lnTo>
                  <a:lnTo>
                    <a:pt x="12216" y="147731"/>
                  </a:lnTo>
                  <a:lnTo>
                    <a:pt x="12022" y="148118"/>
                  </a:lnTo>
                  <a:lnTo>
                    <a:pt x="11914" y="148278"/>
                  </a:lnTo>
                  <a:lnTo>
                    <a:pt x="11760" y="148512"/>
                  </a:lnTo>
                  <a:lnTo>
                    <a:pt x="11296" y="149373"/>
                  </a:lnTo>
                  <a:lnTo>
                    <a:pt x="11120" y="149699"/>
                  </a:lnTo>
                  <a:lnTo>
                    <a:pt x="11009" y="149913"/>
                  </a:lnTo>
                  <a:lnTo>
                    <a:pt x="11264" y="150198"/>
                  </a:lnTo>
                  <a:lnTo>
                    <a:pt x="11506" y="150470"/>
                  </a:lnTo>
                  <a:lnTo>
                    <a:pt x="11765" y="150758"/>
                  </a:lnTo>
                  <a:lnTo>
                    <a:pt x="12202" y="151257"/>
                  </a:lnTo>
                  <a:lnTo>
                    <a:pt x="13642" y="153487"/>
                  </a:lnTo>
                  <a:lnTo>
                    <a:pt x="13986" y="154032"/>
                  </a:lnTo>
                  <a:lnTo>
                    <a:pt x="14152" y="154285"/>
                  </a:lnTo>
                  <a:lnTo>
                    <a:pt x="14383" y="154598"/>
                  </a:lnTo>
                  <a:lnTo>
                    <a:pt x="14727" y="155382"/>
                  </a:lnTo>
                  <a:lnTo>
                    <a:pt x="14761" y="155625"/>
                  </a:lnTo>
                  <a:lnTo>
                    <a:pt x="14787" y="155817"/>
                  </a:lnTo>
                  <a:lnTo>
                    <a:pt x="14979" y="156661"/>
                  </a:lnTo>
                  <a:lnTo>
                    <a:pt x="15048" y="157009"/>
                  </a:lnTo>
                  <a:lnTo>
                    <a:pt x="15122" y="157446"/>
                  </a:lnTo>
                  <a:lnTo>
                    <a:pt x="15325" y="158343"/>
                  </a:lnTo>
                  <a:lnTo>
                    <a:pt x="15391" y="158528"/>
                  </a:lnTo>
                  <a:lnTo>
                    <a:pt x="15460" y="158733"/>
                  </a:lnTo>
                  <a:lnTo>
                    <a:pt x="15493" y="159111"/>
                  </a:lnTo>
                  <a:lnTo>
                    <a:pt x="15340" y="159968"/>
                  </a:lnTo>
                  <a:lnTo>
                    <a:pt x="15094" y="160735"/>
                  </a:lnTo>
                  <a:lnTo>
                    <a:pt x="15058" y="160900"/>
                  </a:lnTo>
                  <a:lnTo>
                    <a:pt x="15009" y="161035"/>
                  </a:lnTo>
                  <a:lnTo>
                    <a:pt x="14998" y="161178"/>
                  </a:lnTo>
                  <a:lnTo>
                    <a:pt x="14945" y="161333"/>
                  </a:lnTo>
                  <a:lnTo>
                    <a:pt x="14927" y="161620"/>
                  </a:lnTo>
                  <a:lnTo>
                    <a:pt x="14913" y="162218"/>
                  </a:lnTo>
                  <a:lnTo>
                    <a:pt x="14777" y="163088"/>
                  </a:lnTo>
                  <a:lnTo>
                    <a:pt x="14729" y="163302"/>
                  </a:lnTo>
                  <a:lnTo>
                    <a:pt x="14639" y="163726"/>
                  </a:lnTo>
                  <a:lnTo>
                    <a:pt x="14454" y="164525"/>
                  </a:lnTo>
                  <a:lnTo>
                    <a:pt x="14329" y="165006"/>
                  </a:lnTo>
                  <a:lnTo>
                    <a:pt x="14271" y="165196"/>
                  </a:lnTo>
                  <a:lnTo>
                    <a:pt x="14250" y="165327"/>
                  </a:lnTo>
                  <a:lnTo>
                    <a:pt x="13710" y="166231"/>
                  </a:lnTo>
                  <a:lnTo>
                    <a:pt x="12810" y="166255"/>
                  </a:lnTo>
                  <a:lnTo>
                    <a:pt x="12552" y="166248"/>
                  </a:lnTo>
                  <a:lnTo>
                    <a:pt x="12339" y="166223"/>
                  </a:lnTo>
                  <a:lnTo>
                    <a:pt x="12521" y="167050"/>
                  </a:lnTo>
                  <a:lnTo>
                    <a:pt x="12566" y="167544"/>
                  </a:lnTo>
                  <a:lnTo>
                    <a:pt x="12560" y="167678"/>
                  </a:lnTo>
                  <a:lnTo>
                    <a:pt x="12554" y="167845"/>
                  </a:lnTo>
                  <a:lnTo>
                    <a:pt x="12584" y="168076"/>
                  </a:lnTo>
                  <a:lnTo>
                    <a:pt x="12622" y="168374"/>
                  </a:lnTo>
                  <a:lnTo>
                    <a:pt x="12643" y="168597"/>
                  </a:lnTo>
                  <a:lnTo>
                    <a:pt x="12658" y="168847"/>
                  </a:lnTo>
                  <a:lnTo>
                    <a:pt x="12596" y="169230"/>
                  </a:lnTo>
                  <a:lnTo>
                    <a:pt x="12469" y="169594"/>
                  </a:lnTo>
                  <a:lnTo>
                    <a:pt x="12295" y="170161"/>
                  </a:lnTo>
                  <a:lnTo>
                    <a:pt x="12333" y="170304"/>
                  </a:lnTo>
                  <a:lnTo>
                    <a:pt x="12047" y="171059"/>
                  </a:lnTo>
                  <a:lnTo>
                    <a:pt x="12052" y="173044"/>
                  </a:lnTo>
                  <a:lnTo>
                    <a:pt x="12023" y="173255"/>
                  </a:lnTo>
                  <a:lnTo>
                    <a:pt x="11842" y="174264"/>
                  </a:lnTo>
                  <a:lnTo>
                    <a:pt x="10687" y="175718"/>
                  </a:lnTo>
                  <a:lnTo>
                    <a:pt x="10122" y="175085"/>
                  </a:lnTo>
                  <a:lnTo>
                    <a:pt x="9964" y="174886"/>
                  </a:lnTo>
                  <a:lnTo>
                    <a:pt x="9853" y="174619"/>
                  </a:lnTo>
                  <a:lnTo>
                    <a:pt x="9581" y="174592"/>
                  </a:lnTo>
                  <a:lnTo>
                    <a:pt x="9225" y="174750"/>
                  </a:lnTo>
                  <a:lnTo>
                    <a:pt x="9031" y="174823"/>
                  </a:lnTo>
                  <a:lnTo>
                    <a:pt x="8525" y="175092"/>
                  </a:lnTo>
                  <a:lnTo>
                    <a:pt x="8402" y="175285"/>
                  </a:lnTo>
                  <a:lnTo>
                    <a:pt x="8277" y="175502"/>
                  </a:lnTo>
                  <a:lnTo>
                    <a:pt x="8158" y="175760"/>
                  </a:lnTo>
                  <a:lnTo>
                    <a:pt x="8101" y="175956"/>
                  </a:lnTo>
                  <a:lnTo>
                    <a:pt x="7839" y="176257"/>
                  </a:lnTo>
                  <a:lnTo>
                    <a:pt x="7780" y="176816"/>
                  </a:lnTo>
                  <a:lnTo>
                    <a:pt x="8906" y="177208"/>
                  </a:lnTo>
                  <a:lnTo>
                    <a:pt x="9139" y="177434"/>
                  </a:lnTo>
                  <a:lnTo>
                    <a:pt x="9225" y="177609"/>
                  </a:lnTo>
                  <a:lnTo>
                    <a:pt x="10947" y="180158"/>
                  </a:lnTo>
                  <a:lnTo>
                    <a:pt x="10627" y="183035"/>
                  </a:lnTo>
                  <a:lnTo>
                    <a:pt x="10153" y="187304"/>
                  </a:lnTo>
                  <a:lnTo>
                    <a:pt x="3276" y="177620"/>
                  </a:lnTo>
                  <a:lnTo>
                    <a:pt x="2662" y="182731"/>
                  </a:lnTo>
                  <a:lnTo>
                    <a:pt x="254" y="183051"/>
                  </a:lnTo>
                  <a:lnTo>
                    <a:pt x="0" y="185585"/>
                  </a:lnTo>
                  <a:lnTo>
                    <a:pt x="37" y="186125"/>
                  </a:lnTo>
                  <a:lnTo>
                    <a:pt x="205" y="188740"/>
                  </a:lnTo>
                  <a:lnTo>
                    <a:pt x="276" y="189727"/>
                  </a:lnTo>
                  <a:lnTo>
                    <a:pt x="322" y="190359"/>
                  </a:lnTo>
                  <a:lnTo>
                    <a:pt x="612" y="194578"/>
                  </a:lnTo>
                  <a:lnTo>
                    <a:pt x="1277" y="204257"/>
                  </a:lnTo>
                  <a:lnTo>
                    <a:pt x="2210" y="215019"/>
                  </a:lnTo>
                  <a:lnTo>
                    <a:pt x="23975" y="267255"/>
                  </a:lnTo>
                  <a:lnTo>
                    <a:pt x="26766" y="266090"/>
                  </a:lnTo>
                  <a:lnTo>
                    <a:pt x="29313" y="265027"/>
                  </a:lnTo>
                  <a:lnTo>
                    <a:pt x="31069" y="264294"/>
                  </a:lnTo>
                  <a:lnTo>
                    <a:pt x="37642" y="261551"/>
                  </a:lnTo>
                  <a:lnTo>
                    <a:pt x="39857" y="260626"/>
                  </a:lnTo>
                  <a:lnTo>
                    <a:pt x="42583" y="260117"/>
                  </a:lnTo>
                  <a:lnTo>
                    <a:pt x="48594" y="258993"/>
                  </a:lnTo>
                  <a:lnTo>
                    <a:pt x="51187" y="258509"/>
                  </a:lnTo>
                  <a:lnTo>
                    <a:pt x="58199" y="257198"/>
                  </a:lnTo>
                  <a:lnTo>
                    <a:pt x="66633" y="255621"/>
                  </a:lnTo>
                  <a:lnTo>
                    <a:pt x="68248" y="255295"/>
                  </a:lnTo>
                  <a:lnTo>
                    <a:pt x="69374" y="255050"/>
                  </a:lnTo>
                  <a:lnTo>
                    <a:pt x="71510" y="255376"/>
                  </a:lnTo>
                  <a:lnTo>
                    <a:pt x="73683" y="255708"/>
                  </a:lnTo>
                  <a:close/>
                </a:path>
              </a:pathLst>
            </a:custGeom>
            <a:solidFill>
              <a:srgbClr val="9EB5C0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10"/>
            <p:cNvSpPr/>
            <p:nvPr/>
          </p:nvSpPr>
          <p:spPr>
            <a:xfrm>
              <a:off x="3589648" y="5298386"/>
              <a:ext cx="62950" cy="94236"/>
            </a:xfrm>
            <a:custGeom>
              <a:avLst/>
              <a:pathLst>
                <a:path w="62950" h="94236">
                  <a:moveTo>
                    <a:pt x="36128" y="88867"/>
                  </a:moveTo>
                  <a:lnTo>
                    <a:pt x="36420" y="88976"/>
                  </a:lnTo>
                  <a:lnTo>
                    <a:pt x="37248" y="89501"/>
                  </a:lnTo>
                  <a:lnTo>
                    <a:pt x="37915" y="89760"/>
                  </a:lnTo>
                  <a:lnTo>
                    <a:pt x="38177" y="89842"/>
                  </a:lnTo>
                  <a:lnTo>
                    <a:pt x="38779" y="89942"/>
                  </a:lnTo>
                  <a:lnTo>
                    <a:pt x="40275" y="89480"/>
                  </a:lnTo>
                  <a:lnTo>
                    <a:pt x="41442" y="90404"/>
                  </a:lnTo>
                  <a:lnTo>
                    <a:pt x="41552" y="91188"/>
                  </a:lnTo>
                  <a:lnTo>
                    <a:pt x="41594" y="91327"/>
                  </a:lnTo>
                  <a:lnTo>
                    <a:pt x="41656" y="91531"/>
                  </a:lnTo>
                  <a:lnTo>
                    <a:pt x="42037" y="91597"/>
                  </a:lnTo>
                  <a:lnTo>
                    <a:pt x="42193" y="91624"/>
                  </a:lnTo>
                  <a:lnTo>
                    <a:pt x="42380" y="91656"/>
                  </a:lnTo>
                  <a:lnTo>
                    <a:pt x="42636" y="91700"/>
                  </a:lnTo>
                  <a:lnTo>
                    <a:pt x="43065" y="91774"/>
                  </a:lnTo>
                  <a:lnTo>
                    <a:pt x="43274" y="91811"/>
                  </a:lnTo>
                  <a:lnTo>
                    <a:pt x="45060" y="92261"/>
                  </a:lnTo>
                  <a:lnTo>
                    <a:pt x="45722" y="92229"/>
                  </a:lnTo>
                  <a:lnTo>
                    <a:pt x="45704" y="92465"/>
                  </a:lnTo>
                  <a:lnTo>
                    <a:pt x="45691" y="92594"/>
                  </a:lnTo>
                  <a:lnTo>
                    <a:pt x="45710" y="92754"/>
                  </a:lnTo>
                  <a:lnTo>
                    <a:pt x="45782" y="93047"/>
                  </a:lnTo>
                  <a:lnTo>
                    <a:pt x="46349" y="93981"/>
                  </a:lnTo>
                  <a:lnTo>
                    <a:pt x="46745" y="94236"/>
                  </a:lnTo>
                  <a:lnTo>
                    <a:pt x="47216" y="94186"/>
                  </a:lnTo>
                  <a:lnTo>
                    <a:pt x="47721" y="93831"/>
                  </a:lnTo>
                  <a:lnTo>
                    <a:pt x="48326" y="93491"/>
                  </a:lnTo>
                  <a:lnTo>
                    <a:pt x="48468" y="93493"/>
                  </a:lnTo>
                  <a:lnTo>
                    <a:pt x="48663" y="93509"/>
                  </a:lnTo>
                  <a:lnTo>
                    <a:pt x="50664" y="93850"/>
                  </a:lnTo>
                  <a:lnTo>
                    <a:pt x="51075" y="93095"/>
                  </a:lnTo>
                  <a:lnTo>
                    <a:pt x="51398" y="92962"/>
                  </a:lnTo>
                  <a:lnTo>
                    <a:pt x="51810" y="92654"/>
                  </a:lnTo>
                  <a:lnTo>
                    <a:pt x="51915" y="92514"/>
                  </a:lnTo>
                  <a:lnTo>
                    <a:pt x="52094" y="92257"/>
                  </a:lnTo>
                  <a:lnTo>
                    <a:pt x="52270" y="92159"/>
                  </a:lnTo>
                  <a:lnTo>
                    <a:pt x="52336" y="91806"/>
                  </a:lnTo>
                  <a:lnTo>
                    <a:pt x="53046" y="91124"/>
                  </a:lnTo>
                  <a:lnTo>
                    <a:pt x="53273" y="90476"/>
                  </a:lnTo>
                  <a:lnTo>
                    <a:pt x="53488" y="90340"/>
                  </a:lnTo>
                  <a:lnTo>
                    <a:pt x="54237" y="90121"/>
                  </a:lnTo>
                  <a:lnTo>
                    <a:pt x="56425" y="89676"/>
                  </a:lnTo>
                  <a:lnTo>
                    <a:pt x="57975" y="89386"/>
                  </a:lnTo>
                  <a:lnTo>
                    <a:pt x="58876" y="88612"/>
                  </a:lnTo>
                  <a:lnTo>
                    <a:pt x="58812" y="88183"/>
                  </a:lnTo>
                  <a:lnTo>
                    <a:pt x="58746" y="87827"/>
                  </a:lnTo>
                  <a:lnTo>
                    <a:pt x="58476" y="87326"/>
                  </a:lnTo>
                  <a:lnTo>
                    <a:pt x="57681" y="84853"/>
                  </a:lnTo>
                  <a:lnTo>
                    <a:pt x="57576" y="84526"/>
                  </a:lnTo>
                  <a:lnTo>
                    <a:pt x="57101" y="82847"/>
                  </a:lnTo>
                  <a:lnTo>
                    <a:pt x="56909" y="82363"/>
                  </a:lnTo>
                  <a:lnTo>
                    <a:pt x="55930" y="80489"/>
                  </a:lnTo>
                  <a:lnTo>
                    <a:pt x="55585" y="79148"/>
                  </a:lnTo>
                  <a:lnTo>
                    <a:pt x="55533" y="78799"/>
                  </a:lnTo>
                  <a:lnTo>
                    <a:pt x="55363" y="77673"/>
                  </a:lnTo>
                  <a:lnTo>
                    <a:pt x="55846" y="76173"/>
                  </a:lnTo>
                  <a:lnTo>
                    <a:pt x="55809" y="75511"/>
                  </a:lnTo>
                  <a:lnTo>
                    <a:pt x="55759" y="74592"/>
                  </a:lnTo>
                  <a:lnTo>
                    <a:pt x="55694" y="73414"/>
                  </a:lnTo>
                  <a:lnTo>
                    <a:pt x="55946" y="72466"/>
                  </a:lnTo>
                  <a:lnTo>
                    <a:pt x="56442" y="70091"/>
                  </a:lnTo>
                  <a:lnTo>
                    <a:pt x="56571" y="69079"/>
                  </a:lnTo>
                  <a:lnTo>
                    <a:pt x="57441" y="65087"/>
                  </a:lnTo>
                  <a:lnTo>
                    <a:pt x="57542" y="64656"/>
                  </a:lnTo>
                  <a:lnTo>
                    <a:pt x="58158" y="62651"/>
                  </a:lnTo>
                  <a:lnTo>
                    <a:pt x="58209" y="62417"/>
                  </a:lnTo>
                  <a:lnTo>
                    <a:pt x="58337" y="62128"/>
                  </a:lnTo>
                  <a:lnTo>
                    <a:pt x="58380" y="61785"/>
                  </a:lnTo>
                  <a:lnTo>
                    <a:pt x="58746" y="61065"/>
                  </a:lnTo>
                  <a:lnTo>
                    <a:pt x="58932" y="60699"/>
                  </a:lnTo>
                  <a:lnTo>
                    <a:pt x="59047" y="60549"/>
                  </a:lnTo>
                  <a:lnTo>
                    <a:pt x="59327" y="60160"/>
                  </a:lnTo>
                  <a:lnTo>
                    <a:pt x="59817" y="59259"/>
                  </a:lnTo>
                  <a:lnTo>
                    <a:pt x="60013" y="59051"/>
                  </a:lnTo>
                  <a:lnTo>
                    <a:pt x="62160" y="57260"/>
                  </a:lnTo>
                  <a:lnTo>
                    <a:pt x="62623" y="55874"/>
                  </a:lnTo>
                  <a:lnTo>
                    <a:pt x="62950" y="55489"/>
                  </a:lnTo>
                  <a:lnTo>
                    <a:pt x="62511" y="54887"/>
                  </a:lnTo>
                  <a:lnTo>
                    <a:pt x="61672" y="53617"/>
                  </a:lnTo>
                  <a:lnTo>
                    <a:pt x="61492" y="52821"/>
                  </a:lnTo>
                  <a:lnTo>
                    <a:pt x="61293" y="51838"/>
                  </a:lnTo>
                  <a:lnTo>
                    <a:pt x="61222" y="51583"/>
                  </a:lnTo>
                  <a:lnTo>
                    <a:pt x="61250" y="51405"/>
                  </a:lnTo>
                  <a:lnTo>
                    <a:pt x="61345" y="51207"/>
                  </a:lnTo>
                  <a:lnTo>
                    <a:pt x="61426" y="50880"/>
                  </a:lnTo>
                  <a:lnTo>
                    <a:pt x="61418" y="50712"/>
                  </a:lnTo>
                  <a:lnTo>
                    <a:pt x="61429" y="50468"/>
                  </a:lnTo>
                  <a:lnTo>
                    <a:pt x="61444" y="50304"/>
                  </a:lnTo>
                  <a:lnTo>
                    <a:pt x="61447" y="50098"/>
                  </a:lnTo>
                  <a:lnTo>
                    <a:pt x="61421" y="49897"/>
                  </a:lnTo>
                  <a:lnTo>
                    <a:pt x="61417" y="49734"/>
                  </a:lnTo>
                  <a:lnTo>
                    <a:pt x="61366" y="49491"/>
                  </a:lnTo>
                  <a:lnTo>
                    <a:pt x="61192" y="49006"/>
                  </a:lnTo>
                  <a:lnTo>
                    <a:pt x="61107" y="48724"/>
                  </a:lnTo>
                  <a:lnTo>
                    <a:pt x="60961" y="48397"/>
                  </a:lnTo>
                  <a:lnTo>
                    <a:pt x="60251" y="46654"/>
                  </a:lnTo>
                  <a:lnTo>
                    <a:pt x="60170" y="46317"/>
                  </a:lnTo>
                  <a:lnTo>
                    <a:pt x="59981" y="45620"/>
                  </a:lnTo>
                  <a:lnTo>
                    <a:pt x="59627" y="45474"/>
                  </a:lnTo>
                  <a:lnTo>
                    <a:pt x="59466" y="45436"/>
                  </a:lnTo>
                  <a:lnTo>
                    <a:pt x="58883" y="45324"/>
                  </a:lnTo>
                  <a:lnTo>
                    <a:pt x="57767" y="46442"/>
                  </a:lnTo>
                  <a:lnTo>
                    <a:pt x="57466" y="46466"/>
                  </a:lnTo>
                  <a:lnTo>
                    <a:pt x="57129" y="46296"/>
                  </a:lnTo>
                  <a:lnTo>
                    <a:pt x="56902" y="46336"/>
                  </a:lnTo>
                  <a:lnTo>
                    <a:pt x="56107" y="46338"/>
                  </a:lnTo>
                  <a:lnTo>
                    <a:pt x="55322" y="46154"/>
                  </a:lnTo>
                  <a:lnTo>
                    <a:pt x="55095" y="45996"/>
                  </a:lnTo>
                  <a:lnTo>
                    <a:pt x="54890" y="45806"/>
                  </a:lnTo>
                  <a:lnTo>
                    <a:pt x="54708" y="45658"/>
                  </a:lnTo>
                  <a:lnTo>
                    <a:pt x="54554" y="45514"/>
                  </a:lnTo>
                  <a:lnTo>
                    <a:pt x="53900" y="45000"/>
                  </a:lnTo>
                  <a:lnTo>
                    <a:pt x="53708" y="44940"/>
                  </a:lnTo>
                  <a:lnTo>
                    <a:pt x="53575" y="44882"/>
                  </a:lnTo>
                  <a:lnTo>
                    <a:pt x="53229" y="44704"/>
                  </a:lnTo>
                  <a:lnTo>
                    <a:pt x="52425" y="43427"/>
                  </a:lnTo>
                  <a:lnTo>
                    <a:pt x="52243" y="43255"/>
                  </a:lnTo>
                  <a:lnTo>
                    <a:pt x="51919" y="42984"/>
                  </a:lnTo>
                  <a:lnTo>
                    <a:pt x="50292" y="40906"/>
                  </a:lnTo>
                  <a:lnTo>
                    <a:pt x="49638" y="40008"/>
                  </a:lnTo>
                  <a:lnTo>
                    <a:pt x="47875" y="38884"/>
                  </a:lnTo>
                  <a:lnTo>
                    <a:pt x="47872" y="38684"/>
                  </a:lnTo>
                  <a:lnTo>
                    <a:pt x="47814" y="38503"/>
                  </a:lnTo>
                  <a:lnTo>
                    <a:pt x="47826" y="38246"/>
                  </a:lnTo>
                  <a:lnTo>
                    <a:pt x="47716" y="37962"/>
                  </a:lnTo>
                  <a:lnTo>
                    <a:pt x="47341" y="36471"/>
                  </a:lnTo>
                  <a:lnTo>
                    <a:pt x="47325" y="35530"/>
                  </a:lnTo>
                  <a:lnTo>
                    <a:pt x="47026" y="34725"/>
                  </a:lnTo>
                  <a:lnTo>
                    <a:pt x="46950" y="34540"/>
                  </a:lnTo>
                  <a:lnTo>
                    <a:pt x="46911" y="34025"/>
                  </a:lnTo>
                  <a:lnTo>
                    <a:pt x="44825" y="31869"/>
                  </a:lnTo>
                  <a:lnTo>
                    <a:pt x="44910" y="29930"/>
                  </a:lnTo>
                  <a:lnTo>
                    <a:pt x="45301" y="29490"/>
                  </a:lnTo>
                  <a:lnTo>
                    <a:pt x="45633" y="28747"/>
                  </a:lnTo>
                  <a:lnTo>
                    <a:pt x="45586" y="28575"/>
                  </a:lnTo>
                  <a:lnTo>
                    <a:pt x="45644" y="28351"/>
                  </a:lnTo>
                  <a:lnTo>
                    <a:pt x="45726" y="28081"/>
                  </a:lnTo>
                  <a:lnTo>
                    <a:pt x="45783" y="27864"/>
                  </a:lnTo>
                  <a:lnTo>
                    <a:pt x="45801" y="27649"/>
                  </a:lnTo>
                  <a:lnTo>
                    <a:pt x="45841" y="24029"/>
                  </a:lnTo>
                  <a:lnTo>
                    <a:pt x="46181" y="22911"/>
                  </a:lnTo>
                  <a:lnTo>
                    <a:pt x="46122" y="21619"/>
                  </a:lnTo>
                  <a:lnTo>
                    <a:pt x="42790" y="20910"/>
                  </a:lnTo>
                  <a:lnTo>
                    <a:pt x="42643" y="20851"/>
                  </a:lnTo>
                  <a:lnTo>
                    <a:pt x="42513" y="20815"/>
                  </a:lnTo>
                  <a:lnTo>
                    <a:pt x="42361" y="20783"/>
                  </a:lnTo>
                  <a:lnTo>
                    <a:pt x="42199" y="20757"/>
                  </a:lnTo>
                  <a:lnTo>
                    <a:pt x="41379" y="18900"/>
                  </a:lnTo>
                  <a:lnTo>
                    <a:pt x="40490" y="16259"/>
                  </a:lnTo>
                  <a:lnTo>
                    <a:pt x="40407" y="15889"/>
                  </a:lnTo>
                  <a:lnTo>
                    <a:pt x="40292" y="15544"/>
                  </a:lnTo>
                  <a:lnTo>
                    <a:pt x="39653" y="14156"/>
                  </a:lnTo>
                  <a:lnTo>
                    <a:pt x="39605" y="13868"/>
                  </a:lnTo>
                  <a:lnTo>
                    <a:pt x="39474" y="13372"/>
                  </a:lnTo>
                  <a:lnTo>
                    <a:pt x="39406" y="13148"/>
                  </a:lnTo>
                  <a:lnTo>
                    <a:pt x="38101" y="11370"/>
                  </a:lnTo>
                  <a:lnTo>
                    <a:pt x="37937" y="11319"/>
                  </a:lnTo>
                  <a:lnTo>
                    <a:pt x="37880" y="11119"/>
                  </a:lnTo>
                  <a:lnTo>
                    <a:pt x="37881" y="10896"/>
                  </a:lnTo>
                  <a:lnTo>
                    <a:pt x="37924" y="10661"/>
                  </a:lnTo>
                  <a:lnTo>
                    <a:pt x="38014" y="10122"/>
                  </a:lnTo>
                  <a:lnTo>
                    <a:pt x="38119" y="9794"/>
                  </a:lnTo>
                  <a:lnTo>
                    <a:pt x="38306" y="9485"/>
                  </a:lnTo>
                  <a:lnTo>
                    <a:pt x="38858" y="8906"/>
                  </a:lnTo>
                  <a:lnTo>
                    <a:pt x="39251" y="8509"/>
                  </a:lnTo>
                  <a:lnTo>
                    <a:pt x="39390" y="8367"/>
                  </a:lnTo>
                  <a:lnTo>
                    <a:pt x="39873" y="7569"/>
                  </a:lnTo>
                  <a:lnTo>
                    <a:pt x="39664" y="7409"/>
                  </a:lnTo>
                  <a:lnTo>
                    <a:pt x="38642" y="6609"/>
                  </a:lnTo>
                  <a:lnTo>
                    <a:pt x="38442" y="6450"/>
                  </a:lnTo>
                  <a:lnTo>
                    <a:pt x="37813" y="5929"/>
                  </a:lnTo>
                  <a:lnTo>
                    <a:pt x="37790" y="5710"/>
                  </a:lnTo>
                  <a:lnTo>
                    <a:pt x="37773" y="5554"/>
                  </a:lnTo>
                  <a:lnTo>
                    <a:pt x="36497" y="4136"/>
                  </a:lnTo>
                  <a:lnTo>
                    <a:pt x="36276" y="3908"/>
                  </a:lnTo>
                  <a:lnTo>
                    <a:pt x="36061" y="3787"/>
                  </a:lnTo>
                  <a:lnTo>
                    <a:pt x="35739" y="3755"/>
                  </a:lnTo>
                  <a:lnTo>
                    <a:pt x="35460" y="3781"/>
                  </a:lnTo>
                  <a:lnTo>
                    <a:pt x="35156" y="3920"/>
                  </a:lnTo>
                  <a:lnTo>
                    <a:pt x="35097" y="4071"/>
                  </a:lnTo>
                  <a:lnTo>
                    <a:pt x="35030" y="4283"/>
                  </a:lnTo>
                  <a:lnTo>
                    <a:pt x="34818" y="4368"/>
                  </a:lnTo>
                  <a:lnTo>
                    <a:pt x="34521" y="4559"/>
                  </a:lnTo>
                  <a:lnTo>
                    <a:pt x="32462" y="5175"/>
                  </a:lnTo>
                  <a:lnTo>
                    <a:pt x="32078" y="5260"/>
                  </a:lnTo>
                  <a:lnTo>
                    <a:pt x="31705" y="5280"/>
                  </a:lnTo>
                  <a:lnTo>
                    <a:pt x="31059" y="4732"/>
                  </a:lnTo>
                  <a:lnTo>
                    <a:pt x="31105" y="4581"/>
                  </a:lnTo>
                  <a:lnTo>
                    <a:pt x="31243" y="4262"/>
                  </a:lnTo>
                  <a:lnTo>
                    <a:pt x="31274" y="3907"/>
                  </a:lnTo>
                  <a:lnTo>
                    <a:pt x="31221" y="3600"/>
                  </a:lnTo>
                  <a:lnTo>
                    <a:pt x="29862" y="2927"/>
                  </a:lnTo>
                  <a:lnTo>
                    <a:pt x="29596" y="2665"/>
                  </a:lnTo>
                  <a:lnTo>
                    <a:pt x="27966" y="1017"/>
                  </a:lnTo>
                  <a:lnTo>
                    <a:pt x="23289" y="895"/>
                  </a:lnTo>
                  <a:lnTo>
                    <a:pt x="22576" y="707"/>
                  </a:lnTo>
                  <a:lnTo>
                    <a:pt x="21722" y="543"/>
                  </a:lnTo>
                  <a:lnTo>
                    <a:pt x="19328" y="0"/>
                  </a:lnTo>
                  <a:lnTo>
                    <a:pt x="18126" y="70"/>
                  </a:lnTo>
                  <a:lnTo>
                    <a:pt x="17970" y="94"/>
                  </a:lnTo>
                  <a:lnTo>
                    <a:pt x="17192" y="212"/>
                  </a:lnTo>
                  <a:lnTo>
                    <a:pt x="17022" y="638"/>
                  </a:lnTo>
                  <a:lnTo>
                    <a:pt x="16564" y="933"/>
                  </a:lnTo>
                  <a:lnTo>
                    <a:pt x="16364" y="1121"/>
                  </a:lnTo>
                  <a:lnTo>
                    <a:pt x="16164" y="1308"/>
                  </a:lnTo>
                  <a:lnTo>
                    <a:pt x="15862" y="1588"/>
                  </a:lnTo>
                  <a:lnTo>
                    <a:pt x="15560" y="1871"/>
                  </a:lnTo>
                  <a:lnTo>
                    <a:pt x="15261" y="2146"/>
                  </a:lnTo>
                  <a:lnTo>
                    <a:pt x="14858" y="2521"/>
                  </a:lnTo>
                  <a:lnTo>
                    <a:pt x="14459" y="2894"/>
                  </a:lnTo>
                  <a:lnTo>
                    <a:pt x="14055" y="3270"/>
                  </a:lnTo>
                  <a:lnTo>
                    <a:pt x="13653" y="3643"/>
                  </a:lnTo>
                  <a:lnTo>
                    <a:pt x="13155" y="4109"/>
                  </a:lnTo>
                  <a:lnTo>
                    <a:pt x="12730" y="4504"/>
                  </a:lnTo>
                  <a:lnTo>
                    <a:pt x="12518" y="4852"/>
                  </a:lnTo>
                  <a:lnTo>
                    <a:pt x="12625" y="5108"/>
                  </a:lnTo>
                  <a:lnTo>
                    <a:pt x="12722" y="5344"/>
                  </a:lnTo>
                  <a:lnTo>
                    <a:pt x="12793" y="5535"/>
                  </a:lnTo>
                  <a:lnTo>
                    <a:pt x="12926" y="5835"/>
                  </a:lnTo>
                  <a:lnTo>
                    <a:pt x="13029" y="6064"/>
                  </a:lnTo>
                  <a:lnTo>
                    <a:pt x="13128" y="6281"/>
                  </a:lnTo>
                  <a:lnTo>
                    <a:pt x="13241" y="6532"/>
                  </a:lnTo>
                  <a:lnTo>
                    <a:pt x="13355" y="6784"/>
                  </a:lnTo>
                  <a:lnTo>
                    <a:pt x="13486" y="7075"/>
                  </a:lnTo>
                  <a:lnTo>
                    <a:pt x="13733" y="7644"/>
                  </a:lnTo>
                  <a:lnTo>
                    <a:pt x="13780" y="7775"/>
                  </a:lnTo>
                  <a:lnTo>
                    <a:pt x="13869" y="8033"/>
                  </a:lnTo>
                  <a:lnTo>
                    <a:pt x="13956" y="8292"/>
                  </a:lnTo>
                  <a:lnTo>
                    <a:pt x="14092" y="8677"/>
                  </a:lnTo>
                  <a:lnTo>
                    <a:pt x="14228" y="9065"/>
                  </a:lnTo>
                  <a:lnTo>
                    <a:pt x="14420" y="9668"/>
                  </a:lnTo>
                  <a:lnTo>
                    <a:pt x="14474" y="9938"/>
                  </a:lnTo>
                  <a:lnTo>
                    <a:pt x="14527" y="10204"/>
                  </a:lnTo>
                  <a:lnTo>
                    <a:pt x="14609" y="10608"/>
                  </a:lnTo>
                  <a:lnTo>
                    <a:pt x="14690" y="11010"/>
                  </a:lnTo>
                  <a:lnTo>
                    <a:pt x="14768" y="11395"/>
                  </a:lnTo>
                  <a:lnTo>
                    <a:pt x="14722" y="11692"/>
                  </a:lnTo>
                  <a:lnTo>
                    <a:pt x="14695" y="11901"/>
                  </a:lnTo>
                  <a:lnTo>
                    <a:pt x="14686" y="12056"/>
                  </a:lnTo>
                  <a:lnTo>
                    <a:pt x="14676" y="12293"/>
                  </a:lnTo>
                  <a:lnTo>
                    <a:pt x="14668" y="12582"/>
                  </a:lnTo>
                  <a:lnTo>
                    <a:pt x="14663" y="12718"/>
                  </a:lnTo>
                  <a:lnTo>
                    <a:pt x="14655" y="12993"/>
                  </a:lnTo>
                  <a:lnTo>
                    <a:pt x="14641" y="13403"/>
                  </a:lnTo>
                  <a:lnTo>
                    <a:pt x="14636" y="13858"/>
                  </a:lnTo>
                  <a:lnTo>
                    <a:pt x="14640" y="13990"/>
                  </a:lnTo>
                  <a:lnTo>
                    <a:pt x="14644" y="14265"/>
                  </a:lnTo>
                  <a:lnTo>
                    <a:pt x="14675" y="14691"/>
                  </a:lnTo>
                  <a:lnTo>
                    <a:pt x="14766" y="14948"/>
                  </a:lnTo>
                  <a:lnTo>
                    <a:pt x="14833" y="15140"/>
                  </a:lnTo>
                  <a:lnTo>
                    <a:pt x="14917" y="15382"/>
                  </a:lnTo>
                  <a:lnTo>
                    <a:pt x="15006" y="15643"/>
                  </a:lnTo>
                  <a:lnTo>
                    <a:pt x="15138" y="16028"/>
                  </a:lnTo>
                  <a:lnTo>
                    <a:pt x="15186" y="16159"/>
                  </a:lnTo>
                  <a:lnTo>
                    <a:pt x="14995" y="16171"/>
                  </a:lnTo>
                  <a:lnTo>
                    <a:pt x="14862" y="16177"/>
                  </a:lnTo>
                  <a:lnTo>
                    <a:pt x="14724" y="16186"/>
                  </a:lnTo>
                  <a:lnTo>
                    <a:pt x="14454" y="16201"/>
                  </a:lnTo>
                  <a:lnTo>
                    <a:pt x="14183" y="16216"/>
                  </a:lnTo>
                  <a:lnTo>
                    <a:pt x="13910" y="16232"/>
                  </a:lnTo>
                  <a:lnTo>
                    <a:pt x="13634" y="16249"/>
                  </a:lnTo>
                  <a:lnTo>
                    <a:pt x="13361" y="16265"/>
                  </a:lnTo>
                  <a:lnTo>
                    <a:pt x="13088" y="16280"/>
                  </a:lnTo>
                  <a:lnTo>
                    <a:pt x="12960" y="16289"/>
                  </a:lnTo>
                  <a:lnTo>
                    <a:pt x="12817" y="16309"/>
                  </a:lnTo>
                  <a:lnTo>
                    <a:pt x="12651" y="16496"/>
                  </a:lnTo>
                  <a:lnTo>
                    <a:pt x="12466" y="16704"/>
                  </a:lnTo>
                  <a:lnTo>
                    <a:pt x="12282" y="16910"/>
                  </a:lnTo>
                  <a:lnTo>
                    <a:pt x="12009" y="17217"/>
                  </a:lnTo>
                  <a:lnTo>
                    <a:pt x="11738" y="17525"/>
                  </a:lnTo>
                  <a:lnTo>
                    <a:pt x="11469" y="17825"/>
                  </a:lnTo>
                  <a:lnTo>
                    <a:pt x="11287" y="18031"/>
                  </a:lnTo>
                  <a:lnTo>
                    <a:pt x="11073" y="18271"/>
                  </a:lnTo>
                  <a:lnTo>
                    <a:pt x="10891" y="18476"/>
                  </a:lnTo>
                  <a:lnTo>
                    <a:pt x="10708" y="18681"/>
                  </a:lnTo>
                  <a:lnTo>
                    <a:pt x="10527" y="18888"/>
                  </a:lnTo>
                  <a:lnTo>
                    <a:pt x="10341" y="19095"/>
                  </a:lnTo>
                  <a:lnTo>
                    <a:pt x="10155" y="19304"/>
                  </a:lnTo>
                  <a:lnTo>
                    <a:pt x="9973" y="19507"/>
                  </a:lnTo>
                  <a:lnTo>
                    <a:pt x="9699" y="19816"/>
                  </a:lnTo>
                  <a:lnTo>
                    <a:pt x="9516" y="20022"/>
                  </a:lnTo>
                  <a:lnTo>
                    <a:pt x="9334" y="20225"/>
                  </a:lnTo>
                  <a:lnTo>
                    <a:pt x="9148" y="20432"/>
                  </a:lnTo>
                  <a:lnTo>
                    <a:pt x="8967" y="20635"/>
                  </a:lnTo>
                  <a:lnTo>
                    <a:pt x="8689" y="20946"/>
                  </a:lnTo>
                  <a:lnTo>
                    <a:pt x="8504" y="21154"/>
                  </a:lnTo>
                  <a:lnTo>
                    <a:pt x="8320" y="21360"/>
                  </a:lnTo>
                  <a:lnTo>
                    <a:pt x="8126" y="21579"/>
                  </a:lnTo>
                  <a:lnTo>
                    <a:pt x="7850" y="21887"/>
                  </a:lnTo>
                  <a:lnTo>
                    <a:pt x="7663" y="22099"/>
                  </a:lnTo>
                  <a:lnTo>
                    <a:pt x="7447" y="22337"/>
                  </a:lnTo>
                  <a:lnTo>
                    <a:pt x="7261" y="22552"/>
                  </a:lnTo>
                  <a:lnTo>
                    <a:pt x="6986" y="22859"/>
                  </a:lnTo>
                  <a:lnTo>
                    <a:pt x="6802" y="23067"/>
                  </a:lnTo>
                  <a:lnTo>
                    <a:pt x="6617" y="23272"/>
                  </a:lnTo>
                  <a:lnTo>
                    <a:pt x="6342" y="23576"/>
                  </a:lnTo>
                  <a:lnTo>
                    <a:pt x="6159" y="23783"/>
                  </a:lnTo>
                  <a:lnTo>
                    <a:pt x="5989" y="23973"/>
                  </a:lnTo>
                  <a:lnTo>
                    <a:pt x="5818" y="24168"/>
                  </a:lnTo>
                  <a:lnTo>
                    <a:pt x="5633" y="24377"/>
                  </a:lnTo>
                  <a:lnTo>
                    <a:pt x="5445" y="24584"/>
                  </a:lnTo>
                  <a:lnTo>
                    <a:pt x="5170" y="24893"/>
                  </a:lnTo>
                  <a:lnTo>
                    <a:pt x="4987" y="25098"/>
                  </a:lnTo>
                  <a:lnTo>
                    <a:pt x="4714" y="25404"/>
                  </a:lnTo>
                  <a:lnTo>
                    <a:pt x="4439" y="25710"/>
                  </a:lnTo>
                  <a:lnTo>
                    <a:pt x="4165" y="26020"/>
                  </a:lnTo>
                  <a:lnTo>
                    <a:pt x="3795" y="26434"/>
                  </a:lnTo>
                  <a:lnTo>
                    <a:pt x="3333" y="26954"/>
                  </a:lnTo>
                  <a:lnTo>
                    <a:pt x="2898" y="27444"/>
                  </a:lnTo>
                  <a:lnTo>
                    <a:pt x="2441" y="27953"/>
                  </a:lnTo>
                  <a:lnTo>
                    <a:pt x="1800" y="28674"/>
                  </a:lnTo>
                  <a:lnTo>
                    <a:pt x="1338" y="29191"/>
                  </a:lnTo>
                  <a:lnTo>
                    <a:pt x="1064" y="29500"/>
                  </a:lnTo>
                  <a:lnTo>
                    <a:pt x="828" y="29764"/>
                  </a:lnTo>
                  <a:lnTo>
                    <a:pt x="650" y="29962"/>
                  </a:lnTo>
                  <a:lnTo>
                    <a:pt x="191" y="30482"/>
                  </a:lnTo>
                  <a:lnTo>
                    <a:pt x="0" y="33953"/>
                  </a:lnTo>
                  <a:lnTo>
                    <a:pt x="1065" y="35344"/>
                  </a:lnTo>
                  <a:lnTo>
                    <a:pt x="2298" y="37177"/>
                  </a:lnTo>
                  <a:lnTo>
                    <a:pt x="2517" y="37465"/>
                  </a:lnTo>
                  <a:lnTo>
                    <a:pt x="2892" y="37390"/>
                  </a:lnTo>
                  <a:lnTo>
                    <a:pt x="3363" y="37302"/>
                  </a:lnTo>
                  <a:lnTo>
                    <a:pt x="4035" y="37475"/>
                  </a:lnTo>
                  <a:lnTo>
                    <a:pt x="5059" y="37411"/>
                  </a:lnTo>
                  <a:lnTo>
                    <a:pt x="5284" y="37556"/>
                  </a:lnTo>
                  <a:lnTo>
                    <a:pt x="5623" y="37763"/>
                  </a:lnTo>
                  <a:lnTo>
                    <a:pt x="5908" y="37936"/>
                  </a:lnTo>
                  <a:lnTo>
                    <a:pt x="6162" y="38223"/>
                  </a:lnTo>
                  <a:lnTo>
                    <a:pt x="6239" y="38653"/>
                  </a:lnTo>
                  <a:lnTo>
                    <a:pt x="6473" y="39110"/>
                  </a:lnTo>
                  <a:lnTo>
                    <a:pt x="6777" y="39363"/>
                  </a:lnTo>
                  <a:lnTo>
                    <a:pt x="7230" y="39121"/>
                  </a:lnTo>
                  <a:lnTo>
                    <a:pt x="7348" y="38982"/>
                  </a:lnTo>
                  <a:lnTo>
                    <a:pt x="7936" y="38663"/>
                  </a:lnTo>
                  <a:lnTo>
                    <a:pt x="8082" y="38996"/>
                  </a:lnTo>
                  <a:lnTo>
                    <a:pt x="8287" y="39394"/>
                  </a:lnTo>
                  <a:lnTo>
                    <a:pt x="14267" y="44599"/>
                  </a:lnTo>
                  <a:lnTo>
                    <a:pt x="15151" y="44769"/>
                  </a:lnTo>
                  <a:lnTo>
                    <a:pt x="15277" y="44958"/>
                  </a:lnTo>
                  <a:lnTo>
                    <a:pt x="15604" y="45449"/>
                  </a:lnTo>
                  <a:lnTo>
                    <a:pt x="16131" y="46567"/>
                  </a:lnTo>
                  <a:lnTo>
                    <a:pt x="16242" y="47092"/>
                  </a:lnTo>
                  <a:lnTo>
                    <a:pt x="16385" y="47769"/>
                  </a:lnTo>
                  <a:lnTo>
                    <a:pt x="16587" y="47999"/>
                  </a:lnTo>
                  <a:lnTo>
                    <a:pt x="16856" y="48889"/>
                  </a:lnTo>
                  <a:lnTo>
                    <a:pt x="17564" y="49929"/>
                  </a:lnTo>
                  <a:lnTo>
                    <a:pt x="17782" y="50545"/>
                  </a:lnTo>
                  <a:lnTo>
                    <a:pt x="17660" y="50718"/>
                  </a:lnTo>
                  <a:lnTo>
                    <a:pt x="17862" y="51489"/>
                  </a:lnTo>
                  <a:lnTo>
                    <a:pt x="18036" y="51783"/>
                  </a:lnTo>
                  <a:lnTo>
                    <a:pt x="18040" y="52284"/>
                  </a:lnTo>
                  <a:lnTo>
                    <a:pt x="18117" y="52727"/>
                  </a:lnTo>
                  <a:lnTo>
                    <a:pt x="18175" y="53242"/>
                  </a:lnTo>
                  <a:lnTo>
                    <a:pt x="18169" y="53441"/>
                  </a:lnTo>
                  <a:lnTo>
                    <a:pt x="18167" y="53848"/>
                  </a:lnTo>
                  <a:lnTo>
                    <a:pt x="17627" y="55922"/>
                  </a:lnTo>
                  <a:lnTo>
                    <a:pt x="17765" y="56187"/>
                  </a:lnTo>
                  <a:lnTo>
                    <a:pt x="17853" y="56658"/>
                  </a:lnTo>
                  <a:lnTo>
                    <a:pt x="17708" y="56881"/>
                  </a:lnTo>
                  <a:lnTo>
                    <a:pt x="17399" y="57630"/>
                  </a:lnTo>
                  <a:lnTo>
                    <a:pt x="17016" y="57966"/>
                  </a:lnTo>
                  <a:lnTo>
                    <a:pt x="16536" y="58269"/>
                  </a:lnTo>
                  <a:lnTo>
                    <a:pt x="16520" y="58799"/>
                  </a:lnTo>
                  <a:lnTo>
                    <a:pt x="16545" y="59260"/>
                  </a:lnTo>
                  <a:lnTo>
                    <a:pt x="16265" y="59938"/>
                  </a:lnTo>
                  <a:lnTo>
                    <a:pt x="18300" y="63089"/>
                  </a:lnTo>
                  <a:lnTo>
                    <a:pt x="18417" y="63527"/>
                  </a:lnTo>
                  <a:lnTo>
                    <a:pt x="18469" y="63719"/>
                  </a:lnTo>
                  <a:lnTo>
                    <a:pt x="18980" y="64014"/>
                  </a:lnTo>
                  <a:lnTo>
                    <a:pt x="19190" y="64135"/>
                  </a:lnTo>
                  <a:lnTo>
                    <a:pt x="19423" y="65808"/>
                  </a:lnTo>
                  <a:lnTo>
                    <a:pt x="19491" y="66295"/>
                  </a:lnTo>
                  <a:lnTo>
                    <a:pt x="19776" y="68334"/>
                  </a:lnTo>
                  <a:lnTo>
                    <a:pt x="19795" y="68470"/>
                  </a:lnTo>
                  <a:lnTo>
                    <a:pt x="19816" y="68620"/>
                  </a:lnTo>
                  <a:lnTo>
                    <a:pt x="20191" y="71305"/>
                  </a:lnTo>
                  <a:lnTo>
                    <a:pt x="20585" y="71554"/>
                  </a:lnTo>
                  <a:lnTo>
                    <a:pt x="24426" y="73993"/>
                  </a:lnTo>
                  <a:lnTo>
                    <a:pt x="27859" y="74012"/>
                  </a:lnTo>
                  <a:lnTo>
                    <a:pt x="28587" y="74017"/>
                  </a:lnTo>
                  <a:lnTo>
                    <a:pt x="29752" y="74023"/>
                  </a:lnTo>
                  <a:lnTo>
                    <a:pt x="30431" y="74027"/>
                  </a:lnTo>
                  <a:lnTo>
                    <a:pt x="30485" y="74533"/>
                  </a:lnTo>
                  <a:lnTo>
                    <a:pt x="31126" y="80518"/>
                  </a:lnTo>
                  <a:lnTo>
                    <a:pt x="31145" y="80697"/>
                  </a:lnTo>
                  <a:lnTo>
                    <a:pt x="31225" y="81448"/>
                  </a:lnTo>
                  <a:lnTo>
                    <a:pt x="31345" y="82563"/>
                  </a:lnTo>
                  <a:lnTo>
                    <a:pt x="31450" y="83548"/>
                  </a:lnTo>
                  <a:lnTo>
                    <a:pt x="31592" y="84870"/>
                  </a:lnTo>
                  <a:lnTo>
                    <a:pt x="33936" y="87511"/>
                  </a:lnTo>
                  <a:lnTo>
                    <a:pt x="34374" y="87817"/>
                  </a:lnTo>
                  <a:lnTo>
                    <a:pt x="34668" y="88344"/>
                  </a:lnTo>
                  <a:lnTo>
                    <a:pt x="35128" y="89271"/>
                  </a:lnTo>
                  <a:close/>
                </a:path>
              </a:pathLst>
            </a:custGeom>
            <a:solidFill>
              <a:srgbClr val="234E5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11"/>
            <p:cNvSpPr/>
            <p:nvPr/>
          </p:nvSpPr>
          <p:spPr>
            <a:xfrm>
              <a:off x="2891821" y="4235983"/>
              <a:ext cx="605389" cy="501777"/>
            </a:xfrm>
            <a:custGeom>
              <a:avLst/>
              <a:pathLst>
                <a:path w="605389" h="501777">
                  <a:moveTo>
                    <a:pt x="177511" y="484133"/>
                  </a:moveTo>
                  <a:lnTo>
                    <a:pt x="177958" y="484768"/>
                  </a:lnTo>
                  <a:lnTo>
                    <a:pt x="178299" y="485105"/>
                  </a:lnTo>
                  <a:lnTo>
                    <a:pt x="178495" y="485382"/>
                  </a:lnTo>
                  <a:lnTo>
                    <a:pt x="178879" y="485647"/>
                  </a:lnTo>
                  <a:lnTo>
                    <a:pt x="179042" y="485917"/>
                  </a:lnTo>
                  <a:lnTo>
                    <a:pt x="179365" y="486449"/>
                  </a:lnTo>
                  <a:lnTo>
                    <a:pt x="179563" y="486782"/>
                  </a:lnTo>
                  <a:lnTo>
                    <a:pt x="179416" y="486924"/>
                  </a:lnTo>
                  <a:lnTo>
                    <a:pt x="179288" y="487049"/>
                  </a:lnTo>
                  <a:lnTo>
                    <a:pt x="178986" y="487342"/>
                  </a:lnTo>
                  <a:lnTo>
                    <a:pt x="178889" y="487482"/>
                  </a:lnTo>
                  <a:lnTo>
                    <a:pt x="178617" y="487777"/>
                  </a:lnTo>
                  <a:lnTo>
                    <a:pt x="178721" y="487963"/>
                  </a:lnTo>
                  <a:lnTo>
                    <a:pt x="178919" y="488260"/>
                  </a:lnTo>
                  <a:lnTo>
                    <a:pt x="179047" y="488454"/>
                  </a:lnTo>
                  <a:lnTo>
                    <a:pt x="179584" y="488517"/>
                  </a:lnTo>
                  <a:lnTo>
                    <a:pt x="179815" y="488547"/>
                  </a:lnTo>
                  <a:lnTo>
                    <a:pt x="180281" y="488589"/>
                  </a:lnTo>
                  <a:lnTo>
                    <a:pt x="180428" y="488388"/>
                  </a:lnTo>
                  <a:lnTo>
                    <a:pt x="180866" y="488006"/>
                  </a:lnTo>
                  <a:lnTo>
                    <a:pt x="181136" y="487945"/>
                  </a:lnTo>
                  <a:lnTo>
                    <a:pt x="181708" y="487881"/>
                  </a:lnTo>
                  <a:lnTo>
                    <a:pt x="182306" y="487757"/>
                  </a:lnTo>
                  <a:lnTo>
                    <a:pt x="182533" y="487726"/>
                  </a:lnTo>
                  <a:lnTo>
                    <a:pt x="182729" y="487695"/>
                  </a:lnTo>
                  <a:lnTo>
                    <a:pt x="182881" y="487726"/>
                  </a:lnTo>
                  <a:lnTo>
                    <a:pt x="183072" y="487767"/>
                  </a:lnTo>
                  <a:lnTo>
                    <a:pt x="183464" y="487846"/>
                  </a:lnTo>
                  <a:lnTo>
                    <a:pt x="183688" y="487894"/>
                  </a:lnTo>
                  <a:lnTo>
                    <a:pt x="184215" y="487922"/>
                  </a:lnTo>
                  <a:lnTo>
                    <a:pt x="184449" y="487802"/>
                  </a:lnTo>
                  <a:lnTo>
                    <a:pt x="184601" y="487726"/>
                  </a:lnTo>
                  <a:lnTo>
                    <a:pt x="184960" y="487492"/>
                  </a:lnTo>
                  <a:lnTo>
                    <a:pt x="185164" y="487362"/>
                  </a:lnTo>
                  <a:lnTo>
                    <a:pt x="185805" y="486996"/>
                  </a:lnTo>
                  <a:lnTo>
                    <a:pt x="186016" y="486879"/>
                  </a:lnTo>
                  <a:lnTo>
                    <a:pt x="186186" y="486787"/>
                  </a:lnTo>
                  <a:lnTo>
                    <a:pt x="186260" y="486652"/>
                  </a:lnTo>
                  <a:lnTo>
                    <a:pt x="186377" y="486431"/>
                  </a:lnTo>
                  <a:lnTo>
                    <a:pt x="186632" y="486136"/>
                  </a:lnTo>
                  <a:lnTo>
                    <a:pt x="186873" y="485777"/>
                  </a:lnTo>
                  <a:lnTo>
                    <a:pt x="187029" y="485568"/>
                  </a:lnTo>
                  <a:lnTo>
                    <a:pt x="187220" y="485311"/>
                  </a:lnTo>
                  <a:lnTo>
                    <a:pt x="187372" y="485054"/>
                  </a:lnTo>
                  <a:lnTo>
                    <a:pt x="187548" y="484759"/>
                  </a:lnTo>
                  <a:lnTo>
                    <a:pt x="188011" y="484360"/>
                  </a:lnTo>
                  <a:lnTo>
                    <a:pt x="188169" y="484255"/>
                  </a:lnTo>
                  <a:lnTo>
                    <a:pt x="188296" y="484159"/>
                  </a:lnTo>
                  <a:lnTo>
                    <a:pt x="188568" y="484034"/>
                  </a:lnTo>
                  <a:lnTo>
                    <a:pt x="188947" y="483968"/>
                  </a:lnTo>
                  <a:lnTo>
                    <a:pt x="189655" y="483675"/>
                  </a:lnTo>
                  <a:lnTo>
                    <a:pt x="190260" y="483431"/>
                  </a:lnTo>
                  <a:lnTo>
                    <a:pt x="190845" y="483212"/>
                  </a:lnTo>
                  <a:lnTo>
                    <a:pt x="191446" y="483011"/>
                  </a:lnTo>
                  <a:lnTo>
                    <a:pt x="192474" y="482515"/>
                  </a:lnTo>
                  <a:lnTo>
                    <a:pt x="193077" y="482896"/>
                  </a:lnTo>
                  <a:lnTo>
                    <a:pt x="193801" y="483387"/>
                  </a:lnTo>
                  <a:lnTo>
                    <a:pt x="194450" y="483912"/>
                  </a:lnTo>
                  <a:lnTo>
                    <a:pt x="194590" y="484116"/>
                  </a:lnTo>
                  <a:lnTo>
                    <a:pt x="194759" y="484468"/>
                  </a:lnTo>
                  <a:lnTo>
                    <a:pt x="194856" y="484813"/>
                  </a:lnTo>
                  <a:lnTo>
                    <a:pt x="194934" y="485202"/>
                  </a:lnTo>
                  <a:lnTo>
                    <a:pt x="194991" y="485595"/>
                  </a:lnTo>
                  <a:lnTo>
                    <a:pt x="195024" y="486070"/>
                  </a:lnTo>
                  <a:lnTo>
                    <a:pt x="195079" y="487267"/>
                  </a:lnTo>
                  <a:lnTo>
                    <a:pt x="195095" y="487649"/>
                  </a:lnTo>
                  <a:lnTo>
                    <a:pt x="194719" y="489953"/>
                  </a:lnTo>
                  <a:lnTo>
                    <a:pt x="194414" y="491598"/>
                  </a:lnTo>
                  <a:lnTo>
                    <a:pt x="194452" y="491926"/>
                  </a:lnTo>
                  <a:lnTo>
                    <a:pt x="194481" y="492086"/>
                  </a:lnTo>
                  <a:lnTo>
                    <a:pt x="194508" y="492240"/>
                  </a:lnTo>
                  <a:lnTo>
                    <a:pt x="194657" y="492577"/>
                  </a:lnTo>
                  <a:lnTo>
                    <a:pt x="194837" y="492834"/>
                  </a:lnTo>
                  <a:lnTo>
                    <a:pt x="195070" y="493029"/>
                  </a:lnTo>
                  <a:lnTo>
                    <a:pt x="195534" y="493305"/>
                  </a:lnTo>
                  <a:lnTo>
                    <a:pt x="198885" y="495205"/>
                  </a:lnTo>
                  <a:lnTo>
                    <a:pt x="199807" y="495742"/>
                  </a:lnTo>
                  <a:lnTo>
                    <a:pt x="200004" y="495988"/>
                  </a:lnTo>
                  <a:lnTo>
                    <a:pt x="200116" y="496357"/>
                  </a:lnTo>
                  <a:lnTo>
                    <a:pt x="200057" y="496596"/>
                  </a:lnTo>
                  <a:lnTo>
                    <a:pt x="199904" y="497117"/>
                  </a:lnTo>
                  <a:lnTo>
                    <a:pt x="200010" y="497509"/>
                  </a:lnTo>
                  <a:lnTo>
                    <a:pt x="200125" y="498026"/>
                  </a:lnTo>
                  <a:lnTo>
                    <a:pt x="200059" y="498281"/>
                  </a:lnTo>
                  <a:lnTo>
                    <a:pt x="200579" y="498413"/>
                  </a:lnTo>
                  <a:lnTo>
                    <a:pt x="200795" y="498464"/>
                  </a:lnTo>
                  <a:lnTo>
                    <a:pt x="201188" y="498606"/>
                  </a:lnTo>
                  <a:lnTo>
                    <a:pt x="201582" y="498756"/>
                  </a:lnTo>
                  <a:lnTo>
                    <a:pt x="201630" y="499068"/>
                  </a:lnTo>
                  <a:lnTo>
                    <a:pt x="201575" y="499366"/>
                  </a:lnTo>
                  <a:lnTo>
                    <a:pt x="201523" y="499623"/>
                  </a:lnTo>
                  <a:lnTo>
                    <a:pt x="201532" y="499867"/>
                  </a:lnTo>
                  <a:lnTo>
                    <a:pt x="201605" y="500200"/>
                  </a:lnTo>
                  <a:lnTo>
                    <a:pt x="201633" y="500592"/>
                  </a:lnTo>
                  <a:lnTo>
                    <a:pt x="202019" y="500794"/>
                  </a:lnTo>
                  <a:lnTo>
                    <a:pt x="202224" y="501027"/>
                  </a:lnTo>
                  <a:lnTo>
                    <a:pt x="202383" y="501204"/>
                  </a:lnTo>
                  <a:lnTo>
                    <a:pt x="202570" y="501363"/>
                  </a:lnTo>
                  <a:lnTo>
                    <a:pt x="203052" y="501777"/>
                  </a:lnTo>
                  <a:lnTo>
                    <a:pt x="203256" y="501681"/>
                  </a:lnTo>
                  <a:lnTo>
                    <a:pt x="203469" y="501623"/>
                  </a:lnTo>
                  <a:lnTo>
                    <a:pt x="203732" y="501580"/>
                  </a:lnTo>
                  <a:lnTo>
                    <a:pt x="204036" y="501486"/>
                  </a:lnTo>
                  <a:lnTo>
                    <a:pt x="204303" y="501403"/>
                  </a:lnTo>
                  <a:lnTo>
                    <a:pt x="205163" y="501138"/>
                  </a:lnTo>
                  <a:lnTo>
                    <a:pt x="205505" y="500801"/>
                  </a:lnTo>
                  <a:lnTo>
                    <a:pt x="205852" y="500563"/>
                  </a:lnTo>
                  <a:lnTo>
                    <a:pt x="206066" y="500229"/>
                  </a:lnTo>
                  <a:lnTo>
                    <a:pt x="206203" y="500159"/>
                  </a:lnTo>
                  <a:lnTo>
                    <a:pt x="206175" y="499881"/>
                  </a:lnTo>
                  <a:lnTo>
                    <a:pt x="206182" y="499370"/>
                  </a:lnTo>
                  <a:lnTo>
                    <a:pt x="206216" y="498492"/>
                  </a:lnTo>
                  <a:lnTo>
                    <a:pt x="206952" y="498022"/>
                  </a:lnTo>
                  <a:lnTo>
                    <a:pt x="207312" y="498186"/>
                  </a:lnTo>
                  <a:lnTo>
                    <a:pt x="207461" y="497876"/>
                  </a:lnTo>
                  <a:lnTo>
                    <a:pt x="207550" y="497699"/>
                  </a:lnTo>
                  <a:lnTo>
                    <a:pt x="207741" y="497372"/>
                  </a:lnTo>
                  <a:lnTo>
                    <a:pt x="208207" y="496574"/>
                  </a:lnTo>
                  <a:lnTo>
                    <a:pt x="208574" y="495946"/>
                  </a:lnTo>
                  <a:lnTo>
                    <a:pt x="209333" y="496133"/>
                  </a:lnTo>
                  <a:lnTo>
                    <a:pt x="209786" y="496245"/>
                  </a:lnTo>
                  <a:lnTo>
                    <a:pt x="210038" y="496283"/>
                  </a:lnTo>
                  <a:lnTo>
                    <a:pt x="210594" y="496366"/>
                  </a:lnTo>
                  <a:lnTo>
                    <a:pt x="210760" y="496386"/>
                  </a:lnTo>
                  <a:lnTo>
                    <a:pt x="211114" y="496431"/>
                  </a:lnTo>
                  <a:lnTo>
                    <a:pt x="211353" y="496461"/>
                  </a:lnTo>
                  <a:lnTo>
                    <a:pt x="211528" y="496483"/>
                  </a:lnTo>
                  <a:lnTo>
                    <a:pt x="212017" y="496546"/>
                  </a:lnTo>
                  <a:lnTo>
                    <a:pt x="212550" y="496616"/>
                  </a:lnTo>
                  <a:lnTo>
                    <a:pt x="212760" y="496643"/>
                  </a:lnTo>
                  <a:lnTo>
                    <a:pt x="212937" y="496666"/>
                  </a:lnTo>
                  <a:lnTo>
                    <a:pt x="213282" y="496792"/>
                  </a:lnTo>
                  <a:lnTo>
                    <a:pt x="214109" y="496379"/>
                  </a:lnTo>
                  <a:lnTo>
                    <a:pt x="214445" y="496372"/>
                  </a:lnTo>
                  <a:lnTo>
                    <a:pt x="214677" y="496367"/>
                  </a:lnTo>
                  <a:lnTo>
                    <a:pt x="215351" y="496352"/>
                  </a:lnTo>
                  <a:lnTo>
                    <a:pt x="216157" y="496334"/>
                  </a:lnTo>
                  <a:lnTo>
                    <a:pt x="216304" y="496288"/>
                  </a:lnTo>
                  <a:lnTo>
                    <a:pt x="216462" y="496255"/>
                  </a:lnTo>
                  <a:lnTo>
                    <a:pt x="216668" y="496240"/>
                  </a:lnTo>
                  <a:lnTo>
                    <a:pt x="217441" y="495596"/>
                  </a:lnTo>
                  <a:lnTo>
                    <a:pt x="217576" y="495550"/>
                  </a:lnTo>
                  <a:lnTo>
                    <a:pt x="217754" y="495471"/>
                  </a:lnTo>
                  <a:lnTo>
                    <a:pt x="218006" y="495367"/>
                  </a:lnTo>
                  <a:lnTo>
                    <a:pt x="218737" y="494703"/>
                  </a:lnTo>
                  <a:lnTo>
                    <a:pt x="218892" y="494639"/>
                  </a:lnTo>
                  <a:lnTo>
                    <a:pt x="219113" y="494527"/>
                  </a:lnTo>
                  <a:lnTo>
                    <a:pt x="219559" y="494352"/>
                  </a:lnTo>
                  <a:lnTo>
                    <a:pt x="219726" y="494186"/>
                  </a:lnTo>
                  <a:lnTo>
                    <a:pt x="220007" y="494082"/>
                  </a:lnTo>
                  <a:lnTo>
                    <a:pt x="220190" y="494013"/>
                  </a:lnTo>
                  <a:lnTo>
                    <a:pt x="220933" y="493863"/>
                  </a:lnTo>
                  <a:lnTo>
                    <a:pt x="221253" y="493830"/>
                  </a:lnTo>
                  <a:lnTo>
                    <a:pt x="221752" y="493815"/>
                  </a:lnTo>
                  <a:lnTo>
                    <a:pt x="222274" y="493751"/>
                  </a:lnTo>
                  <a:lnTo>
                    <a:pt x="222640" y="493723"/>
                  </a:lnTo>
                  <a:lnTo>
                    <a:pt x="222943" y="493716"/>
                  </a:lnTo>
                  <a:lnTo>
                    <a:pt x="223332" y="493708"/>
                  </a:lnTo>
                  <a:lnTo>
                    <a:pt x="223816" y="493695"/>
                  </a:lnTo>
                  <a:lnTo>
                    <a:pt x="224129" y="493619"/>
                  </a:lnTo>
                  <a:lnTo>
                    <a:pt x="224434" y="493543"/>
                  </a:lnTo>
                  <a:lnTo>
                    <a:pt x="224793" y="493471"/>
                  </a:lnTo>
                  <a:lnTo>
                    <a:pt x="224938" y="493446"/>
                  </a:lnTo>
                  <a:lnTo>
                    <a:pt x="225111" y="493482"/>
                  </a:lnTo>
                  <a:lnTo>
                    <a:pt x="225375" y="493494"/>
                  </a:lnTo>
                  <a:lnTo>
                    <a:pt x="225683" y="493538"/>
                  </a:lnTo>
                  <a:lnTo>
                    <a:pt x="226065" y="493586"/>
                  </a:lnTo>
                  <a:lnTo>
                    <a:pt x="226332" y="493627"/>
                  </a:lnTo>
                  <a:lnTo>
                    <a:pt x="226561" y="493754"/>
                  </a:lnTo>
                  <a:lnTo>
                    <a:pt x="226877" y="493940"/>
                  </a:lnTo>
                  <a:lnTo>
                    <a:pt x="227101" y="494105"/>
                  </a:lnTo>
                  <a:lnTo>
                    <a:pt x="227347" y="494263"/>
                  </a:lnTo>
                  <a:lnTo>
                    <a:pt x="227584" y="494426"/>
                  </a:lnTo>
                  <a:lnTo>
                    <a:pt x="227905" y="494604"/>
                  </a:lnTo>
                  <a:lnTo>
                    <a:pt x="228172" y="494800"/>
                  </a:lnTo>
                  <a:lnTo>
                    <a:pt x="228492" y="495029"/>
                  </a:lnTo>
                  <a:lnTo>
                    <a:pt x="228671" y="495181"/>
                  </a:lnTo>
                  <a:lnTo>
                    <a:pt x="228887" y="495326"/>
                  </a:lnTo>
                  <a:lnTo>
                    <a:pt x="229047" y="495431"/>
                  </a:lnTo>
                  <a:lnTo>
                    <a:pt x="229223" y="495535"/>
                  </a:lnTo>
                  <a:lnTo>
                    <a:pt x="229401" y="495652"/>
                  </a:lnTo>
                  <a:lnTo>
                    <a:pt x="229559" y="495817"/>
                  </a:lnTo>
                  <a:lnTo>
                    <a:pt x="229716" y="495899"/>
                  </a:lnTo>
                  <a:lnTo>
                    <a:pt x="229877" y="496057"/>
                  </a:lnTo>
                  <a:lnTo>
                    <a:pt x="230040" y="496219"/>
                  </a:lnTo>
                  <a:lnTo>
                    <a:pt x="230317" y="496471"/>
                  </a:lnTo>
                  <a:lnTo>
                    <a:pt x="230477" y="496545"/>
                  </a:lnTo>
                  <a:lnTo>
                    <a:pt x="230699" y="496655"/>
                  </a:lnTo>
                  <a:lnTo>
                    <a:pt x="230961" y="496795"/>
                  </a:lnTo>
                  <a:lnTo>
                    <a:pt x="231113" y="496866"/>
                  </a:lnTo>
                  <a:lnTo>
                    <a:pt x="231253" y="496940"/>
                  </a:lnTo>
                  <a:lnTo>
                    <a:pt x="231406" y="496978"/>
                  </a:lnTo>
                  <a:lnTo>
                    <a:pt x="231655" y="497021"/>
                  </a:lnTo>
                  <a:lnTo>
                    <a:pt x="232134" y="497077"/>
                  </a:lnTo>
                  <a:lnTo>
                    <a:pt x="232449" y="497115"/>
                  </a:lnTo>
                  <a:lnTo>
                    <a:pt x="232854" y="497138"/>
                  </a:lnTo>
                  <a:lnTo>
                    <a:pt x="233213" y="496978"/>
                  </a:lnTo>
                  <a:lnTo>
                    <a:pt x="233594" y="496807"/>
                  </a:lnTo>
                  <a:lnTo>
                    <a:pt x="233798" y="496744"/>
                  </a:lnTo>
                  <a:lnTo>
                    <a:pt x="234037" y="496601"/>
                  </a:lnTo>
                  <a:lnTo>
                    <a:pt x="234350" y="496675"/>
                  </a:lnTo>
                  <a:lnTo>
                    <a:pt x="234475" y="496833"/>
                  </a:lnTo>
                  <a:lnTo>
                    <a:pt x="234579" y="497003"/>
                  </a:lnTo>
                  <a:lnTo>
                    <a:pt x="234757" y="497080"/>
                  </a:lnTo>
                  <a:lnTo>
                    <a:pt x="235024" y="497163"/>
                  </a:lnTo>
                  <a:lnTo>
                    <a:pt x="235342" y="497288"/>
                  </a:lnTo>
                  <a:lnTo>
                    <a:pt x="235597" y="497393"/>
                  </a:lnTo>
                  <a:lnTo>
                    <a:pt x="235778" y="497438"/>
                  </a:lnTo>
                  <a:lnTo>
                    <a:pt x="236050" y="497476"/>
                  </a:lnTo>
                  <a:lnTo>
                    <a:pt x="236480" y="497502"/>
                  </a:lnTo>
                  <a:lnTo>
                    <a:pt x="236790" y="497527"/>
                  </a:lnTo>
                  <a:lnTo>
                    <a:pt x="236951" y="497504"/>
                  </a:lnTo>
                  <a:lnTo>
                    <a:pt x="237152" y="497476"/>
                  </a:lnTo>
                  <a:lnTo>
                    <a:pt x="237493" y="497413"/>
                  </a:lnTo>
                  <a:lnTo>
                    <a:pt x="237709" y="497370"/>
                  </a:lnTo>
                  <a:lnTo>
                    <a:pt x="238058" y="497278"/>
                  </a:lnTo>
                  <a:lnTo>
                    <a:pt x="238276" y="497240"/>
                  </a:lnTo>
                  <a:lnTo>
                    <a:pt x="238622" y="496975"/>
                  </a:lnTo>
                  <a:lnTo>
                    <a:pt x="238788" y="496810"/>
                  </a:lnTo>
                  <a:lnTo>
                    <a:pt x="238996" y="496604"/>
                  </a:lnTo>
                  <a:lnTo>
                    <a:pt x="239241" y="496283"/>
                  </a:lnTo>
                  <a:lnTo>
                    <a:pt x="239393" y="496357"/>
                  </a:lnTo>
                  <a:lnTo>
                    <a:pt x="239554" y="496400"/>
                  </a:lnTo>
                  <a:lnTo>
                    <a:pt x="239785" y="496448"/>
                  </a:lnTo>
                  <a:lnTo>
                    <a:pt x="240055" y="496512"/>
                  </a:lnTo>
                  <a:lnTo>
                    <a:pt x="240337" y="496591"/>
                  </a:lnTo>
                  <a:lnTo>
                    <a:pt x="240556" y="496497"/>
                  </a:lnTo>
                  <a:lnTo>
                    <a:pt x="240722" y="496281"/>
                  </a:lnTo>
                  <a:lnTo>
                    <a:pt x="240867" y="496044"/>
                  </a:lnTo>
                  <a:lnTo>
                    <a:pt x="240997" y="495800"/>
                  </a:lnTo>
                  <a:lnTo>
                    <a:pt x="241032" y="495632"/>
                  </a:lnTo>
                  <a:lnTo>
                    <a:pt x="241083" y="495278"/>
                  </a:lnTo>
                  <a:lnTo>
                    <a:pt x="241116" y="495001"/>
                  </a:lnTo>
                  <a:lnTo>
                    <a:pt x="241223" y="494690"/>
                  </a:lnTo>
                  <a:lnTo>
                    <a:pt x="241416" y="494644"/>
                  </a:lnTo>
                  <a:lnTo>
                    <a:pt x="241673" y="494604"/>
                  </a:lnTo>
                  <a:lnTo>
                    <a:pt x="242134" y="494492"/>
                  </a:lnTo>
                  <a:lnTo>
                    <a:pt x="242424" y="494413"/>
                  </a:lnTo>
                  <a:lnTo>
                    <a:pt x="242600" y="494263"/>
                  </a:lnTo>
                  <a:lnTo>
                    <a:pt x="242813" y="494085"/>
                  </a:lnTo>
                  <a:lnTo>
                    <a:pt x="243228" y="493746"/>
                  </a:lnTo>
                  <a:lnTo>
                    <a:pt x="243470" y="493662"/>
                  </a:lnTo>
                  <a:lnTo>
                    <a:pt x="243734" y="493838"/>
                  </a:lnTo>
                  <a:lnTo>
                    <a:pt x="243948" y="493978"/>
                  </a:lnTo>
                  <a:lnTo>
                    <a:pt x="244271" y="494148"/>
                  </a:lnTo>
                  <a:lnTo>
                    <a:pt x="244399" y="494171"/>
                  </a:lnTo>
                  <a:lnTo>
                    <a:pt x="245032" y="494260"/>
                  </a:lnTo>
                  <a:lnTo>
                    <a:pt x="245495" y="494324"/>
                  </a:lnTo>
                  <a:lnTo>
                    <a:pt x="246106" y="494405"/>
                  </a:lnTo>
                  <a:lnTo>
                    <a:pt x="246686" y="494484"/>
                  </a:lnTo>
                  <a:lnTo>
                    <a:pt x="247047" y="494672"/>
                  </a:lnTo>
                  <a:lnTo>
                    <a:pt x="247228" y="494769"/>
                  </a:lnTo>
                  <a:lnTo>
                    <a:pt x="247427" y="494881"/>
                  </a:lnTo>
                  <a:lnTo>
                    <a:pt x="247666" y="495016"/>
                  </a:lnTo>
                  <a:lnTo>
                    <a:pt x="247872" y="495214"/>
                  </a:lnTo>
                  <a:lnTo>
                    <a:pt x="248065" y="495408"/>
                  </a:lnTo>
                  <a:lnTo>
                    <a:pt x="248849" y="495906"/>
                  </a:lnTo>
                  <a:lnTo>
                    <a:pt x="249172" y="496092"/>
                  </a:lnTo>
                  <a:lnTo>
                    <a:pt x="249460" y="496255"/>
                  </a:lnTo>
                  <a:lnTo>
                    <a:pt x="249885" y="495833"/>
                  </a:lnTo>
                  <a:lnTo>
                    <a:pt x="250195" y="495525"/>
                  </a:lnTo>
                  <a:lnTo>
                    <a:pt x="250760" y="494965"/>
                  </a:lnTo>
                  <a:lnTo>
                    <a:pt x="250823" y="494723"/>
                  </a:lnTo>
                  <a:lnTo>
                    <a:pt x="250920" y="494357"/>
                  </a:lnTo>
                  <a:lnTo>
                    <a:pt x="251027" y="493957"/>
                  </a:lnTo>
                  <a:lnTo>
                    <a:pt x="251075" y="493779"/>
                  </a:lnTo>
                  <a:lnTo>
                    <a:pt x="251157" y="493476"/>
                  </a:lnTo>
                  <a:lnTo>
                    <a:pt x="251200" y="493324"/>
                  </a:lnTo>
                  <a:lnTo>
                    <a:pt x="251233" y="493141"/>
                  </a:lnTo>
                  <a:lnTo>
                    <a:pt x="251360" y="492996"/>
                  </a:lnTo>
                  <a:lnTo>
                    <a:pt x="251554" y="493001"/>
                  </a:lnTo>
                  <a:lnTo>
                    <a:pt x="252203" y="492973"/>
                  </a:lnTo>
                  <a:lnTo>
                    <a:pt x="252778" y="492965"/>
                  </a:lnTo>
                  <a:lnTo>
                    <a:pt x="253350" y="492962"/>
                  </a:lnTo>
                  <a:lnTo>
                    <a:pt x="253734" y="492965"/>
                  </a:lnTo>
                  <a:lnTo>
                    <a:pt x="253933" y="492922"/>
                  </a:lnTo>
                  <a:lnTo>
                    <a:pt x="254508" y="492744"/>
                  </a:lnTo>
                  <a:lnTo>
                    <a:pt x="255109" y="492555"/>
                  </a:lnTo>
                  <a:lnTo>
                    <a:pt x="255686" y="492380"/>
                  </a:lnTo>
                  <a:lnTo>
                    <a:pt x="256264" y="492235"/>
                  </a:lnTo>
                  <a:lnTo>
                    <a:pt x="256437" y="492179"/>
                  </a:lnTo>
                  <a:lnTo>
                    <a:pt x="256989" y="491983"/>
                  </a:lnTo>
                  <a:lnTo>
                    <a:pt x="257190" y="491878"/>
                  </a:lnTo>
                  <a:lnTo>
                    <a:pt x="257414" y="491901"/>
                  </a:lnTo>
                  <a:lnTo>
                    <a:pt x="257584" y="492100"/>
                  </a:lnTo>
                  <a:lnTo>
                    <a:pt x="257844" y="492408"/>
                  </a:lnTo>
                  <a:lnTo>
                    <a:pt x="258243" y="492879"/>
                  </a:lnTo>
                  <a:lnTo>
                    <a:pt x="258612" y="493268"/>
                  </a:lnTo>
                  <a:lnTo>
                    <a:pt x="258854" y="493642"/>
                  </a:lnTo>
                  <a:lnTo>
                    <a:pt x="258956" y="493802"/>
                  </a:lnTo>
                  <a:lnTo>
                    <a:pt x="259109" y="493960"/>
                  </a:lnTo>
                  <a:lnTo>
                    <a:pt x="259383" y="494064"/>
                  </a:lnTo>
                  <a:lnTo>
                    <a:pt x="259958" y="493560"/>
                  </a:lnTo>
                  <a:lnTo>
                    <a:pt x="260399" y="493192"/>
                  </a:lnTo>
                  <a:lnTo>
                    <a:pt x="260729" y="492919"/>
                  </a:lnTo>
                  <a:lnTo>
                    <a:pt x="260956" y="492749"/>
                  </a:lnTo>
                  <a:lnTo>
                    <a:pt x="261238" y="492535"/>
                  </a:lnTo>
                  <a:lnTo>
                    <a:pt x="261399" y="492464"/>
                  </a:lnTo>
                  <a:lnTo>
                    <a:pt x="261658" y="492352"/>
                  </a:lnTo>
                  <a:lnTo>
                    <a:pt x="262381" y="492054"/>
                  </a:lnTo>
                  <a:lnTo>
                    <a:pt x="262533" y="491988"/>
                  </a:lnTo>
                  <a:lnTo>
                    <a:pt x="262849" y="491851"/>
                  </a:lnTo>
                  <a:lnTo>
                    <a:pt x="263460" y="491642"/>
                  </a:lnTo>
                  <a:lnTo>
                    <a:pt x="263691" y="491560"/>
                  </a:lnTo>
                  <a:lnTo>
                    <a:pt x="264119" y="491349"/>
                  </a:lnTo>
                  <a:lnTo>
                    <a:pt x="264615" y="491194"/>
                  </a:lnTo>
                  <a:lnTo>
                    <a:pt x="264902" y="491031"/>
                  </a:lnTo>
                  <a:lnTo>
                    <a:pt x="265037" y="491018"/>
                  </a:lnTo>
                  <a:lnTo>
                    <a:pt x="265266" y="491069"/>
                  </a:lnTo>
                  <a:lnTo>
                    <a:pt x="265534" y="491057"/>
                  </a:lnTo>
                  <a:lnTo>
                    <a:pt x="265880" y="491059"/>
                  </a:lnTo>
                  <a:lnTo>
                    <a:pt x="266104" y="491057"/>
                  </a:lnTo>
                  <a:lnTo>
                    <a:pt x="266282" y="491191"/>
                  </a:lnTo>
                  <a:lnTo>
                    <a:pt x="266455" y="491334"/>
                  </a:lnTo>
                  <a:lnTo>
                    <a:pt x="266618" y="491466"/>
                  </a:lnTo>
                  <a:lnTo>
                    <a:pt x="266821" y="491634"/>
                  </a:lnTo>
                  <a:lnTo>
                    <a:pt x="267114" y="491879"/>
                  </a:lnTo>
                  <a:lnTo>
                    <a:pt x="267266" y="492008"/>
                  </a:lnTo>
                  <a:lnTo>
                    <a:pt x="267651" y="492337"/>
                  </a:lnTo>
                  <a:lnTo>
                    <a:pt x="267859" y="492520"/>
                  </a:lnTo>
                  <a:lnTo>
                    <a:pt x="268188" y="492810"/>
                  </a:lnTo>
                  <a:lnTo>
                    <a:pt x="269007" y="493540"/>
                  </a:lnTo>
                  <a:lnTo>
                    <a:pt x="269327" y="493339"/>
                  </a:lnTo>
                  <a:lnTo>
                    <a:pt x="269946" y="492884"/>
                  </a:lnTo>
                  <a:lnTo>
                    <a:pt x="270208" y="492693"/>
                  </a:lnTo>
                  <a:lnTo>
                    <a:pt x="270404" y="492538"/>
                  </a:lnTo>
                  <a:lnTo>
                    <a:pt x="270554" y="492543"/>
                  </a:lnTo>
                  <a:lnTo>
                    <a:pt x="270793" y="492553"/>
                  </a:lnTo>
                  <a:lnTo>
                    <a:pt x="271389" y="492566"/>
                  </a:lnTo>
                  <a:lnTo>
                    <a:pt x="271839" y="492576"/>
                  </a:lnTo>
                  <a:lnTo>
                    <a:pt x="272017" y="492581"/>
                  </a:lnTo>
                  <a:lnTo>
                    <a:pt x="272780" y="492591"/>
                  </a:lnTo>
                  <a:lnTo>
                    <a:pt x="273025" y="492596"/>
                  </a:lnTo>
                  <a:lnTo>
                    <a:pt x="273305" y="492706"/>
                  </a:lnTo>
                  <a:lnTo>
                    <a:pt x="273681" y="492828"/>
                  </a:lnTo>
                  <a:lnTo>
                    <a:pt x="274277" y="493046"/>
                  </a:lnTo>
                  <a:lnTo>
                    <a:pt x="274821" y="493245"/>
                  </a:lnTo>
                  <a:lnTo>
                    <a:pt x="275363" y="493446"/>
                  </a:lnTo>
                  <a:lnTo>
                    <a:pt x="275905" y="493642"/>
                  </a:lnTo>
                  <a:lnTo>
                    <a:pt x="276057" y="493696"/>
                  </a:lnTo>
                  <a:lnTo>
                    <a:pt x="276768" y="493904"/>
                  </a:lnTo>
                  <a:lnTo>
                    <a:pt x="276969" y="493945"/>
                  </a:lnTo>
                  <a:lnTo>
                    <a:pt x="277292" y="493937"/>
                  </a:lnTo>
                  <a:lnTo>
                    <a:pt x="277719" y="493932"/>
                  </a:lnTo>
                  <a:lnTo>
                    <a:pt x="277903" y="493896"/>
                  </a:lnTo>
                  <a:lnTo>
                    <a:pt x="278121" y="493858"/>
                  </a:lnTo>
                  <a:lnTo>
                    <a:pt x="278417" y="493670"/>
                  </a:lnTo>
                  <a:lnTo>
                    <a:pt x="278582" y="493550"/>
                  </a:lnTo>
                  <a:lnTo>
                    <a:pt x="278852" y="493359"/>
                  </a:lnTo>
                  <a:lnTo>
                    <a:pt x="279216" y="493044"/>
                  </a:lnTo>
                  <a:lnTo>
                    <a:pt x="279526" y="492769"/>
                  </a:lnTo>
                  <a:lnTo>
                    <a:pt x="279663" y="492599"/>
                  </a:lnTo>
                  <a:lnTo>
                    <a:pt x="279979" y="492130"/>
                  </a:lnTo>
                  <a:lnTo>
                    <a:pt x="280073" y="491990"/>
                  </a:lnTo>
                  <a:lnTo>
                    <a:pt x="280356" y="491522"/>
                  </a:lnTo>
                  <a:lnTo>
                    <a:pt x="280478" y="491326"/>
                  </a:lnTo>
                  <a:lnTo>
                    <a:pt x="280691" y="490955"/>
                  </a:lnTo>
                  <a:lnTo>
                    <a:pt x="280816" y="490766"/>
                  </a:lnTo>
                  <a:lnTo>
                    <a:pt x="280928" y="490558"/>
                  </a:lnTo>
                  <a:lnTo>
                    <a:pt x="281183" y="490385"/>
                  </a:lnTo>
                  <a:lnTo>
                    <a:pt x="281699" y="490153"/>
                  </a:lnTo>
                  <a:lnTo>
                    <a:pt x="281910" y="489861"/>
                  </a:lnTo>
                  <a:lnTo>
                    <a:pt x="282066" y="489682"/>
                  </a:lnTo>
                  <a:lnTo>
                    <a:pt x="282264" y="489474"/>
                  </a:lnTo>
                  <a:lnTo>
                    <a:pt x="282432" y="489232"/>
                  </a:lnTo>
                  <a:lnTo>
                    <a:pt x="282646" y="489074"/>
                  </a:lnTo>
                  <a:lnTo>
                    <a:pt x="282989" y="488568"/>
                  </a:lnTo>
                  <a:lnTo>
                    <a:pt x="283025" y="488367"/>
                  </a:lnTo>
                  <a:lnTo>
                    <a:pt x="282829" y="488265"/>
                  </a:lnTo>
                  <a:lnTo>
                    <a:pt x="282689" y="488189"/>
                  </a:lnTo>
                  <a:lnTo>
                    <a:pt x="282521" y="488085"/>
                  </a:lnTo>
                  <a:lnTo>
                    <a:pt x="282343" y="487973"/>
                  </a:lnTo>
                  <a:lnTo>
                    <a:pt x="281900" y="487400"/>
                  </a:lnTo>
                  <a:lnTo>
                    <a:pt x="281915" y="487181"/>
                  </a:lnTo>
                  <a:lnTo>
                    <a:pt x="282053" y="487212"/>
                  </a:lnTo>
                  <a:lnTo>
                    <a:pt x="282371" y="487207"/>
                  </a:lnTo>
                  <a:lnTo>
                    <a:pt x="282600" y="487202"/>
                  </a:lnTo>
                  <a:lnTo>
                    <a:pt x="282949" y="487196"/>
                  </a:lnTo>
                  <a:lnTo>
                    <a:pt x="283226" y="487191"/>
                  </a:lnTo>
                  <a:lnTo>
                    <a:pt x="283618" y="487184"/>
                  </a:lnTo>
                  <a:lnTo>
                    <a:pt x="283826" y="487181"/>
                  </a:lnTo>
                  <a:lnTo>
                    <a:pt x="284041" y="487176"/>
                  </a:lnTo>
                  <a:lnTo>
                    <a:pt x="284445" y="487168"/>
                  </a:lnTo>
                  <a:lnTo>
                    <a:pt x="284659" y="487166"/>
                  </a:lnTo>
                  <a:lnTo>
                    <a:pt x="284852" y="487163"/>
                  </a:lnTo>
                  <a:lnTo>
                    <a:pt x="285010" y="487161"/>
                  </a:lnTo>
                  <a:lnTo>
                    <a:pt x="285618" y="487151"/>
                  </a:lnTo>
                  <a:lnTo>
                    <a:pt x="285819" y="487148"/>
                  </a:lnTo>
                  <a:lnTo>
                    <a:pt x="286054" y="487143"/>
                  </a:lnTo>
                  <a:lnTo>
                    <a:pt x="286260" y="487141"/>
                  </a:lnTo>
                  <a:lnTo>
                    <a:pt x="286435" y="487135"/>
                  </a:lnTo>
                  <a:lnTo>
                    <a:pt x="286654" y="487133"/>
                  </a:lnTo>
                  <a:lnTo>
                    <a:pt x="286847" y="487128"/>
                  </a:lnTo>
                  <a:lnTo>
                    <a:pt x="287150" y="487123"/>
                  </a:lnTo>
                  <a:lnTo>
                    <a:pt x="287466" y="487118"/>
                  </a:lnTo>
                  <a:lnTo>
                    <a:pt x="287779" y="487113"/>
                  </a:lnTo>
                  <a:lnTo>
                    <a:pt x="287921" y="487110"/>
                  </a:lnTo>
                  <a:lnTo>
                    <a:pt x="288076" y="487107"/>
                  </a:lnTo>
                  <a:lnTo>
                    <a:pt x="288265" y="487105"/>
                  </a:lnTo>
                  <a:lnTo>
                    <a:pt x="288654" y="487097"/>
                  </a:lnTo>
                  <a:lnTo>
                    <a:pt x="288835" y="487092"/>
                  </a:lnTo>
                  <a:lnTo>
                    <a:pt x="289092" y="487090"/>
                  </a:lnTo>
                  <a:lnTo>
                    <a:pt x="289311" y="487085"/>
                  </a:lnTo>
                  <a:lnTo>
                    <a:pt x="289504" y="487079"/>
                  </a:lnTo>
                  <a:lnTo>
                    <a:pt x="289748" y="487077"/>
                  </a:lnTo>
                  <a:lnTo>
                    <a:pt x="290102" y="487069"/>
                  </a:lnTo>
                  <a:lnTo>
                    <a:pt x="290384" y="487120"/>
                  </a:lnTo>
                  <a:lnTo>
                    <a:pt x="290534" y="487079"/>
                  </a:lnTo>
                  <a:lnTo>
                    <a:pt x="290822" y="487067"/>
                  </a:lnTo>
                  <a:lnTo>
                    <a:pt x="290952" y="487072"/>
                  </a:lnTo>
                  <a:lnTo>
                    <a:pt x="291107" y="487079"/>
                  </a:lnTo>
                  <a:lnTo>
                    <a:pt x="291590" y="487163"/>
                  </a:lnTo>
                  <a:lnTo>
                    <a:pt x="291718" y="487209"/>
                  </a:lnTo>
                  <a:lnTo>
                    <a:pt x="291916" y="487224"/>
                  </a:lnTo>
                  <a:lnTo>
                    <a:pt x="292305" y="487240"/>
                  </a:lnTo>
                  <a:lnTo>
                    <a:pt x="292473" y="487217"/>
                  </a:lnTo>
                  <a:lnTo>
                    <a:pt x="292858" y="486957"/>
                  </a:lnTo>
                  <a:lnTo>
                    <a:pt x="293071" y="486721"/>
                  </a:lnTo>
                  <a:lnTo>
                    <a:pt x="293155" y="486850"/>
                  </a:lnTo>
                  <a:lnTo>
                    <a:pt x="293323" y="486978"/>
                  </a:lnTo>
                  <a:lnTo>
                    <a:pt x="293662" y="487268"/>
                  </a:lnTo>
                  <a:lnTo>
                    <a:pt x="293898" y="487441"/>
                  </a:lnTo>
                  <a:lnTo>
                    <a:pt x="294155" y="487642"/>
                  </a:lnTo>
                  <a:lnTo>
                    <a:pt x="294298" y="487772"/>
                  </a:lnTo>
                  <a:lnTo>
                    <a:pt x="294537" y="487884"/>
                  </a:lnTo>
                  <a:lnTo>
                    <a:pt x="294690" y="487990"/>
                  </a:lnTo>
                  <a:lnTo>
                    <a:pt x="295104" y="487845"/>
                  </a:lnTo>
                  <a:lnTo>
                    <a:pt x="295318" y="487560"/>
                  </a:lnTo>
                  <a:lnTo>
                    <a:pt x="295450" y="487527"/>
                  </a:lnTo>
                  <a:lnTo>
                    <a:pt x="295595" y="487489"/>
                  </a:lnTo>
                  <a:lnTo>
                    <a:pt x="295804" y="487492"/>
                  </a:lnTo>
                  <a:lnTo>
                    <a:pt x="295954" y="487487"/>
                  </a:lnTo>
                  <a:lnTo>
                    <a:pt x="296199" y="487433"/>
                  </a:lnTo>
                  <a:lnTo>
                    <a:pt x="296410" y="487296"/>
                  </a:lnTo>
                  <a:lnTo>
                    <a:pt x="296728" y="487527"/>
                  </a:lnTo>
                  <a:lnTo>
                    <a:pt x="297031" y="487512"/>
                  </a:lnTo>
                  <a:lnTo>
                    <a:pt x="297277" y="487321"/>
                  </a:lnTo>
                  <a:lnTo>
                    <a:pt x="297450" y="487326"/>
                  </a:lnTo>
                  <a:lnTo>
                    <a:pt x="297893" y="487171"/>
                  </a:lnTo>
                  <a:lnTo>
                    <a:pt x="298397" y="486858"/>
                  </a:lnTo>
                  <a:lnTo>
                    <a:pt x="298636" y="486652"/>
                  </a:lnTo>
                  <a:lnTo>
                    <a:pt x="298802" y="486479"/>
                  </a:lnTo>
                  <a:lnTo>
                    <a:pt x="298995" y="486227"/>
                  </a:lnTo>
                  <a:lnTo>
                    <a:pt x="299359" y="485802"/>
                  </a:lnTo>
                  <a:lnTo>
                    <a:pt x="299445" y="485657"/>
                  </a:lnTo>
                  <a:lnTo>
                    <a:pt x="299562" y="485461"/>
                  </a:lnTo>
                  <a:lnTo>
                    <a:pt x="299679" y="485059"/>
                  </a:lnTo>
                  <a:lnTo>
                    <a:pt x="299700" y="484868"/>
                  </a:lnTo>
                  <a:lnTo>
                    <a:pt x="299718" y="484685"/>
                  </a:lnTo>
                  <a:lnTo>
                    <a:pt x="299743" y="484532"/>
                  </a:lnTo>
                  <a:lnTo>
                    <a:pt x="299412" y="484113"/>
                  </a:lnTo>
                  <a:lnTo>
                    <a:pt x="299041" y="483685"/>
                  </a:lnTo>
                  <a:lnTo>
                    <a:pt x="298873" y="483392"/>
                  </a:lnTo>
                  <a:lnTo>
                    <a:pt x="298736" y="483135"/>
                  </a:lnTo>
                  <a:lnTo>
                    <a:pt x="299351" y="483133"/>
                  </a:lnTo>
                  <a:lnTo>
                    <a:pt x="299751" y="483095"/>
                  </a:lnTo>
                  <a:lnTo>
                    <a:pt x="299896" y="483079"/>
                  </a:lnTo>
                  <a:lnTo>
                    <a:pt x="300262" y="483067"/>
                  </a:lnTo>
                  <a:lnTo>
                    <a:pt x="301094" y="483003"/>
                  </a:lnTo>
                  <a:lnTo>
                    <a:pt x="301920" y="482942"/>
                  </a:lnTo>
                  <a:lnTo>
                    <a:pt x="302247" y="482922"/>
                  </a:lnTo>
                  <a:lnTo>
                    <a:pt x="302751" y="482886"/>
                  </a:lnTo>
                  <a:lnTo>
                    <a:pt x="303262" y="482850"/>
                  </a:lnTo>
                  <a:lnTo>
                    <a:pt x="303641" y="482827"/>
                  </a:lnTo>
                  <a:lnTo>
                    <a:pt x="304037" y="482804"/>
                  </a:lnTo>
                  <a:lnTo>
                    <a:pt x="304312" y="485964"/>
                  </a:lnTo>
                  <a:lnTo>
                    <a:pt x="304410" y="487186"/>
                  </a:lnTo>
                  <a:lnTo>
                    <a:pt x="307856" y="487785"/>
                  </a:lnTo>
                  <a:lnTo>
                    <a:pt x="309261" y="488046"/>
                  </a:lnTo>
                  <a:lnTo>
                    <a:pt x="310211" y="488223"/>
                  </a:lnTo>
                  <a:lnTo>
                    <a:pt x="311835" y="488271"/>
                  </a:lnTo>
                  <a:lnTo>
                    <a:pt x="313745" y="488576"/>
                  </a:lnTo>
                  <a:lnTo>
                    <a:pt x="314812" y="490079"/>
                  </a:lnTo>
                  <a:lnTo>
                    <a:pt x="315714" y="491659"/>
                  </a:lnTo>
                  <a:lnTo>
                    <a:pt x="318391" y="492074"/>
                  </a:lnTo>
                  <a:lnTo>
                    <a:pt x="319115" y="489206"/>
                  </a:lnTo>
                  <a:lnTo>
                    <a:pt x="319229" y="488479"/>
                  </a:lnTo>
                  <a:lnTo>
                    <a:pt x="319377" y="487527"/>
                  </a:lnTo>
                  <a:lnTo>
                    <a:pt x="319590" y="486044"/>
                  </a:lnTo>
                  <a:lnTo>
                    <a:pt x="318448" y="484145"/>
                  </a:lnTo>
                  <a:lnTo>
                    <a:pt x="324537" y="480222"/>
                  </a:lnTo>
                  <a:lnTo>
                    <a:pt x="324789" y="480115"/>
                  </a:lnTo>
                  <a:lnTo>
                    <a:pt x="324924" y="480051"/>
                  </a:lnTo>
                  <a:lnTo>
                    <a:pt x="325021" y="479797"/>
                  </a:lnTo>
                  <a:lnTo>
                    <a:pt x="325229" y="479713"/>
                  </a:lnTo>
                  <a:lnTo>
                    <a:pt x="325420" y="479468"/>
                  </a:lnTo>
                  <a:lnTo>
                    <a:pt x="326010" y="479059"/>
                  </a:lnTo>
                  <a:lnTo>
                    <a:pt x="326295" y="478832"/>
                  </a:lnTo>
                  <a:lnTo>
                    <a:pt x="326466" y="478647"/>
                  </a:lnTo>
                  <a:lnTo>
                    <a:pt x="326611" y="478491"/>
                  </a:lnTo>
                  <a:lnTo>
                    <a:pt x="326848" y="478428"/>
                  </a:lnTo>
                  <a:lnTo>
                    <a:pt x="327018" y="478252"/>
                  </a:lnTo>
                  <a:lnTo>
                    <a:pt x="327145" y="478120"/>
                  </a:lnTo>
                  <a:lnTo>
                    <a:pt x="327247" y="477906"/>
                  </a:lnTo>
                  <a:lnTo>
                    <a:pt x="326952" y="477685"/>
                  </a:lnTo>
                  <a:lnTo>
                    <a:pt x="326792" y="477545"/>
                  </a:lnTo>
                  <a:lnTo>
                    <a:pt x="326792" y="477316"/>
                  </a:lnTo>
                  <a:lnTo>
                    <a:pt x="326888" y="477166"/>
                  </a:lnTo>
                  <a:lnTo>
                    <a:pt x="326965" y="477023"/>
                  </a:lnTo>
                  <a:lnTo>
                    <a:pt x="327044" y="476603"/>
                  </a:lnTo>
                  <a:lnTo>
                    <a:pt x="327038" y="476387"/>
                  </a:lnTo>
                  <a:lnTo>
                    <a:pt x="327026" y="476196"/>
                  </a:lnTo>
                  <a:lnTo>
                    <a:pt x="327066" y="476023"/>
                  </a:lnTo>
                  <a:lnTo>
                    <a:pt x="327181" y="475835"/>
                  </a:lnTo>
                  <a:lnTo>
                    <a:pt x="327321" y="475741"/>
                  </a:lnTo>
                  <a:lnTo>
                    <a:pt x="327535" y="475771"/>
                  </a:lnTo>
                  <a:lnTo>
                    <a:pt x="327825" y="475657"/>
                  </a:lnTo>
                  <a:lnTo>
                    <a:pt x="327954" y="475641"/>
                  </a:lnTo>
                  <a:lnTo>
                    <a:pt x="328354" y="474888"/>
                  </a:lnTo>
                  <a:lnTo>
                    <a:pt x="328489" y="474619"/>
                  </a:lnTo>
                  <a:lnTo>
                    <a:pt x="328616" y="474374"/>
                  </a:lnTo>
                  <a:lnTo>
                    <a:pt x="328659" y="474082"/>
                  </a:lnTo>
                  <a:lnTo>
                    <a:pt x="328718" y="473842"/>
                  </a:lnTo>
                  <a:lnTo>
                    <a:pt x="328845" y="473458"/>
                  </a:lnTo>
                  <a:lnTo>
                    <a:pt x="329008" y="473232"/>
                  </a:lnTo>
                  <a:lnTo>
                    <a:pt x="329232" y="472916"/>
                  </a:lnTo>
                  <a:lnTo>
                    <a:pt x="329466" y="472588"/>
                  </a:lnTo>
                  <a:lnTo>
                    <a:pt x="329560" y="472456"/>
                  </a:lnTo>
                  <a:lnTo>
                    <a:pt x="329965" y="472575"/>
                  </a:lnTo>
                  <a:lnTo>
                    <a:pt x="330140" y="472568"/>
                  </a:lnTo>
                  <a:lnTo>
                    <a:pt x="330069" y="472176"/>
                  </a:lnTo>
                  <a:lnTo>
                    <a:pt x="329942" y="471565"/>
                  </a:lnTo>
                  <a:lnTo>
                    <a:pt x="329863" y="471186"/>
                  </a:lnTo>
                  <a:lnTo>
                    <a:pt x="328888" y="470334"/>
                  </a:lnTo>
                  <a:lnTo>
                    <a:pt x="329890" y="469294"/>
                  </a:lnTo>
                  <a:lnTo>
                    <a:pt x="334514" y="470982"/>
                  </a:lnTo>
                  <a:lnTo>
                    <a:pt x="339217" y="471112"/>
                  </a:lnTo>
                  <a:lnTo>
                    <a:pt x="343226" y="469324"/>
                  </a:lnTo>
                  <a:lnTo>
                    <a:pt x="347580" y="477815"/>
                  </a:lnTo>
                  <a:lnTo>
                    <a:pt x="351377" y="479441"/>
                  </a:lnTo>
                  <a:lnTo>
                    <a:pt x="352206" y="477975"/>
                  </a:lnTo>
                  <a:lnTo>
                    <a:pt x="352771" y="476980"/>
                  </a:lnTo>
                  <a:lnTo>
                    <a:pt x="358374" y="474598"/>
                  </a:lnTo>
                  <a:lnTo>
                    <a:pt x="356232" y="470484"/>
                  </a:lnTo>
                  <a:lnTo>
                    <a:pt x="356074" y="469278"/>
                  </a:lnTo>
                  <a:lnTo>
                    <a:pt x="352631" y="463417"/>
                  </a:lnTo>
                  <a:lnTo>
                    <a:pt x="363268" y="459206"/>
                  </a:lnTo>
                  <a:lnTo>
                    <a:pt x="371389" y="451573"/>
                  </a:lnTo>
                  <a:lnTo>
                    <a:pt x="372631" y="450410"/>
                  </a:lnTo>
                  <a:lnTo>
                    <a:pt x="375135" y="448051"/>
                  </a:lnTo>
                  <a:lnTo>
                    <a:pt x="378512" y="448178"/>
                  </a:lnTo>
                  <a:lnTo>
                    <a:pt x="381563" y="448295"/>
                  </a:lnTo>
                  <a:lnTo>
                    <a:pt x="382644" y="448242"/>
                  </a:lnTo>
                  <a:lnTo>
                    <a:pt x="387525" y="447995"/>
                  </a:lnTo>
                  <a:lnTo>
                    <a:pt x="391764" y="453868"/>
                  </a:lnTo>
                  <a:lnTo>
                    <a:pt x="394866" y="453959"/>
                  </a:lnTo>
                  <a:lnTo>
                    <a:pt x="395433" y="453977"/>
                  </a:lnTo>
                  <a:lnTo>
                    <a:pt x="395944" y="453992"/>
                  </a:lnTo>
                  <a:lnTo>
                    <a:pt x="396412" y="454007"/>
                  </a:lnTo>
                  <a:lnTo>
                    <a:pt x="396950" y="454023"/>
                  </a:lnTo>
                  <a:lnTo>
                    <a:pt x="399352" y="454094"/>
                  </a:lnTo>
                  <a:lnTo>
                    <a:pt x="407756" y="453715"/>
                  </a:lnTo>
                  <a:lnTo>
                    <a:pt x="411396" y="448955"/>
                  </a:lnTo>
                  <a:lnTo>
                    <a:pt x="416922" y="441719"/>
                  </a:lnTo>
                  <a:lnTo>
                    <a:pt x="417050" y="441553"/>
                  </a:lnTo>
                  <a:lnTo>
                    <a:pt x="417202" y="441351"/>
                  </a:lnTo>
                  <a:lnTo>
                    <a:pt x="417512" y="440947"/>
                  </a:lnTo>
                  <a:lnTo>
                    <a:pt x="417794" y="440581"/>
                  </a:lnTo>
                  <a:lnTo>
                    <a:pt x="417902" y="440440"/>
                  </a:lnTo>
                  <a:lnTo>
                    <a:pt x="418212" y="440036"/>
                  </a:lnTo>
                  <a:lnTo>
                    <a:pt x="418521" y="439632"/>
                  </a:lnTo>
                  <a:lnTo>
                    <a:pt x="419065" y="438922"/>
                  </a:lnTo>
                  <a:lnTo>
                    <a:pt x="419378" y="438513"/>
                  </a:lnTo>
                  <a:lnTo>
                    <a:pt x="419693" y="438107"/>
                  </a:lnTo>
                  <a:lnTo>
                    <a:pt x="420236" y="437397"/>
                  </a:lnTo>
                  <a:lnTo>
                    <a:pt x="420545" y="436990"/>
                  </a:lnTo>
                  <a:lnTo>
                    <a:pt x="420699" y="436789"/>
                  </a:lnTo>
                  <a:lnTo>
                    <a:pt x="420933" y="436484"/>
                  </a:lnTo>
                  <a:lnTo>
                    <a:pt x="421098" y="436269"/>
                  </a:lnTo>
                  <a:lnTo>
                    <a:pt x="421220" y="436114"/>
                  </a:lnTo>
                  <a:lnTo>
                    <a:pt x="421640" y="435576"/>
                  </a:lnTo>
                  <a:lnTo>
                    <a:pt x="422227" y="434815"/>
                  </a:lnTo>
                  <a:lnTo>
                    <a:pt x="424901" y="432140"/>
                  </a:lnTo>
                  <a:lnTo>
                    <a:pt x="425277" y="431632"/>
                  </a:lnTo>
                  <a:lnTo>
                    <a:pt x="425836" y="430934"/>
                  </a:lnTo>
                  <a:lnTo>
                    <a:pt x="427072" y="428944"/>
                  </a:lnTo>
                  <a:lnTo>
                    <a:pt x="427621" y="428104"/>
                  </a:lnTo>
                  <a:lnTo>
                    <a:pt x="427907" y="427829"/>
                  </a:lnTo>
                  <a:lnTo>
                    <a:pt x="428677" y="426770"/>
                  </a:lnTo>
                  <a:lnTo>
                    <a:pt x="428885" y="426387"/>
                  </a:lnTo>
                  <a:lnTo>
                    <a:pt x="429270" y="426340"/>
                  </a:lnTo>
                  <a:lnTo>
                    <a:pt x="429417" y="426260"/>
                  </a:lnTo>
                  <a:lnTo>
                    <a:pt x="429508" y="426056"/>
                  </a:lnTo>
                  <a:lnTo>
                    <a:pt x="429678" y="425886"/>
                  </a:lnTo>
                  <a:lnTo>
                    <a:pt x="429826" y="425717"/>
                  </a:lnTo>
                  <a:lnTo>
                    <a:pt x="429942" y="425584"/>
                  </a:lnTo>
                  <a:lnTo>
                    <a:pt x="430025" y="425438"/>
                  </a:lnTo>
                  <a:lnTo>
                    <a:pt x="430289" y="425266"/>
                  </a:lnTo>
                  <a:lnTo>
                    <a:pt x="430332" y="425127"/>
                  </a:lnTo>
                  <a:lnTo>
                    <a:pt x="430488" y="424634"/>
                  </a:lnTo>
                  <a:lnTo>
                    <a:pt x="430483" y="424505"/>
                  </a:lnTo>
                  <a:lnTo>
                    <a:pt x="430539" y="424267"/>
                  </a:lnTo>
                  <a:lnTo>
                    <a:pt x="430782" y="423752"/>
                  </a:lnTo>
                  <a:lnTo>
                    <a:pt x="431216" y="423591"/>
                  </a:lnTo>
                  <a:lnTo>
                    <a:pt x="431472" y="423357"/>
                  </a:lnTo>
                  <a:lnTo>
                    <a:pt x="431630" y="423203"/>
                  </a:lnTo>
                  <a:lnTo>
                    <a:pt x="432090" y="422726"/>
                  </a:lnTo>
                  <a:lnTo>
                    <a:pt x="432296" y="422539"/>
                  </a:lnTo>
                  <a:lnTo>
                    <a:pt x="432541" y="422316"/>
                  </a:lnTo>
                  <a:lnTo>
                    <a:pt x="434478" y="421257"/>
                  </a:lnTo>
                  <a:lnTo>
                    <a:pt x="434642" y="421161"/>
                  </a:lnTo>
                  <a:lnTo>
                    <a:pt x="436110" y="420297"/>
                  </a:lnTo>
                  <a:lnTo>
                    <a:pt x="436910" y="419290"/>
                  </a:lnTo>
                  <a:lnTo>
                    <a:pt x="437108" y="419127"/>
                  </a:lnTo>
                  <a:lnTo>
                    <a:pt x="437759" y="418290"/>
                  </a:lnTo>
                  <a:lnTo>
                    <a:pt x="438388" y="417488"/>
                  </a:lnTo>
                  <a:lnTo>
                    <a:pt x="438512" y="417328"/>
                  </a:lnTo>
                  <a:lnTo>
                    <a:pt x="438874" y="416867"/>
                  </a:lnTo>
                  <a:lnTo>
                    <a:pt x="439556" y="416000"/>
                  </a:lnTo>
                  <a:lnTo>
                    <a:pt x="439925" y="415534"/>
                  </a:lnTo>
                  <a:lnTo>
                    <a:pt x="440428" y="414888"/>
                  </a:lnTo>
                  <a:lnTo>
                    <a:pt x="441151" y="413967"/>
                  </a:lnTo>
                  <a:lnTo>
                    <a:pt x="441755" y="413254"/>
                  </a:lnTo>
                  <a:lnTo>
                    <a:pt x="441907" y="413178"/>
                  </a:lnTo>
                  <a:lnTo>
                    <a:pt x="443047" y="412794"/>
                  </a:lnTo>
                  <a:lnTo>
                    <a:pt x="443324" y="412702"/>
                  </a:lnTo>
                  <a:lnTo>
                    <a:pt x="445974" y="411998"/>
                  </a:lnTo>
                  <a:lnTo>
                    <a:pt x="451261" y="409664"/>
                  </a:lnTo>
                  <a:lnTo>
                    <a:pt x="455630" y="408832"/>
                  </a:lnTo>
                  <a:lnTo>
                    <a:pt x="466301" y="406806"/>
                  </a:lnTo>
                  <a:lnTo>
                    <a:pt x="466474" y="406771"/>
                  </a:lnTo>
                  <a:lnTo>
                    <a:pt x="466698" y="406730"/>
                  </a:lnTo>
                  <a:lnTo>
                    <a:pt x="467011" y="406763"/>
                  </a:lnTo>
                  <a:lnTo>
                    <a:pt x="476388" y="407842"/>
                  </a:lnTo>
                  <a:lnTo>
                    <a:pt x="488912" y="407394"/>
                  </a:lnTo>
                  <a:lnTo>
                    <a:pt x="495083" y="407173"/>
                  </a:lnTo>
                  <a:lnTo>
                    <a:pt x="496274" y="407129"/>
                  </a:lnTo>
                  <a:lnTo>
                    <a:pt x="497665" y="407081"/>
                  </a:lnTo>
                  <a:lnTo>
                    <a:pt x="498017" y="407066"/>
                  </a:lnTo>
                  <a:lnTo>
                    <a:pt x="499238" y="407078"/>
                  </a:lnTo>
                  <a:lnTo>
                    <a:pt x="501515" y="407165"/>
                  </a:lnTo>
                  <a:lnTo>
                    <a:pt x="507543" y="407391"/>
                  </a:lnTo>
                  <a:lnTo>
                    <a:pt x="510159" y="407488"/>
                  </a:lnTo>
                  <a:lnTo>
                    <a:pt x="511971" y="407548"/>
                  </a:lnTo>
                  <a:lnTo>
                    <a:pt x="512681" y="407577"/>
                  </a:lnTo>
                  <a:lnTo>
                    <a:pt x="513760" y="407623"/>
                  </a:lnTo>
                  <a:lnTo>
                    <a:pt x="515175" y="407681"/>
                  </a:lnTo>
                  <a:lnTo>
                    <a:pt x="517533" y="407783"/>
                  </a:lnTo>
                  <a:lnTo>
                    <a:pt x="520012" y="407890"/>
                  </a:lnTo>
                  <a:lnTo>
                    <a:pt x="525518" y="408776"/>
                  </a:lnTo>
                  <a:lnTo>
                    <a:pt x="529915" y="409486"/>
                  </a:lnTo>
                  <a:lnTo>
                    <a:pt x="531712" y="409776"/>
                  </a:lnTo>
                  <a:lnTo>
                    <a:pt x="532658" y="409928"/>
                  </a:lnTo>
                  <a:lnTo>
                    <a:pt x="535933" y="416519"/>
                  </a:lnTo>
                  <a:lnTo>
                    <a:pt x="537600" y="416753"/>
                  </a:lnTo>
                  <a:lnTo>
                    <a:pt x="542783" y="417038"/>
                  </a:lnTo>
                  <a:lnTo>
                    <a:pt x="545633" y="416692"/>
                  </a:lnTo>
                  <a:lnTo>
                    <a:pt x="547213" y="416435"/>
                  </a:lnTo>
                  <a:lnTo>
                    <a:pt x="547345" y="416412"/>
                  </a:lnTo>
                  <a:lnTo>
                    <a:pt x="547628" y="416384"/>
                  </a:lnTo>
                  <a:lnTo>
                    <a:pt x="547959" y="416343"/>
                  </a:lnTo>
                  <a:lnTo>
                    <a:pt x="548284" y="416308"/>
                  </a:lnTo>
                  <a:lnTo>
                    <a:pt x="548567" y="416275"/>
                  </a:lnTo>
                  <a:lnTo>
                    <a:pt x="548811" y="416247"/>
                  </a:lnTo>
                  <a:lnTo>
                    <a:pt x="549241" y="416170"/>
                  </a:lnTo>
                  <a:lnTo>
                    <a:pt x="549394" y="416165"/>
                  </a:lnTo>
                  <a:lnTo>
                    <a:pt x="549531" y="416079"/>
                  </a:lnTo>
                  <a:lnTo>
                    <a:pt x="549755" y="415893"/>
                  </a:lnTo>
                  <a:lnTo>
                    <a:pt x="551648" y="414829"/>
                  </a:lnTo>
                  <a:lnTo>
                    <a:pt x="553457" y="413829"/>
                  </a:lnTo>
                  <a:lnTo>
                    <a:pt x="554585" y="413206"/>
                  </a:lnTo>
                  <a:lnTo>
                    <a:pt x="555211" y="412860"/>
                  </a:lnTo>
                  <a:lnTo>
                    <a:pt x="555763" y="412675"/>
                  </a:lnTo>
                  <a:lnTo>
                    <a:pt x="556466" y="412436"/>
                  </a:lnTo>
                  <a:lnTo>
                    <a:pt x="558112" y="411828"/>
                  </a:lnTo>
                  <a:lnTo>
                    <a:pt x="558428" y="411713"/>
                  </a:lnTo>
                  <a:lnTo>
                    <a:pt x="558690" y="411617"/>
                  </a:lnTo>
                  <a:lnTo>
                    <a:pt x="559165" y="411398"/>
                  </a:lnTo>
                  <a:lnTo>
                    <a:pt x="560374" y="410958"/>
                  </a:lnTo>
                  <a:lnTo>
                    <a:pt x="561046" y="410713"/>
                  </a:lnTo>
                  <a:lnTo>
                    <a:pt x="561608" y="410342"/>
                  </a:lnTo>
                  <a:lnTo>
                    <a:pt x="563896" y="408520"/>
                  </a:lnTo>
                  <a:lnTo>
                    <a:pt x="566389" y="406533"/>
                  </a:lnTo>
                  <a:lnTo>
                    <a:pt x="567850" y="404754"/>
                  </a:lnTo>
                  <a:lnTo>
                    <a:pt x="572545" y="399041"/>
                  </a:lnTo>
                  <a:lnTo>
                    <a:pt x="572733" y="398614"/>
                  </a:lnTo>
                  <a:lnTo>
                    <a:pt x="572982" y="398041"/>
                  </a:lnTo>
                  <a:lnTo>
                    <a:pt x="573344" y="397220"/>
                  </a:lnTo>
                  <a:lnTo>
                    <a:pt x="573616" y="396596"/>
                  </a:lnTo>
                  <a:lnTo>
                    <a:pt x="574120" y="395454"/>
                  </a:lnTo>
                  <a:lnTo>
                    <a:pt x="574356" y="394914"/>
                  </a:lnTo>
                  <a:lnTo>
                    <a:pt x="574707" y="394113"/>
                  </a:lnTo>
                  <a:lnTo>
                    <a:pt x="575054" y="393321"/>
                  </a:lnTo>
                  <a:lnTo>
                    <a:pt x="574629" y="392476"/>
                  </a:lnTo>
                  <a:lnTo>
                    <a:pt x="574369" y="391960"/>
                  </a:lnTo>
                  <a:lnTo>
                    <a:pt x="573438" y="390115"/>
                  </a:lnTo>
                  <a:lnTo>
                    <a:pt x="574629" y="386822"/>
                  </a:lnTo>
                  <a:lnTo>
                    <a:pt x="575624" y="384077"/>
                  </a:lnTo>
                  <a:lnTo>
                    <a:pt x="576738" y="381064"/>
                  </a:lnTo>
                  <a:lnTo>
                    <a:pt x="577614" y="378685"/>
                  </a:lnTo>
                  <a:lnTo>
                    <a:pt x="578005" y="378479"/>
                  </a:lnTo>
                  <a:lnTo>
                    <a:pt x="578337" y="376963"/>
                  </a:lnTo>
                  <a:lnTo>
                    <a:pt x="578418" y="376706"/>
                  </a:lnTo>
                  <a:lnTo>
                    <a:pt x="578421" y="376418"/>
                  </a:lnTo>
                  <a:lnTo>
                    <a:pt x="578411" y="376062"/>
                  </a:lnTo>
                  <a:lnTo>
                    <a:pt x="578408" y="375922"/>
                  </a:lnTo>
                  <a:lnTo>
                    <a:pt x="578451" y="375675"/>
                  </a:lnTo>
                  <a:lnTo>
                    <a:pt x="578446" y="375451"/>
                  </a:lnTo>
                  <a:lnTo>
                    <a:pt x="578441" y="375120"/>
                  </a:lnTo>
                  <a:lnTo>
                    <a:pt x="578311" y="374599"/>
                  </a:lnTo>
                  <a:lnTo>
                    <a:pt x="578253" y="374403"/>
                  </a:lnTo>
                  <a:lnTo>
                    <a:pt x="578289" y="374179"/>
                  </a:lnTo>
                  <a:lnTo>
                    <a:pt x="578161" y="373800"/>
                  </a:lnTo>
                  <a:lnTo>
                    <a:pt x="578014" y="373303"/>
                  </a:lnTo>
                  <a:lnTo>
                    <a:pt x="577912" y="373102"/>
                  </a:lnTo>
                  <a:lnTo>
                    <a:pt x="577869" y="372713"/>
                  </a:lnTo>
                  <a:lnTo>
                    <a:pt x="578345" y="372273"/>
                  </a:lnTo>
                  <a:lnTo>
                    <a:pt x="578487" y="372382"/>
                  </a:lnTo>
                  <a:lnTo>
                    <a:pt x="578599" y="372512"/>
                  </a:lnTo>
                  <a:lnTo>
                    <a:pt x="578841" y="372789"/>
                  </a:lnTo>
                  <a:lnTo>
                    <a:pt x="579408" y="373092"/>
                  </a:lnTo>
                  <a:lnTo>
                    <a:pt x="579683" y="373128"/>
                  </a:lnTo>
                  <a:lnTo>
                    <a:pt x="579833" y="373069"/>
                  </a:lnTo>
                  <a:lnTo>
                    <a:pt x="579973" y="373016"/>
                  </a:lnTo>
                  <a:lnTo>
                    <a:pt x="580128" y="372700"/>
                  </a:lnTo>
                  <a:lnTo>
                    <a:pt x="580075" y="372469"/>
                  </a:lnTo>
                  <a:lnTo>
                    <a:pt x="580039" y="372209"/>
                  </a:lnTo>
                  <a:lnTo>
                    <a:pt x="579932" y="372059"/>
                  </a:lnTo>
                  <a:lnTo>
                    <a:pt x="579826" y="371863"/>
                  </a:lnTo>
                  <a:lnTo>
                    <a:pt x="579925" y="371660"/>
                  </a:lnTo>
                  <a:lnTo>
                    <a:pt x="579935" y="371441"/>
                  </a:lnTo>
                  <a:lnTo>
                    <a:pt x="579960" y="371303"/>
                  </a:lnTo>
                  <a:lnTo>
                    <a:pt x="580037" y="370978"/>
                  </a:lnTo>
                  <a:lnTo>
                    <a:pt x="580172" y="370685"/>
                  </a:lnTo>
                  <a:lnTo>
                    <a:pt x="580385" y="370426"/>
                  </a:lnTo>
                  <a:lnTo>
                    <a:pt x="580462" y="370151"/>
                  </a:lnTo>
                  <a:lnTo>
                    <a:pt x="580592" y="369889"/>
                  </a:lnTo>
                  <a:lnTo>
                    <a:pt x="580721" y="369564"/>
                  </a:lnTo>
                  <a:lnTo>
                    <a:pt x="581579" y="367553"/>
                  </a:lnTo>
                  <a:lnTo>
                    <a:pt x="582429" y="368677"/>
                  </a:lnTo>
                  <a:lnTo>
                    <a:pt x="582576" y="367619"/>
                  </a:lnTo>
                  <a:lnTo>
                    <a:pt x="582553" y="367260"/>
                  </a:lnTo>
                  <a:lnTo>
                    <a:pt x="582569" y="367112"/>
                  </a:lnTo>
                  <a:lnTo>
                    <a:pt x="582541" y="366929"/>
                  </a:lnTo>
                  <a:lnTo>
                    <a:pt x="582497" y="366639"/>
                  </a:lnTo>
                  <a:lnTo>
                    <a:pt x="582574" y="366494"/>
                  </a:lnTo>
                  <a:lnTo>
                    <a:pt x="582663" y="366196"/>
                  </a:lnTo>
                  <a:lnTo>
                    <a:pt x="582704" y="365916"/>
                  </a:lnTo>
                  <a:lnTo>
                    <a:pt x="582734" y="365698"/>
                  </a:lnTo>
                  <a:lnTo>
                    <a:pt x="582798" y="365397"/>
                  </a:lnTo>
                  <a:lnTo>
                    <a:pt x="582864" y="365092"/>
                  </a:lnTo>
                  <a:lnTo>
                    <a:pt x="583034" y="364820"/>
                  </a:lnTo>
                  <a:lnTo>
                    <a:pt x="583098" y="364634"/>
                  </a:lnTo>
                  <a:lnTo>
                    <a:pt x="583322" y="364298"/>
                  </a:lnTo>
                  <a:lnTo>
                    <a:pt x="583528" y="364079"/>
                  </a:lnTo>
                  <a:lnTo>
                    <a:pt x="583614" y="363825"/>
                  </a:lnTo>
                  <a:lnTo>
                    <a:pt x="583650" y="363601"/>
                  </a:lnTo>
                  <a:lnTo>
                    <a:pt x="583683" y="363385"/>
                  </a:lnTo>
                  <a:lnTo>
                    <a:pt x="583675" y="363041"/>
                  </a:lnTo>
                  <a:lnTo>
                    <a:pt x="583637" y="362906"/>
                  </a:lnTo>
                  <a:lnTo>
                    <a:pt x="583495" y="362708"/>
                  </a:lnTo>
                  <a:lnTo>
                    <a:pt x="583220" y="362565"/>
                  </a:lnTo>
                  <a:lnTo>
                    <a:pt x="582932" y="362033"/>
                  </a:lnTo>
                  <a:lnTo>
                    <a:pt x="582864" y="361715"/>
                  </a:lnTo>
                  <a:lnTo>
                    <a:pt x="582790" y="361451"/>
                  </a:lnTo>
                  <a:lnTo>
                    <a:pt x="582759" y="361324"/>
                  </a:lnTo>
                  <a:lnTo>
                    <a:pt x="582696" y="361033"/>
                  </a:lnTo>
                  <a:lnTo>
                    <a:pt x="582419" y="359545"/>
                  </a:lnTo>
                  <a:lnTo>
                    <a:pt x="581824" y="359043"/>
                  </a:lnTo>
                  <a:lnTo>
                    <a:pt x="581392" y="358874"/>
                  </a:lnTo>
                  <a:lnTo>
                    <a:pt x="581279" y="358486"/>
                  </a:lnTo>
                  <a:lnTo>
                    <a:pt x="581198" y="357624"/>
                  </a:lnTo>
                  <a:lnTo>
                    <a:pt x="580921" y="357682"/>
                  </a:lnTo>
                  <a:lnTo>
                    <a:pt x="580610" y="357741"/>
                  </a:lnTo>
                  <a:lnTo>
                    <a:pt x="580258" y="357810"/>
                  </a:lnTo>
                  <a:lnTo>
                    <a:pt x="579847" y="357895"/>
                  </a:lnTo>
                  <a:lnTo>
                    <a:pt x="579322" y="357999"/>
                  </a:lnTo>
                  <a:lnTo>
                    <a:pt x="579070" y="358050"/>
                  </a:lnTo>
                  <a:lnTo>
                    <a:pt x="578741" y="358114"/>
                  </a:lnTo>
                  <a:lnTo>
                    <a:pt x="577915" y="356667"/>
                  </a:lnTo>
                  <a:lnTo>
                    <a:pt x="577469" y="356682"/>
                  </a:lnTo>
                  <a:lnTo>
                    <a:pt x="577278" y="356700"/>
                  </a:lnTo>
                  <a:lnTo>
                    <a:pt x="576965" y="356764"/>
                  </a:lnTo>
                  <a:lnTo>
                    <a:pt x="576507" y="356926"/>
                  </a:lnTo>
                  <a:lnTo>
                    <a:pt x="576267" y="356986"/>
                  </a:lnTo>
                  <a:lnTo>
                    <a:pt x="575634" y="357120"/>
                  </a:lnTo>
                  <a:lnTo>
                    <a:pt x="575502" y="357122"/>
                  </a:lnTo>
                  <a:lnTo>
                    <a:pt x="575193" y="357171"/>
                  </a:lnTo>
                  <a:lnTo>
                    <a:pt x="574812" y="357219"/>
                  </a:lnTo>
                  <a:lnTo>
                    <a:pt x="574757" y="356809"/>
                  </a:lnTo>
                  <a:lnTo>
                    <a:pt x="574373" y="356872"/>
                  </a:lnTo>
                  <a:lnTo>
                    <a:pt x="573609" y="356977"/>
                  </a:lnTo>
                  <a:lnTo>
                    <a:pt x="573463" y="357004"/>
                  </a:lnTo>
                  <a:lnTo>
                    <a:pt x="573220" y="357144"/>
                  </a:lnTo>
                  <a:lnTo>
                    <a:pt x="572454" y="357371"/>
                  </a:lnTo>
                  <a:lnTo>
                    <a:pt x="572187" y="357336"/>
                  </a:lnTo>
                  <a:lnTo>
                    <a:pt x="572286" y="357055"/>
                  </a:lnTo>
                  <a:lnTo>
                    <a:pt x="572229" y="356706"/>
                  </a:lnTo>
                  <a:lnTo>
                    <a:pt x="571967" y="356470"/>
                  </a:lnTo>
                  <a:lnTo>
                    <a:pt x="571734" y="356252"/>
                  </a:lnTo>
                  <a:lnTo>
                    <a:pt x="571982" y="355814"/>
                  </a:lnTo>
                  <a:lnTo>
                    <a:pt x="571508" y="355425"/>
                  </a:lnTo>
                  <a:lnTo>
                    <a:pt x="571268" y="355117"/>
                  </a:lnTo>
                  <a:lnTo>
                    <a:pt x="570982" y="354767"/>
                  </a:lnTo>
                  <a:lnTo>
                    <a:pt x="570843" y="354771"/>
                  </a:lnTo>
                  <a:lnTo>
                    <a:pt x="570701" y="354675"/>
                  </a:lnTo>
                  <a:lnTo>
                    <a:pt x="570731" y="354458"/>
                  </a:lnTo>
                  <a:lnTo>
                    <a:pt x="570444" y="354341"/>
                  </a:lnTo>
                  <a:lnTo>
                    <a:pt x="570149" y="354054"/>
                  </a:lnTo>
                  <a:lnTo>
                    <a:pt x="569963" y="353916"/>
                  </a:lnTo>
                  <a:lnTo>
                    <a:pt x="569701" y="353774"/>
                  </a:lnTo>
                  <a:lnTo>
                    <a:pt x="569497" y="353667"/>
                  </a:lnTo>
                  <a:lnTo>
                    <a:pt x="569141" y="353382"/>
                  </a:lnTo>
                  <a:lnTo>
                    <a:pt x="569070" y="353161"/>
                  </a:lnTo>
                  <a:lnTo>
                    <a:pt x="568978" y="352789"/>
                  </a:lnTo>
                  <a:lnTo>
                    <a:pt x="568920" y="352555"/>
                  </a:lnTo>
                  <a:lnTo>
                    <a:pt x="568825" y="352171"/>
                  </a:lnTo>
                  <a:lnTo>
                    <a:pt x="568690" y="351626"/>
                  </a:lnTo>
                  <a:lnTo>
                    <a:pt x="567736" y="347758"/>
                  </a:lnTo>
                  <a:lnTo>
                    <a:pt x="567703" y="347624"/>
                  </a:lnTo>
                  <a:lnTo>
                    <a:pt x="567329" y="346987"/>
                  </a:lnTo>
                  <a:lnTo>
                    <a:pt x="566454" y="345501"/>
                  </a:lnTo>
                  <a:lnTo>
                    <a:pt x="564204" y="341682"/>
                  </a:lnTo>
                  <a:lnTo>
                    <a:pt x="563819" y="341143"/>
                  </a:lnTo>
                  <a:lnTo>
                    <a:pt x="563105" y="340143"/>
                  </a:lnTo>
                  <a:lnTo>
                    <a:pt x="562956" y="339774"/>
                  </a:lnTo>
                  <a:lnTo>
                    <a:pt x="562682" y="339550"/>
                  </a:lnTo>
                  <a:lnTo>
                    <a:pt x="561693" y="337934"/>
                  </a:lnTo>
                  <a:lnTo>
                    <a:pt x="560619" y="336333"/>
                  </a:lnTo>
                  <a:lnTo>
                    <a:pt x="560149" y="335632"/>
                  </a:lnTo>
                  <a:lnTo>
                    <a:pt x="559479" y="334633"/>
                  </a:lnTo>
                  <a:lnTo>
                    <a:pt x="558771" y="333583"/>
                  </a:lnTo>
                  <a:lnTo>
                    <a:pt x="556451" y="330117"/>
                  </a:lnTo>
                  <a:lnTo>
                    <a:pt x="556318" y="329921"/>
                  </a:lnTo>
                  <a:lnTo>
                    <a:pt x="552244" y="330040"/>
                  </a:lnTo>
                  <a:lnTo>
                    <a:pt x="545687" y="315430"/>
                  </a:lnTo>
                  <a:lnTo>
                    <a:pt x="545621" y="315285"/>
                  </a:lnTo>
                  <a:lnTo>
                    <a:pt x="555036" y="307602"/>
                  </a:lnTo>
                  <a:lnTo>
                    <a:pt x="563519" y="307229"/>
                  </a:lnTo>
                  <a:lnTo>
                    <a:pt x="564395" y="307190"/>
                  </a:lnTo>
                  <a:lnTo>
                    <a:pt x="565163" y="306325"/>
                  </a:lnTo>
                  <a:lnTo>
                    <a:pt x="565903" y="305386"/>
                  </a:lnTo>
                  <a:lnTo>
                    <a:pt x="567260" y="303663"/>
                  </a:lnTo>
                  <a:lnTo>
                    <a:pt x="567963" y="303765"/>
                  </a:lnTo>
                  <a:lnTo>
                    <a:pt x="568217" y="303745"/>
                  </a:lnTo>
                  <a:lnTo>
                    <a:pt x="568354" y="303798"/>
                  </a:lnTo>
                  <a:lnTo>
                    <a:pt x="568482" y="303923"/>
                  </a:lnTo>
                  <a:lnTo>
                    <a:pt x="568726" y="304027"/>
                  </a:lnTo>
                  <a:lnTo>
                    <a:pt x="569036" y="304182"/>
                  </a:lnTo>
                  <a:lnTo>
                    <a:pt x="569344" y="304317"/>
                  </a:lnTo>
                  <a:lnTo>
                    <a:pt x="569242" y="304854"/>
                  </a:lnTo>
                  <a:lnTo>
                    <a:pt x="569253" y="305040"/>
                  </a:lnTo>
                  <a:lnTo>
                    <a:pt x="569533" y="305208"/>
                  </a:lnTo>
                  <a:lnTo>
                    <a:pt x="569820" y="305320"/>
                  </a:lnTo>
                  <a:lnTo>
                    <a:pt x="570184" y="305478"/>
                  </a:lnTo>
                  <a:lnTo>
                    <a:pt x="570438" y="305539"/>
                  </a:lnTo>
                  <a:lnTo>
                    <a:pt x="570571" y="305536"/>
                  </a:lnTo>
                  <a:lnTo>
                    <a:pt x="570800" y="305498"/>
                  </a:lnTo>
                  <a:lnTo>
                    <a:pt x="571207" y="305424"/>
                  </a:lnTo>
                  <a:lnTo>
                    <a:pt x="571527" y="305366"/>
                  </a:lnTo>
                  <a:lnTo>
                    <a:pt x="571792" y="305312"/>
                  </a:lnTo>
                  <a:lnTo>
                    <a:pt x="572092" y="305259"/>
                  </a:lnTo>
                  <a:lnTo>
                    <a:pt x="572421" y="305236"/>
                  </a:lnTo>
                  <a:lnTo>
                    <a:pt x="572680" y="305340"/>
                  </a:lnTo>
                  <a:lnTo>
                    <a:pt x="573064" y="305526"/>
                  </a:lnTo>
                  <a:lnTo>
                    <a:pt x="573344" y="305429"/>
                  </a:lnTo>
                  <a:lnTo>
                    <a:pt x="573708" y="305386"/>
                  </a:lnTo>
                  <a:lnTo>
                    <a:pt x="574059" y="305335"/>
                  </a:lnTo>
                  <a:lnTo>
                    <a:pt x="574273" y="305325"/>
                  </a:lnTo>
                  <a:lnTo>
                    <a:pt x="575337" y="305373"/>
                  </a:lnTo>
                  <a:lnTo>
                    <a:pt x="575469" y="305455"/>
                  </a:lnTo>
                  <a:lnTo>
                    <a:pt x="575625" y="305452"/>
                  </a:lnTo>
                  <a:lnTo>
                    <a:pt x="575764" y="305457"/>
                  </a:lnTo>
                  <a:lnTo>
                    <a:pt x="576207" y="305389"/>
                  </a:lnTo>
                  <a:lnTo>
                    <a:pt x="585726" y="302768"/>
                  </a:lnTo>
                  <a:lnTo>
                    <a:pt x="590856" y="301337"/>
                  </a:lnTo>
                  <a:lnTo>
                    <a:pt x="591214" y="301237"/>
                  </a:lnTo>
                  <a:lnTo>
                    <a:pt x="595037" y="300167"/>
                  </a:lnTo>
                  <a:lnTo>
                    <a:pt x="605389" y="297272"/>
                  </a:lnTo>
                  <a:lnTo>
                    <a:pt x="604408" y="296882"/>
                  </a:lnTo>
                  <a:lnTo>
                    <a:pt x="602615" y="296181"/>
                  </a:lnTo>
                  <a:lnTo>
                    <a:pt x="601095" y="295582"/>
                  </a:lnTo>
                  <a:lnTo>
                    <a:pt x="600802" y="294206"/>
                  </a:lnTo>
                  <a:lnTo>
                    <a:pt x="600430" y="292464"/>
                  </a:lnTo>
                  <a:lnTo>
                    <a:pt x="600491" y="292008"/>
                  </a:lnTo>
                  <a:lnTo>
                    <a:pt x="600688" y="290523"/>
                  </a:lnTo>
                  <a:lnTo>
                    <a:pt x="600767" y="289933"/>
                  </a:lnTo>
                  <a:lnTo>
                    <a:pt x="600806" y="289657"/>
                  </a:lnTo>
                  <a:lnTo>
                    <a:pt x="601032" y="287107"/>
                  </a:lnTo>
                  <a:lnTo>
                    <a:pt x="601258" y="284745"/>
                  </a:lnTo>
                  <a:lnTo>
                    <a:pt x="601325" y="283954"/>
                  </a:lnTo>
                  <a:lnTo>
                    <a:pt x="601596" y="280741"/>
                  </a:lnTo>
                  <a:lnTo>
                    <a:pt x="601628" y="280432"/>
                  </a:lnTo>
                  <a:lnTo>
                    <a:pt x="602732" y="277660"/>
                  </a:lnTo>
                  <a:lnTo>
                    <a:pt x="599093" y="274438"/>
                  </a:lnTo>
                  <a:lnTo>
                    <a:pt x="597298" y="272854"/>
                  </a:lnTo>
                  <a:lnTo>
                    <a:pt x="597878" y="271940"/>
                  </a:lnTo>
                  <a:lnTo>
                    <a:pt x="599182" y="269882"/>
                  </a:lnTo>
                  <a:lnTo>
                    <a:pt x="599397" y="269541"/>
                  </a:lnTo>
                  <a:lnTo>
                    <a:pt x="601019" y="269158"/>
                  </a:lnTo>
                  <a:lnTo>
                    <a:pt x="601115" y="268466"/>
                  </a:lnTo>
                  <a:lnTo>
                    <a:pt x="600802" y="265200"/>
                  </a:lnTo>
                  <a:lnTo>
                    <a:pt x="599901" y="264016"/>
                  </a:lnTo>
                  <a:lnTo>
                    <a:pt x="599528" y="263527"/>
                  </a:lnTo>
                  <a:lnTo>
                    <a:pt x="599342" y="263283"/>
                  </a:lnTo>
                  <a:lnTo>
                    <a:pt x="598385" y="262021"/>
                  </a:lnTo>
                  <a:lnTo>
                    <a:pt x="597866" y="261339"/>
                  </a:lnTo>
                  <a:lnTo>
                    <a:pt x="597259" y="260542"/>
                  </a:lnTo>
                  <a:lnTo>
                    <a:pt x="596383" y="259389"/>
                  </a:lnTo>
                  <a:lnTo>
                    <a:pt x="596020" y="258914"/>
                  </a:lnTo>
                  <a:lnTo>
                    <a:pt x="595739" y="258897"/>
                  </a:lnTo>
                  <a:lnTo>
                    <a:pt x="595376" y="258876"/>
                  </a:lnTo>
                  <a:lnTo>
                    <a:pt x="592210" y="258668"/>
                  </a:lnTo>
                  <a:lnTo>
                    <a:pt x="591048" y="258593"/>
                  </a:lnTo>
                  <a:lnTo>
                    <a:pt x="590818" y="258577"/>
                  </a:lnTo>
                  <a:lnTo>
                    <a:pt x="589467" y="258490"/>
                  </a:lnTo>
                  <a:lnTo>
                    <a:pt x="587831" y="258384"/>
                  </a:lnTo>
                  <a:lnTo>
                    <a:pt x="586019" y="259391"/>
                  </a:lnTo>
                  <a:lnTo>
                    <a:pt x="584315" y="260334"/>
                  </a:lnTo>
                  <a:lnTo>
                    <a:pt x="583894" y="260288"/>
                  </a:lnTo>
                  <a:lnTo>
                    <a:pt x="583493" y="260055"/>
                  </a:lnTo>
                  <a:lnTo>
                    <a:pt x="583125" y="259853"/>
                  </a:lnTo>
                  <a:lnTo>
                    <a:pt x="583010" y="259682"/>
                  </a:lnTo>
                  <a:lnTo>
                    <a:pt x="582437" y="258826"/>
                  </a:lnTo>
                  <a:lnTo>
                    <a:pt x="582097" y="258222"/>
                  </a:lnTo>
                  <a:lnTo>
                    <a:pt x="578942" y="255509"/>
                  </a:lnTo>
                  <a:lnTo>
                    <a:pt x="578139" y="255024"/>
                  </a:lnTo>
                  <a:lnTo>
                    <a:pt x="577970" y="254995"/>
                  </a:lnTo>
                  <a:lnTo>
                    <a:pt x="577244" y="248044"/>
                  </a:lnTo>
                  <a:lnTo>
                    <a:pt x="578115" y="248414"/>
                  </a:lnTo>
                  <a:lnTo>
                    <a:pt x="578268" y="248536"/>
                  </a:lnTo>
                  <a:lnTo>
                    <a:pt x="578577" y="248773"/>
                  </a:lnTo>
                  <a:lnTo>
                    <a:pt x="578850" y="248977"/>
                  </a:lnTo>
                  <a:lnTo>
                    <a:pt x="579050" y="248718"/>
                  </a:lnTo>
                  <a:lnTo>
                    <a:pt x="579188" y="248537"/>
                  </a:lnTo>
                  <a:lnTo>
                    <a:pt x="579354" y="248324"/>
                  </a:lnTo>
                  <a:lnTo>
                    <a:pt x="579157" y="248171"/>
                  </a:lnTo>
                  <a:lnTo>
                    <a:pt x="578950" y="248015"/>
                  </a:lnTo>
                  <a:lnTo>
                    <a:pt x="580599" y="240519"/>
                  </a:lnTo>
                  <a:lnTo>
                    <a:pt x="581198" y="240029"/>
                  </a:lnTo>
                  <a:lnTo>
                    <a:pt x="581400" y="239766"/>
                  </a:lnTo>
                  <a:lnTo>
                    <a:pt x="583136" y="239455"/>
                  </a:lnTo>
                  <a:lnTo>
                    <a:pt x="585503" y="241356"/>
                  </a:lnTo>
                  <a:lnTo>
                    <a:pt x="585649" y="240886"/>
                  </a:lnTo>
                  <a:lnTo>
                    <a:pt x="585806" y="240373"/>
                  </a:lnTo>
                  <a:lnTo>
                    <a:pt x="586186" y="239154"/>
                  </a:lnTo>
                  <a:lnTo>
                    <a:pt x="586174" y="238884"/>
                  </a:lnTo>
                  <a:lnTo>
                    <a:pt x="584906" y="238777"/>
                  </a:lnTo>
                  <a:lnTo>
                    <a:pt x="583975" y="238283"/>
                  </a:lnTo>
                  <a:lnTo>
                    <a:pt x="581704" y="235626"/>
                  </a:lnTo>
                  <a:lnTo>
                    <a:pt x="582304" y="234978"/>
                  </a:lnTo>
                  <a:lnTo>
                    <a:pt x="582708" y="234957"/>
                  </a:lnTo>
                  <a:lnTo>
                    <a:pt x="583967" y="232312"/>
                  </a:lnTo>
                  <a:lnTo>
                    <a:pt x="584073" y="232030"/>
                  </a:lnTo>
                  <a:lnTo>
                    <a:pt x="584136" y="231863"/>
                  </a:lnTo>
                  <a:lnTo>
                    <a:pt x="583743" y="231708"/>
                  </a:lnTo>
                  <a:lnTo>
                    <a:pt x="583591" y="231647"/>
                  </a:lnTo>
                  <a:lnTo>
                    <a:pt x="583394" y="231569"/>
                  </a:lnTo>
                  <a:lnTo>
                    <a:pt x="583091" y="231449"/>
                  </a:lnTo>
                  <a:lnTo>
                    <a:pt x="582759" y="231501"/>
                  </a:lnTo>
                  <a:lnTo>
                    <a:pt x="582516" y="231539"/>
                  </a:lnTo>
                  <a:lnTo>
                    <a:pt x="582344" y="231566"/>
                  </a:lnTo>
                  <a:lnTo>
                    <a:pt x="582030" y="231616"/>
                  </a:lnTo>
                  <a:lnTo>
                    <a:pt x="581537" y="231598"/>
                  </a:lnTo>
                  <a:lnTo>
                    <a:pt x="580911" y="231279"/>
                  </a:lnTo>
                  <a:lnTo>
                    <a:pt x="580837" y="231130"/>
                  </a:lnTo>
                  <a:lnTo>
                    <a:pt x="580577" y="230529"/>
                  </a:lnTo>
                  <a:lnTo>
                    <a:pt x="580520" y="230390"/>
                  </a:lnTo>
                  <a:lnTo>
                    <a:pt x="580357" y="230117"/>
                  </a:lnTo>
                  <a:lnTo>
                    <a:pt x="580188" y="229804"/>
                  </a:lnTo>
                  <a:lnTo>
                    <a:pt x="580103" y="229622"/>
                  </a:lnTo>
                  <a:lnTo>
                    <a:pt x="579990" y="229449"/>
                  </a:lnTo>
                  <a:lnTo>
                    <a:pt x="579733" y="229174"/>
                  </a:lnTo>
                  <a:lnTo>
                    <a:pt x="579513" y="229055"/>
                  </a:lnTo>
                  <a:lnTo>
                    <a:pt x="579175" y="228710"/>
                  </a:lnTo>
                  <a:lnTo>
                    <a:pt x="577801" y="227802"/>
                  </a:lnTo>
                  <a:lnTo>
                    <a:pt x="577876" y="227519"/>
                  </a:lnTo>
                  <a:lnTo>
                    <a:pt x="577902" y="227389"/>
                  </a:lnTo>
                  <a:lnTo>
                    <a:pt x="577867" y="227189"/>
                  </a:lnTo>
                  <a:lnTo>
                    <a:pt x="577816" y="227019"/>
                  </a:lnTo>
                  <a:lnTo>
                    <a:pt x="577771" y="226821"/>
                  </a:lnTo>
                  <a:lnTo>
                    <a:pt x="577786" y="226600"/>
                  </a:lnTo>
                  <a:lnTo>
                    <a:pt x="577898" y="226155"/>
                  </a:lnTo>
                  <a:lnTo>
                    <a:pt x="578098" y="225720"/>
                  </a:lnTo>
                  <a:lnTo>
                    <a:pt x="578205" y="225569"/>
                  </a:lnTo>
                  <a:lnTo>
                    <a:pt x="578561" y="225083"/>
                  </a:lnTo>
                  <a:lnTo>
                    <a:pt x="578734" y="224972"/>
                  </a:lnTo>
                  <a:lnTo>
                    <a:pt x="578964" y="224908"/>
                  </a:lnTo>
                  <a:lnTo>
                    <a:pt x="579286" y="224678"/>
                  </a:lnTo>
                  <a:lnTo>
                    <a:pt x="579164" y="224307"/>
                  </a:lnTo>
                  <a:lnTo>
                    <a:pt x="578923" y="223956"/>
                  </a:lnTo>
                  <a:lnTo>
                    <a:pt x="578804" y="223632"/>
                  </a:lnTo>
                  <a:lnTo>
                    <a:pt x="578159" y="223645"/>
                  </a:lnTo>
                  <a:lnTo>
                    <a:pt x="578111" y="223246"/>
                  </a:lnTo>
                  <a:lnTo>
                    <a:pt x="578042" y="222938"/>
                  </a:lnTo>
                  <a:lnTo>
                    <a:pt x="578014" y="222715"/>
                  </a:lnTo>
                  <a:lnTo>
                    <a:pt x="577999" y="222572"/>
                  </a:lnTo>
                  <a:lnTo>
                    <a:pt x="577900" y="222098"/>
                  </a:lnTo>
                  <a:lnTo>
                    <a:pt x="577782" y="221469"/>
                  </a:lnTo>
                  <a:lnTo>
                    <a:pt x="577719" y="220747"/>
                  </a:lnTo>
                  <a:lnTo>
                    <a:pt x="577630" y="219740"/>
                  </a:lnTo>
                  <a:lnTo>
                    <a:pt x="577451" y="218757"/>
                  </a:lnTo>
                  <a:lnTo>
                    <a:pt x="577397" y="218195"/>
                  </a:lnTo>
                  <a:lnTo>
                    <a:pt x="577370" y="217992"/>
                  </a:lnTo>
                  <a:lnTo>
                    <a:pt x="577158" y="216610"/>
                  </a:lnTo>
                  <a:lnTo>
                    <a:pt x="577108" y="215811"/>
                  </a:lnTo>
                  <a:lnTo>
                    <a:pt x="577082" y="215396"/>
                  </a:lnTo>
                  <a:lnTo>
                    <a:pt x="577022" y="214427"/>
                  </a:lnTo>
                  <a:lnTo>
                    <a:pt x="576989" y="213934"/>
                  </a:lnTo>
                  <a:lnTo>
                    <a:pt x="576892" y="212494"/>
                  </a:lnTo>
                  <a:lnTo>
                    <a:pt x="576806" y="211287"/>
                  </a:lnTo>
                  <a:lnTo>
                    <a:pt x="576741" y="210266"/>
                  </a:lnTo>
                  <a:lnTo>
                    <a:pt x="576500" y="210332"/>
                  </a:lnTo>
                  <a:lnTo>
                    <a:pt x="574627" y="210060"/>
                  </a:lnTo>
                  <a:lnTo>
                    <a:pt x="572740" y="210174"/>
                  </a:lnTo>
                  <a:lnTo>
                    <a:pt x="571866" y="210486"/>
                  </a:lnTo>
                  <a:lnTo>
                    <a:pt x="570907" y="210971"/>
                  </a:lnTo>
                  <a:lnTo>
                    <a:pt x="570162" y="211580"/>
                  </a:lnTo>
                  <a:lnTo>
                    <a:pt x="570073" y="211960"/>
                  </a:lnTo>
                  <a:lnTo>
                    <a:pt x="569742" y="212784"/>
                  </a:lnTo>
                  <a:lnTo>
                    <a:pt x="568541" y="213618"/>
                  </a:lnTo>
                  <a:lnTo>
                    <a:pt x="567300" y="214099"/>
                  </a:lnTo>
                  <a:lnTo>
                    <a:pt x="566497" y="214107"/>
                  </a:lnTo>
                  <a:lnTo>
                    <a:pt x="566137" y="214094"/>
                  </a:lnTo>
                  <a:lnTo>
                    <a:pt x="565471" y="214184"/>
                  </a:lnTo>
                  <a:lnTo>
                    <a:pt x="565217" y="214147"/>
                  </a:lnTo>
                  <a:lnTo>
                    <a:pt x="564148" y="213990"/>
                  </a:lnTo>
                  <a:lnTo>
                    <a:pt x="563463" y="213944"/>
                  </a:lnTo>
                  <a:lnTo>
                    <a:pt x="563081" y="213918"/>
                  </a:lnTo>
                  <a:lnTo>
                    <a:pt x="562061" y="213985"/>
                  </a:lnTo>
                  <a:lnTo>
                    <a:pt x="562038" y="212722"/>
                  </a:lnTo>
                  <a:lnTo>
                    <a:pt x="561948" y="212373"/>
                  </a:lnTo>
                  <a:lnTo>
                    <a:pt x="561448" y="210407"/>
                  </a:lnTo>
                  <a:lnTo>
                    <a:pt x="561285" y="209768"/>
                  </a:lnTo>
                  <a:lnTo>
                    <a:pt x="561141" y="209203"/>
                  </a:lnTo>
                  <a:lnTo>
                    <a:pt x="561062" y="208891"/>
                  </a:lnTo>
                  <a:lnTo>
                    <a:pt x="560963" y="208506"/>
                  </a:lnTo>
                  <a:lnTo>
                    <a:pt x="560839" y="208017"/>
                  </a:lnTo>
                  <a:lnTo>
                    <a:pt x="561713" y="207719"/>
                  </a:lnTo>
                  <a:lnTo>
                    <a:pt x="562566" y="207395"/>
                  </a:lnTo>
                  <a:lnTo>
                    <a:pt x="564197" y="206302"/>
                  </a:lnTo>
                  <a:lnTo>
                    <a:pt x="564727" y="206133"/>
                  </a:lnTo>
                  <a:lnTo>
                    <a:pt x="565463" y="205777"/>
                  </a:lnTo>
                  <a:lnTo>
                    <a:pt x="565747" y="205466"/>
                  </a:lnTo>
                  <a:lnTo>
                    <a:pt x="565707" y="205330"/>
                  </a:lnTo>
                  <a:lnTo>
                    <a:pt x="565395" y="204263"/>
                  </a:lnTo>
                  <a:lnTo>
                    <a:pt x="565309" y="203969"/>
                  </a:lnTo>
                  <a:lnTo>
                    <a:pt x="565114" y="203302"/>
                  </a:lnTo>
                  <a:lnTo>
                    <a:pt x="564888" y="202532"/>
                  </a:lnTo>
                  <a:lnTo>
                    <a:pt x="564709" y="201920"/>
                  </a:lnTo>
                  <a:lnTo>
                    <a:pt x="564646" y="200237"/>
                  </a:lnTo>
                  <a:lnTo>
                    <a:pt x="564540" y="199876"/>
                  </a:lnTo>
                  <a:lnTo>
                    <a:pt x="564437" y="199285"/>
                  </a:lnTo>
                  <a:lnTo>
                    <a:pt x="564303" y="198960"/>
                  </a:lnTo>
                  <a:lnTo>
                    <a:pt x="563971" y="198160"/>
                  </a:lnTo>
                  <a:lnTo>
                    <a:pt x="563716" y="197544"/>
                  </a:lnTo>
                  <a:lnTo>
                    <a:pt x="563403" y="196790"/>
                  </a:lnTo>
                  <a:lnTo>
                    <a:pt x="563327" y="196606"/>
                  </a:lnTo>
                  <a:lnTo>
                    <a:pt x="561811" y="197331"/>
                  </a:lnTo>
                  <a:lnTo>
                    <a:pt x="560590" y="197916"/>
                  </a:lnTo>
                  <a:lnTo>
                    <a:pt x="559767" y="198309"/>
                  </a:lnTo>
                  <a:lnTo>
                    <a:pt x="559591" y="198394"/>
                  </a:lnTo>
                  <a:lnTo>
                    <a:pt x="559411" y="198480"/>
                  </a:lnTo>
                  <a:lnTo>
                    <a:pt x="558611" y="198863"/>
                  </a:lnTo>
                  <a:lnTo>
                    <a:pt x="557174" y="199551"/>
                  </a:lnTo>
                  <a:lnTo>
                    <a:pt x="556024" y="200101"/>
                  </a:lnTo>
                  <a:lnTo>
                    <a:pt x="555368" y="200415"/>
                  </a:lnTo>
                  <a:lnTo>
                    <a:pt x="554668" y="199676"/>
                  </a:lnTo>
                  <a:lnTo>
                    <a:pt x="554085" y="199221"/>
                  </a:lnTo>
                  <a:lnTo>
                    <a:pt x="553902" y="199078"/>
                  </a:lnTo>
                  <a:lnTo>
                    <a:pt x="553080" y="199157"/>
                  </a:lnTo>
                  <a:lnTo>
                    <a:pt x="552293" y="199368"/>
                  </a:lnTo>
                  <a:lnTo>
                    <a:pt x="549088" y="200662"/>
                  </a:lnTo>
                  <a:lnTo>
                    <a:pt x="548687" y="200611"/>
                  </a:lnTo>
                  <a:lnTo>
                    <a:pt x="548536" y="200159"/>
                  </a:lnTo>
                  <a:lnTo>
                    <a:pt x="548388" y="199707"/>
                  </a:lnTo>
                  <a:lnTo>
                    <a:pt x="547871" y="199096"/>
                  </a:lnTo>
                  <a:lnTo>
                    <a:pt x="547313" y="198437"/>
                  </a:lnTo>
                  <a:lnTo>
                    <a:pt x="546992" y="198394"/>
                  </a:lnTo>
                  <a:lnTo>
                    <a:pt x="546708" y="198355"/>
                  </a:lnTo>
                  <a:lnTo>
                    <a:pt x="546548" y="198169"/>
                  </a:lnTo>
                  <a:lnTo>
                    <a:pt x="546299" y="197879"/>
                  </a:lnTo>
                  <a:lnTo>
                    <a:pt x="545674" y="197153"/>
                  </a:lnTo>
                  <a:lnTo>
                    <a:pt x="544847" y="197136"/>
                  </a:lnTo>
                  <a:lnTo>
                    <a:pt x="544709" y="197116"/>
                  </a:lnTo>
                  <a:lnTo>
                    <a:pt x="544491" y="197083"/>
                  </a:lnTo>
                  <a:lnTo>
                    <a:pt x="544279" y="197049"/>
                  </a:lnTo>
                  <a:lnTo>
                    <a:pt x="544058" y="197052"/>
                  </a:lnTo>
                  <a:lnTo>
                    <a:pt x="543770" y="197011"/>
                  </a:lnTo>
                  <a:lnTo>
                    <a:pt x="543531" y="196854"/>
                  </a:lnTo>
                  <a:lnTo>
                    <a:pt x="543218" y="196808"/>
                  </a:lnTo>
                  <a:lnTo>
                    <a:pt x="542811" y="196731"/>
                  </a:lnTo>
                  <a:lnTo>
                    <a:pt x="542310" y="196680"/>
                  </a:lnTo>
                  <a:lnTo>
                    <a:pt x="540832" y="197481"/>
                  </a:lnTo>
                  <a:lnTo>
                    <a:pt x="540346" y="197583"/>
                  </a:lnTo>
                  <a:lnTo>
                    <a:pt x="539311" y="198828"/>
                  </a:lnTo>
                  <a:lnTo>
                    <a:pt x="538955" y="199255"/>
                  </a:lnTo>
                  <a:lnTo>
                    <a:pt x="538206" y="199620"/>
                  </a:lnTo>
                  <a:lnTo>
                    <a:pt x="537811" y="199813"/>
                  </a:lnTo>
                  <a:lnTo>
                    <a:pt x="537488" y="200577"/>
                  </a:lnTo>
                  <a:lnTo>
                    <a:pt x="537953" y="201815"/>
                  </a:lnTo>
                  <a:lnTo>
                    <a:pt x="536184" y="202717"/>
                  </a:lnTo>
                  <a:lnTo>
                    <a:pt x="534645" y="203502"/>
                  </a:lnTo>
                  <a:lnTo>
                    <a:pt x="533953" y="203855"/>
                  </a:lnTo>
                  <a:lnTo>
                    <a:pt x="532695" y="204757"/>
                  </a:lnTo>
                  <a:lnTo>
                    <a:pt x="532170" y="204853"/>
                  </a:lnTo>
                  <a:lnTo>
                    <a:pt x="530185" y="207247"/>
                  </a:lnTo>
                  <a:lnTo>
                    <a:pt x="528478" y="207736"/>
                  </a:lnTo>
                  <a:lnTo>
                    <a:pt x="528028" y="207898"/>
                  </a:lnTo>
                  <a:lnTo>
                    <a:pt x="527899" y="208013"/>
                  </a:lnTo>
                  <a:lnTo>
                    <a:pt x="527650" y="208230"/>
                  </a:lnTo>
                  <a:lnTo>
                    <a:pt x="526752" y="209127"/>
                  </a:lnTo>
                  <a:lnTo>
                    <a:pt x="526264" y="209610"/>
                  </a:lnTo>
                  <a:lnTo>
                    <a:pt x="525683" y="210234"/>
                  </a:lnTo>
                  <a:lnTo>
                    <a:pt x="524536" y="210630"/>
                  </a:lnTo>
                  <a:lnTo>
                    <a:pt x="523637" y="211046"/>
                  </a:lnTo>
                  <a:lnTo>
                    <a:pt x="522743" y="211466"/>
                  </a:lnTo>
                  <a:lnTo>
                    <a:pt x="522563" y="211551"/>
                  </a:lnTo>
                  <a:lnTo>
                    <a:pt x="521730" y="211943"/>
                  </a:lnTo>
                  <a:lnTo>
                    <a:pt x="520794" y="212381"/>
                  </a:lnTo>
                  <a:lnTo>
                    <a:pt x="520403" y="209958"/>
                  </a:lnTo>
                  <a:lnTo>
                    <a:pt x="519493" y="210585"/>
                  </a:lnTo>
                  <a:lnTo>
                    <a:pt x="518405" y="210869"/>
                  </a:lnTo>
                  <a:lnTo>
                    <a:pt x="517106" y="210085"/>
                  </a:lnTo>
                  <a:lnTo>
                    <a:pt x="516113" y="210424"/>
                  </a:lnTo>
                  <a:lnTo>
                    <a:pt x="515954" y="210478"/>
                  </a:lnTo>
                  <a:lnTo>
                    <a:pt x="515370" y="210678"/>
                  </a:lnTo>
                  <a:lnTo>
                    <a:pt x="514067" y="211123"/>
                  </a:lnTo>
                  <a:lnTo>
                    <a:pt x="513139" y="211439"/>
                  </a:lnTo>
                  <a:lnTo>
                    <a:pt x="511471" y="211325"/>
                  </a:lnTo>
                  <a:lnTo>
                    <a:pt x="510912" y="211286"/>
                  </a:lnTo>
                  <a:lnTo>
                    <a:pt x="510089" y="211445"/>
                  </a:lnTo>
                  <a:lnTo>
                    <a:pt x="508997" y="211656"/>
                  </a:lnTo>
                  <a:lnTo>
                    <a:pt x="508045" y="211841"/>
                  </a:lnTo>
                  <a:lnTo>
                    <a:pt x="507044" y="213328"/>
                  </a:lnTo>
                  <a:lnTo>
                    <a:pt x="505457" y="212851"/>
                  </a:lnTo>
                  <a:lnTo>
                    <a:pt x="504401" y="212534"/>
                  </a:lnTo>
                  <a:lnTo>
                    <a:pt x="503258" y="213289"/>
                  </a:lnTo>
                  <a:lnTo>
                    <a:pt x="502062" y="214080"/>
                  </a:lnTo>
                  <a:lnTo>
                    <a:pt x="501064" y="214739"/>
                  </a:lnTo>
                  <a:lnTo>
                    <a:pt x="500835" y="211095"/>
                  </a:lnTo>
                  <a:lnTo>
                    <a:pt x="500619" y="210035"/>
                  </a:lnTo>
                  <a:lnTo>
                    <a:pt x="500566" y="209776"/>
                  </a:lnTo>
                  <a:lnTo>
                    <a:pt x="500539" y="209639"/>
                  </a:lnTo>
                  <a:lnTo>
                    <a:pt x="500449" y="209192"/>
                  </a:lnTo>
                  <a:lnTo>
                    <a:pt x="500372" y="208967"/>
                  </a:lnTo>
                  <a:lnTo>
                    <a:pt x="500108" y="208172"/>
                  </a:lnTo>
                  <a:lnTo>
                    <a:pt x="499320" y="205808"/>
                  </a:lnTo>
                  <a:lnTo>
                    <a:pt x="499137" y="205871"/>
                  </a:lnTo>
                  <a:lnTo>
                    <a:pt x="497623" y="206396"/>
                  </a:lnTo>
                  <a:lnTo>
                    <a:pt x="496219" y="206883"/>
                  </a:lnTo>
                  <a:lnTo>
                    <a:pt x="495587" y="207102"/>
                  </a:lnTo>
                  <a:lnTo>
                    <a:pt x="495598" y="207386"/>
                  </a:lnTo>
                  <a:lnTo>
                    <a:pt x="495045" y="207815"/>
                  </a:lnTo>
                  <a:lnTo>
                    <a:pt x="494610" y="208152"/>
                  </a:lnTo>
                  <a:lnTo>
                    <a:pt x="493242" y="209211"/>
                  </a:lnTo>
                  <a:lnTo>
                    <a:pt x="493181" y="209792"/>
                  </a:lnTo>
                  <a:lnTo>
                    <a:pt x="493118" y="210347"/>
                  </a:lnTo>
                  <a:lnTo>
                    <a:pt x="493024" y="211147"/>
                  </a:lnTo>
                  <a:lnTo>
                    <a:pt x="492970" y="211608"/>
                  </a:lnTo>
                  <a:lnTo>
                    <a:pt x="492807" y="213154"/>
                  </a:lnTo>
                  <a:lnTo>
                    <a:pt x="491810" y="213717"/>
                  </a:lnTo>
                  <a:lnTo>
                    <a:pt x="491154" y="214364"/>
                  </a:lnTo>
                  <a:lnTo>
                    <a:pt x="489039" y="212003"/>
                  </a:lnTo>
                  <a:lnTo>
                    <a:pt x="488715" y="211366"/>
                  </a:lnTo>
                  <a:lnTo>
                    <a:pt x="488581" y="211206"/>
                  </a:lnTo>
                  <a:lnTo>
                    <a:pt x="486717" y="211968"/>
                  </a:lnTo>
                  <a:lnTo>
                    <a:pt x="485597" y="212137"/>
                  </a:lnTo>
                  <a:lnTo>
                    <a:pt x="484114" y="213066"/>
                  </a:lnTo>
                  <a:lnTo>
                    <a:pt x="483970" y="213156"/>
                  </a:lnTo>
                  <a:lnTo>
                    <a:pt x="483051" y="213739"/>
                  </a:lnTo>
                  <a:lnTo>
                    <a:pt x="482182" y="214492"/>
                  </a:lnTo>
                  <a:lnTo>
                    <a:pt x="480870" y="215467"/>
                  </a:lnTo>
                  <a:lnTo>
                    <a:pt x="479693" y="216377"/>
                  </a:lnTo>
                  <a:lnTo>
                    <a:pt x="478935" y="213986"/>
                  </a:lnTo>
                  <a:lnTo>
                    <a:pt x="478728" y="213533"/>
                  </a:lnTo>
                  <a:lnTo>
                    <a:pt x="476948" y="214187"/>
                  </a:lnTo>
                  <a:lnTo>
                    <a:pt x="474446" y="215107"/>
                  </a:lnTo>
                  <a:lnTo>
                    <a:pt x="473616" y="215969"/>
                  </a:lnTo>
                  <a:lnTo>
                    <a:pt x="473109" y="216496"/>
                  </a:lnTo>
                  <a:lnTo>
                    <a:pt x="472509" y="217120"/>
                  </a:lnTo>
                  <a:lnTo>
                    <a:pt x="471131" y="218227"/>
                  </a:lnTo>
                  <a:lnTo>
                    <a:pt x="468894" y="219548"/>
                  </a:lnTo>
                  <a:lnTo>
                    <a:pt x="466862" y="221726"/>
                  </a:lnTo>
                  <a:lnTo>
                    <a:pt x="465384" y="220647"/>
                  </a:lnTo>
                  <a:lnTo>
                    <a:pt x="461956" y="218145"/>
                  </a:lnTo>
                  <a:lnTo>
                    <a:pt x="459393" y="206102"/>
                  </a:lnTo>
                  <a:lnTo>
                    <a:pt x="459259" y="205476"/>
                  </a:lnTo>
                  <a:lnTo>
                    <a:pt x="457443" y="196940"/>
                  </a:lnTo>
                  <a:lnTo>
                    <a:pt x="454568" y="191164"/>
                  </a:lnTo>
                  <a:lnTo>
                    <a:pt x="453596" y="189211"/>
                  </a:lnTo>
                  <a:lnTo>
                    <a:pt x="452339" y="186685"/>
                  </a:lnTo>
                  <a:lnTo>
                    <a:pt x="456407" y="184668"/>
                  </a:lnTo>
                  <a:lnTo>
                    <a:pt x="457997" y="183879"/>
                  </a:lnTo>
                  <a:lnTo>
                    <a:pt x="458808" y="183478"/>
                  </a:lnTo>
                  <a:lnTo>
                    <a:pt x="461936" y="183118"/>
                  </a:lnTo>
                  <a:lnTo>
                    <a:pt x="462105" y="183098"/>
                  </a:lnTo>
                  <a:lnTo>
                    <a:pt x="464785" y="182790"/>
                  </a:lnTo>
                  <a:lnTo>
                    <a:pt x="465442" y="182714"/>
                  </a:lnTo>
                  <a:lnTo>
                    <a:pt x="468998" y="182305"/>
                  </a:lnTo>
                  <a:lnTo>
                    <a:pt x="469438" y="182254"/>
                  </a:lnTo>
                  <a:lnTo>
                    <a:pt x="473633" y="181772"/>
                  </a:lnTo>
                  <a:lnTo>
                    <a:pt x="478838" y="181753"/>
                  </a:lnTo>
                  <a:lnTo>
                    <a:pt x="480537" y="181747"/>
                  </a:lnTo>
                  <a:lnTo>
                    <a:pt x="482641" y="181740"/>
                  </a:lnTo>
                  <a:lnTo>
                    <a:pt x="486913" y="185065"/>
                  </a:lnTo>
                  <a:lnTo>
                    <a:pt x="487351" y="185094"/>
                  </a:lnTo>
                  <a:lnTo>
                    <a:pt x="487691" y="185117"/>
                  </a:lnTo>
                  <a:lnTo>
                    <a:pt x="489301" y="185226"/>
                  </a:lnTo>
                  <a:lnTo>
                    <a:pt x="499883" y="185941"/>
                  </a:lnTo>
                  <a:lnTo>
                    <a:pt x="500588" y="185988"/>
                  </a:lnTo>
                  <a:lnTo>
                    <a:pt x="501510" y="186050"/>
                  </a:lnTo>
                  <a:lnTo>
                    <a:pt x="508195" y="183134"/>
                  </a:lnTo>
                  <a:lnTo>
                    <a:pt x="508704" y="182911"/>
                  </a:lnTo>
                  <a:lnTo>
                    <a:pt x="513144" y="180975"/>
                  </a:lnTo>
                  <a:lnTo>
                    <a:pt x="513340" y="180930"/>
                  </a:lnTo>
                  <a:lnTo>
                    <a:pt x="514127" y="180749"/>
                  </a:lnTo>
                  <a:lnTo>
                    <a:pt x="517542" y="179964"/>
                  </a:lnTo>
                  <a:lnTo>
                    <a:pt x="517972" y="179865"/>
                  </a:lnTo>
                  <a:lnTo>
                    <a:pt x="526743" y="177849"/>
                  </a:lnTo>
                  <a:lnTo>
                    <a:pt x="538331" y="178266"/>
                  </a:lnTo>
                  <a:lnTo>
                    <a:pt x="545692" y="177571"/>
                  </a:lnTo>
                  <a:lnTo>
                    <a:pt x="547617" y="176598"/>
                  </a:lnTo>
                  <a:lnTo>
                    <a:pt x="547567" y="175692"/>
                  </a:lnTo>
                  <a:lnTo>
                    <a:pt x="547729" y="175116"/>
                  </a:lnTo>
                  <a:lnTo>
                    <a:pt x="547772" y="174966"/>
                  </a:lnTo>
                  <a:lnTo>
                    <a:pt x="547891" y="174555"/>
                  </a:lnTo>
                  <a:lnTo>
                    <a:pt x="548553" y="172256"/>
                  </a:lnTo>
                  <a:lnTo>
                    <a:pt x="548621" y="172028"/>
                  </a:lnTo>
                  <a:lnTo>
                    <a:pt x="549825" y="171658"/>
                  </a:lnTo>
                  <a:lnTo>
                    <a:pt x="551805" y="171054"/>
                  </a:lnTo>
                  <a:lnTo>
                    <a:pt x="552131" y="168684"/>
                  </a:lnTo>
                  <a:lnTo>
                    <a:pt x="552151" y="168540"/>
                  </a:lnTo>
                  <a:lnTo>
                    <a:pt x="552253" y="167780"/>
                  </a:lnTo>
                  <a:lnTo>
                    <a:pt x="551261" y="166789"/>
                  </a:lnTo>
                  <a:lnTo>
                    <a:pt x="550508" y="166038"/>
                  </a:lnTo>
                  <a:lnTo>
                    <a:pt x="548578" y="164103"/>
                  </a:lnTo>
                  <a:lnTo>
                    <a:pt x="548172" y="163702"/>
                  </a:lnTo>
                  <a:lnTo>
                    <a:pt x="547940" y="160983"/>
                  </a:lnTo>
                  <a:lnTo>
                    <a:pt x="547767" y="159035"/>
                  </a:lnTo>
                  <a:lnTo>
                    <a:pt x="547355" y="157659"/>
                  </a:lnTo>
                  <a:lnTo>
                    <a:pt x="547222" y="157371"/>
                  </a:lnTo>
                  <a:lnTo>
                    <a:pt x="547399" y="157137"/>
                  </a:lnTo>
                  <a:lnTo>
                    <a:pt x="547729" y="156712"/>
                  </a:lnTo>
                  <a:lnTo>
                    <a:pt x="548588" y="155602"/>
                  </a:lnTo>
                  <a:lnTo>
                    <a:pt x="549182" y="154835"/>
                  </a:lnTo>
                  <a:lnTo>
                    <a:pt x="549342" y="154628"/>
                  </a:lnTo>
                  <a:lnTo>
                    <a:pt x="549779" y="154064"/>
                  </a:lnTo>
                  <a:lnTo>
                    <a:pt x="550442" y="153206"/>
                  </a:lnTo>
                  <a:lnTo>
                    <a:pt x="551612" y="151693"/>
                  </a:lnTo>
                  <a:lnTo>
                    <a:pt x="552145" y="151003"/>
                  </a:lnTo>
                  <a:lnTo>
                    <a:pt x="553440" y="150295"/>
                  </a:lnTo>
                  <a:lnTo>
                    <a:pt x="554403" y="149769"/>
                  </a:lnTo>
                  <a:lnTo>
                    <a:pt x="554413" y="149277"/>
                  </a:lnTo>
                  <a:lnTo>
                    <a:pt x="554429" y="148520"/>
                  </a:lnTo>
                  <a:lnTo>
                    <a:pt x="554435" y="148262"/>
                  </a:lnTo>
                  <a:lnTo>
                    <a:pt x="554447" y="147686"/>
                  </a:lnTo>
                  <a:lnTo>
                    <a:pt x="554453" y="147444"/>
                  </a:lnTo>
                  <a:lnTo>
                    <a:pt x="554457" y="147239"/>
                  </a:lnTo>
                  <a:lnTo>
                    <a:pt x="554530" y="146676"/>
                  </a:lnTo>
                  <a:lnTo>
                    <a:pt x="554602" y="146154"/>
                  </a:lnTo>
                  <a:lnTo>
                    <a:pt x="554893" y="143894"/>
                  </a:lnTo>
                  <a:lnTo>
                    <a:pt x="554762" y="142237"/>
                  </a:lnTo>
                  <a:lnTo>
                    <a:pt x="555071" y="141620"/>
                  </a:lnTo>
                  <a:lnTo>
                    <a:pt x="555585" y="140594"/>
                  </a:lnTo>
                  <a:lnTo>
                    <a:pt x="555870" y="140025"/>
                  </a:lnTo>
                  <a:lnTo>
                    <a:pt x="557597" y="138381"/>
                  </a:lnTo>
                  <a:lnTo>
                    <a:pt x="557710" y="137343"/>
                  </a:lnTo>
                  <a:lnTo>
                    <a:pt x="557826" y="136293"/>
                  </a:lnTo>
                  <a:lnTo>
                    <a:pt x="558147" y="136161"/>
                  </a:lnTo>
                  <a:lnTo>
                    <a:pt x="558283" y="136105"/>
                  </a:lnTo>
                  <a:lnTo>
                    <a:pt x="558569" y="135988"/>
                  </a:lnTo>
                  <a:lnTo>
                    <a:pt x="559124" y="135762"/>
                  </a:lnTo>
                  <a:lnTo>
                    <a:pt x="559372" y="135659"/>
                  </a:lnTo>
                  <a:lnTo>
                    <a:pt x="559554" y="135584"/>
                  </a:lnTo>
                  <a:lnTo>
                    <a:pt x="559839" y="135466"/>
                  </a:lnTo>
                  <a:lnTo>
                    <a:pt x="560367" y="135249"/>
                  </a:lnTo>
                  <a:lnTo>
                    <a:pt x="560758" y="135088"/>
                  </a:lnTo>
                  <a:lnTo>
                    <a:pt x="560930" y="134729"/>
                  </a:lnTo>
                  <a:lnTo>
                    <a:pt x="561026" y="134536"/>
                  </a:lnTo>
                  <a:lnTo>
                    <a:pt x="561135" y="134326"/>
                  </a:lnTo>
                  <a:lnTo>
                    <a:pt x="561256" y="134083"/>
                  </a:lnTo>
                  <a:lnTo>
                    <a:pt x="561723" y="133139"/>
                  </a:lnTo>
                  <a:lnTo>
                    <a:pt x="561787" y="132999"/>
                  </a:lnTo>
                  <a:lnTo>
                    <a:pt x="561162" y="133151"/>
                  </a:lnTo>
                  <a:lnTo>
                    <a:pt x="559302" y="133615"/>
                  </a:lnTo>
                  <a:lnTo>
                    <a:pt x="558560" y="132500"/>
                  </a:lnTo>
                  <a:lnTo>
                    <a:pt x="558233" y="132007"/>
                  </a:lnTo>
                  <a:lnTo>
                    <a:pt x="558095" y="131801"/>
                  </a:lnTo>
                  <a:lnTo>
                    <a:pt x="557925" y="131544"/>
                  </a:lnTo>
                  <a:lnTo>
                    <a:pt x="556922" y="129873"/>
                  </a:lnTo>
                  <a:lnTo>
                    <a:pt x="556695" y="128448"/>
                  </a:lnTo>
                  <a:lnTo>
                    <a:pt x="555178" y="129328"/>
                  </a:lnTo>
                  <a:lnTo>
                    <a:pt x="554136" y="129534"/>
                  </a:lnTo>
                  <a:lnTo>
                    <a:pt x="553730" y="129245"/>
                  </a:lnTo>
                  <a:lnTo>
                    <a:pt x="553084" y="128787"/>
                  </a:lnTo>
                  <a:lnTo>
                    <a:pt x="552746" y="128548"/>
                  </a:lnTo>
                  <a:lnTo>
                    <a:pt x="552260" y="128205"/>
                  </a:lnTo>
                  <a:lnTo>
                    <a:pt x="552037" y="128046"/>
                  </a:lnTo>
                  <a:lnTo>
                    <a:pt x="551678" y="127793"/>
                  </a:lnTo>
                  <a:lnTo>
                    <a:pt x="551392" y="127596"/>
                  </a:lnTo>
                  <a:lnTo>
                    <a:pt x="551176" y="127690"/>
                  </a:lnTo>
                  <a:lnTo>
                    <a:pt x="551046" y="127746"/>
                  </a:lnTo>
                  <a:lnTo>
                    <a:pt x="550810" y="127847"/>
                  </a:lnTo>
                  <a:lnTo>
                    <a:pt x="550179" y="127747"/>
                  </a:lnTo>
                  <a:lnTo>
                    <a:pt x="548893" y="127539"/>
                  </a:lnTo>
                  <a:lnTo>
                    <a:pt x="547968" y="127392"/>
                  </a:lnTo>
                  <a:lnTo>
                    <a:pt x="548085" y="125919"/>
                  </a:lnTo>
                  <a:lnTo>
                    <a:pt x="548116" y="125527"/>
                  </a:lnTo>
                  <a:lnTo>
                    <a:pt x="548037" y="125105"/>
                  </a:lnTo>
                  <a:lnTo>
                    <a:pt x="548338" y="122604"/>
                  </a:lnTo>
                  <a:lnTo>
                    <a:pt x="548736" y="122222"/>
                  </a:lnTo>
                  <a:lnTo>
                    <a:pt x="549319" y="118996"/>
                  </a:lnTo>
                  <a:lnTo>
                    <a:pt x="549354" y="118739"/>
                  </a:lnTo>
                  <a:lnTo>
                    <a:pt x="547688" y="117564"/>
                  </a:lnTo>
                  <a:lnTo>
                    <a:pt x="547305" y="117293"/>
                  </a:lnTo>
                  <a:lnTo>
                    <a:pt x="546210" y="116077"/>
                  </a:lnTo>
                  <a:lnTo>
                    <a:pt x="546063" y="115912"/>
                  </a:lnTo>
                  <a:lnTo>
                    <a:pt x="545816" y="115638"/>
                  </a:lnTo>
                  <a:lnTo>
                    <a:pt x="545427" y="115205"/>
                  </a:lnTo>
                  <a:lnTo>
                    <a:pt x="545247" y="115089"/>
                  </a:lnTo>
                  <a:lnTo>
                    <a:pt x="544931" y="114887"/>
                  </a:lnTo>
                  <a:lnTo>
                    <a:pt x="543875" y="111920"/>
                  </a:lnTo>
                  <a:lnTo>
                    <a:pt x="542950" y="105232"/>
                  </a:lnTo>
                  <a:lnTo>
                    <a:pt x="525349" y="110706"/>
                  </a:lnTo>
                  <a:lnTo>
                    <a:pt x="524710" y="110905"/>
                  </a:lnTo>
                  <a:lnTo>
                    <a:pt x="521056" y="112041"/>
                  </a:lnTo>
                  <a:lnTo>
                    <a:pt x="520346" y="112262"/>
                  </a:lnTo>
                  <a:lnTo>
                    <a:pt x="520151" y="112323"/>
                  </a:lnTo>
                  <a:lnTo>
                    <a:pt x="515001" y="113924"/>
                  </a:lnTo>
                  <a:lnTo>
                    <a:pt x="512168" y="114806"/>
                  </a:lnTo>
                  <a:lnTo>
                    <a:pt x="511201" y="115106"/>
                  </a:lnTo>
                  <a:lnTo>
                    <a:pt x="502197" y="117907"/>
                  </a:lnTo>
                  <a:lnTo>
                    <a:pt x="492626" y="123375"/>
                  </a:lnTo>
                  <a:lnTo>
                    <a:pt x="489811" y="124983"/>
                  </a:lnTo>
                  <a:lnTo>
                    <a:pt x="486046" y="118522"/>
                  </a:lnTo>
                  <a:lnTo>
                    <a:pt x="485329" y="117291"/>
                  </a:lnTo>
                  <a:lnTo>
                    <a:pt x="481334" y="110435"/>
                  </a:lnTo>
                  <a:lnTo>
                    <a:pt x="480417" y="108862"/>
                  </a:lnTo>
                  <a:lnTo>
                    <a:pt x="478704" y="105922"/>
                  </a:lnTo>
                  <a:lnTo>
                    <a:pt x="478601" y="105450"/>
                  </a:lnTo>
                  <a:lnTo>
                    <a:pt x="476730" y="96933"/>
                  </a:lnTo>
                  <a:lnTo>
                    <a:pt x="476535" y="96045"/>
                  </a:lnTo>
                  <a:lnTo>
                    <a:pt x="476274" y="94855"/>
                  </a:lnTo>
                  <a:lnTo>
                    <a:pt x="476061" y="93883"/>
                  </a:lnTo>
                  <a:lnTo>
                    <a:pt x="473901" y="84050"/>
                  </a:lnTo>
                  <a:lnTo>
                    <a:pt x="472591" y="78082"/>
                  </a:lnTo>
                  <a:lnTo>
                    <a:pt x="472461" y="77489"/>
                  </a:lnTo>
                  <a:lnTo>
                    <a:pt x="469807" y="65404"/>
                  </a:lnTo>
                  <a:lnTo>
                    <a:pt x="468610" y="59948"/>
                  </a:lnTo>
                  <a:lnTo>
                    <a:pt x="467400" y="54438"/>
                  </a:lnTo>
                  <a:lnTo>
                    <a:pt x="456521" y="38697"/>
                  </a:lnTo>
                  <a:lnTo>
                    <a:pt x="442779" y="25865"/>
                  </a:lnTo>
                  <a:lnTo>
                    <a:pt x="425820" y="10030"/>
                  </a:lnTo>
                  <a:lnTo>
                    <a:pt x="419646" y="4264"/>
                  </a:lnTo>
                  <a:lnTo>
                    <a:pt x="415079" y="0"/>
                  </a:lnTo>
                  <a:lnTo>
                    <a:pt x="397755" y="18615"/>
                  </a:lnTo>
                  <a:lnTo>
                    <a:pt x="397512" y="18875"/>
                  </a:lnTo>
                  <a:lnTo>
                    <a:pt x="388103" y="28988"/>
                  </a:lnTo>
                  <a:lnTo>
                    <a:pt x="386599" y="30671"/>
                  </a:lnTo>
                  <a:lnTo>
                    <a:pt x="385766" y="31687"/>
                  </a:lnTo>
                  <a:lnTo>
                    <a:pt x="384983" y="32641"/>
                  </a:lnTo>
                  <a:lnTo>
                    <a:pt x="372513" y="48565"/>
                  </a:lnTo>
                  <a:lnTo>
                    <a:pt x="367694" y="53732"/>
                  </a:lnTo>
                  <a:lnTo>
                    <a:pt x="353959" y="68460"/>
                  </a:lnTo>
                  <a:lnTo>
                    <a:pt x="344096" y="79036"/>
                  </a:lnTo>
                  <a:lnTo>
                    <a:pt x="336131" y="87582"/>
                  </a:lnTo>
                  <a:lnTo>
                    <a:pt x="315465" y="109743"/>
                  </a:lnTo>
                  <a:lnTo>
                    <a:pt x="309630" y="115994"/>
                  </a:lnTo>
                  <a:lnTo>
                    <a:pt x="307624" y="118145"/>
                  </a:lnTo>
                  <a:lnTo>
                    <a:pt x="303696" y="122357"/>
                  </a:lnTo>
                  <a:lnTo>
                    <a:pt x="298947" y="127456"/>
                  </a:lnTo>
                  <a:lnTo>
                    <a:pt x="295718" y="130912"/>
                  </a:lnTo>
                  <a:lnTo>
                    <a:pt x="290123" y="134031"/>
                  </a:lnTo>
                  <a:lnTo>
                    <a:pt x="279132" y="140160"/>
                  </a:lnTo>
                  <a:lnTo>
                    <a:pt x="274510" y="142738"/>
                  </a:lnTo>
                  <a:lnTo>
                    <a:pt x="266872" y="146997"/>
                  </a:lnTo>
                  <a:lnTo>
                    <a:pt x="265759" y="147617"/>
                  </a:lnTo>
                  <a:lnTo>
                    <a:pt x="262077" y="149671"/>
                  </a:lnTo>
                  <a:lnTo>
                    <a:pt x="248332" y="157335"/>
                  </a:lnTo>
                  <a:lnTo>
                    <a:pt x="225704" y="169956"/>
                  </a:lnTo>
                  <a:lnTo>
                    <a:pt x="205338" y="181309"/>
                  </a:lnTo>
                  <a:lnTo>
                    <a:pt x="197125" y="185889"/>
                  </a:lnTo>
                  <a:lnTo>
                    <a:pt x="187325" y="191353"/>
                  </a:lnTo>
                  <a:lnTo>
                    <a:pt x="186211" y="191974"/>
                  </a:lnTo>
                  <a:lnTo>
                    <a:pt x="177430" y="196871"/>
                  </a:lnTo>
                  <a:lnTo>
                    <a:pt x="177088" y="197063"/>
                  </a:lnTo>
                  <a:lnTo>
                    <a:pt x="174899" y="198370"/>
                  </a:lnTo>
                  <a:lnTo>
                    <a:pt x="172771" y="199774"/>
                  </a:lnTo>
                  <a:lnTo>
                    <a:pt x="170879" y="201148"/>
                  </a:lnTo>
                  <a:lnTo>
                    <a:pt x="170708" y="201273"/>
                  </a:lnTo>
                  <a:lnTo>
                    <a:pt x="161662" y="208163"/>
                  </a:lnTo>
                  <a:lnTo>
                    <a:pt x="152270" y="215312"/>
                  </a:lnTo>
                  <a:lnTo>
                    <a:pt x="148610" y="218099"/>
                  </a:lnTo>
                  <a:lnTo>
                    <a:pt x="140607" y="224192"/>
                  </a:lnTo>
                  <a:lnTo>
                    <a:pt x="133906" y="229295"/>
                  </a:lnTo>
                  <a:lnTo>
                    <a:pt x="130379" y="231980"/>
                  </a:lnTo>
                  <a:lnTo>
                    <a:pt x="129746" y="232462"/>
                  </a:lnTo>
                  <a:lnTo>
                    <a:pt x="129016" y="233028"/>
                  </a:lnTo>
                  <a:lnTo>
                    <a:pt x="125297" y="235958"/>
                  </a:lnTo>
                  <a:lnTo>
                    <a:pt x="114766" y="244255"/>
                  </a:lnTo>
                  <a:lnTo>
                    <a:pt x="107936" y="249637"/>
                  </a:lnTo>
                  <a:lnTo>
                    <a:pt x="105538" y="251526"/>
                  </a:lnTo>
                  <a:lnTo>
                    <a:pt x="100544" y="255461"/>
                  </a:lnTo>
                  <a:lnTo>
                    <a:pt x="80489" y="271263"/>
                  </a:lnTo>
                  <a:lnTo>
                    <a:pt x="67508" y="281489"/>
                  </a:lnTo>
                  <a:lnTo>
                    <a:pt x="51502" y="294100"/>
                  </a:lnTo>
                  <a:lnTo>
                    <a:pt x="34622" y="307400"/>
                  </a:lnTo>
                  <a:lnTo>
                    <a:pt x="21230" y="317951"/>
                  </a:lnTo>
                  <a:lnTo>
                    <a:pt x="19591" y="319294"/>
                  </a:lnTo>
                  <a:lnTo>
                    <a:pt x="17685" y="320990"/>
                  </a:lnTo>
                  <a:lnTo>
                    <a:pt x="15857" y="322771"/>
                  </a:lnTo>
                  <a:lnTo>
                    <a:pt x="14112" y="324632"/>
                  </a:lnTo>
                  <a:lnTo>
                    <a:pt x="11491" y="327558"/>
                  </a:lnTo>
                  <a:lnTo>
                    <a:pt x="5946" y="333742"/>
                  </a:lnTo>
                  <a:lnTo>
                    <a:pt x="0" y="340377"/>
                  </a:lnTo>
                  <a:lnTo>
                    <a:pt x="42240" y="378217"/>
                  </a:lnTo>
                  <a:lnTo>
                    <a:pt x="47144" y="382610"/>
                  </a:lnTo>
                  <a:lnTo>
                    <a:pt x="47889" y="384103"/>
                  </a:lnTo>
                  <a:lnTo>
                    <a:pt x="61505" y="411407"/>
                  </a:lnTo>
                  <a:lnTo>
                    <a:pt x="61158" y="414470"/>
                  </a:lnTo>
                  <a:lnTo>
                    <a:pt x="61060" y="415329"/>
                  </a:lnTo>
                  <a:lnTo>
                    <a:pt x="60676" y="418708"/>
                  </a:lnTo>
                  <a:lnTo>
                    <a:pt x="60417" y="420985"/>
                  </a:lnTo>
                  <a:lnTo>
                    <a:pt x="60092" y="423847"/>
                  </a:lnTo>
                  <a:lnTo>
                    <a:pt x="60013" y="424536"/>
                  </a:lnTo>
                  <a:lnTo>
                    <a:pt x="68296" y="433811"/>
                  </a:lnTo>
                  <a:lnTo>
                    <a:pt x="71527" y="437429"/>
                  </a:lnTo>
                  <a:lnTo>
                    <a:pt x="73897" y="440083"/>
                  </a:lnTo>
                  <a:lnTo>
                    <a:pt x="76434" y="442924"/>
                  </a:lnTo>
                  <a:lnTo>
                    <a:pt x="76369" y="444797"/>
                  </a:lnTo>
                  <a:lnTo>
                    <a:pt x="76314" y="446372"/>
                  </a:lnTo>
                  <a:lnTo>
                    <a:pt x="74797" y="450171"/>
                  </a:lnTo>
                  <a:lnTo>
                    <a:pt x="71934" y="457340"/>
                  </a:lnTo>
                  <a:lnTo>
                    <a:pt x="73073" y="460171"/>
                  </a:lnTo>
                  <a:lnTo>
                    <a:pt x="68894" y="462928"/>
                  </a:lnTo>
                  <a:lnTo>
                    <a:pt x="68587" y="463098"/>
                  </a:lnTo>
                  <a:lnTo>
                    <a:pt x="68272" y="463426"/>
                  </a:lnTo>
                  <a:lnTo>
                    <a:pt x="67392" y="464412"/>
                  </a:lnTo>
                  <a:lnTo>
                    <a:pt x="67136" y="464684"/>
                  </a:lnTo>
                  <a:lnTo>
                    <a:pt x="66916" y="464845"/>
                  </a:lnTo>
                  <a:lnTo>
                    <a:pt x="66499" y="465233"/>
                  </a:lnTo>
                  <a:lnTo>
                    <a:pt x="66095" y="465821"/>
                  </a:lnTo>
                  <a:lnTo>
                    <a:pt x="64620" y="467768"/>
                  </a:lnTo>
                  <a:lnTo>
                    <a:pt x="65906" y="467446"/>
                  </a:lnTo>
                  <a:lnTo>
                    <a:pt x="66384" y="467530"/>
                  </a:lnTo>
                  <a:lnTo>
                    <a:pt x="67154" y="467665"/>
                  </a:lnTo>
                  <a:lnTo>
                    <a:pt x="68261" y="466004"/>
                  </a:lnTo>
                  <a:lnTo>
                    <a:pt x="69487" y="465116"/>
                  </a:lnTo>
                  <a:lnTo>
                    <a:pt x="70356" y="466109"/>
                  </a:lnTo>
                  <a:lnTo>
                    <a:pt x="70546" y="466375"/>
                  </a:lnTo>
                  <a:lnTo>
                    <a:pt x="71047" y="467076"/>
                  </a:lnTo>
                  <a:lnTo>
                    <a:pt x="71175" y="467087"/>
                  </a:lnTo>
                  <a:lnTo>
                    <a:pt x="71621" y="467118"/>
                  </a:lnTo>
                  <a:lnTo>
                    <a:pt x="71852" y="467260"/>
                  </a:lnTo>
                  <a:lnTo>
                    <a:pt x="72061" y="467389"/>
                  </a:lnTo>
                  <a:lnTo>
                    <a:pt x="72820" y="467859"/>
                  </a:lnTo>
                  <a:lnTo>
                    <a:pt x="72982" y="467958"/>
                  </a:lnTo>
                  <a:lnTo>
                    <a:pt x="73259" y="468132"/>
                  </a:lnTo>
                  <a:lnTo>
                    <a:pt x="73999" y="468570"/>
                  </a:lnTo>
                  <a:lnTo>
                    <a:pt x="74275" y="468754"/>
                  </a:lnTo>
                  <a:lnTo>
                    <a:pt x="74648" y="469008"/>
                  </a:lnTo>
                  <a:lnTo>
                    <a:pt x="74954" y="469283"/>
                  </a:lnTo>
                  <a:lnTo>
                    <a:pt x="75202" y="469545"/>
                  </a:lnTo>
                  <a:lnTo>
                    <a:pt x="75456" y="469881"/>
                  </a:lnTo>
                  <a:lnTo>
                    <a:pt x="75656" y="470150"/>
                  </a:lnTo>
                  <a:lnTo>
                    <a:pt x="76508" y="470315"/>
                  </a:lnTo>
                  <a:lnTo>
                    <a:pt x="76654" y="470624"/>
                  </a:lnTo>
                  <a:lnTo>
                    <a:pt x="77196" y="471772"/>
                  </a:lnTo>
                  <a:lnTo>
                    <a:pt x="76840" y="472207"/>
                  </a:lnTo>
                  <a:lnTo>
                    <a:pt x="77203" y="472566"/>
                  </a:lnTo>
                  <a:lnTo>
                    <a:pt x="77588" y="472943"/>
                  </a:lnTo>
                  <a:lnTo>
                    <a:pt x="78099" y="473444"/>
                  </a:lnTo>
                  <a:lnTo>
                    <a:pt x="78252" y="473594"/>
                  </a:lnTo>
                  <a:lnTo>
                    <a:pt x="78435" y="473775"/>
                  </a:lnTo>
                  <a:lnTo>
                    <a:pt x="79046" y="473770"/>
                  </a:lnTo>
                  <a:lnTo>
                    <a:pt x="79226" y="473752"/>
                  </a:lnTo>
                  <a:lnTo>
                    <a:pt x="79672" y="473716"/>
                  </a:lnTo>
                  <a:lnTo>
                    <a:pt x="79801" y="473739"/>
                  </a:lnTo>
                  <a:lnTo>
                    <a:pt x="80048" y="473724"/>
                  </a:lnTo>
                  <a:lnTo>
                    <a:pt x="80216" y="473714"/>
                  </a:lnTo>
                  <a:lnTo>
                    <a:pt x="80369" y="473711"/>
                  </a:lnTo>
                  <a:lnTo>
                    <a:pt x="80595" y="473731"/>
                  </a:lnTo>
                  <a:lnTo>
                    <a:pt x="80830" y="473754"/>
                  </a:lnTo>
                  <a:lnTo>
                    <a:pt x="81458" y="473711"/>
                  </a:lnTo>
                  <a:lnTo>
                    <a:pt x="81751" y="473714"/>
                  </a:lnTo>
                  <a:lnTo>
                    <a:pt x="82023" y="473673"/>
                  </a:lnTo>
                  <a:lnTo>
                    <a:pt x="82651" y="473589"/>
                  </a:lnTo>
                  <a:lnTo>
                    <a:pt x="83244" y="473502"/>
                  </a:lnTo>
                  <a:lnTo>
                    <a:pt x="83842" y="473418"/>
                  </a:lnTo>
                  <a:lnTo>
                    <a:pt x="84387" y="473334"/>
                  </a:lnTo>
                  <a:lnTo>
                    <a:pt x="85005" y="473266"/>
                  </a:lnTo>
                  <a:lnTo>
                    <a:pt x="85305" y="473230"/>
                  </a:lnTo>
                  <a:lnTo>
                    <a:pt x="85557" y="473200"/>
                  </a:lnTo>
                  <a:lnTo>
                    <a:pt x="85791" y="473228"/>
                  </a:lnTo>
                  <a:lnTo>
                    <a:pt x="85972" y="473243"/>
                  </a:lnTo>
                  <a:lnTo>
                    <a:pt x="86242" y="473266"/>
                  </a:lnTo>
                  <a:lnTo>
                    <a:pt x="86560" y="473286"/>
                  </a:lnTo>
                  <a:lnTo>
                    <a:pt x="86707" y="473261"/>
                  </a:lnTo>
                  <a:lnTo>
                    <a:pt x="86919" y="473294"/>
                  </a:lnTo>
                  <a:lnTo>
                    <a:pt x="87204" y="473350"/>
                  </a:lnTo>
                  <a:lnTo>
                    <a:pt x="87461" y="473375"/>
                  </a:lnTo>
                  <a:lnTo>
                    <a:pt x="87758" y="473406"/>
                  </a:lnTo>
                  <a:lnTo>
                    <a:pt x="88010" y="473360"/>
                  </a:lnTo>
                  <a:lnTo>
                    <a:pt x="88394" y="473294"/>
                  </a:lnTo>
                  <a:lnTo>
                    <a:pt x="88568" y="473261"/>
                  </a:lnTo>
                  <a:lnTo>
                    <a:pt x="88990" y="473182"/>
                  </a:lnTo>
                  <a:lnTo>
                    <a:pt x="89150" y="473149"/>
                  </a:lnTo>
                  <a:lnTo>
                    <a:pt x="89562" y="473090"/>
                  </a:lnTo>
                  <a:lnTo>
                    <a:pt x="89718" y="473067"/>
                  </a:lnTo>
                  <a:lnTo>
                    <a:pt x="90176" y="473006"/>
                  </a:lnTo>
                  <a:lnTo>
                    <a:pt x="90339" y="472981"/>
                  </a:lnTo>
                  <a:lnTo>
                    <a:pt x="90557" y="472950"/>
                  </a:lnTo>
                  <a:lnTo>
                    <a:pt x="90769" y="472915"/>
                  </a:lnTo>
                  <a:lnTo>
                    <a:pt x="91056" y="472869"/>
                  </a:lnTo>
                  <a:lnTo>
                    <a:pt x="91338" y="472825"/>
                  </a:lnTo>
                  <a:lnTo>
                    <a:pt x="91481" y="472803"/>
                  </a:lnTo>
                  <a:lnTo>
                    <a:pt x="91886" y="472742"/>
                  </a:lnTo>
                  <a:lnTo>
                    <a:pt x="92099" y="472711"/>
                  </a:lnTo>
                  <a:lnTo>
                    <a:pt x="92491" y="472650"/>
                  </a:lnTo>
                  <a:lnTo>
                    <a:pt x="92639" y="472624"/>
                  </a:lnTo>
                  <a:lnTo>
                    <a:pt x="93110" y="472553"/>
                  </a:lnTo>
                  <a:lnTo>
                    <a:pt x="93356" y="472520"/>
                  </a:lnTo>
                  <a:lnTo>
                    <a:pt x="93496" y="472502"/>
                  </a:lnTo>
                  <a:lnTo>
                    <a:pt x="93639" y="472482"/>
                  </a:lnTo>
                  <a:lnTo>
                    <a:pt x="93781" y="472474"/>
                  </a:lnTo>
                  <a:lnTo>
                    <a:pt x="93995" y="472464"/>
                  </a:lnTo>
                  <a:lnTo>
                    <a:pt x="94277" y="472449"/>
                  </a:lnTo>
                  <a:lnTo>
                    <a:pt x="94847" y="472423"/>
                  </a:lnTo>
                  <a:lnTo>
                    <a:pt x="95064" y="472421"/>
                  </a:lnTo>
                  <a:lnTo>
                    <a:pt x="95423" y="472421"/>
                  </a:lnTo>
                  <a:lnTo>
                    <a:pt x="95802" y="472423"/>
                  </a:lnTo>
                  <a:lnTo>
                    <a:pt x="96023" y="472423"/>
                  </a:lnTo>
                  <a:lnTo>
                    <a:pt x="96397" y="472976"/>
                  </a:lnTo>
                  <a:lnTo>
                    <a:pt x="96784" y="473469"/>
                  </a:lnTo>
                  <a:lnTo>
                    <a:pt x="97145" y="473930"/>
                  </a:lnTo>
                  <a:lnTo>
                    <a:pt x="97285" y="474109"/>
                  </a:lnTo>
                  <a:lnTo>
                    <a:pt x="97397" y="474253"/>
                  </a:lnTo>
                  <a:lnTo>
                    <a:pt x="97512" y="474401"/>
                  </a:lnTo>
                  <a:lnTo>
                    <a:pt x="97758" y="474403"/>
                  </a:lnTo>
                  <a:lnTo>
                    <a:pt x="98160" y="474406"/>
                  </a:lnTo>
                  <a:lnTo>
                    <a:pt x="98733" y="474357"/>
                  </a:lnTo>
                  <a:lnTo>
                    <a:pt x="98909" y="474342"/>
                  </a:lnTo>
                  <a:lnTo>
                    <a:pt x="99456" y="473818"/>
                  </a:lnTo>
                  <a:lnTo>
                    <a:pt x="99618" y="473660"/>
                  </a:lnTo>
                  <a:lnTo>
                    <a:pt x="99891" y="473395"/>
                  </a:lnTo>
                  <a:lnTo>
                    <a:pt x="100069" y="473225"/>
                  </a:lnTo>
                  <a:lnTo>
                    <a:pt x="100412" y="472897"/>
                  </a:lnTo>
                  <a:lnTo>
                    <a:pt x="100593" y="472724"/>
                  </a:lnTo>
                  <a:lnTo>
                    <a:pt x="100748" y="472576"/>
                  </a:lnTo>
                  <a:lnTo>
                    <a:pt x="100944" y="472390"/>
                  </a:lnTo>
                  <a:lnTo>
                    <a:pt x="101158" y="472184"/>
                  </a:lnTo>
                  <a:lnTo>
                    <a:pt x="101349" y="471998"/>
                  </a:lnTo>
                  <a:lnTo>
                    <a:pt x="101598" y="471762"/>
                  </a:lnTo>
                  <a:lnTo>
                    <a:pt x="101893" y="471574"/>
                  </a:lnTo>
                  <a:lnTo>
                    <a:pt x="102061" y="471568"/>
                  </a:lnTo>
                  <a:lnTo>
                    <a:pt x="102199" y="471546"/>
                  </a:lnTo>
                  <a:lnTo>
                    <a:pt x="102326" y="471528"/>
                  </a:lnTo>
                  <a:lnTo>
                    <a:pt x="102596" y="471484"/>
                  </a:lnTo>
                  <a:lnTo>
                    <a:pt x="102947" y="471512"/>
                  </a:lnTo>
                  <a:lnTo>
                    <a:pt x="103105" y="471606"/>
                  </a:lnTo>
                  <a:lnTo>
                    <a:pt x="103313" y="471728"/>
                  </a:lnTo>
                  <a:lnTo>
                    <a:pt x="103494" y="471835"/>
                  </a:lnTo>
                  <a:lnTo>
                    <a:pt x="103827" y="472031"/>
                  </a:lnTo>
                  <a:lnTo>
                    <a:pt x="104049" y="472164"/>
                  </a:lnTo>
                  <a:lnTo>
                    <a:pt x="104186" y="472245"/>
                  </a:lnTo>
                  <a:lnTo>
                    <a:pt x="104402" y="472220"/>
                  </a:lnTo>
                  <a:lnTo>
                    <a:pt x="104736" y="472179"/>
                  </a:lnTo>
                  <a:lnTo>
                    <a:pt x="104967" y="472148"/>
                  </a:lnTo>
                  <a:lnTo>
                    <a:pt x="105224" y="472118"/>
                  </a:lnTo>
                  <a:lnTo>
                    <a:pt x="105466" y="472090"/>
                  </a:lnTo>
                  <a:lnTo>
                    <a:pt x="105547" y="472276"/>
                  </a:lnTo>
                  <a:lnTo>
                    <a:pt x="105619" y="472446"/>
                  </a:lnTo>
                  <a:lnTo>
                    <a:pt x="105682" y="472591"/>
                  </a:lnTo>
                  <a:lnTo>
                    <a:pt x="105758" y="472764"/>
                  </a:lnTo>
                  <a:lnTo>
                    <a:pt x="105840" y="472950"/>
                  </a:lnTo>
                  <a:lnTo>
                    <a:pt x="105825" y="473146"/>
                  </a:lnTo>
                  <a:lnTo>
                    <a:pt x="105812" y="473375"/>
                  </a:lnTo>
                  <a:lnTo>
                    <a:pt x="105792" y="473711"/>
                  </a:lnTo>
                  <a:lnTo>
                    <a:pt x="105776" y="473983"/>
                  </a:lnTo>
                  <a:lnTo>
                    <a:pt x="105766" y="474113"/>
                  </a:lnTo>
                  <a:lnTo>
                    <a:pt x="105995" y="474123"/>
                  </a:lnTo>
                  <a:lnTo>
                    <a:pt x="106349" y="474138"/>
                  </a:lnTo>
                  <a:lnTo>
                    <a:pt x="106529" y="474166"/>
                  </a:lnTo>
                  <a:lnTo>
                    <a:pt x="106761" y="474186"/>
                  </a:lnTo>
                  <a:lnTo>
                    <a:pt x="107171" y="474219"/>
                  </a:lnTo>
                  <a:lnTo>
                    <a:pt x="107466" y="474242"/>
                  </a:lnTo>
                  <a:lnTo>
                    <a:pt x="107852" y="474278"/>
                  </a:lnTo>
                  <a:lnTo>
                    <a:pt x="108377" y="474347"/>
                  </a:lnTo>
                  <a:lnTo>
                    <a:pt x="108519" y="474426"/>
                  </a:lnTo>
                  <a:lnTo>
                    <a:pt x="108730" y="474545"/>
                  </a:lnTo>
                  <a:lnTo>
                    <a:pt x="108863" y="474619"/>
                  </a:lnTo>
                  <a:lnTo>
                    <a:pt x="109003" y="474616"/>
                  </a:lnTo>
                  <a:lnTo>
                    <a:pt x="109199" y="474614"/>
                  </a:lnTo>
                  <a:lnTo>
                    <a:pt x="109473" y="474611"/>
                  </a:lnTo>
                  <a:lnTo>
                    <a:pt x="109766" y="474667"/>
                  </a:lnTo>
                  <a:lnTo>
                    <a:pt x="109804" y="474833"/>
                  </a:lnTo>
                  <a:lnTo>
                    <a:pt x="109845" y="475003"/>
                  </a:lnTo>
                  <a:lnTo>
                    <a:pt x="109944" y="475423"/>
                  </a:lnTo>
                  <a:lnTo>
                    <a:pt x="110005" y="475670"/>
                  </a:lnTo>
                  <a:lnTo>
                    <a:pt x="110159" y="475874"/>
                  </a:lnTo>
                  <a:lnTo>
                    <a:pt x="110276" y="476029"/>
                  </a:lnTo>
                  <a:lnTo>
                    <a:pt x="110382" y="476436"/>
                  </a:lnTo>
                  <a:lnTo>
                    <a:pt x="110419" y="476607"/>
                  </a:lnTo>
                  <a:lnTo>
                    <a:pt x="110560" y="476688"/>
                  </a:lnTo>
                  <a:lnTo>
                    <a:pt x="110700" y="476693"/>
                  </a:lnTo>
                  <a:lnTo>
                    <a:pt x="111010" y="476774"/>
                  </a:lnTo>
                  <a:lnTo>
                    <a:pt x="111361" y="476866"/>
                  </a:lnTo>
                  <a:lnTo>
                    <a:pt x="111702" y="476960"/>
                  </a:lnTo>
                  <a:lnTo>
                    <a:pt x="111908" y="477021"/>
                  </a:lnTo>
                  <a:lnTo>
                    <a:pt x="112079" y="476963"/>
                  </a:lnTo>
                  <a:lnTo>
                    <a:pt x="112438" y="476843"/>
                  </a:lnTo>
                  <a:lnTo>
                    <a:pt x="112613" y="476792"/>
                  </a:lnTo>
                  <a:lnTo>
                    <a:pt x="112997" y="476678"/>
                  </a:lnTo>
                  <a:lnTo>
                    <a:pt x="113170" y="476627"/>
                  </a:lnTo>
                  <a:lnTo>
                    <a:pt x="113613" y="476494"/>
                  </a:lnTo>
                  <a:lnTo>
                    <a:pt x="113758" y="476456"/>
                  </a:lnTo>
                  <a:lnTo>
                    <a:pt x="114124" y="476357"/>
                  </a:lnTo>
                  <a:lnTo>
                    <a:pt x="114275" y="476316"/>
                  </a:lnTo>
                  <a:lnTo>
                    <a:pt x="114616" y="476255"/>
                  </a:lnTo>
                  <a:lnTo>
                    <a:pt x="114776" y="476245"/>
                  </a:lnTo>
                  <a:lnTo>
                    <a:pt x="115107" y="476192"/>
                  </a:lnTo>
                  <a:lnTo>
                    <a:pt x="115343" y="476151"/>
                  </a:lnTo>
                  <a:lnTo>
                    <a:pt x="115697" y="476095"/>
                  </a:lnTo>
                  <a:lnTo>
                    <a:pt x="115908" y="476062"/>
                  </a:lnTo>
                  <a:lnTo>
                    <a:pt x="116068" y="476019"/>
                  </a:lnTo>
                  <a:lnTo>
                    <a:pt x="116308" y="475957"/>
                  </a:lnTo>
                  <a:lnTo>
                    <a:pt x="116514" y="475904"/>
                  </a:lnTo>
                  <a:lnTo>
                    <a:pt x="116766" y="475853"/>
                  </a:lnTo>
                  <a:lnTo>
                    <a:pt x="117040" y="475800"/>
                  </a:lnTo>
                  <a:lnTo>
                    <a:pt x="117661" y="475662"/>
                  </a:lnTo>
                  <a:lnTo>
                    <a:pt x="117811" y="475611"/>
                  </a:lnTo>
                  <a:lnTo>
                    <a:pt x="118338" y="475377"/>
                  </a:lnTo>
                  <a:lnTo>
                    <a:pt x="118913" y="475108"/>
                  </a:lnTo>
                  <a:lnTo>
                    <a:pt x="119450" y="474858"/>
                  </a:lnTo>
                  <a:lnTo>
                    <a:pt x="120083" y="474563"/>
                  </a:lnTo>
                  <a:lnTo>
                    <a:pt x="120549" y="474344"/>
                  </a:lnTo>
                  <a:lnTo>
                    <a:pt x="121058" y="474108"/>
                  </a:lnTo>
                  <a:lnTo>
                    <a:pt x="121618" y="473848"/>
                  </a:lnTo>
                  <a:lnTo>
                    <a:pt x="122119" y="473614"/>
                  </a:lnTo>
                  <a:lnTo>
                    <a:pt x="122669" y="473360"/>
                  </a:lnTo>
                  <a:lnTo>
                    <a:pt x="123063" y="473176"/>
                  </a:lnTo>
                  <a:lnTo>
                    <a:pt x="123509" y="472968"/>
                  </a:lnTo>
                  <a:lnTo>
                    <a:pt x="123791" y="472835"/>
                  </a:lnTo>
                  <a:lnTo>
                    <a:pt x="123941" y="472767"/>
                  </a:lnTo>
                  <a:lnTo>
                    <a:pt x="124333" y="472568"/>
                  </a:lnTo>
                  <a:lnTo>
                    <a:pt x="124674" y="472426"/>
                  </a:lnTo>
                  <a:lnTo>
                    <a:pt x="124870" y="472342"/>
                  </a:lnTo>
                  <a:lnTo>
                    <a:pt x="125000" y="472293"/>
                  </a:lnTo>
                  <a:lnTo>
                    <a:pt x="125203" y="472184"/>
                  </a:lnTo>
                  <a:lnTo>
                    <a:pt x="125641" y="471935"/>
                  </a:lnTo>
                  <a:lnTo>
                    <a:pt x="125964" y="471746"/>
                  </a:lnTo>
                  <a:lnTo>
                    <a:pt x="126201" y="471614"/>
                  </a:lnTo>
                  <a:lnTo>
                    <a:pt x="126483" y="471461"/>
                  </a:lnTo>
                  <a:lnTo>
                    <a:pt x="126900" y="471339"/>
                  </a:lnTo>
                  <a:lnTo>
                    <a:pt x="127053" y="471296"/>
                  </a:lnTo>
                  <a:lnTo>
                    <a:pt x="127369" y="471207"/>
                  </a:lnTo>
                  <a:lnTo>
                    <a:pt x="127636" y="471128"/>
                  </a:lnTo>
                  <a:lnTo>
                    <a:pt x="127806" y="471070"/>
                  </a:lnTo>
                  <a:lnTo>
                    <a:pt x="128236" y="470998"/>
                  </a:lnTo>
                  <a:lnTo>
                    <a:pt x="128768" y="470879"/>
                  </a:lnTo>
                  <a:lnTo>
                    <a:pt x="129007" y="470835"/>
                  </a:lnTo>
                  <a:lnTo>
                    <a:pt x="129231" y="470805"/>
                  </a:lnTo>
                  <a:lnTo>
                    <a:pt x="129387" y="470785"/>
                  </a:lnTo>
                  <a:lnTo>
                    <a:pt x="129593" y="470746"/>
                  </a:lnTo>
                  <a:lnTo>
                    <a:pt x="129893" y="470991"/>
                  </a:lnTo>
                  <a:lnTo>
                    <a:pt x="130244" y="471276"/>
                  </a:lnTo>
                  <a:lnTo>
                    <a:pt x="130730" y="471665"/>
                  </a:lnTo>
                  <a:lnTo>
                    <a:pt x="130735" y="471881"/>
                  </a:lnTo>
                  <a:lnTo>
                    <a:pt x="130745" y="472273"/>
                  </a:lnTo>
                  <a:lnTo>
                    <a:pt x="130756" y="472640"/>
                  </a:lnTo>
                  <a:lnTo>
                    <a:pt x="130801" y="472889"/>
                  </a:lnTo>
                  <a:lnTo>
                    <a:pt x="130985" y="473006"/>
                  </a:lnTo>
                  <a:lnTo>
                    <a:pt x="131160" y="473115"/>
                  </a:lnTo>
                  <a:lnTo>
                    <a:pt x="131478" y="473316"/>
                  </a:lnTo>
                  <a:lnTo>
                    <a:pt x="131674" y="473444"/>
                  </a:lnTo>
                  <a:lnTo>
                    <a:pt x="131857" y="473561"/>
                  </a:lnTo>
                  <a:lnTo>
                    <a:pt x="132015" y="473477"/>
                  </a:lnTo>
                  <a:lnTo>
                    <a:pt x="132186" y="473385"/>
                  </a:lnTo>
                  <a:lnTo>
                    <a:pt x="132389" y="473276"/>
                  </a:lnTo>
                  <a:lnTo>
                    <a:pt x="132524" y="473204"/>
                  </a:lnTo>
                  <a:lnTo>
                    <a:pt x="133089" y="472922"/>
                  </a:lnTo>
                  <a:lnTo>
                    <a:pt x="133427" y="472736"/>
                  </a:lnTo>
                  <a:lnTo>
                    <a:pt x="133835" y="472515"/>
                  </a:lnTo>
                  <a:lnTo>
                    <a:pt x="134224" y="472301"/>
                  </a:lnTo>
                  <a:lnTo>
                    <a:pt x="134506" y="472151"/>
                  </a:lnTo>
                  <a:lnTo>
                    <a:pt x="134570" y="472296"/>
                  </a:lnTo>
                  <a:lnTo>
                    <a:pt x="134672" y="472515"/>
                  </a:lnTo>
                  <a:lnTo>
                    <a:pt x="134758" y="472665"/>
                  </a:lnTo>
                  <a:lnTo>
                    <a:pt x="134957" y="473098"/>
                  </a:lnTo>
                  <a:lnTo>
                    <a:pt x="135171" y="473558"/>
                  </a:lnTo>
                  <a:lnTo>
                    <a:pt x="135369" y="473983"/>
                  </a:lnTo>
                  <a:lnTo>
                    <a:pt x="135532" y="474334"/>
                  </a:lnTo>
                  <a:lnTo>
                    <a:pt x="135641" y="474489"/>
                  </a:lnTo>
                  <a:lnTo>
                    <a:pt x="135827" y="474719"/>
                  </a:lnTo>
                  <a:lnTo>
                    <a:pt x="136351" y="475360"/>
                  </a:lnTo>
                  <a:lnTo>
                    <a:pt x="136489" y="475540"/>
                  </a:lnTo>
                  <a:lnTo>
                    <a:pt x="136761" y="475902"/>
                  </a:lnTo>
                  <a:lnTo>
                    <a:pt x="137125" y="476344"/>
                  </a:lnTo>
                  <a:lnTo>
                    <a:pt x="137267" y="476520"/>
                  </a:lnTo>
                  <a:lnTo>
                    <a:pt x="137733" y="476922"/>
                  </a:lnTo>
                  <a:lnTo>
                    <a:pt x="138013" y="477138"/>
                  </a:lnTo>
                  <a:lnTo>
                    <a:pt x="138168" y="477255"/>
                  </a:lnTo>
                  <a:lnTo>
                    <a:pt x="138466" y="477482"/>
                  </a:lnTo>
                  <a:lnTo>
                    <a:pt x="139908" y="478336"/>
                  </a:lnTo>
                  <a:lnTo>
                    <a:pt x="139969" y="478472"/>
                  </a:lnTo>
                  <a:lnTo>
                    <a:pt x="140122" y="478820"/>
                  </a:lnTo>
                  <a:lnTo>
                    <a:pt x="140288" y="479204"/>
                  </a:lnTo>
                  <a:lnTo>
                    <a:pt x="140391" y="479449"/>
                  </a:lnTo>
                  <a:lnTo>
                    <a:pt x="140508" y="479716"/>
                  </a:lnTo>
                  <a:lnTo>
                    <a:pt x="140660" y="480064"/>
                  </a:lnTo>
                  <a:lnTo>
                    <a:pt x="140537" y="480567"/>
                  </a:lnTo>
                  <a:lnTo>
                    <a:pt x="140664" y="480790"/>
                  </a:lnTo>
                  <a:lnTo>
                    <a:pt x="140808" y="481047"/>
                  </a:lnTo>
                  <a:lnTo>
                    <a:pt x="141269" y="481872"/>
                  </a:lnTo>
                  <a:lnTo>
                    <a:pt x="141394" y="482098"/>
                  </a:lnTo>
                  <a:lnTo>
                    <a:pt x="141580" y="482422"/>
                  </a:lnTo>
                  <a:lnTo>
                    <a:pt x="141697" y="482625"/>
                  </a:lnTo>
                  <a:lnTo>
                    <a:pt x="142511" y="484040"/>
                  </a:lnTo>
                  <a:lnTo>
                    <a:pt x="142793" y="484069"/>
                  </a:lnTo>
                  <a:lnTo>
                    <a:pt x="142982" y="484088"/>
                  </a:lnTo>
                  <a:lnTo>
                    <a:pt x="143143" y="484011"/>
                  </a:lnTo>
                  <a:lnTo>
                    <a:pt x="143273" y="483782"/>
                  </a:lnTo>
                  <a:lnTo>
                    <a:pt x="143491" y="483396"/>
                  </a:lnTo>
                  <a:lnTo>
                    <a:pt x="143598" y="483065"/>
                  </a:lnTo>
                  <a:lnTo>
                    <a:pt x="143792" y="482640"/>
                  </a:lnTo>
                  <a:lnTo>
                    <a:pt x="144059" y="482548"/>
                  </a:lnTo>
                  <a:lnTo>
                    <a:pt x="144242" y="482500"/>
                  </a:lnTo>
                  <a:lnTo>
                    <a:pt x="144405" y="482441"/>
                  </a:lnTo>
                  <a:lnTo>
                    <a:pt x="144647" y="482367"/>
                  </a:lnTo>
                  <a:lnTo>
                    <a:pt x="145115" y="482128"/>
                  </a:lnTo>
                  <a:lnTo>
                    <a:pt x="145461" y="481925"/>
                  </a:lnTo>
                  <a:lnTo>
                    <a:pt x="145629" y="481785"/>
                  </a:lnTo>
                  <a:lnTo>
                    <a:pt x="145878" y="481439"/>
                  </a:lnTo>
                  <a:lnTo>
                    <a:pt x="145985" y="481291"/>
                  </a:lnTo>
                  <a:lnTo>
                    <a:pt x="146303" y="481232"/>
                  </a:lnTo>
                  <a:lnTo>
                    <a:pt x="146598" y="481179"/>
                  </a:lnTo>
                  <a:lnTo>
                    <a:pt x="147573" y="481935"/>
                  </a:lnTo>
                  <a:lnTo>
                    <a:pt x="149397" y="483350"/>
                  </a:lnTo>
                  <a:lnTo>
                    <a:pt x="149647" y="483558"/>
                  </a:lnTo>
                  <a:lnTo>
                    <a:pt x="150133" y="483505"/>
                  </a:lnTo>
                  <a:lnTo>
                    <a:pt x="150759" y="483434"/>
                  </a:lnTo>
                  <a:lnTo>
                    <a:pt x="151311" y="483370"/>
                  </a:lnTo>
                  <a:lnTo>
                    <a:pt x="151522" y="483350"/>
                  </a:lnTo>
                  <a:lnTo>
                    <a:pt x="152001" y="483299"/>
                  </a:lnTo>
                  <a:lnTo>
                    <a:pt x="152726" y="483223"/>
                  </a:lnTo>
                  <a:lnTo>
                    <a:pt x="152925" y="483175"/>
                  </a:lnTo>
                  <a:lnTo>
                    <a:pt x="153483" y="483104"/>
                  </a:lnTo>
                  <a:lnTo>
                    <a:pt x="154359" y="482649"/>
                  </a:lnTo>
                  <a:lnTo>
                    <a:pt x="155491" y="482059"/>
                  </a:lnTo>
                  <a:lnTo>
                    <a:pt x="156399" y="481592"/>
                  </a:lnTo>
                  <a:lnTo>
                    <a:pt x="157155" y="481201"/>
                  </a:lnTo>
                  <a:lnTo>
                    <a:pt x="156421" y="477509"/>
                  </a:lnTo>
                  <a:lnTo>
                    <a:pt x="156357" y="477223"/>
                  </a:lnTo>
                  <a:lnTo>
                    <a:pt x="156856" y="477105"/>
                  </a:lnTo>
                  <a:lnTo>
                    <a:pt x="157731" y="476897"/>
                  </a:lnTo>
                  <a:lnTo>
                    <a:pt x="158049" y="476826"/>
                  </a:lnTo>
                  <a:lnTo>
                    <a:pt x="158708" y="476665"/>
                  </a:lnTo>
                  <a:lnTo>
                    <a:pt x="159299" y="476523"/>
                  </a:lnTo>
                  <a:lnTo>
                    <a:pt x="159881" y="476383"/>
                  </a:lnTo>
                  <a:lnTo>
                    <a:pt x="160431" y="476255"/>
                  </a:lnTo>
                  <a:lnTo>
                    <a:pt x="160983" y="476126"/>
                  </a:lnTo>
                  <a:lnTo>
                    <a:pt x="161342" y="476032"/>
                  </a:lnTo>
                  <a:lnTo>
                    <a:pt x="161733" y="475926"/>
                  </a:lnTo>
                  <a:lnTo>
                    <a:pt x="162278" y="474878"/>
                  </a:lnTo>
                  <a:lnTo>
                    <a:pt x="163307" y="472777"/>
                  </a:lnTo>
                  <a:lnTo>
                    <a:pt x="163881" y="471478"/>
                  </a:lnTo>
                  <a:lnTo>
                    <a:pt x="166142" y="472684"/>
                  </a:lnTo>
                  <a:lnTo>
                    <a:pt x="166337" y="472666"/>
                  </a:lnTo>
                  <a:lnTo>
                    <a:pt x="168510" y="472467"/>
                  </a:lnTo>
                  <a:lnTo>
                    <a:pt x="169243" y="472741"/>
                  </a:lnTo>
                  <a:lnTo>
                    <a:pt x="169866" y="472955"/>
                  </a:lnTo>
                  <a:lnTo>
                    <a:pt x="170400" y="473141"/>
                  </a:lnTo>
                  <a:lnTo>
                    <a:pt x="171019" y="473355"/>
                  </a:lnTo>
                  <a:lnTo>
                    <a:pt x="171556" y="473538"/>
                  </a:lnTo>
                  <a:lnTo>
                    <a:pt x="172057" y="473713"/>
                  </a:lnTo>
                  <a:lnTo>
                    <a:pt x="172474" y="473856"/>
                  </a:lnTo>
                  <a:lnTo>
                    <a:pt x="172813" y="473973"/>
                  </a:lnTo>
                  <a:lnTo>
                    <a:pt x="173237" y="474120"/>
                  </a:lnTo>
                  <a:lnTo>
                    <a:pt x="173515" y="474215"/>
                  </a:lnTo>
                  <a:lnTo>
                    <a:pt x="173703" y="474281"/>
                  </a:lnTo>
                  <a:lnTo>
                    <a:pt x="173545" y="474444"/>
                  </a:lnTo>
                  <a:lnTo>
                    <a:pt x="173154" y="474856"/>
                  </a:lnTo>
                  <a:lnTo>
                    <a:pt x="172759" y="475265"/>
                  </a:lnTo>
                  <a:lnTo>
                    <a:pt x="172502" y="475538"/>
                  </a:lnTo>
                  <a:lnTo>
                    <a:pt x="172260" y="475792"/>
                  </a:lnTo>
                  <a:lnTo>
                    <a:pt x="172026" y="476047"/>
                  </a:lnTo>
                  <a:lnTo>
                    <a:pt x="171802" y="476288"/>
                  </a:lnTo>
                  <a:lnTo>
                    <a:pt x="171360" y="476772"/>
                  </a:lnTo>
                  <a:lnTo>
                    <a:pt x="171003" y="477156"/>
                  </a:lnTo>
                  <a:lnTo>
                    <a:pt x="170752" y="477431"/>
                  </a:lnTo>
                  <a:lnTo>
                    <a:pt x="170383" y="477833"/>
                  </a:lnTo>
                  <a:lnTo>
                    <a:pt x="170774" y="478199"/>
                  </a:lnTo>
                  <a:lnTo>
                    <a:pt x="171154" y="478558"/>
                  </a:lnTo>
                  <a:lnTo>
                    <a:pt x="171487" y="478871"/>
                  </a:lnTo>
                  <a:lnTo>
                    <a:pt x="171828" y="479192"/>
                  </a:lnTo>
                  <a:lnTo>
                    <a:pt x="172349" y="479680"/>
                  </a:lnTo>
                  <a:lnTo>
                    <a:pt x="172515" y="479833"/>
                  </a:lnTo>
                  <a:lnTo>
                    <a:pt x="172846" y="480146"/>
                  </a:lnTo>
                  <a:lnTo>
                    <a:pt x="173238" y="480512"/>
                  </a:lnTo>
                  <a:lnTo>
                    <a:pt x="173726" y="480968"/>
                  </a:lnTo>
                  <a:lnTo>
                    <a:pt x="173826" y="481100"/>
                  </a:lnTo>
                  <a:lnTo>
                    <a:pt x="174208" y="481569"/>
                  </a:lnTo>
                  <a:lnTo>
                    <a:pt x="174507" y="481863"/>
                  </a:lnTo>
                  <a:lnTo>
                    <a:pt x="174747" y="482101"/>
                  </a:lnTo>
                  <a:lnTo>
                    <a:pt x="174984" y="482332"/>
                  </a:lnTo>
                  <a:lnTo>
                    <a:pt x="175255" y="482616"/>
                  </a:lnTo>
                  <a:lnTo>
                    <a:pt x="175446" y="482462"/>
                  </a:lnTo>
                  <a:lnTo>
                    <a:pt x="175732" y="482371"/>
                  </a:lnTo>
                  <a:lnTo>
                    <a:pt x="175962" y="482271"/>
                  </a:lnTo>
                  <a:lnTo>
                    <a:pt x="176294" y="482474"/>
                  </a:lnTo>
                  <a:lnTo>
                    <a:pt x="176500" y="482703"/>
                  </a:lnTo>
                  <a:lnTo>
                    <a:pt x="176616" y="482853"/>
                  </a:lnTo>
                  <a:lnTo>
                    <a:pt x="176732" y="483020"/>
                  </a:lnTo>
                  <a:lnTo>
                    <a:pt x="176863" y="483216"/>
                  </a:lnTo>
                  <a:lnTo>
                    <a:pt x="177141" y="483610"/>
                  </a:lnTo>
                  <a:close/>
                </a:path>
              </a:pathLst>
            </a:custGeom>
            <a:solidFill>
              <a:srgbClr val="C8DBE3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12"/>
            <p:cNvSpPr/>
            <p:nvPr/>
          </p:nvSpPr>
          <p:spPr>
            <a:xfrm>
              <a:off x="2900173" y="5384470"/>
              <a:ext cx="539983" cy="546183"/>
            </a:xfrm>
            <a:custGeom>
              <a:avLst/>
              <a:pathLst>
                <a:path w="539983" h="546183">
                  <a:moveTo>
                    <a:pt x="483600" y="390497"/>
                  </a:moveTo>
                  <a:lnTo>
                    <a:pt x="489142" y="385256"/>
                  </a:lnTo>
                  <a:lnTo>
                    <a:pt x="490783" y="383704"/>
                  </a:lnTo>
                  <a:lnTo>
                    <a:pt x="500628" y="374392"/>
                  </a:lnTo>
                  <a:lnTo>
                    <a:pt x="511443" y="364163"/>
                  </a:lnTo>
                  <a:lnTo>
                    <a:pt x="517893" y="358064"/>
                  </a:lnTo>
                  <a:lnTo>
                    <a:pt x="523503" y="352757"/>
                  </a:lnTo>
                  <a:lnTo>
                    <a:pt x="529457" y="347125"/>
                  </a:lnTo>
                  <a:lnTo>
                    <a:pt x="539983" y="337172"/>
                  </a:lnTo>
                  <a:lnTo>
                    <a:pt x="538389" y="335195"/>
                  </a:lnTo>
                  <a:lnTo>
                    <a:pt x="535070" y="331081"/>
                  </a:lnTo>
                  <a:lnTo>
                    <a:pt x="529428" y="324085"/>
                  </a:lnTo>
                  <a:lnTo>
                    <a:pt x="523857" y="317176"/>
                  </a:lnTo>
                  <a:lnTo>
                    <a:pt x="518033" y="309954"/>
                  </a:lnTo>
                  <a:lnTo>
                    <a:pt x="514483" y="305552"/>
                  </a:lnTo>
                  <a:lnTo>
                    <a:pt x="512671" y="303274"/>
                  </a:lnTo>
                  <a:lnTo>
                    <a:pt x="506649" y="295702"/>
                  </a:lnTo>
                  <a:lnTo>
                    <a:pt x="502715" y="290756"/>
                  </a:lnTo>
                  <a:lnTo>
                    <a:pt x="501718" y="289392"/>
                  </a:lnTo>
                  <a:lnTo>
                    <a:pt x="499809" y="286779"/>
                  </a:lnTo>
                  <a:lnTo>
                    <a:pt x="499573" y="286456"/>
                  </a:lnTo>
                  <a:lnTo>
                    <a:pt x="499284" y="286405"/>
                  </a:lnTo>
                  <a:lnTo>
                    <a:pt x="499161" y="285842"/>
                  </a:lnTo>
                  <a:lnTo>
                    <a:pt x="498736" y="285428"/>
                  </a:lnTo>
                  <a:lnTo>
                    <a:pt x="498343" y="285047"/>
                  </a:lnTo>
                  <a:lnTo>
                    <a:pt x="497806" y="284482"/>
                  </a:lnTo>
                  <a:lnTo>
                    <a:pt x="497646" y="284309"/>
                  </a:lnTo>
                  <a:lnTo>
                    <a:pt x="497306" y="284090"/>
                  </a:lnTo>
                  <a:lnTo>
                    <a:pt x="496818" y="283731"/>
                  </a:lnTo>
                  <a:lnTo>
                    <a:pt x="496673" y="283628"/>
                  </a:lnTo>
                  <a:lnTo>
                    <a:pt x="496480" y="283438"/>
                  </a:lnTo>
                  <a:lnTo>
                    <a:pt x="496326" y="283298"/>
                  </a:lnTo>
                  <a:lnTo>
                    <a:pt x="496159" y="283172"/>
                  </a:lnTo>
                  <a:lnTo>
                    <a:pt x="496009" y="283062"/>
                  </a:lnTo>
                  <a:lnTo>
                    <a:pt x="495872" y="283018"/>
                  </a:lnTo>
                  <a:lnTo>
                    <a:pt x="495450" y="282793"/>
                  </a:lnTo>
                  <a:lnTo>
                    <a:pt x="495078" y="282515"/>
                  </a:lnTo>
                  <a:lnTo>
                    <a:pt x="494913" y="282359"/>
                  </a:lnTo>
                  <a:lnTo>
                    <a:pt x="494634" y="282093"/>
                  </a:lnTo>
                  <a:lnTo>
                    <a:pt x="493366" y="282140"/>
                  </a:lnTo>
                  <a:lnTo>
                    <a:pt x="492964" y="282301"/>
                  </a:lnTo>
                  <a:lnTo>
                    <a:pt x="492323" y="283773"/>
                  </a:lnTo>
                  <a:lnTo>
                    <a:pt x="491597" y="284496"/>
                  </a:lnTo>
                  <a:lnTo>
                    <a:pt x="491026" y="284739"/>
                  </a:lnTo>
                  <a:lnTo>
                    <a:pt x="490871" y="284761"/>
                  </a:lnTo>
                  <a:lnTo>
                    <a:pt x="490340" y="285015"/>
                  </a:lnTo>
                  <a:lnTo>
                    <a:pt x="490249" y="284687"/>
                  </a:lnTo>
                  <a:lnTo>
                    <a:pt x="489988" y="284095"/>
                  </a:lnTo>
                  <a:lnTo>
                    <a:pt x="489853" y="283940"/>
                  </a:lnTo>
                  <a:lnTo>
                    <a:pt x="489510" y="283510"/>
                  </a:lnTo>
                  <a:lnTo>
                    <a:pt x="489261" y="283042"/>
                  </a:lnTo>
                  <a:lnTo>
                    <a:pt x="489199" y="282876"/>
                  </a:lnTo>
                  <a:lnTo>
                    <a:pt x="489118" y="282746"/>
                  </a:lnTo>
                  <a:lnTo>
                    <a:pt x="489034" y="282573"/>
                  </a:lnTo>
                  <a:lnTo>
                    <a:pt x="488697" y="282100"/>
                  </a:lnTo>
                  <a:lnTo>
                    <a:pt x="488446" y="281716"/>
                  </a:lnTo>
                  <a:lnTo>
                    <a:pt x="488386" y="281570"/>
                  </a:lnTo>
                  <a:lnTo>
                    <a:pt x="488340" y="281378"/>
                  </a:lnTo>
                  <a:lnTo>
                    <a:pt x="488327" y="281237"/>
                  </a:lnTo>
                  <a:lnTo>
                    <a:pt x="488197" y="280800"/>
                  </a:lnTo>
                  <a:lnTo>
                    <a:pt x="488113" y="280660"/>
                  </a:lnTo>
                  <a:lnTo>
                    <a:pt x="487958" y="280324"/>
                  </a:lnTo>
                  <a:lnTo>
                    <a:pt x="487738" y="279991"/>
                  </a:lnTo>
                  <a:lnTo>
                    <a:pt x="487334" y="279479"/>
                  </a:lnTo>
                  <a:lnTo>
                    <a:pt x="487156" y="279218"/>
                  </a:lnTo>
                  <a:lnTo>
                    <a:pt x="486873" y="278738"/>
                  </a:lnTo>
                  <a:lnTo>
                    <a:pt x="486733" y="278455"/>
                  </a:lnTo>
                  <a:lnTo>
                    <a:pt x="485842" y="277885"/>
                  </a:lnTo>
                  <a:lnTo>
                    <a:pt x="485675" y="277862"/>
                  </a:lnTo>
                  <a:lnTo>
                    <a:pt x="485426" y="277834"/>
                  </a:lnTo>
                  <a:lnTo>
                    <a:pt x="484925" y="277775"/>
                  </a:lnTo>
                  <a:lnTo>
                    <a:pt x="484759" y="277767"/>
                  </a:lnTo>
                  <a:lnTo>
                    <a:pt x="484604" y="277739"/>
                  </a:lnTo>
                  <a:lnTo>
                    <a:pt x="483991" y="277770"/>
                  </a:lnTo>
                  <a:lnTo>
                    <a:pt x="483556" y="277680"/>
                  </a:lnTo>
                  <a:lnTo>
                    <a:pt x="483348" y="277652"/>
                  </a:lnTo>
                  <a:lnTo>
                    <a:pt x="483168" y="277654"/>
                  </a:lnTo>
                  <a:lnTo>
                    <a:pt x="482718" y="277634"/>
                  </a:lnTo>
                  <a:lnTo>
                    <a:pt x="482564" y="277630"/>
                  </a:lnTo>
                  <a:lnTo>
                    <a:pt x="482148" y="277597"/>
                  </a:lnTo>
                  <a:lnTo>
                    <a:pt x="481965" y="277583"/>
                  </a:lnTo>
                  <a:lnTo>
                    <a:pt x="481640" y="277559"/>
                  </a:lnTo>
                  <a:lnTo>
                    <a:pt x="481441" y="277532"/>
                  </a:lnTo>
                  <a:lnTo>
                    <a:pt x="481187" y="277487"/>
                  </a:lnTo>
                  <a:lnTo>
                    <a:pt x="480755" y="277426"/>
                  </a:lnTo>
                  <a:lnTo>
                    <a:pt x="480596" y="277407"/>
                  </a:lnTo>
                  <a:lnTo>
                    <a:pt x="480438" y="277381"/>
                  </a:lnTo>
                  <a:lnTo>
                    <a:pt x="480067" y="277337"/>
                  </a:lnTo>
                  <a:lnTo>
                    <a:pt x="479935" y="277280"/>
                  </a:lnTo>
                  <a:lnTo>
                    <a:pt x="479392" y="276993"/>
                  </a:lnTo>
                  <a:lnTo>
                    <a:pt x="478965" y="276757"/>
                  </a:lnTo>
                  <a:lnTo>
                    <a:pt x="478617" y="276567"/>
                  </a:lnTo>
                  <a:lnTo>
                    <a:pt x="478431" y="276465"/>
                  </a:lnTo>
                  <a:lnTo>
                    <a:pt x="478269" y="276403"/>
                  </a:lnTo>
                  <a:lnTo>
                    <a:pt x="477724" y="276134"/>
                  </a:lnTo>
                  <a:lnTo>
                    <a:pt x="477304" y="275876"/>
                  </a:lnTo>
                  <a:lnTo>
                    <a:pt x="477061" y="275730"/>
                  </a:lnTo>
                  <a:lnTo>
                    <a:pt x="476737" y="275573"/>
                  </a:lnTo>
                  <a:lnTo>
                    <a:pt x="476455" y="275448"/>
                  </a:lnTo>
                  <a:lnTo>
                    <a:pt x="476108" y="275271"/>
                  </a:lnTo>
                  <a:lnTo>
                    <a:pt x="475866" y="275150"/>
                  </a:lnTo>
                  <a:lnTo>
                    <a:pt x="475549" y="274994"/>
                  </a:lnTo>
                  <a:lnTo>
                    <a:pt x="475343" y="274603"/>
                  </a:lnTo>
                  <a:lnTo>
                    <a:pt x="475467" y="274456"/>
                  </a:lnTo>
                  <a:lnTo>
                    <a:pt x="475613" y="274271"/>
                  </a:lnTo>
                  <a:lnTo>
                    <a:pt x="475817" y="274011"/>
                  </a:lnTo>
                  <a:lnTo>
                    <a:pt x="476117" y="273638"/>
                  </a:lnTo>
                  <a:lnTo>
                    <a:pt x="476531" y="273134"/>
                  </a:lnTo>
                  <a:lnTo>
                    <a:pt x="476636" y="272966"/>
                  </a:lnTo>
                  <a:lnTo>
                    <a:pt x="476712" y="272829"/>
                  </a:lnTo>
                  <a:lnTo>
                    <a:pt x="477107" y="272209"/>
                  </a:lnTo>
                  <a:lnTo>
                    <a:pt x="476943" y="272197"/>
                  </a:lnTo>
                  <a:lnTo>
                    <a:pt x="476737" y="272230"/>
                  </a:lnTo>
                  <a:lnTo>
                    <a:pt x="476468" y="272229"/>
                  </a:lnTo>
                  <a:lnTo>
                    <a:pt x="476088" y="272124"/>
                  </a:lnTo>
                  <a:lnTo>
                    <a:pt x="475455" y="271905"/>
                  </a:lnTo>
                  <a:lnTo>
                    <a:pt x="475299" y="271846"/>
                  </a:lnTo>
                  <a:lnTo>
                    <a:pt x="474954" y="271702"/>
                  </a:lnTo>
                  <a:lnTo>
                    <a:pt x="474814" y="271626"/>
                  </a:lnTo>
                  <a:lnTo>
                    <a:pt x="474817" y="271495"/>
                  </a:lnTo>
                  <a:lnTo>
                    <a:pt x="474828" y="270433"/>
                  </a:lnTo>
                  <a:lnTo>
                    <a:pt x="474831" y="270168"/>
                  </a:lnTo>
                  <a:lnTo>
                    <a:pt x="474804" y="269690"/>
                  </a:lnTo>
                  <a:lnTo>
                    <a:pt x="474795" y="269523"/>
                  </a:lnTo>
                  <a:lnTo>
                    <a:pt x="474831" y="269173"/>
                  </a:lnTo>
                  <a:lnTo>
                    <a:pt x="474896" y="268605"/>
                  </a:lnTo>
                  <a:lnTo>
                    <a:pt x="474958" y="268162"/>
                  </a:lnTo>
                  <a:lnTo>
                    <a:pt x="474973" y="267917"/>
                  </a:lnTo>
                  <a:lnTo>
                    <a:pt x="475047" y="267541"/>
                  </a:lnTo>
                  <a:lnTo>
                    <a:pt x="475063" y="267262"/>
                  </a:lnTo>
                  <a:lnTo>
                    <a:pt x="475082" y="267067"/>
                  </a:lnTo>
                  <a:lnTo>
                    <a:pt x="475100" y="266929"/>
                  </a:lnTo>
                  <a:lnTo>
                    <a:pt x="475116" y="266785"/>
                  </a:lnTo>
                  <a:lnTo>
                    <a:pt x="475129" y="266526"/>
                  </a:lnTo>
                  <a:lnTo>
                    <a:pt x="475145" y="266330"/>
                  </a:lnTo>
                  <a:lnTo>
                    <a:pt x="475167" y="266132"/>
                  </a:lnTo>
                  <a:lnTo>
                    <a:pt x="475174" y="266001"/>
                  </a:lnTo>
                  <a:lnTo>
                    <a:pt x="475199" y="265853"/>
                  </a:lnTo>
                  <a:lnTo>
                    <a:pt x="475202" y="265722"/>
                  </a:lnTo>
                  <a:lnTo>
                    <a:pt x="475245" y="265186"/>
                  </a:lnTo>
                  <a:lnTo>
                    <a:pt x="475284" y="264503"/>
                  </a:lnTo>
                  <a:lnTo>
                    <a:pt x="475309" y="264208"/>
                  </a:lnTo>
                  <a:lnTo>
                    <a:pt x="475319" y="263966"/>
                  </a:lnTo>
                  <a:lnTo>
                    <a:pt x="475276" y="263542"/>
                  </a:lnTo>
                  <a:lnTo>
                    <a:pt x="475267" y="263309"/>
                  </a:lnTo>
                  <a:lnTo>
                    <a:pt x="475290" y="263172"/>
                  </a:lnTo>
                  <a:lnTo>
                    <a:pt x="475287" y="262793"/>
                  </a:lnTo>
                  <a:lnTo>
                    <a:pt x="475239" y="262634"/>
                  </a:lnTo>
                  <a:lnTo>
                    <a:pt x="475204" y="262482"/>
                  </a:lnTo>
                  <a:lnTo>
                    <a:pt x="475150" y="262001"/>
                  </a:lnTo>
                  <a:lnTo>
                    <a:pt x="475050" y="261483"/>
                  </a:lnTo>
                  <a:lnTo>
                    <a:pt x="474964" y="260830"/>
                  </a:lnTo>
                  <a:lnTo>
                    <a:pt x="474899" y="260332"/>
                  </a:lnTo>
                  <a:lnTo>
                    <a:pt x="474875" y="260153"/>
                  </a:lnTo>
                  <a:lnTo>
                    <a:pt x="474851" y="259966"/>
                  </a:lnTo>
                  <a:lnTo>
                    <a:pt x="474748" y="259180"/>
                  </a:lnTo>
                  <a:lnTo>
                    <a:pt x="474719" y="258757"/>
                  </a:lnTo>
                  <a:lnTo>
                    <a:pt x="474692" y="258468"/>
                  </a:lnTo>
                  <a:lnTo>
                    <a:pt x="474644" y="257952"/>
                  </a:lnTo>
                  <a:lnTo>
                    <a:pt x="474406" y="257487"/>
                  </a:lnTo>
                  <a:lnTo>
                    <a:pt x="474274" y="257175"/>
                  </a:lnTo>
                  <a:lnTo>
                    <a:pt x="474090" y="256772"/>
                  </a:lnTo>
                  <a:lnTo>
                    <a:pt x="474041" y="256525"/>
                  </a:lnTo>
                  <a:lnTo>
                    <a:pt x="473956" y="256235"/>
                  </a:lnTo>
                  <a:lnTo>
                    <a:pt x="473813" y="255846"/>
                  </a:lnTo>
                  <a:lnTo>
                    <a:pt x="473631" y="255381"/>
                  </a:lnTo>
                  <a:lnTo>
                    <a:pt x="473464" y="254955"/>
                  </a:lnTo>
                  <a:lnTo>
                    <a:pt x="473187" y="254216"/>
                  </a:lnTo>
                  <a:lnTo>
                    <a:pt x="472949" y="253647"/>
                  </a:lnTo>
                  <a:lnTo>
                    <a:pt x="472905" y="253496"/>
                  </a:lnTo>
                  <a:lnTo>
                    <a:pt x="472748" y="253139"/>
                  </a:lnTo>
                  <a:lnTo>
                    <a:pt x="472628" y="252858"/>
                  </a:lnTo>
                  <a:lnTo>
                    <a:pt x="472554" y="252668"/>
                  </a:lnTo>
                  <a:lnTo>
                    <a:pt x="472479" y="252499"/>
                  </a:lnTo>
                  <a:lnTo>
                    <a:pt x="472370" y="252358"/>
                  </a:lnTo>
                  <a:lnTo>
                    <a:pt x="472172" y="252027"/>
                  </a:lnTo>
                  <a:lnTo>
                    <a:pt x="472134" y="251850"/>
                  </a:lnTo>
                  <a:lnTo>
                    <a:pt x="472070" y="251593"/>
                  </a:lnTo>
                  <a:lnTo>
                    <a:pt x="471575" y="251098"/>
                  </a:lnTo>
                  <a:lnTo>
                    <a:pt x="471022" y="250829"/>
                  </a:lnTo>
                  <a:lnTo>
                    <a:pt x="470851" y="250738"/>
                  </a:lnTo>
                  <a:lnTo>
                    <a:pt x="470630" y="250622"/>
                  </a:lnTo>
                  <a:lnTo>
                    <a:pt x="469990" y="250220"/>
                  </a:lnTo>
                  <a:lnTo>
                    <a:pt x="469664" y="249882"/>
                  </a:lnTo>
                  <a:lnTo>
                    <a:pt x="469343" y="249632"/>
                  </a:lnTo>
                  <a:lnTo>
                    <a:pt x="469093" y="249431"/>
                  </a:lnTo>
                  <a:lnTo>
                    <a:pt x="468770" y="249203"/>
                  </a:lnTo>
                  <a:lnTo>
                    <a:pt x="468349" y="248910"/>
                  </a:lnTo>
                  <a:lnTo>
                    <a:pt x="468130" y="248827"/>
                  </a:lnTo>
                  <a:lnTo>
                    <a:pt x="467800" y="248693"/>
                  </a:lnTo>
                  <a:lnTo>
                    <a:pt x="467640" y="248636"/>
                  </a:lnTo>
                  <a:lnTo>
                    <a:pt x="467275" y="248442"/>
                  </a:lnTo>
                  <a:lnTo>
                    <a:pt x="466900" y="248325"/>
                  </a:lnTo>
                  <a:lnTo>
                    <a:pt x="466607" y="248089"/>
                  </a:lnTo>
                  <a:lnTo>
                    <a:pt x="466407" y="247942"/>
                  </a:lnTo>
                  <a:lnTo>
                    <a:pt x="466075" y="247693"/>
                  </a:lnTo>
                  <a:lnTo>
                    <a:pt x="465554" y="247290"/>
                  </a:lnTo>
                  <a:lnTo>
                    <a:pt x="465337" y="247098"/>
                  </a:lnTo>
                  <a:lnTo>
                    <a:pt x="465064" y="246834"/>
                  </a:lnTo>
                  <a:lnTo>
                    <a:pt x="464896" y="246660"/>
                  </a:lnTo>
                  <a:lnTo>
                    <a:pt x="464734" y="246511"/>
                  </a:lnTo>
                  <a:lnTo>
                    <a:pt x="464459" y="246252"/>
                  </a:lnTo>
                  <a:lnTo>
                    <a:pt x="464268" y="246071"/>
                  </a:lnTo>
                  <a:lnTo>
                    <a:pt x="464114" y="245935"/>
                  </a:lnTo>
                  <a:lnTo>
                    <a:pt x="463903" y="245710"/>
                  </a:lnTo>
                  <a:lnTo>
                    <a:pt x="463759" y="245608"/>
                  </a:lnTo>
                  <a:lnTo>
                    <a:pt x="463445" y="245330"/>
                  </a:lnTo>
                  <a:lnTo>
                    <a:pt x="463135" y="245025"/>
                  </a:lnTo>
                  <a:lnTo>
                    <a:pt x="462879" y="244796"/>
                  </a:lnTo>
                  <a:lnTo>
                    <a:pt x="462700" y="244651"/>
                  </a:lnTo>
                  <a:lnTo>
                    <a:pt x="462457" y="244518"/>
                  </a:lnTo>
                  <a:lnTo>
                    <a:pt x="462102" y="244306"/>
                  </a:lnTo>
                  <a:lnTo>
                    <a:pt x="461903" y="244197"/>
                  </a:lnTo>
                  <a:lnTo>
                    <a:pt x="461656" y="244062"/>
                  </a:lnTo>
                  <a:lnTo>
                    <a:pt x="461175" y="243811"/>
                  </a:lnTo>
                  <a:lnTo>
                    <a:pt x="461027" y="243727"/>
                  </a:lnTo>
                  <a:lnTo>
                    <a:pt x="460883" y="243622"/>
                  </a:lnTo>
                  <a:lnTo>
                    <a:pt x="460731" y="243495"/>
                  </a:lnTo>
                  <a:lnTo>
                    <a:pt x="460540" y="243339"/>
                  </a:lnTo>
                  <a:lnTo>
                    <a:pt x="460287" y="243140"/>
                  </a:lnTo>
                  <a:lnTo>
                    <a:pt x="460138" y="243022"/>
                  </a:lnTo>
                  <a:lnTo>
                    <a:pt x="457516" y="239821"/>
                  </a:lnTo>
                  <a:lnTo>
                    <a:pt x="457273" y="239362"/>
                  </a:lnTo>
                  <a:lnTo>
                    <a:pt x="457252" y="239228"/>
                  </a:lnTo>
                  <a:lnTo>
                    <a:pt x="457013" y="238750"/>
                  </a:lnTo>
                  <a:lnTo>
                    <a:pt x="456918" y="238602"/>
                  </a:lnTo>
                  <a:lnTo>
                    <a:pt x="456624" y="238338"/>
                  </a:lnTo>
                  <a:lnTo>
                    <a:pt x="456142" y="237934"/>
                  </a:lnTo>
                  <a:lnTo>
                    <a:pt x="455888" y="237635"/>
                  </a:lnTo>
                  <a:lnTo>
                    <a:pt x="455774" y="237505"/>
                  </a:lnTo>
                  <a:lnTo>
                    <a:pt x="455660" y="237341"/>
                  </a:lnTo>
                  <a:lnTo>
                    <a:pt x="455359" y="236990"/>
                  </a:lnTo>
                  <a:lnTo>
                    <a:pt x="455260" y="236851"/>
                  </a:lnTo>
                  <a:lnTo>
                    <a:pt x="454853" y="236361"/>
                  </a:lnTo>
                  <a:lnTo>
                    <a:pt x="454729" y="236207"/>
                  </a:lnTo>
                  <a:lnTo>
                    <a:pt x="454668" y="236045"/>
                  </a:lnTo>
                  <a:lnTo>
                    <a:pt x="454633" y="235789"/>
                  </a:lnTo>
                  <a:lnTo>
                    <a:pt x="454589" y="235620"/>
                  </a:lnTo>
                  <a:lnTo>
                    <a:pt x="454557" y="235476"/>
                  </a:lnTo>
                  <a:lnTo>
                    <a:pt x="454534" y="235347"/>
                  </a:lnTo>
                  <a:lnTo>
                    <a:pt x="454430" y="234869"/>
                  </a:lnTo>
                  <a:lnTo>
                    <a:pt x="454363" y="234525"/>
                  </a:lnTo>
                  <a:lnTo>
                    <a:pt x="454267" y="234256"/>
                  </a:lnTo>
                  <a:lnTo>
                    <a:pt x="454032" y="233248"/>
                  </a:lnTo>
                  <a:lnTo>
                    <a:pt x="453994" y="232895"/>
                  </a:lnTo>
                  <a:lnTo>
                    <a:pt x="453949" y="232694"/>
                  </a:lnTo>
                  <a:lnTo>
                    <a:pt x="453877" y="232387"/>
                  </a:lnTo>
                  <a:lnTo>
                    <a:pt x="453834" y="232214"/>
                  </a:lnTo>
                  <a:lnTo>
                    <a:pt x="453799" y="231948"/>
                  </a:lnTo>
                  <a:lnTo>
                    <a:pt x="453733" y="231688"/>
                  </a:lnTo>
                  <a:lnTo>
                    <a:pt x="453686" y="231460"/>
                  </a:lnTo>
                  <a:lnTo>
                    <a:pt x="453410" y="230558"/>
                  </a:lnTo>
                  <a:lnTo>
                    <a:pt x="453281" y="230077"/>
                  </a:lnTo>
                  <a:lnTo>
                    <a:pt x="453247" y="229948"/>
                  </a:lnTo>
                  <a:lnTo>
                    <a:pt x="453213" y="229793"/>
                  </a:lnTo>
                  <a:lnTo>
                    <a:pt x="453178" y="229665"/>
                  </a:lnTo>
                  <a:lnTo>
                    <a:pt x="453077" y="229245"/>
                  </a:lnTo>
                  <a:lnTo>
                    <a:pt x="453041" y="229111"/>
                  </a:lnTo>
                  <a:lnTo>
                    <a:pt x="452996" y="228927"/>
                  </a:lnTo>
                  <a:lnTo>
                    <a:pt x="452950" y="228746"/>
                  </a:lnTo>
                  <a:lnTo>
                    <a:pt x="452911" y="228581"/>
                  </a:lnTo>
                  <a:lnTo>
                    <a:pt x="452856" y="228356"/>
                  </a:lnTo>
                  <a:lnTo>
                    <a:pt x="452802" y="228152"/>
                  </a:lnTo>
                  <a:lnTo>
                    <a:pt x="452716" y="227789"/>
                  </a:lnTo>
                  <a:lnTo>
                    <a:pt x="452655" y="227588"/>
                  </a:lnTo>
                  <a:lnTo>
                    <a:pt x="452595" y="227312"/>
                  </a:lnTo>
                  <a:lnTo>
                    <a:pt x="452524" y="227014"/>
                  </a:lnTo>
                  <a:lnTo>
                    <a:pt x="452474" y="226824"/>
                  </a:lnTo>
                  <a:lnTo>
                    <a:pt x="452426" y="226608"/>
                  </a:lnTo>
                  <a:lnTo>
                    <a:pt x="452360" y="225933"/>
                  </a:lnTo>
                  <a:lnTo>
                    <a:pt x="452329" y="225751"/>
                  </a:lnTo>
                  <a:lnTo>
                    <a:pt x="452310" y="225623"/>
                  </a:lnTo>
                  <a:lnTo>
                    <a:pt x="452287" y="225466"/>
                  </a:lnTo>
                  <a:lnTo>
                    <a:pt x="452274" y="225274"/>
                  </a:lnTo>
                  <a:lnTo>
                    <a:pt x="452209" y="224699"/>
                  </a:lnTo>
                  <a:lnTo>
                    <a:pt x="452195" y="224551"/>
                  </a:lnTo>
                  <a:lnTo>
                    <a:pt x="452179" y="224267"/>
                  </a:lnTo>
                  <a:lnTo>
                    <a:pt x="452157" y="223977"/>
                  </a:lnTo>
                  <a:lnTo>
                    <a:pt x="452104" y="223616"/>
                  </a:lnTo>
                  <a:lnTo>
                    <a:pt x="452090" y="223439"/>
                  </a:lnTo>
                  <a:lnTo>
                    <a:pt x="451170" y="221017"/>
                  </a:lnTo>
                  <a:lnTo>
                    <a:pt x="451118" y="220810"/>
                  </a:lnTo>
                  <a:lnTo>
                    <a:pt x="451178" y="220417"/>
                  </a:lnTo>
                  <a:lnTo>
                    <a:pt x="451207" y="220199"/>
                  </a:lnTo>
                  <a:lnTo>
                    <a:pt x="451149" y="220061"/>
                  </a:lnTo>
                  <a:lnTo>
                    <a:pt x="451090" y="219923"/>
                  </a:lnTo>
                  <a:lnTo>
                    <a:pt x="451010" y="219760"/>
                  </a:lnTo>
                  <a:lnTo>
                    <a:pt x="450941" y="219612"/>
                  </a:lnTo>
                  <a:lnTo>
                    <a:pt x="450860" y="219433"/>
                  </a:lnTo>
                  <a:lnTo>
                    <a:pt x="450769" y="219245"/>
                  </a:lnTo>
                  <a:lnTo>
                    <a:pt x="450701" y="219108"/>
                  </a:lnTo>
                  <a:lnTo>
                    <a:pt x="450640" y="218933"/>
                  </a:lnTo>
                  <a:lnTo>
                    <a:pt x="450520" y="218686"/>
                  </a:lnTo>
                  <a:lnTo>
                    <a:pt x="450460" y="218554"/>
                  </a:lnTo>
                  <a:lnTo>
                    <a:pt x="450191" y="218564"/>
                  </a:lnTo>
                  <a:lnTo>
                    <a:pt x="450060" y="218586"/>
                  </a:lnTo>
                  <a:lnTo>
                    <a:pt x="449908" y="218603"/>
                  </a:lnTo>
                  <a:lnTo>
                    <a:pt x="449571" y="218653"/>
                  </a:lnTo>
                  <a:lnTo>
                    <a:pt x="449246" y="218683"/>
                  </a:lnTo>
                  <a:lnTo>
                    <a:pt x="449042" y="218728"/>
                  </a:lnTo>
                  <a:lnTo>
                    <a:pt x="448767" y="218792"/>
                  </a:lnTo>
                  <a:lnTo>
                    <a:pt x="448638" y="218826"/>
                  </a:lnTo>
                  <a:lnTo>
                    <a:pt x="448271" y="218934"/>
                  </a:lnTo>
                  <a:lnTo>
                    <a:pt x="448047" y="218983"/>
                  </a:lnTo>
                  <a:lnTo>
                    <a:pt x="447886" y="219017"/>
                  </a:lnTo>
                  <a:lnTo>
                    <a:pt x="447731" y="219049"/>
                  </a:lnTo>
                  <a:lnTo>
                    <a:pt x="447591" y="219077"/>
                  </a:lnTo>
                  <a:lnTo>
                    <a:pt x="447379" y="219117"/>
                  </a:lnTo>
                  <a:lnTo>
                    <a:pt x="446524" y="219288"/>
                  </a:lnTo>
                  <a:lnTo>
                    <a:pt x="446329" y="219315"/>
                  </a:lnTo>
                  <a:lnTo>
                    <a:pt x="446157" y="219342"/>
                  </a:lnTo>
                  <a:lnTo>
                    <a:pt x="445909" y="219349"/>
                  </a:lnTo>
                  <a:lnTo>
                    <a:pt x="445739" y="219351"/>
                  </a:lnTo>
                  <a:lnTo>
                    <a:pt x="445559" y="219352"/>
                  </a:lnTo>
                  <a:lnTo>
                    <a:pt x="445262" y="219328"/>
                  </a:lnTo>
                  <a:lnTo>
                    <a:pt x="445114" y="219325"/>
                  </a:lnTo>
                  <a:lnTo>
                    <a:pt x="444982" y="219310"/>
                  </a:lnTo>
                  <a:lnTo>
                    <a:pt x="444850" y="219290"/>
                  </a:lnTo>
                  <a:lnTo>
                    <a:pt x="444535" y="219341"/>
                  </a:lnTo>
                  <a:lnTo>
                    <a:pt x="444226" y="219387"/>
                  </a:lnTo>
                  <a:lnTo>
                    <a:pt x="443993" y="219447"/>
                  </a:lnTo>
                  <a:lnTo>
                    <a:pt x="443818" y="219527"/>
                  </a:lnTo>
                  <a:lnTo>
                    <a:pt x="442999" y="219675"/>
                  </a:lnTo>
                  <a:lnTo>
                    <a:pt x="442827" y="219713"/>
                  </a:lnTo>
                  <a:lnTo>
                    <a:pt x="442621" y="219757"/>
                  </a:lnTo>
                  <a:lnTo>
                    <a:pt x="442425" y="219796"/>
                  </a:lnTo>
                  <a:lnTo>
                    <a:pt x="442226" y="219839"/>
                  </a:lnTo>
                  <a:lnTo>
                    <a:pt x="442058" y="219821"/>
                  </a:lnTo>
                  <a:lnTo>
                    <a:pt x="441883" y="219802"/>
                  </a:lnTo>
                  <a:lnTo>
                    <a:pt x="441731" y="219787"/>
                  </a:lnTo>
                  <a:lnTo>
                    <a:pt x="441524" y="219768"/>
                  </a:lnTo>
                  <a:lnTo>
                    <a:pt x="441322" y="219743"/>
                  </a:lnTo>
                  <a:lnTo>
                    <a:pt x="441160" y="219728"/>
                  </a:lnTo>
                  <a:lnTo>
                    <a:pt x="440918" y="219702"/>
                  </a:lnTo>
                  <a:lnTo>
                    <a:pt x="440733" y="219684"/>
                  </a:lnTo>
                  <a:lnTo>
                    <a:pt x="440594" y="219658"/>
                  </a:lnTo>
                  <a:lnTo>
                    <a:pt x="440425" y="219631"/>
                  </a:lnTo>
                  <a:lnTo>
                    <a:pt x="440174" y="219620"/>
                  </a:lnTo>
                  <a:lnTo>
                    <a:pt x="439879" y="219608"/>
                  </a:lnTo>
                  <a:lnTo>
                    <a:pt x="439667" y="219597"/>
                  </a:lnTo>
                  <a:lnTo>
                    <a:pt x="439213" y="219566"/>
                  </a:lnTo>
                  <a:lnTo>
                    <a:pt x="439042" y="219554"/>
                  </a:lnTo>
                  <a:lnTo>
                    <a:pt x="438891" y="219544"/>
                  </a:lnTo>
                  <a:lnTo>
                    <a:pt x="438573" y="219518"/>
                  </a:lnTo>
                  <a:lnTo>
                    <a:pt x="438338" y="219505"/>
                  </a:lnTo>
                  <a:lnTo>
                    <a:pt x="437864" y="219481"/>
                  </a:lnTo>
                  <a:lnTo>
                    <a:pt x="437737" y="219469"/>
                  </a:lnTo>
                  <a:lnTo>
                    <a:pt x="437595" y="219469"/>
                  </a:lnTo>
                  <a:lnTo>
                    <a:pt x="437446" y="219471"/>
                  </a:lnTo>
                  <a:lnTo>
                    <a:pt x="437297" y="219467"/>
                  </a:lnTo>
                  <a:lnTo>
                    <a:pt x="436957" y="219449"/>
                  </a:lnTo>
                  <a:lnTo>
                    <a:pt x="436607" y="219447"/>
                  </a:lnTo>
                  <a:lnTo>
                    <a:pt x="436050" y="219367"/>
                  </a:lnTo>
                  <a:lnTo>
                    <a:pt x="435828" y="219345"/>
                  </a:lnTo>
                  <a:lnTo>
                    <a:pt x="435672" y="219331"/>
                  </a:lnTo>
                  <a:lnTo>
                    <a:pt x="435524" y="219311"/>
                  </a:lnTo>
                  <a:lnTo>
                    <a:pt x="435277" y="219281"/>
                  </a:lnTo>
                  <a:lnTo>
                    <a:pt x="435057" y="219253"/>
                  </a:lnTo>
                  <a:lnTo>
                    <a:pt x="434924" y="219231"/>
                  </a:lnTo>
                  <a:lnTo>
                    <a:pt x="434774" y="219206"/>
                  </a:lnTo>
                  <a:lnTo>
                    <a:pt x="434593" y="219176"/>
                  </a:lnTo>
                  <a:lnTo>
                    <a:pt x="434007" y="219080"/>
                  </a:lnTo>
                  <a:lnTo>
                    <a:pt x="433803" y="219050"/>
                  </a:lnTo>
                  <a:lnTo>
                    <a:pt x="433637" y="219025"/>
                  </a:lnTo>
                  <a:lnTo>
                    <a:pt x="433439" y="218994"/>
                  </a:lnTo>
                  <a:lnTo>
                    <a:pt x="433296" y="218974"/>
                  </a:lnTo>
                  <a:lnTo>
                    <a:pt x="433135" y="218958"/>
                  </a:lnTo>
                  <a:lnTo>
                    <a:pt x="432924" y="218931"/>
                  </a:lnTo>
                  <a:lnTo>
                    <a:pt x="432723" y="218922"/>
                  </a:lnTo>
                  <a:lnTo>
                    <a:pt x="432574" y="218904"/>
                  </a:lnTo>
                  <a:lnTo>
                    <a:pt x="432394" y="218888"/>
                  </a:lnTo>
                  <a:lnTo>
                    <a:pt x="432146" y="218867"/>
                  </a:lnTo>
                  <a:lnTo>
                    <a:pt x="431954" y="218813"/>
                  </a:lnTo>
                  <a:lnTo>
                    <a:pt x="431745" y="218750"/>
                  </a:lnTo>
                  <a:lnTo>
                    <a:pt x="431601" y="218709"/>
                  </a:lnTo>
                  <a:lnTo>
                    <a:pt x="431419" y="218661"/>
                  </a:lnTo>
                  <a:lnTo>
                    <a:pt x="431196" y="218596"/>
                  </a:lnTo>
                  <a:lnTo>
                    <a:pt x="431039" y="218578"/>
                  </a:lnTo>
                  <a:lnTo>
                    <a:pt x="430859" y="218553"/>
                  </a:lnTo>
                  <a:lnTo>
                    <a:pt x="430616" y="218521"/>
                  </a:lnTo>
                  <a:lnTo>
                    <a:pt x="430478" y="218489"/>
                  </a:lnTo>
                  <a:lnTo>
                    <a:pt x="430267" y="218457"/>
                  </a:lnTo>
                  <a:lnTo>
                    <a:pt x="430126" y="218440"/>
                  </a:lnTo>
                  <a:lnTo>
                    <a:pt x="429890" y="218398"/>
                  </a:lnTo>
                  <a:lnTo>
                    <a:pt x="429498" y="218334"/>
                  </a:lnTo>
                  <a:lnTo>
                    <a:pt x="429220" y="218285"/>
                  </a:lnTo>
                  <a:lnTo>
                    <a:pt x="429017" y="218247"/>
                  </a:lnTo>
                  <a:lnTo>
                    <a:pt x="428604" y="218173"/>
                  </a:lnTo>
                  <a:lnTo>
                    <a:pt x="428240" y="218109"/>
                  </a:lnTo>
                  <a:lnTo>
                    <a:pt x="427784" y="218027"/>
                  </a:lnTo>
                  <a:lnTo>
                    <a:pt x="426890" y="217865"/>
                  </a:lnTo>
                  <a:lnTo>
                    <a:pt x="426799" y="218327"/>
                  </a:lnTo>
                  <a:lnTo>
                    <a:pt x="426744" y="218602"/>
                  </a:lnTo>
                  <a:lnTo>
                    <a:pt x="426708" y="218798"/>
                  </a:lnTo>
                  <a:lnTo>
                    <a:pt x="426656" y="219059"/>
                  </a:lnTo>
                  <a:lnTo>
                    <a:pt x="426619" y="219261"/>
                  </a:lnTo>
                  <a:lnTo>
                    <a:pt x="426532" y="219716"/>
                  </a:lnTo>
                  <a:lnTo>
                    <a:pt x="426492" y="219909"/>
                  </a:lnTo>
                  <a:lnTo>
                    <a:pt x="426425" y="220253"/>
                  </a:lnTo>
                  <a:lnTo>
                    <a:pt x="426343" y="220682"/>
                  </a:lnTo>
                  <a:lnTo>
                    <a:pt x="425882" y="221162"/>
                  </a:lnTo>
                  <a:lnTo>
                    <a:pt x="425708" y="221379"/>
                  </a:lnTo>
                  <a:lnTo>
                    <a:pt x="425457" y="221663"/>
                  </a:lnTo>
                  <a:lnTo>
                    <a:pt x="425294" y="221899"/>
                  </a:lnTo>
                  <a:lnTo>
                    <a:pt x="425094" y="222187"/>
                  </a:lnTo>
                  <a:lnTo>
                    <a:pt x="424667" y="222854"/>
                  </a:lnTo>
                  <a:lnTo>
                    <a:pt x="424181" y="223178"/>
                  </a:lnTo>
                  <a:lnTo>
                    <a:pt x="415315" y="228073"/>
                  </a:lnTo>
                  <a:lnTo>
                    <a:pt x="414064" y="229597"/>
                  </a:lnTo>
                  <a:lnTo>
                    <a:pt x="414973" y="231212"/>
                  </a:lnTo>
                  <a:lnTo>
                    <a:pt x="416657" y="232676"/>
                  </a:lnTo>
                  <a:lnTo>
                    <a:pt x="417671" y="233319"/>
                  </a:lnTo>
                  <a:lnTo>
                    <a:pt x="418564" y="233791"/>
                  </a:lnTo>
                  <a:lnTo>
                    <a:pt x="418767" y="233969"/>
                  </a:lnTo>
                  <a:lnTo>
                    <a:pt x="419541" y="234644"/>
                  </a:lnTo>
                  <a:lnTo>
                    <a:pt x="421977" y="237429"/>
                  </a:lnTo>
                  <a:lnTo>
                    <a:pt x="424106" y="238698"/>
                  </a:lnTo>
                  <a:lnTo>
                    <a:pt x="424233" y="238888"/>
                  </a:lnTo>
                  <a:lnTo>
                    <a:pt x="424396" y="239191"/>
                  </a:lnTo>
                  <a:lnTo>
                    <a:pt x="424121" y="239558"/>
                  </a:lnTo>
                  <a:lnTo>
                    <a:pt x="423965" y="239676"/>
                  </a:lnTo>
                  <a:lnTo>
                    <a:pt x="423560" y="239919"/>
                  </a:lnTo>
                  <a:lnTo>
                    <a:pt x="423327" y="240030"/>
                  </a:lnTo>
                  <a:lnTo>
                    <a:pt x="422380" y="240864"/>
                  </a:lnTo>
                  <a:lnTo>
                    <a:pt x="422258" y="241071"/>
                  </a:lnTo>
                  <a:lnTo>
                    <a:pt x="421819" y="241729"/>
                  </a:lnTo>
                  <a:lnTo>
                    <a:pt x="421354" y="243502"/>
                  </a:lnTo>
                  <a:lnTo>
                    <a:pt x="421267" y="243868"/>
                  </a:lnTo>
                  <a:lnTo>
                    <a:pt x="421039" y="244431"/>
                  </a:lnTo>
                  <a:lnTo>
                    <a:pt x="420958" y="244559"/>
                  </a:lnTo>
                  <a:lnTo>
                    <a:pt x="420763" y="244856"/>
                  </a:lnTo>
                  <a:lnTo>
                    <a:pt x="420569" y="245048"/>
                  </a:lnTo>
                  <a:lnTo>
                    <a:pt x="420254" y="245334"/>
                  </a:lnTo>
                  <a:lnTo>
                    <a:pt x="420032" y="245499"/>
                  </a:lnTo>
                  <a:lnTo>
                    <a:pt x="419841" y="245693"/>
                  </a:lnTo>
                  <a:lnTo>
                    <a:pt x="419521" y="246022"/>
                  </a:lnTo>
                  <a:lnTo>
                    <a:pt x="419333" y="246219"/>
                  </a:lnTo>
                  <a:lnTo>
                    <a:pt x="419156" y="246399"/>
                  </a:lnTo>
                  <a:lnTo>
                    <a:pt x="418883" y="246681"/>
                  </a:lnTo>
                  <a:lnTo>
                    <a:pt x="418792" y="246869"/>
                  </a:lnTo>
                  <a:lnTo>
                    <a:pt x="418746" y="247008"/>
                  </a:lnTo>
                  <a:lnTo>
                    <a:pt x="418430" y="247476"/>
                  </a:lnTo>
                  <a:lnTo>
                    <a:pt x="418159" y="247819"/>
                  </a:lnTo>
                  <a:lnTo>
                    <a:pt x="417920" y="248140"/>
                  </a:lnTo>
                  <a:lnTo>
                    <a:pt x="417805" y="248359"/>
                  </a:lnTo>
                  <a:lnTo>
                    <a:pt x="417452" y="248851"/>
                  </a:lnTo>
                  <a:lnTo>
                    <a:pt x="417243" y="249172"/>
                  </a:lnTo>
                  <a:lnTo>
                    <a:pt x="417024" y="249429"/>
                  </a:lnTo>
                  <a:lnTo>
                    <a:pt x="416656" y="250088"/>
                  </a:lnTo>
                  <a:lnTo>
                    <a:pt x="416458" y="250413"/>
                  </a:lnTo>
                  <a:lnTo>
                    <a:pt x="416529" y="251308"/>
                  </a:lnTo>
                  <a:lnTo>
                    <a:pt x="416787" y="251603"/>
                  </a:lnTo>
                  <a:lnTo>
                    <a:pt x="417555" y="252229"/>
                  </a:lnTo>
                  <a:lnTo>
                    <a:pt x="417240" y="252523"/>
                  </a:lnTo>
                  <a:lnTo>
                    <a:pt x="417090" y="252662"/>
                  </a:lnTo>
                  <a:lnTo>
                    <a:pt x="416941" y="252832"/>
                  </a:lnTo>
                  <a:lnTo>
                    <a:pt x="416946" y="253337"/>
                  </a:lnTo>
                  <a:lnTo>
                    <a:pt x="416955" y="253671"/>
                  </a:lnTo>
                  <a:lnTo>
                    <a:pt x="416957" y="253876"/>
                  </a:lnTo>
                  <a:lnTo>
                    <a:pt x="416962" y="254046"/>
                  </a:lnTo>
                  <a:lnTo>
                    <a:pt x="416946" y="254626"/>
                  </a:lnTo>
                  <a:lnTo>
                    <a:pt x="416939" y="254777"/>
                  </a:lnTo>
                  <a:lnTo>
                    <a:pt x="416887" y="255021"/>
                  </a:lnTo>
                  <a:lnTo>
                    <a:pt x="416791" y="255212"/>
                  </a:lnTo>
                  <a:lnTo>
                    <a:pt x="416801" y="255439"/>
                  </a:lnTo>
                  <a:lnTo>
                    <a:pt x="416752" y="255688"/>
                  </a:lnTo>
                  <a:lnTo>
                    <a:pt x="416739" y="255967"/>
                  </a:lnTo>
                  <a:lnTo>
                    <a:pt x="416519" y="256438"/>
                  </a:lnTo>
                  <a:lnTo>
                    <a:pt x="416436" y="256784"/>
                  </a:lnTo>
                  <a:lnTo>
                    <a:pt x="416328" y="257217"/>
                  </a:lnTo>
                  <a:lnTo>
                    <a:pt x="416261" y="257532"/>
                  </a:lnTo>
                  <a:lnTo>
                    <a:pt x="416120" y="258053"/>
                  </a:lnTo>
                  <a:lnTo>
                    <a:pt x="415493" y="258317"/>
                  </a:lnTo>
                  <a:lnTo>
                    <a:pt x="414669" y="258750"/>
                  </a:lnTo>
                  <a:lnTo>
                    <a:pt x="414286" y="258842"/>
                  </a:lnTo>
                  <a:lnTo>
                    <a:pt x="413952" y="258973"/>
                  </a:lnTo>
                  <a:lnTo>
                    <a:pt x="413378" y="259248"/>
                  </a:lnTo>
                  <a:lnTo>
                    <a:pt x="413039" y="259460"/>
                  </a:lnTo>
                  <a:lnTo>
                    <a:pt x="412818" y="259665"/>
                  </a:lnTo>
                  <a:lnTo>
                    <a:pt x="412657" y="259764"/>
                  </a:lnTo>
                  <a:lnTo>
                    <a:pt x="412613" y="259937"/>
                  </a:lnTo>
                  <a:lnTo>
                    <a:pt x="412376" y="260012"/>
                  </a:lnTo>
                  <a:lnTo>
                    <a:pt x="412025" y="260068"/>
                  </a:lnTo>
                  <a:lnTo>
                    <a:pt x="411242" y="260277"/>
                  </a:lnTo>
                  <a:lnTo>
                    <a:pt x="410819" y="260389"/>
                  </a:lnTo>
                  <a:lnTo>
                    <a:pt x="409961" y="260831"/>
                  </a:lnTo>
                  <a:lnTo>
                    <a:pt x="409530" y="260888"/>
                  </a:lnTo>
                  <a:lnTo>
                    <a:pt x="409209" y="260407"/>
                  </a:lnTo>
                  <a:lnTo>
                    <a:pt x="408910" y="259963"/>
                  </a:lnTo>
                  <a:lnTo>
                    <a:pt x="408753" y="259714"/>
                  </a:lnTo>
                  <a:lnTo>
                    <a:pt x="408628" y="259530"/>
                  </a:lnTo>
                  <a:lnTo>
                    <a:pt x="408524" y="259371"/>
                  </a:lnTo>
                  <a:lnTo>
                    <a:pt x="408440" y="259243"/>
                  </a:lnTo>
                  <a:lnTo>
                    <a:pt x="408060" y="258662"/>
                  </a:lnTo>
                  <a:lnTo>
                    <a:pt x="407867" y="258326"/>
                  </a:lnTo>
                  <a:lnTo>
                    <a:pt x="407757" y="258064"/>
                  </a:lnTo>
                  <a:lnTo>
                    <a:pt x="407568" y="257683"/>
                  </a:lnTo>
                  <a:lnTo>
                    <a:pt x="407420" y="257238"/>
                  </a:lnTo>
                  <a:lnTo>
                    <a:pt x="407344" y="257071"/>
                  </a:lnTo>
                  <a:lnTo>
                    <a:pt x="407207" y="256795"/>
                  </a:lnTo>
                  <a:lnTo>
                    <a:pt x="407125" y="256499"/>
                  </a:lnTo>
                  <a:lnTo>
                    <a:pt x="407101" y="256332"/>
                  </a:lnTo>
                  <a:lnTo>
                    <a:pt x="407091" y="256001"/>
                  </a:lnTo>
                  <a:lnTo>
                    <a:pt x="407077" y="255556"/>
                  </a:lnTo>
                  <a:lnTo>
                    <a:pt x="407074" y="255426"/>
                  </a:lnTo>
                  <a:lnTo>
                    <a:pt x="406953" y="255286"/>
                  </a:lnTo>
                  <a:lnTo>
                    <a:pt x="406264" y="254860"/>
                  </a:lnTo>
                  <a:lnTo>
                    <a:pt x="406033" y="254768"/>
                  </a:lnTo>
                  <a:lnTo>
                    <a:pt x="405572" y="254485"/>
                  </a:lnTo>
                  <a:lnTo>
                    <a:pt x="405175" y="254242"/>
                  </a:lnTo>
                  <a:lnTo>
                    <a:pt x="404973" y="254118"/>
                  </a:lnTo>
                  <a:lnTo>
                    <a:pt x="404545" y="253861"/>
                  </a:lnTo>
                  <a:lnTo>
                    <a:pt x="404215" y="253668"/>
                  </a:lnTo>
                  <a:lnTo>
                    <a:pt x="403901" y="253467"/>
                  </a:lnTo>
                  <a:lnTo>
                    <a:pt x="403606" y="253283"/>
                  </a:lnTo>
                  <a:lnTo>
                    <a:pt x="403419" y="253160"/>
                  </a:lnTo>
                  <a:lnTo>
                    <a:pt x="403129" y="252976"/>
                  </a:lnTo>
                  <a:lnTo>
                    <a:pt x="402561" y="252615"/>
                  </a:lnTo>
                  <a:lnTo>
                    <a:pt x="402252" y="252317"/>
                  </a:lnTo>
                  <a:lnTo>
                    <a:pt x="402010" y="252151"/>
                  </a:lnTo>
                  <a:lnTo>
                    <a:pt x="401632" y="251892"/>
                  </a:lnTo>
                  <a:lnTo>
                    <a:pt x="401442" y="251763"/>
                  </a:lnTo>
                  <a:lnTo>
                    <a:pt x="401109" y="251535"/>
                  </a:lnTo>
                  <a:lnTo>
                    <a:pt x="400951" y="251436"/>
                  </a:lnTo>
                  <a:lnTo>
                    <a:pt x="400717" y="251288"/>
                  </a:lnTo>
                  <a:lnTo>
                    <a:pt x="400590" y="251209"/>
                  </a:lnTo>
                  <a:lnTo>
                    <a:pt x="400367" y="251065"/>
                  </a:lnTo>
                  <a:lnTo>
                    <a:pt x="400161" y="250958"/>
                  </a:lnTo>
                  <a:lnTo>
                    <a:pt x="400014" y="250873"/>
                  </a:lnTo>
                  <a:lnTo>
                    <a:pt x="399726" y="250681"/>
                  </a:lnTo>
                  <a:lnTo>
                    <a:pt x="399150" y="250264"/>
                  </a:lnTo>
                  <a:lnTo>
                    <a:pt x="398891" y="250066"/>
                  </a:lnTo>
                  <a:lnTo>
                    <a:pt x="398569" y="249839"/>
                  </a:lnTo>
                  <a:lnTo>
                    <a:pt x="398206" y="249595"/>
                  </a:lnTo>
                  <a:lnTo>
                    <a:pt x="397873" y="249365"/>
                  </a:lnTo>
                  <a:lnTo>
                    <a:pt x="397411" y="248807"/>
                  </a:lnTo>
                  <a:lnTo>
                    <a:pt x="397524" y="248644"/>
                  </a:lnTo>
                  <a:lnTo>
                    <a:pt x="397733" y="248328"/>
                  </a:lnTo>
                  <a:lnTo>
                    <a:pt x="397759" y="248189"/>
                  </a:lnTo>
                  <a:lnTo>
                    <a:pt x="397808" y="247928"/>
                  </a:lnTo>
                  <a:lnTo>
                    <a:pt x="397402" y="247201"/>
                  </a:lnTo>
                  <a:lnTo>
                    <a:pt x="397394" y="247011"/>
                  </a:lnTo>
                  <a:lnTo>
                    <a:pt x="397447" y="246560"/>
                  </a:lnTo>
                  <a:lnTo>
                    <a:pt x="397364" y="246348"/>
                  </a:lnTo>
                  <a:lnTo>
                    <a:pt x="397270" y="246143"/>
                  </a:lnTo>
                  <a:lnTo>
                    <a:pt x="397113" y="245877"/>
                  </a:lnTo>
                  <a:lnTo>
                    <a:pt x="396926" y="245565"/>
                  </a:lnTo>
                  <a:lnTo>
                    <a:pt x="396665" y="245221"/>
                  </a:lnTo>
                  <a:lnTo>
                    <a:pt x="396461" y="244957"/>
                  </a:lnTo>
                  <a:lnTo>
                    <a:pt x="395820" y="242976"/>
                  </a:lnTo>
                  <a:lnTo>
                    <a:pt x="395770" y="242668"/>
                  </a:lnTo>
                  <a:lnTo>
                    <a:pt x="394957" y="241960"/>
                  </a:lnTo>
                  <a:lnTo>
                    <a:pt x="394801" y="241640"/>
                  </a:lnTo>
                  <a:lnTo>
                    <a:pt x="394676" y="241313"/>
                  </a:lnTo>
                  <a:lnTo>
                    <a:pt x="394493" y="240828"/>
                  </a:lnTo>
                  <a:lnTo>
                    <a:pt x="394181" y="240042"/>
                  </a:lnTo>
                  <a:lnTo>
                    <a:pt x="394057" y="239754"/>
                  </a:lnTo>
                  <a:lnTo>
                    <a:pt x="393810" y="239158"/>
                  </a:lnTo>
                  <a:lnTo>
                    <a:pt x="393554" y="238479"/>
                  </a:lnTo>
                  <a:lnTo>
                    <a:pt x="393496" y="238347"/>
                  </a:lnTo>
                  <a:lnTo>
                    <a:pt x="393441" y="238211"/>
                  </a:lnTo>
                  <a:lnTo>
                    <a:pt x="393294" y="237885"/>
                  </a:lnTo>
                  <a:lnTo>
                    <a:pt x="393212" y="237686"/>
                  </a:lnTo>
                  <a:lnTo>
                    <a:pt x="392963" y="237177"/>
                  </a:lnTo>
                  <a:lnTo>
                    <a:pt x="392656" y="236674"/>
                  </a:lnTo>
                  <a:lnTo>
                    <a:pt x="392568" y="236528"/>
                  </a:lnTo>
                  <a:lnTo>
                    <a:pt x="392381" y="236150"/>
                  </a:lnTo>
                  <a:lnTo>
                    <a:pt x="392245" y="235818"/>
                  </a:lnTo>
                  <a:lnTo>
                    <a:pt x="392125" y="235647"/>
                  </a:lnTo>
                  <a:lnTo>
                    <a:pt x="391929" y="235561"/>
                  </a:lnTo>
                  <a:lnTo>
                    <a:pt x="391799" y="235507"/>
                  </a:lnTo>
                  <a:lnTo>
                    <a:pt x="391599" y="235428"/>
                  </a:lnTo>
                  <a:lnTo>
                    <a:pt x="391341" y="235172"/>
                  </a:lnTo>
                  <a:lnTo>
                    <a:pt x="391138" y="235058"/>
                  </a:lnTo>
                  <a:lnTo>
                    <a:pt x="390785" y="234799"/>
                  </a:lnTo>
                  <a:lnTo>
                    <a:pt x="390210" y="234366"/>
                  </a:lnTo>
                  <a:lnTo>
                    <a:pt x="390074" y="234218"/>
                  </a:lnTo>
                  <a:lnTo>
                    <a:pt x="389920" y="234058"/>
                  </a:lnTo>
                  <a:lnTo>
                    <a:pt x="389744" y="233868"/>
                  </a:lnTo>
                  <a:lnTo>
                    <a:pt x="389568" y="233702"/>
                  </a:lnTo>
                  <a:lnTo>
                    <a:pt x="389244" y="233345"/>
                  </a:lnTo>
                  <a:lnTo>
                    <a:pt x="388975" y="233069"/>
                  </a:lnTo>
                  <a:lnTo>
                    <a:pt x="388659" y="232614"/>
                  </a:lnTo>
                  <a:lnTo>
                    <a:pt x="388545" y="232436"/>
                  </a:lnTo>
                  <a:lnTo>
                    <a:pt x="388045" y="231722"/>
                  </a:lnTo>
                  <a:lnTo>
                    <a:pt x="387968" y="231523"/>
                  </a:lnTo>
                  <a:lnTo>
                    <a:pt x="387922" y="231306"/>
                  </a:lnTo>
                  <a:lnTo>
                    <a:pt x="387688" y="230540"/>
                  </a:lnTo>
                  <a:lnTo>
                    <a:pt x="387563" y="230340"/>
                  </a:lnTo>
                  <a:lnTo>
                    <a:pt x="387362" y="230464"/>
                  </a:lnTo>
                  <a:lnTo>
                    <a:pt x="386589" y="230951"/>
                  </a:lnTo>
                  <a:lnTo>
                    <a:pt x="386453" y="231035"/>
                  </a:lnTo>
                  <a:lnTo>
                    <a:pt x="386274" y="231159"/>
                  </a:lnTo>
                  <a:lnTo>
                    <a:pt x="385957" y="231370"/>
                  </a:lnTo>
                  <a:lnTo>
                    <a:pt x="385768" y="231449"/>
                  </a:lnTo>
                  <a:lnTo>
                    <a:pt x="385354" y="231624"/>
                  </a:lnTo>
                  <a:lnTo>
                    <a:pt x="385109" y="231730"/>
                  </a:lnTo>
                  <a:lnTo>
                    <a:pt x="384838" y="231844"/>
                  </a:lnTo>
                  <a:lnTo>
                    <a:pt x="384401" y="232050"/>
                  </a:lnTo>
                  <a:lnTo>
                    <a:pt x="383930" y="232242"/>
                  </a:lnTo>
                  <a:lnTo>
                    <a:pt x="383684" y="232341"/>
                  </a:lnTo>
                  <a:lnTo>
                    <a:pt x="383062" y="232571"/>
                  </a:lnTo>
                  <a:lnTo>
                    <a:pt x="382789" y="232702"/>
                  </a:lnTo>
                  <a:lnTo>
                    <a:pt x="382511" y="232843"/>
                  </a:lnTo>
                  <a:lnTo>
                    <a:pt x="381569" y="233228"/>
                  </a:lnTo>
                  <a:lnTo>
                    <a:pt x="381349" y="233327"/>
                  </a:lnTo>
                  <a:lnTo>
                    <a:pt x="381185" y="233393"/>
                  </a:lnTo>
                  <a:lnTo>
                    <a:pt x="380996" y="233490"/>
                  </a:lnTo>
                  <a:lnTo>
                    <a:pt x="380667" y="233659"/>
                  </a:lnTo>
                  <a:lnTo>
                    <a:pt x="380395" y="233812"/>
                  </a:lnTo>
                  <a:lnTo>
                    <a:pt x="380131" y="233964"/>
                  </a:lnTo>
                  <a:lnTo>
                    <a:pt x="379769" y="234137"/>
                  </a:lnTo>
                  <a:lnTo>
                    <a:pt x="379111" y="234478"/>
                  </a:lnTo>
                  <a:lnTo>
                    <a:pt x="378728" y="234665"/>
                  </a:lnTo>
                  <a:lnTo>
                    <a:pt x="378489" y="234800"/>
                  </a:lnTo>
                  <a:lnTo>
                    <a:pt x="378136" y="234998"/>
                  </a:lnTo>
                  <a:lnTo>
                    <a:pt x="377895" y="235133"/>
                  </a:lnTo>
                  <a:lnTo>
                    <a:pt x="377747" y="235216"/>
                  </a:lnTo>
                  <a:lnTo>
                    <a:pt x="377509" y="235332"/>
                  </a:lnTo>
                  <a:lnTo>
                    <a:pt x="376926" y="235632"/>
                  </a:lnTo>
                  <a:lnTo>
                    <a:pt x="376543" y="235823"/>
                  </a:lnTo>
                  <a:lnTo>
                    <a:pt x="376398" y="235896"/>
                  </a:lnTo>
                  <a:lnTo>
                    <a:pt x="376233" y="236100"/>
                  </a:lnTo>
                  <a:lnTo>
                    <a:pt x="375755" y="236691"/>
                  </a:lnTo>
                  <a:lnTo>
                    <a:pt x="375576" y="236921"/>
                  </a:lnTo>
                  <a:lnTo>
                    <a:pt x="375368" y="237182"/>
                  </a:lnTo>
                  <a:lnTo>
                    <a:pt x="375228" y="237362"/>
                  </a:lnTo>
                  <a:lnTo>
                    <a:pt x="374649" y="238094"/>
                  </a:lnTo>
                  <a:lnTo>
                    <a:pt x="374386" y="238422"/>
                  </a:lnTo>
                  <a:lnTo>
                    <a:pt x="374230" y="238619"/>
                  </a:lnTo>
                  <a:lnTo>
                    <a:pt x="373993" y="238901"/>
                  </a:lnTo>
                  <a:lnTo>
                    <a:pt x="373725" y="239246"/>
                  </a:lnTo>
                  <a:lnTo>
                    <a:pt x="373582" y="239425"/>
                  </a:lnTo>
                  <a:lnTo>
                    <a:pt x="373409" y="239657"/>
                  </a:lnTo>
                  <a:lnTo>
                    <a:pt x="373264" y="239814"/>
                  </a:lnTo>
                  <a:lnTo>
                    <a:pt x="373085" y="240018"/>
                  </a:lnTo>
                  <a:lnTo>
                    <a:pt x="372947" y="240195"/>
                  </a:lnTo>
                  <a:lnTo>
                    <a:pt x="372656" y="240539"/>
                  </a:lnTo>
                  <a:lnTo>
                    <a:pt x="372371" y="240899"/>
                  </a:lnTo>
                  <a:lnTo>
                    <a:pt x="372175" y="241143"/>
                  </a:lnTo>
                  <a:lnTo>
                    <a:pt x="371924" y="241475"/>
                  </a:lnTo>
                  <a:lnTo>
                    <a:pt x="371742" y="241331"/>
                  </a:lnTo>
                  <a:lnTo>
                    <a:pt x="371374" y="241063"/>
                  </a:lnTo>
                  <a:lnTo>
                    <a:pt x="371042" y="240791"/>
                  </a:lnTo>
                  <a:lnTo>
                    <a:pt x="370817" y="240633"/>
                  </a:lnTo>
                  <a:lnTo>
                    <a:pt x="370351" y="240295"/>
                  </a:lnTo>
                  <a:lnTo>
                    <a:pt x="370049" y="240076"/>
                  </a:lnTo>
                  <a:lnTo>
                    <a:pt x="369755" y="239861"/>
                  </a:lnTo>
                  <a:lnTo>
                    <a:pt x="369576" y="239706"/>
                  </a:lnTo>
                  <a:lnTo>
                    <a:pt x="369327" y="239504"/>
                  </a:lnTo>
                  <a:lnTo>
                    <a:pt x="368851" y="239141"/>
                  </a:lnTo>
                  <a:lnTo>
                    <a:pt x="368703" y="239034"/>
                  </a:lnTo>
                  <a:lnTo>
                    <a:pt x="368516" y="238884"/>
                  </a:lnTo>
                  <a:lnTo>
                    <a:pt x="368371" y="238774"/>
                  </a:lnTo>
                  <a:lnTo>
                    <a:pt x="368092" y="238568"/>
                  </a:lnTo>
                  <a:lnTo>
                    <a:pt x="367784" y="238326"/>
                  </a:lnTo>
                  <a:lnTo>
                    <a:pt x="367581" y="238277"/>
                  </a:lnTo>
                  <a:lnTo>
                    <a:pt x="367446" y="238240"/>
                  </a:lnTo>
                  <a:lnTo>
                    <a:pt x="367145" y="238169"/>
                  </a:lnTo>
                  <a:lnTo>
                    <a:pt x="366807" y="237946"/>
                  </a:lnTo>
                  <a:lnTo>
                    <a:pt x="366573" y="237850"/>
                  </a:lnTo>
                  <a:lnTo>
                    <a:pt x="366396" y="237646"/>
                  </a:lnTo>
                  <a:lnTo>
                    <a:pt x="366141" y="237527"/>
                  </a:lnTo>
                  <a:lnTo>
                    <a:pt x="365972" y="237418"/>
                  </a:lnTo>
                  <a:lnTo>
                    <a:pt x="365813" y="237194"/>
                  </a:lnTo>
                  <a:lnTo>
                    <a:pt x="365723" y="236955"/>
                  </a:lnTo>
                  <a:lnTo>
                    <a:pt x="365708" y="236788"/>
                  </a:lnTo>
                  <a:lnTo>
                    <a:pt x="365580" y="236553"/>
                  </a:lnTo>
                  <a:lnTo>
                    <a:pt x="365449" y="236501"/>
                  </a:lnTo>
                  <a:lnTo>
                    <a:pt x="365320" y="236448"/>
                  </a:lnTo>
                  <a:lnTo>
                    <a:pt x="365165" y="236452"/>
                  </a:lnTo>
                  <a:lnTo>
                    <a:pt x="364916" y="236281"/>
                  </a:lnTo>
                  <a:lnTo>
                    <a:pt x="364720" y="236144"/>
                  </a:lnTo>
                  <a:lnTo>
                    <a:pt x="364336" y="236035"/>
                  </a:lnTo>
                  <a:lnTo>
                    <a:pt x="364106" y="235770"/>
                  </a:lnTo>
                  <a:lnTo>
                    <a:pt x="364113" y="235393"/>
                  </a:lnTo>
                  <a:lnTo>
                    <a:pt x="363731" y="235225"/>
                  </a:lnTo>
                  <a:lnTo>
                    <a:pt x="363519" y="235160"/>
                  </a:lnTo>
                  <a:lnTo>
                    <a:pt x="363082" y="234935"/>
                  </a:lnTo>
                  <a:lnTo>
                    <a:pt x="362804" y="234867"/>
                  </a:lnTo>
                  <a:lnTo>
                    <a:pt x="362415" y="234601"/>
                  </a:lnTo>
                  <a:lnTo>
                    <a:pt x="362222" y="234462"/>
                  </a:lnTo>
                  <a:lnTo>
                    <a:pt x="362076" y="234337"/>
                  </a:lnTo>
                  <a:lnTo>
                    <a:pt x="361176" y="233655"/>
                  </a:lnTo>
                  <a:lnTo>
                    <a:pt x="360566" y="233354"/>
                  </a:lnTo>
                  <a:lnTo>
                    <a:pt x="360184" y="233147"/>
                  </a:lnTo>
                  <a:lnTo>
                    <a:pt x="360044" y="233057"/>
                  </a:lnTo>
                  <a:lnTo>
                    <a:pt x="359879" y="233038"/>
                  </a:lnTo>
                  <a:lnTo>
                    <a:pt x="359569" y="232848"/>
                  </a:lnTo>
                  <a:lnTo>
                    <a:pt x="359298" y="232762"/>
                  </a:lnTo>
                  <a:lnTo>
                    <a:pt x="358926" y="232652"/>
                  </a:lnTo>
                  <a:lnTo>
                    <a:pt x="358728" y="232636"/>
                  </a:lnTo>
                  <a:lnTo>
                    <a:pt x="358137" y="232607"/>
                  </a:lnTo>
                  <a:lnTo>
                    <a:pt x="357863" y="232583"/>
                  </a:lnTo>
                  <a:lnTo>
                    <a:pt x="356866" y="232495"/>
                  </a:lnTo>
                  <a:lnTo>
                    <a:pt x="356674" y="232479"/>
                  </a:lnTo>
                  <a:lnTo>
                    <a:pt x="356172" y="232286"/>
                  </a:lnTo>
                  <a:lnTo>
                    <a:pt x="355708" y="232140"/>
                  </a:lnTo>
                  <a:lnTo>
                    <a:pt x="355249" y="231995"/>
                  </a:lnTo>
                  <a:lnTo>
                    <a:pt x="354413" y="231669"/>
                  </a:lnTo>
                  <a:lnTo>
                    <a:pt x="353439" y="231282"/>
                  </a:lnTo>
                  <a:lnTo>
                    <a:pt x="352930" y="231096"/>
                  </a:lnTo>
                  <a:lnTo>
                    <a:pt x="352755" y="231085"/>
                  </a:lnTo>
                  <a:lnTo>
                    <a:pt x="352311" y="231076"/>
                  </a:lnTo>
                  <a:lnTo>
                    <a:pt x="351757" y="231050"/>
                  </a:lnTo>
                  <a:lnTo>
                    <a:pt x="351277" y="231019"/>
                  </a:lnTo>
                  <a:lnTo>
                    <a:pt x="350837" y="230934"/>
                  </a:lnTo>
                  <a:lnTo>
                    <a:pt x="350071" y="230574"/>
                  </a:lnTo>
                  <a:lnTo>
                    <a:pt x="348699" y="229940"/>
                  </a:lnTo>
                  <a:lnTo>
                    <a:pt x="348505" y="229868"/>
                  </a:lnTo>
                  <a:lnTo>
                    <a:pt x="348568" y="229491"/>
                  </a:lnTo>
                  <a:lnTo>
                    <a:pt x="348494" y="229081"/>
                  </a:lnTo>
                  <a:lnTo>
                    <a:pt x="348434" y="228711"/>
                  </a:lnTo>
                  <a:lnTo>
                    <a:pt x="348411" y="228343"/>
                  </a:lnTo>
                  <a:lnTo>
                    <a:pt x="348447" y="228073"/>
                  </a:lnTo>
                  <a:lnTo>
                    <a:pt x="348357" y="227809"/>
                  </a:lnTo>
                  <a:lnTo>
                    <a:pt x="348195" y="227554"/>
                  </a:lnTo>
                  <a:lnTo>
                    <a:pt x="348051" y="227205"/>
                  </a:lnTo>
                  <a:lnTo>
                    <a:pt x="347918" y="227021"/>
                  </a:lnTo>
                  <a:lnTo>
                    <a:pt x="347855" y="226872"/>
                  </a:lnTo>
                  <a:lnTo>
                    <a:pt x="347411" y="226220"/>
                  </a:lnTo>
                  <a:lnTo>
                    <a:pt x="346945" y="225393"/>
                  </a:lnTo>
                  <a:lnTo>
                    <a:pt x="346651" y="224767"/>
                  </a:lnTo>
                  <a:lnTo>
                    <a:pt x="345954" y="224128"/>
                  </a:lnTo>
                  <a:lnTo>
                    <a:pt x="345641" y="223845"/>
                  </a:lnTo>
                  <a:lnTo>
                    <a:pt x="345336" y="223592"/>
                  </a:lnTo>
                  <a:lnTo>
                    <a:pt x="344810" y="223229"/>
                  </a:lnTo>
                  <a:lnTo>
                    <a:pt x="344660" y="223087"/>
                  </a:lnTo>
                  <a:lnTo>
                    <a:pt x="343966" y="222124"/>
                  </a:lnTo>
                  <a:lnTo>
                    <a:pt x="343696" y="221661"/>
                  </a:lnTo>
                  <a:lnTo>
                    <a:pt x="343439" y="221284"/>
                  </a:lnTo>
                  <a:lnTo>
                    <a:pt x="342993" y="220912"/>
                  </a:lnTo>
                  <a:lnTo>
                    <a:pt x="342062" y="220121"/>
                  </a:lnTo>
                  <a:lnTo>
                    <a:pt x="341838" y="219943"/>
                  </a:lnTo>
                  <a:lnTo>
                    <a:pt x="341584" y="219747"/>
                  </a:lnTo>
                  <a:lnTo>
                    <a:pt x="340739" y="219105"/>
                  </a:lnTo>
                  <a:lnTo>
                    <a:pt x="339000" y="217873"/>
                  </a:lnTo>
                  <a:lnTo>
                    <a:pt x="338914" y="217707"/>
                  </a:lnTo>
                  <a:lnTo>
                    <a:pt x="338804" y="217498"/>
                  </a:lnTo>
                  <a:lnTo>
                    <a:pt x="338595" y="217290"/>
                  </a:lnTo>
                  <a:lnTo>
                    <a:pt x="337492" y="216193"/>
                  </a:lnTo>
                  <a:lnTo>
                    <a:pt x="337176" y="214202"/>
                  </a:lnTo>
                  <a:lnTo>
                    <a:pt x="336587" y="213913"/>
                  </a:lnTo>
                  <a:lnTo>
                    <a:pt x="336083" y="213664"/>
                  </a:lnTo>
                  <a:lnTo>
                    <a:pt x="335845" y="213544"/>
                  </a:lnTo>
                  <a:lnTo>
                    <a:pt x="335460" y="213352"/>
                  </a:lnTo>
                  <a:lnTo>
                    <a:pt x="335305" y="213276"/>
                  </a:lnTo>
                  <a:lnTo>
                    <a:pt x="335147" y="213197"/>
                  </a:lnTo>
                  <a:lnTo>
                    <a:pt x="334817" y="213031"/>
                  </a:lnTo>
                  <a:lnTo>
                    <a:pt x="334417" y="212830"/>
                  </a:lnTo>
                  <a:lnTo>
                    <a:pt x="333427" y="212330"/>
                  </a:lnTo>
                  <a:lnTo>
                    <a:pt x="333220" y="212205"/>
                  </a:lnTo>
                  <a:lnTo>
                    <a:pt x="332746" y="211896"/>
                  </a:lnTo>
                  <a:lnTo>
                    <a:pt x="331735" y="211281"/>
                  </a:lnTo>
                  <a:lnTo>
                    <a:pt x="331387" y="210978"/>
                  </a:lnTo>
                  <a:lnTo>
                    <a:pt x="330989" y="210630"/>
                  </a:lnTo>
                  <a:lnTo>
                    <a:pt x="330765" y="210433"/>
                  </a:lnTo>
                  <a:lnTo>
                    <a:pt x="330368" y="210085"/>
                  </a:lnTo>
                  <a:lnTo>
                    <a:pt x="329799" y="210090"/>
                  </a:lnTo>
                  <a:lnTo>
                    <a:pt x="329084" y="210093"/>
                  </a:lnTo>
                  <a:lnTo>
                    <a:pt x="328681" y="210205"/>
                  </a:lnTo>
                  <a:lnTo>
                    <a:pt x="328359" y="210148"/>
                  </a:lnTo>
                  <a:lnTo>
                    <a:pt x="327605" y="209988"/>
                  </a:lnTo>
                  <a:lnTo>
                    <a:pt x="327342" y="209897"/>
                  </a:lnTo>
                  <a:lnTo>
                    <a:pt x="326658" y="209660"/>
                  </a:lnTo>
                  <a:lnTo>
                    <a:pt x="325383" y="209014"/>
                  </a:lnTo>
                  <a:lnTo>
                    <a:pt x="324826" y="208795"/>
                  </a:lnTo>
                  <a:lnTo>
                    <a:pt x="323968" y="208670"/>
                  </a:lnTo>
                  <a:lnTo>
                    <a:pt x="323720" y="208634"/>
                  </a:lnTo>
                  <a:lnTo>
                    <a:pt x="323204" y="208926"/>
                  </a:lnTo>
                  <a:lnTo>
                    <a:pt x="322953" y="209008"/>
                  </a:lnTo>
                  <a:lnTo>
                    <a:pt x="322339" y="209210"/>
                  </a:lnTo>
                  <a:lnTo>
                    <a:pt x="322089" y="209292"/>
                  </a:lnTo>
                  <a:lnTo>
                    <a:pt x="321517" y="209644"/>
                  </a:lnTo>
                  <a:lnTo>
                    <a:pt x="321145" y="209873"/>
                  </a:lnTo>
                  <a:lnTo>
                    <a:pt x="320805" y="210023"/>
                  </a:lnTo>
                  <a:lnTo>
                    <a:pt x="319784" y="210565"/>
                  </a:lnTo>
                  <a:lnTo>
                    <a:pt x="319450" y="210740"/>
                  </a:lnTo>
                  <a:lnTo>
                    <a:pt x="319135" y="210907"/>
                  </a:lnTo>
                  <a:lnTo>
                    <a:pt x="318601" y="211067"/>
                  </a:lnTo>
                  <a:lnTo>
                    <a:pt x="318321" y="211155"/>
                  </a:lnTo>
                  <a:lnTo>
                    <a:pt x="317849" y="211231"/>
                  </a:lnTo>
                  <a:lnTo>
                    <a:pt x="317658" y="211244"/>
                  </a:lnTo>
                  <a:lnTo>
                    <a:pt x="317456" y="211246"/>
                  </a:lnTo>
                  <a:lnTo>
                    <a:pt x="317093" y="211326"/>
                  </a:lnTo>
                  <a:lnTo>
                    <a:pt x="316395" y="211547"/>
                  </a:lnTo>
                  <a:lnTo>
                    <a:pt x="316727" y="212157"/>
                  </a:lnTo>
                  <a:lnTo>
                    <a:pt x="317598" y="213691"/>
                  </a:lnTo>
                  <a:lnTo>
                    <a:pt x="318126" y="213805"/>
                  </a:lnTo>
                  <a:lnTo>
                    <a:pt x="318878" y="213874"/>
                  </a:lnTo>
                  <a:lnTo>
                    <a:pt x="319249" y="213729"/>
                  </a:lnTo>
                  <a:lnTo>
                    <a:pt x="320357" y="214163"/>
                  </a:lnTo>
                  <a:lnTo>
                    <a:pt x="320541" y="213954"/>
                  </a:lnTo>
                  <a:lnTo>
                    <a:pt x="321548" y="213963"/>
                  </a:lnTo>
                  <a:lnTo>
                    <a:pt x="322015" y="214083"/>
                  </a:lnTo>
                  <a:lnTo>
                    <a:pt x="322144" y="214119"/>
                  </a:lnTo>
                  <a:lnTo>
                    <a:pt x="323247" y="214565"/>
                  </a:lnTo>
                  <a:lnTo>
                    <a:pt x="323522" y="214664"/>
                  </a:lnTo>
                  <a:lnTo>
                    <a:pt x="324088" y="214821"/>
                  </a:lnTo>
                  <a:lnTo>
                    <a:pt x="324378" y="215319"/>
                  </a:lnTo>
                  <a:lnTo>
                    <a:pt x="324390" y="215548"/>
                  </a:lnTo>
                  <a:lnTo>
                    <a:pt x="324248" y="215611"/>
                  </a:lnTo>
                  <a:lnTo>
                    <a:pt x="323728" y="215899"/>
                  </a:lnTo>
                  <a:lnTo>
                    <a:pt x="323584" y="215998"/>
                  </a:lnTo>
                  <a:lnTo>
                    <a:pt x="322078" y="217035"/>
                  </a:lnTo>
                  <a:lnTo>
                    <a:pt x="321791" y="217112"/>
                  </a:lnTo>
                  <a:lnTo>
                    <a:pt x="320860" y="217364"/>
                  </a:lnTo>
                  <a:lnTo>
                    <a:pt x="320530" y="217324"/>
                  </a:lnTo>
                  <a:lnTo>
                    <a:pt x="320293" y="217308"/>
                  </a:lnTo>
                  <a:lnTo>
                    <a:pt x="320119" y="217307"/>
                  </a:lnTo>
                  <a:lnTo>
                    <a:pt x="318841" y="217435"/>
                  </a:lnTo>
                  <a:lnTo>
                    <a:pt x="318412" y="217554"/>
                  </a:lnTo>
                  <a:lnTo>
                    <a:pt x="318029" y="217801"/>
                  </a:lnTo>
                  <a:lnTo>
                    <a:pt x="317480" y="218417"/>
                  </a:lnTo>
                  <a:lnTo>
                    <a:pt x="317346" y="218365"/>
                  </a:lnTo>
                  <a:lnTo>
                    <a:pt x="316399" y="218000"/>
                  </a:lnTo>
                  <a:lnTo>
                    <a:pt x="315495" y="217801"/>
                  </a:lnTo>
                  <a:lnTo>
                    <a:pt x="315235" y="217811"/>
                  </a:lnTo>
                  <a:lnTo>
                    <a:pt x="314877" y="217826"/>
                  </a:lnTo>
                  <a:lnTo>
                    <a:pt x="314573" y="217825"/>
                  </a:lnTo>
                  <a:lnTo>
                    <a:pt x="314175" y="217811"/>
                  </a:lnTo>
                  <a:lnTo>
                    <a:pt x="314044" y="217806"/>
                  </a:lnTo>
                  <a:lnTo>
                    <a:pt x="313385" y="217653"/>
                  </a:lnTo>
                  <a:lnTo>
                    <a:pt x="312933" y="217571"/>
                  </a:lnTo>
                  <a:lnTo>
                    <a:pt x="312209" y="217388"/>
                  </a:lnTo>
                  <a:lnTo>
                    <a:pt x="311723" y="217179"/>
                  </a:lnTo>
                  <a:lnTo>
                    <a:pt x="310683" y="216724"/>
                  </a:lnTo>
                  <a:lnTo>
                    <a:pt x="310094" y="216265"/>
                  </a:lnTo>
                  <a:lnTo>
                    <a:pt x="309583" y="215981"/>
                  </a:lnTo>
                  <a:lnTo>
                    <a:pt x="309429" y="215773"/>
                  </a:lnTo>
                  <a:lnTo>
                    <a:pt x="309289" y="215594"/>
                  </a:lnTo>
                  <a:lnTo>
                    <a:pt x="309109" y="215480"/>
                  </a:lnTo>
                  <a:lnTo>
                    <a:pt x="308688" y="215082"/>
                  </a:lnTo>
                  <a:lnTo>
                    <a:pt x="308089" y="214524"/>
                  </a:lnTo>
                  <a:lnTo>
                    <a:pt x="307686" y="214161"/>
                  </a:lnTo>
                  <a:lnTo>
                    <a:pt x="307557" y="214040"/>
                  </a:lnTo>
                  <a:lnTo>
                    <a:pt x="307147" y="213611"/>
                  </a:lnTo>
                  <a:lnTo>
                    <a:pt x="306649" y="213209"/>
                  </a:lnTo>
                  <a:lnTo>
                    <a:pt x="306270" y="212851"/>
                  </a:lnTo>
                  <a:lnTo>
                    <a:pt x="305597" y="212607"/>
                  </a:lnTo>
                  <a:lnTo>
                    <a:pt x="305271" y="212626"/>
                  </a:lnTo>
                  <a:lnTo>
                    <a:pt x="304360" y="212689"/>
                  </a:lnTo>
                  <a:lnTo>
                    <a:pt x="303825" y="212727"/>
                  </a:lnTo>
                  <a:lnTo>
                    <a:pt x="303457" y="212808"/>
                  </a:lnTo>
                  <a:lnTo>
                    <a:pt x="303113" y="212896"/>
                  </a:lnTo>
                  <a:lnTo>
                    <a:pt x="302820" y="212973"/>
                  </a:lnTo>
                  <a:lnTo>
                    <a:pt x="302354" y="213080"/>
                  </a:lnTo>
                  <a:lnTo>
                    <a:pt x="302137" y="212833"/>
                  </a:lnTo>
                  <a:lnTo>
                    <a:pt x="301842" y="212564"/>
                  </a:lnTo>
                  <a:lnTo>
                    <a:pt x="301439" y="212198"/>
                  </a:lnTo>
                  <a:lnTo>
                    <a:pt x="300931" y="211807"/>
                  </a:lnTo>
                  <a:lnTo>
                    <a:pt x="300342" y="211402"/>
                  </a:lnTo>
                  <a:lnTo>
                    <a:pt x="300013" y="211186"/>
                  </a:lnTo>
                  <a:lnTo>
                    <a:pt x="299786" y="210872"/>
                  </a:lnTo>
                  <a:lnTo>
                    <a:pt x="299740" y="210694"/>
                  </a:lnTo>
                  <a:lnTo>
                    <a:pt x="299745" y="210470"/>
                  </a:lnTo>
                  <a:lnTo>
                    <a:pt x="299733" y="210102"/>
                  </a:lnTo>
                  <a:lnTo>
                    <a:pt x="299698" y="209861"/>
                  </a:lnTo>
                  <a:lnTo>
                    <a:pt x="299646" y="209506"/>
                  </a:lnTo>
                  <a:lnTo>
                    <a:pt x="299599" y="209182"/>
                  </a:lnTo>
                  <a:lnTo>
                    <a:pt x="299043" y="208409"/>
                  </a:lnTo>
                  <a:lnTo>
                    <a:pt x="298895" y="208204"/>
                  </a:lnTo>
                  <a:lnTo>
                    <a:pt x="297818" y="206706"/>
                  </a:lnTo>
                  <a:lnTo>
                    <a:pt x="297427" y="206155"/>
                  </a:lnTo>
                  <a:lnTo>
                    <a:pt x="296787" y="205267"/>
                  </a:lnTo>
                  <a:lnTo>
                    <a:pt x="296688" y="204428"/>
                  </a:lnTo>
                  <a:lnTo>
                    <a:pt x="296639" y="204015"/>
                  </a:lnTo>
                  <a:lnTo>
                    <a:pt x="296619" y="203769"/>
                  </a:lnTo>
                  <a:lnTo>
                    <a:pt x="296572" y="203478"/>
                  </a:lnTo>
                  <a:lnTo>
                    <a:pt x="296532" y="203148"/>
                  </a:lnTo>
                  <a:lnTo>
                    <a:pt x="296440" y="202358"/>
                  </a:lnTo>
                  <a:lnTo>
                    <a:pt x="296464" y="201955"/>
                  </a:lnTo>
                  <a:lnTo>
                    <a:pt x="296537" y="201759"/>
                  </a:lnTo>
                  <a:lnTo>
                    <a:pt x="296822" y="200913"/>
                  </a:lnTo>
                  <a:lnTo>
                    <a:pt x="296934" y="200594"/>
                  </a:lnTo>
                  <a:lnTo>
                    <a:pt x="297129" y="200022"/>
                  </a:lnTo>
                  <a:lnTo>
                    <a:pt x="296996" y="199968"/>
                  </a:lnTo>
                  <a:lnTo>
                    <a:pt x="296809" y="199884"/>
                  </a:lnTo>
                  <a:lnTo>
                    <a:pt x="296246" y="199634"/>
                  </a:lnTo>
                  <a:lnTo>
                    <a:pt x="295505" y="199556"/>
                  </a:lnTo>
                  <a:lnTo>
                    <a:pt x="294952" y="199503"/>
                  </a:lnTo>
                  <a:lnTo>
                    <a:pt x="294753" y="199482"/>
                  </a:lnTo>
                  <a:lnTo>
                    <a:pt x="294078" y="199133"/>
                  </a:lnTo>
                  <a:lnTo>
                    <a:pt x="293897" y="199045"/>
                  </a:lnTo>
                  <a:lnTo>
                    <a:pt x="293317" y="198745"/>
                  </a:lnTo>
                  <a:lnTo>
                    <a:pt x="292972" y="198557"/>
                  </a:lnTo>
                  <a:lnTo>
                    <a:pt x="292952" y="197502"/>
                  </a:lnTo>
                  <a:lnTo>
                    <a:pt x="292700" y="196606"/>
                  </a:lnTo>
                  <a:lnTo>
                    <a:pt x="292200" y="193720"/>
                  </a:lnTo>
                  <a:lnTo>
                    <a:pt x="290088" y="191070"/>
                  </a:lnTo>
                  <a:lnTo>
                    <a:pt x="289729" y="190631"/>
                  </a:lnTo>
                  <a:lnTo>
                    <a:pt x="288877" y="189584"/>
                  </a:lnTo>
                  <a:lnTo>
                    <a:pt x="289187" y="187353"/>
                  </a:lnTo>
                  <a:lnTo>
                    <a:pt x="289112" y="187168"/>
                  </a:lnTo>
                  <a:lnTo>
                    <a:pt x="288889" y="186632"/>
                  </a:lnTo>
                  <a:lnTo>
                    <a:pt x="288095" y="184724"/>
                  </a:lnTo>
                  <a:lnTo>
                    <a:pt x="288034" y="184578"/>
                  </a:lnTo>
                  <a:lnTo>
                    <a:pt x="288013" y="184229"/>
                  </a:lnTo>
                  <a:lnTo>
                    <a:pt x="288202" y="183462"/>
                  </a:lnTo>
                  <a:lnTo>
                    <a:pt x="286990" y="180672"/>
                  </a:lnTo>
                  <a:lnTo>
                    <a:pt x="285760" y="178246"/>
                  </a:lnTo>
                  <a:lnTo>
                    <a:pt x="284257" y="175927"/>
                  </a:lnTo>
                  <a:lnTo>
                    <a:pt x="283184" y="174022"/>
                  </a:lnTo>
                  <a:lnTo>
                    <a:pt x="283071" y="173657"/>
                  </a:lnTo>
                  <a:lnTo>
                    <a:pt x="282963" y="173311"/>
                  </a:lnTo>
                  <a:lnTo>
                    <a:pt x="282881" y="173048"/>
                  </a:lnTo>
                  <a:lnTo>
                    <a:pt x="282513" y="171887"/>
                  </a:lnTo>
                  <a:lnTo>
                    <a:pt x="281883" y="170249"/>
                  </a:lnTo>
                  <a:lnTo>
                    <a:pt x="281796" y="170021"/>
                  </a:lnTo>
                  <a:lnTo>
                    <a:pt x="281729" y="169763"/>
                  </a:lnTo>
                  <a:lnTo>
                    <a:pt x="281490" y="168830"/>
                  </a:lnTo>
                  <a:lnTo>
                    <a:pt x="281430" y="168598"/>
                  </a:lnTo>
                  <a:lnTo>
                    <a:pt x="281253" y="167909"/>
                  </a:lnTo>
                  <a:lnTo>
                    <a:pt x="281198" y="167694"/>
                  </a:lnTo>
                  <a:lnTo>
                    <a:pt x="281107" y="167340"/>
                  </a:lnTo>
                  <a:lnTo>
                    <a:pt x="280854" y="166403"/>
                  </a:lnTo>
                  <a:lnTo>
                    <a:pt x="278113" y="164115"/>
                  </a:lnTo>
                  <a:lnTo>
                    <a:pt x="277418" y="162867"/>
                  </a:lnTo>
                  <a:lnTo>
                    <a:pt x="277099" y="162345"/>
                  </a:lnTo>
                  <a:lnTo>
                    <a:pt x="276383" y="161174"/>
                  </a:lnTo>
                  <a:lnTo>
                    <a:pt x="276129" y="160797"/>
                  </a:lnTo>
                  <a:lnTo>
                    <a:pt x="275305" y="160035"/>
                  </a:lnTo>
                  <a:lnTo>
                    <a:pt x="274966" y="159721"/>
                  </a:lnTo>
                  <a:lnTo>
                    <a:pt x="274420" y="159215"/>
                  </a:lnTo>
                  <a:lnTo>
                    <a:pt x="273590" y="158609"/>
                  </a:lnTo>
                  <a:lnTo>
                    <a:pt x="273159" y="158296"/>
                  </a:lnTo>
                  <a:lnTo>
                    <a:pt x="272520" y="157833"/>
                  </a:lnTo>
                  <a:lnTo>
                    <a:pt x="272473" y="157322"/>
                  </a:lnTo>
                  <a:lnTo>
                    <a:pt x="272414" y="156744"/>
                  </a:lnTo>
                  <a:lnTo>
                    <a:pt x="272229" y="155983"/>
                  </a:lnTo>
                  <a:lnTo>
                    <a:pt x="271739" y="153967"/>
                  </a:lnTo>
                  <a:lnTo>
                    <a:pt x="271497" y="152588"/>
                  </a:lnTo>
                  <a:lnTo>
                    <a:pt x="271452" y="152331"/>
                  </a:lnTo>
                  <a:lnTo>
                    <a:pt x="271418" y="152141"/>
                  </a:lnTo>
                  <a:lnTo>
                    <a:pt x="271385" y="151824"/>
                  </a:lnTo>
                  <a:lnTo>
                    <a:pt x="271377" y="151406"/>
                  </a:lnTo>
                  <a:lnTo>
                    <a:pt x="271899" y="150660"/>
                  </a:lnTo>
                  <a:lnTo>
                    <a:pt x="272070" y="150604"/>
                  </a:lnTo>
                  <a:lnTo>
                    <a:pt x="272230" y="150183"/>
                  </a:lnTo>
                  <a:lnTo>
                    <a:pt x="272473" y="150150"/>
                  </a:lnTo>
                  <a:lnTo>
                    <a:pt x="272712" y="149308"/>
                  </a:lnTo>
                  <a:lnTo>
                    <a:pt x="272766" y="149117"/>
                  </a:lnTo>
                  <a:lnTo>
                    <a:pt x="273027" y="148195"/>
                  </a:lnTo>
                  <a:lnTo>
                    <a:pt x="273125" y="147847"/>
                  </a:lnTo>
                  <a:lnTo>
                    <a:pt x="273942" y="146604"/>
                  </a:lnTo>
                  <a:lnTo>
                    <a:pt x="274040" y="146367"/>
                  </a:lnTo>
                  <a:lnTo>
                    <a:pt x="274318" y="145694"/>
                  </a:lnTo>
                  <a:lnTo>
                    <a:pt x="274534" y="145042"/>
                  </a:lnTo>
                  <a:lnTo>
                    <a:pt x="274488" y="144529"/>
                  </a:lnTo>
                  <a:lnTo>
                    <a:pt x="274747" y="144052"/>
                  </a:lnTo>
                  <a:lnTo>
                    <a:pt x="274829" y="143885"/>
                  </a:lnTo>
                  <a:lnTo>
                    <a:pt x="274417" y="142455"/>
                  </a:lnTo>
                  <a:lnTo>
                    <a:pt x="274779" y="141784"/>
                  </a:lnTo>
                  <a:lnTo>
                    <a:pt x="275104" y="141153"/>
                  </a:lnTo>
                  <a:lnTo>
                    <a:pt x="275213" y="140529"/>
                  </a:lnTo>
                  <a:lnTo>
                    <a:pt x="275392" y="140190"/>
                  </a:lnTo>
                  <a:lnTo>
                    <a:pt x="275527" y="139934"/>
                  </a:lnTo>
                  <a:lnTo>
                    <a:pt x="276113" y="139539"/>
                  </a:lnTo>
                  <a:lnTo>
                    <a:pt x="276899" y="138641"/>
                  </a:lnTo>
                  <a:lnTo>
                    <a:pt x="277681" y="138272"/>
                  </a:lnTo>
                  <a:lnTo>
                    <a:pt x="279390" y="138590"/>
                  </a:lnTo>
                  <a:lnTo>
                    <a:pt x="279832" y="137888"/>
                  </a:lnTo>
                  <a:lnTo>
                    <a:pt x="280394" y="136925"/>
                  </a:lnTo>
                  <a:lnTo>
                    <a:pt x="280432" y="136762"/>
                  </a:lnTo>
                  <a:lnTo>
                    <a:pt x="280062" y="136304"/>
                  </a:lnTo>
                  <a:lnTo>
                    <a:pt x="279843" y="136073"/>
                  </a:lnTo>
                  <a:lnTo>
                    <a:pt x="279424" y="135709"/>
                  </a:lnTo>
                  <a:lnTo>
                    <a:pt x="278952" y="135383"/>
                  </a:lnTo>
                  <a:lnTo>
                    <a:pt x="278738" y="135228"/>
                  </a:lnTo>
                  <a:lnTo>
                    <a:pt x="278324" y="135044"/>
                  </a:lnTo>
                  <a:lnTo>
                    <a:pt x="277904" y="134577"/>
                  </a:lnTo>
                  <a:lnTo>
                    <a:pt x="277394" y="134213"/>
                  </a:lnTo>
                  <a:lnTo>
                    <a:pt x="277344" y="133641"/>
                  </a:lnTo>
                  <a:lnTo>
                    <a:pt x="277024" y="133093"/>
                  </a:lnTo>
                  <a:lnTo>
                    <a:pt x="276841" y="132692"/>
                  </a:lnTo>
                  <a:lnTo>
                    <a:pt x="276649" y="132274"/>
                  </a:lnTo>
                  <a:lnTo>
                    <a:pt x="276624" y="132005"/>
                  </a:lnTo>
                  <a:lnTo>
                    <a:pt x="276577" y="131465"/>
                  </a:lnTo>
                  <a:lnTo>
                    <a:pt x="276517" y="130790"/>
                  </a:lnTo>
                  <a:lnTo>
                    <a:pt x="276448" y="129966"/>
                  </a:lnTo>
                  <a:lnTo>
                    <a:pt x="276408" y="129191"/>
                  </a:lnTo>
                  <a:lnTo>
                    <a:pt x="276381" y="128677"/>
                  </a:lnTo>
                  <a:lnTo>
                    <a:pt x="276340" y="128228"/>
                  </a:lnTo>
                  <a:lnTo>
                    <a:pt x="276454" y="128004"/>
                  </a:lnTo>
                  <a:lnTo>
                    <a:pt x="276434" y="127754"/>
                  </a:lnTo>
                  <a:lnTo>
                    <a:pt x="276221" y="127537"/>
                  </a:lnTo>
                  <a:lnTo>
                    <a:pt x="276030" y="127506"/>
                  </a:lnTo>
                  <a:lnTo>
                    <a:pt x="275447" y="127513"/>
                  </a:lnTo>
                  <a:lnTo>
                    <a:pt x="275183" y="127461"/>
                  </a:lnTo>
                  <a:lnTo>
                    <a:pt x="275243" y="127160"/>
                  </a:lnTo>
                  <a:lnTo>
                    <a:pt x="274997" y="126755"/>
                  </a:lnTo>
                  <a:lnTo>
                    <a:pt x="274809" y="126444"/>
                  </a:lnTo>
                  <a:lnTo>
                    <a:pt x="274280" y="125565"/>
                  </a:lnTo>
                  <a:lnTo>
                    <a:pt x="273655" y="124548"/>
                  </a:lnTo>
                  <a:lnTo>
                    <a:pt x="273589" y="123625"/>
                  </a:lnTo>
                  <a:lnTo>
                    <a:pt x="273517" y="122599"/>
                  </a:lnTo>
                  <a:lnTo>
                    <a:pt x="273453" y="121716"/>
                  </a:lnTo>
                  <a:lnTo>
                    <a:pt x="273419" y="121256"/>
                  </a:lnTo>
                  <a:lnTo>
                    <a:pt x="273346" y="120211"/>
                  </a:lnTo>
                  <a:lnTo>
                    <a:pt x="273236" y="118674"/>
                  </a:lnTo>
                  <a:lnTo>
                    <a:pt x="273217" y="118390"/>
                  </a:lnTo>
                  <a:lnTo>
                    <a:pt x="273173" y="117769"/>
                  </a:lnTo>
                  <a:lnTo>
                    <a:pt x="273242" y="116163"/>
                  </a:lnTo>
                  <a:lnTo>
                    <a:pt x="273187" y="115857"/>
                  </a:lnTo>
                  <a:lnTo>
                    <a:pt x="273156" y="115670"/>
                  </a:lnTo>
                  <a:lnTo>
                    <a:pt x="272550" y="112427"/>
                  </a:lnTo>
                  <a:lnTo>
                    <a:pt x="272433" y="111812"/>
                  </a:lnTo>
                  <a:lnTo>
                    <a:pt x="272339" y="111314"/>
                  </a:lnTo>
                  <a:lnTo>
                    <a:pt x="272176" y="110161"/>
                  </a:lnTo>
                  <a:lnTo>
                    <a:pt x="272148" y="109962"/>
                  </a:lnTo>
                  <a:lnTo>
                    <a:pt x="272109" y="109649"/>
                  </a:lnTo>
                  <a:lnTo>
                    <a:pt x="272085" y="109459"/>
                  </a:lnTo>
                  <a:lnTo>
                    <a:pt x="271944" y="108435"/>
                  </a:lnTo>
                  <a:lnTo>
                    <a:pt x="271855" y="107795"/>
                  </a:lnTo>
                  <a:lnTo>
                    <a:pt x="271692" y="106633"/>
                  </a:lnTo>
                  <a:lnTo>
                    <a:pt x="271602" y="106018"/>
                  </a:lnTo>
                  <a:lnTo>
                    <a:pt x="271528" y="105491"/>
                  </a:lnTo>
                  <a:lnTo>
                    <a:pt x="270860" y="105059"/>
                  </a:lnTo>
                  <a:lnTo>
                    <a:pt x="270559" y="104864"/>
                  </a:lnTo>
                  <a:lnTo>
                    <a:pt x="270339" y="104722"/>
                  </a:lnTo>
                  <a:lnTo>
                    <a:pt x="270106" y="104571"/>
                  </a:lnTo>
                  <a:lnTo>
                    <a:pt x="269795" y="104370"/>
                  </a:lnTo>
                  <a:lnTo>
                    <a:pt x="269282" y="104038"/>
                  </a:lnTo>
                  <a:lnTo>
                    <a:pt x="269061" y="103895"/>
                  </a:lnTo>
                  <a:lnTo>
                    <a:pt x="268667" y="103640"/>
                  </a:lnTo>
                  <a:lnTo>
                    <a:pt x="268419" y="103480"/>
                  </a:lnTo>
                  <a:lnTo>
                    <a:pt x="268102" y="103421"/>
                  </a:lnTo>
                  <a:lnTo>
                    <a:pt x="267661" y="103339"/>
                  </a:lnTo>
                  <a:lnTo>
                    <a:pt x="267366" y="103284"/>
                  </a:lnTo>
                  <a:lnTo>
                    <a:pt x="267235" y="103261"/>
                  </a:lnTo>
                  <a:lnTo>
                    <a:pt x="267091" y="103234"/>
                  </a:lnTo>
                  <a:lnTo>
                    <a:pt x="266774" y="103174"/>
                  </a:lnTo>
                  <a:lnTo>
                    <a:pt x="266324" y="103090"/>
                  </a:lnTo>
                  <a:lnTo>
                    <a:pt x="265878" y="103006"/>
                  </a:lnTo>
                  <a:lnTo>
                    <a:pt x="265460" y="102927"/>
                  </a:lnTo>
                  <a:lnTo>
                    <a:pt x="264921" y="102826"/>
                  </a:lnTo>
                  <a:lnTo>
                    <a:pt x="264688" y="102782"/>
                  </a:lnTo>
                  <a:lnTo>
                    <a:pt x="264438" y="102735"/>
                  </a:lnTo>
                  <a:lnTo>
                    <a:pt x="264116" y="102675"/>
                  </a:lnTo>
                  <a:lnTo>
                    <a:pt x="263846" y="102688"/>
                  </a:lnTo>
                  <a:lnTo>
                    <a:pt x="263507" y="102705"/>
                  </a:lnTo>
                  <a:lnTo>
                    <a:pt x="263122" y="102725"/>
                  </a:lnTo>
                  <a:lnTo>
                    <a:pt x="262635" y="102749"/>
                  </a:lnTo>
                  <a:lnTo>
                    <a:pt x="261988" y="102782"/>
                  </a:lnTo>
                  <a:lnTo>
                    <a:pt x="261486" y="102807"/>
                  </a:lnTo>
                  <a:lnTo>
                    <a:pt x="261077" y="103034"/>
                  </a:lnTo>
                  <a:lnTo>
                    <a:pt x="260458" y="103378"/>
                  </a:lnTo>
                  <a:lnTo>
                    <a:pt x="260048" y="103606"/>
                  </a:lnTo>
                  <a:lnTo>
                    <a:pt x="259873" y="100141"/>
                  </a:lnTo>
                  <a:lnTo>
                    <a:pt x="260072" y="98576"/>
                  </a:lnTo>
                  <a:lnTo>
                    <a:pt x="260120" y="98200"/>
                  </a:lnTo>
                  <a:lnTo>
                    <a:pt x="260143" y="98022"/>
                  </a:lnTo>
                  <a:lnTo>
                    <a:pt x="259861" y="97673"/>
                  </a:lnTo>
                  <a:lnTo>
                    <a:pt x="259607" y="96714"/>
                  </a:lnTo>
                  <a:lnTo>
                    <a:pt x="259463" y="96167"/>
                  </a:lnTo>
                  <a:lnTo>
                    <a:pt x="259365" y="95798"/>
                  </a:lnTo>
                  <a:lnTo>
                    <a:pt x="259236" y="95508"/>
                  </a:lnTo>
                  <a:lnTo>
                    <a:pt x="259122" y="95073"/>
                  </a:lnTo>
                  <a:lnTo>
                    <a:pt x="259068" y="94882"/>
                  </a:lnTo>
                  <a:lnTo>
                    <a:pt x="258949" y="94452"/>
                  </a:lnTo>
                  <a:lnTo>
                    <a:pt x="258834" y="94037"/>
                  </a:lnTo>
                  <a:lnTo>
                    <a:pt x="258659" y="93465"/>
                  </a:lnTo>
                  <a:lnTo>
                    <a:pt x="258419" y="92834"/>
                  </a:lnTo>
                  <a:lnTo>
                    <a:pt x="258399" y="92577"/>
                  </a:lnTo>
                  <a:lnTo>
                    <a:pt x="258402" y="92274"/>
                  </a:lnTo>
                  <a:lnTo>
                    <a:pt x="258404" y="92076"/>
                  </a:lnTo>
                  <a:lnTo>
                    <a:pt x="258435" y="91740"/>
                  </a:lnTo>
                  <a:lnTo>
                    <a:pt x="258455" y="91511"/>
                  </a:lnTo>
                  <a:lnTo>
                    <a:pt x="258511" y="90992"/>
                  </a:lnTo>
                  <a:lnTo>
                    <a:pt x="258553" y="90469"/>
                  </a:lnTo>
                  <a:lnTo>
                    <a:pt x="258564" y="90320"/>
                  </a:lnTo>
                  <a:lnTo>
                    <a:pt x="258569" y="89923"/>
                  </a:lnTo>
                  <a:lnTo>
                    <a:pt x="258572" y="89773"/>
                  </a:lnTo>
                  <a:lnTo>
                    <a:pt x="258445" y="89612"/>
                  </a:lnTo>
                  <a:lnTo>
                    <a:pt x="258307" y="89465"/>
                  </a:lnTo>
                  <a:lnTo>
                    <a:pt x="257760" y="88918"/>
                  </a:lnTo>
                  <a:lnTo>
                    <a:pt x="257623" y="88770"/>
                  </a:lnTo>
                  <a:lnTo>
                    <a:pt x="257480" y="88620"/>
                  </a:lnTo>
                  <a:lnTo>
                    <a:pt x="257249" y="88373"/>
                  </a:lnTo>
                  <a:lnTo>
                    <a:pt x="256819" y="87913"/>
                  </a:lnTo>
                  <a:lnTo>
                    <a:pt x="256427" y="87516"/>
                  </a:lnTo>
                  <a:lnTo>
                    <a:pt x="256134" y="87211"/>
                  </a:lnTo>
                  <a:lnTo>
                    <a:pt x="255999" y="87063"/>
                  </a:lnTo>
                  <a:lnTo>
                    <a:pt x="255577" y="86635"/>
                  </a:lnTo>
                  <a:lnTo>
                    <a:pt x="255362" y="86434"/>
                  </a:lnTo>
                  <a:lnTo>
                    <a:pt x="255145" y="86228"/>
                  </a:lnTo>
                  <a:lnTo>
                    <a:pt x="254697" y="85808"/>
                  </a:lnTo>
                  <a:lnTo>
                    <a:pt x="254284" y="85422"/>
                  </a:lnTo>
                  <a:lnTo>
                    <a:pt x="253620" y="84821"/>
                  </a:lnTo>
                  <a:lnTo>
                    <a:pt x="253178" y="84419"/>
                  </a:lnTo>
                  <a:lnTo>
                    <a:pt x="252982" y="84246"/>
                  </a:lnTo>
                  <a:lnTo>
                    <a:pt x="252562" y="83862"/>
                  </a:lnTo>
                  <a:lnTo>
                    <a:pt x="252160" y="83498"/>
                  </a:lnTo>
                  <a:lnTo>
                    <a:pt x="251689" y="83071"/>
                  </a:lnTo>
                  <a:lnTo>
                    <a:pt x="251292" y="82643"/>
                  </a:lnTo>
                  <a:lnTo>
                    <a:pt x="251345" y="82475"/>
                  </a:lnTo>
                  <a:lnTo>
                    <a:pt x="251518" y="82124"/>
                  </a:lnTo>
                  <a:lnTo>
                    <a:pt x="251813" y="81597"/>
                  </a:lnTo>
                  <a:lnTo>
                    <a:pt x="252103" y="81078"/>
                  </a:lnTo>
                  <a:lnTo>
                    <a:pt x="252511" y="80679"/>
                  </a:lnTo>
                  <a:lnTo>
                    <a:pt x="252910" y="80284"/>
                  </a:lnTo>
                  <a:lnTo>
                    <a:pt x="253406" y="79803"/>
                  </a:lnTo>
                  <a:lnTo>
                    <a:pt x="253818" y="79406"/>
                  </a:lnTo>
                  <a:lnTo>
                    <a:pt x="254121" y="79065"/>
                  </a:lnTo>
                  <a:lnTo>
                    <a:pt x="254287" y="78900"/>
                  </a:lnTo>
                  <a:lnTo>
                    <a:pt x="254628" y="78556"/>
                  </a:lnTo>
                  <a:lnTo>
                    <a:pt x="254803" y="78381"/>
                  </a:lnTo>
                  <a:lnTo>
                    <a:pt x="255254" y="77854"/>
                  </a:lnTo>
                  <a:lnTo>
                    <a:pt x="255727" y="77350"/>
                  </a:lnTo>
                  <a:lnTo>
                    <a:pt x="256096" y="76999"/>
                  </a:lnTo>
                  <a:lnTo>
                    <a:pt x="256269" y="76826"/>
                  </a:lnTo>
                  <a:lnTo>
                    <a:pt x="256762" y="76394"/>
                  </a:lnTo>
                  <a:lnTo>
                    <a:pt x="257037" y="76147"/>
                  </a:lnTo>
                  <a:lnTo>
                    <a:pt x="257139" y="76012"/>
                  </a:lnTo>
                  <a:lnTo>
                    <a:pt x="257261" y="75831"/>
                  </a:lnTo>
                  <a:lnTo>
                    <a:pt x="257432" y="75635"/>
                  </a:lnTo>
                  <a:lnTo>
                    <a:pt x="257523" y="75460"/>
                  </a:lnTo>
                  <a:lnTo>
                    <a:pt x="257607" y="75241"/>
                  </a:lnTo>
                  <a:lnTo>
                    <a:pt x="257816" y="74780"/>
                  </a:lnTo>
                  <a:lnTo>
                    <a:pt x="258136" y="74154"/>
                  </a:lnTo>
                  <a:lnTo>
                    <a:pt x="258238" y="73928"/>
                  </a:lnTo>
                  <a:lnTo>
                    <a:pt x="258411" y="73643"/>
                  </a:lnTo>
                  <a:lnTo>
                    <a:pt x="258504" y="73189"/>
                  </a:lnTo>
                  <a:lnTo>
                    <a:pt x="258373" y="73084"/>
                  </a:lnTo>
                  <a:lnTo>
                    <a:pt x="258132" y="72891"/>
                  </a:lnTo>
                  <a:lnTo>
                    <a:pt x="257433" y="72333"/>
                  </a:lnTo>
                  <a:lnTo>
                    <a:pt x="256968" y="72159"/>
                  </a:lnTo>
                  <a:lnTo>
                    <a:pt x="256302" y="71909"/>
                  </a:lnTo>
                  <a:lnTo>
                    <a:pt x="258300" y="71308"/>
                  </a:lnTo>
                  <a:lnTo>
                    <a:pt x="258730" y="70743"/>
                  </a:lnTo>
                  <a:lnTo>
                    <a:pt x="258942" y="70464"/>
                  </a:lnTo>
                  <a:lnTo>
                    <a:pt x="259109" y="70358"/>
                  </a:lnTo>
                  <a:lnTo>
                    <a:pt x="259414" y="70165"/>
                  </a:lnTo>
                  <a:lnTo>
                    <a:pt x="259699" y="69985"/>
                  </a:lnTo>
                  <a:lnTo>
                    <a:pt x="259936" y="69835"/>
                  </a:lnTo>
                  <a:lnTo>
                    <a:pt x="260185" y="69678"/>
                  </a:lnTo>
                  <a:lnTo>
                    <a:pt x="260628" y="69398"/>
                  </a:lnTo>
                  <a:lnTo>
                    <a:pt x="260791" y="69295"/>
                  </a:lnTo>
                  <a:lnTo>
                    <a:pt x="261056" y="69127"/>
                  </a:lnTo>
                  <a:lnTo>
                    <a:pt x="261624" y="68769"/>
                  </a:lnTo>
                  <a:lnTo>
                    <a:pt x="262197" y="68406"/>
                  </a:lnTo>
                  <a:lnTo>
                    <a:pt x="262520" y="68202"/>
                  </a:lnTo>
                  <a:lnTo>
                    <a:pt x="262825" y="68009"/>
                  </a:lnTo>
                  <a:lnTo>
                    <a:pt x="263134" y="67814"/>
                  </a:lnTo>
                  <a:lnTo>
                    <a:pt x="263818" y="67382"/>
                  </a:lnTo>
                  <a:lnTo>
                    <a:pt x="264309" y="67072"/>
                  </a:lnTo>
                  <a:lnTo>
                    <a:pt x="264611" y="66880"/>
                  </a:lnTo>
                  <a:lnTo>
                    <a:pt x="265071" y="66590"/>
                  </a:lnTo>
                  <a:lnTo>
                    <a:pt x="265427" y="66365"/>
                  </a:lnTo>
                  <a:lnTo>
                    <a:pt x="265601" y="66255"/>
                  </a:lnTo>
                  <a:lnTo>
                    <a:pt x="265063" y="65527"/>
                  </a:lnTo>
                  <a:lnTo>
                    <a:pt x="264833" y="65215"/>
                  </a:lnTo>
                  <a:lnTo>
                    <a:pt x="264412" y="64645"/>
                  </a:lnTo>
                  <a:lnTo>
                    <a:pt x="264110" y="64235"/>
                  </a:lnTo>
                  <a:lnTo>
                    <a:pt x="263662" y="63628"/>
                  </a:lnTo>
                  <a:lnTo>
                    <a:pt x="263366" y="63227"/>
                  </a:lnTo>
                  <a:lnTo>
                    <a:pt x="263034" y="62777"/>
                  </a:lnTo>
                  <a:lnTo>
                    <a:pt x="262707" y="62333"/>
                  </a:lnTo>
                  <a:lnTo>
                    <a:pt x="262205" y="61653"/>
                  </a:lnTo>
                  <a:lnTo>
                    <a:pt x="262005" y="61382"/>
                  </a:lnTo>
                  <a:lnTo>
                    <a:pt x="261688" y="60953"/>
                  </a:lnTo>
                  <a:lnTo>
                    <a:pt x="261658" y="60689"/>
                  </a:lnTo>
                  <a:lnTo>
                    <a:pt x="261610" y="60269"/>
                  </a:lnTo>
                  <a:lnTo>
                    <a:pt x="261534" y="59609"/>
                  </a:lnTo>
                  <a:lnTo>
                    <a:pt x="261479" y="59131"/>
                  </a:lnTo>
                  <a:lnTo>
                    <a:pt x="261438" y="58772"/>
                  </a:lnTo>
                  <a:lnTo>
                    <a:pt x="261395" y="58400"/>
                  </a:lnTo>
                  <a:lnTo>
                    <a:pt x="261367" y="58159"/>
                  </a:lnTo>
                  <a:lnTo>
                    <a:pt x="261317" y="57718"/>
                  </a:lnTo>
                  <a:lnTo>
                    <a:pt x="261284" y="57432"/>
                  </a:lnTo>
                  <a:lnTo>
                    <a:pt x="261267" y="57281"/>
                  </a:lnTo>
                  <a:lnTo>
                    <a:pt x="261134" y="56125"/>
                  </a:lnTo>
                  <a:lnTo>
                    <a:pt x="261098" y="55816"/>
                  </a:lnTo>
                  <a:lnTo>
                    <a:pt x="260959" y="54456"/>
                  </a:lnTo>
                  <a:lnTo>
                    <a:pt x="260395" y="53897"/>
                  </a:lnTo>
                  <a:lnTo>
                    <a:pt x="260093" y="53540"/>
                  </a:lnTo>
                  <a:lnTo>
                    <a:pt x="259811" y="53207"/>
                  </a:lnTo>
                  <a:lnTo>
                    <a:pt x="259240" y="52533"/>
                  </a:lnTo>
                  <a:lnTo>
                    <a:pt x="258921" y="52158"/>
                  </a:lnTo>
                  <a:lnTo>
                    <a:pt x="258689" y="51884"/>
                  </a:lnTo>
                  <a:lnTo>
                    <a:pt x="257988" y="51057"/>
                  </a:lnTo>
                  <a:lnTo>
                    <a:pt x="257837" y="50878"/>
                  </a:lnTo>
                  <a:lnTo>
                    <a:pt x="257201" y="50127"/>
                  </a:lnTo>
                  <a:lnTo>
                    <a:pt x="256867" y="49734"/>
                  </a:lnTo>
                  <a:lnTo>
                    <a:pt x="256656" y="49485"/>
                  </a:lnTo>
                  <a:lnTo>
                    <a:pt x="256203" y="48950"/>
                  </a:lnTo>
                  <a:lnTo>
                    <a:pt x="255876" y="48564"/>
                  </a:lnTo>
                  <a:lnTo>
                    <a:pt x="255628" y="48271"/>
                  </a:lnTo>
                  <a:lnTo>
                    <a:pt x="255338" y="47930"/>
                  </a:lnTo>
                  <a:lnTo>
                    <a:pt x="255229" y="47800"/>
                  </a:lnTo>
                  <a:lnTo>
                    <a:pt x="254749" y="47252"/>
                  </a:lnTo>
                  <a:lnTo>
                    <a:pt x="254622" y="46462"/>
                  </a:lnTo>
                  <a:lnTo>
                    <a:pt x="254378" y="45075"/>
                  </a:lnTo>
                  <a:lnTo>
                    <a:pt x="254238" y="44294"/>
                  </a:lnTo>
                  <a:lnTo>
                    <a:pt x="254136" y="43706"/>
                  </a:lnTo>
                  <a:lnTo>
                    <a:pt x="254089" y="43445"/>
                  </a:lnTo>
                  <a:lnTo>
                    <a:pt x="253887" y="42317"/>
                  </a:lnTo>
                  <a:lnTo>
                    <a:pt x="253836" y="42023"/>
                  </a:lnTo>
                  <a:lnTo>
                    <a:pt x="253798" y="41808"/>
                  </a:lnTo>
                  <a:lnTo>
                    <a:pt x="253645" y="40938"/>
                  </a:lnTo>
                  <a:lnTo>
                    <a:pt x="253400" y="39548"/>
                  </a:lnTo>
                  <a:lnTo>
                    <a:pt x="253226" y="38562"/>
                  </a:lnTo>
                  <a:lnTo>
                    <a:pt x="253080" y="37734"/>
                  </a:lnTo>
                  <a:lnTo>
                    <a:pt x="253035" y="37477"/>
                  </a:lnTo>
                  <a:lnTo>
                    <a:pt x="252831" y="36330"/>
                  </a:lnTo>
                  <a:lnTo>
                    <a:pt x="254195" y="34890"/>
                  </a:lnTo>
                  <a:lnTo>
                    <a:pt x="255406" y="33615"/>
                  </a:lnTo>
                  <a:lnTo>
                    <a:pt x="255709" y="33295"/>
                  </a:lnTo>
                  <a:lnTo>
                    <a:pt x="256126" y="32855"/>
                  </a:lnTo>
                  <a:lnTo>
                    <a:pt x="256686" y="32265"/>
                  </a:lnTo>
                  <a:lnTo>
                    <a:pt x="256879" y="32060"/>
                  </a:lnTo>
                  <a:lnTo>
                    <a:pt x="257022" y="31913"/>
                  </a:lnTo>
                  <a:lnTo>
                    <a:pt x="257152" y="31776"/>
                  </a:lnTo>
                  <a:lnTo>
                    <a:pt x="258330" y="30533"/>
                  </a:lnTo>
                  <a:lnTo>
                    <a:pt x="258699" y="29571"/>
                  </a:lnTo>
                  <a:lnTo>
                    <a:pt x="258564" y="29431"/>
                  </a:lnTo>
                  <a:lnTo>
                    <a:pt x="258457" y="29304"/>
                  </a:lnTo>
                  <a:lnTo>
                    <a:pt x="258287" y="28986"/>
                  </a:lnTo>
                  <a:lnTo>
                    <a:pt x="258068" y="28800"/>
                  </a:lnTo>
                  <a:lnTo>
                    <a:pt x="257724" y="28546"/>
                  </a:lnTo>
                  <a:lnTo>
                    <a:pt x="257472" y="28360"/>
                  </a:lnTo>
                  <a:lnTo>
                    <a:pt x="257353" y="28220"/>
                  </a:lnTo>
                  <a:lnTo>
                    <a:pt x="256918" y="27846"/>
                  </a:lnTo>
                  <a:lnTo>
                    <a:pt x="256699" y="27528"/>
                  </a:lnTo>
                  <a:lnTo>
                    <a:pt x="257058" y="26928"/>
                  </a:lnTo>
                  <a:lnTo>
                    <a:pt x="257203" y="26800"/>
                  </a:lnTo>
                  <a:lnTo>
                    <a:pt x="257261" y="26666"/>
                  </a:lnTo>
                  <a:lnTo>
                    <a:pt x="257304" y="26411"/>
                  </a:lnTo>
                  <a:lnTo>
                    <a:pt x="257238" y="25800"/>
                  </a:lnTo>
                  <a:lnTo>
                    <a:pt x="257452" y="25383"/>
                  </a:lnTo>
                  <a:lnTo>
                    <a:pt x="256829" y="25012"/>
                  </a:lnTo>
                  <a:lnTo>
                    <a:pt x="256182" y="24696"/>
                  </a:lnTo>
                  <a:lnTo>
                    <a:pt x="255579" y="24403"/>
                  </a:lnTo>
                  <a:lnTo>
                    <a:pt x="254971" y="24093"/>
                  </a:lnTo>
                  <a:lnTo>
                    <a:pt x="254307" y="23767"/>
                  </a:lnTo>
                  <a:lnTo>
                    <a:pt x="253699" y="23467"/>
                  </a:lnTo>
                  <a:lnTo>
                    <a:pt x="253106" y="23124"/>
                  </a:lnTo>
                  <a:lnTo>
                    <a:pt x="253030" y="22968"/>
                  </a:lnTo>
                  <a:lnTo>
                    <a:pt x="252879" y="22668"/>
                  </a:lnTo>
                  <a:lnTo>
                    <a:pt x="252765" y="22475"/>
                  </a:lnTo>
                  <a:lnTo>
                    <a:pt x="252490" y="21839"/>
                  </a:lnTo>
                  <a:lnTo>
                    <a:pt x="252177" y="21200"/>
                  </a:lnTo>
                  <a:lnTo>
                    <a:pt x="251750" y="20238"/>
                  </a:lnTo>
                  <a:lnTo>
                    <a:pt x="251493" y="19737"/>
                  </a:lnTo>
                  <a:lnTo>
                    <a:pt x="251358" y="19472"/>
                  </a:lnTo>
                  <a:lnTo>
                    <a:pt x="251289" y="19292"/>
                  </a:lnTo>
                  <a:lnTo>
                    <a:pt x="250956" y="18663"/>
                  </a:lnTo>
                  <a:lnTo>
                    <a:pt x="250653" y="18040"/>
                  </a:lnTo>
                  <a:lnTo>
                    <a:pt x="250345" y="17409"/>
                  </a:lnTo>
                  <a:lnTo>
                    <a:pt x="249948" y="16775"/>
                  </a:lnTo>
                  <a:lnTo>
                    <a:pt x="249719" y="16477"/>
                  </a:lnTo>
                  <a:lnTo>
                    <a:pt x="249378" y="15867"/>
                  </a:lnTo>
                  <a:lnTo>
                    <a:pt x="249816" y="15501"/>
                  </a:lnTo>
                  <a:lnTo>
                    <a:pt x="250205" y="15149"/>
                  </a:lnTo>
                  <a:lnTo>
                    <a:pt x="250360" y="15001"/>
                  </a:lnTo>
                  <a:lnTo>
                    <a:pt x="250569" y="14836"/>
                  </a:lnTo>
                  <a:lnTo>
                    <a:pt x="250688" y="14493"/>
                  </a:lnTo>
                  <a:lnTo>
                    <a:pt x="249377" y="12882"/>
                  </a:lnTo>
                  <a:lnTo>
                    <a:pt x="249241" y="12741"/>
                  </a:lnTo>
                  <a:lnTo>
                    <a:pt x="248525" y="11979"/>
                  </a:lnTo>
                  <a:lnTo>
                    <a:pt x="248355" y="11873"/>
                  </a:lnTo>
                  <a:lnTo>
                    <a:pt x="247886" y="11802"/>
                  </a:lnTo>
                  <a:lnTo>
                    <a:pt x="247753" y="11782"/>
                  </a:lnTo>
                  <a:lnTo>
                    <a:pt x="247334" y="11502"/>
                  </a:lnTo>
                  <a:lnTo>
                    <a:pt x="246982" y="11143"/>
                  </a:lnTo>
                  <a:lnTo>
                    <a:pt x="246852" y="11125"/>
                  </a:lnTo>
                  <a:lnTo>
                    <a:pt x="246281" y="11787"/>
                  </a:lnTo>
                  <a:lnTo>
                    <a:pt x="246363" y="12589"/>
                  </a:lnTo>
                  <a:lnTo>
                    <a:pt x="246348" y="12716"/>
                  </a:lnTo>
                  <a:lnTo>
                    <a:pt x="245216" y="8310"/>
                  </a:lnTo>
                  <a:lnTo>
                    <a:pt x="245503" y="8060"/>
                  </a:lnTo>
                  <a:lnTo>
                    <a:pt x="245543" y="7686"/>
                  </a:lnTo>
                  <a:lnTo>
                    <a:pt x="245411" y="7706"/>
                  </a:lnTo>
                  <a:lnTo>
                    <a:pt x="245281" y="7684"/>
                  </a:lnTo>
                  <a:lnTo>
                    <a:pt x="244872" y="7711"/>
                  </a:lnTo>
                  <a:lnTo>
                    <a:pt x="244111" y="7841"/>
                  </a:lnTo>
                  <a:lnTo>
                    <a:pt x="243976" y="7851"/>
                  </a:lnTo>
                  <a:lnTo>
                    <a:pt x="243610" y="7854"/>
                  </a:lnTo>
                  <a:lnTo>
                    <a:pt x="243470" y="7872"/>
                  </a:lnTo>
                  <a:lnTo>
                    <a:pt x="243342" y="7849"/>
                  </a:lnTo>
                  <a:lnTo>
                    <a:pt x="243032" y="7910"/>
                  </a:lnTo>
                  <a:lnTo>
                    <a:pt x="241541" y="7801"/>
                  </a:lnTo>
                  <a:lnTo>
                    <a:pt x="241409" y="7783"/>
                  </a:lnTo>
                  <a:lnTo>
                    <a:pt x="241307" y="7635"/>
                  </a:lnTo>
                  <a:lnTo>
                    <a:pt x="241088" y="7345"/>
                  </a:lnTo>
                  <a:lnTo>
                    <a:pt x="240958" y="7292"/>
                  </a:lnTo>
                  <a:lnTo>
                    <a:pt x="240818" y="7261"/>
                  </a:lnTo>
                  <a:lnTo>
                    <a:pt x="240510" y="7080"/>
                  </a:lnTo>
                  <a:lnTo>
                    <a:pt x="240101" y="6956"/>
                  </a:lnTo>
                  <a:lnTo>
                    <a:pt x="239836" y="6836"/>
                  </a:lnTo>
                  <a:lnTo>
                    <a:pt x="239890" y="7070"/>
                  </a:lnTo>
                  <a:lnTo>
                    <a:pt x="239999" y="7516"/>
                  </a:lnTo>
                  <a:lnTo>
                    <a:pt x="239986" y="7786"/>
                  </a:lnTo>
                  <a:lnTo>
                    <a:pt x="240360" y="9637"/>
                  </a:lnTo>
                  <a:lnTo>
                    <a:pt x="239161" y="10078"/>
                  </a:lnTo>
                  <a:lnTo>
                    <a:pt x="239011" y="10133"/>
                  </a:lnTo>
                  <a:lnTo>
                    <a:pt x="238695" y="10249"/>
                  </a:lnTo>
                  <a:lnTo>
                    <a:pt x="238214" y="12161"/>
                  </a:lnTo>
                  <a:lnTo>
                    <a:pt x="238178" y="12311"/>
                  </a:lnTo>
                  <a:lnTo>
                    <a:pt x="237999" y="13007"/>
                  </a:lnTo>
                  <a:lnTo>
                    <a:pt x="237810" y="13717"/>
                  </a:lnTo>
                  <a:lnTo>
                    <a:pt x="237691" y="14199"/>
                  </a:lnTo>
                  <a:lnTo>
                    <a:pt x="236707" y="13932"/>
                  </a:lnTo>
                  <a:lnTo>
                    <a:pt x="234795" y="13470"/>
                  </a:lnTo>
                  <a:lnTo>
                    <a:pt x="234640" y="13399"/>
                  </a:lnTo>
                  <a:lnTo>
                    <a:pt x="234340" y="13315"/>
                  </a:lnTo>
                  <a:lnTo>
                    <a:pt x="234302" y="13050"/>
                  </a:lnTo>
                  <a:lnTo>
                    <a:pt x="234488" y="12646"/>
                  </a:lnTo>
                  <a:lnTo>
                    <a:pt x="234330" y="12493"/>
                  </a:lnTo>
                  <a:lnTo>
                    <a:pt x="234203" y="12427"/>
                  </a:lnTo>
                  <a:lnTo>
                    <a:pt x="233986" y="12208"/>
                  </a:lnTo>
                  <a:lnTo>
                    <a:pt x="233834" y="11989"/>
                  </a:lnTo>
                  <a:lnTo>
                    <a:pt x="233645" y="11854"/>
                  </a:lnTo>
                  <a:lnTo>
                    <a:pt x="233388" y="11671"/>
                  </a:lnTo>
                  <a:lnTo>
                    <a:pt x="232885" y="11452"/>
                  </a:lnTo>
                  <a:lnTo>
                    <a:pt x="232582" y="11282"/>
                  </a:lnTo>
                  <a:lnTo>
                    <a:pt x="232292" y="11167"/>
                  </a:lnTo>
                  <a:lnTo>
                    <a:pt x="231841" y="10986"/>
                  </a:lnTo>
                  <a:lnTo>
                    <a:pt x="231740" y="10829"/>
                  </a:lnTo>
                  <a:lnTo>
                    <a:pt x="231299" y="10480"/>
                  </a:lnTo>
                  <a:lnTo>
                    <a:pt x="231091" y="10361"/>
                  </a:lnTo>
                  <a:lnTo>
                    <a:pt x="230948" y="10305"/>
                  </a:lnTo>
                  <a:lnTo>
                    <a:pt x="230770" y="10172"/>
                  </a:lnTo>
                  <a:lnTo>
                    <a:pt x="230577" y="10040"/>
                  </a:lnTo>
                  <a:lnTo>
                    <a:pt x="230396" y="9854"/>
                  </a:lnTo>
                  <a:lnTo>
                    <a:pt x="230264" y="9689"/>
                  </a:lnTo>
                  <a:lnTo>
                    <a:pt x="230284" y="9559"/>
                  </a:lnTo>
                  <a:lnTo>
                    <a:pt x="230276" y="9048"/>
                  </a:lnTo>
                  <a:lnTo>
                    <a:pt x="230035" y="8979"/>
                  </a:lnTo>
                  <a:lnTo>
                    <a:pt x="229768" y="9129"/>
                  </a:lnTo>
                  <a:lnTo>
                    <a:pt x="229506" y="9213"/>
                  </a:lnTo>
                  <a:lnTo>
                    <a:pt x="229394" y="9417"/>
                  </a:lnTo>
                  <a:lnTo>
                    <a:pt x="229391" y="9546"/>
                  </a:lnTo>
                  <a:lnTo>
                    <a:pt x="229315" y="9788"/>
                  </a:lnTo>
                  <a:lnTo>
                    <a:pt x="228839" y="10162"/>
                  </a:lnTo>
                  <a:lnTo>
                    <a:pt x="228625" y="10050"/>
                  </a:lnTo>
                  <a:lnTo>
                    <a:pt x="228304" y="9780"/>
                  </a:lnTo>
                  <a:lnTo>
                    <a:pt x="227625" y="9040"/>
                  </a:lnTo>
                  <a:lnTo>
                    <a:pt x="227404" y="8903"/>
                  </a:lnTo>
                  <a:lnTo>
                    <a:pt x="227363" y="8745"/>
                  </a:lnTo>
                  <a:lnTo>
                    <a:pt x="227419" y="8562"/>
                  </a:lnTo>
                  <a:lnTo>
                    <a:pt x="227623" y="7801"/>
                  </a:lnTo>
                  <a:lnTo>
                    <a:pt x="227467" y="7656"/>
                  </a:lnTo>
                  <a:lnTo>
                    <a:pt x="227030" y="7155"/>
                  </a:lnTo>
                  <a:lnTo>
                    <a:pt x="226643" y="6857"/>
                  </a:lnTo>
                  <a:lnTo>
                    <a:pt x="226226" y="6465"/>
                  </a:lnTo>
                  <a:lnTo>
                    <a:pt x="226106" y="6302"/>
                  </a:lnTo>
                  <a:lnTo>
                    <a:pt x="226012" y="6172"/>
                  </a:lnTo>
                  <a:lnTo>
                    <a:pt x="225803" y="5928"/>
                  </a:lnTo>
                  <a:lnTo>
                    <a:pt x="225625" y="5760"/>
                  </a:lnTo>
                  <a:lnTo>
                    <a:pt x="225394" y="5554"/>
                  </a:lnTo>
                  <a:lnTo>
                    <a:pt x="225053" y="5396"/>
                  </a:lnTo>
                  <a:lnTo>
                    <a:pt x="224773" y="5315"/>
                  </a:lnTo>
                  <a:lnTo>
                    <a:pt x="223979" y="5427"/>
                  </a:lnTo>
                  <a:lnTo>
                    <a:pt x="223847" y="5577"/>
                  </a:lnTo>
                  <a:lnTo>
                    <a:pt x="223157" y="6025"/>
                  </a:lnTo>
                  <a:lnTo>
                    <a:pt x="222880" y="5829"/>
                  </a:lnTo>
                  <a:lnTo>
                    <a:pt x="222704" y="5707"/>
                  </a:lnTo>
                  <a:lnTo>
                    <a:pt x="222473" y="5546"/>
                  </a:lnTo>
                  <a:lnTo>
                    <a:pt x="222109" y="5289"/>
                  </a:lnTo>
                  <a:lnTo>
                    <a:pt x="221470" y="4847"/>
                  </a:lnTo>
                  <a:lnTo>
                    <a:pt x="220943" y="4442"/>
                  </a:lnTo>
                  <a:lnTo>
                    <a:pt x="220773" y="4348"/>
                  </a:lnTo>
                  <a:lnTo>
                    <a:pt x="220264" y="3951"/>
                  </a:lnTo>
                  <a:lnTo>
                    <a:pt x="220068" y="3775"/>
                  </a:lnTo>
                  <a:lnTo>
                    <a:pt x="219831" y="3574"/>
                  </a:lnTo>
                  <a:lnTo>
                    <a:pt x="219597" y="3462"/>
                  </a:lnTo>
                  <a:lnTo>
                    <a:pt x="219467" y="3391"/>
                  </a:lnTo>
                  <a:lnTo>
                    <a:pt x="219157" y="3223"/>
                  </a:lnTo>
                  <a:lnTo>
                    <a:pt x="218618" y="3109"/>
                  </a:lnTo>
                  <a:lnTo>
                    <a:pt x="218277" y="2905"/>
                  </a:lnTo>
                  <a:lnTo>
                    <a:pt x="218020" y="2666"/>
                  </a:lnTo>
                  <a:lnTo>
                    <a:pt x="217643" y="2284"/>
                  </a:lnTo>
                  <a:lnTo>
                    <a:pt x="217043" y="2284"/>
                  </a:lnTo>
                  <a:lnTo>
                    <a:pt x="216808" y="2442"/>
                  </a:lnTo>
                  <a:lnTo>
                    <a:pt x="216635" y="2488"/>
                  </a:lnTo>
                  <a:lnTo>
                    <a:pt x="216287" y="2378"/>
                  </a:lnTo>
                  <a:lnTo>
                    <a:pt x="216086" y="2190"/>
                  </a:lnTo>
                  <a:lnTo>
                    <a:pt x="215872" y="1994"/>
                  </a:lnTo>
                  <a:lnTo>
                    <a:pt x="215699" y="1862"/>
                  </a:lnTo>
                  <a:lnTo>
                    <a:pt x="215473" y="1633"/>
                  </a:lnTo>
                  <a:lnTo>
                    <a:pt x="215213" y="1412"/>
                  </a:lnTo>
                  <a:lnTo>
                    <a:pt x="215078" y="1297"/>
                  </a:lnTo>
                  <a:lnTo>
                    <a:pt x="214826" y="1055"/>
                  </a:lnTo>
                  <a:lnTo>
                    <a:pt x="214694" y="938"/>
                  </a:lnTo>
                  <a:lnTo>
                    <a:pt x="214134" y="419"/>
                  </a:lnTo>
                  <a:lnTo>
                    <a:pt x="213948" y="175"/>
                  </a:lnTo>
                  <a:lnTo>
                    <a:pt x="213767" y="114"/>
                  </a:lnTo>
                  <a:lnTo>
                    <a:pt x="213594" y="0"/>
                  </a:lnTo>
                  <a:lnTo>
                    <a:pt x="212834" y="1004"/>
                  </a:lnTo>
                  <a:lnTo>
                    <a:pt x="212640" y="1044"/>
                  </a:lnTo>
                  <a:lnTo>
                    <a:pt x="211133" y="1356"/>
                  </a:lnTo>
                  <a:lnTo>
                    <a:pt x="210183" y="1388"/>
                  </a:lnTo>
                  <a:lnTo>
                    <a:pt x="207342" y="1485"/>
                  </a:lnTo>
                  <a:lnTo>
                    <a:pt x="206931" y="1499"/>
                  </a:lnTo>
                  <a:lnTo>
                    <a:pt x="205672" y="1540"/>
                  </a:lnTo>
                  <a:lnTo>
                    <a:pt x="205473" y="1547"/>
                  </a:lnTo>
                  <a:lnTo>
                    <a:pt x="205196" y="1555"/>
                  </a:lnTo>
                  <a:lnTo>
                    <a:pt x="204914" y="1565"/>
                  </a:lnTo>
                  <a:lnTo>
                    <a:pt x="203212" y="1619"/>
                  </a:lnTo>
                  <a:lnTo>
                    <a:pt x="202498" y="1642"/>
                  </a:lnTo>
                  <a:lnTo>
                    <a:pt x="202221" y="1704"/>
                  </a:lnTo>
                  <a:lnTo>
                    <a:pt x="201153" y="2120"/>
                  </a:lnTo>
                  <a:lnTo>
                    <a:pt x="200671" y="2315"/>
                  </a:lnTo>
                  <a:lnTo>
                    <a:pt x="200282" y="2471"/>
                  </a:lnTo>
                  <a:lnTo>
                    <a:pt x="198668" y="3122"/>
                  </a:lnTo>
                  <a:lnTo>
                    <a:pt x="196331" y="4066"/>
                  </a:lnTo>
                  <a:lnTo>
                    <a:pt x="196071" y="5378"/>
                  </a:lnTo>
                  <a:lnTo>
                    <a:pt x="195999" y="5645"/>
                  </a:lnTo>
                  <a:lnTo>
                    <a:pt x="195463" y="7635"/>
                  </a:lnTo>
                  <a:lnTo>
                    <a:pt x="195328" y="8135"/>
                  </a:lnTo>
                  <a:lnTo>
                    <a:pt x="195144" y="8818"/>
                  </a:lnTo>
                  <a:lnTo>
                    <a:pt x="194856" y="9868"/>
                  </a:lnTo>
                  <a:lnTo>
                    <a:pt x="194585" y="10856"/>
                  </a:lnTo>
                  <a:lnTo>
                    <a:pt x="194186" y="11941"/>
                  </a:lnTo>
                  <a:lnTo>
                    <a:pt x="193870" y="12800"/>
                  </a:lnTo>
                  <a:lnTo>
                    <a:pt x="191834" y="14544"/>
                  </a:lnTo>
                  <a:lnTo>
                    <a:pt x="191115" y="15008"/>
                  </a:lnTo>
                  <a:lnTo>
                    <a:pt x="190853" y="15307"/>
                  </a:lnTo>
                  <a:lnTo>
                    <a:pt x="190514" y="15694"/>
                  </a:lnTo>
                  <a:lnTo>
                    <a:pt x="190217" y="16033"/>
                  </a:lnTo>
                  <a:lnTo>
                    <a:pt x="189953" y="16335"/>
                  </a:lnTo>
                  <a:lnTo>
                    <a:pt x="189439" y="16922"/>
                  </a:lnTo>
                  <a:lnTo>
                    <a:pt x="189062" y="17608"/>
                  </a:lnTo>
                  <a:lnTo>
                    <a:pt x="188536" y="18564"/>
                  </a:lnTo>
                  <a:lnTo>
                    <a:pt x="188174" y="19222"/>
                  </a:lnTo>
                  <a:lnTo>
                    <a:pt x="188031" y="19482"/>
                  </a:lnTo>
                  <a:lnTo>
                    <a:pt x="187885" y="19749"/>
                  </a:lnTo>
                  <a:lnTo>
                    <a:pt x="187662" y="20154"/>
                  </a:lnTo>
                  <a:lnTo>
                    <a:pt x="187076" y="21218"/>
                  </a:lnTo>
                  <a:lnTo>
                    <a:pt x="186983" y="21386"/>
                  </a:lnTo>
                  <a:lnTo>
                    <a:pt x="186555" y="21090"/>
                  </a:lnTo>
                  <a:lnTo>
                    <a:pt x="186271" y="20893"/>
                  </a:lnTo>
                  <a:lnTo>
                    <a:pt x="185728" y="20517"/>
                  </a:lnTo>
                  <a:lnTo>
                    <a:pt x="185598" y="20427"/>
                  </a:lnTo>
                  <a:lnTo>
                    <a:pt x="185359" y="20262"/>
                  </a:lnTo>
                  <a:lnTo>
                    <a:pt x="184604" y="19739"/>
                  </a:lnTo>
                  <a:lnTo>
                    <a:pt x="182493" y="18282"/>
                  </a:lnTo>
                  <a:lnTo>
                    <a:pt x="182183" y="18054"/>
                  </a:lnTo>
                  <a:lnTo>
                    <a:pt x="181964" y="18015"/>
                  </a:lnTo>
                  <a:lnTo>
                    <a:pt x="179217" y="17529"/>
                  </a:lnTo>
                  <a:lnTo>
                    <a:pt x="178963" y="18568"/>
                  </a:lnTo>
                  <a:lnTo>
                    <a:pt x="178867" y="18961"/>
                  </a:lnTo>
                  <a:lnTo>
                    <a:pt x="178651" y="19829"/>
                  </a:lnTo>
                  <a:lnTo>
                    <a:pt x="178564" y="20174"/>
                  </a:lnTo>
                  <a:lnTo>
                    <a:pt x="178293" y="21248"/>
                  </a:lnTo>
                  <a:lnTo>
                    <a:pt x="178252" y="21416"/>
                  </a:lnTo>
                  <a:lnTo>
                    <a:pt x="178055" y="22237"/>
                  </a:lnTo>
                  <a:lnTo>
                    <a:pt x="178010" y="22435"/>
                  </a:lnTo>
                  <a:lnTo>
                    <a:pt x="177878" y="22961"/>
                  </a:lnTo>
                  <a:lnTo>
                    <a:pt x="177807" y="23244"/>
                  </a:lnTo>
                  <a:lnTo>
                    <a:pt x="177740" y="23482"/>
                  </a:lnTo>
                  <a:lnTo>
                    <a:pt x="177679" y="23781"/>
                  </a:lnTo>
                  <a:lnTo>
                    <a:pt x="177592" y="24205"/>
                  </a:lnTo>
                  <a:lnTo>
                    <a:pt x="177558" y="24374"/>
                  </a:lnTo>
                  <a:lnTo>
                    <a:pt x="177466" y="24822"/>
                  </a:lnTo>
                  <a:lnTo>
                    <a:pt x="177374" y="25071"/>
                  </a:lnTo>
                  <a:lnTo>
                    <a:pt x="177331" y="25248"/>
                  </a:lnTo>
                  <a:lnTo>
                    <a:pt x="177194" y="25803"/>
                  </a:lnTo>
                  <a:lnTo>
                    <a:pt x="176992" y="26625"/>
                  </a:lnTo>
                  <a:lnTo>
                    <a:pt x="176835" y="27262"/>
                  </a:lnTo>
                  <a:lnTo>
                    <a:pt x="176747" y="27621"/>
                  </a:lnTo>
                  <a:lnTo>
                    <a:pt x="176661" y="27972"/>
                  </a:lnTo>
                  <a:lnTo>
                    <a:pt x="176389" y="29095"/>
                  </a:lnTo>
                  <a:lnTo>
                    <a:pt x="176343" y="29282"/>
                  </a:lnTo>
                  <a:lnTo>
                    <a:pt x="176195" y="29893"/>
                  </a:lnTo>
                  <a:lnTo>
                    <a:pt x="176054" y="30475"/>
                  </a:lnTo>
                  <a:lnTo>
                    <a:pt x="175897" y="31107"/>
                  </a:lnTo>
                  <a:lnTo>
                    <a:pt x="175396" y="33004"/>
                  </a:lnTo>
                  <a:lnTo>
                    <a:pt x="175373" y="33160"/>
                  </a:lnTo>
                  <a:lnTo>
                    <a:pt x="175353" y="33305"/>
                  </a:lnTo>
                  <a:lnTo>
                    <a:pt x="175358" y="33439"/>
                  </a:lnTo>
                  <a:lnTo>
                    <a:pt x="175350" y="33582"/>
                  </a:lnTo>
                  <a:lnTo>
                    <a:pt x="175340" y="33852"/>
                  </a:lnTo>
                  <a:lnTo>
                    <a:pt x="175325" y="34045"/>
                  </a:lnTo>
                  <a:lnTo>
                    <a:pt x="175312" y="34177"/>
                  </a:lnTo>
                  <a:lnTo>
                    <a:pt x="175299" y="34330"/>
                  </a:lnTo>
                  <a:lnTo>
                    <a:pt x="175299" y="34582"/>
                  </a:lnTo>
                  <a:lnTo>
                    <a:pt x="175281" y="34780"/>
                  </a:lnTo>
                  <a:lnTo>
                    <a:pt x="175266" y="34928"/>
                  </a:lnTo>
                  <a:lnTo>
                    <a:pt x="175253" y="35081"/>
                  </a:lnTo>
                  <a:lnTo>
                    <a:pt x="175246" y="35317"/>
                  </a:lnTo>
                  <a:lnTo>
                    <a:pt x="175225" y="35516"/>
                  </a:lnTo>
                  <a:lnTo>
                    <a:pt x="175210" y="35671"/>
                  </a:lnTo>
                  <a:lnTo>
                    <a:pt x="175185" y="35956"/>
                  </a:lnTo>
                  <a:lnTo>
                    <a:pt x="175167" y="36129"/>
                  </a:lnTo>
                  <a:lnTo>
                    <a:pt x="175154" y="36264"/>
                  </a:lnTo>
                  <a:lnTo>
                    <a:pt x="175149" y="36419"/>
                  </a:lnTo>
                  <a:lnTo>
                    <a:pt x="175162" y="36653"/>
                  </a:lnTo>
                  <a:lnTo>
                    <a:pt x="175142" y="36854"/>
                  </a:lnTo>
                  <a:lnTo>
                    <a:pt x="175129" y="36997"/>
                  </a:lnTo>
                  <a:lnTo>
                    <a:pt x="175116" y="37149"/>
                  </a:lnTo>
                  <a:lnTo>
                    <a:pt x="175098" y="37305"/>
                  </a:lnTo>
                  <a:lnTo>
                    <a:pt x="175070" y="37612"/>
                  </a:lnTo>
                  <a:lnTo>
                    <a:pt x="175052" y="37793"/>
                  </a:lnTo>
                  <a:lnTo>
                    <a:pt x="175055" y="37943"/>
                  </a:lnTo>
                  <a:lnTo>
                    <a:pt x="175040" y="38091"/>
                  </a:lnTo>
                  <a:lnTo>
                    <a:pt x="174841" y="38221"/>
                  </a:lnTo>
                  <a:lnTo>
                    <a:pt x="174220" y="38623"/>
                  </a:lnTo>
                  <a:lnTo>
                    <a:pt x="173793" y="38877"/>
                  </a:lnTo>
                  <a:lnTo>
                    <a:pt x="173597" y="38997"/>
                  </a:lnTo>
                  <a:lnTo>
                    <a:pt x="173111" y="39345"/>
                  </a:lnTo>
                  <a:lnTo>
                    <a:pt x="172793" y="39485"/>
                  </a:lnTo>
                  <a:lnTo>
                    <a:pt x="172536" y="39646"/>
                  </a:lnTo>
                  <a:lnTo>
                    <a:pt x="172381" y="39981"/>
                  </a:lnTo>
                  <a:lnTo>
                    <a:pt x="172463" y="40214"/>
                  </a:lnTo>
                  <a:lnTo>
                    <a:pt x="172597" y="40440"/>
                  </a:lnTo>
                  <a:lnTo>
                    <a:pt x="172732" y="40654"/>
                  </a:lnTo>
                  <a:lnTo>
                    <a:pt x="172912" y="41018"/>
                  </a:lnTo>
                  <a:lnTo>
                    <a:pt x="173183" y="41168"/>
                  </a:lnTo>
                  <a:lnTo>
                    <a:pt x="173342" y="41264"/>
                  </a:lnTo>
                  <a:lnTo>
                    <a:pt x="173779" y="41630"/>
                  </a:lnTo>
                  <a:lnTo>
                    <a:pt x="173872" y="41779"/>
                  </a:lnTo>
                  <a:lnTo>
                    <a:pt x="174254" y="42168"/>
                  </a:lnTo>
                  <a:lnTo>
                    <a:pt x="174421" y="42301"/>
                  </a:lnTo>
                  <a:lnTo>
                    <a:pt x="175006" y="42730"/>
                  </a:lnTo>
                  <a:lnTo>
                    <a:pt x="175151" y="42799"/>
                  </a:lnTo>
                  <a:lnTo>
                    <a:pt x="175292" y="42862"/>
                  </a:lnTo>
                  <a:lnTo>
                    <a:pt x="175432" y="42927"/>
                  </a:lnTo>
                  <a:lnTo>
                    <a:pt x="175824" y="43111"/>
                  </a:lnTo>
                  <a:lnTo>
                    <a:pt x="175960" y="43171"/>
                  </a:lnTo>
                  <a:lnTo>
                    <a:pt x="176111" y="43240"/>
                  </a:lnTo>
                  <a:lnTo>
                    <a:pt x="176311" y="43337"/>
                  </a:lnTo>
                  <a:lnTo>
                    <a:pt x="176500" y="43332"/>
                  </a:lnTo>
                  <a:lnTo>
                    <a:pt x="176903" y="43579"/>
                  </a:lnTo>
                  <a:lnTo>
                    <a:pt x="177385" y="43920"/>
                  </a:lnTo>
                  <a:lnTo>
                    <a:pt x="177477" y="44071"/>
                  </a:lnTo>
                  <a:lnTo>
                    <a:pt x="177643" y="44276"/>
                  </a:lnTo>
                  <a:lnTo>
                    <a:pt x="177837" y="44550"/>
                  </a:lnTo>
                  <a:lnTo>
                    <a:pt x="177842" y="45008"/>
                  </a:lnTo>
                  <a:lnTo>
                    <a:pt x="177592" y="45198"/>
                  </a:lnTo>
                  <a:lnTo>
                    <a:pt x="177376" y="45450"/>
                  </a:lnTo>
                  <a:lnTo>
                    <a:pt x="177338" y="45578"/>
                  </a:lnTo>
                  <a:lnTo>
                    <a:pt x="177099" y="45991"/>
                  </a:lnTo>
                  <a:lnTo>
                    <a:pt x="177139" y="46285"/>
                  </a:lnTo>
                  <a:lnTo>
                    <a:pt x="177246" y="46443"/>
                  </a:lnTo>
                  <a:lnTo>
                    <a:pt x="177414" y="46592"/>
                  </a:lnTo>
                  <a:lnTo>
                    <a:pt x="177646" y="46796"/>
                  </a:lnTo>
                  <a:lnTo>
                    <a:pt x="178140" y="47100"/>
                  </a:lnTo>
                  <a:lnTo>
                    <a:pt x="178291" y="47184"/>
                  </a:lnTo>
                  <a:lnTo>
                    <a:pt x="178532" y="47302"/>
                  </a:lnTo>
                  <a:lnTo>
                    <a:pt x="178966" y="47742"/>
                  </a:lnTo>
                  <a:lnTo>
                    <a:pt x="178994" y="47954"/>
                  </a:lnTo>
                  <a:lnTo>
                    <a:pt x="178994" y="48180"/>
                  </a:lnTo>
                  <a:lnTo>
                    <a:pt x="178982" y="48307"/>
                  </a:lnTo>
                  <a:lnTo>
                    <a:pt x="178976" y="48451"/>
                  </a:lnTo>
                  <a:lnTo>
                    <a:pt x="178965" y="48586"/>
                  </a:lnTo>
                  <a:lnTo>
                    <a:pt x="178984" y="48904"/>
                  </a:lnTo>
                  <a:lnTo>
                    <a:pt x="179184" y="49099"/>
                  </a:lnTo>
                  <a:lnTo>
                    <a:pt x="179297" y="49251"/>
                  </a:lnTo>
                  <a:lnTo>
                    <a:pt x="179358" y="49539"/>
                  </a:lnTo>
                  <a:lnTo>
                    <a:pt x="179637" y="50048"/>
                  </a:lnTo>
                  <a:lnTo>
                    <a:pt x="179753" y="50290"/>
                  </a:lnTo>
                  <a:lnTo>
                    <a:pt x="179750" y="50601"/>
                  </a:lnTo>
                  <a:lnTo>
                    <a:pt x="179460" y="50896"/>
                  </a:lnTo>
                  <a:lnTo>
                    <a:pt x="179300" y="50977"/>
                  </a:lnTo>
                  <a:lnTo>
                    <a:pt x="179077" y="51104"/>
                  </a:lnTo>
                  <a:lnTo>
                    <a:pt x="178664" y="51339"/>
                  </a:lnTo>
                  <a:lnTo>
                    <a:pt x="178241" y="51688"/>
                  </a:lnTo>
                  <a:lnTo>
                    <a:pt x="178113" y="51797"/>
                  </a:lnTo>
                  <a:lnTo>
                    <a:pt x="177567" y="52338"/>
                  </a:lnTo>
                  <a:lnTo>
                    <a:pt x="177276" y="52697"/>
                  </a:lnTo>
                  <a:lnTo>
                    <a:pt x="177191" y="52853"/>
                  </a:lnTo>
                  <a:lnTo>
                    <a:pt x="177053" y="53092"/>
                  </a:lnTo>
                  <a:lnTo>
                    <a:pt x="176942" y="53265"/>
                  </a:lnTo>
                  <a:lnTo>
                    <a:pt x="176768" y="53519"/>
                  </a:lnTo>
                  <a:lnTo>
                    <a:pt x="176618" y="53776"/>
                  </a:lnTo>
                  <a:lnTo>
                    <a:pt x="176324" y="53950"/>
                  </a:lnTo>
                  <a:lnTo>
                    <a:pt x="176135" y="54148"/>
                  </a:lnTo>
                  <a:lnTo>
                    <a:pt x="175955" y="54358"/>
                  </a:lnTo>
                  <a:lnTo>
                    <a:pt x="175857" y="54546"/>
                  </a:lnTo>
                  <a:lnTo>
                    <a:pt x="175766" y="54842"/>
                  </a:lnTo>
                  <a:lnTo>
                    <a:pt x="175704" y="55186"/>
                  </a:lnTo>
                  <a:lnTo>
                    <a:pt x="175671" y="55539"/>
                  </a:lnTo>
                  <a:lnTo>
                    <a:pt x="175192" y="56035"/>
                  </a:lnTo>
                  <a:lnTo>
                    <a:pt x="175041" y="56105"/>
                  </a:lnTo>
                  <a:lnTo>
                    <a:pt x="174653" y="56274"/>
                  </a:lnTo>
                  <a:lnTo>
                    <a:pt x="174521" y="56338"/>
                  </a:lnTo>
                  <a:lnTo>
                    <a:pt x="174392" y="56400"/>
                  </a:lnTo>
                  <a:lnTo>
                    <a:pt x="174218" y="56482"/>
                  </a:lnTo>
                  <a:lnTo>
                    <a:pt x="174082" y="56559"/>
                  </a:lnTo>
                  <a:lnTo>
                    <a:pt x="173942" y="56659"/>
                  </a:lnTo>
                  <a:lnTo>
                    <a:pt x="173591" y="56897"/>
                  </a:lnTo>
                  <a:lnTo>
                    <a:pt x="173324" y="57084"/>
                  </a:lnTo>
                  <a:lnTo>
                    <a:pt x="173071" y="57277"/>
                  </a:lnTo>
                  <a:lnTo>
                    <a:pt x="172551" y="57628"/>
                  </a:lnTo>
                  <a:lnTo>
                    <a:pt x="171930" y="58042"/>
                  </a:lnTo>
                  <a:lnTo>
                    <a:pt x="171597" y="58251"/>
                  </a:lnTo>
                  <a:lnTo>
                    <a:pt x="171409" y="58366"/>
                  </a:lnTo>
                  <a:lnTo>
                    <a:pt x="170878" y="58675"/>
                  </a:lnTo>
                  <a:lnTo>
                    <a:pt x="170727" y="58757"/>
                  </a:lnTo>
                  <a:lnTo>
                    <a:pt x="170398" y="58966"/>
                  </a:lnTo>
                  <a:lnTo>
                    <a:pt x="170007" y="59213"/>
                  </a:lnTo>
                  <a:lnTo>
                    <a:pt x="168964" y="59872"/>
                  </a:lnTo>
                  <a:lnTo>
                    <a:pt x="168679" y="59920"/>
                  </a:lnTo>
                  <a:lnTo>
                    <a:pt x="168104" y="59572"/>
                  </a:lnTo>
                  <a:lnTo>
                    <a:pt x="167979" y="59434"/>
                  </a:lnTo>
                  <a:lnTo>
                    <a:pt x="167628" y="59780"/>
                  </a:lnTo>
                  <a:lnTo>
                    <a:pt x="167030" y="60205"/>
                  </a:lnTo>
                  <a:lnTo>
                    <a:pt x="166668" y="60485"/>
                  </a:lnTo>
                  <a:lnTo>
                    <a:pt x="166541" y="60503"/>
                  </a:lnTo>
                  <a:lnTo>
                    <a:pt x="166353" y="60651"/>
                  </a:lnTo>
                  <a:lnTo>
                    <a:pt x="166119" y="60714"/>
                  </a:lnTo>
                  <a:lnTo>
                    <a:pt x="165925" y="60803"/>
                  </a:lnTo>
                  <a:lnTo>
                    <a:pt x="165635" y="60958"/>
                  </a:lnTo>
                  <a:lnTo>
                    <a:pt x="165483" y="61014"/>
                  </a:lnTo>
                  <a:lnTo>
                    <a:pt x="165210" y="61147"/>
                  </a:lnTo>
                  <a:lnTo>
                    <a:pt x="164880" y="61304"/>
                  </a:lnTo>
                  <a:lnTo>
                    <a:pt x="164717" y="61383"/>
                  </a:lnTo>
                  <a:lnTo>
                    <a:pt x="164292" y="61588"/>
                  </a:lnTo>
                  <a:lnTo>
                    <a:pt x="164149" y="61617"/>
                  </a:lnTo>
                  <a:lnTo>
                    <a:pt x="163984" y="61658"/>
                  </a:lnTo>
                  <a:lnTo>
                    <a:pt x="163829" y="61707"/>
                  </a:lnTo>
                  <a:lnTo>
                    <a:pt x="163551" y="61742"/>
                  </a:lnTo>
                  <a:lnTo>
                    <a:pt x="163302" y="61854"/>
                  </a:lnTo>
                  <a:lnTo>
                    <a:pt x="163170" y="61941"/>
                  </a:lnTo>
                  <a:lnTo>
                    <a:pt x="163009" y="61969"/>
                  </a:lnTo>
                  <a:lnTo>
                    <a:pt x="162880" y="61989"/>
                  </a:lnTo>
                  <a:lnTo>
                    <a:pt x="162595" y="62025"/>
                  </a:lnTo>
                  <a:lnTo>
                    <a:pt x="162455" y="62063"/>
                  </a:lnTo>
                  <a:lnTo>
                    <a:pt x="162279" y="62065"/>
                  </a:lnTo>
                  <a:lnTo>
                    <a:pt x="162124" y="62035"/>
                  </a:lnTo>
                  <a:lnTo>
                    <a:pt x="161700" y="62212"/>
                  </a:lnTo>
                  <a:lnTo>
                    <a:pt x="161559" y="62251"/>
                  </a:lnTo>
                  <a:lnTo>
                    <a:pt x="161429" y="62302"/>
                  </a:lnTo>
                  <a:lnTo>
                    <a:pt x="161162" y="62394"/>
                  </a:lnTo>
                  <a:lnTo>
                    <a:pt x="161015" y="62419"/>
                  </a:lnTo>
                  <a:lnTo>
                    <a:pt x="160854" y="62429"/>
                  </a:lnTo>
                  <a:lnTo>
                    <a:pt x="160704" y="62472"/>
                  </a:lnTo>
                  <a:lnTo>
                    <a:pt x="160168" y="62711"/>
                  </a:lnTo>
                  <a:lnTo>
                    <a:pt x="160032" y="62701"/>
                  </a:lnTo>
                  <a:lnTo>
                    <a:pt x="159513" y="62757"/>
                  </a:lnTo>
                  <a:lnTo>
                    <a:pt x="159368" y="62775"/>
                  </a:lnTo>
                  <a:lnTo>
                    <a:pt x="159210" y="62656"/>
                  </a:lnTo>
                  <a:lnTo>
                    <a:pt x="159060" y="62656"/>
                  </a:lnTo>
                  <a:lnTo>
                    <a:pt x="158913" y="62618"/>
                  </a:lnTo>
                  <a:lnTo>
                    <a:pt x="158345" y="62612"/>
                  </a:lnTo>
                  <a:lnTo>
                    <a:pt x="158218" y="62658"/>
                  </a:lnTo>
                  <a:lnTo>
                    <a:pt x="158068" y="62755"/>
                  </a:lnTo>
                  <a:lnTo>
                    <a:pt x="157821" y="62920"/>
                  </a:lnTo>
                  <a:lnTo>
                    <a:pt x="158200" y="63775"/>
                  </a:lnTo>
                  <a:lnTo>
                    <a:pt x="158429" y="63974"/>
                  </a:lnTo>
                  <a:lnTo>
                    <a:pt x="158556" y="64261"/>
                  </a:lnTo>
                  <a:lnTo>
                    <a:pt x="158630" y="64551"/>
                  </a:lnTo>
                  <a:lnTo>
                    <a:pt x="158760" y="64773"/>
                  </a:lnTo>
                  <a:lnTo>
                    <a:pt x="158857" y="64946"/>
                  </a:lnTo>
                  <a:lnTo>
                    <a:pt x="158948" y="65195"/>
                  </a:lnTo>
                  <a:lnTo>
                    <a:pt x="159048" y="65528"/>
                  </a:lnTo>
                  <a:lnTo>
                    <a:pt x="159422" y="65971"/>
                  </a:lnTo>
                  <a:lnTo>
                    <a:pt x="159658" y="66175"/>
                  </a:lnTo>
                  <a:lnTo>
                    <a:pt x="159918" y="66455"/>
                  </a:lnTo>
                  <a:lnTo>
                    <a:pt x="159964" y="66597"/>
                  </a:lnTo>
                  <a:lnTo>
                    <a:pt x="160244" y="66895"/>
                  </a:lnTo>
                  <a:lnTo>
                    <a:pt x="160488" y="67447"/>
                  </a:lnTo>
                  <a:lnTo>
                    <a:pt x="161124" y="68170"/>
                  </a:lnTo>
                  <a:lnTo>
                    <a:pt x="161325" y="68394"/>
                  </a:lnTo>
                  <a:lnTo>
                    <a:pt x="161597" y="68694"/>
                  </a:lnTo>
                  <a:lnTo>
                    <a:pt x="161913" y="69045"/>
                  </a:lnTo>
                  <a:lnTo>
                    <a:pt x="162210" y="69378"/>
                  </a:lnTo>
                  <a:lnTo>
                    <a:pt x="162722" y="69936"/>
                  </a:lnTo>
                  <a:lnTo>
                    <a:pt x="162903" y="70203"/>
                  </a:lnTo>
                  <a:lnTo>
                    <a:pt x="163091" y="70434"/>
                  </a:lnTo>
                  <a:lnTo>
                    <a:pt x="163536" y="71063"/>
                  </a:lnTo>
                  <a:lnTo>
                    <a:pt x="163732" y="71190"/>
                  </a:lnTo>
                  <a:lnTo>
                    <a:pt x="163908" y="71386"/>
                  </a:lnTo>
                  <a:lnTo>
                    <a:pt x="163936" y="71612"/>
                  </a:lnTo>
                  <a:lnTo>
                    <a:pt x="163826" y="71994"/>
                  </a:lnTo>
                  <a:lnTo>
                    <a:pt x="163669" y="71964"/>
                  </a:lnTo>
                  <a:lnTo>
                    <a:pt x="163470" y="71831"/>
                  </a:lnTo>
                  <a:lnTo>
                    <a:pt x="163272" y="71722"/>
                  </a:lnTo>
                  <a:lnTo>
                    <a:pt x="163104" y="71633"/>
                  </a:lnTo>
                  <a:lnTo>
                    <a:pt x="162824" y="71778"/>
                  </a:lnTo>
                  <a:lnTo>
                    <a:pt x="162870" y="72035"/>
                  </a:lnTo>
                  <a:lnTo>
                    <a:pt x="162905" y="72170"/>
                  </a:lnTo>
                  <a:lnTo>
                    <a:pt x="162793" y="72457"/>
                  </a:lnTo>
                  <a:lnTo>
                    <a:pt x="162363" y="73221"/>
                  </a:lnTo>
                  <a:lnTo>
                    <a:pt x="161890" y="73577"/>
                  </a:lnTo>
                  <a:lnTo>
                    <a:pt x="161763" y="73671"/>
                  </a:lnTo>
                  <a:lnTo>
                    <a:pt x="161508" y="73638"/>
                  </a:lnTo>
                  <a:lnTo>
                    <a:pt x="161335" y="73465"/>
                  </a:lnTo>
                  <a:lnTo>
                    <a:pt x="161035" y="73241"/>
                  </a:lnTo>
                  <a:lnTo>
                    <a:pt x="160859" y="73037"/>
                  </a:lnTo>
                  <a:lnTo>
                    <a:pt x="160531" y="73055"/>
                  </a:lnTo>
                  <a:lnTo>
                    <a:pt x="160254" y="73139"/>
                  </a:lnTo>
                  <a:lnTo>
                    <a:pt x="160218" y="73371"/>
                  </a:lnTo>
                  <a:lnTo>
                    <a:pt x="160172" y="73653"/>
                  </a:lnTo>
                  <a:lnTo>
                    <a:pt x="160144" y="73821"/>
                  </a:lnTo>
                  <a:lnTo>
                    <a:pt x="159999" y="73854"/>
                  </a:lnTo>
                  <a:lnTo>
                    <a:pt x="159724" y="73745"/>
                  </a:lnTo>
                  <a:lnTo>
                    <a:pt x="159592" y="73724"/>
                  </a:lnTo>
                  <a:lnTo>
                    <a:pt x="159350" y="73712"/>
                  </a:lnTo>
                  <a:lnTo>
                    <a:pt x="159190" y="73668"/>
                  </a:lnTo>
                  <a:lnTo>
                    <a:pt x="159157" y="73541"/>
                  </a:lnTo>
                  <a:lnTo>
                    <a:pt x="158834" y="73098"/>
                  </a:lnTo>
                  <a:lnTo>
                    <a:pt x="158839" y="72961"/>
                  </a:lnTo>
                  <a:lnTo>
                    <a:pt x="158582" y="72536"/>
                  </a:lnTo>
                  <a:lnTo>
                    <a:pt x="158266" y="72065"/>
                  </a:lnTo>
                  <a:lnTo>
                    <a:pt x="157905" y="71829"/>
                  </a:lnTo>
                  <a:lnTo>
                    <a:pt x="153167" y="79778"/>
                  </a:lnTo>
                  <a:lnTo>
                    <a:pt x="153002" y="80309"/>
                  </a:lnTo>
                  <a:lnTo>
                    <a:pt x="152049" y="82075"/>
                  </a:lnTo>
                  <a:lnTo>
                    <a:pt x="151965" y="82498"/>
                  </a:lnTo>
                  <a:lnTo>
                    <a:pt x="151773" y="83094"/>
                  </a:lnTo>
                  <a:lnTo>
                    <a:pt x="151706" y="83766"/>
                  </a:lnTo>
                  <a:lnTo>
                    <a:pt x="151691" y="83909"/>
                  </a:lnTo>
                  <a:lnTo>
                    <a:pt x="151661" y="84211"/>
                  </a:lnTo>
                  <a:lnTo>
                    <a:pt x="151434" y="84747"/>
                  </a:lnTo>
                  <a:lnTo>
                    <a:pt x="151103" y="85047"/>
                  </a:lnTo>
                  <a:lnTo>
                    <a:pt x="150965" y="85172"/>
                  </a:lnTo>
                  <a:lnTo>
                    <a:pt x="150566" y="86167"/>
                  </a:lnTo>
                  <a:lnTo>
                    <a:pt x="149488" y="88858"/>
                  </a:lnTo>
                  <a:lnTo>
                    <a:pt x="148648" y="89928"/>
                  </a:lnTo>
                  <a:lnTo>
                    <a:pt x="148292" y="91038"/>
                  </a:lnTo>
                  <a:lnTo>
                    <a:pt x="147121" y="93041"/>
                  </a:lnTo>
                  <a:lnTo>
                    <a:pt x="146558" y="93583"/>
                  </a:lnTo>
                  <a:lnTo>
                    <a:pt x="146498" y="93884"/>
                  </a:lnTo>
                  <a:lnTo>
                    <a:pt x="146431" y="94218"/>
                  </a:lnTo>
                  <a:lnTo>
                    <a:pt x="146389" y="94423"/>
                  </a:lnTo>
                  <a:lnTo>
                    <a:pt x="146314" y="94795"/>
                  </a:lnTo>
                  <a:lnTo>
                    <a:pt x="146244" y="95147"/>
                  </a:lnTo>
                  <a:lnTo>
                    <a:pt x="146138" y="95673"/>
                  </a:lnTo>
                  <a:lnTo>
                    <a:pt x="146091" y="95903"/>
                  </a:lnTo>
                  <a:lnTo>
                    <a:pt x="146056" y="96076"/>
                  </a:lnTo>
                  <a:lnTo>
                    <a:pt x="143891" y="106836"/>
                  </a:lnTo>
                  <a:lnTo>
                    <a:pt x="144299" y="108192"/>
                  </a:lnTo>
                  <a:lnTo>
                    <a:pt x="144345" y="108347"/>
                  </a:lnTo>
                  <a:lnTo>
                    <a:pt x="145577" y="112442"/>
                  </a:lnTo>
                  <a:lnTo>
                    <a:pt x="145025" y="116109"/>
                  </a:lnTo>
                  <a:lnTo>
                    <a:pt x="144940" y="116673"/>
                  </a:lnTo>
                  <a:lnTo>
                    <a:pt x="144879" y="117083"/>
                  </a:lnTo>
                  <a:lnTo>
                    <a:pt x="144858" y="117219"/>
                  </a:lnTo>
                  <a:lnTo>
                    <a:pt x="144726" y="118096"/>
                  </a:lnTo>
                  <a:lnTo>
                    <a:pt x="144408" y="120207"/>
                  </a:lnTo>
                  <a:lnTo>
                    <a:pt x="144321" y="120788"/>
                  </a:lnTo>
                  <a:lnTo>
                    <a:pt x="143240" y="127967"/>
                  </a:lnTo>
                  <a:lnTo>
                    <a:pt x="143201" y="128230"/>
                  </a:lnTo>
                  <a:lnTo>
                    <a:pt x="143105" y="128864"/>
                  </a:lnTo>
                  <a:lnTo>
                    <a:pt x="143199" y="129054"/>
                  </a:lnTo>
                  <a:lnTo>
                    <a:pt x="144190" y="131837"/>
                  </a:lnTo>
                  <a:lnTo>
                    <a:pt x="144585" y="131893"/>
                  </a:lnTo>
                  <a:lnTo>
                    <a:pt x="145089" y="131933"/>
                  </a:lnTo>
                  <a:lnTo>
                    <a:pt x="145346" y="131941"/>
                  </a:lnTo>
                  <a:lnTo>
                    <a:pt x="145954" y="131959"/>
                  </a:lnTo>
                  <a:lnTo>
                    <a:pt x="146566" y="131977"/>
                  </a:lnTo>
                  <a:lnTo>
                    <a:pt x="147155" y="131992"/>
                  </a:lnTo>
                  <a:lnTo>
                    <a:pt x="147745" y="132007"/>
                  </a:lnTo>
                  <a:lnTo>
                    <a:pt x="148368" y="132022"/>
                  </a:lnTo>
                  <a:lnTo>
                    <a:pt x="149023" y="132045"/>
                  </a:lnTo>
                  <a:lnTo>
                    <a:pt x="149715" y="132063"/>
                  </a:lnTo>
                  <a:lnTo>
                    <a:pt x="149975" y="132070"/>
                  </a:lnTo>
                  <a:lnTo>
                    <a:pt x="151348" y="132106"/>
                  </a:lnTo>
                  <a:lnTo>
                    <a:pt x="151745" y="132084"/>
                  </a:lnTo>
                  <a:lnTo>
                    <a:pt x="152483" y="132038"/>
                  </a:lnTo>
                  <a:lnTo>
                    <a:pt x="152811" y="132183"/>
                  </a:lnTo>
                  <a:lnTo>
                    <a:pt x="153033" y="132251"/>
                  </a:lnTo>
                  <a:lnTo>
                    <a:pt x="154580" y="132743"/>
                  </a:lnTo>
                  <a:lnTo>
                    <a:pt x="155496" y="133050"/>
                  </a:lnTo>
                  <a:lnTo>
                    <a:pt x="157420" y="133671"/>
                  </a:lnTo>
                  <a:lnTo>
                    <a:pt x="157389" y="133806"/>
                  </a:lnTo>
                  <a:lnTo>
                    <a:pt x="157295" y="134005"/>
                  </a:lnTo>
                  <a:lnTo>
                    <a:pt x="157239" y="134147"/>
                  </a:lnTo>
                  <a:lnTo>
                    <a:pt x="157132" y="134274"/>
                  </a:lnTo>
                  <a:lnTo>
                    <a:pt x="156951" y="134328"/>
                  </a:lnTo>
                  <a:lnTo>
                    <a:pt x="156684" y="134374"/>
                  </a:lnTo>
                  <a:lnTo>
                    <a:pt x="156531" y="134391"/>
                  </a:lnTo>
                  <a:lnTo>
                    <a:pt x="156386" y="134516"/>
                  </a:lnTo>
                  <a:lnTo>
                    <a:pt x="156221" y="134725"/>
                  </a:lnTo>
                  <a:lnTo>
                    <a:pt x="156109" y="134918"/>
                  </a:lnTo>
                  <a:lnTo>
                    <a:pt x="155829" y="135091"/>
                  </a:lnTo>
                  <a:lnTo>
                    <a:pt x="155463" y="135213"/>
                  </a:lnTo>
                  <a:lnTo>
                    <a:pt x="154653" y="135681"/>
                  </a:lnTo>
                  <a:lnTo>
                    <a:pt x="154694" y="135834"/>
                  </a:lnTo>
                  <a:lnTo>
                    <a:pt x="154763" y="135977"/>
                  </a:lnTo>
                  <a:lnTo>
                    <a:pt x="154801" y="136160"/>
                  </a:lnTo>
                  <a:lnTo>
                    <a:pt x="154730" y="136333"/>
                  </a:lnTo>
                  <a:lnTo>
                    <a:pt x="154610" y="136549"/>
                  </a:lnTo>
                  <a:lnTo>
                    <a:pt x="154519" y="136681"/>
                  </a:lnTo>
                  <a:lnTo>
                    <a:pt x="154460" y="136827"/>
                  </a:lnTo>
                  <a:lnTo>
                    <a:pt x="154496" y="137114"/>
                  </a:lnTo>
                  <a:lnTo>
                    <a:pt x="154704" y="137203"/>
                  </a:lnTo>
                  <a:lnTo>
                    <a:pt x="154893" y="137277"/>
                  </a:lnTo>
                  <a:lnTo>
                    <a:pt x="154992" y="137435"/>
                  </a:lnTo>
                  <a:lnTo>
                    <a:pt x="154977" y="137595"/>
                  </a:lnTo>
                  <a:lnTo>
                    <a:pt x="154926" y="137732"/>
                  </a:lnTo>
                  <a:lnTo>
                    <a:pt x="154806" y="137928"/>
                  </a:lnTo>
                  <a:lnTo>
                    <a:pt x="154628" y="138012"/>
                  </a:lnTo>
                  <a:lnTo>
                    <a:pt x="154465" y="138058"/>
                  </a:lnTo>
                  <a:lnTo>
                    <a:pt x="154249" y="138129"/>
                  </a:lnTo>
                  <a:lnTo>
                    <a:pt x="154071" y="138262"/>
                  </a:lnTo>
                  <a:lnTo>
                    <a:pt x="153862" y="138473"/>
                  </a:lnTo>
                  <a:lnTo>
                    <a:pt x="153684" y="138682"/>
                  </a:lnTo>
                  <a:lnTo>
                    <a:pt x="153371" y="138773"/>
                  </a:lnTo>
                  <a:lnTo>
                    <a:pt x="152768" y="138839"/>
                  </a:lnTo>
                  <a:lnTo>
                    <a:pt x="152597" y="139140"/>
                  </a:lnTo>
                  <a:lnTo>
                    <a:pt x="152437" y="139213"/>
                  </a:lnTo>
                  <a:lnTo>
                    <a:pt x="151806" y="139285"/>
                  </a:lnTo>
                  <a:lnTo>
                    <a:pt x="151521" y="139290"/>
                  </a:lnTo>
                  <a:lnTo>
                    <a:pt x="151218" y="139341"/>
                  </a:lnTo>
                  <a:lnTo>
                    <a:pt x="150875" y="139432"/>
                  </a:lnTo>
                  <a:lnTo>
                    <a:pt x="150717" y="139531"/>
                  </a:lnTo>
                  <a:lnTo>
                    <a:pt x="150300" y="139918"/>
                  </a:lnTo>
                  <a:lnTo>
                    <a:pt x="149595" y="140582"/>
                  </a:lnTo>
                  <a:lnTo>
                    <a:pt x="149646" y="141035"/>
                  </a:lnTo>
                  <a:lnTo>
                    <a:pt x="149506" y="141150"/>
                  </a:lnTo>
                  <a:lnTo>
                    <a:pt x="149343" y="141274"/>
                  </a:lnTo>
                  <a:lnTo>
                    <a:pt x="149142" y="141412"/>
                  </a:lnTo>
                  <a:lnTo>
                    <a:pt x="148969" y="141483"/>
                  </a:lnTo>
                  <a:lnTo>
                    <a:pt x="148755" y="141638"/>
                  </a:lnTo>
                  <a:lnTo>
                    <a:pt x="148524" y="141862"/>
                  </a:lnTo>
                  <a:lnTo>
                    <a:pt x="148473" y="142038"/>
                  </a:lnTo>
                  <a:lnTo>
                    <a:pt x="148430" y="142221"/>
                  </a:lnTo>
                  <a:lnTo>
                    <a:pt x="148473" y="142391"/>
                  </a:lnTo>
                  <a:lnTo>
                    <a:pt x="148401" y="142636"/>
                  </a:lnTo>
                  <a:lnTo>
                    <a:pt x="148190" y="142829"/>
                  </a:lnTo>
                  <a:lnTo>
                    <a:pt x="147834" y="143025"/>
                  </a:lnTo>
                  <a:lnTo>
                    <a:pt x="147717" y="143170"/>
                  </a:lnTo>
                  <a:lnTo>
                    <a:pt x="147608" y="143743"/>
                  </a:lnTo>
                  <a:lnTo>
                    <a:pt x="147440" y="144325"/>
                  </a:lnTo>
                  <a:lnTo>
                    <a:pt x="147569" y="144346"/>
                  </a:lnTo>
                  <a:lnTo>
                    <a:pt x="147737" y="144328"/>
                  </a:lnTo>
                  <a:lnTo>
                    <a:pt x="147885" y="144315"/>
                  </a:lnTo>
                  <a:lnTo>
                    <a:pt x="148058" y="144290"/>
                  </a:lnTo>
                  <a:lnTo>
                    <a:pt x="148239" y="144277"/>
                  </a:lnTo>
                  <a:lnTo>
                    <a:pt x="148473" y="144292"/>
                  </a:lnTo>
                  <a:lnTo>
                    <a:pt x="148633" y="144313"/>
                  </a:lnTo>
                  <a:lnTo>
                    <a:pt x="148768" y="144389"/>
                  </a:lnTo>
                  <a:lnTo>
                    <a:pt x="148931" y="144506"/>
                  </a:lnTo>
                  <a:lnTo>
                    <a:pt x="149091" y="144765"/>
                  </a:lnTo>
                  <a:lnTo>
                    <a:pt x="149183" y="144936"/>
                  </a:lnTo>
                  <a:lnTo>
                    <a:pt x="149267" y="145119"/>
                  </a:lnTo>
                  <a:lnTo>
                    <a:pt x="149346" y="145343"/>
                  </a:lnTo>
                  <a:lnTo>
                    <a:pt x="149340" y="145626"/>
                  </a:lnTo>
                  <a:lnTo>
                    <a:pt x="149379" y="145771"/>
                  </a:lnTo>
                  <a:lnTo>
                    <a:pt x="149435" y="145956"/>
                  </a:lnTo>
                  <a:lnTo>
                    <a:pt x="149524" y="146087"/>
                  </a:lnTo>
                  <a:lnTo>
                    <a:pt x="149697" y="146270"/>
                  </a:lnTo>
                  <a:lnTo>
                    <a:pt x="149829" y="146492"/>
                  </a:lnTo>
                  <a:lnTo>
                    <a:pt x="150084" y="146909"/>
                  </a:lnTo>
                  <a:lnTo>
                    <a:pt x="150258" y="147253"/>
                  </a:lnTo>
                  <a:lnTo>
                    <a:pt x="150322" y="147545"/>
                  </a:lnTo>
                  <a:lnTo>
                    <a:pt x="149661" y="148502"/>
                  </a:lnTo>
                  <a:lnTo>
                    <a:pt x="149689" y="148974"/>
                  </a:lnTo>
                  <a:lnTo>
                    <a:pt x="149757" y="149354"/>
                  </a:lnTo>
                  <a:lnTo>
                    <a:pt x="149546" y="149523"/>
                  </a:lnTo>
                  <a:lnTo>
                    <a:pt x="149485" y="149678"/>
                  </a:lnTo>
                  <a:lnTo>
                    <a:pt x="149692" y="150073"/>
                  </a:lnTo>
                  <a:lnTo>
                    <a:pt x="149799" y="150545"/>
                  </a:lnTo>
                  <a:lnTo>
                    <a:pt x="149586" y="150938"/>
                  </a:lnTo>
                  <a:lnTo>
                    <a:pt x="149585" y="151289"/>
                  </a:lnTo>
                  <a:lnTo>
                    <a:pt x="149427" y="151454"/>
                  </a:lnTo>
                  <a:lnTo>
                    <a:pt x="149391" y="151609"/>
                  </a:lnTo>
                  <a:lnTo>
                    <a:pt x="149447" y="151775"/>
                  </a:lnTo>
                  <a:lnTo>
                    <a:pt x="149575" y="151886"/>
                  </a:lnTo>
                  <a:lnTo>
                    <a:pt x="149676" y="152058"/>
                  </a:lnTo>
                  <a:lnTo>
                    <a:pt x="149748" y="152520"/>
                  </a:lnTo>
                  <a:lnTo>
                    <a:pt x="146909" y="154960"/>
                  </a:lnTo>
                  <a:lnTo>
                    <a:pt x="145603" y="155982"/>
                  </a:lnTo>
                  <a:lnTo>
                    <a:pt x="145117" y="156362"/>
                  </a:lnTo>
                  <a:lnTo>
                    <a:pt x="140002" y="160364"/>
                  </a:lnTo>
                  <a:lnTo>
                    <a:pt x="137529" y="162299"/>
                  </a:lnTo>
                  <a:lnTo>
                    <a:pt x="135971" y="163518"/>
                  </a:lnTo>
                  <a:lnTo>
                    <a:pt x="135738" y="163701"/>
                  </a:lnTo>
                  <a:lnTo>
                    <a:pt x="134937" y="164328"/>
                  </a:lnTo>
                  <a:lnTo>
                    <a:pt x="134749" y="164475"/>
                  </a:lnTo>
                  <a:lnTo>
                    <a:pt x="134162" y="164934"/>
                  </a:lnTo>
                  <a:lnTo>
                    <a:pt x="134014" y="165049"/>
                  </a:lnTo>
                  <a:lnTo>
                    <a:pt x="133096" y="165768"/>
                  </a:lnTo>
                  <a:lnTo>
                    <a:pt x="131740" y="166829"/>
                  </a:lnTo>
                  <a:lnTo>
                    <a:pt x="130989" y="167417"/>
                  </a:lnTo>
                  <a:lnTo>
                    <a:pt x="130218" y="169364"/>
                  </a:lnTo>
                  <a:lnTo>
                    <a:pt x="129972" y="169984"/>
                  </a:lnTo>
                  <a:lnTo>
                    <a:pt x="129616" y="170773"/>
                  </a:lnTo>
                  <a:lnTo>
                    <a:pt x="127601" y="171819"/>
                  </a:lnTo>
                  <a:lnTo>
                    <a:pt x="127444" y="171900"/>
                  </a:lnTo>
                  <a:lnTo>
                    <a:pt x="126439" y="172422"/>
                  </a:lnTo>
                  <a:lnTo>
                    <a:pt x="125771" y="172760"/>
                  </a:lnTo>
                  <a:lnTo>
                    <a:pt x="124057" y="174176"/>
                  </a:lnTo>
                  <a:lnTo>
                    <a:pt x="122735" y="175268"/>
                  </a:lnTo>
                  <a:lnTo>
                    <a:pt x="121759" y="176073"/>
                  </a:lnTo>
                  <a:lnTo>
                    <a:pt x="120609" y="177020"/>
                  </a:lnTo>
                  <a:lnTo>
                    <a:pt x="117389" y="180328"/>
                  </a:lnTo>
                  <a:lnTo>
                    <a:pt x="117110" y="181039"/>
                  </a:lnTo>
                  <a:lnTo>
                    <a:pt x="116888" y="181605"/>
                  </a:lnTo>
                  <a:lnTo>
                    <a:pt x="116562" y="182374"/>
                  </a:lnTo>
                  <a:lnTo>
                    <a:pt x="115325" y="182766"/>
                  </a:lnTo>
                  <a:lnTo>
                    <a:pt x="114857" y="182914"/>
                  </a:lnTo>
                  <a:lnTo>
                    <a:pt x="114455" y="183041"/>
                  </a:lnTo>
                  <a:lnTo>
                    <a:pt x="114223" y="183115"/>
                  </a:lnTo>
                  <a:lnTo>
                    <a:pt x="113362" y="183387"/>
                  </a:lnTo>
                  <a:lnTo>
                    <a:pt x="113077" y="183477"/>
                  </a:lnTo>
                  <a:lnTo>
                    <a:pt x="112072" y="183795"/>
                  </a:lnTo>
                  <a:lnTo>
                    <a:pt x="110794" y="184303"/>
                  </a:lnTo>
                  <a:lnTo>
                    <a:pt x="110316" y="185226"/>
                  </a:lnTo>
                  <a:lnTo>
                    <a:pt x="110224" y="185404"/>
                  </a:lnTo>
                  <a:lnTo>
                    <a:pt x="110079" y="185684"/>
                  </a:lnTo>
                  <a:lnTo>
                    <a:pt x="109900" y="186031"/>
                  </a:lnTo>
                  <a:lnTo>
                    <a:pt x="109005" y="187761"/>
                  </a:lnTo>
                  <a:lnTo>
                    <a:pt x="108353" y="189023"/>
                  </a:lnTo>
                  <a:lnTo>
                    <a:pt x="107990" y="189725"/>
                  </a:lnTo>
                  <a:lnTo>
                    <a:pt x="107859" y="189977"/>
                  </a:lnTo>
                  <a:lnTo>
                    <a:pt x="107547" y="190580"/>
                  </a:lnTo>
                  <a:lnTo>
                    <a:pt x="106857" y="191914"/>
                  </a:lnTo>
                  <a:lnTo>
                    <a:pt x="106591" y="192428"/>
                  </a:lnTo>
                  <a:lnTo>
                    <a:pt x="106099" y="193380"/>
                  </a:lnTo>
                  <a:lnTo>
                    <a:pt x="105372" y="194788"/>
                  </a:lnTo>
                  <a:lnTo>
                    <a:pt x="104482" y="196453"/>
                  </a:lnTo>
                  <a:lnTo>
                    <a:pt x="103915" y="196799"/>
                  </a:lnTo>
                  <a:lnTo>
                    <a:pt x="103429" y="197096"/>
                  </a:lnTo>
                  <a:lnTo>
                    <a:pt x="102889" y="197425"/>
                  </a:lnTo>
                  <a:lnTo>
                    <a:pt x="101133" y="198499"/>
                  </a:lnTo>
                  <a:lnTo>
                    <a:pt x="100948" y="198612"/>
                  </a:lnTo>
                  <a:lnTo>
                    <a:pt x="100816" y="198692"/>
                  </a:lnTo>
                  <a:lnTo>
                    <a:pt x="99308" y="199614"/>
                  </a:lnTo>
                  <a:lnTo>
                    <a:pt x="98665" y="200007"/>
                  </a:lnTo>
                  <a:lnTo>
                    <a:pt x="95644" y="201853"/>
                  </a:lnTo>
                  <a:lnTo>
                    <a:pt x="94467" y="202572"/>
                  </a:lnTo>
                  <a:lnTo>
                    <a:pt x="92922" y="203515"/>
                  </a:lnTo>
                  <a:lnTo>
                    <a:pt x="92951" y="205296"/>
                  </a:lnTo>
                  <a:lnTo>
                    <a:pt x="92955" y="205540"/>
                  </a:lnTo>
                  <a:lnTo>
                    <a:pt x="92962" y="206030"/>
                  </a:lnTo>
                  <a:lnTo>
                    <a:pt x="92998" y="208229"/>
                  </a:lnTo>
                  <a:lnTo>
                    <a:pt x="93017" y="209491"/>
                  </a:lnTo>
                  <a:lnTo>
                    <a:pt x="93033" y="210472"/>
                  </a:lnTo>
                  <a:lnTo>
                    <a:pt x="93954" y="210744"/>
                  </a:lnTo>
                  <a:lnTo>
                    <a:pt x="94142" y="210796"/>
                  </a:lnTo>
                  <a:lnTo>
                    <a:pt x="94302" y="210931"/>
                  </a:lnTo>
                  <a:lnTo>
                    <a:pt x="94486" y="211262"/>
                  </a:lnTo>
                  <a:lnTo>
                    <a:pt x="94577" y="211509"/>
                  </a:lnTo>
                  <a:lnTo>
                    <a:pt x="94633" y="211752"/>
                  </a:lnTo>
                  <a:lnTo>
                    <a:pt x="94801" y="211992"/>
                  </a:lnTo>
                  <a:lnTo>
                    <a:pt x="98107" y="211551"/>
                  </a:lnTo>
                  <a:lnTo>
                    <a:pt x="98313" y="211618"/>
                  </a:lnTo>
                  <a:lnTo>
                    <a:pt x="98526" y="211771"/>
                  </a:lnTo>
                  <a:lnTo>
                    <a:pt x="98631" y="212041"/>
                  </a:lnTo>
                  <a:lnTo>
                    <a:pt x="98625" y="212204"/>
                  </a:lnTo>
                  <a:lnTo>
                    <a:pt x="98583" y="213104"/>
                  </a:lnTo>
                  <a:lnTo>
                    <a:pt x="98386" y="213180"/>
                  </a:lnTo>
                  <a:lnTo>
                    <a:pt x="98256" y="213218"/>
                  </a:lnTo>
                  <a:lnTo>
                    <a:pt x="97677" y="213472"/>
                  </a:lnTo>
                  <a:lnTo>
                    <a:pt x="97961" y="214109"/>
                  </a:lnTo>
                  <a:lnTo>
                    <a:pt x="97822" y="214301"/>
                  </a:lnTo>
                  <a:lnTo>
                    <a:pt x="97545" y="214684"/>
                  </a:lnTo>
                  <a:lnTo>
                    <a:pt x="97369" y="214928"/>
                  </a:lnTo>
                  <a:lnTo>
                    <a:pt x="96511" y="216114"/>
                  </a:lnTo>
                  <a:lnTo>
                    <a:pt x="96362" y="216321"/>
                  </a:lnTo>
                  <a:lnTo>
                    <a:pt x="96029" y="216781"/>
                  </a:lnTo>
                  <a:lnTo>
                    <a:pt x="95212" y="217912"/>
                  </a:lnTo>
                  <a:lnTo>
                    <a:pt x="94788" y="218498"/>
                  </a:lnTo>
                  <a:lnTo>
                    <a:pt x="94426" y="218999"/>
                  </a:lnTo>
                  <a:lnTo>
                    <a:pt x="93782" y="219890"/>
                  </a:lnTo>
                  <a:lnTo>
                    <a:pt x="93024" y="220941"/>
                  </a:lnTo>
                  <a:lnTo>
                    <a:pt x="92811" y="221155"/>
                  </a:lnTo>
                  <a:lnTo>
                    <a:pt x="92652" y="221314"/>
                  </a:lnTo>
                  <a:lnTo>
                    <a:pt x="92184" y="221783"/>
                  </a:lnTo>
                  <a:lnTo>
                    <a:pt x="91947" y="222021"/>
                  </a:lnTo>
                  <a:lnTo>
                    <a:pt x="91234" y="222735"/>
                  </a:lnTo>
                  <a:lnTo>
                    <a:pt x="89822" y="225235"/>
                  </a:lnTo>
                  <a:lnTo>
                    <a:pt x="88777" y="227084"/>
                  </a:lnTo>
                  <a:lnTo>
                    <a:pt x="88710" y="227432"/>
                  </a:lnTo>
                  <a:lnTo>
                    <a:pt x="88660" y="227688"/>
                  </a:lnTo>
                  <a:lnTo>
                    <a:pt x="88547" y="228279"/>
                  </a:lnTo>
                  <a:lnTo>
                    <a:pt x="88518" y="228428"/>
                  </a:lnTo>
                  <a:lnTo>
                    <a:pt x="88401" y="229035"/>
                  </a:lnTo>
                  <a:lnTo>
                    <a:pt x="88359" y="229251"/>
                  </a:lnTo>
                  <a:lnTo>
                    <a:pt x="87893" y="230017"/>
                  </a:lnTo>
                  <a:lnTo>
                    <a:pt x="87602" y="230494"/>
                  </a:lnTo>
                  <a:lnTo>
                    <a:pt x="87095" y="231323"/>
                  </a:lnTo>
                  <a:lnTo>
                    <a:pt x="86457" y="232366"/>
                  </a:lnTo>
                  <a:lnTo>
                    <a:pt x="86198" y="232793"/>
                  </a:lnTo>
                  <a:lnTo>
                    <a:pt x="85702" y="233608"/>
                  </a:lnTo>
                  <a:lnTo>
                    <a:pt x="85558" y="233845"/>
                  </a:lnTo>
                  <a:lnTo>
                    <a:pt x="85457" y="234050"/>
                  </a:lnTo>
                  <a:lnTo>
                    <a:pt x="85185" y="234605"/>
                  </a:lnTo>
                  <a:lnTo>
                    <a:pt x="85056" y="234868"/>
                  </a:lnTo>
                  <a:lnTo>
                    <a:pt x="84877" y="235233"/>
                  </a:lnTo>
                  <a:lnTo>
                    <a:pt x="84599" y="235824"/>
                  </a:lnTo>
                  <a:lnTo>
                    <a:pt x="84286" y="236490"/>
                  </a:lnTo>
                  <a:lnTo>
                    <a:pt x="83793" y="237517"/>
                  </a:lnTo>
                  <a:lnTo>
                    <a:pt x="83686" y="237774"/>
                  </a:lnTo>
                  <a:lnTo>
                    <a:pt x="83538" y="238374"/>
                  </a:lnTo>
                  <a:lnTo>
                    <a:pt x="83071" y="239253"/>
                  </a:lnTo>
                  <a:lnTo>
                    <a:pt x="82642" y="240285"/>
                  </a:lnTo>
                  <a:lnTo>
                    <a:pt x="82492" y="240648"/>
                  </a:lnTo>
                  <a:lnTo>
                    <a:pt x="82144" y="241491"/>
                  </a:lnTo>
                  <a:lnTo>
                    <a:pt x="81720" y="242518"/>
                  </a:lnTo>
                  <a:lnTo>
                    <a:pt x="81563" y="242899"/>
                  </a:lnTo>
                  <a:lnTo>
                    <a:pt x="81894" y="243255"/>
                  </a:lnTo>
                  <a:lnTo>
                    <a:pt x="82215" y="243438"/>
                  </a:lnTo>
                  <a:lnTo>
                    <a:pt x="83604" y="243007"/>
                  </a:lnTo>
                  <a:lnTo>
                    <a:pt x="83733" y="242972"/>
                  </a:lnTo>
                  <a:lnTo>
                    <a:pt x="85707" y="243722"/>
                  </a:lnTo>
                  <a:lnTo>
                    <a:pt x="86035" y="244159"/>
                  </a:lnTo>
                  <a:lnTo>
                    <a:pt x="86593" y="244402"/>
                  </a:lnTo>
                  <a:lnTo>
                    <a:pt x="87054" y="244317"/>
                  </a:lnTo>
                  <a:lnTo>
                    <a:pt x="88017" y="244384"/>
                  </a:lnTo>
                  <a:lnTo>
                    <a:pt x="88483" y="244330"/>
                  </a:lnTo>
                  <a:lnTo>
                    <a:pt x="89489" y="244517"/>
                  </a:lnTo>
                  <a:lnTo>
                    <a:pt x="89596" y="244865"/>
                  </a:lnTo>
                  <a:lnTo>
                    <a:pt x="89609" y="245003"/>
                  </a:lnTo>
                  <a:lnTo>
                    <a:pt x="89713" y="245156"/>
                  </a:lnTo>
                  <a:lnTo>
                    <a:pt x="89867" y="245296"/>
                  </a:lnTo>
                  <a:lnTo>
                    <a:pt x="89903" y="245520"/>
                  </a:lnTo>
                  <a:lnTo>
                    <a:pt x="89671" y="246575"/>
                  </a:lnTo>
                  <a:lnTo>
                    <a:pt x="89604" y="246881"/>
                  </a:lnTo>
                  <a:lnTo>
                    <a:pt x="88925" y="250040"/>
                  </a:lnTo>
                  <a:lnTo>
                    <a:pt x="88844" y="250659"/>
                  </a:lnTo>
                  <a:lnTo>
                    <a:pt x="88790" y="251075"/>
                  </a:lnTo>
                  <a:lnTo>
                    <a:pt x="88856" y="251304"/>
                  </a:lnTo>
                  <a:lnTo>
                    <a:pt x="90005" y="252314"/>
                  </a:lnTo>
                  <a:lnTo>
                    <a:pt x="90127" y="252454"/>
                  </a:lnTo>
                  <a:lnTo>
                    <a:pt x="90304" y="252653"/>
                  </a:lnTo>
                  <a:lnTo>
                    <a:pt x="90750" y="253194"/>
                  </a:lnTo>
                  <a:lnTo>
                    <a:pt x="91288" y="253830"/>
                  </a:lnTo>
                  <a:lnTo>
                    <a:pt x="92094" y="254653"/>
                  </a:lnTo>
                  <a:lnTo>
                    <a:pt x="92259" y="254850"/>
                  </a:lnTo>
                  <a:lnTo>
                    <a:pt x="92520" y="255172"/>
                  </a:lnTo>
                  <a:lnTo>
                    <a:pt x="92626" y="255350"/>
                  </a:lnTo>
                  <a:lnTo>
                    <a:pt x="92810" y="255658"/>
                  </a:lnTo>
                  <a:lnTo>
                    <a:pt x="93009" y="255988"/>
                  </a:lnTo>
                  <a:lnTo>
                    <a:pt x="93241" y="256928"/>
                  </a:lnTo>
                  <a:lnTo>
                    <a:pt x="94123" y="259423"/>
                  </a:lnTo>
                  <a:lnTo>
                    <a:pt x="94309" y="260580"/>
                  </a:lnTo>
                  <a:lnTo>
                    <a:pt x="94505" y="261851"/>
                  </a:lnTo>
                  <a:lnTo>
                    <a:pt x="94615" y="262516"/>
                  </a:lnTo>
                  <a:lnTo>
                    <a:pt x="94646" y="262706"/>
                  </a:lnTo>
                  <a:lnTo>
                    <a:pt x="94593" y="262963"/>
                  </a:lnTo>
                  <a:lnTo>
                    <a:pt x="94545" y="263253"/>
                  </a:lnTo>
                  <a:lnTo>
                    <a:pt x="94502" y="263534"/>
                  </a:lnTo>
                  <a:lnTo>
                    <a:pt x="94318" y="264774"/>
                  </a:lnTo>
                  <a:lnTo>
                    <a:pt x="94249" y="264946"/>
                  </a:lnTo>
                  <a:lnTo>
                    <a:pt x="94028" y="265089"/>
                  </a:lnTo>
                  <a:lnTo>
                    <a:pt x="93622" y="265350"/>
                  </a:lnTo>
                  <a:lnTo>
                    <a:pt x="93466" y="265450"/>
                  </a:lnTo>
                  <a:lnTo>
                    <a:pt x="93145" y="265657"/>
                  </a:lnTo>
                  <a:lnTo>
                    <a:pt x="92772" y="265897"/>
                  </a:lnTo>
                  <a:lnTo>
                    <a:pt x="92208" y="266260"/>
                  </a:lnTo>
                  <a:lnTo>
                    <a:pt x="91985" y="266403"/>
                  </a:lnTo>
                  <a:lnTo>
                    <a:pt x="91593" y="266653"/>
                  </a:lnTo>
                  <a:lnTo>
                    <a:pt x="91279" y="266849"/>
                  </a:lnTo>
                  <a:lnTo>
                    <a:pt x="91139" y="266937"/>
                  </a:lnTo>
                  <a:lnTo>
                    <a:pt x="90880" y="267099"/>
                  </a:lnTo>
                  <a:lnTo>
                    <a:pt x="90635" y="267136"/>
                  </a:lnTo>
                  <a:lnTo>
                    <a:pt x="90277" y="267190"/>
                  </a:lnTo>
                  <a:lnTo>
                    <a:pt x="89587" y="267288"/>
                  </a:lnTo>
                  <a:lnTo>
                    <a:pt x="88930" y="267373"/>
                  </a:lnTo>
                  <a:lnTo>
                    <a:pt x="88695" y="267387"/>
                  </a:lnTo>
                  <a:lnTo>
                    <a:pt x="88459" y="267401"/>
                  </a:lnTo>
                  <a:lnTo>
                    <a:pt x="87962" y="267431"/>
                  </a:lnTo>
                  <a:lnTo>
                    <a:pt x="87643" y="267479"/>
                  </a:lnTo>
                  <a:lnTo>
                    <a:pt x="87331" y="267591"/>
                  </a:lnTo>
                  <a:lnTo>
                    <a:pt x="86774" y="267807"/>
                  </a:lnTo>
                  <a:lnTo>
                    <a:pt x="85805" y="268177"/>
                  </a:lnTo>
                  <a:lnTo>
                    <a:pt x="85496" y="268295"/>
                  </a:lnTo>
                  <a:lnTo>
                    <a:pt x="85071" y="268460"/>
                  </a:lnTo>
                  <a:lnTo>
                    <a:pt x="84524" y="268677"/>
                  </a:lnTo>
                  <a:lnTo>
                    <a:pt x="83826" y="268935"/>
                  </a:lnTo>
                  <a:lnTo>
                    <a:pt x="82968" y="269060"/>
                  </a:lnTo>
                  <a:lnTo>
                    <a:pt x="81362" y="269416"/>
                  </a:lnTo>
                  <a:lnTo>
                    <a:pt x="81217" y="269450"/>
                  </a:lnTo>
                  <a:lnTo>
                    <a:pt x="80476" y="269593"/>
                  </a:lnTo>
                  <a:lnTo>
                    <a:pt x="80183" y="269669"/>
                  </a:lnTo>
                  <a:lnTo>
                    <a:pt x="79697" y="269760"/>
                  </a:lnTo>
                  <a:lnTo>
                    <a:pt x="79340" y="269834"/>
                  </a:lnTo>
                  <a:lnTo>
                    <a:pt x="78672" y="269973"/>
                  </a:lnTo>
                  <a:lnTo>
                    <a:pt x="78397" y="270030"/>
                  </a:lnTo>
                  <a:lnTo>
                    <a:pt x="77963" y="270119"/>
                  </a:lnTo>
                  <a:lnTo>
                    <a:pt x="77375" y="270239"/>
                  </a:lnTo>
                  <a:lnTo>
                    <a:pt x="76421" y="270327"/>
                  </a:lnTo>
                  <a:lnTo>
                    <a:pt x="75776" y="270163"/>
                  </a:lnTo>
                  <a:lnTo>
                    <a:pt x="74839" y="269947"/>
                  </a:lnTo>
                  <a:lnTo>
                    <a:pt x="74083" y="269770"/>
                  </a:lnTo>
                  <a:lnTo>
                    <a:pt x="73790" y="269698"/>
                  </a:lnTo>
                  <a:lnTo>
                    <a:pt x="73481" y="269590"/>
                  </a:lnTo>
                  <a:lnTo>
                    <a:pt x="73215" y="269498"/>
                  </a:lnTo>
                  <a:lnTo>
                    <a:pt x="72453" y="269257"/>
                  </a:lnTo>
                  <a:lnTo>
                    <a:pt x="72286" y="269213"/>
                  </a:lnTo>
                  <a:lnTo>
                    <a:pt x="72103" y="269157"/>
                  </a:lnTo>
                  <a:lnTo>
                    <a:pt x="71271" y="269498"/>
                  </a:lnTo>
                  <a:lnTo>
                    <a:pt x="70916" y="269645"/>
                  </a:lnTo>
                  <a:lnTo>
                    <a:pt x="70680" y="269743"/>
                  </a:lnTo>
                  <a:lnTo>
                    <a:pt x="70275" y="269893"/>
                  </a:lnTo>
                  <a:lnTo>
                    <a:pt x="69982" y="270001"/>
                  </a:lnTo>
                  <a:lnTo>
                    <a:pt x="69700" y="270116"/>
                  </a:lnTo>
                  <a:lnTo>
                    <a:pt x="69518" y="270186"/>
                  </a:lnTo>
                  <a:lnTo>
                    <a:pt x="68873" y="270480"/>
                  </a:lnTo>
                  <a:lnTo>
                    <a:pt x="68572" y="270617"/>
                  </a:lnTo>
                  <a:lnTo>
                    <a:pt x="67772" y="271146"/>
                  </a:lnTo>
                  <a:lnTo>
                    <a:pt x="67433" y="271622"/>
                  </a:lnTo>
                  <a:lnTo>
                    <a:pt x="67339" y="271753"/>
                  </a:lnTo>
                  <a:lnTo>
                    <a:pt x="66960" y="272318"/>
                  </a:lnTo>
                  <a:lnTo>
                    <a:pt x="66721" y="272671"/>
                  </a:lnTo>
                  <a:lnTo>
                    <a:pt x="66378" y="273158"/>
                  </a:lnTo>
                  <a:lnTo>
                    <a:pt x="66068" y="273571"/>
                  </a:lnTo>
                  <a:lnTo>
                    <a:pt x="65731" y="274020"/>
                  </a:lnTo>
                  <a:lnTo>
                    <a:pt x="65446" y="274400"/>
                  </a:lnTo>
                  <a:lnTo>
                    <a:pt x="65270" y="274643"/>
                  </a:lnTo>
                  <a:lnTo>
                    <a:pt x="65490" y="274794"/>
                  </a:lnTo>
                  <a:lnTo>
                    <a:pt x="65656" y="274907"/>
                  </a:lnTo>
                  <a:lnTo>
                    <a:pt x="66116" y="275224"/>
                  </a:lnTo>
                  <a:lnTo>
                    <a:pt x="66607" y="275578"/>
                  </a:lnTo>
                  <a:lnTo>
                    <a:pt x="67117" y="275945"/>
                  </a:lnTo>
                  <a:lnTo>
                    <a:pt x="68190" y="276725"/>
                  </a:lnTo>
                  <a:lnTo>
                    <a:pt x="68571" y="277012"/>
                  </a:lnTo>
                  <a:lnTo>
                    <a:pt x="68778" y="277259"/>
                  </a:lnTo>
                  <a:lnTo>
                    <a:pt x="69205" y="277525"/>
                  </a:lnTo>
                  <a:lnTo>
                    <a:pt x="69612" y="277769"/>
                  </a:lnTo>
                  <a:lnTo>
                    <a:pt x="69772" y="277851"/>
                  </a:lnTo>
                  <a:lnTo>
                    <a:pt x="69771" y="278005"/>
                  </a:lnTo>
                  <a:lnTo>
                    <a:pt x="69734" y="278139"/>
                  </a:lnTo>
                  <a:lnTo>
                    <a:pt x="70161" y="278945"/>
                  </a:lnTo>
                  <a:lnTo>
                    <a:pt x="70948" y="280252"/>
                  </a:lnTo>
                  <a:lnTo>
                    <a:pt x="71349" y="282497"/>
                  </a:lnTo>
                  <a:lnTo>
                    <a:pt x="71248" y="282880"/>
                  </a:lnTo>
                  <a:lnTo>
                    <a:pt x="71306" y="283032"/>
                  </a:lnTo>
                  <a:lnTo>
                    <a:pt x="71465" y="283447"/>
                  </a:lnTo>
                  <a:lnTo>
                    <a:pt x="71700" y="284025"/>
                  </a:lnTo>
                  <a:lnTo>
                    <a:pt x="71779" y="284232"/>
                  </a:lnTo>
                  <a:lnTo>
                    <a:pt x="71851" y="284399"/>
                  </a:lnTo>
                  <a:lnTo>
                    <a:pt x="71995" y="284554"/>
                  </a:lnTo>
                  <a:lnTo>
                    <a:pt x="72242" y="285504"/>
                  </a:lnTo>
                  <a:lnTo>
                    <a:pt x="72652" y="286364"/>
                  </a:lnTo>
                  <a:lnTo>
                    <a:pt x="72724" y="286537"/>
                  </a:lnTo>
                  <a:lnTo>
                    <a:pt x="72877" y="286907"/>
                  </a:lnTo>
                  <a:lnTo>
                    <a:pt x="73077" y="286747"/>
                  </a:lnTo>
                  <a:lnTo>
                    <a:pt x="73268" y="286594"/>
                  </a:lnTo>
                  <a:lnTo>
                    <a:pt x="73716" y="286247"/>
                  </a:lnTo>
                  <a:lnTo>
                    <a:pt x="74061" y="285977"/>
                  </a:lnTo>
                  <a:lnTo>
                    <a:pt x="74419" y="285699"/>
                  </a:lnTo>
                  <a:lnTo>
                    <a:pt x="74608" y="285552"/>
                  </a:lnTo>
                  <a:lnTo>
                    <a:pt x="74800" y="285399"/>
                  </a:lnTo>
                  <a:lnTo>
                    <a:pt x="75115" y="285160"/>
                  </a:lnTo>
                  <a:lnTo>
                    <a:pt x="75381" y="284946"/>
                  </a:lnTo>
                  <a:lnTo>
                    <a:pt x="75859" y="284565"/>
                  </a:lnTo>
                  <a:lnTo>
                    <a:pt x="76075" y="284398"/>
                  </a:lnTo>
                  <a:lnTo>
                    <a:pt x="76376" y="284172"/>
                  </a:lnTo>
                  <a:lnTo>
                    <a:pt x="76832" y="283839"/>
                  </a:lnTo>
                  <a:lnTo>
                    <a:pt x="77102" y="283643"/>
                  </a:lnTo>
                  <a:lnTo>
                    <a:pt x="77552" y="283374"/>
                  </a:lnTo>
                  <a:lnTo>
                    <a:pt x="78090" y="283058"/>
                  </a:lnTo>
                  <a:lnTo>
                    <a:pt x="78480" y="282833"/>
                  </a:lnTo>
                  <a:lnTo>
                    <a:pt x="78671" y="282501"/>
                  </a:lnTo>
                  <a:lnTo>
                    <a:pt x="79277" y="282847"/>
                  </a:lnTo>
                  <a:lnTo>
                    <a:pt x="79500" y="282976"/>
                  </a:lnTo>
                  <a:lnTo>
                    <a:pt x="79695" y="283090"/>
                  </a:lnTo>
                  <a:lnTo>
                    <a:pt x="79920" y="283221"/>
                  </a:lnTo>
                  <a:lnTo>
                    <a:pt x="80055" y="283180"/>
                  </a:lnTo>
                  <a:lnTo>
                    <a:pt x="80454" y="283400"/>
                  </a:lnTo>
                  <a:lnTo>
                    <a:pt x="80631" y="283521"/>
                  </a:lnTo>
                  <a:lnTo>
                    <a:pt x="81084" y="283953"/>
                  </a:lnTo>
                  <a:lnTo>
                    <a:pt x="81256" y="284135"/>
                  </a:lnTo>
                  <a:lnTo>
                    <a:pt x="81689" y="284363"/>
                  </a:lnTo>
                  <a:lnTo>
                    <a:pt x="81967" y="284502"/>
                  </a:lnTo>
                  <a:lnTo>
                    <a:pt x="82411" y="284686"/>
                  </a:lnTo>
                  <a:lnTo>
                    <a:pt x="82684" y="284847"/>
                  </a:lnTo>
                  <a:lnTo>
                    <a:pt x="82872" y="284964"/>
                  </a:lnTo>
                  <a:lnTo>
                    <a:pt x="83293" y="285225"/>
                  </a:lnTo>
                  <a:lnTo>
                    <a:pt x="83720" y="285487"/>
                  </a:lnTo>
                  <a:lnTo>
                    <a:pt x="84002" y="285720"/>
                  </a:lnTo>
                  <a:lnTo>
                    <a:pt x="84216" y="285893"/>
                  </a:lnTo>
                  <a:lnTo>
                    <a:pt x="84662" y="286255"/>
                  </a:lnTo>
                  <a:lnTo>
                    <a:pt x="84794" y="286359"/>
                  </a:lnTo>
                  <a:lnTo>
                    <a:pt x="85121" y="286617"/>
                  </a:lnTo>
                  <a:lnTo>
                    <a:pt x="85603" y="286997"/>
                  </a:lnTo>
                  <a:lnTo>
                    <a:pt x="85870" y="286924"/>
                  </a:lnTo>
                  <a:lnTo>
                    <a:pt x="86138" y="286851"/>
                  </a:lnTo>
                  <a:lnTo>
                    <a:pt x="87232" y="286196"/>
                  </a:lnTo>
                  <a:lnTo>
                    <a:pt x="87717" y="286167"/>
                  </a:lnTo>
                  <a:lnTo>
                    <a:pt x="88008" y="286044"/>
                  </a:lnTo>
                  <a:lnTo>
                    <a:pt x="88396" y="285861"/>
                  </a:lnTo>
                  <a:lnTo>
                    <a:pt x="88754" y="285640"/>
                  </a:lnTo>
                  <a:lnTo>
                    <a:pt x="89147" y="285402"/>
                  </a:lnTo>
                  <a:lnTo>
                    <a:pt x="90336" y="284943"/>
                  </a:lnTo>
                  <a:lnTo>
                    <a:pt x="90658" y="284817"/>
                  </a:lnTo>
                  <a:lnTo>
                    <a:pt x="90595" y="284978"/>
                  </a:lnTo>
                  <a:lnTo>
                    <a:pt x="90413" y="285455"/>
                  </a:lnTo>
                  <a:lnTo>
                    <a:pt x="90348" y="285617"/>
                  </a:lnTo>
                  <a:lnTo>
                    <a:pt x="90250" y="285860"/>
                  </a:lnTo>
                  <a:lnTo>
                    <a:pt x="90141" y="286133"/>
                  </a:lnTo>
                  <a:lnTo>
                    <a:pt x="90050" y="286362"/>
                  </a:lnTo>
                  <a:lnTo>
                    <a:pt x="89971" y="286566"/>
                  </a:lnTo>
                  <a:lnTo>
                    <a:pt x="89838" y="286890"/>
                  </a:lnTo>
                  <a:lnTo>
                    <a:pt x="89760" y="287056"/>
                  </a:lnTo>
                  <a:lnTo>
                    <a:pt x="89609" y="287334"/>
                  </a:lnTo>
                  <a:lnTo>
                    <a:pt x="89356" y="287789"/>
                  </a:lnTo>
                  <a:lnTo>
                    <a:pt x="89077" y="288263"/>
                  </a:lnTo>
                  <a:lnTo>
                    <a:pt x="88689" y="289077"/>
                  </a:lnTo>
                  <a:lnTo>
                    <a:pt x="88415" y="289447"/>
                  </a:lnTo>
                  <a:lnTo>
                    <a:pt x="88225" y="289568"/>
                  </a:lnTo>
                  <a:lnTo>
                    <a:pt x="87734" y="289954"/>
                  </a:lnTo>
                  <a:lnTo>
                    <a:pt x="87580" y="290078"/>
                  </a:lnTo>
                  <a:lnTo>
                    <a:pt x="87071" y="290489"/>
                  </a:lnTo>
                  <a:lnTo>
                    <a:pt x="86673" y="291297"/>
                  </a:lnTo>
                  <a:lnTo>
                    <a:pt x="86538" y="291518"/>
                  </a:lnTo>
                  <a:lnTo>
                    <a:pt x="86449" y="291668"/>
                  </a:lnTo>
                  <a:lnTo>
                    <a:pt x="86293" y="291906"/>
                  </a:lnTo>
                  <a:lnTo>
                    <a:pt x="86165" y="292105"/>
                  </a:lnTo>
                  <a:lnTo>
                    <a:pt x="85885" y="292453"/>
                  </a:lnTo>
                  <a:lnTo>
                    <a:pt x="85807" y="293005"/>
                  </a:lnTo>
                  <a:lnTo>
                    <a:pt x="85702" y="293374"/>
                  </a:lnTo>
                  <a:lnTo>
                    <a:pt x="85663" y="293513"/>
                  </a:lnTo>
                  <a:lnTo>
                    <a:pt x="85477" y="294164"/>
                  </a:lnTo>
                  <a:lnTo>
                    <a:pt x="85592" y="294802"/>
                  </a:lnTo>
                  <a:lnTo>
                    <a:pt x="85853" y="295321"/>
                  </a:lnTo>
                  <a:lnTo>
                    <a:pt x="86061" y="295310"/>
                  </a:lnTo>
                  <a:lnTo>
                    <a:pt x="86263" y="295302"/>
                  </a:lnTo>
                  <a:lnTo>
                    <a:pt x="86610" y="295572"/>
                  </a:lnTo>
                  <a:lnTo>
                    <a:pt x="86759" y="295874"/>
                  </a:lnTo>
                  <a:lnTo>
                    <a:pt x="86873" y="296043"/>
                  </a:lnTo>
                  <a:lnTo>
                    <a:pt x="87195" y="296526"/>
                  </a:lnTo>
                  <a:lnTo>
                    <a:pt x="87354" y="296759"/>
                  </a:lnTo>
                  <a:lnTo>
                    <a:pt x="87748" y="297176"/>
                  </a:lnTo>
                  <a:lnTo>
                    <a:pt x="88280" y="297828"/>
                  </a:lnTo>
                  <a:lnTo>
                    <a:pt x="88227" y="298192"/>
                  </a:lnTo>
                  <a:lnTo>
                    <a:pt x="88119" y="299930"/>
                  </a:lnTo>
                  <a:lnTo>
                    <a:pt x="87837" y="300254"/>
                  </a:lnTo>
                  <a:lnTo>
                    <a:pt x="87858" y="300407"/>
                  </a:lnTo>
                  <a:lnTo>
                    <a:pt x="87607" y="301551"/>
                  </a:lnTo>
                  <a:lnTo>
                    <a:pt x="87498" y="302119"/>
                  </a:lnTo>
                  <a:lnTo>
                    <a:pt x="87484" y="302247"/>
                  </a:lnTo>
                  <a:lnTo>
                    <a:pt x="87743" y="303126"/>
                  </a:lnTo>
                  <a:lnTo>
                    <a:pt x="87941" y="303489"/>
                  </a:lnTo>
                  <a:lnTo>
                    <a:pt x="88395" y="304111"/>
                  </a:lnTo>
                  <a:lnTo>
                    <a:pt x="88697" y="304560"/>
                  </a:lnTo>
                  <a:lnTo>
                    <a:pt x="88526" y="304848"/>
                  </a:lnTo>
                  <a:lnTo>
                    <a:pt x="88371" y="305117"/>
                  </a:lnTo>
                  <a:lnTo>
                    <a:pt x="87906" y="305920"/>
                  </a:lnTo>
                  <a:lnTo>
                    <a:pt x="87791" y="306122"/>
                  </a:lnTo>
                  <a:lnTo>
                    <a:pt x="87588" y="306567"/>
                  </a:lnTo>
                  <a:lnTo>
                    <a:pt x="87479" y="306828"/>
                  </a:lnTo>
                  <a:lnTo>
                    <a:pt x="87422" y="307193"/>
                  </a:lnTo>
                  <a:lnTo>
                    <a:pt x="87423" y="307542"/>
                  </a:lnTo>
                  <a:lnTo>
                    <a:pt x="87524" y="308300"/>
                  </a:lnTo>
                  <a:lnTo>
                    <a:pt x="86927" y="310169"/>
                  </a:lnTo>
                  <a:lnTo>
                    <a:pt x="86521" y="310505"/>
                  </a:lnTo>
                  <a:lnTo>
                    <a:pt x="86459" y="310665"/>
                  </a:lnTo>
                  <a:lnTo>
                    <a:pt x="86400" y="311032"/>
                  </a:lnTo>
                  <a:lnTo>
                    <a:pt x="86173" y="311530"/>
                  </a:lnTo>
                  <a:lnTo>
                    <a:pt x="85813" y="312175"/>
                  </a:lnTo>
                  <a:lnTo>
                    <a:pt x="85733" y="312356"/>
                  </a:lnTo>
                  <a:lnTo>
                    <a:pt x="85663" y="312513"/>
                  </a:lnTo>
                  <a:lnTo>
                    <a:pt x="85580" y="312694"/>
                  </a:lnTo>
                  <a:lnTo>
                    <a:pt x="85379" y="313121"/>
                  </a:lnTo>
                  <a:lnTo>
                    <a:pt x="85270" y="313312"/>
                  </a:lnTo>
                  <a:lnTo>
                    <a:pt x="84975" y="314030"/>
                  </a:lnTo>
                  <a:lnTo>
                    <a:pt x="84811" y="314324"/>
                  </a:lnTo>
                  <a:lnTo>
                    <a:pt x="84729" y="314467"/>
                  </a:lnTo>
                  <a:lnTo>
                    <a:pt x="84619" y="314654"/>
                  </a:lnTo>
                  <a:lnTo>
                    <a:pt x="84462" y="314913"/>
                  </a:lnTo>
                  <a:lnTo>
                    <a:pt x="84347" y="315126"/>
                  </a:lnTo>
                  <a:lnTo>
                    <a:pt x="84081" y="315576"/>
                  </a:lnTo>
                  <a:lnTo>
                    <a:pt x="83904" y="315870"/>
                  </a:lnTo>
                  <a:lnTo>
                    <a:pt x="83800" y="316135"/>
                  </a:lnTo>
                  <a:lnTo>
                    <a:pt x="83704" y="316377"/>
                  </a:lnTo>
                  <a:lnTo>
                    <a:pt x="83636" y="316548"/>
                  </a:lnTo>
                  <a:lnTo>
                    <a:pt x="83565" y="316717"/>
                  </a:lnTo>
                  <a:lnTo>
                    <a:pt x="83367" y="316933"/>
                  </a:lnTo>
                  <a:lnTo>
                    <a:pt x="83281" y="317160"/>
                  </a:lnTo>
                  <a:lnTo>
                    <a:pt x="83283" y="317460"/>
                  </a:lnTo>
                  <a:lnTo>
                    <a:pt x="83139" y="317840"/>
                  </a:lnTo>
                  <a:lnTo>
                    <a:pt x="83099" y="318333"/>
                  </a:lnTo>
                  <a:lnTo>
                    <a:pt x="83049" y="319054"/>
                  </a:lnTo>
                  <a:lnTo>
                    <a:pt x="83011" y="319540"/>
                  </a:lnTo>
                  <a:lnTo>
                    <a:pt x="82725" y="320128"/>
                  </a:lnTo>
                  <a:lnTo>
                    <a:pt x="81978" y="321617"/>
                  </a:lnTo>
                  <a:lnTo>
                    <a:pt x="83358" y="320692"/>
                  </a:lnTo>
                  <a:lnTo>
                    <a:pt x="83627" y="321143"/>
                  </a:lnTo>
                  <a:lnTo>
                    <a:pt x="83751" y="321343"/>
                  </a:lnTo>
                  <a:lnTo>
                    <a:pt x="84084" y="321898"/>
                  </a:lnTo>
                  <a:lnTo>
                    <a:pt x="84219" y="322118"/>
                  </a:lnTo>
                  <a:lnTo>
                    <a:pt x="84336" y="322290"/>
                  </a:lnTo>
                  <a:lnTo>
                    <a:pt x="84769" y="322926"/>
                  </a:lnTo>
                  <a:lnTo>
                    <a:pt x="84911" y="323392"/>
                  </a:lnTo>
                  <a:lnTo>
                    <a:pt x="84957" y="323544"/>
                  </a:lnTo>
                  <a:lnTo>
                    <a:pt x="85050" y="323895"/>
                  </a:lnTo>
                  <a:lnTo>
                    <a:pt x="85096" y="324304"/>
                  </a:lnTo>
                  <a:lnTo>
                    <a:pt x="85165" y="324763"/>
                  </a:lnTo>
                  <a:lnTo>
                    <a:pt x="85145" y="324944"/>
                  </a:lnTo>
                  <a:lnTo>
                    <a:pt x="85018" y="325226"/>
                  </a:lnTo>
                  <a:lnTo>
                    <a:pt x="84830" y="325706"/>
                  </a:lnTo>
                  <a:lnTo>
                    <a:pt x="84820" y="326202"/>
                  </a:lnTo>
                  <a:lnTo>
                    <a:pt x="84829" y="327242"/>
                  </a:lnTo>
                  <a:lnTo>
                    <a:pt x="85030" y="327477"/>
                  </a:lnTo>
                  <a:lnTo>
                    <a:pt x="85279" y="327768"/>
                  </a:lnTo>
                  <a:lnTo>
                    <a:pt x="85626" y="328187"/>
                  </a:lnTo>
                  <a:lnTo>
                    <a:pt x="85862" y="328477"/>
                  </a:lnTo>
                  <a:lnTo>
                    <a:pt x="85468" y="328705"/>
                  </a:lnTo>
                  <a:lnTo>
                    <a:pt x="84863" y="329137"/>
                  </a:lnTo>
                  <a:lnTo>
                    <a:pt x="84963" y="329288"/>
                  </a:lnTo>
                  <a:lnTo>
                    <a:pt x="85127" y="329414"/>
                  </a:lnTo>
                  <a:lnTo>
                    <a:pt x="85316" y="329751"/>
                  </a:lnTo>
                  <a:lnTo>
                    <a:pt x="85324" y="329906"/>
                  </a:lnTo>
                  <a:lnTo>
                    <a:pt x="85300" y="330033"/>
                  </a:lnTo>
                  <a:lnTo>
                    <a:pt x="85309" y="330170"/>
                  </a:lnTo>
                  <a:lnTo>
                    <a:pt x="85520" y="332324"/>
                  </a:lnTo>
                  <a:lnTo>
                    <a:pt x="85810" y="332738"/>
                  </a:lnTo>
                  <a:lnTo>
                    <a:pt x="86206" y="333345"/>
                  </a:lnTo>
                  <a:lnTo>
                    <a:pt x="86454" y="333382"/>
                  </a:lnTo>
                  <a:lnTo>
                    <a:pt x="86691" y="333615"/>
                  </a:lnTo>
                  <a:lnTo>
                    <a:pt x="86862" y="333842"/>
                  </a:lnTo>
                  <a:lnTo>
                    <a:pt x="87077" y="334106"/>
                  </a:lnTo>
                  <a:lnTo>
                    <a:pt x="86903" y="334522"/>
                  </a:lnTo>
                  <a:lnTo>
                    <a:pt x="86869" y="335050"/>
                  </a:lnTo>
                  <a:lnTo>
                    <a:pt x="86756" y="335324"/>
                  </a:lnTo>
                  <a:lnTo>
                    <a:pt x="86686" y="335521"/>
                  </a:lnTo>
                  <a:lnTo>
                    <a:pt x="86602" y="335896"/>
                  </a:lnTo>
                  <a:lnTo>
                    <a:pt x="86511" y="336233"/>
                  </a:lnTo>
                  <a:lnTo>
                    <a:pt x="85682" y="337202"/>
                  </a:lnTo>
                  <a:lnTo>
                    <a:pt x="85549" y="337339"/>
                  </a:lnTo>
                  <a:lnTo>
                    <a:pt x="85295" y="337625"/>
                  </a:lnTo>
                  <a:lnTo>
                    <a:pt x="84550" y="338259"/>
                  </a:lnTo>
                  <a:lnTo>
                    <a:pt x="84168" y="338512"/>
                  </a:lnTo>
                  <a:lnTo>
                    <a:pt x="83991" y="338642"/>
                  </a:lnTo>
                  <a:lnTo>
                    <a:pt x="83577" y="338976"/>
                  </a:lnTo>
                  <a:lnTo>
                    <a:pt x="83228" y="339300"/>
                  </a:lnTo>
                  <a:lnTo>
                    <a:pt x="82244" y="340607"/>
                  </a:lnTo>
                  <a:lnTo>
                    <a:pt x="81177" y="342109"/>
                  </a:lnTo>
                  <a:lnTo>
                    <a:pt x="80389" y="343314"/>
                  </a:lnTo>
                  <a:lnTo>
                    <a:pt x="80314" y="344457"/>
                  </a:lnTo>
                  <a:lnTo>
                    <a:pt x="80231" y="345361"/>
                  </a:lnTo>
                  <a:lnTo>
                    <a:pt x="80337" y="346916"/>
                  </a:lnTo>
                  <a:lnTo>
                    <a:pt x="80499" y="349305"/>
                  </a:lnTo>
                  <a:lnTo>
                    <a:pt x="80656" y="351605"/>
                  </a:lnTo>
                  <a:lnTo>
                    <a:pt x="80864" y="355491"/>
                  </a:lnTo>
                  <a:lnTo>
                    <a:pt x="80779" y="356003"/>
                  </a:lnTo>
                  <a:lnTo>
                    <a:pt x="79881" y="357661"/>
                  </a:lnTo>
                  <a:lnTo>
                    <a:pt x="79692" y="357942"/>
                  </a:lnTo>
                  <a:lnTo>
                    <a:pt x="79542" y="358148"/>
                  </a:lnTo>
                  <a:lnTo>
                    <a:pt x="79323" y="358462"/>
                  </a:lnTo>
                  <a:lnTo>
                    <a:pt x="78949" y="358739"/>
                  </a:lnTo>
                  <a:lnTo>
                    <a:pt x="77996" y="359472"/>
                  </a:lnTo>
                  <a:lnTo>
                    <a:pt x="77720" y="359684"/>
                  </a:lnTo>
                  <a:lnTo>
                    <a:pt x="77079" y="360645"/>
                  </a:lnTo>
                  <a:lnTo>
                    <a:pt x="76305" y="361537"/>
                  </a:lnTo>
                  <a:lnTo>
                    <a:pt x="75786" y="362255"/>
                  </a:lnTo>
                  <a:lnTo>
                    <a:pt x="74971" y="363183"/>
                  </a:lnTo>
                  <a:lnTo>
                    <a:pt x="74103" y="364712"/>
                  </a:lnTo>
                  <a:lnTo>
                    <a:pt x="72732" y="366721"/>
                  </a:lnTo>
                  <a:lnTo>
                    <a:pt x="72046" y="367726"/>
                  </a:lnTo>
                  <a:lnTo>
                    <a:pt x="70574" y="368631"/>
                  </a:lnTo>
                  <a:lnTo>
                    <a:pt x="69665" y="369322"/>
                  </a:lnTo>
                  <a:lnTo>
                    <a:pt x="69253" y="369636"/>
                  </a:lnTo>
                  <a:lnTo>
                    <a:pt x="65452" y="370661"/>
                  </a:lnTo>
                  <a:lnTo>
                    <a:pt x="65002" y="370783"/>
                  </a:lnTo>
                  <a:lnTo>
                    <a:pt x="60608" y="372687"/>
                  </a:lnTo>
                  <a:lnTo>
                    <a:pt x="59789" y="373029"/>
                  </a:lnTo>
                  <a:lnTo>
                    <a:pt x="59396" y="373426"/>
                  </a:lnTo>
                  <a:lnTo>
                    <a:pt x="59078" y="373555"/>
                  </a:lnTo>
                  <a:lnTo>
                    <a:pt x="57567" y="373867"/>
                  </a:lnTo>
                  <a:lnTo>
                    <a:pt x="57225" y="373986"/>
                  </a:lnTo>
                  <a:lnTo>
                    <a:pt x="57098" y="373997"/>
                  </a:lnTo>
                  <a:lnTo>
                    <a:pt x="56806" y="374012"/>
                  </a:lnTo>
                  <a:lnTo>
                    <a:pt x="56569" y="374072"/>
                  </a:lnTo>
                  <a:lnTo>
                    <a:pt x="56408" y="374106"/>
                  </a:lnTo>
                  <a:lnTo>
                    <a:pt x="56081" y="374174"/>
                  </a:lnTo>
                  <a:lnTo>
                    <a:pt x="55859" y="374212"/>
                  </a:lnTo>
                  <a:lnTo>
                    <a:pt x="55548" y="374413"/>
                  </a:lnTo>
                  <a:lnTo>
                    <a:pt x="55276" y="374483"/>
                  </a:lnTo>
                  <a:lnTo>
                    <a:pt x="54694" y="374720"/>
                  </a:lnTo>
                  <a:lnTo>
                    <a:pt x="54474" y="374783"/>
                  </a:lnTo>
                  <a:lnTo>
                    <a:pt x="54217" y="374810"/>
                  </a:lnTo>
                  <a:lnTo>
                    <a:pt x="53925" y="375030"/>
                  </a:lnTo>
                  <a:lnTo>
                    <a:pt x="53553" y="375288"/>
                  </a:lnTo>
                  <a:lnTo>
                    <a:pt x="52849" y="375786"/>
                  </a:lnTo>
                  <a:lnTo>
                    <a:pt x="52501" y="375686"/>
                  </a:lnTo>
                  <a:lnTo>
                    <a:pt x="51550" y="375870"/>
                  </a:lnTo>
                  <a:lnTo>
                    <a:pt x="49384" y="376598"/>
                  </a:lnTo>
                  <a:lnTo>
                    <a:pt x="49164" y="376912"/>
                  </a:lnTo>
                  <a:lnTo>
                    <a:pt x="46263" y="377548"/>
                  </a:lnTo>
                  <a:lnTo>
                    <a:pt x="45498" y="377880"/>
                  </a:lnTo>
                  <a:lnTo>
                    <a:pt x="44477" y="378324"/>
                  </a:lnTo>
                  <a:lnTo>
                    <a:pt x="42410" y="378523"/>
                  </a:lnTo>
                  <a:lnTo>
                    <a:pt x="0" y="444256"/>
                  </a:lnTo>
                  <a:lnTo>
                    <a:pt x="375" y="444693"/>
                  </a:lnTo>
                  <a:lnTo>
                    <a:pt x="1001" y="445418"/>
                  </a:lnTo>
                  <a:lnTo>
                    <a:pt x="1546" y="446049"/>
                  </a:lnTo>
                  <a:lnTo>
                    <a:pt x="1955" y="446523"/>
                  </a:lnTo>
                  <a:lnTo>
                    <a:pt x="16582" y="463472"/>
                  </a:lnTo>
                  <a:lnTo>
                    <a:pt x="25688" y="474024"/>
                  </a:lnTo>
                  <a:lnTo>
                    <a:pt x="26574" y="475025"/>
                  </a:lnTo>
                  <a:lnTo>
                    <a:pt x="30795" y="479686"/>
                  </a:lnTo>
                  <a:lnTo>
                    <a:pt x="32186" y="481168"/>
                  </a:lnTo>
                  <a:lnTo>
                    <a:pt x="34006" y="482956"/>
                  </a:lnTo>
                  <a:lnTo>
                    <a:pt x="35905" y="484661"/>
                  </a:lnTo>
                  <a:lnTo>
                    <a:pt x="37878" y="486278"/>
                  </a:lnTo>
                  <a:lnTo>
                    <a:pt x="42691" y="490044"/>
                  </a:lnTo>
                  <a:lnTo>
                    <a:pt x="43151" y="490400"/>
                  </a:lnTo>
                  <a:lnTo>
                    <a:pt x="44370" y="491292"/>
                  </a:lnTo>
                  <a:lnTo>
                    <a:pt x="45210" y="491906"/>
                  </a:lnTo>
                  <a:lnTo>
                    <a:pt x="47335" y="493317"/>
                  </a:lnTo>
                  <a:lnTo>
                    <a:pt x="49522" y="494632"/>
                  </a:lnTo>
                  <a:lnTo>
                    <a:pt x="50793" y="495357"/>
                  </a:lnTo>
                  <a:lnTo>
                    <a:pt x="51178" y="495575"/>
                  </a:lnTo>
                  <a:lnTo>
                    <a:pt x="85913" y="515046"/>
                  </a:lnTo>
                  <a:lnTo>
                    <a:pt x="98597" y="522156"/>
                  </a:lnTo>
                  <a:lnTo>
                    <a:pt x="98901" y="522325"/>
                  </a:lnTo>
                  <a:lnTo>
                    <a:pt x="101160" y="523508"/>
                  </a:lnTo>
                  <a:lnTo>
                    <a:pt x="103471" y="524588"/>
                  </a:lnTo>
                  <a:lnTo>
                    <a:pt x="105828" y="525562"/>
                  </a:lnTo>
                  <a:lnTo>
                    <a:pt x="108226" y="526430"/>
                  </a:lnTo>
                  <a:lnTo>
                    <a:pt x="109300" y="526792"/>
                  </a:lnTo>
                  <a:lnTo>
                    <a:pt x="133904" y="535074"/>
                  </a:lnTo>
                  <a:lnTo>
                    <a:pt x="137224" y="536192"/>
                  </a:lnTo>
                  <a:lnTo>
                    <a:pt x="138069" y="536469"/>
                  </a:lnTo>
                  <a:lnTo>
                    <a:pt x="140515" y="537189"/>
                  </a:lnTo>
                  <a:lnTo>
                    <a:pt x="142992" y="537799"/>
                  </a:lnTo>
                  <a:lnTo>
                    <a:pt x="145492" y="538297"/>
                  </a:lnTo>
                  <a:lnTo>
                    <a:pt x="148013" y="538682"/>
                  </a:lnTo>
                  <a:lnTo>
                    <a:pt x="157110" y="539862"/>
                  </a:lnTo>
                  <a:lnTo>
                    <a:pt x="188410" y="543921"/>
                  </a:lnTo>
                  <a:lnTo>
                    <a:pt x="202216" y="545712"/>
                  </a:lnTo>
                  <a:lnTo>
                    <a:pt x="204443" y="545956"/>
                  </a:lnTo>
                  <a:lnTo>
                    <a:pt x="206987" y="546127"/>
                  </a:lnTo>
                  <a:lnTo>
                    <a:pt x="209535" y="546183"/>
                  </a:lnTo>
                  <a:lnTo>
                    <a:pt x="217114" y="546178"/>
                  </a:lnTo>
                  <a:lnTo>
                    <a:pt x="217818" y="546174"/>
                  </a:lnTo>
                  <a:lnTo>
                    <a:pt x="220366" y="546083"/>
                  </a:lnTo>
                  <a:lnTo>
                    <a:pt x="222907" y="545878"/>
                  </a:lnTo>
                  <a:lnTo>
                    <a:pt x="225436" y="545559"/>
                  </a:lnTo>
                  <a:lnTo>
                    <a:pt x="227948" y="545127"/>
                  </a:lnTo>
                  <a:lnTo>
                    <a:pt x="232798" y="544179"/>
                  </a:lnTo>
                  <a:lnTo>
                    <a:pt x="234297" y="543858"/>
                  </a:lnTo>
                  <a:lnTo>
                    <a:pt x="234826" y="543744"/>
                  </a:lnTo>
                  <a:lnTo>
                    <a:pt x="237294" y="543109"/>
                  </a:lnTo>
                  <a:lnTo>
                    <a:pt x="243471" y="541369"/>
                  </a:lnTo>
                  <a:lnTo>
                    <a:pt x="244327" y="541121"/>
                  </a:lnTo>
                  <a:lnTo>
                    <a:pt x="246169" y="540570"/>
                  </a:lnTo>
                  <a:lnTo>
                    <a:pt x="252058" y="538810"/>
                  </a:lnTo>
                  <a:lnTo>
                    <a:pt x="272467" y="532716"/>
                  </a:lnTo>
                  <a:lnTo>
                    <a:pt x="284741" y="529050"/>
                  </a:lnTo>
                  <a:lnTo>
                    <a:pt x="296281" y="525604"/>
                  </a:lnTo>
                  <a:lnTo>
                    <a:pt x="296642" y="525494"/>
                  </a:lnTo>
                  <a:lnTo>
                    <a:pt x="299062" y="524694"/>
                  </a:lnTo>
                  <a:lnTo>
                    <a:pt x="317851" y="518009"/>
                  </a:lnTo>
                  <a:lnTo>
                    <a:pt x="326494" y="514934"/>
                  </a:lnTo>
                  <a:lnTo>
                    <a:pt x="326788" y="514828"/>
                  </a:lnTo>
                  <a:lnTo>
                    <a:pt x="329498" y="513846"/>
                  </a:lnTo>
                  <a:lnTo>
                    <a:pt x="334568" y="512012"/>
                  </a:lnTo>
                  <a:lnTo>
                    <a:pt x="336067" y="511470"/>
                  </a:lnTo>
                  <a:lnTo>
                    <a:pt x="337566" y="510903"/>
                  </a:lnTo>
                  <a:lnTo>
                    <a:pt x="339915" y="509915"/>
                  </a:lnTo>
                  <a:lnTo>
                    <a:pt x="342217" y="508823"/>
                  </a:lnTo>
                  <a:lnTo>
                    <a:pt x="343161" y="508321"/>
                  </a:lnTo>
                  <a:lnTo>
                    <a:pt x="344467" y="507628"/>
                  </a:lnTo>
                  <a:lnTo>
                    <a:pt x="346662" y="506333"/>
                  </a:lnTo>
                  <a:lnTo>
                    <a:pt x="348795" y="504941"/>
                  </a:lnTo>
                  <a:lnTo>
                    <a:pt x="350865" y="503454"/>
                  </a:lnTo>
                  <a:lnTo>
                    <a:pt x="356400" y="499285"/>
                  </a:lnTo>
                  <a:lnTo>
                    <a:pt x="359444" y="496993"/>
                  </a:lnTo>
                  <a:lnTo>
                    <a:pt x="361408" y="495514"/>
                  </a:lnTo>
                  <a:lnTo>
                    <a:pt x="369892" y="489125"/>
                  </a:lnTo>
                  <a:lnTo>
                    <a:pt x="370223" y="488875"/>
                  </a:lnTo>
                  <a:lnTo>
                    <a:pt x="375765" y="484701"/>
                  </a:lnTo>
                  <a:lnTo>
                    <a:pt x="378779" y="482432"/>
                  </a:lnTo>
                  <a:lnTo>
                    <a:pt x="381896" y="480084"/>
                  </a:lnTo>
                  <a:lnTo>
                    <a:pt x="387624" y="475770"/>
                  </a:lnTo>
                  <a:lnTo>
                    <a:pt x="388262" y="475283"/>
                  </a:lnTo>
                  <a:lnTo>
                    <a:pt x="391255" y="472961"/>
                  </a:lnTo>
                  <a:lnTo>
                    <a:pt x="403717" y="463299"/>
                  </a:lnTo>
                  <a:lnTo>
                    <a:pt x="406703" y="460983"/>
                  </a:lnTo>
                  <a:lnTo>
                    <a:pt x="409608" y="458731"/>
                  </a:lnTo>
                  <a:lnTo>
                    <a:pt x="412798" y="456257"/>
                  </a:lnTo>
                  <a:lnTo>
                    <a:pt x="415486" y="454173"/>
                  </a:lnTo>
                  <a:lnTo>
                    <a:pt x="417674" y="452476"/>
                  </a:lnTo>
                  <a:lnTo>
                    <a:pt x="418043" y="452187"/>
                  </a:lnTo>
                  <a:lnTo>
                    <a:pt x="420008" y="450565"/>
                  </a:lnTo>
                  <a:lnTo>
                    <a:pt x="421535" y="449183"/>
                  </a:lnTo>
                  <a:lnTo>
                    <a:pt x="421897" y="448856"/>
                  </a:lnTo>
                  <a:lnTo>
                    <a:pt x="432782" y="438561"/>
                  </a:lnTo>
                  <a:lnTo>
                    <a:pt x="434499" y="436937"/>
                  </a:lnTo>
                  <a:lnTo>
                    <a:pt x="435766" y="435738"/>
                  </a:lnTo>
                  <a:lnTo>
                    <a:pt x="438059" y="433570"/>
                  </a:lnTo>
                  <a:lnTo>
                    <a:pt x="442388" y="429475"/>
                  </a:lnTo>
                  <a:lnTo>
                    <a:pt x="442939" y="428954"/>
                  </a:lnTo>
                  <a:lnTo>
                    <a:pt x="449871" y="422398"/>
                  </a:lnTo>
                  <a:lnTo>
                    <a:pt x="463833" y="409193"/>
                  </a:lnTo>
                  <a:lnTo>
                    <a:pt x="470861" y="402546"/>
                  </a:lnTo>
                  <a:lnTo>
                    <a:pt x="475286" y="398360"/>
                  </a:lnTo>
                  <a:lnTo>
                    <a:pt x="480392" y="393531"/>
                  </a:lnTo>
                  <a:close/>
                </a:path>
              </a:pathLst>
            </a:custGeom>
            <a:solidFill>
              <a:srgbClr val="C8DBE3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3"/>
            <p:cNvSpPr/>
            <p:nvPr/>
          </p:nvSpPr>
          <p:spPr>
            <a:xfrm>
              <a:off x="2702354" y="5324624"/>
              <a:ext cx="411352" cy="504102"/>
            </a:xfrm>
            <a:custGeom>
              <a:avLst/>
              <a:pathLst>
                <a:path w="411352" h="504102">
                  <a:moveTo>
                    <a:pt x="81818" y="339170"/>
                  </a:moveTo>
                  <a:lnTo>
                    <a:pt x="83632" y="343863"/>
                  </a:lnTo>
                  <a:lnTo>
                    <a:pt x="83900" y="344556"/>
                  </a:lnTo>
                  <a:lnTo>
                    <a:pt x="87017" y="352619"/>
                  </a:lnTo>
                  <a:lnTo>
                    <a:pt x="87394" y="353596"/>
                  </a:lnTo>
                  <a:lnTo>
                    <a:pt x="89104" y="358020"/>
                  </a:lnTo>
                  <a:lnTo>
                    <a:pt x="92410" y="366571"/>
                  </a:lnTo>
                  <a:lnTo>
                    <a:pt x="93050" y="368155"/>
                  </a:lnTo>
                  <a:lnTo>
                    <a:pt x="94094" y="370484"/>
                  </a:lnTo>
                  <a:lnTo>
                    <a:pt x="95243" y="372764"/>
                  </a:lnTo>
                  <a:lnTo>
                    <a:pt x="96493" y="374991"/>
                  </a:lnTo>
                  <a:lnTo>
                    <a:pt x="97898" y="377367"/>
                  </a:lnTo>
                  <a:lnTo>
                    <a:pt x="101591" y="383611"/>
                  </a:lnTo>
                  <a:lnTo>
                    <a:pt x="102942" y="385777"/>
                  </a:lnTo>
                  <a:lnTo>
                    <a:pt x="105834" y="390191"/>
                  </a:lnTo>
                  <a:lnTo>
                    <a:pt x="108722" y="394599"/>
                  </a:lnTo>
                  <a:lnTo>
                    <a:pt x="109561" y="395880"/>
                  </a:lnTo>
                  <a:lnTo>
                    <a:pt x="111242" y="398445"/>
                  </a:lnTo>
                  <a:lnTo>
                    <a:pt x="115822" y="405436"/>
                  </a:lnTo>
                  <a:lnTo>
                    <a:pt x="117751" y="408380"/>
                  </a:lnTo>
                  <a:lnTo>
                    <a:pt x="119084" y="410415"/>
                  </a:lnTo>
                  <a:lnTo>
                    <a:pt x="120284" y="412247"/>
                  </a:lnTo>
                  <a:lnTo>
                    <a:pt x="122939" y="416299"/>
                  </a:lnTo>
                  <a:lnTo>
                    <a:pt x="123161" y="416635"/>
                  </a:lnTo>
                  <a:lnTo>
                    <a:pt x="124623" y="418728"/>
                  </a:lnTo>
                  <a:lnTo>
                    <a:pt x="126013" y="420625"/>
                  </a:lnTo>
                  <a:lnTo>
                    <a:pt x="127197" y="422184"/>
                  </a:lnTo>
                  <a:lnTo>
                    <a:pt x="128820" y="424154"/>
                  </a:lnTo>
                  <a:lnTo>
                    <a:pt x="133698" y="429806"/>
                  </a:lnTo>
                  <a:lnTo>
                    <a:pt x="144726" y="442585"/>
                  </a:lnTo>
                  <a:lnTo>
                    <a:pt x="161286" y="461772"/>
                  </a:lnTo>
                  <a:lnTo>
                    <a:pt x="165313" y="466439"/>
                  </a:lnTo>
                  <a:lnTo>
                    <a:pt x="171635" y="473764"/>
                  </a:lnTo>
                  <a:lnTo>
                    <a:pt x="173469" y="475890"/>
                  </a:lnTo>
                  <a:lnTo>
                    <a:pt x="176908" y="479875"/>
                  </a:lnTo>
                  <a:lnTo>
                    <a:pt x="180794" y="484377"/>
                  </a:lnTo>
                  <a:lnTo>
                    <a:pt x="183942" y="488024"/>
                  </a:lnTo>
                  <a:lnTo>
                    <a:pt x="187240" y="491846"/>
                  </a:lnTo>
                  <a:lnTo>
                    <a:pt x="189140" y="494048"/>
                  </a:lnTo>
                  <a:lnTo>
                    <a:pt x="190968" y="496165"/>
                  </a:lnTo>
                  <a:lnTo>
                    <a:pt x="197818" y="504102"/>
                  </a:lnTo>
                  <a:lnTo>
                    <a:pt x="240229" y="438369"/>
                  </a:lnTo>
                  <a:lnTo>
                    <a:pt x="242296" y="438169"/>
                  </a:lnTo>
                  <a:lnTo>
                    <a:pt x="243317" y="437726"/>
                  </a:lnTo>
                  <a:lnTo>
                    <a:pt x="244082" y="437394"/>
                  </a:lnTo>
                  <a:lnTo>
                    <a:pt x="246983" y="436758"/>
                  </a:lnTo>
                  <a:lnTo>
                    <a:pt x="247203" y="436444"/>
                  </a:lnTo>
                  <a:lnTo>
                    <a:pt x="249369" y="435716"/>
                  </a:lnTo>
                  <a:lnTo>
                    <a:pt x="250320" y="435532"/>
                  </a:lnTo>
                  <a:lnTo>
                    <a:pt x="250668" y="435632"/>
                  </a:lnTo>
                  <a:lnTo>
                    <a:pt x="251372" y="435134"/>
                  </a:lnTo>
                  <a:lnTo>
                    <a:pt x="251744" y="434876"/>
                  </a:lnTo>
                  <a:lnTo>
                    <a:pt x="252036" y="434656"/>
                  </a:lnTo>
                  <a:lnTo>
                    <a:pt x="252293" y="434629"/>
                  </a:lnTo>
                  <a:lnTo>
                    <a:pt x="252862" y="434313"/>
                  </a:lnTo>
                  <a:lnTo>
                    <a:pt x="253095" y="434329"/>
                  </a:lnTo>
                  <a:lnTo>
                    <a:pt x="253447" y="434170"/>
                  </a:lnTo>
                  <a:lnTo>
                    <a:pt x="253678" y="434058"/>
                  </a:lnTo>
                  <a:lnTo>
                    <a:pt x="253900" y="434020"/>
                  </a:lnTo>
                  <a:lnTo>
                    <a:pt x="254249" y="433947"/>
                  </a:lnTo>
                  <a:lnTo>
                    <a:pt x="254388" y="433918"/>
                  </a:lnTo>
                  <a:lnTo>
                    <a:pt x="254776" y="433826"/>
                  </a:lnTo>
                  <a:lnTo>
                    <a:pt x="254917" y="433842"/>
                  </a:lnTo>
                  <a:lnTo>
                    <a:pt x="255090" y="433823"/>
                  </a:lnTo>
                  <a:lnTo>
                    <a:pt x="256375" y="433487"/>
                  </a:lnTo>
                  <a:lnTo>
                    <a:pt x="256897" y="433401"/>
                  </a:lnTo>
                  <a:lnTo>
                    <a:pt x="257215" y="433272"/>
                  </a:lnTo>
                  <a:lnTo>
                    <a:pt x="257608" y="432875"/>
                  </a:lnTo>
                  <a:lnTo>
                    <a:pt x="258427" y="432533"/>
                  </a:lnTo>
                  <a:lnTo>
                    <a:pt x="262821" y="430629"/>
                  </a:lnTo>
                  <a:lnTo>
                    <a:pt x="263271" y="430507"/>
                  </a:lnTo>
                  <a:lnTo>
                    <a:pt x="267072" y="429482"/>
                  </a:lnTo>
                  <a:lnTo>
                    <a:pt x="267484" y="429168"/>
                  </a:lnTo>
                  <a:lnTo>
                    <a:pt x="268393" y="428477"/>
                  </a:lnTo>
                  <a:lnTo>
                    <a:pt x="269865" y="427572"/>
                  </a:lnTo>
                  <a:lnTo>
                    <a:pt x="270551" y="426567"/>
                  </a:lnTo>
                  <a:lnTo>
                    <a:pt x="271922" y="424558"/>
                  </a:lnTo>
                  <a:lnTo>
                    <a:pt x="272790" y="423029"/>
                  </a:lnTo>
                  <a:lnTo>
                    <a:pt x="273605" y="422100"/>
                  </a:lnTo>
                  <a:lnTo>
                    <a:pt x="274124" y="421383"/>
                  </a:lnTo>
                  <a:lnTo>
                    <a:pt x="274898" y="420491"/>
                  </a:lnTo>
                  <a:lnTo>
                    <a:pt x="275539" y="419530"/>
                  </a:lnTo>
                  <a:lnTo>
                    <a:pt x="275815" y="419318"/>
                  </a:lnTo>
                  <a:lnTo>
                    <a:pt x="276768" y="418585"/>
                  </a:lnTo>
                  <a:lnTo>
                    <a:pt x="277142" y="418307"/>
                  </a:lnTo>
                  <a:lnTo>
                    <a:pt x="277361" y="417994"/>
                  </a:lnTo>
                  <a:lnTo>
                    <a:pt x="277511" y="417788"/>
                  </a:lnTo>
                  <a:lnTo>
                    <a:pt x="277700" y="417506"/>
                  </a:lnTo>
                  <a:lnTo>
                    <a:pt x="278598" y="415849"/>
                  </a:lnTo>
                  <a:lnTo>
                    <a:pt x="278683" y="415336"/>
                  </a:lnTo>
                  <a:lnTo>
                    <a:pt x="278475" y="411450"/>
                  </a:lnTo>
                  <a:lnTo>
                    <a:pt x="278318" y="409151"/>
                  </a:lnTo>
                  <a:lnTo>
                    <a:pt x="278156" y="406762"/>
                  </a:lnTo>
                  <a:lnTo>
                    <a:pt x="278050" y="405206"/>
                  </a:lnTo>
                  <a:lnTo>
                    <a:pt x="278133" y="404302"/>
                  </a:lnTo>
                  <a:lnTo>
                    <a:pt x="278208" y="403160"/>
                  </a:lnTo>
                  <a:lnTo>
                    <a:pt x="278996" y="401955"/>
                  </a:lnTo>
                  <a:lnTo>
                    <a:pt x="280895" y="399255"/>
                  </a:lnTo>
                  <a:lnTo>
                    <a:pt x="281235" y="398967"/>
                  </a:lnTo>
                  <a:lnTo>
                    <a:pt x="281592" y="398645"/>
                  </a:lnTo>
                  <a:lnTo>
                    <a:pt x="281826" y="398477"/>
                  </a:lnTo>
                  <a:lnTo>
                    <a:pt x="282171" y="398192"/>
                  </a:lnTo>
                  <a:lnTo>
                    <a:pt x="282942" y="397657"/>
                  </a:lnTo>
                  <a:lnTo>
                    <a:pt x="283114" y="397471"/>
                  </a:lnTo>
                  <a:lnTo>
                    <a:pt x="283368" y="397185"/>
                  </a:lnTo>
                  <a:lnTo>
                    <a:pt x="283501" y="397048"/>
                  </a:lnTo>
                  <a:lnTo>
                    <a:pt x="284380" y="395949"/>
                  </a:lnTo>
                  <a:lnTo>
                    <a:pt x="284421" y="395742"/>
                  </a:lnTo>
                  <a:lnTo>
                    <a:pt x="284505" y="395367"/>
                  </a:lnTo>
                  <a:lnTo>
                    <a:pt x="284609" y="395074"/>
                  </a:lnTo>
                  <a:lnTo>
                    <a:pt x="284687" y="394829"/>
                  </a:lnTo>
                  <a:lnTo>
                    <a:pt x="284722" y="394368"/>
                  </a:lnTo>
                  <a:lnTo>
                    <a:pt x="284896" y="393952"/>
                  </a:lnTo>
                  <a:lnTo>
                    <a:pt x="284617" y="393596"/>
                  </a:lnTo>
                  <a:lnTo>
                    <a:pt x="284510" y="393461"/>
                  </a:lnTo>
                  <a:lnTo>
                    <a:pt x="284194" y="393182"/>
                  </a:lnTo>
                  <a:lnTo>
                    <a:pt x="283801" y="392929"/>
                  </a:lnTo>
                  <a:lnTo>
                    <a:pt x="283629" y="392584"/>
                  </a:lnTo>
                  <a:lnTo>
                    <a:pt x="283295" y="392031"/>
                  </a:lnTo>
                  <a:lnTo>
                    <a:pt x="283128" y="390016"/>
                  </a:lnTo>
                  <a:lnTo>
                    <a:pt x="283119" y="389879"/>
                  </a:lnTo>
                  <a:lnTo>
                    <a:pt x="283143" y="389752"/>
                  </a:lnTo>
                  <a:lnTo>
                    <a:pt x="283135" y="389597"/>
                  </a:lnTo>
                  <a:lnTo>
                    <a:pt x="282924" y="389205"/>
                  </a:lnTo>
                  <a:lnTo>
                    <a:pt x="282782" y="389134"/>
                  </a:lnTo>
                  <a:lnTo>
                    <a:pt x="282738" y="388897"/>
                  </a:lnTo>
                  <a:lnTo>
                    <a:pt x="283287" y="388551"/>
                  </a:lnTo>
                  <a:lnTo>
                    <a:pt x="283626" y="388252"/>
                  </a:lnTo>
                  <a:lnTo>
                    <a:pt x="283445" y="388033"/>
                  </a:lnTo>
                  <a:lnTo>
                    <a:pt x="282972" y="387490"/>
                  </a:lnTo>
                  <a:lnTo>
                    <a:pt x="282842" y="387315"/>
                  </a:lnTo>
                  <a:lnTo>
                    <a:pt x="282653" y="386970"/>
                  </a:lnTo>
                  <a:lnTo>
                    <a:pt x="282639" y="386047"/>
                  </a:lnTo>
                  <a:lnTo>
                    <a:pt x="282649" y="385552"/>
                  </a:lnTo>
                  <a:lnTo>
                    <a:pt x="282837" y="385072"/>
                  </a:lnTo>
                  <a:lnTo>
                    <a:pt x="282964" y="384790"/>
                  </a:lnTo>
                  <a:lnTo>
                    <a:pt x="282986" y="384605"/>
                  </a:lnTo>
                  <a:lnTo>
                    <a:pt x="282915" y="384150"/>
                  </a:lnTo>
                  <a:lnTo>
                    <a:pt x="282869" y="383741"/>
                  </a:lnTo>
                  <a:lnTo>
                    <a:pt x="282776" y="383390"/>
                  </a:lnTo>
                  <a:lnTo>
                    <a:pt x="282730" y="383238"/>
                  </a:lnTo>
                  <a:lnTo>
                    <a:pt x="282588" y="382772"/>
                  </a:lnTo>
                  <a:lnTo>
                    <a:pt x="282155" y="382136"/>
                  </a:lnTo>
                  <a:lnTo>
                    <a:pt x="281997" y="381897"/>
                  </a:lnTo>
                  <a:lnTo>
                    <a:pt x="281903" y="381744"/>
                  </a:lnTo>
                  <a:lnTo>
                    <a:pt x="281566" y="381182"/>
                  </a:lnTo>
                  <a:lnTo>
                    <a:pt x="281421" y="380948"/>
                  </a:lnTo>
                  <a:lnTo>
                    <a:pt x="281177" y="380538"/>
                  </a:lnTo>
                  <a:lnTo>
                    <a:pt x="279802" y="381453"/>
                  </a:lnTo>
                  <a:lnTo>
                    <a:pt x="280544" y="379974"/>
                  </a:lnTo>
                  <a:lnTo>
                    <a:pt x="280830" y="379386"/>
                  </a:lnTo>
                  <a:lnTo>
                    <a:pt x="280868" y="378900"/>
                  </a:lnTo>
                  <a:lnTo>
                    <a:pt x="280928" y="378048"/>
                  </a:lnTo>
                  <a:lnTo>
                    <a:pt x="280959" y="377671"/>
                  </a:lnTo>
                  <a:lnTo>
                    <a:pt x="281102" y="377306"/>
                  </a:lnTo>
                  <a:lnTo>
                    <a:pt x="281100" y="377006"/>
                  </a:lnTo>
                  <a:lnTo>
                    <a:pt x="281186" y="376779"/>
                  </a:lnTo>
                  <a:lnTo>
                    <a:pt x="281387" y="376556"/>
                  </a:lnTo>
                  <a:lnTo>
                    <a:pt x="281455" y="376394"/>
                  </a:lnTo>
                  <a:lnTo>
                    <a:pt x="281523" y="376223"/>
                  </a:lnTo>
                  <a:lnTo>
                    <a:pt x="281619" y="375981"/>
                  </a:lnTo>
                  <a:lnTo>
                    <a:pt x="281723" y="375716"/>
                  </a:lnTo>
                  <a:lnTo>
                    <a:pt x="281989" y="375274"/>
                  </a:lnTo>
                  <a:lnTo>
                    <a:pt x="282166" y="374972"/>
                  </a:lnTo>
                  <a:lnTo>
                    <a:pt x="282281" y="374759"/>
                  </a:lnTo>
                  <a:lnTo>
                    <a:pt x="282438" y="374500"/>
                  </a:lnTo>
                  <a:lnTo>
                    <a:pt x="282548" y="374313"/>
                  </a:lnTo>
                  <a:lnTo>
                    <a:pt x="282630" y="374170"/>
                  </a:lnTo>
                  <a:lnTo>
                    <a:pt x="282929" y="373494"/>
                  </a:lnTo>
                  <a:lnTo>
                    <a:pt x="283089" y="373158"/>
                  </a:lnTo>
                  <a:lnTo>
                    <a:pt x="283242" y="372847"/>
                  </a:lnTo>
                  <a:lnTo>
                    <a:pt x="283417" y="372505"/>
                  </a:lnTo>
                  <a:lnTo>
                    <a:pt x="283482" y="372359"/>
                  </a:lnTo>
                  <a:lnTo>
                    <a:pt x="283552" y="372202"/>
                  </a:lnTo>
                  <a:lnTo>
                    <a:pt x="283701" y="371866"/>
                  </a:lnTo>
                  <a:lnTo>
                    <a:pt x="283992" y="371376"/>
                  </a:lnTo>
                  <a:lnTo>
                    <a:pt x="284219" y="370878"/>
                  </a:lnTo>
                  <a:lnTo>
                    <a:pt x="284278" y="370498"/>
                  </a:lnTo>
                  <a:lnTo>
                    <a:pt x="284420" y="370328"/>
                  </a:lnTo>
                  <a:lnTo>
                    <a:pt x="284711" y="368553"/>
                  </a:lnTo>
                  <a:lnTo>
                    <a:pt x="285343" y="368146"/>
                  </a:lnTo>
                  <a:lnTo>
                    <a:pt x="285231" y="367327"/>
                  </a:lnTo>
                  <a:lnTo>
                    <a:pt x="285241" y="367039"/>
                  </a:lnTo>
                  <a:lnTo>
                    <a:pt x="285316" y="366605"/>
                  </a:lnTo>
                  <a:lnTo>
                    <a:pt x="285514" y="366177"/>
                  </a:lnTo>
                  <a:lnTo>
                    <a:pt x="285610" y="365968"/>
                  </a:lnTo>
                  <a:lnTo>
                    <a:pt x="285877" y="365505"/>
                  </a:lnTo>
                  <a:lnTo>
                    <a:pt x="286190" y="364963"/>
                  </a:lnTo>
                  <a:lnTo>
                    <a:pt x="286360" y="364669"/>
                  </a:lnTo>
                  <a:lnTo>
                    <a:pt x="286513" y="364402"/>
                  </a:lnTo>
                  <a:lnTo>
                    <a:pt x="286026" y="363779"/>
                  </a:lnTo>
                  <a:lnTo>
                    <a:pt x="285758" y="363331"/>
                  </a:lnTo>
                  <a:lnTo>
                    <a:pt x="285293" y="362220"/>
                  </a:lnTo>
                  <a:lnTo>
                    <a:pt x="285303" y="362093"/>
                  </a:lnTo>
                  <a:lnTo>
                    <a:pt x="285428" y="361526"/>
                  </a:lnTo>
                  <a:lnTo>
                    <a:pt x="285433" y="361268"/>
                  </a:lnTo>
                  <a:lnTo>
                    <a:pt x="285677" y="360253"/>
                  </a:lnTo>
                  <a:lnTo>
                    <a:pt x="285667" y="360054"/>
                  </a:lnTo>
                  <a:lnTo>
                    <a:pt x="286074" y="358221"/>
                  </a:lnTo>
                  <a:lnTo>
                    <a:pt x="286046" y="358038"/>
                  </a:lnTo>
                  <a:lnTo>
                    <a:pt x="286099" y="357674"/>
                  </a:lnTo>
                  <a:lnTo>
                    <a:pt x="285273" y="356755"/>
                  </a:lnTo>
                  <a:lnTo>
                    <a:pt x="285145" y="356566"/>
                  </a:lnTo>
                  <a:lnTo>
                    <a:pt x="285010" y="356365"/>
                  </a:lnTo>
                  <a:lnTo>
                    <a:pt x="284692" y="355889"/>
                  </a:lnTo>
                  <a:lnTo>
                    <a:pt x="284578" y="355720"/>
                  </a:lnTo>
                  <a:lnTo>
                    <a:pt x="284429" y="355418"/>
                  </a:lnTo>
                  <a:lnTo>
                    <a:pt x="284082" y="355148"/>
                  </a:lnTo>
                  <a:lnTo>
                    <a:pt x="283880" y="355156"/>
                  </a:lnTo>
                  <a:lnTo>
                    <a:pt x="283672" y="355166"/>
                  </a:lnTo>
                  <a:lnTo>
                    <a:pt x="283411" y="354647"/>
                  </a:lnTo>
                  <a:lnTo>
                    <a:pt x="283331" y="353893"/>
                  </a:lnTo>
                  <a:lnTo>
                    <a:pt x="283482" y="353359"/>
                  </a:lnTo>
                  <a:lnTo>
                    <a:pt x="283521" y="353220"/>
                  </a:lnTo>
                  <a:lnTo>
                    <a:pt x="283626" y="352851"/>
                  </a:lnTo>
                  <a:lnTo>
                    <a:pt x="283704" y="352299"/>
                  </a:lnTo>
                  <a:lnTo>
                    <a:pt x="284018" y="351909"/>
                  </a:lnTo>
                  <a:lnTo>
                    <a:pt x="284112" y="351752"/>
                  </a:lnTo>
                  <a:lnTo>
                    <a:pt x="284268" y="351514"/>
                  </a:lnTo>
                  <a:lnTo>
                    <a:pt x="284357" y="351364"/>
                  </a:lnTo>
                  <a:lnTo>
                    <a:pt x="284492" y="351143"/>
                  </a:lnTo>
                  <a:lnTo>
                    <a:pt x="284890" y="350335"/>
                  </a:lnTo>
                  <a:lnTo>
                    <a:pt x="285399" y="349924"/>
                  </a:lnTo>
                  <a:lnTo>
                    <a:pt x="285625" y="349726"/>
                  </a:lnTo>
                  <a:lnTo>
                    <a:pt x="286044" y="349414"/>
                  </a:lnTo>
                  <a:lnTo>
                    <a:pt x="286295" y="349252"/>
                  </a:lnTo>
                  <a:lnTo>
                    <a:pt x="286508" y="348923"/>
                  </a:lnTo>
                  <a:lnTo>
                    <a:pt x="286957" y="348004"/>
                  </a:lnTo>
                  <a:lnTo>
                    <a:pt x="287175" y="347634"/>
                  </a:lnTo>
                  <a:lnTo>
                    <a:pt x="287428" y="347180"/>
                  </a:lnTo>
                  <a:lnTo>
                    <a:pt x="287592" y="346876"/>
                  </a:lnTo>
                  <a:lnTo>
                    <a:pt x="287710" y="346617"/>
                  </a:lnTo>
                  <a:lnTo>
                    <a:pt x="287790" y="346412"/>
                  </a:lnTo>
                  <a:lnTo>
                    <a:pt x="287869" y="346208"/>
                  </a:lnTo>
                  <a:lnTo>
                    <a:pt x="287960" y="345979"/>
                  </a:lnTo>
                  <a:lnTo>
                    <a:pt x="288069" y="345706"/>
                  </a:lnTo>
                  <a:lnTo>
                    <a:pt x="288167" y="345463"/>
                  </a:lnTo>
                  <a:lnTo>
                    <a:pt x="288232" y="345301"/>
                  </a:lnTo>
                  <a:lnTo>
                    <a:pt x="288414" y="344824"/>
                  </a:lnTo>
                  <a:lnTo>
                    <a:pt x="288477" y="344663"/>
                  </a:lnTo>
                  <a:lnTo>
                    <a:pt x="288155" y="344789"/>
                  </a:lnTo>
                  <a:lnTo>
                    <a:pt x="286941" y="345256"/>
                  </a:lnTo>
                  <a:lnTo>
                    <a:pt x="286573" y="345486"/>
                  </a:lnTo>
                  <a:lnTo>
                    <a:pt x="286215" y="345707"/>
                  </a:lnTo>
                  <a:lnTo>
                    <a:pt x="285827" y="345890"/>
                  </a:lnTo>
                  <a:lnTo>
                    <a:pt x="285536" y="346013"/>
                  </a:lnTo>
                  <a:lnTo>
                    <a:pt x="284953" y="346049"/>
                  </a:lnTo>
                  <a:lnTo>
                    <a:pt x="283957" y="346697"/>
                  </a:lnTo>
                  <a:lnTo>
                    <a:pt x="283609" y="346792"/>
                  </a:lnTo>
                  <a:lnTo>
                    <a:pt x="283422" y="346842"/>
                  </a:lnTo>
                  <a:lnTo>
                    <a:pt x="282940" y="346463"/>
                  </a:lnTo>
                  <a:lnTo>
                    <a:pt x="282613" y="346205"/>
                  </a:lnTo>
                  <a:lnTo>
                    <a:pt x="282471" y="346092"/>
                  </a:lnTo>
                  <a:lnTo>
                    <a:pt x="282035" y="345739"/>
                  </a:lnTo>
                  <a:lnTo>
                    <a:pt x="281683" y="345454"/>
                  </a:lnTo>
                  <a:lnTo>
                    <a:pt x="281480" y="345298"/>
                  </a:lnTo>
                  <a:lnTo>
                    <a:pt x="280939" y="344964"/>
                  </a:lnTo>
                  <a:lnTo>
                    <a:pt x="280691" y="344809"/>
                  </a:lnTo>
                  <a:lnTo>
                    <a:pt x="280503" y="344693"/>
                  </a:lnTo>
                  <a:lnTo>
                    <a:pt x="280070" y="344467"/>
                  </a:lnTo>
                  <a:lnTo>
                    <a:pt x="279673" y="344295"/>
                  </a:lnTo>
                  <a:lnTo>
                    <a:pt x="279397" y="344151"/>
                  </a:lnTo>
                  <a:lnTo>
                    <a:pt x="279075" y="343981"/>
                  </a:lnTo>
                  <a:lnTo>
                    <a:pt x="278643" y="343517"/>
                  </a:lnTo>
                  <a:lnTo>
                    <a:pt x="278450" y="343367"/>
                  </a:lnTo>
                  <a:lnTo>
                    <a:pt x="278273" y="343246"/>
                  </a:lnTo>
                  <a:lnTo>
                    <a:pt x="277874" y="343026"/>
                  </a:lnTo>
                  <a:lnTo>
                    <a:pt x="277739" y="343067"/>
                  </a:lnTo>
                  <a:lnTo>
                    <a:pt x="277514" y="342936"/>
                  </a:lnTo>
                  <a:lnTo>
                    <a:pt x="277319" y="342821"/>
                  </a:lnTo>
                  <a:lnTo>
                    <a:pt x="277021" y="342649"/>
                  </a:lnTo>
                  <a:lnTo>
                    <a:pt x="276490" y="342347"/>
                  </a:lnTo>
                  <a:lnTo>
                    <a:pt x="276299" y="342679"/>
                  </a:lnTo>
                  <a:lnTo>
                    <a:pt x="275909" y="342904"/>
                  </a:lnTo>
                  <a:lnTo>
                    <a:pt x="275371" y="343220"/>
                  </a:lnTo>
                  <a:lnTo>
                    <a:pt x="274921" y="343489"/>
                  </a:lnTo>
                  <a:lnTo>
                    <a:pt x="274651" y="343685"/>
                  </a:lnTo>
                  <a:lnTo>
                    <a:pt x="274024" y="344143"/>
                  </a:lnTo>
                  <a:lnTo>
                    <a:pt x="273850" y="344277"/>
                  </a:lnTo>
                  <a:lnTo>
                    <a:pt x="273676" y="344412"/>
                  </a:lnTo>
                  <a:lnTo>
                    <a:pt x="273200" y="344792"/>
                  </a:lnTo>
                  <a:lnTo>
                    <a:pt x="272934" y="345006"/>
                  </a:lnTo>
                  <a:lnTo>
                    <a:pt x="272619" y="345245"/>
                  </a:lnTo>
                  <a:lnTo>
                    <a:pt x="272427" y="345398"/>
                  </a:lnTo>
                  <a:lnTo>
                    <a:pt x="272238" y="345545"/>
                  </a:lnTo>
                  <a:lnTo>
                    <a:pt x="271773" y="345907"/>
                  </a:lnTo>
                  <a:lnTo>
                    <a:pt x="271338" y="346245"/>
                  </a:lnTo>
                  <a:lnTo>
                    <a:pt x="271087" y="346440"/>
                  </a:lnTo>
                  <a:lnTo>
                    <a:pt x="270896" y="346592"/>
                  </a:lnTo>
                  <a:lnTo>
                    <a:pt x="270696" y="346753"/>
                  </a:lnTo>
                  <a:lnTo>
                    <a:pt x="270543" y="346383"/>
                  </a:lnTo>
                  <a:lnTo>
                    <a:pt x="270470" y="346208"/>
                  </a:lnTo>
                  <a:lnTo>
                    <a:pt x="270061" y="345350"/>
                  </a:lnTo>
                  <a:lnTo>
                    <a:pt x="269804" y="344389"/>
                  </a:lnTo>
                  <a:lnTo>
                    <a:pt x="269670" y="344245"/>
                  </a:lnTo>
                  <a:lnTo>
                    <a:pt x="269598" y="344078"/>
                  </a:lnTo>
                  <a:lnTo>
                    <a:pt x="269519" y="343871"/>
                  </a:lnTo>
                  <a:lnTo>
                    <a:pt x="269284" y="343293"/>
                  </a:lnTo>
                  <a:lnTo>
                    <a:pt x="269125" y="342878"/>
                  </a:lnTo>
                  <a:lnTo>
                    <a:pt x="269067" y="342726"/>
                  </a:lnTo>
                  <a:lnTo>
                    <a:pt x="268842" y="340233"/>
                  </a:lnTo>
                  <a:lnTo>
                    <a:pt x="268131" y="338846"/>
                  </a:lnTo>
                  <a:lnTo>
                    <a:pt x="267557" y="338112"/>
                  </a:lnTo>
                  <a:lnTo>
                    <a:pt x="267553" y="337985"/>
                  </a:lnTo>
                  <a:lnTo>
                    <a:pt x="267591" y="337849"/>
                  </a:lnTo>
                  <a:lnTo>
                    <a:pt x="267591" y="337697"/>
                  </a:lnTo>
                  <a:lnTo>
                    <a:pt x="267431" y="337615"/>
                  </a:lnTo>
                  <a:lnTo>
                    <a:pt x="267024" y="337371"/>
                  </a:lnTo>
                  <a:lnTo>
                    <a:pt x="266569" y="337083"/>
                  </a:lnTo>
                  <a:lnTo>
                    <a:pt x="266291" y="336784"/>
                  </a:lnTo>
                  <a:lnTo>
                    <a:pt x="265765" y="336387"/>
                  </a:lnTo>
                  <a:lnTo>
                    <a:pt x="264687" y="335611"/>
                  </a:lnTo>
                  <a:lnTo>
                    <a:pt x="264319" y="335348"/>
                  </a:lnTo>
                  <a:lnTo>
                    <a:pt x="263935" y="335070"/>
                  </a:lnTo>
                  <a:lnTo>
                    <a:pt x="263475" y="334753"/>
                  </a:lnTo>
                  <a:lnTo>
                    <a:pt x="263216" y="334576"/>
                  </a:lnTo>
                  <a:lnTo>
                    <a:pt x="263176" y="334379"/>
                  </a:lnTo>
                  <a:lnTo>
                    <a:pt x="263444" y="334006"/>
                  </a:lnTo>
                  <a:lnTo>
                    <a:pt x="263606" y="333791"/>
                  </a:lnTo>
                  <a:lnTo>
                    <a:pt x="263993" y="333276"/>
                  </a:lnTo>
                  <a:lnTo>
                    <a:pt x="264197" y="333004"/>
                  </a:lnTo>
                  <a:lnTo>
                    <a:pt x="264540" y="332516"/>
                  </a:lnTo>
                  <a:lnTo>
                    <a:pt x="264779" y="332164"/>
                  </a:lnTo>
                  <a:lnTo>
                    <a:pt x="265158" y="331599"/>
                  </a:lnTo>
                  <a:lnTo>
                    <a:pt x="265252" y="331468"/>
                  </a:lnTo>
                  <a:lnTo>
                    <a:pt x="265774" y="330743"/>
                  </a:lnTo>
                  <a:lnTo>
                    <a:pt x="266480" y="330423"/>
                  </a:lnTo>
                  <a:lnTo>
                    <a:pt x="266692" y="330326"/>
                  </a:lnTo>
                  <a:lnTo>
                    <a:pt x="267337" y="330032"/>
                  </a:lnTo>
                  <a:lnTo>
                    <a:pt x="267648" y="329912"/>
                  </a:lnTo>
                  <a:lnTo>
                    <a:pt x="267803" y="329846"/>
                  </a:lnTo>
                  <a:lnTo>
                    <a:pt x="268094" y="329739"/>
                  </a:lnTo>
                  <a:lnTo>
                    <a:pt x="268499" y="329589"/>
                  </a:lnTo>
                  <a:lnTo>
                    <a:pt x="268805" y="329462"/>
                  </a:lnTo>
                  <a:lnTo>
                    <a:pt x="269090" y="329343"/>
                  </a:lnTo>
                  <a:lnTo>
                    <a:pt x="269922" y="329002"/>
                  </a:lnTo>
                  <a:lnTo>
                    <a:pt x="270105" y="329059"/>
                  </a:lnTo>
                  <a:lnTo>
                    <a:pt x="270409" y="329152"/>
                  </a:lnTo>
                  <a:lnTo>
                    <a:pt x="271138" y="329380"/>
                  </a:lnTo>
                  <a:lnTo>
                    <a:pt x="271300" y="329436"/>
                  </a:lnTo>
                  <a:lnTo>
                    <a:pt x="271609" y="329544"/>
                  </a:lnTo>
                  <a:lnTo>
                    <a:pt x="271902" y="329616"/>
                  </a:lnTo>
                  <a:lnTo>
                    <a:pt x="272904" y="329850"/>
                  </a:lnTo>
                  <a:lnTo>
                    <a:pt x="273714" y="330040"/>
                  </a:lnTo>
                  <a:lnTo>
                    <a:pt x="274250" y="330175"/>
                  </a:lnTo>
                  <a:lnTo>
                    <a:pt x="275194" y="330085"/>
                  </a:lnTo>
                  <a:lnTo>
                    <a:pt x="275908" y="329939"/>
                  </a:lnTo>
                  <a:lnTo>
                    <a:pt x="276216" y="329876"/>
                  </a:lnTo>
                  <a:lnTo>
                    <a:pt x="276491" y="329819"/>
                  </a:lnTo>
                  <a:lnTo>
                    <a:pt x="277159" y="329680"/>
                  </a:lnTo>
                  <a:lnTo>
                    <a:pt x="277624" y="329586"/>
                  </a:lnTo>
                  <a:lnTo>
                    <a:pt x="278002" y="329514"/>
                  </a:lnTo>
                  <a:lnTo>
                    <a:pt x="278295" y="329439"/>
                  </a:lnTo>
                  <a:lnTo>
                    <a:pt x="279036" y="329296"/>
                  </a:lnTo>
                  <a:lnTo>
                    <a:pt x="279242" y="329248"/>
                  </a:lnTo>
                  <a:lnTo>
                    <a:pt x="280806" y="328901"/>
                  </a:lnTo>
                  <a:lnTo>
                    <a:pt x="281645" y="328781"/>
                  </a:lnTo>
                  <a:lnTo>
                    <a:pt x="282343" y="328522"/>
                  </a:lnTo>
                  <a:lnTo>
                    <a:pt x="282890" y="328306"/>
                  </a:lnTo>
                  <a:lnTo>
                    <a:pt x="283315" y="328141"/>
                  </a:lnTo>
                  <a:lnTo>
                    <a:pt x="283624" y="328023"/>
                  </a:lnTo>
                  <a:lnTo>
                    <a:pt x="284593" y="327653"/>
                  </a:lnTo>
                  <a:lnTo>
                    <a:pt x="285150" y="327437"/>
                  </a:lnTo>
                  <a:lnTo>
                    <a:pt x="285462" y="327325"/>
                  </a:lnTo>
                  <a:lnTo>
                    <a:pt x="285781" y="327277"/>
                  </a:lnTo>
                  <a:lnTo>
                    <a:pt x="286278" y="327247"/>
                  </a:lnTo>
                  <a:lnTo>
                    <a:pt x="286526" y="327232"/>
                  </a:lnTo>
                  <a:lnTo>
                    <a:pt x="286749" y="327219"/>
                  </a:lnTo>
                  <a:lnTo>
                    <a:pt x="287406" y="327134"/>
                  </a:lnTo>
                  <a:lnTo>
                    <a:pt x="288096" y="327036"/>
                  </a:lnTo>
                  <a:lnTo>
                    <a:pt x="288513" y="326973"/>
                  </a:lnTo>
                  <a:lnTo>
                    <a:pt x="288699" y="326945"/>
                  </a:lnTo>
                  <a:lnTo>
                    <a:pt x="288965" y="326779"/>
                  </a:lnTo>
                  <a:lnTo>
                    <a:pt x="289098" y="326695"/>
                  </a:lnTo>
                  <a:lnTo>
                    <a:pt x="289541" y="326418"/>
                  </a:lnTo>
                  <a:lnTo>
                    <a:pt x="289813" y="326243"/>
                  </a:lnTo>
                  <a:lnTo>
                    <a:pt x="290027" y="326106"/>
                  </a:lnTo>
                  <a:lnTo>
                    <a:pt x="290591" y="325743"/>
                  </a:lnTo>
                  <a:lnTo>
                    <a:pt x="291013" y="325471"/>
                  </a:lnTo>
                  <a:lnTo>
                    <a:pt x="291285" y="325296"/>
                  </a:lnTo>
                  <a:lnTo>
                    <a:pt x="291506" y="325154"/>
                  </a:lnTo>
                  <a:lnTo>
                    <a:pt x="291847" y="324935"/>
                  </a:lnTo>
                  <a:lnTo>
                    <a:pt x="292068" y="324792"/>
                  </a:lnTo>
                  <a:lnTo>
                    <a:pt x="292150" y="324496"/>
                  </a:lnTo>
                  <a:lnTo>
                    <a:pt x="292329" y="323328"/>
                  </a:lnTo>
                  <a:lnTo>
                    <a:pt x="292364" y="323099"/>
                  </a:lnTo>
                  <a:lnTo>
                    <a:pt x="292412" y="322809"/>
                  </a:lnTo>
                  <a:lnTo>
                    <a:pt x="292465" y="322552"/>
                  </a:lnTo>
                  <a:lnTo>
                    <a:pt x="292434" y="322362"/>
                  </a:lnTo>
                  <a:lnTo>
                    <a:pt x="292324" y="321697"/>
                  </a:lnTo>
                  <a:lnTo>
                    <a:pt x="292128" y="320426"/>
                  </a:lnTo>
                  <a:lnTo>
                    <a:pt x="291942" y="319269"/>
                  </a:lnTo>
                  <a:lnTo>
                    <a:pt x="291060" y="316774"/>
                  </a:lnTo>
                  <a:lnTo>
                    <a:pt x="290828" y="315834"/>
                  </a:lnTo>
                  <a:lnTo>
                    <a:pt x="290629" y="315504"/>
                  </a:lnTo>
                  <a:lnTo>
                    <a:pt x="290418" y="315150"/>
                  </a:lnTo>
                  <a:lnTo>
                    <a:pt x="290223" y="314870"/>
                  </a:lnTo>
                  <a:lnTo>
                    <a:pt x="290078" y="314696"/>
                  </a:lnTo>
                  <a:lnTo>
                    <a:pt x="289478" y="314131"/>
                  </a:lnTo>
                  <a:lnTo>
                    <a:pt x="288980" y="313524"/>
                  </a:lnTo>
                  <a:lnTo>
                    <a:pt x="288531" y="312995"/>
                  </a:lnTo>
                  <a:lnTo>
                    <a:pt x="288123" y="312499"/>
                  </a:lnTo>
                  <a:lnTo>
                    <a:pt x="287946" y="312300"/>
                  </a:lnTo>
                  <a:lnTo>
                    <a:pt x="287824" y="312160"/>
                  </a:lnTo>
                  <a:lnTo>
                    <a:pt x="286584" y="311099"/>
                  </a:lnTo>
                  <a:lnTo>
                    <a:pt x="286609" y="310921"/>
                  </a:lnTo>
                  <a:lnTo>
                    <a:pt x="286663" y="310505"/>
                  </a:lnTo>
                  <a:lnTo>
                    <a:pt x="286744" y="309886"/>
                  </a:lnTo>
                  <a:lnTo>
                    <a:pt x="287456" y="306576"/>
                  </a:lnTo>
                  <a:lnTo>
                    <a:pt x="287504" y="306357"/>
                  </a:lnTo>
                  <a:lnTo>
                    <a:pt x="287722" y="305366"/>
                  </a:lnTo>
                  <a:lnTo>
                    <a:pt x="287683" y="305126"/>
                  </a:lnTo>
                  <a:lnTo>
                    <a:pt x="287532" y="305002"/>
                  </a:lnTo>
                  <a:lnTo>
                    <a:pt x="287428" y="304849"/>
                  </a:lnTo>
                  <a:lnTo>
                    <a:pt x="287329" y="304551"/>
                  </a:lnTo>
                  <a:lnTo>
                    <a:pt x="286572" y="304026"/>
                  </a:lnTo>
                  <a:lnTo>
                    <a:pt x="286045" y="304244"/>
                  </a:lnTo>
                  <a:lnTo>
                    <a:pt x="285114" y="304314"/>
                  </a:lnTo>
                  <a:lnTo>
                    <a:pt x="284873" y="304163"/>
                  </a:lnTo>
                  <a:lnTo>
                    <a:pt x="283890" y="304139"/>
                  </a:lnTo>
                  <a:lnTo>
                    <a:pt x="283854" y="304005"/>
                  </a:lnTo>
                  <a:lnTo>
                    <a:pt x="283526" y="303568"/>
                  </a:lnTo>
                  <a:lnTo>
                    <a:pt x="281552" y="302818"/>
                  </a:lnTo>
                  <a:lnTo>
                    <a:pt x="281294" y="302827"/>
                  </a:lnTo>
                  <a:lnTo>
                    <a:pt x="280034" y="303284"/>
                  </a:lnTo>
                  <a:lnTo>
                    <a:pt x="279669" y="303087"/>
                  </a:lnTo>
                  <a:lnTo>
                    <a:pt x="279477" y="302513"/>
                  </a:lnTo>
                  <a:lnTo>
                    <a:pt x="279550" y="302336"/>
                  </a:lnTo>
                  <a:lnTo>
                    <a:pt x="279963" y="301336"/>
                  </a:lnTo>
                  <a:lnTo>
                    <a:pt x="280311" y="300494"/>
                  </a:lnTo>
                  <a:lnTo>
                    <a:pt x="280461" y="300131"/>
                  </a:lnTo>
                  <a:lnTo>
                    <a:pt x="280890" y="299099"/>
                  </a:lnTo>
                  <a:lnTo>
                    <a:pt x="281357" y="298220"/>
                  </a:lnTo>
                  <a:lnTo>
                    <a:pt x="281505" y="297620"/>
                  </a:lnTo>
                  <a:lnTo>
                    <a:pt x="281612" y="297363"/>
                  </a:lnTo>
                  <a:lnTo>
                    <a:pt x="282105" y="296336"/>
                  </a:lnTo>
                  <a:lnTo>
                    <a:pt x="282423" y="295660"/>
                  </a:lnTo>
                  <a:lnTo>
                    <a:pt x="282696" y="295079"/>
                  </a:lnTo>
                  <a:lnTo>
                    <a:pt x="282899" y="294665"/>
                  </a:lnTo>
                  <a:lnTo>
                    <a:pt x="283010" y="294439"/>
                  </a:lnTo>
                  <a:lnTo>
                    <a:pt x="283306" y="293835"/>
                  </a:lnTo>
                  <a:lnTo>
                    <a:pt x="283377" y="293691"/>
                  </a:lnTo>
                  <a:lnTo>
                    <a:pt x="283521" y="293454"/>
                  </a:lnTo>
                  <a:lnTo>
                    <a:pt x="284017" y="292639"/>
                  </a:lnTo>
                  <a:lnTo>
                    <a:pt x="284276" y="292212"/>
                  </a:lnTo>
                  <a:lnTo>
                    <a:pt x="284938" y="291129"/>
                  </a:lnTo>
                  <a:lnTo>
                    <a:pt x="285421" y="290340"/>
                  </a:lnTo>
                  <a:lnTo>
                    <a:pt x="285730" y="289834"/>
                  </a:lnTo>
                  <a:lnTo>
                    <a:pt x="286178" y="289097"/>
                  </a:lnTo>
                  <a:lnTo>
                    <a:pt x="286220" y="288881"/>
                  </a:lnTo>
                  <a:lnTo>
                    <a:pt x="286337" y="288274"/>
                  </a:lnTo>
                  <a:lnTo>
                    <a:pt x="286366" y="288125"/>
                  </a:lnTo>
                  <a:lnTo>
                    <a:pt x="286479" y="287533"/>
                  </a:lnTo>
                  <a:lnTo>
                    <a:pt x="286530" y="287271"/>
                  </a:lnTo>
                  <a:lnTo>
                    <a:pt x="286596" y="286930"/>
                  </a:lnTo>
                  <a:lnTo>
                    <a:pt x="287641" y="285081"/>
                  </a:lnTo>
                  <a:lnTo>
                    <a:pt x="289053" y="282581"/>
                  </a:lnTo>
                  <a:lnTo>
                    <a:pt x="289766" y="281867"/>
                  </a:lnTo>
                  <a:lnTo>
                    <a:pt x="290003" y="281629"/>
                  </a:lnTo>
                  <a:lnTo>
                    <a:pt x="290471" y="281160"/>
                  </a:lnTo>
                  <a:lnTo>
                    <a:pt x="290655" y="280976"/>
                  </a:lnTo>
                  <a:lnTo>
                    <a:pt x="290843" y="280787"/>
                  </a:lnTo>
                  <a:lnTo>
                    <a:pt x="291609" y="279726"/>
                  </a:lnTo>
                  <a:lnTo>
                    <a:pt x="292273" y="278805"/>
                  </a:lnTo>
                  <a:lnTo>
                    <a:pt x="292607" y="278344"/>
                  </a:lnTo>
                  <a:lnTo>
                    <a:pt x="293031" y="277758"/>
                  </a:lnTo>
                  <a:lnTo>
                    <a:pt x="293902" y="276554"/>
                  </a:lnTo>
                  <a:lnTo>
                    <a:pt x="294181" y="276166"/>
                  </a:lnTo>
                  <a:lnTo>
                    <a:pt x="294330" y="275960"/>
                  </a:lnTo>
                  <a:lnTo>
                    <a:pt x="295188" y="274774"/>
                  </a:lnTo>
                  <a:lnTo>
                    <a:pt x="295364" y="274530"/>
                  </a:lnTo>
                  <a:lnTo>
                    <a:pt x="295641" y="274146"/>
                  </a:lnTo>
                  <a:lnTo>
                    <a:pt x="295784" y="273949"/>
                  </a:lnTo>
                  <a:lnTo>
                    <a:pt x="295933" y="273131"/>
                  </a:lnTo>
                  <a:lnTo>
                    <a:pt x="296075" y="273064"/>
                  </a:lnTo>
                  <a:lnTo>
                    <a:pt x="296205" y="273025"/>
                  </a:lnTo>
                  <a:lnTo>
                    <a:pt x="296494" y="272252"/>
                  </a:lnTo>
                  <a:lnTo>
                    <a:pt x="296444" y="272049"/>
                  </a:lnTo>
                  <a:lnTo>
                    <a:pt x="296396" y="271765"/>
                  </a:lnTo>
                  <a:lnTo>
                    <a:pt x="296345" y="271617"/>
                  </a:lnTo>
                  <a:lnTo>
                    <a:pt x="296131" y="271464"/>
                  </a:lnTo>
                  <a:lnTo>
                    <a:pt x="292758" y="271805"/>
                  </a:lnTo>
                  <a:lnTo>
                    <a:pt x="292508" y="271762"/>
                  </a:lnTo>
                  <a:lnTo>
                    <a:pt x="292452" y="271598"/>
                  </a:lnTo>
                  <a:lnTo>
                    <a:pt x="292396" y="271355"/>
                  </a:lnTo>
                  <a:lnTo>
                    <a:pt x="292305" y="271108"/>
                  </a:lnTo>
                  <a:lnTo>
                    <a:pt x="292121" y="270777"/>
                  </a:lnTo>
                  <a:lnTo>
                    <a:pt x="291961" y="270642"/>
                  </a:lnTo>
                  <a:lnTo>
                    <a:pt x="291749" y="270583"/>
                  </a:lnTo>
                  <a:lnTo>
                    <a:pt x="290852" y="270318"/>
                  </a:lnTo>
                  <a:lnTo>
                    <a:pt x="290836" y="269337"/>
                  </a:lnTo>
                  <a:lnTo>
                    <a:pt x="290817" y="268075"/>
                  </a:lnTo>
                  <a:lnTo>
                    <a:pt x="290781" y="265876"/>
                  </a:lnTo>
                  <a:lnTo>
                    <a:pt x="290774" y="265386"/>
                  </a:lnTo>
                  <a:lnTo>
                    <a:pt x="290770" y="265142"/>
                  </a:lnTo>
                  <a:lnTo>
                    <a:pt x="290741" y="263361"/>
                  </a:lnTo>
                  <a:lnTo>
                    <a:pt x="292286" y="262418"/>
                  </a:lnTo>
                  <a:lnTo>
                    <a:pt x="293463" y="261699"/>
                  </a:lnTo>
                  <a:lnTo>
                    <a:pt x="296484" y="259853"/>
                  </a:lnTo>
                  <a:lnTo>
                    <a:pt x="297572" y="259188"/>
                  </a:lnTo>
                  <a:lnTo>
                    <a:pt x="298635" y="258538"/>
                  </a:lnTo>
                  <a:lnTo>
                    <a:pt x="298767" y="258458"/>
                  </a:lnTo>
                  <a:lnTo>
                    <a:pt x="298952" y="258344"/>
                  </a:lnTo>
                  <a:lnTo>
                    <a:pt x="300708" y="257271"/>
                  </a:lnTo>
                  <a:lnTo>
                    <a:pt x="301437" y="256826"/>
                  </a:lnTo>
                  <a:lnTo>
                    <a:pt x="301977" y="256496"/>
                  </a:lnTo>
                  <a:lnTo>
                    <a:pt x="302343" y="256273"/>
                  </a:lnTo>
                  <a:lnTo>
                    <a:pt x="303208" y="254599"/>
                  </a:lnTo>
                  <a:lnTo>
                    <a:pt x="303918" y="253226"/>
                  </a:lnTo>
                  <a:lnTo>
                    <a:pt x="304410" y="252274"/>
                  </a:lnTo>
                  <a:lnTo>
                    <a:pt x="304676" y="251760"/>
                  </a:lnTo>
                  <a:lnTo>
                    <a:pt x="305366" y="250426"/>
                  </a:lnTo>
                  <a:lnTo>
                    <a:pt x="305704" y="249772"/>
                  </a:lnTo>
                  <a:lnTo>
                    <a:pt x="305809" y="249570"/>
                  </a:lnTo>
                  <a:lnTo>
                    <a:pt x="306172" y="248869"/>
                  </a:lnTo>
                  <a:lnTo>
                    <a:pt x="306824" y="247607"/>
                  </a:lnTo>
                  <a:lnTo>
                    <a:pt x="307719" y="245877"/>
                  </a:lnTo>
                  <a:lnTo>
                    <a:pt x="307898" y="245530"/>
                  </a:lnTo>
                  <a:lnTo>
                    <a:pt x="308066" y="245207"/>
                  </a:lnTo>
                  <a:lnTo>
                    <a:pt x="308170" y="245004"/>
                  </a:lnTo>
                  <a:lnTo>
                    <a:pt x="308677" y="244026"/>
                  </a:lnTo>
                  <a:lnTo>
                    <a:pt x="309998" y="243608"/>
                  </a:lnTo>
                  <a:lnTo>
                    <a:pt x="310896" y="243323"/>
                  </a:lnTo>
                  <a:lnTo>
                    <a:pt x="311181" y="243233"/>
                  </a:lnTo>
                  <a:lnTo>
                    <a:pt x="312042" y="242961"/>
                  </a:lnTo>
                  <a:lnTo>
                    <a:pt x="312274" y="242887"/>
                  </a:lnTo>
                  <a:lnTo>
                    <a:pt x="312711" y="242749"/>
                  </a:lnTo>
                  <a:lnTo>
                    <a:pt x="313144" y="242612"/>
                  </a:lnTo>
                  <a:lnTo>
                    <a:pt x="314381" y="242219"/>
                  </a:lnTo>
                  <a:lnTo>
                    <a:pt x="314707" y="241451"/>
                  </a:lnTo>
                  <a:lnTo>
                    <a:pt x="314959" y="240809"/>
                  </a:lnTo>
                  <a:lnTo>
                    <a:pt x="315208" y="240174"/>
                  </a:lnTo>
                  <a:lnTo>
                    <a:pt x="318428" y="236866"/>
                  </a:lnTo>
                  <a:lnTo>
                    <a:pt x="319578" y="235919"/>
                  </a:lnTo>
                  <a:lnTo>
                    <a:pt x="320554" y="235114"/>
                  </a:lnTo>
                  <a:lnTo>
                    <a:pt x="321876" y="234022"/>
                  </a:lnTo>
                  <a:lnTo>
                    <a:pt x="323601" y="232601"/>
                  </a:lnTo>
                  <a:lnTo>
                    <a:pt x="324258" y="232268"/>
                  </a:lnTo>
                  <a:lnTo>
                    <a:pt x="325263" y="231746"/>
                  </a:lnTo>
                  <a:lnTo>
                    <a:pt x="326064" y="231331"/>
                  </a:lnTo>
                  <a:lnTo>
                    <a:pt x="327441" y="230606"/>
                  </a:lnTo>
                  <a:lnTo>
                    <a:pt x="327791" y="229830"/>
                  </a:lnTo>
                  <a:lnTo>
                    <a:pt x="328050" y="229176"/>
                  </a:lnTo>
                  <a:lnTo>
                    <a:pt x="328808" y="227263"/>
                  </a:lnTo>
                  <a:lnTo>
                    <a:pt x="329855" y="226443"/>
                  </a:lnTo>
                  <a:lnTo>
                    <a:pt x="330937" y="225597"/>
                  </a:lnTo>
                  <a:lnTo>
                    <a:pt x="331833" y="224895"/>
                  </a:lnTo>
                  <a:lnTo>
                    <a:pt x="331981" y="224780"/>
                  </a:lnTo>
                  <a:lnTo>
                    <a:pt x="332568" y="224321"/>
                  </a:lnTo>
                  <a:lnTo>
                    <a:pt x="332756" y="224174"/>
                  </a:lnTo>
                  <a:lnTo>
                    <a:pt x="333557" y="223547"/>
                  </a:lnTo>
                  <a:lnTo>
                    <a:pt x="333790" y="223364"/>
                  </a:lnTo>
                  <a:lnTo>
                    <a:pt x="335468" y="222051"/>
                  </a:lnTo>
                  <a:lnTo>
                    <a:pt x="337841" y="220195"/>
                  </a:lnTo>
                  <a:lnTo>
                    <a:pt x="343146" y="216044"/>
                  </a:lnTo>
                  <a:lnTo>
                    <a:pt x="343557" y="215722"/>
                  </a:lnTo>
                  <a:lnTo>
                    <a:pt x="344743" y="214794"/>
                  </a:lnTo>
                  <a:lnTo>
                    <a:pt x="347774" y="212129"/>
                  </a:lnTo>
                  <a:lnTo>
                    <a:pt x="347495" y="211904"/>
                  </a:lnTo>
                  <a:lnTo>
                    <a:pt x="347394" y="211732"/>
                  </a:lnTo>
                  <a:lnTo>
                    <a:pt x="347266" y="211621"/>
                  </a:lnTo>
                  <a:lnTo>
                    <a:pt x="347210" y="211455"/>
                  </a:lnTo>
                  <a:lnTo>
                    <a:pt x="347246" y="211300"/>
                  </a:lnTo>
                  <a:lnTo>
                    <a:pt x="347404" y="211135"/>
                  </a:lnTo>
                  <a:lnTo>
                    <a:pt x="347430" y="210652"/>
                  </a:lnTo>
                  <a:lnTo>
                    <a:pt x="347643" y="209988"/>
                  </a:lnTo>
                  <a:lnTo>
                    <a:pt x="347304" y="209786"/>
                  </a:lnTo>
                  <a:lnTo>
                    <a:pt x="347304" y="209524"/>
                  </a:lnTo>
                  <a:lnTo>
                    <a:pt x="347422" y="209275"/>
                  </a:lnTo>
                  <a:lnTo>
                    <a:pt x="347602" y="209034"/>
                  </a:lnTo>
                  <a:lnTo>
                    <a:pt x="347486" y="208625"/>
                  </a:lnTo>
                  <a:lnTo>
                    <a:pt x="347895" y="207576"/>
                  </a:lnTo>
                  <a:lnTo>
                    <a:pt x="348086" y="207242"/>
                  </a:lnTo>
                  <a:lnTo>
                    <a:pt x="348045" y="206998"/>
                  </a:lnTo>
                  <a:lnTo>
                    <a:pt x="347825" y="206574"/>
                  </a:lnTo>
                  <a:lnTo>
                    <a:pt x="347602" y="206279"/>
                  </a:lnTo>
                  <a:lnTo>
                    <a:pt x="347516" y="206116"/>
                  </a:lnTo>
                  <a:lnTo>
                    <a:pt x="347343" y="205933"/>
                  </a:lnTo>
                  <a:lnTo>
                    <a:pt x="347254" y="205802"/>
                  </a:lnTo>
                  <a:lnTo>
                    <a:pt x="347198" y="205617"/>
                  </a:lnTo>
                  <a:lnTo>
                    <a:pt x="347159" y="205471"/>
                  </a:lnTo>
                  <a:lnTo>
                    <a:pt x="347165" y="205189"/>
                  </a:lnTo>
                  <a:lnTo>
                    <a:pt x="347086" y="204965"/>
                  </a:lnTo>
                  <a:lnTo>
                    <a:pt x="347002" y="204782"/>
                  </a:lnTo>
                  <a:lnTo>
                    <a:pt x="346857" y="204510"/>
                  </a:lnTo>
                  <a:lnTo>
                    <a:pt x="346750" y="204352"/>
                  </a:lnTo>
                  <a:lnTo>
                    <a:pt x="346587" y="204235"/>
                  </a:lnTo>
                  <a:lnTo>
                    <a:pt x="346452" y="204159"/>
                  </a:lnTo>
                  <a:lnTo>
                    <a:pt x="346292" y="204138"/>
                  </a:lnTo>
                  <a:lnTo>
                    <a:pt x="346058" y="204123"/>
                  </a:lnTo>
                  <a:lnTo>
                    <a:pt x="345877" y="204136"/>
                  </a:lnTo>
                  <a:lnTo>
                    <a:pt x="345704" y="204161"/>
                  </a:lnTo>
                  <a:lnTo>
                    <a:pt x="345556" y="204174"/>
                  </a:lnTo>
                  <a:lnTo>
                    <a:pt x="345388" y="204192"/>
                  </a:lnTo>
                  <a:lnTo>
                    <a:pt x="345208" y="204100"/>
                  </a:lnTo>
                  <a:lnTo>
                    <a:pt x="345427" y="203589"/>
                  </a:lnTo>
                  <a:lnTo>
                    <a:pt x="345536" y="203016"/>
                  </a:lnTo>
                  <a:lnTo>
                    <a:pt x="345653" y="202871"/>
                  </a:lnTo>
                  <a:lnTo>
                    <a:pt x="346009" y="202675"/>
                  </a:lnTo>
                  <a:lnTo>
                    <a:pt x="346279" y="202400"/>
                  </a:lnTo>
                  <a:lnTo>
                    <a:pt x="346292" y="202237"/>
                  </a:lnTo>
                  <a:lnTo>
                    <a:pt x="346249" y="202067"/>
                  </a:lnTo>
                  <a:lnTo>
                    <a:pt x="346292" y="201884"/>
                  </a:lnTo>
                  <a:lnTo>
                    <a:pt x="346368" y="201675"/>
                  </a:lnTo>
                  <a:lnTo>
                    <a:pt x="346574" y="201484"/>
                  </a:lnTo>
                  <a:lnTo>
                    <a:pt x="346788" y="201329"/>
                  </a:lnTo>
                  <a:lnTo>
                    <a:pt x="346961" y="201258"/>
                  </a:lnTo>
                  <a:lnTo>
                    <a:pt x="347162" y="201120"/>
                  </a:lnTo>
                  <a:lnTo>
                    <a:pt x="347325" y="200996"/>
                  </a:lnTo>
                  <a:lnTo>
                    <a:pt x="347526" y="200616"/>
                  </a:lnTo>
                  <a:lnTo>
                    <a:pt x="347414" y="200428"/>
                  </a:lnTo>
                  <a:lnTo>
                    <a:pt x="348119" y="199764"/>
                  </a:lnTo>
                  <a:lnTo>
                    <a:pt x="348536" y="199377"/>
                  </a:lnTo>
                  <a:lnTo>
                    <a:pt x="348694" y="199278"/>
                  </a:lnTo>
                  <a:lnTo>
                    <a:pt x="349037" y="199186"/>
                  </a:lnTo>
                  <a:lnTo>
                    <a:pt x="349340" y="199136"/>
                  </a:lnTo>
                  <a:lnTo>
                    <a:pt x="349625" y="199130"/>
                  </a:lnTo>
                  <a:lnTo>
                    <a:pt x="350256" y="199059"/>
                  </a:lnTo>
                  <a:lnTo>
                    <a:pt x="350416" y="198985"/>
                  </a:lnTo>
                  <a:lnTo>
                    <a:pt x="350587" y="198685"/>
                  </a:lnTo>
                  <a:lnTo>
                    <a:pt x="351190" y="198619"/>
                  </a:lnTo>
                  <a:lnTo>
                    <a:pt x="351503" y="198527"/>
                  </a:lnTo>
                  <a:lnTo>
                    <a:pt x="351681" y="198319"/>
                  </a:lnTo>
                  <a:lnTo>
                    <a:pt x="351890" y="198108"/>
                  </a:lnTo>
                  <a:lnTo>
                    <a:pt x="352068" y="197975"/>
                  </a:lnTo>
                  <a:lnTo>
                    <a:pt x="352284" y="197904"/>
                  </a:lnTo>
                  <a:lnTo>
                    <a:pt x="352447" y="197858"/>
                  </a:lnTo>
                  <a:lnTo>
                    <a:pt x="352625" y="197774"/>
                  </a:lnTo>
                  <a:lnTo>
                    <a:pt x="352745" y="197578"/>
                  </a:lnTo>
                  <a:lnTo>
                    <a:pt x="352796" y="197441"/>
                  </a:lnTo>
                  <a:lnTo>
                    <a:pt x="352811" y="197281"/>
                  </a:lnTo>
                  <a:lnTo>
                    <a:pt x="352712" y="197123"/>
                  </a:lnTo>
                  <a:lnTo>
                    <a:pt x="352523" y="197049"/>
                  </a:lnTo>
                  <a:lnTo>
                    <a:pt x="352256" y="196881"/>
                  </a:lnTo>
                  <a:lnTo>
                    <a:pt x="352279" y="196672"/>
                  </a:lnTo>
                  <a:lnTo>
                    <a:pt x="352338" y="196527"/>
                  </a:lnTo>
                  <a:lnTo>
                    <a:pt x="352429" y="196395"/>
                  </a:lnTo>
                  <a:lnTo>
                    <a:pt x="352549" y="196179"/>
                  </a:lnTo>
                  <a:lnTo>
                    <a:pt x="352620" y="196006"/>
                  </a:lnTo>
                  <a:lnTo>
                    <a:pt x="352582" y="195823"/>
                  </a:lnTo>
                  <a:lnTo>
                    <a:pt x="352513" y="195680"/>
                  </a:lnTo>
                  <a:lnTo>
                    <a:pt x="352750" y="195220"/>
                  </a:lnTo>
                  <a:lnTo>
                    <a:pt x="353282" y="195059"/>
                  </a:lnTo>
                  <a:lnTo>
                    <a:pt x="353648" y="194937"/>
                  </a:lnTo>
                  <a:lnTo>
                    <a:pt x="353928" y="194764"/>
                  </a:lnTo>
                  <a:lnTo>
                    <a:pt x="354040" y="194571"/>
                  </a:lnTo>
                  <a:lnTo>
                    <a:pt x="354205" y="194362"/>
                  </a:lnTo>
                  <a:lnTo>
                    <a:pt x="354350" y="194237"/>
                  </a:lnTo>
                  <a:lnTo>
                    <a:pt x="354503" y="194219"/>
                  </a:lnTo>
                  <a:lnTo>
                    <a:pt x="354770" y="194174"/>
                  </a:lnTo>
                  <a:lnTo>
                    <a:pt x="354951" y="194120"/>
                  </a:lnTo>
                  <a:lnTo>
                    <a:pt x="355058" y="193993"/>
                  </a:lnTo>
                  <a:lnTo>
                    <a:pt x="355114" y="193851"/>
                  </a:lnTo>
                  <a:lnTo>
                    <a:pt x="355208" y="193652"/>
                  </a:lnTo>
                  <a:lnTo>
                    <a:pt x="354208" y="193210"/>
                  </a:lnTo>
                  <a:lnTo>
                    <a:pt x="353315" y="192896"/>
                  </a:lnTo>
                  <a:lnTo>
                    <a:pt x="352399" y="192588"/>
                  </a:lnTo>
                  <a:lnTo>
                    <a:pt x="350851" y="192097"/>
                  </a:lnTo>
                  <a:lnTo>
                    <a:pt x="350630" y="192029"/>
                  </a:lnTo>
                  <a:lnTo>
                    <a:pt x="350302" y="191884"/>
                  </a:lnTo>
                  <a:lnTo>
                    <a:pt x="349564" y="191929"/>
                  </a:lnTo>
                  <a:lnTo>
                    <a:pt x="349167" y="191952"/>
                  </a:lnTo>
                  <a:lnTo>
                    <a:pt x="347690" y="191913"/>
                  </a:lnTo>
                  <a:lnTo>
                    <a:pt x="347458" y="191907"/>
                  </a:lnTo>
                  <a:lnTo>
                    <a:pt x="346700" y="191887"/>
                  </a:lnTo>
                  <a:lnTo>
                    <a:pt x="346187" y="191868"/>
                  </a:lnTo>
                  <a:lnTo>
                    <a:pt x="345564" y="191853"/>
                  </a:lnTo>
                  <a:lnTo>
                    <a:pt x="344974" y="191838"/>
                  </a:lnTo>
                  <a:lnTo>
                    <a:pt x="344316" y="191821"/>
                  </a:lnTo>
                  <a:lnTo>
                    <a:pt x="343773" y="191805"/>
                  </a:lnTo>
                  <a:lnTo>
                    <a:pt x="343165" y="191787"/>
                  </a:lnTo>
                  <a:lnTo>
                    <a:pt x="342908" y="191779"/>
                  </a:lnTo>
                  <a:lnTo>
                    <a:pt x="342404" y="191739"/>
                  </a:lnTo>
                  <a:lnTo>
                    <a:pt x="342009" y="191683"/>
                  </a:lnTo>
                  <a:lnTo>
                    <a:pt x="341012" y="188884"/>
                  </a:lnTo>
                  <a:lnTo>
                    <a:pt x="340924" y="188710"/>
                  </a:lnTo>
                  <a:lnTo>
                    <a:pt x="341020" y="188076"/>
                  </a:lnTo>
                  <a:lnTo>
                    <a:pt x="341059" y="187813"/>
                  </a:lnTo>
                  <a:lnTo>
                    <a:pt x="342140" y="180634"/>
                  </a:lnTo>
                  <a:lnTo>
                    <a:pt x="342227" y="180053"/>
                  </a:lnTo>
                  <a:lnTo>
                    <a:pt x="342553" y="177889"/>
                  </a:lnTo>
                  <a:lnTo>
                    <a:pt x="342677" y="177065"/>
                  </a:lnTo>
                  <a:lnTo>
                    <a:pt x="342698" y="176929"/>
                  </a:lnTo>
                  <a:lnTo>
                    <a:pt x="342759" y="176519"/>
                  </a:lnTo>
                  <a:lnTo>
                    <a:pt x="342844" y="175955"/>
                  </a:lnTo>
                  <a:lnTo>
                    <a:pt x="343396" y="172288"/>
                  </a:lnTo>
                  <a:lnTo>
                    <a:pt x="342164" y="168192"/>
                  </a:lnTo>
                  <a:lnTo>
                    <a:pt x="342118" y="168038"/>
                  </a:lnTo>
                  <a:lnTo>
                    <a:pt x="341710" y="166682"/>
                  </a:lnTo>
                  <a:lnTo>
                    <a:pt x="343875" y="155922"/>
                  </a:lnTo>
                  <a:lnTo>
                    <a:pt x="343910" y="155749"/>
                  </a:lnTo>
                  <a:lnTo>
                    <a:pt x="343957" y="155519"/>
                  </a:lnTo>
                  <a:lnTo>
                    <a:pt x="344063" y="154993"/>
                  </a:lnTo>
                  <a:lnTo>
                    <a:pt x="344133" y="154641"/>
                  </a:lnTo>
                  <a:lnTo>
                    <a:pt x="344208" y="154269"/>
                  </a:lnTo>
                  <a:lnTo>
                    <a:pt x="344254" y="154040"/>
                  </a:lnTo>
                  <a:lnTo>
                    <a:pt x="344317" y="153730"/>
                  </a:lnTo>
                  <a:lnTo>
                    <a:pt x="344377" y="153429"/>
                  </a:lnTo>
                  <a:lnTo>
                    <a:pt x="344940" y="152887"/>
                  </a:lnTo>
                  <a:lnTo>
                    <a:pt x="346111" y="150884"/>
                  </a:lnTo>
                  <a:lnTo>
                    <a:pt x="346467" y="149774"/>
                  </a:lnTo>
                  <a:lnTo>
                    <a:pt x="347307" y="148704"/>
                  </a:lnTo>
                  <a:lnTo>
                    <a:pt x="348385" y="146013"/>
                  </a:lnTo>
                  <a:lnTo>
                    <a:pt x="348784" y="145018"/>
                  </a:lnTo>
                  <a:lnTo>
                    <a:pt x="348922" y="144892"/>
                  </a:lnTo>
                  <a:lnTo>
                    <a:pt x="349253" y="144593"/>
                  </a:lnTo>
                  <a:lnTo>
                    <a:pt x="349480" y="144057"/>
                  </a:lnTo>
                  <a:lnTo>
                    <a:pt x="349510" y="143755"/>
                  </a:lnTo>
                  <a:lnTo>
                    <a:pt x="349525" y="143612"/>
                  </a:lnTo>
                  <a:lnTo>
                    <a:pt x="349592" y="142940"/>
                  </a:lnTo>
                  <a:lnTo>
                    <a:pt x="349784" y="142343"/>
                  </a:lnTo>
                  <a:lnTo>
                    <a:pt x="349868" y="141921"/>
                  </a:lnTo>
                  <a:lnTo>
                    <a:pt x="350821" y="140155"/>
                  </a:lnTo>
                  <a:lnTo>
                    <a:pt x="350986" y="139624"/>
                  </a:lnTo>
                  <a:lnTo>
                    <a:pt x="355724" y="131675"/>
                  </a:lnTo>
                  <a:lnTo>
                    <a:pt x="356085" y="131911"/>
                  </a:lnTo>
                  <a:lnTo>
                    <a:pt x="356605" y="132629"/>
                  </a:lnTo>
                  <a:lnTo>
                    <a:pt x="356658" y="132807"/>
                  </a:lnTo>
                  <a:lnTo>
                    <a:pt x="356940" y="133250"/>
                  </a:lnTo>
                  <a:lnTo>
                    <a:pt x="356976" y="133387"/>
                  </a:lnTo>
                  <a:lnTo>
                    <a:pt x="357009" y="133514"/>
                  </a:lnTo>
                  <a:lnTo>
                    <a:pt x="357279" y="133601"/>
                  </a:lnTo>
                  <a:lnTo>
                    <a:pt x="357411" y="133570"/>
                  </a:lnTo>
                  <a:lnTo>
                    <a:pt x="357630" y="133642"/>
                  </a:lnTo>
                  <a:lnTo>
                    <a:pt x="357818" y="133700"/>
                  </a:lnTo>
                  <a:lnTo>
                    <a:pt x="357963" y="133667"/>
                  </a:lnTo>
                  <a:lnTo>
                    <a:pt x="357991" y="133499"/>
                  </a:lnTo>
                  <a:lnTo>
                    <a:pt x="358037" y="133217"/>
                  </a:lnTo>
                  <a:lnTo>
                    <a:pt x="358187" y="132929"/>
                  </a:lnTo>
                  <a:lnTo>
                    <a:pt x="358350" y="132901"/>
                  </a:lnTo>
                  <a:lnTo>
                    <a:pt x="358778" y="132878"/>
                  </a:lnTo>
                  <a:lnTo>
                    <a:pt x="358854" y="133087"/>
                  </a:lnTo>
                  <a:lnTo>
                    <a:pt x="359154" y="133311"/>
                  </a:lnTo>
                  <a:lnTo>
                    <a:pt x="359449" y="133596"/>
                  </a:lnTo>
                  <a:lnTo>
                    <a:pt x="359582" y="133517"/>
                  </a:lnTo>
                  <a:lnTo>
                    <a:pt x="360045" y="133178"/>
                  </a:lnTo>
                  <a:lnTo>
                    <a:pt x="360472" y="132285"/>
                  </a:lnTo>
                  <a:lnTo>
                    <a:pt x="360699" y="132150"/>
                  </a:lnTo>
                  <a:lnTo>
                    <a:pt x="360724" y="132016"/>
                  </a:lnTo>
                  <a:lnTo>
                    <a:pt x="360605" y="131809"/>
                  </a:lnTo>
                  <a:lnTo>
                    <a:pt x="360772" y="131387"/>
                  </a:lnTo>
                  <a:lnTo>
                    <a:pt x="360923" y="131479"/>
                  </a:lnTo>
                  <a:lnTo>
                    <a:pt x="361091" y="131568"/>
                  </a:lnTo>
                  <a:lnTo>
                    <a:pt x="361289" y="131677"/>
                  </a:lnTo>
                  <a:lnTo>
                    <a:pt x="361487" y="131809"/>
                  </a:lnTo>
                  <a:lnTo>
                    <a:pt x="361729" y="131820"/>
                  </a:lnTo>
                  <a:lnTo>
                    <a:pt x="361755" y="131458"/>
                  </a:lnTo>
                  <a:lnTo>
                    <a:pt x="361701" y="131133"/>
                  </a:lnTo>
                  <a:lnTo>
                    <a:pt x="361551" y="131036"/>
                  </a:lnTo>
                  <a:lnTo>
                    <a:pt x="361068" y="130497"/>
                  </a:lnTo>
                  <a:lnTo>
                    <a:pt x="360910" y="130280"/>
                  </a:lnTo>
                  <a:lnTo>
                    <a:pt x="360722" y="130049"/>
                  </a:lnTo>
                  <a:lnTo>
                    <a:pt x="360434" y="129664"/>
                  </a:lnTo>
                  <a:lnTo>
                    <a:pt x="360029" y="129224"/>
                  </a:lnTo>
                  <a:lnTo>
                    <a:pt x="359732" y="128891"/>
                  </a:lnTo>
                  <a:lnTo>
                    <a:pt x="359416" y="128540"/>
                  </a:lnTo>
                  <a:lnTo>
                    <a:pt x="359144" y="128240"/>
                  </a:lnTo>
                  <a:lnTo>
                    <a:pt x="358943" y="128016"/>
                  </a:lnTo>
                  <a:lnTo>
                    <a:pt x="358307" y="127293"/>
                  </a:lnTo>
                  <a:lnTo>
                    <a:pt x="358062" y="126741"/>
                  </a:lnTo>
                  <a:lnTo>
                    <a:pt x="357783" y="126443"/>
                  </a:lnTo>
                  <a:lnTo>
                    <a:pt x="357617" y="126186"/>
                  </a:lnTo>
                  <a:lnTo>
                    <a:pt x="357388" y="125919"/>
                  </a:lnTo>
                  <a:lnTo>
                    <a:pt x="356991" y="125514"/>
                  </a:lnTo>
                  <a:lnTo>
                    <a:pt x="356826" y="125186"/>
                  </a:lnTo>
                  <a:lnTo>
                    <a:pt x="356747" y="124939"/>
                  </a:lnTo>
                  <a:lnTo>
                    <a:pt x="356676" y="124792"/>
                  </a:lnTo>
                  <a:lnTo>
                    <a:pt x="356551" y="124530"/>
                  </a:lnTo>
                  <a:lnTo>
                    <a:pt x="356360" y="124283"/>
                  </a:lnTo>
                  <a:lnTo>
                    <a:pt x="356312" y="123985"/>
                  </a:lnTo>
                  <a:lnTo>
                    <a:pt x="356134" y="123754"/>
                  </a:lnTo>
                  <a:lnTo>
                    <a:pt x="355589" y="122893"/>
                  </a:lnTo>
                  <a:lnTo>
                    <a:pt x="355706" y="122718"/>
                  </a:lnTo>
                  <a:lnTo>
                    <a:pt x="355887" y="122601"/>
                  </a:lnTo>
                  <a:lnTo>
                    <a:pt x="356037" y="122504"/>
                  </a:lnTo>
                  <a:lnTo>
                    <a:pt x="356594" y="122430"/>
                  </a:lnTo>
                  <a:lnTo>
                    <a:pt x="356732" y="122463"/>
                  </a:lnTo>
                  <a:lnTo>
                    <a:pt x="356879" y="122502"/>
                  </a:lnTo>
                  <a:lnTo>
                    <a:pt x="357029" y="122502"/>
                  </a:lnTo>
                  <a:lnTo>
                    <a:pt x="357187" y="122621"/>
                  </a:lnTo>
                  <a:lnTo>
                    <a:pt x="357696" y="122575"/>
                  </a:lnTo>
                  <a:lnTo>
                    <a:pt x="357851" y="122547"/>
                  </a:lnTo>
                  <a:lnTo>
                    <a:pt x="358378" y="122362"/>
                  </a:lnTo>
                  <a:lnTo>
                    <a:pt x="358523" y="122318"/>
                  </a:lnTo>
                  <a:lnTo>
                    <a:pt x="358673" y="122275"/>
                  </a:lnTo>
                  <a:lnTo>
                    <a:pt x="358834" y="122265"/>
                  </a:lnTo>
                  <a:lnTo>
                    <a:pt x="359098" y="122204"/>
                  </a:lnTo>
                  <a:lnTo>
                    <a:pt x="359248" y="122148"/>
                  </a:lnTo>
                  <a:lnTo>
                    <a:pt x="359378" y="122097"/>
                  </a:lnTo>
                  <a:lnTo>
                    <a:pt x="359793" y="121985"/>
                  </a:lnTo>
                  <a:lnTo>
                    <a:pt x="359943" y="121881"/>
                  </a:lnTo>
                  <a:lnTo>
                    <a:pt x="360098" y="121911"/>
                  </a:lnTo>
                  <a:lnTo>
                    <a:pt x="360274" y="121909"/>
                  </a:lnTo>
                  <a:lnTo>
                    <a:pt x="360526" y="121863"/>
                  </a:lnTo>
                  <a:lnTo>
                    <a:pt x="360699" y="121835"/>
                  </a:lnTo>
                  <a:lnTo>
                    <a:pt x="360828" y="121815"/>
                  </a:lnTo>
                  <a:lnTo>
                    <a:pt x="360989" y="121787"/>
                  </a:lnTo>
                  <a:lnTo>
                    <a:pt x="361228" y="121621"/>
                  </a:lnTo>
                  <a:lnTo>
                    <a:pt x="361521" y="121570"/>
                  </a:lnTo>
                  <a:lnTo>
                    <a:pt x="361648" y="121552"/>
                  </a:lnTo>
                  <a:lnTo>
                    <a:pt x="361803" y="121504"/>
                  </a:lnTo>
                  <a:lnTo>
                    <a:pt x="361968" y="121463"/>
                  </a:lnTo>
                  <a:lnTo>
                    <a:pt x="362381" y="121303"/>
                  </a:lnTo>
                  <a:lnTo>
                    <a:pt x="362569" y="121213"/>
                  </a:lnTo>
                  <a:lnTo>
                    <a:pt x="362902" y="121051"/>
                  </a:lnTo>
                  <a:lnTo>
                    <a:pt x="363149" y="120934"/>
                  </a:lnTo>
                  <a:lnTo>
                    <a:pt x="363302" y="120860"/>
                  </a:lnTo>
                  <a:lnTo>
                    <a:pt x="363574" y="120741"/>
                  </a:lnTo>
                  <a:lnTo>
                    <a:pt x="363744" y="120649"/>
                  </a:lnTo>
                  <a:lnTo>
                    <a:pt x="363938" y="120560"/>
                  </a:lnTo>
                  <a:lnTo>
                    <a:pt x="364228" y="120435"/>
                  </a:lnTo>
                  <a:lnTo>
                    <a:pt x="364360" y="120349"/>
                  </a:lnTo>
                  <a:lnTo>
                    <a:pt x="364671" y="120166"/>
                  </a:lnTo>
                  <a:lnTo>
                    <a:pt x="365337" y="119769"/>
                  </a:lnTo>
                  <a:lnTo>
                    <a:pt x="365666" y="119410"/>
                  </a:lnTo>
                  <a:lnTo>
                    <a:pt x="365798" y="119280"/>
                  </a:lnTo>
                  <a:lnTo>
                    <a:pt x="366197" y="119728"/>
                  </a:lnTo>
                  <a:lnTo>
                    <a:pt x="366622" y="119740"/>
                  </a:lnTo>
                  <a:lnTo>
                    <a:pt x="366783" y="119718"/>
                  </a:lnTo>
                  <a:lnTo>
                    <a:pt x="367854" y="119041"/>
                  </a:lnTo>
                  <a:lnTo>
                    <a:pt x="368309" y="118753"/>
                  </a:lnTo>
                  <a:lnTo>
                    <a:pt x="368556" y="118598"/>
                  </a:lnTo>
                  <a:lnTo>
                    <a:pt x="369017" y="118344"/>
                  </a:lnTo>
                  <a:lnTo>
                    <a:pt x="369228" y="118211"/>
                  </a:lnTo>
                  <a:lnTo>
                    <a:pt x="369584" y="117995"/>
                  </a:lnTo>
                  <a:lnTo>
                    <a:pt x="370177" y="117611"/>
                  </a:lnTo>
                  <a:lnTo>
                    <a:pt x="370603" y="117323"/>
                  </a:lnTo>
                  <a:lnTo>
                    <a:pt x="371003" y="117037"/>
                  </a:lnTo>
                  <a:lnTo>
                    <a:pt x="371243" y="116856"/>
                  </a:lnTo>
                  <a:lnTo>
                    <a:pt x="371591" y="116620"/>
                  </a:lnTo>
                  <a:lnTo>
                    <a:pt x="371761" y="116505"/>
                  </a:lnTo>
                  <a:lnTo>
                    <a:pt x="371901" y="116405"/>
                  </a:lnTo>
                  <a:lnTo>
                    <a:pt x="372037" y="116328"/>
                  </a:lnTo>
                  <a:lnTo>
                    <a:pt x="372211" y="116246"/>
                  </a:lnTo>
                  <a:lnTo>
                    <a:pt x="372340" y="116184"/>
                  </a:lnTo>
                  <a:lnTo>
                    <a:pt x="372732" y="115990"/>
                  </a:lnTo>
                  <a:lnTo>
                    <a:pt x="372860" y="115951"/>
                  </a:lnTo>
                  <a:lnTo>
                    <a:pt x="373400" y="115561"/>
                  </a:lnTo>
                  <a:lnTo>
                    <a:pt x="373490" y="115385"/>
                  </a:lnTo>
                  <a:lnTo>
                    <a:pt x="373523" y="115032"/>
                  </a:lnTo>
                  <a:lnTo>
                    <a:pt x="373585" y="114688"/>
                  </a:lnTo>
                  <a:lnTo>
                    <a:pt x="373676" y="114392"/>
                  </a:lnTo>
                  <a:lnTo>
                    <a:pt x="373774" y="114204"/>
                  </a:lnTo>
                  <a:lnTo>
                    <a:pt x="373954" y="113994"/>
                  </a:lnTo>
                  <a:lnTo>
                    <a:pt x="374143" y="113796"/>
                  </a:lnTo>
                  <a:lnTo>
                    <a:pt x="374446" y="113518"/>
                  </a:lnTo>
                  <a:lnTo>
                    <a:pt x="374655" y="113263"/>
                  </a:lnTo>
                  <a:lnTo>
                    <a:pt x="374761" y="113110"/>
                  </a:lnTo>
                  <a:lnTo>
                    <a:pt x="374926" y="112840"/>
                  </a:lnTo>
                  <a:lnTo>
                    <a:pt x="375010" y="112699"/>
                  </a:lnTo>
                  <a:lnTo>
                    <a:pt x="375260" y="112332"/>
                  </a:lnTo>
                  <a:lnTo>
                    <a:pt x="375795" y="111766"/>
                  </a:lnTo>
                  <a:lnTo>
                    <a:pt x="375932" y="111643"/>
                  </a:lnTo>
                  <a:lnTo>
                    <a:pt x="376294" y="111327"/>
                  </a:lnTo>
                  <a:lnTo>
                    <a:pt x="376720" y="111052"/>
                  </a:lnTo>
                  <a:lnTo>
                    <a:pt x="376987" y="110888"/>
                  </a:lnTo>
                  <a:lnTo>
                    <a:pt x="377119" y="110823"/>
                  </a:lnTo>
                  <a:lnTo>
                    <a:pt x="377528" y="110578"/>
                  </a:lnTo>
                  <a:lnTo>
                    <a:pt x="377615" y="110332"/>
                  </a:lnTo>
                  <a:lnTo>
                    <a:pt x="377531" y="110059"/>
                  </a:lnTo>
                  <a:lnTo>
                    <a:pt x="377329" y="109691"/>
                  </a:lnTo>
                  <a:lnTo>
                    <a:pt x="377177" y="109385"/>
                  </a:lnTo>
                  <a:lnTo>
                    <a:pt x="377116" y="109097"/>
                  </a:lnTo>
                  <a:lnTo>
                    <a:pt x="377003" y="108945"/>
                  </a:lnTo>
                  <a:lnTo>
                    <a:pt x="376789" y="108568"/>
                  </a:lnTo>
                  <a:lnTo>
                    <a:pt x="376784" y="108431"/>
                  </a:lnTo>
                  <a:lnTo>
                    <a:pt x="376795" y="108296"/>
                  </a:lnTo>
                  <a:lnTo>
                    <a:pt x="376801" y="108153"/>
                  </a:lnTo>
                  <a:lnTo>
                    <a:pt x="376813" y="108026"/>
                  </a:lnTo>
                  <a:lnTo>
                    <a:pt x="376804" y="107716"/>
                  </a:lnTo>
                  <a:lnTo>
                    <a:pt x="376539" y="107317"/>
                  </a:lnTo>
                  <a:lnTo>
                    <a:pt x="376248" y="107093"/>
                  </a:lnTo>
                  <a:lnTo>
                    <a:pt x="376110" y="107030"/>
                  </a:lnTo>
                  <a:lnTo>
                    <a:pt x="375722" y="106813"/>
                  </a:lnTo>
                  <a:lnTo>
                    <a:pt x="375465" y="106642"/>
                  </a:lnTo>
                  <a:lnTo>
                    <a:pt x="375233" y="106438"/>
                  </a:lnTo>
                  <a:lnTo>
                    <a:pt x="375065" y="106289"/>
                  </a:lnTo>
                  <a:lnTo>
                    <a:pt x="374913" y="106009"/>
                  </a:lnTo>
                  <a:lnTo>
                    <a:pt x="375014" y="105603"/>
                  </a:lnTo>
                  <a:lnTo>
                    <a:pt x="375157" y="105424"/>
                  </a:lnTo>
                  <a:lnTo>
                    <a:pt x="375254" y="105219"/>
                  </a:lnTo>
                  <a:lnTo>
                    <a:pt x="375482" y="104995"/>
                  </a:lnTo>
                  <a:lnTo>
                    <a:pt x="375677" y="104545"/>
                  </a:lnTo>
                  <a:lnTo>
                    <a:pt x="375545" y="104301"/>
                  </a:lnTo>
                  <a:lnTo>
                    <a:pt x="375380" y="104060"/>
                  </a:lnTo>
                  <a:lnTo>
                    <a:pt x="375296" y="103917"/>
                  </a:lnTo>
                  <a:lnTo>
                    <a:pt x="374900" y="103498"/>
                  </a:lnTo>
                  <a:lnTo>
                    <a:pt x="374629" y="103299"/>
                  </a:lnTo>
                  <a:lnTo>
                    <a:pt x="374319" y="103177"/>
                  </a:lnTo>
                  <a:lnTo>
                    <a:pt x="374130" y="103183"/>
                  </a:lnTo>
                  <a:lnTo>
                    <a:pt x="373930" y="103086"/>
                  </a:lnTo>
                  <a:lnTo>
                    <a:pt x="373779" y="103017"/>
                  </a:lnTo>
                  <a:lnTo>
                    <a:pt x="373401" y="102845"/>
                  </a:lnTo>
                  <a:lnTo>
                    <a:pt x="373251" y="102773"/>
                  </a:lnTo>
                  <a:lnTo>
                    <a:pt x="373111" y="102708"/>
                  </a:lnTo>
                  <a:lnTo>
                    <a:pt x="372970" y="102645"/>
                  </a:lnTo>
                  <a:lnTo>
                    <a:pt x="372368" y="102249"/>
                  </a:lnTo>
                  <a:lnTo>
                    <a:pt x="372240" y="102147"/>
                  </a:lnTo>
                  <a:lnTo>
                    <a:pt x="371775" y="101760"/>
                  </a:lnTo>
                  <a:lnTo>
                    <a:pt x="371691" y="101625"/>
                  </a:lnTo>
                  <a:lnTo>
                    <a:pt x="371291" y="101197"/>
                  </a:lnTo>
                  <a:lnTo>
                    <a:pt x="371161" y="101110"/>
                  </a:lnTo>
                  <a:lnTo>
                    <a:pt x="370918" y="100949"/>
                  </a:lnTo>
                  <a:lnTo>
                    <a:pt x="370709" y="100763"/>
                  </a:lnTo>
                  <a:lnTo>
                    <a:pt x="370551" y="100500"/>
                  </a:lnTo>
                  <a:lnTo>
                    <a:pt x="370416" y="100286"/>
                  </a:lnTo>
                  <a:lnTo>
                    <a:pt x="370282" y="100060"/>
                  </a:lnTo>
                  <a:lnTo>
                    <a:pt x="370141" y="99596"/>
                  </a:lnTo>
                  <a:lnTo>
                    <a:pt x="370355" y="99491"/>
                  </a:lnTo>
                  <a:lnTo>
                    <a:pt x="370612" y="99331"/>
                  </a:lnTo>
                  <a:lnTo>
                    <a:pt x="370963" y="99123"/>
                  </a:lnTo>
                  <a:lnTo>
                    <a:pt x="371416" y="98843"/>
                  </a:lnTo>
                  <a:lnTo>
                    <a:pt x="371612" y="98723"/>
                  </a:lnTo>
                  <a:lnTo>
                    <a:pt x="372039" y="98469"/>
                  </a:lnTo>
                  <a:lnTo>
                    <a:pt x="372660" y="98067"/>
                  </a:lnTo>
                  <a:lnTo>
                    <a:pt x="372859" y="97937"/>
                  </a:lnTo>
                  <a:lnTo>
                    <a:pt x="372874" y="97789"/>
                  </a:lnTo>
                  <a:lnTo>
                    <a:pt x="372871" y="97639"/>
                  </a:lnTo>
                  <a:lnTo>
                    <a:pt x="372889" y="97458"/>
                  </a:lnTo>
                  <a:lnTo>
                    <a:pt x="372917" y="97150"/>
                  </a:lnTo>
                  <a:lnTo>
                    <a:pt x="372935" y="96995"/>
                  </a:lnTo>
                  <a:lnTo>
                    <a:pt x="372948" y="96843"/>
                  </a:lnTo>
                  <a:lnTo>
                    <a:pt x="372961" y="96700"/>
                  </a:lnTo>
                  <a:lnTo>
                    <a:pt x="372963" y="96415"/>
                  </a:lnTo>
                  <a:lnTo>
                    <a:pt x="372968" y="96265"/>
                  </a:lnTo>
                  <a:lnTo>
                    <a:pt x="372973" y="96110"/>
                  </a:lnTo>
                  <a:lnTo>
                    <a:pt x="372986" y="95975"/>
                  </a:lnTo>
                  <a:lnTo>
                    <a:pt x="373004" y="95802"/>
                  </a:lnTo>
                  <a:lnTo>
                    <a:pt x="373029" y="95517"/>
                  </a:lnTo>
                  <a:lnTo>
                    <a:pt x="373044" y="95362"/>
                  </a:lnTo>
                  <a:lnTo>
                    <a:pt x="373060" y="95082"/>
                  </a:lnTo>
                  <a:lnTo>
                    <a:pt x="373072" y="94927"/>
                  </a:lnTo>
                  <a:lnTo>
                    <a:pt x="373085" y="94774"/>
                  </a:lnTo>
                  <a:lnTo>
                    <a:pt x="373100" y="94626"/>
                  </a:lnTo>
                  <a:lnTo>
                    <a:pt x="373106" y="94349"/>
                  </a:lnTo>
                  <a:lnTo>
                    <a:pt x="373118" y="94176"/>
                  </a:lnTo>
                  <a:lnTo>
                    <a:pt x="373131" y="94023"/>
                  </a:lnTo>
                  <a:lnTo>
                    <a:pt x="373144" y="93891"/>
                  </a:lnTo>
                  <a:lnTo>
                    <a:pt x="373164" y="93591"/>
                  </a:lnTo>
                  <a:lnTo>
                    <a:pt x="373169" y="93428"/>
                  </a:lnTo>
                  <a:lnTo>
                    <a:pt x="373177" y="93285"/>
                  </a:lnTo>
                  <a:lnTo>
                    <a:pt x="373172" y="93150"/>
                  </a:lnTo>
                  <a:lnTo>
                    <a:pt x="373192" y="93005"/>
                  </a:lnTo>
                  <a:lnTo>
                    <a:pt x="373238" y="92767"/>
                  </a:lnTo>
                  <a:lnTo>
                    <a:pt x="373766" y="90762"/>
                  </a:lnTo>
                  <a:lnTo>
                    <a:pt x="373873" y="90321"/>
                  </a:lnTo>
                  <a:lnTo>
                    <a:pt x="374017" y="89728"/>
                  </a:lnTo>
                  <a:lnTo>
                    <a:pt x="374162" y="89128"/>
                  </a:lnTo>
                  <a:lnTo>
                    <a:pt x="374289" y="88605"/>
                  </a:lnTo>
                  <a:lnTo>
                    <a:pt x="374480" y="87818"/>
                  </a:lnTo>
                  <a:lnTo>
                    <a:pt x="374608" y="87295"/>
                  </a:lnTo>
                  <a:lnTo>
                    <a:pt x="374668" y="87051"/>
                  </a:lnTo>
                  <a:lnTo>
                    <a:pt x="374811" y="86471"/>
                  </a:lnTo>
                  <a:lnTo>
                    <a:pt x="375013" y="85649"/>
                  </a:lnTo>
                  <a:lnTo>
                    <a:pt x="375150" y="85094"/>
                  </a:lnTo>
                  <a:lnTo>
                    <a:pt x="375193" y="84917"/>
                  </a:lnTo>
                  <a:lnTo>
                    <a:pt x="375285" y="84668"/>
                  </a:lnTo>
                  <a:lnTo>
                    <a:pt x="375377" y="84220"/>
                  </a:lnTo>
                  <a:lnTo>
                    <a:pt x="375411" y="84050"/>
                  </a:lnTo>
                  <a:lnTo>
                    <a:pt x="375498" y="83627"/>
                  </a:lnTo>
                  <a:lnTo>
                    <a:pt x="375559" y="83328"/>
                  </a:lnTo>
                  <a:lnTo>
                    <a:pt x="375653" y="82982"/>
                  </a:lnTo>
                  <a:lnTo>
                    <a:pt x="375699" y="82797"/>
                  </a:lnTo>
                  <a:lnTo>
                    <a:pt x="375829" y="82281"/>
                  </a:lnTo>
                  <a:lnTo>
                    <a:pt x="375889" y="82020"/>
                  </a:lnTo>
                  <a:lnTo>
                    <a:pt x="376075" y="81244"/>
                  </a:lnTo>
                  <a:lnTo>
                    <a:pt x="376112" y="81094"/>
                  </a:lnTo>
                  <a:lnTo>
                    <a:pt x="376383" y="80020"/>
                  </a:lnTo>
                  <a:lnTo>
                    <a:pt x="376470" y="79675"/>
                  </a:lnTo>
                  <a:lnTo>
                    <a:pt x="376686" y="78806"/>
                  </a:lnTo>
                  <a:lnTo>
                    <a:pt x="376808" y="78306"/>
                  </a:lnTo>
                  <a:lnTo>
                    <a:pt x="377036" y="77375"/>
                  </a:lnTo>
                  <a:lnTo>
                    <a:pt x="379783" y="77861"/>
                  </a:lnTo>
                  <a:lnTo>
                    <a:pt x="380002" y="77900"/>
                  </a:lnTo>
                  <a:lnTo>
                    <a:pt x="380312" y="78128"/>
                  </a:lnTo>
                  <a:lnTo>
                    <a:pt x="382428" y="79586"/>
                  </a:lnTo>
                  <a:lnTo>
                    <a:pt x="383178" y="80108"/>
                  </a:lnTo>
                  <a:lnTo>
                    <a:pt x="383417" y="80273"/>
                  </a:lnTo>
                  <a:lnTo>
                    <a:pt x="383547" y="80363"/>
                  </a:lnTo>
                  <a:lnTo>
                    <a:pt x="384132" y="80768"/>
                  </a:lnTo>
                  <a:lnTo>
                    <a:pt x="384383" y="80942"/>
                  </a:lnTo>
                  <a:lnTo>
                    <a:pt x="384802" y="81232"/>
                  </a:lnTo>
                  <a:lnTo>
                    <a:pt x="384934" y="80993"/>
                  </a:lnTo>
                  <a:lnTo>
                    <a:pt x="385481" y="80000"/>
                  </a:lnTo>
                  <a:lnTo>
                    <a:pt x="385704" y="79595"/>
                  </a:lnTo>
                  <a:lnTo>
                    <a:pt x="385850" y="79328"/>
                  </a:lnTo>
                  <a:lnTo>
                    <a:pt x="385993" y="79068"/>
                  </a:lnTo>
                  <a:lnTo>
                    <a:pt x="386417" y="78297"/>
                  </a:lnTo>
                  <a:lnTo>
                    <a:pt x="386883" y="77450"/>
                  </a:lnTo>
                  <a:lnTo>
                    <a:pt x="387258" y="76768"/>
                  </a:lnTo>
                  <a:lnTo>
                    <a:pt x="387856" y="76084"/>
                  </a:lnTo>
                  <a:lnTo>
                    <a:pt x="388071" y="75839"/>
                  </a:lnTo>
                  <a:lnTo>
                    <a:pt x="388337" y="75535"/>
                  </a:lnTo>
                  <a:lnTo>
                    <a:pt x="388672" y="75153"/>
                  </a:lnTo>
                  <a:lnTo>
                    <a:pt x="389000" y="74778"/>
                  </a:lnTo>
                  <a:lnTo>
                    <a:pt x="389656" y="74387"/>
                  </a:lnTo>
                  <a:lnTo>
                    <a:pt x="391689" y="72646"/>
                  </a:lnTo>
                  <a:lnTo>
                    <a:pt x="392005" y="71787"/>
                  </a:lnTo>
                  <a:lnTo>
                    <a:pt x="392404" y="70702"/>
                  </a:lnTo>
                  <a:lnTo>
                    <a:pt x="392675" y="69714"/>
                  </a:lnTo>
                  <a:lnTo>
                    <a:pt x="392963" y="68664"/>
                  </a:lnTo>
                  <a:lnTo>
                    <a:pt x="393147" y="67981"/>
                  </a:lnTo>
                  <a:lnTo>
                    <a:pt x="393282" y="67480"/>
                  </a:lnTo>
                  <a:lnTo>
                    <a:pt x="393818" y="65491"/>
                  </a:lnTo>
                  <a:lnTo>
                    <a:pt x="393890" y="65224"/>
                  </a:lnTo>
                  <a:lnTo>
                    <a:pt x="394150" y="63912"/>
                  </a:lnTo>
                  <a:lnTo>
                    <a:pt x="396673" y="62892"/>
                  </a:lnTo>
                  <a:lnTo>
                    <a:pt x="398135" y="62303"/>
                  </a:lnTo>
                  <a:lnTo>
                    <a:pt x="398628" y="62105"/>
                  </a:lnTo>
                  <a:lnTo>
                    <a:pt x="398972" y="61966"/>
                  </a:lnTo>
                  <a:lnTo>
                    <a:pt x="400181" y="61492"/>
                  </a:lnTo>
                  <a:lnTo>
                    <a:pt x="400325" y="61488"/>
                  </a:lnTo>
                  <a:lnTo>
                    <a:pt x="401171" y="61461"/>
                  </a:lnTo>
                  <a:lnTo>
                    <a:pt x="402733" y="61410"/>
                  </a:lnTo>
                  <a:lnTo>
                    <a:pt x="403034" y="61401"/>
                  </a:lnTo>
                  <a:lnTo>
                    <a:pt x="403292" y="61393"/>
                  </a:lnTo>
                  <a:lnTo>
                    <a:pt x="403558" y="61384"/>
                  </a:lnTo>
                  <a:lnTo>
                    <a:pt x="404750" y="61344"/>
                  </a:lnTo>
                  <a:lnTo>
                    <a:pt x="405161" y="61331"/>
                  </a:lnTo>
                  <a:lnTo>
                    <a:pt x="408002" y="61234"/>
                  </a:lnTo>
                  <a:lnTo>
                    <a:pt x="408952" y="61202"/>
                  </a:lnTo>
                  <a:lnTo>
                    <a:pt x="410468" y="60888"/>
                  </a:lnTo>
                  <a:lnTo>
                    <a:pt x="410996" y="60468"/>
                  </a:lnTo>
                  <a:lnTo>
                    <a:pt x="411352" y="59739"/>
                  </a:lnTo>
                  <a:lnTo>
                    <a:pt x="411222" y="59377"/>
                  </a:lnTo>
                  <a:lnTo>
                    <a:pt x="406235" y="55496"/>
                  </a:lnTo>
                  <a:lnTo>
                    <a:pt x="406100" y="55391"/>
                  </a:lnTo>
                  <a:lnTo>
                    <a:pt x="405902" y="55272"/>
                  </a:lnTo>
                  <a:lnTo>
                    <a:pt x="405333" y="54932"/>
                  </a:lnTo>
                  <a:lnTo>
                    <a:pt x="405136" y="54814"/>
                  </a:lnTo>
                  <a:lnTo>
                    <a:pt x="404556" y="54466"/>
                  </a:lnTo>
                  <a:lnTo>
                    <a:pt x="404135" y="54214"/>
                  </a:lnTo>
                  <a:lnTo>
                    <a:pt x="398631" y="50916"/>
                  </a:lnTo>
                  <a:lnTo>
                    <a:pt x="397434" y="50199"/>
                  </a:lnTo>
                  <a:lnTo>
                    <a:pt x="397954" y="48777"/>
                  </a:lnTo>
                  <a:lnTo>
                    <a:pt x="398774" y="46530"/>
                  </a:lnTo>
                  <a:lnTo>
                    <a:pt x="398902" y="44382"/>
                  </a:lnTo>
                  <a:lnTo>
                    <a:pt x="398924" y="44011"/>
                  </a:lnTo>
                  <a:lnTo>
                    <a:pt x="399035" y="42133"/>
                  </a:lnTo>
                  <a:lnTo>
                    <a:pt x="399082" y="41330"/>
                  </a:lnTo>
                  <a:lnTo>
                    <a:pt x="399100" y="41035"/>
                  </a:lnTo>
                  <a:lnTo>
                    <a:pt x="399151" y="40176"/>
                  </a:lnTo>
                  <a:lnTo>
                    <a:pt x="399353" y="36759"/>
                  </a:lnTo>
                  <a:lnTo>
                    <a:pt x="399388" y="36173"/>
                  </a:lnTo>
                  <a:lnTo>
                    <a:pt x="399505" y="34186"/>
                  </a:lnTo>
                  <a:lnTo>
                    <a:pt x="399604" y="32517"/>
                  </a:lnTo>
                  <a:lnTo>
                    <a:pt x="398625" y="28382"/>
                  </a:lnTo>
                  <a:lnTo>
                    <a:pt x="398593" y="28248"/>
                  </a:lnTo>
                  <a:lnTo>
                    <a:pt x="398247" y="26788"/>
                  </a:lnTo>
                  <a:lnTo>
                    <a:pt x="394298" y="27009"/>
                  </a:lnTo>
                  <a:lnTo>
                    <a:pt x="389835" y="27260"/>
                  </a:lnTo>
                  <a:lnTo>
                    <a:pt x="389591" y="27274"/>
                  </a:lnTo>
                  <a:lnTo>
                    <a:pt x="388269" y="27348"/>
                  </a:lnTo>
                  <a:lnTo>
                    <a:pt x="387386" y="27398"/>
                  </a:lnTo>
                  <a:lnTo>
                    <a:pt x="385796" y="27488"/>
                  </a:lnTo>
                  <a:lnTo>
                    <a:pt x="385308" y="27515"/>
                  </a:lnTo>
                  <a:lnTo>
                    <a:pt x="384939" y="27536"/>
                  </a:lnTo>
                  <a:lnTo>
                    <a:pt x="382211" y="27690"/>
                  </a:lnTo>
                  <a:lnTo>
                    <a:pt x="381702" y="27718"/>
                  </a:lnTo>
                  <a:lnTo>
                    <a:pt x="381531" y="27728"/>
                  </a:lnTo>
                  <a:lnTo>
                    <a:pt x="380952" y="27761"/>
                  </a:lnTo>
                  <a:lnTo>
                    <a:pt x="379109" y="28651"/>
                  </a:lnTo>
                  <a:lnTo>
                    <a:pt x="378774" y="28813"/>
                  </a:lnTo>
                  <a:lnTo>
                    <a:pt x="377507" y="29421"/>
                  </a:lnTo>
                  <a:lnTo>
                    <a:pt x="376289" y="30007"/>
                  </a:lnTo>
                  <a:lnTo>
                    <a:pt x="375238" y="30512"/>
                  </a:lnTo>
                  <a:lnTo>
                    <a:pt x="374579" y="30828"/>
                  </a:lnTo>
                  <a:lnTo>
                    <a:pt x="373455" y="31368"/>
                  </a:lnTo>
                  <a:lnTo>
                    <a:pt x="372988" y="31592"/>
                  </a:lnTo>
                  <a:lnTo>
                    <a:pt x="372568" y="31794"/>
                  </a:lnTo>
                  <a:lnTo>
                    <a:pt x="372098" y="32020"/>
                  </a:lnTo>
                  <a:lnTo>
                    <a:pt x="371814" y="32156"/>
                  </a:lnTo>
                  <a:lnTo>
                    <a:pt x="371662" y="32229"/>
                  </a:lnTo>
                  <a:lnTo>
                    <a:pt x="370730" y="32633"/>
                  </a:lnTo>
                  <a:lnTo>
                    <a:pt x="367795" y="33905"/>
                  </a:lnTo>
                  <a:lnTo>
                    <a:pt x="367014" y="34243"/>
                  </a:lnTo>
                  <a:lnTo>
                    <a:pt x="366491" y="34470"/>
                  </a:lnTo>
                  <a:lnTo>
                    <a:pt x="366273" y="34564"/>
                  </a:lnTo>
                  <a:lnTo>
                    <a:pt x="365650" y="34834"/>
                  </a:lnTo>
                  <a:lnTo>
                    <a:pt x="365127" y="35061"/>
                  </a:lnTo>
                  <a:lnTo>
                    <a:pt x="364675" y="35256"/>
                  </a:lnTo>
                  <a:lnTo>
                    <a:pt x="364196" y="35464"/>
                  </a:lnTo>
                  <a:lnTo>
                    <a:pt x="363096" y="35941"/>
                  </a:lnTo>
                  <a:lnTo>
                    <a:pt x="362755" y="36088"/>
                  </a:lnTo>
                  <a:lnTo>
                    <a:pt x="361775" y="36513"/>
                  </a:lnTo>
                  <a:lnTo>
                    <a:pt x="361087" y="36811"/>
                  </a:lnTo>
                  <a:lnTo>
                    <a:pt x="360868" y="36906"/>
                  </a:lnTo>
                  <a:lnTo>
                    <a:pt x="360708" y="36975"/>
                  </a:lnTo>
                  <a:lnTo>
                    <a:pt x="357233" y="38481"/>
                  </a:lnTo>
                  <a:lnTo>
                    <a:pt x="356295" y="38888"/>
                  </a:lnTo>
                  <a:lnTo>
                    <a:pt x="354917" y="39688"/>
                  </a:lnTo>
                  <a:lnTo>
                    <a:pt x="354359" y="40012"/>
                  </a:lnTo>
                  <a:lnTo>
                    <a:pt x="353887" y="40286"/>
                  </a:lnTo>
                  <a:lnTo>
                    <a:pt x="352452" y="40885"/>
                  </a:lnTo>
                  <a:lnTo>
                    <a:pt x="351813" y="41223"/>
                  </a:lnTo>
                  <a:lnTo>
                    <a:pt x="351387" y="41449"/>
                  </a:lnTo>
                  <a:lnTo>
                    <a:pt x="350980" y="41802"/>
                  </a:lnTo>
                  <a:lnTo>
                    <a:pt x="350264" y="42055"/>
                  </a:lnTo>
                  <a:lnTo>
                    <a:pt x="349928" y="42174"/>
                  </a:lnTo>
                  <a:lnTo>
                    <a:pt x="349792" y="42223"/>
                  </a:lnTo>
                  <a:lnTo>
                    <a:pt x="349436" y="42683"/>
                  </a:lnTo>
                  <a:lnTo>
                    <a:pt x="349347" y="42888"/>
                  </a:lnTo>
                  <a:lnTo>
                    <a:pt x="349257" y="43469"/>
                  </a:lnTo>
                  <a:lnTo>
                    <a:pt x="349221" y="43733"/>
                  </a:lnTo>
                  <a:lnTo>
                    <a:pt x="348607" y="44259"/>
                  </a:lnTo>
                  <a:lnTo>
                    <a:pt x="347927" y="44355"/>
                  </a:lnTo>
                  <a:lnTo>
                    <a:pt x="347619" y="44286"/>
                  </a:lnTo>
                  <a:lnTo>
                    <a:pt x="347213" y="43948"/>
                  </a:lnTo>
                  <a:lnTo>
                    <a:pt x="346320" y="44036"/>
                  </a:lnTo>
                  <a:lnTo>
                    <a:pt x="346022" y="43968"/>
                  </a:lnTo>
                  <a:lnTo>
                    <a:pt x="345882" y="43909"/>
                  </a:lnTo>
                  <a:lnTo>
                    <a:pt x="345649" y="43812"/>
                  </a:lnTo>
                  <a:lnTo>
                    <a:pt x="344336" y="43940"/>
                  </a:lnTo>
                  <a:lnTo>
                    <a:pt x="343652" y="44136"/>
                  </a:lnTo>
                  <a:lnTo>
                    <a:pt x="342934" y="44341"/>
                  </a:lnTo>
                  <a:lnTo>
                    <a:pt x="341959" y="44615"/>
                  </a:lnTo>
                  <a:lnTo>
                    <a:pt x="341372" y="44780"/>
                  </a:lnTo>
                  <a:lnTo>
                    <a:pt x="340892" y="44914"/>
                  </a:lnTo>
                  <a:lnTo>
                    <a:pt x="340445" y="45040"/>
                  </a:lnTo>
                  <a:lnTo>
                    <a:pt x="340115" y="45109"/>
                  </a:lnTo>
                  <a:lnTo>
                    <a:pt x="339943" y="45078"/>
                  </a:lnTo>
                  <a:lnTo>
                    <a:pt x="339499" y="44999"/>
                  </a:lnTo>
                  <a:lnTo>
                    <a:pt x="339344" y="44971"/>
                  </a:lnTo>
                  <a:lnTo>
                    <a:pt x="337181" y="44190"/>
                  </a:lnTo>
                  <a:lnTo>
                    <a:pt x="336786" y="43980"/>
                  </a:lnTo>
                  <a:lnTo>
                    <a:pt x="336542" y="43849"/>
                  </a:lnTo>
                  <a:lnTo>
                    <a:pt x="335130" y="43097"/>
                  </a:lnTo>
                  <a:lnTo>
                    <a:pt x="332953" y="41935"/>
                  </a:lnTo>
                  <a:lnTo>
                    <a:pt x="332739" y="40530"/>
                  </a:lnTo>
                  <a:lnTo>
                    <a:pt x="332652" y="39961"/>
                  </a:lnTo>
                  <a:lnTo>
                    <a:pt x="332528" y="39109"/>
                  </a:lnTo>
                  <a:lnTo>
                    <a:pt x="332646" y="38275"/>
                  </a:lnTo>
                  <a:lnTo>
                    <a:pt x="332763" y="37491"/>
                  </a:lnTo>
                  <a:lnTo>
                    <a:pt x="332806" y="37204"/>
                  </a:lnTo>
                  <a:lnTo>
                    <a:pt x="333178" y="36363"/>
                  </a:lnTo>
                  <a:lnTo>
                    <a:pt x="333396" y="35871"/>
                  </a:lnTo>
                  <a:lnTo>
                    <a:pt x="333938" y="34647"/>
                  </a:lnTo>
                  <a:lnTo>
                    <a:pt x="334340" y="33737"/>
                  </a:lnTo>
                  <a:lnTo>
                    <a:pt x="334499" y="33494"/>
                  </a:lnTo>
                  <a:lnTo>
                    <a:pt x="334983" y="32752"/>
                  </a:lnTo>
                  <a:lnTo>
                    <a:pt x="335474" y="31831"/>
                  </a:lnTo>
                  <a:lnTo>
                    <a:pt x="335864" y="31098"/>
                  </a:lnTo>
                  <a:lnTo>
                    <a:pt x="336073" y="30706"/>
                  </a:lnTo>
                  <a:lnTo>
                    <a:pt x="336228" y="29916"/>
                  </a:lnTo>
                  <a:lnTo>
                    <a:pt x="336273" y="29685"/>
                  </a:lnTo>
                  <a:lnTo>
                    <a:pt x="336386" y="29110"/>
                  </a:lnTo>
                  <a:lnTo>
                    <a:pt x="336733" y="28841"/>
                  </a:lnTo>
                  <a:lnTo>
                    <a:pt x="337010" y="28625"/>
                  </a:lnTo>
                  <a:lnTo>
                    <a:pt x="337763" y="26909"/>
                  </a:lnTo>
                  <a:lnTo>
                    <a:pt x="338992" y="25037"/>
                  </a:lnTo>
                  <a:lnTo>
                    <a:pt x="340042" y="23438"/>
                  </a:lnTo>
                  <a:lnTo>
                    <a:pt x="339995" y="22887"/>
                  </a:lnTo>
                  <a:lnTo>
                    <a:pt x="339715" y="22551"/>
                  </a:lnTo>
                  <a:lnTo>
                    <a:pt x="339356" y="22063"/>
                  </a:lnTo>
                  <a:lnTo>
                    <a:pt x="338776" y="19792"/>
                  </a:lnTo>
                  <a:lnTo>
                    <a:pt x="339255" y="18413"/>
                  </a:lnTo>
                  <a:lnTo>
                    <a:pt x="339188" y="16714"/>
                  </a:lnTo>
                  <a:lnTo>
                    <a:pt x="339830" y="16255"/>
                  </a:lnTo>
                  <a:lnTo>
                    <a:pt x="339865" y="16099"/>
                  </a:lnTo>
                  <a:lnTo>
                    <a:pt x="340251" y="14397"/>
                  </a:lnTo>
                  <a:lnTo>
                    <a:pt x="340470" y="13471"/>
                  </a:lnTo>
                  <a:lnTo>
                    <a:pt x="340779" y="12168"/>
                  </a:lnTo>
                  <a:lnTo>
                    <a:pt x="341159" y="10475"/>
                  </a:lnTo>
                  <a:lnTo>
                    <a:pt x="342104" y="8757"/>
                  </a:lnTo>
                  <a:lnTo>
                    <a:pt x="342423" y="8417"/>
                  </a:lnTo>
                  <a:lnTo>
                    <a:pt x="342303" y="8200"/>
                  </a:lnTo>
                  <a:lnTo>
                    <a:pt x="342191" y="8010"/>
                  </a:lnTo>
                  <a:lnTo>
                    <a:pt x="342011" y="7722"/>
                  </a:lnTo>
                  <a:lnTo>
                    <a:pt x="341896" y="7455"/>
                  </a:lnTo>
                  <a:lnTo>
                    <a:pt x="341823" y="7202"/>
                  </a:lnTo>
                  <a:lnTo>
                    <a:pt x="341458" y="6391"/>
                  </a:lnTo>
                  <a:lnTo>
                    <a:pt x="341592" y="6114"/>
                  </a:lnTo>
                  <a:lnTo>
                    <a:pt x="341196" y="5587"/>
                  </a:lnTo>
                  <a:lnTo>
                    <a:pt x="340961" y="5294"/>
                  </a:lnTo>
                  <a:lnTo>
                    <a:pt x="339431" y="3388"/>
                  </a:lnTo>
                  <a:lnTo>
                    <a:pt x="339037" y="2999"/>
                  </a:lnTo>
                  <a:lnTo>
                    <a:pt x="338067" y="1915"/>
                  </a:lnTo>
                  <a:lnTo>
                    <a:pt x="337901" y="1653"/>
                  </a:lnTo>
                  <a:lnTo>
                    <a:pt x="337600" y="1908"/>
                  </a:lnTo>
                  <a:lnTo>
                    <a:pt x="337459" y="1984"/>
                  </a:lnTo>
                  <a:lnTo>
                    <a:pt x="337133" y="2101"/>
                  </a:lnTo>
                  <a:lnTo>
                    <a:pt x="336536" y="2554"/>
                  </a:lnTo>
                  <a:lnTo>
                    <a:pt x="335907" y="2666"/>
                  </a:lnTo>
                  <a:lnTo>
                    <a:pt x="334857" y="2854"/>
                  </a:lnTo>
                  <a:lnTo>
                    <a:pt x="333760" y="3096"/>
                  </a:lnTo>
                  <a:lnTo>
                    <a:pt x="332707" y="3330"/>
                  </a:lnTo>
                  <a:lnTo>
                    <a:pt x="332098" y="3472"/>
                  </a:lnTo>
                  <a:lnTo>
                    <a:pt x="330971" y="3753"/>
                  </a:lnTo>
                  <a:lnTo>
                    <a:pt x="330331" y="3646"/>
                  </a:lnTo>
                  <a:lnTo>
                    <a:pt x="329752" y="3861"/>
                  </a:lnTo>
                  <a:lnTo>
                    <a:pt x="329447" y="3876"/>
                  </a:lnTo>
                  <a:lnTo>
                    <a:pt x="329274" y="3875"/>
                  </a:lnTo>
                  <a:lnTo>
                    <a:pt x="328966" y="3862"/>
                  </a:lnTo>
                  <a:lnTo>
                    <a:pt x="328774" y="3854"/>
                  </a:lnTo>
                  <a:lnTo>
                    <a:pt x="325113" y="3634"/>
                  </a:lnTo>
                  <a:lnTo>
                    <a:pt x="324776" y="2963"/>
                  </a:lnTo>
                  <a:lnTo>
                    <a:pt x="324665" y="2742"/>
                  </a:lnTo>
                  <a:lnTo>
                    <a:pt x="324332" y="2078"/>
                  </a:lnTo>
                  <a:lnTo>
                    <a:pt x="322611" y="977"/>
                  </a:lnTo>
                  <a:lnTo>
                    <a:pt x="322154" y="685"/>
                  </a:lnTo>
                  <a:lnTo>
                    <a:pt x="321082" y="0"/>
                  </a:lnTo>
                  <a:lnTo>
                    <a:pt x="319099" y="1196"/>
                  </a:lnTo>
                  <a:lnTo>
                    <a:pt x="317327" y="2265"/>
                  </a:lnTo>
                  <a:lnTo>
                    <a:pt x="313012" y="5381"/>
                  </a:lnTo>
                  <a:lnTo>
                    <a:pt x="312435" y="5642"/>
                  </a:lnTo>
                  <a:lnTo>
                    <a:pt x="312117" y="5786"/>
                  </a:lnTo>
                  <a:lnTo>
                    <a:pt x="311101" y="6246"/>
                  </a:lnTo>
                  <a:lnTo>
                    <a:pt x="310410" y="6560"/>
                  </a:lnTo>
                  <a:lnTo>
                    <a:pt x="309294" y="7065"/>
                  </a:lnTo>
                  <a:lnTo>
                    <a:pt x="309023" y="7188"/>
                  </a:lnTo>
                  <a:lnTo>
                    <a:pt x="308663" y="7351"/>
                  </a:lnTo>
                  <a:lnTo>
                    <a:pt x="308511" y="7420"/>
                  </a:lnTo>
                  <a:lnTo>
                    <a:pt x="306124" y="8501"/>
                  </a:lnTo>
                  <a:lnTo>
                    <a:pt x="305820" y="8948"/>
                  </a:lnTo>
                  <a:lnTo>
                    <a:pt x="304545" y="10823"/>
                  </a:lnTo>
                  <a:lnTo>
                    <a:pt x="304389" y="11053"/>
                  </a:lnTo>
                  <a:lnTo>
                    <a:pt x="303169" y="12848"/>
                  </a:lnTo>
                  <a:lnTo>
                    <a:pt x="298224" y="13077"/>
                  </a:lnTo>
                  <a:lnTo>
                    <a:pt x="297957" y="13089"/>
                  </a:lnTo>
                  <a:lnTo>
                    <a:pt x="297002" y="13133"/>
                  </a:lnTo>
                  <a:lnTo>
                    <a:pt x="296786" y="13143"/>
                  </a:lnTo>
                  <a:lnTo>
                    <a:pt x="292270" y="13352"/>
                  </a:lnTo>
                  <a:lnTo>
                    <a:pt x="291089" y="13407"/>
                  </a:lnTo>
                  <a:lnTo>
                    <a:pt x="289822" y="12834"/>
                  </a:lnTo>
                  <a:lnTo>
                    <a:pt x="288323" y="15973"/>
                  </a:lnTo>
                  <a:lnTo>
                    <a:pt x="287463" y="16200"/>
                  </a:lnTo>
                  <a:lnTo>
                    <a:pt x="284860" y="16888"/>
                  </a:lnTo>
                  <a:lnTo>
                    <a:pt x="283382" y="19689"/>
                  </a:lnTo>
                  <a:lnTo>
                    <a:pt x="281064" y="22557"/>
                  </a:lnTo>
                  <a:lnTo>
                    <a:pt x="280577" y="23150"/>
                  </a:lnTo>
                  <a:lnTo>
                    <a:pt x="280225" y="23579"/>
                  </a:lnTo>
                  <a:lnTo>
                    <a:pt x="279818" y="24073"/>
                  </a:lnTo>
                  <a:lnTo>
                    <a:pt x="279249" y="25204"/>
                  </a:lnTo>
                  <a:lnTo>
                    <a:pt x="278876" y="26245"/>
                  </a:lnTo>
                  <a:lnTo>
                    <a:pt x="278848" y="26825"/>
                  </a:lnTo>
                  <a:lnTo>
                    <a:pt x="278589" y="28423"/>
                  </a:lnTo>
                  <a:lnTo>
                    <a:pt x="278044" y="31739"/>
                  </a:lnTo>
                  <a:lnTo>
                    <a:pt x="277967" y="32215"/>
                  </a:lnTo>
                  <a:lnTo>
                    <a:pt x="277628" y="34336"/>
                  </a:lnTo>
                  <a:lnTo>
                    <a:pt x="276702" y="34641"/>
                  </a:lnTo>
                  <a:lnTo>
                    <a:pt x="273706" y="35628"/>
                  </a:lnTo>
                  <a:lnTo>
                    <a:pt x="272362" y="36126"/>
                  </a:lnTo>
                  <a:lnTo>
                    <a:pt x="270470" y="39677"/>
                  </a:lnTo>
                  <a:lnTo>
                    <a:pt x="270300" y="39927"/>
                  </a:lnTo>
                  <a:lnTo>
                    <a:pt x="270127" y="40133"/>
                  </a:lnTo>
                  <a:lnTo>
                    <a:pt x="269848" y="40499"/>
                  </a:lnTo>
                  <a:lnTo>
                    <a:pt x="269512" y="40855"/>
                  </a:lnTo>
                  <a:lnTo>
                    <a:pt x="269452" y="41253"/>
                  </a:lnTo>
                  <a:lnTo>
                    <a:pt x="269322" y="41619"/>
                  </a:lnTo>
                  <a:lnTo>
                    <a:pt x="269212" y="41942"/>
                  </a:lnTo>
                  <a:lnTo>
                    <a:pt x="269074" y="42563"/>
                  </a:lnTo>
                  <a:lnTo>
                    <a:pt x="268823" y="43365"/>
                  </a:lnTo>
                  <a:lnTo>
                    <a:pt x="268626" y="44246"/>
                  </a:lnTo>
                  <a:lnTo>
                    <a:pt x="268467" y="44627"/>
                  </a:lnTo>
                  <a:lnTo>
                    <a:pt x="268378" y="44839"/>
                  </a:lnTo>
                  <a:lnTo>
                    <a:pt x="268120" y="45537"/>
                  </a:lnTo>
                  <a:lnTo>
                    <a:pt x="267989" y="46680"/>
                  </a:lnTo>
                  <a:lnTo>
                    <a:pt x="267096" y="48397"/>
                  </a:lnTo>
                  <a:lnTo>
                    <a:pt x="266990" y="48533"/>
                  </a:lnTo>
                  <a:lnTo>
                    <a:pt x="266883" y="48758"/>
                  </a:lnTo>
                  <a:lnTo>
                    <a:pt x="266707" y="49183"/>
                  </a:lnTo>
                  <a:lnTo>
                    <a:pt x="265431" y="50621"/>
                  </a:lnTo>
                  <a:lnTo>
                    <a:pt x="264815" y="49583"/>
                  </a:lnTo>
                  <a:lnTo>
                    <a:pt x="263492" y="50705"/>
                  </a:lnTo>
                  <a:lnTo>
                    <a:pt x="263603" y="51103"/>
                  </a:lnTo>
                  <a:lnTo>
                    <a:pt x="263840" y="51967"/>
                  </a:lnTo>
                  <a:lnTo>
                    <a:pt x="263369" y="52558"/>
                  </a:lnTo>
                  <a:lnTo>
                    <a:pt x="263225" y="52739"/>
                  </a:lnTo>
                  <a:lnTo>
                    <a:pt x="262956" y="53077"/>
                  </a:lnTo>
                  <a:lnTo>
                    <a:pt x="262569" y="54924"/>
                  </a:lnTo>
                  <a:lnTo>
                    <a:pt x="263018" y="55829"/>
                  </a:lnTo>
                  <a:lnTo>
                    <a:pt x="262653" y="56670"/>
                  </a:lnTo>
                  <a:lnTo>
                    <a:pt x="262130" y="57040"/>
                  </a:lnTo>
                  <a:lnTo>
                    <a:pt x="261431" y="57536"/>
                  </a:lnTo>
                  <a:lnTo>
                    <a:pt x="261613" y="57924"/>
                  </a:lnTo>
                  <a:lnTo>
                    <a:pt x="262105" y="58948"/>
                  </a:lnTo>
                  <a:lnTo>
                    <a:pt x="262250" y="59161"/>
                  </a:lnTo>
                  <a:lnTo>
                    <a:pt x="262647" y="60148"/>
                  </a:lnTo>
                  <a:lnTo>
                    <a:pt x="262637" y="60735"/>
                  </a:lnTo>
                  <a:lnTo>
                    <a:pt x="262641" y="61646"/>
                  </a:lnTo>
                  <a:lnTo>
                    <a:pt x="262342" y="62401"/>
                  </a:lnTo>
                  <a:lnTo>
                    <a:pt x="262249" y="62970"/>
                  </a:lnTo>
                  <a:lnTo>
                    <a:pt x="262158" y="63592"/>
                  </a:lnTo>
                  <a:lnTo>
                    <a:pt x="261674" y="64518"/>
                  </a:lnTo>
                  <a:lnTo>
                    <a:pt x="261455" y="64944"/>
                  </a:lnTo>
                  <a:lnTo>
                    <a:pt x="261308" y="65230"/>
                  </a:lnTo>
                  <a:lnTo>
                    <a:pt x="261055" y="65722"/>
                  </a:lnTo>
                  <a:lnTo>
                    <a:pt x="258699" y="65565"/>
                  </a:lnTo>
                  <a:lnTo>
                    <a:pt x="258537" y="65555"/>
                  </a:lnTo>
                  <a:lnTo>
                    <a:pt x="258119" y="65529"/>
                  </a:lnTo>
                  <a:lnTo>
                    <a:pt x="255349" y="65361"/>
                  </a:lnTo>
                  <a:lnTo>
                    <a:pt x="253413" y="64367"/>
                  </a:lnTo>
                  <a:lnTo>
                    <a:pt x="252936" y="64602"/>
                  </a:lnTo>
                  <a:lnTo>
                    <a:pt x="252309" y="64883"/>
                  </a:lnTo>
                  <a:lnTo>
                    <a:pt x="252061" y="64793"/>
                  </a:lnTo>
                  <a:lnTo>
                    <a:pt x="251753" y="64681"/>
                  </a:lnTo>
                  <a:lnTo>
                    <a:pt x="250725" y="63822"/>
                  </a:lnTo>
                  <a:lnTo>
                    <a:pt x="249387" y="62704"/>
                  </a:lnTo>
                  <a:lnTo>
                    <a:pt x="248469" y="61830"/>
                  </a:lnTo>
                  <a:lnTo>
                    <a:pt x="247997" y="61382"/>
                  </a:lnTo>
                  <a:lnTo>
                    <a:pt x="247834" y="61320"/>
                  </a:lnTo>
                  <a:lnTo>
                    <a:pt x="247383" y="61153"/>
                  </a:lnTo>
                  <a:lnTo>
                    <a:pt x="247242" y="61098"/>
                  </a:lnTo>
                  <a:lnTo>
                    <a:pt x="245869" y="60566"/>
                  </a:lnTo>
                  <a:lnTo>
                    <a:pt x="243827" y="59906"/>
                  </a:lnTo>
                  <a:lnTo>
                    <a:pt x="243142" y="60009"/>
                  </a:lnTo>
                  <a:lnTo>
                    <a:pt x="242716" y="60222"/>
                  </a:lnTo>
                  <a:lnTo>
                    <a:pt x="242082" y="60540"/>
                  </a:lnTo>
                  <a:lnTo>
                    <a:pt x="241908" y="60644"/>
                  </a:lnTo>
                  <a:lnTo>
                    <a:pt x="241724" y="61001"/>
                  </a:lnTo>
                  <a:lnTo>
                    <a:pt x="241169" y="61607"/>
                  </a:lnTo>
                  <a:lnTo>
                    <a:pt x="236438" y="59763"/>
                  </a:lnTo>
                  <a:lnTo>
                    <a:pt x="235934" y="61350"/>
                  </a:lnTo>
                  <a:lnTo>
                    <a:pt x="235759" y="62114"/>
                  </a:lnTo>
                  <a:lnTo>
                    <a:pt x="235534" y="62548"/>
                  </a:lnTo>
                  <a:lnTo>
                    <a:pt x="235062" y="62672"/>
                  </a:lnTo>
                  <a:lnTo>
                    <a:pt x="234110" y="62922"/>
                  </a:lnTo>
                  <a:lnTo>
                    <a:pt x="231328" y="63653"/>
                  </a:lnTo>
                  <a:lnTo>
                    <a:pt x="230266" y="63589"/>
                  </a:lnTo>
                  <a:lnTo>
                    <a:pt x="230582" y="61294"/>
                  </a:lnTo>
                  <a:lnTo>
                    <a:pt x="230880" y="59248"/>
                  </a:lnTo>
                  <a:lnTo>
                    <a:pt x="230912" y="59023"/>
                  </a:lnTo>
                  <a:lnTo>
                    <a:pt x="231010" y="58327"/>
                  </a:lnTo>
                  <a:lnTo>
                    <a:pt x="230122" y="57185"/>
                  </a:lnTo>
                  <a:lnTo>
                    <a:pt x="229214" y="56551"/>
                  </a:lnTo>
                  <a:lnTo>
                    <a:pt x="228792" y="56257"/>
                  </a:lnTo>
                  <a:lnTo>
                    <a:pt x="228208" y="55851"/>
                  </a:lnTo>
                  <a:lnTo>
                    <a:pt x="228018" y="55739"/>
                  </a:lnTo>
                  <a:lnTo>
                    <a:pt x="227768" y="55593"/>
                  </a:lnTo>
                  <a:lnTo>
                    <a:pt x="226883" y="55073"/>
                  </a:lnTo>
                  <a:lnTo>
                    <a:pt x="226434" y="54812"/>
                  </a:lnTo>
                  <a:lnTo>
                    <a:pt x="225002" y="53977"/>
                  </a:lnTo>
                  <a:lnTo>
                    <a:pt x="223604" y="53650"/>
                  </a:lnTo>
                  <a:lnTo>
                    <a:pt x="223237" y="53564"/>
                  </a:lnTo>
                  <a:lnTo>
                    <a:pt x="222973" y="53925"/>
                  </a:lnTo>
                  <a:lnTo>
                    <a:pt x="222478" y="54223"/>
                  </a:lnTo>
                  <a:lnTo>
                    <a:pt x="221910" y="53733"/>
                  </a:lnTo>
                  <a:lnTo>
                    <a:pt x="221524" y="53028"/>
                  </a:lnTo>
                  <a:lnTo>
                    <a:pt x="221502" y="52777"/>
                  </a:lnTo>
                  <a:lnTo>
                    <a:pt x="221624" y="51803"/>
                  </a:lnTo>
                  <a:lnTo>
                    <a:pt x="221102" y="49145"/>
                  </a:lnTo>
                  <a:lnTo>
                    <a:pt x="220958" y="48900"/>
                  </a:lnTo>
                  <a:lnTo>
                    <a:pt x="220728" y="48841"/>
                  </a:lnTo>
                  <a:lnTo>
                    <a:pt x="220303" y="48737"/>
                  </a:lnTo>
                  <a:lnTo>
                    <a:pt x="219929" y="48644"/>
                  </a:lnTo>
                  <a:lnTo>
                    <a:pt x="219775" y="48609"/>
                  </a:lnTo>
                  <a:lnTo>
                    <a:pt x="219574" y="48567"/>
                  </a:lnTo>
                  <a:lnTo>
                    <a:pt x="219223" y="48505"/>
                  </a:lnTo>
                  <a:lnTo>
                    <a:pt x="218953" y="48455"/>
                  </a:lnTo>
                  <a:lnTo>
                    <a:pt x="218759" y="48304"/>
                  </a:lnTo>
                  <a:lnTo>
                    <a:pt x="218420" y="48055"/>
                  </a:lnTo>
                  <a:lnTo>
                    <a:pt x="218043" y="47850"/>
                  </a:lnTo>
                  <a:lnTo>
                    <a:pt x="217710" y="47705"/>
                  </a:lnTo>
                  <a:lnTo>
                    <a:pt x="217268" y="47513"/>
                  </a:lnTo>
                  <a:lnTo>
                    <a:pt x="216943" y="47359"/>
                  </a:lnTo>
                  <a:lnTo>
                    <a:pt x="216779" y="47280"/>
                  </a:lnTo>
                  <a:lnTo>
                    <a:pt x="216372" y="47234"/>
                  </a:lnTo>
                  <a:lnTo>
                    <a:pt x="216129" y="47206"/>
                  </a:lnTo>
                  <a:lnTo>
                    <a:pt x="215725" y="47155"/>
                  </a:lnTo>
                  <a:lnTo>
                    <a:pt x="215479" y="47124"/>
                  </a:lnTo>
                  <a:lnTo>
                    <a:pt x="215294" y="47100"/>
                  </a:lnTo>
                  <a:lnTo>
                    <a:pt x="214308" y="46983"/>
                  </a:lnTo>
                  <a:lnTo>
                    <a:pt x="213936" y="46727"/>
                  </a:lnTo>
                  <a:lnTo>
                    <a:pt x="213008" y="46089"/>
                  </a:lnTo>
                  <a:lnTo>
                    <a:pt x="212346" y="45081"/>
                  </a:lnTo>
                  <a:lnTo>
                    <a:pt x="212148" y="44782"/>
                  </a:lnTo>
                  <a:lnTo>
                    <a:pt x="211937" y="44088"/>
                  </a:lnTo>
                  <a:lnTo>
                    <a:pt x="211866" y="43860"/>
                  </a:lnTo>
                  <a:lnTo>
                    <a:pt x="212125" y="41855"/>
                  </a:lnTo>
                  <a:lnTo>
                    <a:pt x="212211" y="41187"/>
                  </a:lnTo>
                  <a:lnTo>
                    <a:pt x="208191" y="41342"/>
                  </a:lnTo>
                  <a:lnTo>
                    <a:pt x="206926" y="40820"/>
                  </a:lnTo>
                  <a:lnTo>
                    <a:pt x="206545" y="40662"/>
                  </a:lnTo>
                  <a:lnTo>
                    <a:pt x="205495" y="37852"/>
                  </a:lnTo>
                  <a:lnTo>
                    <a:pt x="205656" y="29346"/>
                  </a:lnTo>
                  <a:lnTo>
                    <a:pt x="205729" y="25532"/>
                  </a:lnTo>
                  <a:lnTo>
                    <a:pt x="194271" y="27821"/>
                  </a:lnTo>
                  <a:lnTo>
                    <a:pt x="190911" y="25362"/>
                  </a:lnTo>
                  <a:lnTo>
                    <a:pt x="187351" y="22758"/>
                  </a:lnTo>
                  <a:lnTo>
                    <a:pt x="184072" y="7263"/>
                  </a:lnTo>
                  <a:lnTo>
                    <a:pt x="181794" y="6672"/>
                  </a:lnTo>
                  <a:lnTo>
                    <a:pt x="178022" y="14324"/>
                  </a:lnTo>
                  <a:lnTo>
                    <a:pt x="178040" y="22859"/>
                  </a:lnTo>
                  <a:lnTo>
                    <a:pt x="173893" y="30368"/>
                  </a:lnTo>
                  <a:lnTo>
                    <a:pt x="173040" y="31912"/>
                  </a:lnTo>
                  <a:lnTo>
                    <a:pt x="170172" y="44567"/>
                  </a:lnTo>
                  <a:lnTo>
                    <a:pt x="170069" y="51680"/>
                  </a:lnTo>
                  <a:lnTo>
                    <a:pt x="170058" y="52423"/>
                  </a:lnTo>
                  <a:lnTo>
                    <a:pt x="169962" y="59002"/>
                  </a:lnTo>
                  <a:lnTo>
                    <a:pt x="166511" y="63255"/>
                  </a:lnTo>
                  <a:lnTo>
                    <a:pt x="164557" y="65123"/>
                  </a:lnTo>
                  <a:lnTo>
                    <a:pt x="162493" y="70276"/>
                  </a:lnTo>
                  <a:lnTo>
                    <a:pt x="160218" y="71474"/>
                  </a:lnTo>
                  <a:lnTo>
                    <a:pt x="156962" y="69848"/>
                  </a:lnTo>
                  <a:lnTo>
                    <a:pt x="155938" y="70537"/>
                  </a:lnTo>
                  <a:lnTo>
                    <a:pt x="154921" y="71221"/>
                  </a:lnTo>
                  <a:lnTo>
                    <a:pt x="154524" y="75997"/>
                  </a:lnTo>
                  <a:lnTo>
                    <a:pt x="154157" y="76061"/>
                  </a:lnTo>
                  <a:lnTo>
                    <a:pt x="153225" y="76064"/>
                  </a:lnTo>
                  <a:lnTo>
                    <a:pt x="152787" y="76013"/>
                  </a:lnTo>
                  <a:lnTo>
                    <a:pt x="152431" y="75972"/>
                  </a:lnTo>
                  <a:lnTo>
                    <a:pt x="152299" y="75956"/>
                  </a:lnTo>
                  <a:lnTo>
                    <a:pt x="151989" y="75920"/>
                  </a:lnTo>
                  <a:lnTo>
                    <a:pt x="151614" y="75875"/>
                  </a:lnTo>
                  <a:lnTo>
                    <a:pt x="151469" y="75858"/>
                  </a:lnTo>
                  <a:lnTo>
                    <a:pt x="151157" y="75821"/>
                  </a:lnTo>
                  <a:lnTo>
                    <a:pt x="151016" y="75804"/>
                  </a:lnTo>
                  <a:lnTo>
                    <a:pt x="150381" y="75564"/>
                  </a:lnTo>
                  <a:lnTo>
                    <a:pt x="150134" y="75195"/>
                  </a:lnTo>
                  <a:lnTo>
                    <a:pt x="149919" y="75137"/>
                  </a:lnTo>
                  <a:lnTo>
                    <a:pt x="149734" y="75086"/>
                  </a:lnTo>
                  <a:lnTo>
                    <a:pt x="149494" y="75021"/>
                  </a:lnTo>
                  <a:lnTo>
                    <a:pt x="149100" y="74914"/>
                  </a:lnTo>
                  <a:lnTo>
                    <a:pt x="148880" y="74999"/>
                  </a:lnTo>
                  <a:lnTo>
                    <a:pt x="148588" y="75409"/>
                  </a:lnTo>
                  <a:lnTo>
                    <a:pt x="148379" y="75771"/>
                  </a:lnTo>
                  <a:lnTo>
                    <a:pt x="148154" y="76111"/>
                  </a:lnTo>
                  <a:lnTo>
                    <a:pt x="147760" y="76153"/>
                  </a:lnTo>
                  <a:lnTo>
                    <a:pt x="147222" y="76210"/>
                  </a:lnTo>
                  <a:lnTo>
                    <a:pt x="147032" y="76229"/>
                  </a:lnTo>
                  <a:lnTo>
                    <a:pt x="146630" y="76272"/>
                  </a:lnTo>
                  <a:lnTo>
                    <a:pt x="146468" y="76289"/>
                  </a:lnTo>
                  <a:lnTo>
                    <a:pt x="145850" y="76354"/>
                  </a:lnTo>
                  <a:lnTo>
                    <a:pt x="145549" y="76386"/>
                  </a:lnTo>
                  <a:lnTo>
                    <a:pt x="145066" y="76437"/>
                  </a:lnTo>
                  <a:lnTo>
                    <a:pt x="144622" y="76484"/>
                  </a:lnTo>
                  <a:lnTo>
                    <a:pt x="143917" y="76674"/>
                  </a:lnTo>
                  <a:lnTo>
                    <a:pt x="144161" y="77010"/>
                  </a:lnTo>
                  <a:lnTo>
                    <a:pt x="144328" y="77279"/>
                  </a:lnTo>
                  <a:lnTo>
                    <a:pt x="144696" y="77868"/>
                  </a:lnTo>
                  <a:lnTo>
                    <a:pt x="144994" y="78346"/>
                  </a:lnTo>
                  <a:lnTo>
                    <a:pt x="145269" y="78786"/>
                  </a:lnTo>
                  <a:lnTo>
                    <a:pt x="144566" y="78867"/>
                  </a:lnTo>
                  <a:lnTo>
                    <a:pt x="143807" y="78396"/>
                  </a:lnTo>
                  <a:lnTo>
                    <a:pt x="143174" y="78110"/>
                  </a:lnTo>
                  <a:lnTo>
                    <a:pt x="142779" y="78054"/>
                  </a:lnTo>
                  <a:lnTo>
                    <a:pt x="141861" y="77982"/>
                  </a:lnTo>
                  <a:lnTo>
                    <a:pt x="141618" y="78054"/>
                  </a:lnTo>
                  <a:lnTo>
                    <a:pt x="141296" y="77764"/>
                  </a:lnTo>
                  <a:lnTo>
                    <a:pt x="141426" y="77318"/>
                  </a:lnTo>
                  <a:lnTo>
                    <a:pt x="141314" y="75007"/>
                  </a:lnTo>
                  <a:lnTo>
                    <a:pt x="141022" y="74989"/>
                  </a:lnTo>
                  <a:lnTo>
                    <a:pt x="140826" y="74986"/>
                  </a:lnTo>
                  <a:lnTo>
                    <a:pt x="140399" y="75031"/>
                  </a:lnTo>
                  <a:lnTo>
                    <a:pt x="140314" y="75162"/>
                  </a:lnTo>
                  <a:lnTo>
                    <a:pt x="139878" y="75359"/>
                  </a:lnTo>
                  <a:lnTo>
                    <a:pt x="139328" y="75594"/>
                  </a:lnTo>
                  <a:lnTo>
                    <a:pt x="138978" y="75759"/>
                  </a:lnTo>
                  <a:lnTo>
                    <a:pt x="138843" y="76011"/>
                  </a:lnTo>
                  <a:lnTo>
                    <a:pt x="138965" y="76325"/>
                  </a:lnTo>
                  <a:lnTo>
                    <a:pt x="138922" y="76518"/>
                  </a:lnTo>
                  <a:lnTo>
                    <a:pt x="138720" y="76667"/>
                  </a:lnTo>
                  <a:lnTo>
                    <a:pt x="138591" y="76764"/>
                  </a:lnTo>
                  <a:lnTo>
                    <a:pt x="138513" y="77024"/>
                  </a:lnTo>
                  <a:lnTo>
                    <a:pt x="138408" y="77237"/>
                  </a:lnTo>
                  <a:lnTo>
                    <a:pt x="138226" y="77511"/>
                  </a:lnTo>
                  <a:lnTo>
                    <a:pt x="137809" y="77589"/>
                  </a:lnTo>
                  <a:lnTo>
                    <a:pt x="137602" y="77633"/>
                  </a:lnTo>
                  <a:lnTo>
                    <a:pt x="137453" y="77665"/>
                  </a:lnTo>
                  <a:lnTo>
                    <a:pt x="137258" y="77705"/>
                  </a:lnTo>
                  <a:lnTo>
                    <a:pt x="137115" y="77733"/>
                  </a:lnTo>
                  <a:lnTo>
                    <a:pt x="136656" y="77827"/>
                  </a:lnTo>
                  <a:lnTo>
                    <a:pt x="136464" y="77868"/>
                  </a:lnTo>
                  <a:lnTo>
                    <a:pt x="135804" y="78009"/>
                  </a:lnTo>
                  <a:lnTo>
                    <a:pt x="135475" y="78273"/>
                  </a:lnTo>
                  <a:lnTo>
                    <a:pt x="134905" y="78235"/>
                  </a:lnTo>
                  <a:lnTo>
                    <a:pt x="134579" y="78473"/>
                  </a:lnTo>
                  <a:lnTo>
                    <a:pt x="134291" y="78587"/>
                  </a:lnTo>
                  <a:lnTo>
                    <a:pt x="134021" y="78698"/>
                  </a:lnTo>
                  <a:lnTo>
                    <a:pt x="133102" y="79172"/>
                  </a:lnTo>
                  <a:lnTo>
                    <a:pt x="132790" y="79259"/>
                  </a:lnTo>
                  <a:lnTo>
                    <a:pt x="132674" y="79416"/>
                  </a:lnTo>
                  <a:lnTo>
                    <a:pt x="132497" y="79439"/>
                  </a:lnTo>
                  <a:lnTo>
                    <a:pt x="132334" y="79362"/>
                  </a:lnTo>
                  <a:lnTo>
                    <a:pt x="132138" y="79181"/>
                  </a:lnTo>
                  <a:lnTo>
                    <a:pt x="132002" y="78841"/>
                  </a:lnTo>
                  <a:lnTo>
                    <a:pt x="131770" y="78430"/>
                  </a:lnTo>
                  <a:lnTo>
                    <a:pt x="131043" y="77572"/>
                  </a:lnTo>
                  <a:lnTo>
                    <a:pt x="130906" y="77404"/>
                  </a:lnTo>
                  <a:lnTo>
                    <a:pt x="129489" y="75366"/>
                  </a:lnTo>
                  <a:lnTo>
                    <a:pt x="129138" y="75204"/>
                  </a:lnTo>
                  <a:lnTo>
                    <a:pt x="128230" y="74785"/>
                  </a:lnTo>
                  <a:lnTo>
                    <a:pt x="128001" y="74680"/>
                  </a:lnTo>
                  <a:lnTo>
                    <a:pt x="127549" y="74114"/>
                  </a:lnTo>
                  <a:lnTo>
                    <a:pt x="126942" y="73353"/>
                  </a:lnTo>
                  <a:lnTo>
                    <a:pt x="126319" y="73015"/>
                  </a:lnTo>
                  <a:lnTo>
                    <a:pt x="125895" y="72604"/>
                  </a:lnTo>
                  <a:lnTo>
                    <a:pt x="125544" y="72521"/>
                  </a:lnTo>
                  <a:lnTo>
                    <a:pt x="125184" y="72161"/>
                  </a:lnTo>
                  <a:lnTo>
                    <a:pt x="124977" y="71842"/>
                  </a:lnTo>
                  <a:lnTo>
                    <a:pt x="124905" y="71515"/>
                  </a:lnTo>
                  <a:lnTo>
                    <a:pt x="124176" y="70782"/>
                  </a:lnTo>
                  <a:lnTo>
                    <a:pt x="124109" y="70392"/>
                  </a:lnTo>
                  <a:lnTo>
                    <a:pt x="123478" y="69699"/>
                  </a:lnTo>
                  <a:lnTo>
                    <a:pt x="122189" y="69697"/>
                  </a:lnTo>
                  <a:lnTo>
                    <a:pt x="119074" y="67586"/>
                  </a:lnTo>
                  <a:lnTo>
                    <a:pt x="115957" y="65474"/>
                  </a:lnTo>
                  <a:lnTo>
                    <a:pt x="112138" y="65586"/>
                  </a:lnTo>
                  <a:lnTo>
                    <a:pt x="109898" y="65652"/>
                  </a:lnTo>
                  <a:lnTo>
                    <a:pt x="85036" y="66381"/>
                  </a:lnTo>
                  <a:lnTo>
                    <a:pt x="34441" y="40666"/>
                  </a:lnTo>
                  <a:lnTo>
                    <a:pt x="27048" y="55212"/>
                  </a:lnTo>
                  <a:lnTo>
                    <a:pt x="19011" y="71025"/>
                  </a:lnTo>
                  <a:lnTo>
                    <a:pt x="8795" y="91128"/>
                  </a:lnTo>
                  <a:lnTo>
                    <a:pt x="7938" y="92888"/>
                  </a:lnTo>
                  <a:lnTo>
                    <a:pt x="6913" y="95228"/>
                  </a:lnTo>
                  <a:lnTo>
                    <a:pt x="4388" y="101363"/>
                  </a:lnTo>
                  <a:lnTo>
                    <a:pt x="3518" y="103611"/>
                  </a:lnTo>
                  <a:lnTo>
                    <a:pt x="2701" y="106031"/>
                  </a:lnTo>
                  <a:lnTo>
                    <a:pt x="1994" y="108486"/>
                  </a:lnTo>
                  <a:lnTo>
                    <a:pt x="1398" y="110970"/>
                  </a:lnTo>
                  <a:lnTo>
                    <a:pt x="915" y="113478"/>
                  </a:lnTo>
                  <a:lnTo>
                    <a:pt x="545" y="116006"/>
                  </a:lnTo>
                  <a:lnTo>
                    <a:pt x="289" y="118548"/>
                  </a:lnTo>
                  <a:lnTo>
                    <a:pt x="147" y="121098"/>
                  </a:lnTo>
                  <a:lnTo>
                    <a:pt x="27" y="124760"/>
                  </a:lnTo>
                  <a:lnTo>
                    <a:pt x="0" y="127268"/>
                  </a:lnTo>
                  <a:lnTo>
                    <a:pt x="86" y="129821"/>
                  </a:lnTo>
                  <a:lnTo>
                    <a:pt x="287" y="132368"/>
                  </a:lnTo>
                  <a:lnTo>
                    <a:pt x="603" y="134903"/>
                  </a:lnTo>
                  <a:lnTo>
                    <a:pt x="1032" y="137421"/>
                  </a:lnTo>
                  <a:lnTo>
                    <a:pt x="1574" y="139917"/>
                  </a:lnTo>
                  <a:lnTo>
                    <a:pt x="2228" y="142387"/>
                  </a:lnTo>
                  <a:lnTo>
                    <a:pt x="2992" y="144824"/>
                  </a:lnTo>
                  <a:lnTo>
                    <a:pt x="3865" y="147225"/>
                  </a:lnTo>
                  <a:lnTo>
                    <a:pt x="4846" y="149583"/>
                  </a:lnTo>
                  <a:lnTo>
                    <a:pt x="5018" y="149972"/>
                  </a:lnTo>
                  <a:lnTo>
                    <a:pt x="5787" y="151638"/>
                  </a:lnTo>
                  <a:lnTo>
                    <a:pt x="6947" y="153914"/>
                  </a:lnTo>
                  <a:lnTo>
                    <a:pt x="8208" y="156135"/>
                  </a:lnTo>
                  <a:lnTo>
                    <a:pt x="9567" y="158298"/>
                  </a:lnTo>
                  <a:lnTo>
                    <a:pt x="11023" y="160397"/>
                  </a:lnTo>
                  <a:lnTo>
                    <a:pt x="12571" y="162429"/>
                  </a:lnTo>
                  <a:lnTo>
                    <a:pt x="14209" y="164388"/>
                  </a:lnTo>
                  <a:lnTo>
                    <a:pt x="15934" y="166272"/>
                  </a:lnTo>
                  <a:lnTo>
                    <a:pt x="29284" y="180209"/>
                  </a:lnTo>
                  <a:lnTo>
                    <a:pt x="34955" y="186130"/>
                  </a:lnTo>
                  <a:lnTo>
                    <a:pt x="38639" y="189976"/>
                  </a:lnTo>
                  <a:lnTo>
                    <a:pt x="39745" y="191131"/>
                  </a:lnTo>
                  <a:lnTo>
                    <a:pt x="44115" y="195693"/>
                  </a:lnTo>
                  <a:lnTo>
                    <a:pt x="49064" y="200859"/>
                  </a:lnTo>
                  <a:lnTo>
                    <a:pt x="52009" y="203933"/>
                  </a:lnTo>
                  <a:lnTo>
                    <a:pt x="52593" y="205042"/>
                  </a:lnTo>
                  <a:lnTo>
                    <a:pt x="59382" y="217915"/>
                  </a:lnTo>
                  <a:lnTo>
                    <a:pt x="64792" y="228173"/>
                  </a:lnTo>
                  <a:lnTo>
                    <a:pt x="64882" y="229284"/>
                  </a:lnTo>
                  <a:lnTo>
                    <a:pt x="66920" y="254599"/>
                  </a:lnTo>
                  <a:lnTo>
                    <a:pt x="67047" y="255962"/>
                  </a:lnTo>
                  <a:lnTo>
                    <a:pt x="67437" y="259677"/>
                  </a:lnTo>
                  <a:lnTo>
                    <a:pt x="68445" y="269282"/>
                  </a:lnTo>
                  <a:lnTo>
                    <a:pt x="69130" y="275801"/>
                  </a:lnTo>
                  <a:lnTo>
                    <a:pt x="69186" y="276332"/>
                  </a:lnTo>
                  <a:lnTo>
                    <a:pt x="69441" y="278761"/>
                  </a:lnTo>
                  <a:lnTo>
                    <a:pt x="69797" y="282154"/>
                  </a:lnTo>
                  <a:lnTo>
                    <a:pt x="70936" y="292998"/>
                  </a:lnTo>
                  <a:lnTo>
                    <a:pt x="71244" y="295424"/>
                  </a:lnTo>
                  <a:lnTo>
                    <a:pt x="71677" y="297941"/>
                  </a:lnTo>
                  <a:lnTo>
                    <a:pt x="72087" y="300038"/>
                  </a:lnTo>
                  <a:lnTo>
                    <a:pt x="73684" y="308214"/>
                  </a:lnTo>
                  <a:lnTo>
                    <a:pt x="74889" y="314383"/>
                  </a:lnTo>
                  <a:lnTo>
                    <a:pt x="75099" y="315455"/>
                  </a:lnTo>
                  <a:lnTo>
                    <a:pt x="75182" y="315878"/>
                  </a:lnTo>
                  <a:lnTo>
                    <a:pt x="75837" y="319235"/>
                  </a:lnTo>
                  <a:lnTo>
                    <a:pt x="76338" y="321799"/>
                  </a:lnTo>
                  <a:lnTo>
                    <a:pt x="76376" y="321993"/>
                  </a:lnTo>
                  <a:lnTo>
                    <a:pt x="76541" y="322794"/>
                  </a:lnTo>
                  <a:lnTo>
                    <a:pt x="76602" y="323093"/>
                  </a:lnTo>
                  <a:lnTo>
                    <a:pt x="77198" y="325576"/>
                  </a:lnTo>
                  <a:lnTo>
                    <a:pt x="77904" y="328030"/>
                  </a:lnTo>
                  <a:lnTo>
                    <a:pt x="79000" y="331537"/>
                  </a:lnTo>
                  <a:lnTo>
                    <a:pt x="79366" y="332668"/>
                  </a:lnTo>
                  <a:lnTo>
                    <a:pt x="80233" y="335070"/>
                  </a:lnTo>
                  <a:lnTo>
                    <a:pt x="81037" y="337149"/>
                  </a:lnTo>
                  <a:close/>
                </a:path>
              </a:pathLst>
            </a:custGeom>
            <a:solidFill>
              <a:srgbClr val="9AB2B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14"/>
            <p:cNvSpPr/>
            <p:nvPr/>
          </p:nvSpPr>
          <p:spPr>
            <a:xfrm>
              <a:off x="3707023" y="2634579"/>
              <a:ext cx="853136" cy="1317271"/>
            </a:xfrm>
            <a:custGeom>
              <a:avLst/>
              <a:pathLst>
                <a:path w="853136" h="1317271">
                  <a:moveTo>
                    <a:pt x="307887" y="1270853"/>
                  </a:moveTo>
                  <a:lnTo>
                    <a:pt x="309996" y="1271305"/>
                  </a:lnTo>
                  <a:lnTo>
                    <a:pt x="310421" y="1271420"/>
                  </a:lnTo>
                  <a:lnTo>
                    <a:pt x="311998" y="1271847"/>
                  </a:lnTo>
                  <a:lnTo>
                    <a:pt x="313398" y="1272227"/>
                  </a:lnTo>
                  <a:lnTo>
                    <a:pt x="313622" y="1272287"/>
                  </a:lnTo>
                  <a:lnTo>
                    <a:pt x="318203" y="1273528"/>
                  </a:lnTo>
                  <a:lnTo>
                    <a:pt x="322796" y="1273957"/>
                  </a:lnTo>
                  <a:lnTo>
                    <a:pt x="323262" y="1274001"/>
                  </a:lnTo>
                  <a:lnTo>
                    <a:pt x="323544" y="1274027"/>
                  </a:lnTo>
                  <a:lnTo>
                    <a:pt x="324082" y="1274078"/>
                  </a:lnTo>
                  <a:lnTo>
                    <a:pt x="324904" y="1274155"/>
                  </a:lnTo>
                  <a:lnTo>
                    <a:pt x="330998" y="1274725"/>
                  </a:lnTo>
                  <a:lnTo>
                    <a:pt x="338244" y="1272372"/>
                  </a:lnTo>
                  <a:lnTo>
                    <a:pt x="339168" y="1272060"/>
                  </a:lnTo>
                  <a:lnTo>
                    <a:pt x="340288" y="1271702"/>
                  </a:lnTo>
                  <a:lnTo>
                    <a:pt x="341865" y="1271193"/>
                  </a:lnTo>
                  <a:lnTo>
                    <a:pt x="342690" y="1270920"/>
                  </a:lnTo>
                  <a:lnTo>
                    <a:pt x="344193" y="1270447"/>
                  </a:lnTo>
                  <a:lnTo>
                    <a:pt x="345013" y="1270170"/>
                  </a:lnTo>
                  <a:lnTo>
                    <a:pt x="345282" y="1270063"/>
                  </a:lnTo>
                  <a:lnTo>
                    <a:pt x="346743" y="1270391"/>
                  </a:lnTo>
                  <a:lnTo>
                    <a:pt x="347837" y="1270663"/>
                  </a:lnTo>
                  <a:lnTo>
                    <a:pt x="349504" y="1271149"/>
                  </a:lnTo>
                  <a:lnTo>
                    <a:pt x="350847" y="1271572"/>
                  </a:lnTo>
                  <a:lnTo>
                    <a:pt x="351916" y="1271908"/>
                  </a:lnTo>
                  <a:lnTo>
                    <a:pt x="353260" y="1272325"/>
                  </a:lnTo>
                  <a:lnTo>
                    <a:pt x="354181" y="1272615"/>
                  </a:lnTo>
                  <a:lnTo>
                    <a:pt x="355036" y="1272938"/>
                  </a:lnTo>
                  <a:lnTo>
                    <a:pt x="356262" y="1273317"/>
                  </a:lnTo>
                  <a:lnTo>
                    <a:pt x="357053" y="1273565"/>
                  </a:lnTo>
                  <a:lnTo>
                    <a:pt x="358300" y="1273310"/>
                  </a:lnTo>
                  <a:lnTo>
                    <a:pt x="359847" y="1273012"/>
                  </a:lnTo>
                  <a:lnTo>
                    <a:pt x="360914" y="1272803"/>
                  </a:lnTo>
                  <a:lnTo>
                    <a:pt x="361069" y="1272773"/>
                  </a:lnTo>
                  <a:lnTo>
                    <a:pt x="362277" y="1272559"/>
                  </a:lnTo>
                  <a:lnTo>
                    <a:pt x="363947" y="1272241"/>
                  </a:lnTo>
                  <a:lnTo>
                    <a:pt x="365056" y="1272050"/>
                  </a:lnTo>
                  <a:lnTo>
                    <a:pt x="366519" y="1271780"/>
                  </a:lnTo>
                  <a:lnTo>
                    <a:pt x="366748" y="1271709"/>
                  </a:lnTo>
                  <a:lnTo>
                    <a:pt x="367733" y="1271763"/>
                  </a:lnTo>
                  <a:lnTo>
                    <a:pt x="368270" y="1271847"/>
                  </a:lnTo>
                  <a:lnTo>
                    <a:pt x="369028" y="1271880"/>
                  </a:lnTo>
                  <a:lnTo>
                    <a:pt x="369634" y="1271951"/>
                  </a:lnTo>
                  <a:lnTo>
                    <a:pt x="370440" y="1272022"/>
                  </a:lnTo>
                  <a:lnTo>
                    <a:pt x="371260" y="1272093"/>
                  </a:lnTo>
                  <a:lnTo>
                    <a:pt x="371964" y="1272147"/>
                  </a:lnTo>
                  <a:lnTo>
                    <a:pt x="372743" y="1272226"/>
                  </a:lnTo>
                  <a:lnTo>
                    <a:pt x="373407" y="1272251"/>
                  </a:lnTo>
                  <a:lnTo>
                    <a:pt x="374115" y="1272328"/>
                  </a:lnTo>
                  <a:lnTo>
                    <a:pt x="374644" y="1272381"/>
                  </a:lnTo>
                  <a:lnTo>
                    <a:pt x="375199" y="1272435"/>
                  </a:lnTo>
                  <a:lnTo>
                    <a:pt x="375514" y="1272343"/>
                  </a:lnTo>
                  <a:lnTo>
                    <a:pt x="376028" y="1272190"/>
                  </a:lnTo>
                  <a:lnTo>
                    <a:pt x="376763" y="1271951"/>
                  </a:lnTo>
                  <a:lnTo>
                    <a:pt x="377524" y="1271725"/>
                  </a:lnTo>
                  <a:lnTo>
                    <a:pt x="378137" y="1271529"/>
                  </a:lnTo>
                  <a:lnTo>
                    <a:pt x="378728" y="1271335"/>
                  </a:lnTo>
                  <a:lnTo>
                    <a:pt x="379272" y="1271160"/>
                  </a:lnTo>
                  <a:lnTo>
                    <a:pt x="379977" y="1270964"/>
                  </a:lnTo>
                  <a:lnTo>
                    <a:pt x="380555" y="1270778"/>
                  </a:lnTo>
                  <a:lnTo>
                    <a:pt x="381173" y="1270605"/>
                  </a:lnTo>
                  <a:lnTo>
                    <a:pt x="381639" y="1270389"/>
                  </a:lnTo>
                  <a:lnTo>
                    <a:pt x="381898" y="1270386"/>
                  </a:lnTo>
                  <a:lnTo>
                    <a:pt x="383331" y="1270386"/>
                  </a:lnTo>
                  <a:lnTo>
                    <a:pt x="384219" y="1270401"/>
                  </a:lnTo>
                  <a:lnTo>
                    <a:pt x="384888" y="1270419"/>
                  </a:lnTo>
                  <a:lnTo>
                    <a:pt x="385422" y="1270419"/>
                  </a:lnTo>
                  <a:lnTo>
                    <a:pt x="386224" y="1270424"/>
                  </a:lnTo>
                  <a:lnTo>
                    <a:pt x="387087" y="1270429"/>
                  </a:lnTo>
                  <a:lnTo>
                    <a:pt x="387916" y="1270427"/>
                  </a:lnTo>
                  <a:lnTo>
                    <a:pt x="389786" y="1270427"/>
                  </a:lnTo>
                  <a:lnTo>
                    <a:pt x="390435" y="1270452"/>
                  </a:lnTo>
                  <a:lnTo>
                    <a:pt x="391293" y="1270452"/>
                  </a:lnTo>
                  <a:lnTo>
                    <a:pt x="392209" y="1270450"/>
                  </a:lnTo>
                  <a:lnTo>
                    <a:pt x="393290" y="1270473"/>
                  </a:lnTo>
                  <a:lnTo>
                    <a:pt x="393720" y="1269999"/>
                  </a:lnTo>
                  <a:lnTo>
                    <a:pt x="394290" y="1269404"/>
                  </a:lnTo>
                  <a:lnTo>
                    <a:pt x="394860" y="1268788"/>
                  </a:lnTo>
                  <a:lnTo>
                    <a:pt x="395387" y="1268198"/>
                  </a:lnTo>
                  <a:lnTo>
                    <a:pt x="395631" y="1268175"/>
                  </a:lnTo>
                  <a:lnTo>
                    <a:pt x="396542" y="1268142"/>
                  </a:lnTo>
                  <a:lnTo>
                    <a:pt x="397908" y="1268015"/>
                  </a:lnTo>
                  <a:lnTo>
                    <a:pt x="398781" y="1267946"/>
                  </a:lnTo>
                  <a:lnTo>
                    <a:pt x="399580" y="1267895"/>
                  </a:lnTo>
                  <a:lnTo>
                    <a:pt x="400321" y="1267831"/>
                  </a:lnTo>
                  <a:lnTo>
                    <a:pt x="401254" y="1267732"/>
                  </a:lnTo>
                  <a:lnTo>
                    <a:pt x="402010" y="1267656"/>
                  </a:lnTo>
                  <a:lnTo>
                    <a:pt x="402964" y="1267562"/>
                  </a:lnTo>
                  <a:lnTo>
                    <a:pt x="403448" y="1267740"/>
                  </a:lnTo>
                  <a:lnTo>
                    <a:pt x="404081" y="1267977"/>
                  </a:lnTo>
                  <a:lnTo>
                    <a:pt x="404712" y="1268223"/>
                  </a:lnTo>
                  <a:lnTo>
                    <a:pt x="405501" y="1268465"/>
                  </a:lnTo>
                  <a:lnTo>
                    <a:pt x="406224" y="1268742"/>
                  </a:lnTo>
                  <a:lnTo>
                    <a:pt x="407071" y="1269035"/>
                  </a:lnTo>
                  <a:lnTo>
                    <a:pt x="407801" y="1269310"/>
                  </a:lnTo>
                  <a:lnTo>
                    <a:pt x="408511" y="1269557"/>
                  </a:lnTo>
                  <a:lnTo>
                    <a:pt x="409099" y="1269796"/>
                  </a:lnTo>
                  <a:lnTo>
                    <a:pt x="409628" y="1269613"/>
                  </a:lnTo>
                  <a:lnTo>
                    <a:pt x="410160" y="1269430"/>
                  </a:lnTo>
                  <a:lnTo>
                    <a:pt x="410583" y="1269285"/>
                  </a:lnTo>
                  <a:lnTo>
                    <a:pt x="411145" y="1269122"/>
                  </a:lnTo>
                  <a:lnTo>
                    <a:pt x="411697" y="1268903"/>
                  </a:lnTo>
                  <a:lnTo>
                    <a:pt x="412153" y="1268745"/>
                  </a:lnTo>
                  <a:lnTo>
                    <a:pt x="412700" y="1268559"/>
                  </a:lnTo>
                  <a:lnTo>
                    <a:pt x="413224" y="1268389"/>
                  </a:lnTo>
                  <a:lnTo>
                    <a:pt x="413537" y="1268287"/>
                  </a:lnTo>
                  <a:lnTo>
                    <a:pt x="413997" y="1268124"/>
                  </a:lnTo>
                  <a:lnTo>
                    <a:pt x="414471" y="1267989"/>
                  </a:lnTo>
                  <a:lnTo>
                    <a:pt x="414702" y="1267867"/>
                  </a:lnTo>
                  <a:lnTo>
                    <a:pt x="414954" y="1267763"/>
                  </a:lnTo>
                  <a:lnTo>
                    <a:pt x="415567" y="1267524"/>
                  </a:lnTo>
                  <a:lnTo>
                    <a:pt x="416209" y="1267234"/>
                  </a:lnTo>
                  <a:lnTo>
                    <a:pt x="416644" y="1267025"/>
                  </a:lnTo>
                  <a:lnTo>
                    <a:pt x="417211" y="1266796"/>
                  </a:lnTo>
                  <a:lnTo>
                    <a:pt x="417646" y="1266603"/>
                  </a:lnTo>
                  <a:lnTo>
                    <a:pt x="418076" y="1266412"/>
                  </a:lnTo>
                  <a:lnTo>
                    <a:pt x="418516" y="1266229"/>
                  </a:lnTo>
                  <a:lnTo>
                    <a:pt x="418885" y="1266091"/>
                  </a:lnTo>
                  <a:lnTo>
                    <a:pt x="419259" y="1265913"/>
                  </a:lnTo>
                  <a:lnTo>
                    <a:pt x="419588" y="1265773"/>
                  </a:lnTo>
                  <a:lnTo>
                    <a:pt x="420132" y="1265516"/>
                  </a:lnTo>
                  <a:lnTo>
                    <a:pt x="420585" y="1265343"/>
                  </a:lnTo>
                  <a:lnTo>
                    <a:pt x="420946" y="1265170"/>
                  </a:lnTo>
                  <a:lnTo>
                    <a:pt x="421160" y="1265061"/>
                  </a:lnTo>
                  <a:lnTo>
                    <a:pt x="421504" y="1265125"/>
                  </a:lnTo>
                  <a:lnTo>
                    <a:pt x="421860" y="1265244"/>
                  </a:lnTo>
                  <a:lnTo>
                    <a:pt x="422168" y="1265407"/>
                  </a:lnTo>
                  <a:lnTo>
                    <a:pt x="422481" y="1265651"/>
                  </a:lnTo>
                  <a:lnTo>
                    <a:pt x="422944" y="1266158"/>
                  </a:lnTo>
                  <a:lnTo>
                    <a:pt x="423209" y="1266473"/>
                  </a:lnTo>
                  <a:lnTo>
                    <a:pt x="423453" y="1266791"/>
                  </a:lnTo>
                  <a:lnTo>
                    <a:pt x="423700" y="1266967"/>
                  </a:lnTo>
                  <a:lnTo>
                    <a:pt x="424048" y="1267216"/>
                  </a:lnTo>
                  <a:lnTo>
                    <a:pt x="424379" y="1267420"/>
                  </a:lnTo>
                  <a:lnTo>
                    <a:pt x="424865" y="1267410"/>
                  </a:lnTo>
                  <a:lnTo>
                    <a:pt x="425845" y="1267402"/>
                  </a:lnTo>
                  <a:lnTo>
                    <a:pt x="426850" y="1267377"/>
                  </a:lnTo>
                  <a:lnTo>
                    <a:pt x="427631" y="1267336"/>
                  </a:lnTo>
                  <a:lnTo>
                    <a:pt x="427827" y="1267321"/>
                  </a:lnTo>
                  <a:lnTo>
                    <a:pt x="428473" y="1267315"/>
                  </a:lnTo>
                  <a:lnTo>
                    <a:pt x="428720" y="1267331"/>
                  </a:lnTo>
                  <a:lnTo>
                    <a:pt x="429084" y="1267320"/>
                  </a:lnTo>
                  <a:lnTo>
                    <a:pt x="429628" y="1267336"/>
                  </a:lnTo>
                  <a:lnTo>
                    <a:pt x="430244" y="1267354"/>
                  </a:lnTo>
                  <a:lnTo>
                    <a:pt x="430850" y="1267376"/>
                  </a:lnTo>
                  <a:lnTo>
                    <a:pt x="431437" y="1267399"/>
                  </a:lnTo>
                  <a:lnTo>
                    <a:pt x="431707" y="1267534"/>
                  </a:lnTo>
                  <a:lnTo>
                    <a:pt x="431860" y="1267918"/>
                  </a:lnTo>
                  <a:lnTo>
                    <a:pt x="432071" y="1268488"/>
                  </a:lnTo>
                  <a:lnTo>
                    <a:pt x="432257" y="1268979"/>
                  </a:lnTo>
                  <a:lnTo>
                    <a:pt x="432478" y="1269560"/>
                  </a:lnTo>
                  <a:lnTo>
                    <a:pt x="432697" y="1269715"/>
                  </a:lnTo>
                  <a:lnTo>
                    <a:pt x="432990" y="1269659"/>
                  </a:lnTo>
                  <a:lnTo>
                    <a:pt x="433211" y="1269651"/>
                  </a:lnTo>
                  <a:lnTo>
                    <a:pt x="433582" y="1269641"/>
                  </a:lnTo>
                  <a:lnTo>
                    <a:pt x="434697" y="1269644"/>
                  </a:lnTo>
                  <a:lnTo>
                    <a:pt x="434817" y="1269786"/>
                  </a:lnTo>
                  <a:lnTo>
                    <a:pt x="435376" y="1270445"/>
                  </a:lnTo>
                  <a:lnTo>
                    <a:pt x="435590" y="1270682"/>
                  </a:lnTo>
                  <a:lnTo>
                    <a:pt x="436063" y="1271193"/>
                  </a:lnTo>
                  <a:lnTo>
                    <a:pt x="436386" y="1271557"/>
                  </a:lnTo>
                  <a:lnTo>
                    <a:pt x="436883" y="1272114"/>
                  </a:lnTo>
                  <a:lnTo>
                    <a:pt x="439290" y="1270313"/>
                  </a:lnTo>
                  <a:lnTo>
                    <a:pt x="440398" y="1271058"/>
                  </a:lnTo>
                  <a:lnTo>
                    <a:pt x="441546" y="1264559"/>
                  </a:lnTo>
                  <a:lnTo>
                    <a:pt x="442615" y="1258534"/>
                  </a:lnTo>
                  <a:lnTo>
                    <a:pt x="444151" y="1249870"/>
                  </a:lnTo>
                  <a:lnTo>
                    <a:pt x="445294" y="1243892"/>
                  </a:lnTo>
                  <a:lnTo>
                    <a:pt x="447066" y="1234624"/>
                  </a:lnTo>
                  <a:lnTo>
                    <a:pt x="447600" y="1234017"/>
                  </a:lnTo>
                  <a:lnTo>
                    <a:pt x="451004" y="1230142"/>
                  </a:lnTo>
                  <a:lnTo>
                    <a:pt x="458559" y="1221547"/>
                  </a:lnTo>
                  <a:lnTo>
                    <a:pt x="462424" y="1217146"/>
                  </a:lnTo>
                  <a:lnTo>
                    <a:pt x="462154" y="1205544"/>
                  </a:lnTo>
                  <a:lnTo>
                    <a:pt x="461997" y="1198933"/>
                  </a:lnTo>
                  <a:lnTo>
                    <a:pt x="461997" y="1198785"/>
                  </a:lnTo>
                  <a:lnTo>
                    <a:pt x="461998" y="1185975"/>
                  </a:lnTo>
                  <a:lnTo>
                    <a:pt x="461998" y="1184845"/>
                  </a:lnTo>
                  <a:lnTo>
                    <a:pt x="461998" y="1181966"/>
                  </a:lnTo>
                  <a:lnTo>
                    <a:pt x="461998" y="1179004"/>
                  </a:lnTo>
                  <a:lnTo>
                    <a:pt x="461988" y="1174796"/>
                  </a:lnTo>
                  <a:lnTo>
                    <a:pt x="461967" y="1166364"/>
                  </a:lnTo>
                  <a:lnTo>
                    <a:pt x="461963" y="1164690"/>
                  </a:lnTo>
                  <a:lnTo>
                    <a:pt x="461945" y="1157139"/>
                  </a:lnTo>
                  <a:lnTo>
                    <a:pt x="462493" y="1152166"/>
                  </a:lnTo>
                  <a:lnTo>
                    <a:pt x="462882" y="1148634"/>
                  </a:lnTo>
                  <a:lnTo>
                    <a:pt x="463903" y="1139294"/>
                  </a:lnTo>
                  <a:lnTo>
                    <a:pt x="464806" y="1131165"/>
                  </a:lnTo>
                  <a:lnTo>
                    <a:pt x="464829" y="1130937"/>
                  </a:lnTo>
                  <a:lnTo>
                    <a:pt x="465876" y="1120612"/>
                  </a:lnTo>
                  <a:lnTo>
                    <a:pt x="467339" y="1106284"/>
                  </a:lnTo>
                  <a:lnTo>
                    <a:pt x="469169" y="1100498"/>
                  </a:lnTo>
                  <a:lnTo>
                    <a:pt x="469472" y="1099541"/>
                  </a:lnTo>
                  <a:lnTo>
                    <a:pt x="471801" y="1092175"/>
                  </a:lnTo>
                  <a:lnTo>
                    <a:pt x="474382" y="1084022"/>
                  </a:lnTo>
                  <a:lnTo>
                    <a:pt x="477342" y="1074852"/>
                  </a:lnTo>
                  <a:lnTo>
                    <a:pt x="475377" y="1064025"/>
                  </a:lnTo>
                  <a:lnTo>
                    <a:pt x="474738" y="1060530"/>
                  </a:lnTo>
                  <a:lnTo>
                    <a:pt x="473799" y="1055333"/>
                  </a:lnTo>
                  <a:lnTo>
                    <a:pt x="472732" y="1049429"/>
                  </a:lnTo>
                  <a:lnTo>
                    <a:pt x="472169" y="1041924"/>
                  </a:lnTo>
                  <a:lnTo>
                    <a:pt x="471594" y="1034199"/>
                  </a:lnTo>
                  <a:lnTo>
                    <a:pt x="471533" y="1033391"/>
                  </a:lnTo>
                  <a:lnTo>
                    <a:pt x="470909" y="1028758"/>
                  </a:lnTo>
                  <a:lnTo>
                    <a:pt x="469836" y="1020704"/>
                  </a:lnTo>
                  <a:lnTo>
                    <a:pt x="469097" y="1015146"/>
                  </a:lnTo>
                  <a:lnTo>
                    <a:pt x="468517" y="1009568"/>
                  </a:lnTo>
                  <a:lnTo>
                    <a:pt x="468066" y="1005805"/>
                  </a:lnTo>
                  <a:lnTo>
                    <a:pt x="466699" y="994301"/>
                  </a:lnTo>
                  <a:lnTo>
                    <a:pt x="465341" y="983790"/>
                  </a:lnTo>
                  <a:lnTo>
                    <a:pt x="476197" y="982831"/>
                  </a:lnTo>
                  <a:lnTo>
                    <a:pt x="484600" y="982090"/>
                  </a:lnTo>
                  <a:lnTo>
                    <a:pt x="491474" y="981458"/>
                  </a:lnTo>
                  <a:lnTo>
                    <a:pt x="498451" y="980800"/>
                  </a:lnTo>
                  <a:lnTo>
                    <a:pt x="505265" y="980184"/>
                  </a:lnTo>
                  <a:lnTo>
                    <a:pt x="510872" y="979530"/>
                  </a:lnTo>
                  <a:lnTo>
                    <a:pt x="511441" y="979464"/>
                  </a:lnTo>
                  <a:lnTo>
                    <a:pt x="525009" y="978054"/>
                  </a:lnTo>
                  <a:lnTo>
                    <a:pt x="535455" y="970500"/>
                  </a:lnTo>
                  <a:lnTo>
                    <a:pt x="543304" y="964857"/>
                  </a:lnTo>
                  <a:lnTo>
                    <a:pt x="546834" y="962213"/>
                  </a:lnTo>
                  <a:lnTo>
                    <a:pt x="547167" y="961963"/>
                  </a:lnTo>
                  <a:lnTo>
                    <a:pt x="555880" y="955512"/>
                  </a:lnTo>
                  <a:lnTo>
                    <a:pt x="560459" y="952316"/>
                  </a:lnTo>
                  <a:lnTo>
                    <a:pt x="569473" y="946028"/>
                  </a:lnTo>
                  <a:lnTo>
                    <a:pt x="572385" y="943996"/>
                  </a:lnTo>
                  <a:lnTo>
                    <a:pt x="576274" y="941280"/>
                  </a:lnTo>
                  <a:lnTo>
                    <a:pt x="575030" y="935198"/>
                  </a:lnTo>
                  <a:lnTo>
                    <a:pt x="572627" y="923469"/>
                  </a:lnTo>
                  <a:lnTo>
                    <a:pt x="571227" y="916755"/>
                  </a:lnTo>
                  <a:lnTo>
                    <a:pt x="569854" y="910195"/>
                  </a:lnTo>
                  <a:lnTo>
                    <a:pt x="567305" y="899477"/>
                  </a:lnTo>
                  <a:lnTo>
                    <a:pt x="564672" y="888406"/>
                  </a:lnTo>
                  <a:lnTo>
                    <a:pt x="563651" y="884114"/>
                  </a:lnTo>
                  <a:lnTo>
                    <a:pt x="569820" y="875697"/>
                  </a:lnTo>
                  <a:lnTo>
                    <a:pt x="571934" y="872809"/>
                  </a:lnTo>
                  <a:lnTo>
                    <a:pt x="579361" y="865003"/>
                  </a:lnTo>
                  <a:lnTo>
                    <a:pt x="581162" y="863124"/>
                  </a:lnTo>
                  <a:lnTo>
                    <a:pt x="583674" y="860459"/>
                  </a:lnTo>
                  <a:lnTo>
                    <a:pt x="590999" y="852686"/>
                  </a:lnTo>
                  <a:lnTo>
                    <a:pt x="594310" y="846142"/>
                  </a:lnTo>
                  <a:lnTo>
                    <a:pt x="594430" y="845904"/>
                  </a:lnTo>
                  <a:lnTo>
                    <a:pt x="599341" y="836204"/>
                  </a:lnTo>
                  <a:lnTo>
                    <a:pt x="601478" y="831952"/>
                  </a:lnTo>
                  <a:lnTo>
                    <a:pt x="603598" y="827832"/>
                  </a:lnTo>
                  <a:lnTo>
                    <a:pt x="606133" y="822872"/>
                  </a:lnTo>
                  <a:lnTo>
                    <a:pt x="607160" y="820863"/>
                  </a:lnTo>
                  <a:lnTo>
                    <a:pt x="611488" y="812412"/>
                  </a:lnTo>
                  <a:lnTo>
                    <a:pt x="617366" y="801234"/>
                  </a:lnTo>
                  <a:lnTo>
                    <a:pt x="622312" y="791824"/>
                  </a:lnTo>
                  <a:lnTo>
                    <a:pt x="624314" y="787825"/>
                  </a:lnTo>
                  <a:lnTo>
                    <a:pt x="627718" y="781036"/>
                  </a:lnTo>
                  <a:lnTo>
                    <a:pt x="629634" y="777214"/>
                  </a:lnTo>
                  <a:lnTo>
                    <a:pt x="631726" y="773043"/>
                  </a:lnTo>
                  <a:lnTo>
                    <a:pt x="636572" y="761838"/>
                  </a:lnTo>
                  <a:lnTo>
                    <a:pt x="641114" y="756430"/>
                  </a:lnTo>
                  <a:lnTo>
                    <a:pt x="646442" y="750086"/>
                  </a:lnTo>
                  <a:lnTo>
                    <a:pt x="648506" y="747606"/>
                  </a:lnTo>
                  <a:lnTo>
                    <a:pt x="653475" y="741634"/>
                  </a:lnTo>
                  <a:lnTo>
                    <a:pt x="662617" y="733793"/>
                  </a:lnTo>
                  <a:lnTo>
                    <a:pt x="665735" y="731118"/>
                  </a:lnTo>
                  <a:lnTo>
                    <a:pt x="671680" y="725906"/>
                  </a:lnTo>
                  <a:lnTo>
                    <a:pt x="671878" y="725732"/>
                  </a:lnTo>
                  <a:lnTo>
                    <a:pt x="674585" y="723358"/>
                  </a:lnTo>
                  <a:lnTo>
                    <a:pt x="674642" y="716666"/>
                  </a:lnTo>
                  <a:lnTo>
                    <a:pt x="674688" y="712396"/>
                  </a:lnTo>
                  <a:lnTo>
                    <a:pt x="674828" y="705141"/>
                  </a:lnTo>
                  <a:lnTo>
                    <a:pt x="675032" y="691449"/>
                  </a:lnTo>
                  <a:lnTo>
                    <a:pt x="675229" y="685032"/>
                  </a:lnTo>
                  <a:lnTo>
                    <a:pt x="675372" y="678079"/>
                  </a:lnTo>
                  <a:lnTo>
                    <a:pt x="670930" y="669724"/>
                  </a:lnTo>
                  <a:lnTo>
                    <a:pt x="666873" y="662071"/>
                  </a:lnTo>
                  <a:lnTo>
                    <a:pt x="662627" y="654452"/>
                  </a:lnTo>
                  <a:lnTo>
                    <a:pt x="659428" y="648693"/>
                  </a:lnTo>
                  <a:lnTo>
                    <a:pt x="653386" y="637840"/>
                  </a:lnTo>
                  <a:lnTo>
                    <a:pt x="649823" y="631439"/>
                  </a:lnTo>
                  <a:lnTo>
                    <a:pt x="646655" y="625835"/>
                  </a:lnTo>
                  <a:lnTo>
                    <a:pt x="639658" y="613451"/>
                  </a:lnTo>
                  <a:lnTo>
                    <a:pt x="642042" y="605267"/>
                  </a:lnTo>
                  <a:lnTo>
                    <a:pt x="643920" y="598846"/>
                  </a:lnTo>
                  <a:lnTo>
                    <a:pt x="646640" y="589525"/>
                  </a:lnTo>
                  <a:lnTo>
                    <a:pt x="656126" y="587607"/>
                  </a:lnTo>
                  <a:lnTo>
                    <a:pt x="660440" y="586747"/>
                  </a:lnTo>
                  <a:lnTo>
                    <a:pt x="670565" y="585212"/>
                  </a:lnTo>
                  <a:lnTo>
                    <a:pt x="673637" y="584748"/>
                  </a:lnTo>
                  <a:lnTo>
                    <a:pt x="677387" y="577556"/>
                  </a:lnTo>
                  <a:lnTo>
                    <a:pt x="682695" y="567386"/>
                  </a:lnTo>
                  <a:lnTo>
                    <a:pt x="685017" y="561785"/>
                  </a:lnTo>
                  <a:lnTo>
                    <a:pt x="688964" y="552267"/>
                  </a:lnTo>
                  <a:lnTo>
                    <a:pt x="691343" y="542894"/>
                  </a:lnTo>
                  <a:lnTo>
                    <a:pt x="693325" y="534030"/>
                  </a:lnTo>
                  <a:lnTo>
                    <a:pt x="694920" y="526852"/>
                  </a:lnTo>
                  <a:lnTo>
                    <a:pt x="696878" y="518059"/>
                  </a:lnTo>
                  <a:lnTo>
                    <a:pt x="698322" y="512093"/>
                  </a:lnTo>
                  <a:lnTo>
                    <a:pt x="700842" y="501660"/>
                  </a:lnTo>
                  <a:lnTo>
                    <a:pt x="702129" y="495802"/>
                  </a:lnTo>
                  <a:lnTo>
                    <a:pt x="703191" y="490958"/>
                  </a:lnTo>
                  <a:lnTo>
                    <a:pt x="703805" y="488151"/>
                  </a:lnTo>
                  <a:lnTo>
                    <a:pt x="705199" y="481785"/>
                  </a:lnTo>
                  <a:lnTo>
                    <a:pt x="706468" y="476021"/>
                  </a:lnTo>
                  <a:lnTo>
                    <a:pt x="711455" y="471423"/>
                  </a:lnTo>
                  <a:lnTo>
                    <a:pt x="716375" y="466934"/>
                  </a:lnTo>
                  <a:lnTo>
                    <a:pt x="724097" y="459660"/>
                  </a:lnTo>
                  <a:lnTo>
                    <a:pt x="726372" y="457517"/>
                  </a:lnTo>
                  <a:lnTo>
                    <a:pt x="728849" y="455427"/>
                  </a:lnTo>
                  <a:lnTo>
                    <a:pt x="735159" y="450103"/>
                  </a:lnTo>
                  <a:lnTo>
                    <a:pt x="738539" y="447250"/>
                  </a:lnTo>
                  <a:lnTo>
                    <a:pt x="745109" y="441835"/>
                  </a:lnTo>
                  <a:lnTo>
                    <a:pt x="752317" y="435892"/>
                  </a:lnTo>
                  <a:lnTo>
                    <a:pt x="755105" y="430109"/>
                  </a:lnTo>
                  <a:lnTo>
                    <a:pt x="759440" y="421123"/>
                  </a:lnTo>
                  <a:lnTo>
                    <a:pt x="762317" y="416123"/>
                  </a:lnTo>
                  <a:lnTo>
                    <a:pt x="769962" y="419982"/>
                  </a:lnTo>
                  <a:lnTo>
                    <a:pt x="770231" y="420122"/>
                  </a:lnTo>
                  <a:lnTo>
                    <a:pt x="775516" y="422760"/>
                  </a:lnTo>
                  <a:lnTo>
                    <a:pt x="775828" y="422917"/>
                  </a:lnTo>
                  <a:lnTo>
                    <a:pt x="779511" y="424764"/>
                  </a:lnTo>
                  <a:lnTo>
                    <a:pt x="785439" y="427716"/>
                  </a:lnTo>
                  <a:lnTo>
                    <a:pt x="790919" y="430571"/>
                  </a:lnTo>
                  <a:lnTo>
                    <a:pt x="796710" y="433590"/>
                  </a:lnTo>
                  <a:lnTo>
                    <a:pt x="803830" y="437300"/>
                  </a:lnTo>
                  <a:lnTo>
                    <a:pt x="809045" y="441021"/>
                  </a:lnTo>
                  <a:lnTo>
                    <a:pt x="817566" y="447104"/>
                  </a:lnTo>
                  <a:lnTo>
                    <a:pt x="824030" y="451707"/>
                  </a:lnTo>
                  <a:lnTo>
                    <a:pt x="829686" y="455736"/>
                  </a:lnTo>
                  <a:lnTo>
                    <a:pt x="831610" y="450328"/>
                  </a:lnTo>
                  <a:lnTo>
                    <a:pt x="834758" y="441485"/>
                  </a:lnTo>
                  <a:lnTo>
                    <a:pt x="836638" y="436205"/>
                  </a:lnTo>
                  <a:lnTo>
                    <a:pt x="838509" y="430954"/>
                  </a:lnTo>
                  <a:lnTo>
                    <a:pt x="840464" y="425464"/>
                  </a:lnTo>
                  <a:lnTo>
                    <a:pt x="841046" y="423824"/>
                  </a:lnTo>
                  <a:lnTo>
                    <a:pt x="842326" y="420211"/>
                  </a:lnTo>
                  <a:lnTo>
                    <a:pt x="843974" y="415602"/>
                  </a:lnTo>
                  <a:lnTo>
                    <a:pt x="844910" y="413062"/>
                  </a:lnTo>
                  <a:lnTo>
                    <a:pt x="848033" y="404622"/>
                  </a:lnTo>
                  <a:lnTo>
                    <a:pt x="850749" y="396508"/>
                  </a:lnTo>
                  <a:lnTo>
                    <a:pt x="852011" y="392756"/>
                  </a:lnTo>
                  <a:lnTo>
                    <a:pt x="853136" y="389410"/>
                  </a:lnTo>
                  <a:lnTo>
                    <a:pt x="851940" y="381107"/>
                  </a:lnTo>
                  <a:lnTo>
                    <a:pt x="851098" y="375242"/>
                  </a:lnTo>
                  <a:lnTo>
                    <a:pt x="850612" y="372200"/>
                  </a:lnTo>
                  <a:lnTo>
                    <a:pt x="850244" y="369715"/>
                  </a:lnTo>
                  <a:lnTo>
                    <a:pt x="850081" y="368601"/>
                  </a:lnTo>
                  <a:lnTo>
                    <a:pt x="849183" y="362431"/>
                  </a:lnTo>
                  <a:lnTo>
                    <a:pt x="848552" y="358255"/>
                  </a:lnTo>
                  <a:lnTo>
                    <a:pt x="847236" y="349439"/>
                  </a:lnTo>
                  <a:lnTo>
                    <a:pt x="846020" y="339934"/>
                  </a:lnTo>
                  <a:lnTo>
                    <a:pt x="844884" y="330942"/>
                  </a:lnTo>
                  <a:lnTo>
                    <a:pt x="844940" y="327499"/>
                  </a:lnTo>
                  <a:lnTo>
                    <a:pt x="845032" y="323926"/>
                  </a:lnTo>
                  <a:lnTo>
                    <a:pt x="845190" y="317147"/>
                  </a:lnTo>
                  <a:lnTo>
                    <a:pt x="845258" y="314078"/>
                  </a:lnTo>
                  <a:lnTo>
                    <a:pt x="845420" y="307115"/>
                  </a:lnTo>
                  <a:lnTo>
                    <a:pt x="845475" y="302915"/>
                  </a:lnTo>
                  <a:lnTo>
                    <a:pt x="845529" y="298917"/>
                  </a:lnTo>
                  <a:lnTo>
                    <a:pt x="845598" y="293835"/>
                  </a:lnTo>
                  <a:lnTo>
                    <a:pt x="845074" y="293016"/>
                  </a:lnTo>
                  <a:lnTo>
                    <a:pt x="844533" y="292187"/>
                  </a:lnTo>
                  <a:lnTo>
                    <a:pt x="844199" y="291627"/>
                  </a:lnTo>
                  <a:lnTo>
                    <a:pt x="843876" y="291060"/>
                  </a:lnTo>
                  <a:lnTo>
                    <a:pt x="843604" y="290566"/>
                  </a:lnTo>
                  <a:lnTo>
                    <a:pt x="843090" y="289632"/>
                  </a:lnTo>
                  <a:lnTo>
                    <a:pt x="842665" y="288861"/>
                  </a:lnTo>
                  <a:lnTo>
                    <a:pt x="842281" y="288245"/>
                  </a:lnTo>
                  <a:lnTo>
                    <a:pt x="841912" y="287581"/>
                  </a:lnTo>
                  <a:lnTo>
                    <a:pt x="841398" y="286798"/>
                  </a:lnTo>
                  <a:lnTo>
                    <a:pt x="840950" y="286065"/>
                  </a:lnTo>
                  <a:lnTo>
                    <a:pt x="840571" y="285429"/>
                  </a:lnTo>
                  <a:lnTo>
                    <a:pt x="840209" y="284739"/>
                  </a:lnTo>
                  <a:lnTo>
                    <a:pt x="839820" y="284052"/>
                  </a:lnTo>
                  <a:lnTo>
                    <a:pt x="839268" y="283118"/>
                  </a:lnTo>
                  <a:lnTo>
                    <a:pt x="838863" y="282365"/>
                  </a:lnTo>
                  <a:lnTo>
                    <a:pt x="838413" y="281607"/>
                  </a:lnTo>
                  <a:lnTo>
                    <a:pt x="837935" y="280856"/>
                  </a:lnTo>
                  <a:lnTo>
                    <a:pt x="837520" y="280250"/>
                  </a:lnTo>
                  <a:lnTo>
                    <a:pt x="837092" y="279507"/>
                  </a:lnTo>
                  <a:lnTo>
                    <a:pt x="836660" y="278736"/>
                  </a:lnTo>
                  <a:lnTo>
                    <a:pt x="836413" y="278278"/>
                  </a:lnTo>
                  <a:lnTo>
                    <a:pt x="836057" y="277665"/>
                  </a:lnTo>
                  <a:lnTo>
                    <a:pt x="835749" y="277072"/>
                  </a:lnTo>
                  <a:lnTo>
                    <a:pt x="835400" y="276515"/>
                  </a:lnTo>
                  <a:lnTo>
                    <a:pt x="834927" y="275724"/>
                  </a:lnTo>
                  <a:lnTo>
                    <a:pt x="833942" y="273978"/>
                  </a:lnTo>
                  <a:lnTo>
                    <a:pt x="833080" y="274332"/>
                  </a:lnTo>
                  <a:lnTo>
                    <a:pt x="832482" y="274380"/>
                  </a:lnTo>
                  <a:lnTo>
                    <a:pt x="831980" y="274408"/>
                  </a:lnTo>
                  <a:lnTo>
                    <a:pt x="831400" y="274444"/>
                  </a:lnTo>
                  <a:lnTo>
                    <a:pt x="831138" y="274454"/>
                  </a:lnTo>
                  <a:lnTo>
                    <a:pt x="830955" y="274462"/>
                  </a:lnTo>
                  <a:lnTo>
                    <a:pt x="830662" y="274490"/>
                  </a:lnTo>
                  <a:lnTo>
                    <a:pt x="830370" y="274485"/>
                  </a:lnTo>
                  <a:lnTo>
                    <a:pt x="829912" y="274538"/>
                  </a:lnTo>
                  <a:lnTo>
                    <a:pt x="829785" y="274510"/>
                  </a:lnTo>
                  <a:lnTo>
                    <a:pt x="829197" y="274556"/>
                  </a:lnTo>
                  <a:lnTo>
                    <a:pt x="828505" y="274609"/>
                  </a:lnTo>
                  <a:lnTo>
                    <a:pt x="828011" y="274619"/>
                  </a:lnTo>
                  <a:lnTo>
                    <a:pt x="827777" y="274647"/>
                  </a:lnTo>
                  <a:lnTo>
                    <a:pt x="827637" y="274622"/>
                  </a:lnTo>
                  <a:lnTo>
                    <a:pt x="827337" y="274612"/>
                  </a:lnTo>
                  <a:lnTo>
                    <a:pt x="827026" y="274680"/>
                  </a:lnTo>
                  <a:lnTo>
                    <a:pt x="826881" y="274736"/>
                  </a:lnTo>
                  <a:lnTo>
                    <a:pt x="826327" y="274823"/>
                  </a:lnTo>
                  <a:lnTo>
                    <a:pt x="826059" y="274874"/>
                  </a:lnTo>
                  <a:lnTo>
                    <a:pt x="825685" y="274955"/>
                  </a:lnTo>
                  <a:lnTo>
                    <a:pt x="825321" y="275024"/>
                  </a:lnTo>
                  <a:lnTo>
                    <a:pt x="824683" y="275146"/>
                  </a:lnTo>
                  <a:lnTo>
                    <a:pt x="824535" y="275169"/>
                  </a:lnTo>
                  <a:lnTo>
                    <a:pt x="823996" y="275263"/>
                  </a:lnTo>
                  <a:lnTo>
                    <a:pt x="823365" y="275373"/>
                  </a:lnTo>
                  <a:lnTo>
                    <a:pt x="822772" y="275472"/>
                  </a:lnTo>
                  <a:lnTo>
                    <a:pt x="822624" y="275495"/>
                  </a:lnTo>
                  <a:lnTo>
                    <a:pt x="822182" y="275568"/>
                  </a:lnTo>
                  <a:lnTo>
                    <a:pt x="821507" y="275688"/>
                  </a:lnTo>
                  <a:lnTo>
                    <a:pt x="821034" y="275752"/>
                  </a:lnTo>
                  <a:lnTo>
                    <a:pt x="820556" y="275841"/>
                  </a:lnTo>
                  <a:lnTo>
                    <a:pt x="820052" y="275932"/>
                  </a:lnTo>
                  <a:lnTo>
                    <a:pt x="819861" y="275955"/>
                  </a:lnTo>
                  <a:lnTo>
                    <a:pt x="819512" y="276019"/>
                  </a:lnTo>
                  <a:lnTo>
                    <a:pt x="818879" y="276133"/>
                  </a:lnTo>
                  <a:lnTo>
                    <a:pt x="818703" y="276156"/>
                  </a:lnTo>
                  <a:lnTo>
                    <a:pt x="818118" y="276255"/>
                  </a:lnTo>
                  <a:lnTo>
                    <a:pt x="817533" y="276357"/>
                  </a:lnTo>
                  <a:lnTo>
                    <a:pt x="817059" y="276436"/>
                  </a:lnTo>
                  <a:lnTo>
                    <a:pt x="816377" y="276553"/>
                  </a:lnTo>
                  <a:lnTo>
                    <a:pt x="815601" y="276683"/>
                  </a:lnTo>
                  <a:lnTo>
                    <a:pt x="815207" y="276734"/>
                  </a:lnTo>
                  <a:lnTo>
                    <a:pt x="814731" y="276823"/>
                  </a:lnTo>
                  <a:lnTo>
                    <a:pt x="813820" y="276965"/>
                  </a:lnTo>
                  <a:lnTo>
                    <a:pt x="813031" y="277138"/>
                  </a:lnTo>
                  <a:lnTo>
                    <a:pt x="812897" y="277161"/>
                  </a:lnTo>
                  <a:lnTo>
                    <a:pt x="812154" y="277294"/>
                  </a:lnTo>
                  <a:lnTo>
                    <a:pt x="811747" y="277360"/>
                  </a:lnTo>
                  <a:lnTo>
                    <a:pt x="811138" y="277459"/>
                  </a:lnTo>
                  <a:lnTo>
                    <a:pt x="810612" y="277543"/>
                  </a:lnTo>
                  <a:lnTo>
                    <a:pt x="810156" y="277624"/>
                  </a:lnTo>
                  <a:lnTo>
                    <a:pt x="810029" y="277642"/>
                  </a:lnTo>
                  <a:lnTo>
                    <a:pt x="809441" y="277747"/>
                  </a:lnTo>
                  <a:lnTo>
                    <a:pt x="808922" y="277841"/>
                  </a:lnTo>
                  <a:lnTo>
                    <a:pt x="808301" y="277950"/>
                  </a:lnTo>
                  <a:lnTo>
                    <a:pt x="807553" y="278077"/>
                  </a:lnTo>
                  <a:lnTo>
                    <a:pt x="807133" y="278149"/>
                  </a:lnTo>
                  <a:lnTo>
                    <a:pt x="806635" y="278238"/>
                  </a:lnTo>
                  <a:lnTo>
                    <a:pt x="805993" y="278339"/>
                  </a:lnTo>
                  <a:lnTo>
                    <a:pt x="805836" y="278365"/>
                  </a:lnTo>
                  <a:lnTo>
                    <a:pt x="805607" y="278398"/>
                  </a:lnTo>
                  <a:lnTo>
                    <a:pt x="805357" y="278436"/>
                  </a:lnTo>
                  <a:lnTo>
                    <a:pt x="800253" y="278682"/>
                  </a:lnTo>
                  <a:lnTo>
                    <a:pt x="795553" y="278908"/>
                  </a:lnTo>
                  <a:lnTo>
                    <a:pt x="794957" y="278939"/>
                  </a:lnTo>
                  <a:lnTo>
                    <a:pt x="793479" y="279015"/>
                  </a:lnTo>
                  <a:lnTo>
                    <a:pt x="792954" y="279041"/>
                  </a:lnTo>
                  <a:lnTo>
                    <a:pt x="792404" y="279069"/>
                  </a:lnTo>
                  <a:lnTo>
                    <a:pt x="792243" y="279078"/>
                  </a:lnTo>
                  <a:lnTo>
                    <a:pt x="791776" y="279101"/>
                  </a:lnTo>
                  <a:lnTo>
                    <a:pt x="791518" y="279114"/>
                  </a:lnTo>
                  <a:lnTo>
                    <a:pt x="791365" y="279121"/>
                  </a:lnTo>
                  <a:lnTo>
                    <a:pt x="791166" y="279131"/>
                  </a:lnTo>
                  <a:lnTo>
                    <a:pt x="790969" y="279140"/>
                  </a:lnTo>
                  <a:lnTo>
                    <a:pt x="790509" y="279163"/>
                  </a:lnTo>
                  <a:lnTo>
                    <a:pt x="790323" y="279172"/>
                  </a:lnTo>
                  <a:lnTo>
                    <a:pt x="789877" y="279194"/>
                  </a:lnTo>
                  <a:lnTo>
                    <a:pt x="789731" y="279201"/>
                  </a:lnTo>
                  <a:lnTo>
                    <a:pt x="789540" y="279210"/>
                  </a:lnTo>
                  <a:lnTo>
                    <a:pt x="789114" y="279233"/>
                  </a:lnTo>
                  <a:lnTo>
                    <a:pt x="787828" y="279301"/>
                  </a:lnTo>
                  <a:lnTo>
                    <a:pt x="785519" y="279419"/>
                  </a:lnTo>
                  <a:lnTo>
                    <a:pt x="784850" y="279453"/>
                  </a:lnTo>
                  <a:lnTo>
                    <a:pt x="776172" y="283785"/>
                  </a:lnTo>
                  <a:lnTo>
                    <a:pt x="775372" y="284183"/>
                  </a:lnTo>
                  <a:lnTo>
                    <a:pt x="773016" y="285357"/>
                  </a:lnTo>
                  <a:lnTo>
                    <a:pt x="771489" y="286118"/>
                  </a:lnTo>
                  <a:lnTo>
                    <a:pt x="769530" y="287095"/>
                  </a:lnTo>
                  <a:lnTo>
                    <a:pt x="766502" y="288609"/>
                  </a:lnTo>
                  <a:lnTo>
                    <a:pt x="766295" y="288712"/>
                  </a:lnTo>
                  <a:lnTo>
                    <a:pt x="766125" y="288797"/>
                  </a:lnTo>
                  <a:lnTo>
                    <a:pt x="765869" y="288925"/>
                  </a:lnTo>
                  <a:lnTo>
                    <a:pt x="765572" y="289074"/>
                  </a:lnTo>
                  <a:lnTo>
                    <a:pt x="765256" y="289231"/>
                  </a:lnTo>
                  <a:lnTo>
                    <a:pt x="764995" y="289362"/>
                  </a:lnTo>
                  <a:lnTo>
                    <a:pt x="764628" y="289545"/>
                  </a:lnTo>
                  <a:lnTo>
                    <a:pt x="764187" y="289765"/>
                  </a:lnTo>
                  <a:lnTo>
                    <a:pt x="763725" y="289995"/>
                  </a:lnTo>
                  <a:lnTo>
                    <a:pt x="763189" y="290157"/>
                  </a:lnTo>
                  <a:lnTo>
                    <a:pt x="763036" y="290179"/>
                  </a:lnTo>
                  <a:lnTo>
                    <a:pt x="762841" y="290207"/>
                  </a:lnTo>
                  <a:lnTo>
                    <a:pt x="762629" y="290237"/>
                  </a:lnTo>
                  <a:lnTo>
                    <a:pt x="762431" y="290265"/>
                  </a:lnTo>
                  <a:lnTo>
                    <a:pt x="761740" y="290363"/>
                  </a:lnTo>
                  <a:lnTo>
                    <a:pt x="761322" y="290422"/>
                  </a:lnTo>
                  <a:lnTo>
                    <a:pt x="760888" y="290483"/>
                  </a:lnTo>
                  <a:lnTo>
                    <a:pt x="760360" y="290558"/>
                  </a:lnTo>
                  <a:lnTo>
                    <a:pt x="759875" y="290627"/>
                  </a:lnTo>
                  <a:lnTo>
                    <a:pt x="759563" y="290671"/>
                  </a:lnTo>
                  <a:lnTo>
                    <a:pt x="759375" y="290698"/>
                  </a:lnTo>
                  <a:lnTo>
                    <a:pt x="759105" y="290736"/>
                  </a:lnTo>
                  <a:lnTo>
                    <a:pt x="758749" y="290788"/>
                  </a:lnTo>
                  <a:lnTo>
                    <a:pt x="758447" y="290829"/>
                  </a:lnTo>
                  <a:lnTo>
                    <a:pt x="757666" y="290940"/>
                  </a:lnTo>
                  <a:lnTo>
                    <a:pt x="757213" y="291004"/>
                  </a:lnTo>
                  <a:lnTo>
                    <a:pt x="756885" y="291050"/>
                  </a:lnTo>
                  <a:lnTo>
                    <a:pt x="753002" y="291573"/>
                  </a:lnTo>
                  <a:lnTo>
                    <a:pt x="752696" y="291607"/>
                  </a:lnTo>
                  <a:lnTo>
                    <a:pt x="752505" y="291628"/>
                  </a:lnTo>
                  <a:lnTo>
                    <a:pt x="751897" y="291696"/>
                  </a:lnTo>
                  <a:lnTo>
                    <a:pt x="751619" y="291726"/>
                  </a:lnTo>
                  <a:lnTo>
                    <a:pt x="750819" y="291817"/>
                  </a:lnTo>
                  <a:lnTo>
                    <a:pt x="750053" y="291895"/>
                  </a:lnTo>
                  <a:lnTo>
                    <a:pt x="749723" y="292077"/>
                  </a:lnTo>
                  <a:lnTo>
                    <a:pt x="748790" y="292069"/>
                  </a:lnTo>
                  <a:lnTo>
                    <a:pt x="748405" y="291947"/>
                  </a:lnTo>
                  <a:lnTo>
                    <a:pt x="748264" y="291903"/>
                  </a:lnTo>
                  <a:lnTo>
                    <a:pt x="747802" y="291757"/>
                  </a:lnTo>
                  <a:lnTo>
                    <a:pt x="746563" y="291655"/>
                  </a:lnTo>
                  <a:lnTo>
                    <a:pt x="745421" y="291556"/>
                  </a:lnTo>
                  <a:lnTo>
                    <a:pt x="744072" y="291388"/>
                  </a:lnTo>
                  <a:lnTo>
                    <a:pt x="742823" y="291220"/>
                  </a:lnTo>
                  <a:lnTo>
                    <a:pt x="742263" y="291164"/>
                  </a:lnTo>
                  <a:lnTo>
                    <a:pt x="741013" y="291062"/>
                  </a:lnTo>
                  <a:lnTo>
                    <a:pt x="739362" y="290968"/>
                  </a:lnTo>
                  <a:lnTo>
                    <a:pt x="736894" y="290729"/>
                  </a:lnTo>
                  <a:lnTo>
                    <a:pt x="735624" y="290627"/>
                  </a:lnTo>
                  <a:lnTo>
                    <a:pt x="734665" y="290563"/>
                  </a:lnTo>
                  <a:lnTo>
                    <a:pt x="733639" y="290479"/>
                  </a:lnTo>
                  <a:lnTo>
                    <a:pt x="732476" y="290390"/>
                  </a:lnTo>
                  <a:lnTo>
                    <a:pt x="731214" y="290260"/>
                  </a:lnTo>
                  <a:lnTo>
                    <a:pt x="729853" y="290148"/>
                  </a:lnTo>
                  <a:lnTo>
                    <a:pt x="728683" y="290054"/>
                  </a:lnTo>
                  <a:lnTo>
                    <a:pt x="725830" y="289841"/>
                  </a:lnTo>
                  <a:lnTo>
                    <a:pt x="722428" y="289640"/>
                  </a:lnTo>
                  <a:lnTo>
                    <a:pt x="721749" y="289507"/>
                  </a:lnTo>
                  <a:lnTo>
                    <a:pt x="720859" y="289442"/>
                  </a:lnTo>
                  <a:lnTo>
                    <a:pt x="720001" y="289380"/>
                  </a:lnTo>
                  <a:lnTo>
                    <a:pt x="717970" y="289197"/>
                  </a:lnTo>
                  <a:lnTo>
                    <a:pt x="716122" y="289006"/>
                  </a:lnTo>
                  <a:lnTo>
                    <a:pt x="714557" y="288859"/>
                  </a:lnTo>
                  <a:lnTo>
                    <a:pt x="712366" y="291645"/>
                  </a:lnTo>
                  <a:lnTo>
                    <a:pt x="712094" y="291990"/>
                  </a:lnTo>
                  <a:lnTo>
                    <a:pt x="710169" y="294439"/>
                  </a:lnTo>
                  <a:lnTo>
                    <a:pt x="709946" y="294723"/>
                  </a:lnTo>
                  <a:lnTo>
                    <a:pt x="709699" y="295042"/>
                  </a:lnTo>
                  <a:lnTo>
                    <a:pt x="708746" y="296277"/>
                  </a:lnTo>
                  <a:lnTo>
                    <a:pt x="708148" y="297009"/>
                  </a:lnTo>
                  <a:lnTo>
                    <a:pt x="707086" y="297656"/>
                  </a:lnTo>
                  <a:lnTo>
                    <a:pt x="700920" y="305031"/>
                  </a:lnTo>
                  <a:lnTo>
                    <a:pt x="700448" y="305560"/>
                  </a:lnTo>
                  <a:lnTo>
                    <a:pt x="700118" y="305927"/>
                  </a:lnTo>
                  <a:lnTo>
                    <a:pt x="699801" y="306270"/>
                  </a:lnTo>
                  <a:lnTo>
                    <a:pt x="699466" y="306632"/>
                  </a:lnTo>
                  <a:lnTo>
                    <a:pt x="699223" y="306900"/>
                  </a:lnTo>
                  <a:lnTo>
                    <a:pt x="698712" y="307138"/>
                  </a:lnTo>
                  <a:lnTo>
                    <a:pt x="698427" y="307271"/>
                  </a:lnTo>
                  <a:lnTo>
                    <a:pt x="698256" y="307350"/>
                  </a:lnTo>
                  <a:lnTo>
                    <a:pt x="698056" y="307443"/>
                  </a:lnTo>
                  <a:lnTo>
                    <a:pt x="697828" y="307551"/>
                  </a:lnTo>
                  <a:lnTo>
                    <a:pt x="697613" y="307651"/>
                  </a:lnTo>
                  <a:lnTo>
                    <a:pt x="697325" y="307784"/>
                  </a:lnTo>
                  <a:lnTo>
                    <a:pt x="697064" y="307906"/>
                  </a:lnTo>
                  <a:lnTo>
                    <a:pt x="696623" y="308115"/>
                  </a:lnTo>
                  <a:lnTo>
                    <a:pt x="695754" y="308510"/>
                  </a:lnTo>
                  <a:lnTo>
                    <a:pt x="695205" y="308763"/>
                  </a:lnTo>
                  <a:lnTo>
                    <a:pt x="694821" y="308940"/>
                  </a:lnTo>
                  <a:lnTo>
                    <a:pt x="694511" y="309089"/>
                  </a:lnTo>
                  <a:lnTo>
                    <a:pt x="693993" y="309246"/>
                  </a:lnTo>
                  <a:lnTo>
                    <a:pt x="693626" y="309358"/>
                  </a:lnTo>
                  <a:lnTo>
                    <a:pt x="692751" y="309655"/>
                  </a:lnTo>
                  <a:lnTo>
                    <a:pt x="692330" y="309800"/>
                  </a:lnTo>
                  <a:lnTo>
                    <a:pt x="691306" y="310171"/>
                  </a:lnTo>
                  <a:lnTo>
                    <a:pt x="691144" y="310236"/>
                  </a:lnTo>
                  <a:lnTo>
                    <a:pt x="691011" y="310275"/>
                  </a:lnTo>
                  <a:lnTo>
                    <a:pt x="690679" y="310390"/>
                  </a:lnTo>
                  <a:lnTo>
                    <a:pt x="690415" y="310489"/>
                  </a:lnTo>
                  <a:lnTo>
                    <a:pt x="690081" y="310493"/>
                  </a:lnTo>
                  <a:lnTo>
                    <a:pt x="689823" y="310512"/>
                  </a:lnTo>
                  <a:lnTo>
                    <a:pt x="688949" y="310369"/>
                  </a:lnTo>
                  <a:lnTo>
                    <a:pt x="688627" y="310316"/>
                  </a:lnTo>
                  <a:lnTo>
                    <a:pt x="688400" y="310278"/>
                  </a:lnTo>
                  <a:lnTo>
                    <a:pt x="688212" y="310248"/>
                  </a:lnTo>
                  <a:lnTo>
                    <a:pt x="686796" y="310038"/>
                  </a:lnTo>
                  <a:lnTo>
                    <a:pt x="685062" y="309684"/>
                  </a:lnTo>
                  <a:lnTo>
                    <a:pt x="684916" y="309487"/>
                  </a:lnTo>
                  <a:lnTo>
                    <a:pt x="684781" y="309549"/>
                  </a:lnTo>
                  <a:lnTo>
                    <a:pt x="684599" y="309643"/>
                  </a:lnTo>
                  <a:lnTo>
                    <a:pt x="684194" y="309833"/>
                  </a:lnTo>
                  <a:lnTo>
                    <a:pt x="684051" y="309902"/>
                  </a:lnTo>
                  <a:lnTo>
                    <a:pt x="683977" y="310047"/>
                  </a:lnTo>
                  <a:lnTo>
                    <a:pt x="683720" y="310540"/>
                  </a:lnTo>
                  <a:lnTo>
                    <a:pt x="683659" y="310688"/>
                  </a:lnTo>
                  <a:lnTo>
                    <a:pt x="683598" y="310836"/>
                  </a:lnTo>
                  <a:lnTo>
                    <a:pt x="683542" y="310977"/>
                  </a:lnTo>
                  <a:lnTo>
                    <a:pt x="683441" y="311229"/>
                  </a:lnTo>
                  <a:lnTo>
                    <a:pt x="683374" y="311397"/>
                  </a:lnTo>
                  <a:lnTo>
                    <a:pt x="683308" y="311561"/>
                  </a:lnTo>
                  <a:lnTo>
                    <a:pt x="683071" y="312135"/>
                  </a:lnTo>
                  <a:lnTo>
                    <a:pt x="682925" y="312494"/>
                  </a:lnTo>
                  <a:lnTo>
                    <a:pt x="682772" y="312906"/>
                  </a:lnTo>
                  <a:lnTo>
                    <a:pt x="682671" y="313140"/>
                  </a:lnTo>
                  <a:lnTo>
                    <a:pt x="682654" y="313517"/>
                  </a:lnTo>
                  <a:lnTo>
                    <a:pt x="682622" y="314154"/>
                  </a:lnTo>
                  <a:lnTo>
                    <a:pt x="682614" y="314378"/>
                  </a:lnTo>
                  <a:lnTo>
                    <a:pt x="682607" y="314532"/>
                  </a:lnTo>
                  <a:lnTo>
                    <a:pt x="682602" y="314732"/>
                  </a:lnTo>
                  <a:lnTo>
                    <a:pt x="682611" y="315146"/>
                  </a:lnTo>
                  <a:lnTo>
                    <a:pt x="682621" y="315565"/>
                  </a:lnTo>
                  <a:lnTo>
                    <a:pt x="682631" y="315920"/>
                  </a:lnTo>
                  <a:lnTo>
                    <a:pt x="682641" y="316402"/>
                  </a:lnTo>
                  <a:lnTo>
                    <a:pt x="682652" y="317023"/>
                  </a:lnTo>
                  <a:lnTo>
                    <a:pt x="682657" y="317248"/>
                  </a:lnTo>
                  <a:lnTo>
                    <a:pt x="682919" y="317787"/>
                  </a:lnTo>
                  <a:lnTo>
                    <a:pt x="683070" y="318096"/>
                  </a:lnTo>
                  <a:lnTo>
                    <a:pt x="683160" y="318281"/>
                  </a:lnTo>
                  <a:lnTo>
                    <a:pt x="683263" y="318502"/>
                  </a:lnTo>
                  <a:lnTo>
                    <a:pt x="683307" y="318701"/>
                  </a:lnTo>
                  <a:lnTo>
                    <a:pt x="683367" y="318971"/>
                  </a:lnTo>
                  <a:lnTo>
                    <a:pt x="683413" y="319154"/>
                  </a:lnTo>
                  <a:lnTo>
                    <a:pt x="683514" y="319366"/>
                  </a:lnTo>
                  <a:lnTo>
                    <a:pt x="683575" y="319505"/>
                  </a:lnTo>
                  <a:lnTo>
                    <a:pt x="683545" y="319744"/>
                  </a:lnTo>
                  <a:lnTo>
                    <a:pt x="683512" y="319976"/>
                  </a:lnTo>
                  <a:lnTo>
                    <a:pt x="683334" y="320225"/>
                  </a:lnTo>
                  <a:lnTo>
                    <a:pt x="683232" y="320369"/>
                  </a:lnTo>
                  <a:lnTo>
                    <a:pt x="683130" y="320602"/>
                  </a:lnTo>
                  <a:lnTo>
                    <a:pt x="683041" y="320809"/>
                  </a:lnTo>
                  <a:lnTo>
                    <a:pt x="682938" y="321293"/>
                  </a:lnTo>
                  <a:lnTo>
                    <a:pt x="682873" y="321587"/>
                  </a:lnTo>
                  <a:lnTo>
                    <a:pt x="682850" y="321882"/>
                  </a:lnTo>
                  <a:lnTo>
                    <a:pt x="683103" y="322092"/>
                  </a:lnTo>
                  <a:lnTo>
                    <a:pt x="683301" y="322272"/>
                  </a:lnTo>
                  <a:lnTo>
                    <a:pt x="683603" y="322544"/>
                  </a:lnTo>
                  <a:lnTo>
                    <a:pt x="683771" y="322694"/>
                  </a:lnTo>
                  <a:lnTo>
                    <a:pt x="683940" y="322850"/>
                  </a:lnTo>
                  <a:lnTo>
                    <a:pt x="684303" y="323180"/>
                  </a:lnTo>
                  <a:lnTo>
                    <a:pt x="684290" y="323488"/>
                  </a:lnTo>
                  <a:lnTo>
                    <a:pt x="684023" y="323932"/>
                  </a:lnTo>
                  <a:lnTo>
                    <a:pt x="683923" y="324181"/>
                  </a:lnTo>
                  <a:lnTo>
                    <a:pt x="683832" y="324443"/>
                  </a:lnTo>
                  <a:lnTo>
                    <a:pt x="683660" y="324870"/>
                  </a:lnTo>
                  <a:lnTo>
                    <a:pt x="683365" y="325373"/>
                  </a:lnTo>
                  <a:lnTo>
                    <a:pt x="684527" y="329009"/>
                  </a:lnTo>
                  <a:lnTo>
                    <a:pt x="677352" y="331045"/>
                  </a:lnTo>
                  <a:lnTo>
                    <a:pt x="671278" y="335290"/>
                  </a:lnTo>
                  <a:lnTo>
                    <a:pt x="668395" y="337304"/>
                  </a:lnTo>
                  <a:lnTo>
                    <a:pt x="655494" y="340103"/>
                  </a:lnTo>
                  <a:lnTo>
                    <a:pt x="648358" y="344225"/>
                  </a:lnTo>
                  <a:lnTo>
                    <a:pt x="646045" y="345561"/>
                  </a:lnTo>
                  <a:lnTo>
                    <a:pt x="642542" y="347584"/>
                  </a:lnTo>
                  <a:lnTo>
                    <a:pt x="628675" y="346490"/>
                  </a:lnTo>
                  <a:lnTo>
                    <a:pt x="629565" y="333538"/>
                  </a:lnTo>
                  <a:lnTo>
                    <a:pt x="630457" y="331427"/>
                  </a:lnTo>
                  <a:lnTo>
                    <a:pt x="639562" y="309867"/>
                  </a:lnTo>
                  <a:lnTo>
                    <a:pt x="641191" y="306010"/>
                  </a:lnTo>
                  <a:lnTo>
                    <a:pt x="641601" y="305040"/>
                  </a:lnTo>
                  <a:lnTo>
                    <a:pt x="637962" y="304174"/>
                  </a:lnTo>
                  <a:lnTo>
                    <a:pt x="637796" y="300322"/>
                  </a:lnTo>
                  <a:lnTo>
                    <a:pt x="636486" y="300362"/>
                  </a:lnTo>
                  <a:lnTo>
                    <a:pt x="635843" y="300380"/>
                  </a:lnTo>
                  <a:lnTo>
                    <a:pt x="635119" y="300659"/>
                  </a:lnTo>
                  <a:lnTo>
                    <a:pt x="634781" y="300789"/>
                  </a:lnTo>
                  <a:lnTo>
                    <a:pt x="633972" y="300901"/>
                  </a:lnTo>
                  <a:lnTo>
                    <a:pt x="633731" y="300947"/>
                  </a:lnTo>
                  <a:lnTo>
                    <a:pt x="633262" y="301041"/>
                  </a:lnTo>
                  <a:lnTo>
                    <a:pt x="632850" y="301191"/>
                  </a:lnTo>
                  <a:lnTo>
                    <a:pt x="632530" y="301382"/>
                  </a:lnTo>
                  <a:lnTo>
                    <a:pt x="632209" y="301639"/>
                  </a:lnTo>
                  <a:lnTo>
                    <a:pt x="632089" y="301797"/>
                  </a:lnTo>
                  <a:lnTo>
                    <a:pt x="631845" y="302107"/>
                  </a:lnTo>
                  <a:lnTo>
                    <a:pt x="631644" y="302308"/>
                  </a:lnTo>
                  <a:lnTo>
                    <a:pt x="631486" y="302382"/>
                  </a:lnTo>
                  <a:lnTo>
                    <a:pt x="630952" y="302459"/>
                  </a:lnTo>
                  <a:lnTo>
                    <a:pt x="630736" y="302512"/>
                  </a:lnTo>
                  <a:lnTo>
                    <a:pt x="630606" y="302619"/>
                  </a:lnTo>
                  <a:lnTo>
                    <a:pt x="630385" y="302815"/>
                  </a:lnTo>
                  <a:lnTo>
                    <a:pt x="630250" y="302934"/>
                  </a:lnTo>
                  <a:lnTo>
                    <a:pt x="630107" y="302858"/>
                  </a:lnTo>
                  <a:lnTo>
                    <a:pt x="629512" y="302459"/>
                  </a:lnTo>
                  <a:lnTo>
                    <a:pt x="628682" y="301876"/>
                  </a:lnTo>
                  <a:lnTo>
                    <a:pt x="628351" y="301700"/>
                  </a:lnTo>
                  <a:lnTo>
                    <a:pt x="627927" y="301377"/>
                  </a:lnTo>
                  <a:lnTo>
                    <a:pt x="627316" y="300990"/>
                  </a:lnTo>
                  <a:lnTo>
                    <a:pt x="626883" y="300705"/>
                  </a:lnTo>
                  <a:lnTo>
                    <a:pt x="626448" y="300397"/>
                  </a:lnTo>
                  <a:lnTo>
                    <a:pt x="626008" y="300115"/>
                  </a:lnTo>
                  <a:lnTo>
                    <a:pt x="625616" y="299833"/>
                  </a:lnTo>
                  <a:lnTo>
                    <a:pt x="625471" y="299677"/>
                  </a:lnTo>
                  <a:lnTo>
                    <a:pt x="625374" y="299494"/>
                  </a:lnTo>
                  <a:lnTo>
                    <a:pt x="625339" y="299319"/>
                  </a:lnTo>
                  <a:lnTo>
                    <a:pt x="625522" y="298805"/>
                  </a:lnTo>
                  <a:lnTo>
                    <a:pt x="625527" y="298619"/>
                  </a:lnTo>
                  <a:lnTo>
                    <a:pt x="625423" y="298237"/>
                  </a:lnTo>
                  <a:lnTo>
                    <a:pt x="625212" y="297937"/>
                  </a:lnTo>
                  <a:lnTo>
                    <a:pt x="624972" y="297662"/>
                  </a:lnTo>
                  <a:lnTo>
                    <a:pt x="624563" y="297166"/>
                  </a:lnTo>
                  <a:lnTo>
                    <a:pt x="624456" y="297006"/>
                  </a:lnTo>
                  <a:lnTo>
                    <a:pt x="624443" y="296660"/>
                  </a:lnTo>
                  <a:lnTo>
                    <a:pt x="624392" y="296153"/>
                  </a:lnTo>
                  <a:lnTo>
                    <a:pt x="624382" y="295797"/>
                  </a:lnTo>
                  <a:lnTo>
                    <a:pt x="624433" y="295634"/>
                  </a:lnTo>
                  <a:lnTo>
                    <a:pt x="624970" y="295273"/>
                  </a:lnTo>
                  <a:lnTo>
                    <a:pt x="625484" y="294904"/>
                  </a:lnTo>
                  <a:lnTo>
                    <a:pt x="625705" y="294672"/>
                  </a:lnTo>
                  <a:lnTo>
                    <a:pt x="626130" y="294298"/>
                  </a:lnTo>
                  <a:lnTo>
                    <a:pt x="626649" y="293698"/>
                  </a:lnTo>
                  <a:lnTo>
                    <a:pt x="626901" y="293420"/>
                  </a:lnTo>
                  <a:lnTo>
                    <a:pt x="627321" y="292889"/>
                  </a:lnTo>
                  <a:lnTo>
                    <a:pt x="627695" y="292443"/>
                  </a:lnTo>
                  <a:lnTo>
                    <a:pt x="627626" y="292100"/>
                  </a:lnTo>
                  <a:lnTo>
                    <a:pt x="627430" y="291751"/>
                  </a:lnTo>
                  <a:lnTo>
                    <a:pt x="627496" y="291092"/>
                  </a:lnTo>
                  <a:lnTo>
                    <a:pt x="627530" y="290578"/>
                  </a:lnTo>
                  <a:lnTo>
                    <a:pt x="627469" y="290270"/>
                  </a:lnTo>
                  <a:lnTo>
                    <a:pt x="627400" y="290100"/>
                  </a:lnTo>
                  <a:lnTo>
                    <a:pt x="627048" y="289734"/>
                  </a:lnTo>
                  <a:lnTo>
                    <a:pt x="626990" y="289596"/>
                  </a:lnTo>
                  <a:lnTo>
                    <a:pt x="626809" y="289306"/>
                  </a:lnTo>
                  <a:lnTo>
                    <a:pt x="626644" y="288986"/>
                  </a:lnTo>
                  <a:lnTo>
                    <a:pt x="625995" y="288930"/>
                  </a:lnTo>
                  <a:lnTo>
                    <a:pt x="625674" y="288685"/>
                  </a:lnTo>
                  <a:lnTo>
                    <a:pt x="625232" y="288403"/>
                  </a:lnTo>
                  <a:lnTo>
                    <a:pt x="624835" y="287996"/>
                  </a:lnTo>
                  <a:lnTo>
                    <a:pt x="624402" y="287607"/>
                  </a:lnTo>
                  <a:lnTo>
                    <a:pt x="624277" y="287156"/>
                  </a:lnTo>
                  <a:lnTo>
                    <a:pt x="624720" y="286864"/>
                  </a:lnTo>
                  <a:lnTo>
                    <a:pt x="624926" y="286729"/>
                  </a:lnTo>
                  <a:lnTo>
                    <a:pt x="625132" y="286647"/>
                  </a:lnTo>
                  <a:lnTo>
                    <a:pt x="625392" y="286599"/>
                  </a:lnTo>
                  <a:lnTo>
                    <a:pt x="625361" y="286411"/>
                  </a:lnTo>
                  <a:lnTo>
                    <a:pt x="625316" y="286220"/>
                  </a:lnTo>
                  <a:lnTo>
                    <a:pt x="625214" y="285719"/>
                  </a:lnTo>
                  <a:lnTo>
                    <a:pt x="625122" y="285121"/>
                  </a:lnTo>
                  <a:lnTo>
                    <a:pt x="624980" y="284698"/>
                  </a:lnTo>
                  <a:lnTo>
                    <a:pt x="624702" y="284197"/>
                  </a:lnTo>
                  <a:lnTo>
                    <a:pt x="624448" y="284044"/>
                  </a:lnTo>
                  <a:lnTo>
                    <a:pt x="624033" y="283777"/>
                  </a:lnTo>
                  <a:lnTo>
                    <a:pt x="623779" y="283556"/>
                  </a:lnTo>
                  <a:lnTo>
                    <a:pt x="623227" y="283220"/>
                  </a:lnTo>
                  <a:lnTo>
                    <a:pt x="622761" y="282701"/>
                  </a:lnTo>
                  <a:lnTo>
                    <a:pt x="622476" y="282334"/>
                  </a:lnTo>
                  <a:lnTo>
                    <a:pt x="622275" y="281744"/>
                  </a:lnTo>
                  <a:lnTo>
                    <a:pt x="622000" y="281138"/>
                  </a:lnTo>
                  <a:lnTo>
                    <a:pt x="621629" y="280660"/>
                  </a:lnTo>
                  <a:lnTo>
                    <a:pt x="621285" y="280225"/>
                  </a:lnTo>
                  <a:lnTo>
                    <a:pt x="620934" y="279780"/>
                  </a:lnTo>
                  <a:lnTo>
                    <a:pt x="620560" y="279347"/>
                  </a:lnTo>
                  <a:lnTo>
                    <a:pt x="620471" y="279574"/>
                  </a:lnTo>
                  <a:lnTo>
                    <a:pt x="620222" y="280209"/>
                  </a:lnTo>
                  <a:lnTo>
                    <a:pt x="619885" y="280504"/>
                  </a:lnTo>
                  <a:lnTo>
                    <a:pt x="618914" y="280617"/>
                  </a:lnTo>
                  <a:lnTo>
                    <a:pt x="618782" y="280855"/>
                  </a:lnTo>
                  <a:lnTo>
                    <a:pt x="618591" y="281312"/>
                  </a:lnTo>
                  <a:lnTo>
                    <a:pt x="618733" y="282381"/>
                  </a:lnTo>
                  <a:lnTo>
                    <a:pt x="618222" y="282883"/>
                  </a:lnTo>
                  <a:lnTo>
                    <a:pt x="617607" y="283049"/>
                  </a:lnTo>
                  <a:lnTo>
                    <a:pt x="617444" y="283608"/>
                  </a:lnTo>
                  <a:lnTo>
                    <a:pt x="617422" y="283741"/>
                  </a:lnTo>
                  <a:lnTo>
                    <a:pt x="617481" y="284019"/>
                  </a:lnTo>
                  <a:lnTo>
                    <a:pt x="617463" y="284301"/>
                  </a:lnTo>
                  <a:lnTo>
                    <a:pt x="617308" y="284617"/>
                  </a:lnTo>
                  <a:lnTo>
                    <a:pt x="617178" y="284813"/>
                  </a:lnTo>
                  <a:lnTo>
                    <a:pt x="617186" y="285009"/>
                  </a:lnTo>
                  <a:lnTo>
                    <a:pt x="617064" y="285800"/>
                  </a:lnTo>
                  <a:lnTo>
                    <a:pt x="617115" y="286141"/>
                  </a:lnTo>
                  <a:lnTo>
                    <a:pt x="617196" y="286487"/>
                  </a:lnTo>
                  <a:lnTo>
                    <a:pt x="617229" y="286886"/>
                  </a:lnTo>
                  <a:lnTo>
                    <a:pt x="617122" y="287149"/>
                  </a:lnTo>
                  <a:lnTo>
                    <a:pt x="617206" y="287459"/>
                  </a:lnTo>
                  <a:lnTo>
                    <a:pt x="617244" y="287744"/>
                  </a:lnTo>
                  <a:lnTo>
                    <a:pt x="617229" y="288095"/>
                  </a:lnTo>
                  <a:lnTo>
                    <a:pt x="617036" y="288367"/>
                  </a:lnTo>
                  <a:lnTo>
                    <a:pt x="616865" y="288579"/>
                  </a:lnTo>
                  <a:lnTo>
                    <a:pt x="616618" y="288922"/>
                  </a:lnTo>
                  <a:lnTo>
                    <a:pt x="616430" y="289131"/>
                  </a:lnTo>
                  <a:lnTo>
                    <a:pt x="616277" y="289423"/>
                  </a:lnTo>
                  <a:lnTo>
                    <a:pt x="616099" y="289749"/>
                  </a:lnTo>
                  <a:lnTo>
                    <a:pt x="616076" y="289902"/>
                  </a:lnTo>
                  <a:lnTo>
                    <a:pt x="615952" y="290212"/>
                  </a:lnTo>
                  <a:lnTo>
                    <a:pt x="615812" y="290444"/>
                  </a:lnTo>
                  <a:lnTo>
                    <a:pt x="615636" y="290675"/>
                  </a:lnTo>
                  <a:lnTo>
                    <a:pt x="615489" y="290958"/>
                  </a:lnTo>
                  <a:lnTo>
                    <a:pt x="615333" y="291230"/>
                  </a:lnTo>
                  <a:lnTo>
                    <a:pt x="615292" y="291481"/>
                  </a:lnTo>
                  <a:lnTo>
                    <a:pt x="615244" y="291858"/>
                  </a:lnTo>
                  <a:lnTo>
                    <a:pt x="615145" y="292416"/>
                  </a:lnTo>
                  <a:lnTo>
                    <a:pt x="615003" y="292726"/>
                  </a:lnTo>
                  <a:lnTo>
                    <a:pt x="614980" y="293039"/>
                  </a:lnTo>
                  <a:lnTo>
                    <a:pt x="615005" y="293456"/>
                  </a:lnTo>
                  <a:lnTo>
                    <a:pt x="614926" y="293987"/>
                  </a:lnTo>
                  <a:lnTo>
                    <a:pt x="614797" y="294080"/>
                  </a:lnTo>
                  <a:lnTo>
                    <a:pt x="614557" y="294179"/>
                  </a:lnTo>
                  <a:lnTo>
                    <a:pt x="614272" y="294304"/>
                  </a:lnTo>
                  <a:lnTo>
                    <a:pt x="614021" y="294434"/>
                  </a:lnTo>
                  <a:lnTo>
                    <a:pt x="613680" y="294683"/>
                  </a:lnTo>
                  <a:lnTo>
                    <a:pt x="613468" y="294843"/>
                  </a:lnTo>
                  <a:lnTo>
                    <a:pt x="613242" y="295034"/>
                  </a:lnTo>
                  <a:lnTo>
                    <a:pt x="613178" y="295207"/>
                  </a:lnTo>
                  <a:lnTo>
                    <a:pt x="613132" y="295352"/>
                  </a:lnTo>
                  <a:lnTo>
                    <a:pt x="613181" y="295609"/>
                  </a:lnTo>
                  <a:lnTo>
                    <a:pt x="613295" y="295915"/>
                  </a:lnTo>
                  <a:lnTo>
                    <a:pt x="613468" y="296360"/>
                  </a:lnTo>
                  <a:lnTo>
                    <a:pt x="613596" y="296696"/>
                  </a:lnTo>
                  <a:lnTo>
                    <a:pt x="613575" y="296884"/>
                  </a:lnTo>
                  <a:lnTo>
                    <a:pt x="613621" y="297085"/>
                  </a:lnTo>
                  <a:lnTo>
                    <a:pt x="613878" y="297485"/>
                  </a:lnTo>
                  <a:lnTo>
                    <a:pt x="614049" y="297978"/>
                  </a:lnTo>
                  <a:lnTo>
                    <a:pt x="613901" y="298166"/>
                  </a:lnTo>
                  <a:lnTo>
                    <a:pt x="613901" y="298614"/>
                  </a:lnTo>
                  <a:lnTo>
                    <a:pt x="613896" y="298971"/>
                  </a:lnTo>
                  <a:lnTo>
                    <a:pt x="613865" y="299540"/>
                  </a:lnTo>
                  <a:lnTo>
                    <a:pt x="613748" y="299856"/>
                  </a:lnTo>
                  <a:lnTo>
                    <a:pt x="613567" y="300328"/>
                  </a:lnTo>
                  <a:lnTo>
                    <a:pt x="613561" y="300465"/>
                  </a:lnTo>
                  <a:lnTo>
                    <a:pt x="613549" y="300836"/>
                  </a:lnTo>
                  <a:lnTo>
                    <a:pt x="613528" y="301482"/>
                  </a:lnTo>
                  <a:lnTo>
                    <a:pt x="613519" y="301836"/>
                  </a:lnTo>
                  <a:lnTo>
                    <a:pt x="613507" y="302117"/>
                  </a:lnTo>
                  <a:lnTo>
                    <a:pt x="613295" y="302164"/>
                  </a:lnTo>
                  <a:lnTo>
                    <a:pt x="612350" y="302376"/>
                  </a:lnTo>
                  <a:lnTo>
                    <a:pt x="611563" y="302552"/>
                  </a:lnTo>
                  <a:lnTo>
                    <a:pt x="610799" y="302467"/>
                  </a:lnTo>
                  <a:lnTo>
                    <a:pt x="610272" y="302414"/>
                  </a:lnTo>
                  <a:lnTo>
                    <a:pt x="609717" y="302354"/>
                  </a:lnTo>
                  <a:lnTo>
                    <a:pt x="608552" y="302232"/>
                  </a:lnTo>
                  <a:lnTo>
                    <a:pt x="607642" y="302136"/>
                  </a:lnTo>
                  <a:lnTo>
                    <a:pt x="607017" y="302199"/>
                  </a:lnTo>
                  <a:lnTo>
                    <a:pt x="606260" y="303930"/>
                  </a:lnTo>
                  <a:lnTo>
                    <a:pt x="606084" y="304336"/>
                  </a:lnTo>
                  <a:lnTo>
                    <a:pt x="605109" y="305908"/>
                  </a:lnTo>
                  <a:lnTo>
                    <a:pt x="604954" y="306164"/>
                  </a:lnTo>
                  <a:lnTo>
                    <a:pt x="604838" y="306410"/>
                  </a:lnTo>
                  <a:lnTo>
                    <a:pt x="604726" y="306700"/>
                  </a:lnTo>
                  <a:lnTo>
                    <a:pt x="604670" y="306947"/>
                  </a:lnTo>
                  <a:lnTo>
                    <a:pt x="604601" y="307128"/>
                  </a:lnTo>
                  <a:lnTo>
                    <a:pt x="604407" y="307324"/>
                  </a:lnTo>
                  <a:lnTo>
                    <a:pt x="604184" y="307456"/>
                  </a:lnTo>
                  <a:lnTo>
                    <a:pt x="603866" y="307624"/>
                  </a:lnTo>
                  <a:lnTo>
                    <a:pt x="603532" y="307853"/>
                  </a:lnTo>
                  <a:lnTo>
                    <a:pt x="603067" y="308186"/>
                  </a:lnTo>
                  <a:lnTo>
                    <a:pt x="602919" y="308347"/>
                  </a:lnTo>
                  <a:lnTo>
                    <a:pt x="602540" y="308571"/>
                  </a:lnTo>
                  <a:lnTo>
                    <a:pt x="602255" y="308911"/>
                  </a:lnTo>
                  <a:lnTo>
                    <a:pt x="602250" y="309062"/>
                  </a:lnTo>
                  <a:lnTo>
                    <a:pt x="602255" y="309354"/>
                  </a:lnTo>
                  <a:lnTo>
                    <a:pt x="602285" y="309667"/>
                  </a:lnTo>
                  <a:lnTo>
                    <a:pt x="602301" y="309937"/>
                  </a:lnTo>
                  <a:lnTo>
                    <a:pt x="602234" y="310153"/>
                  </a:lnTo>
                  <a:lnTo>
                    <a:pt x="602138" y="310326"/>
                  </a:lnTo>
                  <a:lnTo>
                    <a:pt x="601952" y="310461"/>
                  </a:lnTo>
                  <a:lnTo>
                    <a:pt x="601695" y="310456"/>
                  </a:lnTo>
                  <a:lnTo>
                    <a:pt x="601212" y="310425"/>
                  </a:lnTo>
                  <a:lnTo>
                    <a:pt x="594584" y="316905"/>
                  </a:lnTo>
                  <a:lnTo>
                    <a:pt x="594234" y="317197"/>
                  </a:lnTo>
                  <a:lnTo>
                    <a:pt x="594041" y="317489"/>
                  </a:lnTo>
                  <a:lnTo>
                    <a:pt x="593899" y="317731"/>
                  </a:lnTo>
                  <a:lnTo>
                    <a:pt x="593746" y="317993"/>
                  </a:lnTo>
                  <a:lnTo>
                    <a:pt x="593560" y="318270"/>
                  </a:lnTo>
                  <a:lnTo>
                    <a:pt x="593331" y="318812"/>
                  </a:lnTo>
                  <a:lnTo>
                    <a:pt x="593232" y="319021"/>
                  </a:lnTo>
                  <a:lnTo>
                    <a:pt x="593018" y="319191"/>
                  </a:lnTo>
                  <a:lnTo>
                    <a:pt x="592817" y="319347"/>
                  </a:lnTo>
                  <a:lnTo>
                    <a:pt x="592570" y="319644"/>
                  </a:lnTo>
                  <a:lnTo>
                    <a:pt x="592466" y="319830"/>
                  </a:lnTo>
                  <a:lnTo>
                    <a:pt x="592441" y="320029"/>
                  </a:lnTo>
                  <a:lnTo>
                    <a:pt x="592603" y="320614"/>
                  </a:lnTo>
                  <a:lnTo>
                    <a:pt x="592784" y="321278"/>
                  </a:lnTo>
                  <a:lnTo>
                    <a:pt x="592871" y="321672"/>
                  </a:lnTo>
                  <a:lnTo>
                    <a:pt x="592932" y="321896"/>
                  </a:lnTo>
                  <a:lnTo>
                    <a:pt x="593005" y="322029"/>
                  </a:lnTo>
                  <a:lnTo>
                    <a:pt x="592797" y="322515"/>
                  </a:lnTo>
                  <a:lnTo>
                    <a:pt x="592463" y="322866"/>
                  </a:lnTo>
                  <a:lnTo>
                    <a:pt x="592222" y="323179"/>
                  </a:lnTo>
                  <a:lnTo>
                    <a:pt x="592049" y="323364"/>
                  </a:lnTo>
                  <a:lnTo>
                    <a:pt x="591794" y="323525"/>
                  </a:lnTo>
                  <a:lnTo>
                    <a:pt x="591634" y="323616"/>
                  </a:lnTo>
                  <a:lnTo>
                    <a:pt x="591292" y="323902"/>
                  </a:lnTo>
                  <a:lnTo>
                    <a:pt x="591229" y="324095"/>
                  </a:lnTo>
                  <a:lnTo>
                    <a:pt x="591082" y="324133"/>
                  </a:lnTo>
                  <a:lnTo>
                    <a:pt x="590893" y="324224"/>
                  </a:lnTo>
                  <a:lnTo>
                    <a:pt x="590695" y="324296"/>
                  </a:lnTo>
                  <a:lnTo>
                    <a:pt x="590390" y="324420"/>
                  </a:lnTo>
                  <a:lnTo>
                    <a:pt x="590107" y="324527"/>
                  </a:lnTo>
                  <a:lnTo>
                    <a:pt x="589863" y="324649"/>
                  </a:lnTo>
                  <a:lnTo>
                    <a:pt x="589703" y="324698"/>
                  </a:lnTo>
                  <a:lnTo>
                    <a:pt x="589555" y="324876"/>
                  </a:lnTo>
                  <a:lnTo>
                    <a:pt x="589392" y="325133"/>
                  </a:lnTo>
                  <a:lnTo>
                    <a:pt x="589095" y="325591"/>
                  </a:lnTo>
                  <a:lnTo>
                    <a:pt x="588972" y="325817"/>
                  </a:lnTo>
                  <a:lnTo>
                    <a:pt x="588873" y="326039"/>
                  </a:lnTo>
                  <a:lnTo>
                    <a:pt x="588759" y="326240"/>
                  </a:lnTo>
                  <a:lnTo>
                    <a:pt x="588705" y="326410"/>
                  </a:lnTo>
                  <a:lnTo>
                    <a:pt x="588639" y="326688"/>
                  </a:lnTo>
                  <a:lnTo>
                    <a:pt x="588611" y="327021"/>
                  </a:lnTo>
                  <a:lnTo>
                    <a:pt x="588664" y="327184"/>
                  </a:lnTo>
                  <a:lnTo>
                    <a:pt x="588667" y="327428"/>
                  </a:lnTo>
                  <a:lnTo>
                    <a:pt x="588570" y="327985"/>
                  </a:lnTo>
                  <a:lnTo>
                    <a:pt x="588392" y="328016"/>
                  </a:lnTo>
                  <a:lnTo>
                    <a:pt x="587733" y="327392"/>
                  </a:lnTo>
                  <a:lnTo>
                    <a:pt x="587530" y="327235"/>
                  </a:lnTo>
                  <a:lnTo>
                    <a:pt x="587288" y="327064"/>
                  </a:lnTo>
                  <a:lnTo>
                    <a:pt x="586853" y="326822"/>
                  </a:lnTo>
                  <a:lnTo>
                    <a:pt x="586657" y="326688"/>
                  </a:lnTo>
                  <a:lnTo>
                    <a:pt x="586507" y="326509"/>
                  </a:lnTo>
                  <a:lnTo>
                    <a:pt x="586273" y="326296"/>
                  </a:lnTo>
                  <a:lnTo>
                    <a:pt x="586097" y="326143"/>
                  </a:lnTo>
                  <a:lnTo>
                    <a:pt x="585860" y="325942"/>
                  </a:lnTo>
                  <a:lnTo>
                    <a:pt x="585677" y="325744"/>
                  </a:lnTo>
                  <a:lnTo>
                    <a:pt x="585519" y="325599"/>
                  </a:lnTo>
                  <a:lnTo>
                    <a:pt x="585377" y="325441"/>
                  </a:lnTo>
                  <a:lnTo>
                    <a:pt x="585329" y="325120"/>
                  </a:lnTo>
                  <a:lnTo>
                    <a:pt x="585222" y="324952"/>
                  </a:lnTo>
                  <a:lnTo>
                    <a:pt x="585156" y="324817"/>
                  </a:lnTo>
                  <a:lnTo>
                    <a:pt x="585138" y="324680"/>
                  </a:lnTo>
                  <a:lnTo>
                    <a:pt x="585168" y="324408"/>
                  </a:lnTo>
                  <a:lnTo>
                    <a:pt x="585224" y="324242"/>
                  </a:lnTo>
                  <a:lnTo>
                    <a:pt x="585074" y="323858"/>
                  </a:lnTo>
                  <a:lnTo>
                    <a:pt x="585229" y="323474"/>
                  </a:lnTo>
                  <a:lnTo>
                    <a:pt x="585364" y="323415"/>
                  </a:lnTo>
                  <a:lnTo>
                    <a:pt x="585545" y="323146"/>
                  </a:lnTo>
                  <a:lnTo>
                    <a:pt x="585621" y="323006"/>
                  </a:lnTo>
                  <a:lnTo>
                    <a:pt x="585642" y="322841"/>
                  </a:lnTo>
                  <a:lnTo>
                    <a:pt x="585906" y="322401"/>
                  </a:lnTo>
                  <a:lnTo>
                    <a:pt x="586140" y="322274"/>
                  </a:lnTo>
                  <a:lnTo>
                    <a:pt x="586357" y="322146"/>
                  </a:lnTo>
                  <a:lnTo>
                    <a:pt x="586654" y="321994"/>
                  </a:lnTo>
                  <a:lnTo>
                    <a:pt x="586949" y="321766"/>
                  </a:lnTo>
                  <a:lnTo>
                    <a:pt x="586934" y="321520"/>
                  </a:lnTo>
                  <a:lnTo>
                    <a:pt x="586888" y="321241"/>
                  </a:lnTo>
                  <a:lnTo>
                    <a:pt x="586807" y="321022"/>
                  </a:lnTo>
                  <a:lnTo>
                    <a:pt x="586743" y="320813"/>
                  </a:lnTo>
                  <a:lnTo>
                    <a:pt x="586901" y="320364"/>
                  </a:lnTo>
                  <a:lnTo>
                    <a:pt x="587273" y="320006"/>
                  </a:lnTo>
                  <a:lnTo>
                    <a:pt x="587456" y="319891"/>
                  </a:lnTo>
                  <a:lnTo>
                    <a:pt x="587659" y="319789"/>
                  </a:lnTo>
                  <a:lnTo>
                    <a:pt x="587866" y="319698"/>
                  </a:lnTo>
                  <a:lnTo>
                    <a:pt x="588072" y="319688"/>
                  </a:lnTo>
                  <a:lnTo>
                    <a:pt x="588339" y="319634"/>
                  </a:lnTo>
                  <a:lnTo>
                    <a:pt x="588789" y="319634"/>
                  </a:lnTo>
                  <a:lnTo>
                    <a:pt x="589044" y="319481"/>
                  </a:lnTo>
                  <a:lnTo>
                    <a:pt x="589194" y="319283"/>
                  </a:lnTo>
                  <a:lnTo>
                    <a:pt x="589339" y="319087"/>
                  </a:lnTo>
                  <a:lnTo>
                    <a:pt x="589425" y="318932"/>
                  </a:lnTo>
                  <a:lnTo>
                    <a:pt x="589484" y="318768"/>
                  </a:lnTo>
                  <a:lnTo>
                    <a:pt x="589527" y="318609"/>
                  </a:lnTo>
                  <a:lnTo>
                    <a:pt x="589601" y="318481"/>
                  </a:lnTo>
                  <a:lnTo>
                    <a:pt x="589764" y="318245"/>
                  </a:lnTo>
                  <a:lnTo>
                    <a:pt x="590039" y="318123"/>
                  </a:lnTo>
                  <a:lnTo>
                    <a:pt x="590178" y="318077"/>
                  </a:lnTo>
                  <a:lnTo>
                    <a:pt x="590367" y="317822"/>
                  </a:lnTo>
                  <a:lnTo>
                    <a:pt x="590718" y="317342"/>
                  </a:lnTo>
                  <a:lnTo>
                    <a:pt x="591164" y="315925"/>
                  </a:lnTo>
                  <a:lnTo>
                    <a:pt x="591067" y="315735"/>
                  </a:lnTo>
                  <a:lnTo>
                    <a:pt x="590937" y="315485"/>
                  </a:lnTo>
                  <a:lnTo>
                    <a:pt x="590186" y="310932"/>
                  </a:lnTo>
                  <a:lnTo>
                    <a:pt x="590130" y="310611"/>
                  </a:lnTo>
                  <a:lnTo>
                    <a:pt x="590097" y="310367"/>
                  </a:lnTo>
                  <a:lnTo>
                    <a:pt x="590028" y="310166"/>
                  </a:lnTo>
                  <a:lnTo>
                    <a:pt x="590031" y="309820"/>
                  </a:lnTo>
                  <a:lnTo>
                    <a:pt x="590070" y="309487"/>
                  </a:lnTo>
                  <a:lnTo>
                    <a:pt x="590135" y="309237"/>
                  </a:lnTo>
                  <a:lnTo>
                    <a:pt x="590354" y="308841"/>
                  </a:lnTo>
                  <a:lnTo>
                    <a:pt x="590105" y="308644"/>
                  </a:lnTo>
                  <a:lnTo>
                    <a:pt x="589804" y="308433"/>
                  </a:lnTo>
                  <a:lnTo>
                    <a:pt x="589489" y="308250"/>
                  </a:lnTo>
                  <a:lnTo>
                    <a:pt x="589296" y="308092"/>
                  </a:lnTo>
                  <a:lnTo>
                    <a:pt x="589235" y="307945"/>
                  </a:lnTo>
                  <a:lnTo>
                    <a:pt x="589102" y="307784"/>
                  </a:lnTo>
                  <a:lnTo>
                    <a:pt x="589072" y="307614"/>
                  </a:lnTo>
                  <a:lnTo>
                    <a:pt x="589028" y="307301"/>
                  </a:lnTo>
                  <a:lnTo>
                    <a:pt x="588939" y="306828"/>
                  </a:lnTo>
                  <a:lnTo>
                    <a:pt x="588873" y="306545"/>
                  </a:lnTo>
                  <a:lnTo>
                    <a:pt x="588779" y="306212"/>
                  </a:lnTo>
                  <a:lnTo>
                    <a:pt x="588759" y="305970"/>
                  </a:lnTo>
                  <a:lnTo>
                    <a:pt x="588782" y="305578"/>
                  </a:lnTo>
                  <a:lnTo>
                    <a:pt x="588820" y="305125"/>
                  </a:lnTo>
                  <a:lnTo>
                    <a:pt x="588822" y="304861"/>
                  </a:lnTo>
                  <a:lnTo>
                    <a:pt x="588710" y="304731"/>
                  </a:lnTo>
                  <a:lnTo>
                    <a:pt x="588509" y="304600"/>
                  </a:lnTo>
                  <a:lnTo>
                    <a:pt x="586563" y="304065"/>
                  </a:lnTo>
                  <a:lnTo>
                    <a:pt x="586392" y="303883"/>
                  </a:lnTo>
                  <a:lnTo>
                    <a:pt x="586229" y="303639"/>
                  </a:lnTo>
                  <a:lnTo>
                    <a:pt x="586125" y="303380"/>
                  </a:lnTo>
                  <a:lnTo>
                    <a:pt x="586130" y="303090"/>
                  </a:lnTo>
                  <a:lnTo>
                    <a:pt x="586219" y="302802"/>
                  </a:lnTo>
                  <a:lnTo>
                    <a:pt x="586224" y="302515"/>
                  </a:lnTo>
                  <a:lnTo>
                    <a:pt x="586270" y="302207"/>
                  </a:lnTo>
                  <a:lnTo>
                    <a:pt x="586364" y="301871"/>
                  </a:lnTo>
                  <a:lnTo>
                    <a:pt x="586344" y="301657"/>
                  </a:lnTo>
                  <a:lnTo>
                    <a:pt x="586097" y="301517"/>
                  </a:lnTo>
                  <a:lnTo>
                    <a:pt x="585957" y="301385"/>
                  </a:lnTo>
                  <a:lnTo>
                    <a:pt x="585952" y="301112"/>
                  </a:lnTo>
                  <a:lnTo>
                    <a:pt x="585914" y="300868"/>
                  </a:lnTo>
                  <a:lnTo>
                    <a:pt x="585830" y="300639"/>
                  </a:lnTo>
                  <a:lnTo>
                    <a:pt x="585708" y="300438"/>
                  </a:lnTo>
                  <a:lnTo>
                    <a:pt x="585405" y="300181"/>
                  </a:lnTo>
                  <a:lnTo>
                    <a:pt x="585171" y="300057"/>
                  </a:lnTo>
                  <a:lnTo>
                    <a:pt x="584928" y="299880"/>
                  </a:lnTo>
                  <a:lnTo>
                    <a:pt x="585265" y="298841"/>
                  </a:lnTo>
                  <a:lnTo>
                    <a:pt x="585074" y="298724"/>
                  </a:lnTo>
                  <a:lnTo>
                    <a:pt x="584596" y="298462"/>
                  </a:lnTo>
                  <a:lnTo>
                    <a:pt x="584479" y="298024"/>
                  </a:lnTo>
                  <a:lnTo>
                    <a:pt x="584466" y="297792"/>
                  </a:lnTo>
                  <a:lnTo>
                    <a:pt x="584430" y="297602"/>
                  </a:lnTo>
                  <a:lnTo>
                    <a:pt x="584479" y="297202"/>
                  </a:lnTo>
                  <a:lnTo>
                    <a:pt x="584514" y="297021"/>
                  </a:lnTo>
                  <a:lnTo>
                    <a:pt x="584423" y="296787"/>
                  </a:lnTo>
                  <a:lnTo>
                    <a:pt x="584374" y="296640"/>
                  </a:lnTo>
                  <a:lnTo>
                    <a:pt x="584326" y="296507"/>
                  </a:lnTo>
                  <a:lnTo>
                    <a:pt x="583906" y="295757"/>
                  </a:lnTo>
                  <a:lnTo>
                    <a:pt x="583924" y="295617"/>
                  </a:lnTo>
                  <a:lnTo>
                    <a:pt x="583977" y="295436"/>
                  </a:lnTo>
                  <a:lnTo>
                    <a:pt x="583980" y="295306"/>
                  </a:lnTo>
                  <a:lnTo>
                    <a:pt x="584031" y="294451"/>
                  </a:lnTo>
                  <a:lnTo>
                    <a:pt x="583995" y="294070"/>
                  </a:lnTo>
                  <a:lnTo>
                    <a:pt x="583886" y="293884"/>
                  </a:lnTo>
                  <a:lnTo>
                    <a:pt x="583657" y="293586"/>
                  </a:lnTo>
                  <a:lnTo>
                    <a:pt x="582443" y="292688"/>
                  </a:lnTo>
                  <a:lnTo>
                    <a:pt x="582392" y="292517"/>
                  </a:lnTo>
                  <a:lnTo>
                    <a:pt x="582720" y="292011"/>
                  </a:lnTo>
                  <a:lnTo>
                    <a:pt x="582977" y="292016"/>
                  </a:lnTo>
                  <a:lnTo>
                    <a:pt x="583105" y="291970"/>
                  </a:lnTo>
                  <a:lnTo>
                    <a:pt x="583257" y="291897"/>
                  </a:lnTo>
                  <a:lnTo>
                    <a:pt x="583509" y="291726"/>
                  </a:lnTo>
                  <a:lnTo>
                    <a:pt x="583728" y="291469"/>
                  </a:lnTo>
                  <a:lnTo>
                    <a:pt x="584074" y="291133"/>
                  </a:lnTo>
                  <a:lnTo>
                    <a:pt x="584155" y="290988"/>
                  </a:lnTo>
                  <a:lnTo>
                    <a:pt x="584468" y="290609"/>
                  </a:lnTo>
                  <a:lnTo>
                    <a:pt x="584664" y="290484"/>
                  </a:lnTo>
                  <a:lnTo>
                    <a:pt x="585000" y="290530"/>
                  </a:lnTo>
                  <a:lnTo>
                    <a:pt x="585456" y="290568"/>
                  </a:lnTo>
                  <a:lnTo>
                    <a:pt x="586005" y="290609"/>
                  </a:lnTo>
                  <a:lnTo>
                    <a:pt x="586377" y="290657"/>
                  </a:lnTo>
                  <a:lnTo>
                    <a:pt x="586555" y="290662"/>
                  </a:lnTo>
                  <a:lnTo>
                    <a:pt x="588220" y="288924"/>
                  </a:lnTo>
                  <a:lnTo>
                    <a:pt x="589906" y="287599"/>
                  </a:lnTo>
                  <a:lnTo>
                    <a:pt x="590126" y="287093"/>
                  </a:lnTo>
                  <a:lnTo>
                    <a:pt x="590120" y="286691"/>
                  </a:lnTo>
                  <a:lnTo>
                    <a:pt x="590381" y="285810"/>
                  </a:lnTo>
                  <a:lnTo>
                    <a:pt x="590643" y="285329"/>
                  </a:lnTo>
                  <a:lnTo>
                    <a:pt x="590820" y="284549"/>
                  </a:lnTo>
                  <a:lnTo>
                    <a:pt x="590397" y="283444"/>
                  </a:lnTo>
                  <a:lnTo>
                    <a:pt x="590302" y="283195"/>
                  </a:lnTo>
                  <a:lnTo>
                    <a:pt x="589652" y="282525"/>
                  </a:lnTo>
                  <a:lnTo>
                    <a:pt x="589501" y="282533"/>
                  </a:lnTo>
                  <a:lnTo>
                    <a:pt x="589258" y="282087"/>
                  </a:lnTo>
                  <a:lnTo>
                    <a:pt x="589634" y="281400"/>
                  </a:lnTo>
                  <a:lnTo>
                    <a:pt x="589780" y="281134"/>
                  </a:lnTo>
                  <a:lnTo>
                    <a:pt x="589641" y="280348"/>
                  </a:lnTo>
                  <a:lnTo>
                    <a:pt x="589524" y="279682"/>
                  </a:lnTo>
                  <a:lnTo>
                    <a:pt x="589363" y="279377"/>
                  </a:lnTo>
                  <a:lnTo>
                    <a:pt x="589267" y="279194"/>
                  </a:lnTo>
                  <a:lnTo>
                    <a:pt x="588944" y="278581"/>
                  </a:lnTo>
                  <a:lnTo>
                    <a:pt x="588597" y="277921"/>
                  </a:lnTo>
                  <a:lnTo>
                    <a:pt x="588199" y="277166"/>
                  </a:lnTo>
                  <a:lnTo>
                    <a:pt x="588027" y="276247"/>
                  </a:lnTo>
                  <a:lnTo>
                    <a:pt x="587809" y="275093"/>
                  </a:lnTo>
                  <a:lnTo>
                    <a:pt x="589538" y="274464"/>
                  </a:lnTo>
                  <a:lnTo>
                    <a:pt x="589728" y="274326"/>
                  </a:lnTo>
                  <a:lnTo>
                    <a:pt x="590026" y="274077"/>
                  </a:lnTo>
                  <a:lnTo>
                    <a:pt x="590331" y="273835"/>
                  </a:lnTo>
                  <a:lnTo>
                    <a:pt x="590591" y="273548"/>
                  </a:lnTo>
                  <a:lnTo>
                    <a:pt x="590858" y="273342"/>
                  </a:lnTo>
                  <a:lnTo>
                    <a:pt x="591033" y="273186"/>
                  </a:lnTo>
                  <a:lnTo>
                    <a:pt x="590993" y="272919"/>
                  </a:lnTo>
                  <a:lnTo>
                    <a:pt x="590977" y="272634"/>
                  </a:lnTo>
                  <a:lnTo>
                    <a:pt x="591023" y="272443"/>
                  </a:lnTo>
                  <a:lnTo>
                    <a:pt x="591127" y="272179"/>
                  </a:lnTo>
                  <a:lnTo>
                    <a:pt x="591199" y="271973"/>
                  </a:lnTo>
                  <a:lnTo>
                    <a:pt x="591311" y="271762"/>
                  </a:lnTo>
                  <a:lnTo>
                    <a:pt x="591547" y="271591"/>
                  </a:lnTo>
                  <a:lnTo>
                    <a:pt x="591807" y="271331"/>
                  </a:lnTo>
                  <a:lnTo>
                    <a:pt x="592138" y="271161"/>
                  </a:lnTo>
                  <a:lnTo>
                    <a:pt x="592428" y="270825"/>
                  </a:lnTo>
                  <a:lnTo>
                    <a:pt x="592738" y="270568"/>
                  </a:lnTo>
                  <a:lnTo>
                    <a:pt x="593049" y="270306"/>
                  </a:lnTo>
                  <a:lnTo>
                    <a:pt x="593199" y="270128"/>
                  </a:lnTo>
                  <a:lnTo>
                    <a:pt x="593392" y="269927"/>
                  </a:lnTo>
                  <a:lnTo>
                    <a:pt x="593647" y="269871"/>
                  </a:lnTo>
                  <a:lnTo>
                    <a:pt x="593942" y="270053"/>
                  </a:lnTo>
                  <a:lnTo>
                    <a:pt x="594201" y="270263"/>
                  </a:lnTo>
                  <a:lnTo>
                    <a:pt x="594593" y="270591"/>
                  </a:lnTo>
                  <a:lnTo>
                    <a:pt x="594840" y="270881"/>
                  </a:lnTo>
                  <a:lnTo>
                    <a:pt x="595059" y="270879"/>
                  </a:lnTo>
                  <a:lnTo>
                    <a:pt x="595351" y="270736"/>
                  </a:lnTo>
                  <a:lnTo>
                    <a:pt x="595486" y="270723"/>
                  </a:lnTo>
                  <a:lnTo>
                    <a:pt x="595644" y="270795"/>
                  </a:lnTo>
                  <a:lnTo>
                    <a:pt x="595926" y="270912"/>
                  </a:lnTo>
                  <a:lnTo>
                    <a:pt x="596079" y="271113"/>
                  </a:lnTo>
                  <a:lnTo>
                    <a:pt x="596181" y="271382"/>
                  </a:lnTo>
                  <a:lnTo>
                    <a:pt x="596316" y="271619"/>
                  </a:lnTo>
                  <a:lnTo>
                    <a:pt x="596529" y="271756"/>
                  </a:lnTo>
                  <a:lnTo>
                    <a:pt x="596830" y="271899"/>
                  </a:lnTo>
                  <a:lnTo>
                    <a:pt x="597059" y="272013"/>
                  </a:lnTo>
                  <a:lnTo>
                    <a:pt x="597563" y="271980"/>
                  </a:lnTo>
                  <a:lnTo>
                    <a:pt x="597814" y="271919"/>
                  </a:lnTo>
                  <a:lnTo>
                    <a:pt x="598021" y="271868"/>
                  </a:lnTo>
                  <a:lnTo>
                    <a:pt x="600021" y="269789"/>
                  </a:lnTo>
                  <a:lnTo>
                    <a:pt x="600181" y="269581"/>
                  </a:lnTo>
                  <a:lnTo>
                    <a:pt x="600308" y="269436"/>
                  </a:lnTo>
                  <a:lnTo>
                    <a:pt x="600580" y="269232"/>
                  </a:lnTo>
                  <a:lnTo>
                    <a:pt x="600822" y="269156"/>
                  </a:lnTo>
                  <a:lnTo>
                    <a:pt x="601021" y="269054"/>
                  </a:lnTo>
                  <a:lnTo>
                    <a:pt x="601272" y="268866"/>
                  </a:lnTo>
                  <a:lnTo>
                    <a:pt x="601295" y="268690"/>
                  </a:lnTo>
                  <a:lnTo>
                    <a:pt x="601336" y="268497"/>
                  </a:lnTo>
                  <a:lnTo>
                    <a:pt x="601440" y="268174"/>
                  </a:lnTo>
                  <a:lnTo>
                    <a:pt x="601730" y="267754"/>
                  </a:lnTo>
                  <a:lnTo>
                    <a:pt x="601448" y="267275"/>
                  </a:lnTo>
                  <a:lnTo>
                    <a:pt x="601612" y="266819"/>
                  </a:lnTo>
                  <a:lnTo>
                    <a:pt x="601712" y="266545"/>
                  </a:lnTo>
                  <a:lnTo>
                    <a:pt x="601895" y="266039"/>
                  </a:lnTo>
                  <a:lnTo>
                    <a:pt x="602401" y="264658"/>
                  </a:lnTo>
                  <a:lnTo>
                    <a:pt x="602648" y="264095"/>
                  </a:lnTo>
                  <a:lnTo>
                    <a:pt x="601361" y="259227"/>
                  </a:lnTo>
                  <a:lnTo>
                    <a:pt x="601195" y="259071"/>
                  </a:lnTo>
                  <a:lnTo>
                    <a:pt x="601155" y="258911"/>
                  </a:lnTo>
                  <a:lnTo>
                    <a:pt x="601183" y="258670"/>
                  </a:lnTo>
                  <a:lnTo>
                    <a:pt x="601802" y="257054"/>
                  </a:lnTo>
                  <a:lnTo>
                    <a:pt x="601755" y="252550"/>
                  </a:lnTo>
                  <a:lnTo>
                    <a:pt x="601934" y="252559"/>
                  </a:lnTo>
                  <a:lnTo>
                    <a:pt x="602130" y="252711"/>
                  </a:lnTo>
                  <a:lnTo>
                    <a:pt x="602530" y="252648"/>
                  </a:lnTo>
                  <a:lnTo>
                    <a:pt x="602748" y="252781"/>
                  </a:lnTo>
                  <a:lnTo>
                    <a:pt x="602907" y="252763"/>
                  </a:lnTo>
                  <a:lnTo>
                    <a:pt x="603149" y="252659"/>
                  </a:lnTo>
                  <a:lnTo>
                    <a:pt x="603725" y="252031"/>
                  </a:lnTo>
                  <a:lnTo>
                    <a:pt x="604736" y="252147"/>
                  </a:lnTo>
                  <a:lnTo>
                    <a:pt x="605193" y="252220"/>
                  </a:lnTo>
                  <a:lnTo>
                    <a:pt x="606791" y="252381"/>
                  </a:lnTo>
                  <a:lnTo>
                    <a:pt x="607247" y="251899"/>
                  </a:lnTo>
                  <a:lnTo>
                    <a:pt x="607962" y="252597"/>
                  </a:lnTo>
                  <a:lnTo>
                    <a:pt x="608280" y="252571"/>
                  </a:lnTo>
                  <a:lnTo>
                    <a:pt x="608724" y="252404"/>
                  </a:lnTo>
                  <a:lnTo>
                    <a:pt x="608992" y="252521"/>
                  </a:lnTo>
                  <a:lnTo>
                    <a:pt x="609130" y="252342"/>
                  </a:lnTo>
                  <a:lnTo>
                    <a:pt x="610507" y="252342"/>
                  </a:lnTo>
                  <a:lnTo>
                    <a:pt x="610519" y="252622"/>
                  </a:lnTo>
                  <a:lnTo>
                    <a:pt x="611664" y="252470"/>
                  </a:lnTo>
                  <a:lnTo>
                    <a:pt x="612008" y="252266"/>
                  </a:lnTo>
                  <a:lnTo>
                    <a:pt x="612364" y="251859"/>
                  </a:lnTo>
                  <a:lnTo>
                    <a:pt x="612829" y="250183"/>
                  </a:lnTo>
                  <a:lnTo>
                    <a:pt x="612949" y="249747"/>
                  </a:lnTo>
                  <a:lnTo>
                    <a:pt x="612809" y="249671"/>
                  </a:lnTo>
                  <a:lnTo>
                    <a:pt x="612517" y="248984"/>
                  </a:lnTo>
                  <a:lnTo>
                    <a:pt x="612491" y="247940"/>
                  </a:lnTo>
                  <a:lnTo>
                    <a:pt x="612720" y="247660"/>
                  </a:lnTo>
                  <a:lnTo>
                    <a:pt x="612644" y="247508"/>
                  </a:lnTo>
                  <a:lnTo>
                    <a:pt x="612631" y="247202"/>
                  </a:lnTo>
                  <a:lnTo>
                    <a:pt x="613102" y="246910"/>
                  </a:lnTo>
                  <a:lnTo>
                    <a:pt x="613344" y="246859"/>
                  </a:lnTo>
                  <a:lnTo>
                    <a:pt x="613687" y="246528"/>
                  </a:lnTo>
                  <a:lnTo>
                    <a:pt x="614909" y="246019"/>
                  </a:lnTo>
                  <a:lnTo>
                    <a:pt x="615189" y="245917"/>
                  </a:lnTo>
                  <a:lnTo>
                    <a:pt x="615519" y="246019"/>
                  </a:lnTo>
                  <a:lnTo>
                    <a:pt x="615888" y="246261"/>
                  </a:lnTo>
                  <a:lnTo>
                    <a:pt x="616383" y="246258"/>
                  </a:lnTo>
                  <a:lnTo>
                    <a:pt x="616514" y="246395"/>
                  </a:lnTo>
                  <a:lnTo>
                    <a:pt x="616722" y="246354"/>
                  </a:lnTo>
                  <a:lnTo>
                    <a:pt x="617087" y="246283"/>
                  </a:lnTo>
                  <a:lnTo>
                    <a:pt x="617424" y="246217"/>
                  </a:lnTo>
                  <a:lnTo>
                    <a:pt x="617664" y="245910"/>
                  </a:lnTo>
                  <a:lnTo>
                    <a:pt x="617821" y="245709"/>
                  </a:lnTo>
                  <a:lnTo>
                    <a:pt x="619596" y="243440"/>
                  </a:lnTo>
                  <a:lnTo>
                    <a:pt x="619640" y="243663"/>
                  </a:lnTo>
                  <a:lnTo>
                    <a:pt x="619699" y="243939"/>
                  </a:lnTo>
                  <a:lnTo>
                    <a:pt x="619795" y="244071"/>
                  </a:lnTo>
                  <a:lnTo>
                    <a:pt x="620162" y="244273"/>
                  </a:lnTo>
                  <a:lnTo>
                    <a:pt x="620426" y="244013"/>
                  </a:lnTo>
                  <a:lnTo>
                    <a:pt x="620566" y="243841"/>
                  </a:lnTo>
                  <a:lnTo>
                    <a:pt x="621087" y="243308"/>
                  </a:lnTo>
                  <a:lnTo>
                    <a:pt x="620956" y="243037"/>
                  </a:lnTo>
                  <a:lnTo>
                    <a:pt x="620901" y="242884"/>
                  </a:lnTo>
                  <a:lnTo>
                    <a:pt x="620952" y="242735"/>
                  </a:lnTo>
                  <a:lnTo>
                    <a:pt x="620866" y="242435"/>
                  </a:lnTo>
                  <a:lnTo>
                    <a:pt x="620945" y="241847"/>
                  </a:lnTo>
                  <a:lnTo>
                    <a:pt x="621190" y="241531"/>
                  </a:lnTo>
                  <a:lnTo>
                    <a:pt x="621221" y="241380"/>
                  </a:lnTo>
                  <a:lnTo>
                    <a:pt x="620993" y="240667"/>
                  </a:lnTo>
                  <a:lnTo>
                    <a:pt x="621206" y="240648"/>
                  </a:lnTo>
                  <a:lnTo>
                    <a:pt x="621415" y="240565"/>
                  </a:lnTo>
                  <a:lnTo>
                    <a:pt x="622317" y="239950"/>
                  </a:lnTo>
                  <a:lnTo>
                    <a:pt x="623057" y="239764"/>
                  </a:lnTo>
                  <a:lnTo>
                    <a:pt x="623726" y="239430"/>
                  </a:lnTo>
                  <a:lnTo>
                    <a:pt x="623883" y="239324"/>
                  </a:lnTo>
                  <a:lnTo>
                    <a:pt x="624392" y="239079"/>
                  </a:lnTo>
                  <a:lnTo>
                    <a:pt x="627435" y="238555"/>
                  </a:lnTo>
                  <a:lnTo>
                    <a:pt x="628496" y="238373"/>
                  </a:lnTo>
                  <a:lnTo>
                    <a:pt x="626003" y="222571"/>
                  </a:lnTo>
                  <a:lnTo>
                    <a:pt x="624733" y="222682"/>
                  </a:lnTo>
                  <a:lnTo>
                    <a:pt x="617250" y="223334"/>
                  </a:lnTo>
                  <a:lnTo>
                    <a:pt x="616384" y="219441"/>
                  </a:lnTo>
                  <a:lnTo>
                    <a:pt x="617962" y="212037"/>
                  </a:lnTo>
                  <a:lnTo>
                    <a:pt x="623382" y="202978"/>
                  </a:lnTo>
                  <a:lnTo>
                    <a:pt x="625799" y="195446"/>
                  </a:lnTo>
                  <a:lnTo>
                    <a:pt x="634451" y="188907"/>
                  </a:lnTo>
                  <a:lnTo>
                    <a:pt x="630568" y="175936"/>
                  </a:lnTo>
                  <a:lnTo>
                    <a:pt x="627958" y="167214"/>
                  </a:lnTo>
                  <a:lnTo>
                    <a:pt x="629377" y="164705"/>
                  </a:lnTo>
                  <a:lnTo>
                    <a:pt x="631514" y="160926"/>
                  </a:lnTo>
                  <a:lnTo>
                    <a:pt x="634638" y="155401"/>
                  </a:lnTo>
                  <a:lnTo>
                    <a:pt x="634978" y="154800"/>
                  </a:lnTo>
                  <a:lnTo>
                    <a:pt x="641069" y="144028"/>
                  </a:lnTo>
                  <a:lnTo>
                    <a:pt x="642384" y="141704"/>
                  </a:lnTo>
                  <a:lnTo>
                    <a:pt x="651445" y="125681"/>
                  </a:lnTo>
                  <a:lnTo>
                    <a:pt x="653479" y="122084"/>
                  </a:lnTo>
                  <a:lnTo>
                    <a:pt x="658164" y="104458"/>
                  </a:lnTo>
                  <a:lnTo>
                    <a:pt x="664611" y="80206"/>
                  </a:lnTo>
                  <a:lnTo>
                    <a:pt x="666337" y="73714"/>
                  </a:lnTo>
                  <a:lnTo>
                    <a:pt x="667220" y="70394"/>
                  </a:lnTo>
                  <a:lnTo>
                    <a:pt x="669822" y="60606"/>
                  </a:lnTo>
                  <a:lnTo>
                    <a:pt x="672426" y="50807"/>
                  </a:lnTo>
                  <a:lnTo>
                    <a:pt x="659739" y="27226"/>
                  </a:lnTo>
                  <a:lnTo>
                    <a:pt x="645090" y="0"/>
                  </a:lnTo>
                  <a:lnTo>
                    <a:pt x="613230" y="16166"/>
                  </a:lnTo>
                  <a:lnTo>
                    <a:pt x="602551" y="21585"/>
                  </a:lnTo>
                  <a:lnTo>
                    <a:pt x="601684" y="22025"/>
                  </a:lnTo>
                  <a:lnTo>
                    <a:pt x="599630" y="23067"/>
                  </a:lnTo>
                  <a:lnTo>
                    <a:pt x="599410" y="23179"/>
                  </a:lnTo>
                  <a:lnTo>
                    <a:pt x="598957" y="23411"/>
                  </a:lnTo>
                  <a:lnTo>
                    <a:pt x="596726" y="24633"/>
                  </a:lnTo>
                  <a:lnTo>
                    <a:pt x="596071" y="25031"/>
                  </a:lnTo>
                  <a:lnTo>
                    <a:pt x="594553" y="25954"/>
                  </a:lnTo>
                  <a:lnTo>
                    <a:pt x="592441" y="27371"/>
                  </a:lnTo>
                  <a:lnTo>
                    <a:pt x="590395" y="28882"/>
                  </a:lnTo>
                  <a:lnTo>
                    <a:pt x="588424" y="30407"/>
                  </a:lnTo>
                  <a:lnTo>
                    <a:pt x="583963" y="33859"/>
                  </a:lnTo>
                  <a:lnTo>
                    <a:pt x="567819" y="46350"/>
                  </a:lnTo>
                  <a:lnTo>
                    <a:pt x="549700" y="60369"/>
                  </a:lnTo>
                  <a:lnTo>
                    <a:pt x="545214" y="63840"/>
                  </a:lnTo>
                  <a:lnTo>
                    <a:pt x="536482" y="70596"/>
                  </a:lnTo>
                  <a:lnTo>
                    <a:pt x="523128" y="80928"/>
                  </a:lnTo>
                  <a:lnTo>
                    <a:pt x="502393" y="96972"/>
                  </a:lnTo>
                  <a:lnTo>
                    <a:pt x="501384" y="97772"/>
                  </a:lnTo>
                  <a:lnTo>
                    <a:pt x="499445" y="99418"/>
                  </a:lnTo>
                  <a:lnTo>
                    <a:pt x="497581" y="101149"/>
                  </a:lnTo>
                  <a:lnTo>
                    <a:pt x="495798" y="102962"/>
                  </a:lnTo>
                  <a:lnTo>
                    <a:pt x="494098" y="104854"/>
                  </a:lnTo>
                  <a:lnTo>
                    <a:pt x="482406" y="118471"/>
                  </a:lnTo>
                  <a:lnTo>
                    <a:pt x="479414" y="121954"/>
                  </a:lnTo>
                  <a:lnTo>
                    <a:pt x="469388" y="133630"/>
                  </a:lnTo>
                  <a:lnTo>
                    <a:pt x="462156" y="142052"/>
                  </a:lnTo>
                  <a:lnTo>
                    <a:pt x="457438" y="147547"/>
                  </a:lnTo>
                  <a:lnTo>
                    <a:pt x="454406" y="151077"/>
                  </a:lnTo>
                  <a:lnTo>
                    <a:pt x="438377" y="169744"/>
                  </a:lnTo>
                  <a:lnTo>
                    <a:pt x="435168" y="173481"/>
                  </a:lnTo>
                  <a:lnTo>
                    <a:pt x="424446" y="185967"/>
                  </a:lnTo>
                  <a:lnTo>
                    <a:pt x="413422" y="198805"/>
                  </a:lnTo>
                  <a:lnTo>
                    <a:pt x="411979" y="200486"/>
                  </a:lnTo>
                  <a:lnTo>
                    <a:pt x="407499" y="205702"/>
                  </a:lnTo>
                  <a:lnTo>
                    <a:pt x="406419" y="206999"/>
                  </a:lnTo>
                  <a:lnTo>
                    <a:pt x="404865" y="209013"/>
                  </a:lnTo>
                  <a:lnTo>
                    <a:pt x="403403" y="211094"/>
                  </a:lnTo>
                  <a:lnTo>
                    <a:pt x="402037" y="213239"/>
                  </a:lnTo>
                  <a:lnTo>
                    <a:pt x="400769" y="215444"/>
                  </a:lnTo>
                  <a:lnTo>
                    <a:pt x="399600" y="217703"/>
                  </a:lnTo>
                  <a:lnTo>
                    <a:pt x="398535" y="220013"/>
                  </a:lnTo>
                  <a:lnTo>
                    <a:pt x="396830" y="223938"/>
                  </a:lnTo>
                  <a:lnTo>
                    <a:pt x="394410" y="229513"/>
                  </a:lnTo>
                  <a:lnTo>
                    <a:pt x="391103" y="237127"/>
                  </a:lnTo>
                  <a:lnTo>
                    <a:pt x="389327" y="241218"/>
                  </a:lnTo>
                  <a:lnTo>
                    <a:pt x="387127" y="244740"/>
                  </a:lnTo>
                  <a:lnTo>
                    <a:pt x="364694" y="280649"/>
                  </a:lnTo>
                  <a:lnTo>
                    <a:pt x="359080" y="289635"/>
                  </a:lnTo>
                  <a:lnTo>
                    <a:pt x="353467" y="298620"/>
                  </a:lnTo>
                  <a:lnTo>
                    <a:pt x="348789" y="306108"/>
                  </a:lnTo>
                  <a:lnTo>
                    <a:pt x="343525" y="314535"/>
                  </a:lnTo>
                  <a:lnTo>
                    <a:pt x="339967" y="320230"/>
                  </a:lnTo>
                  <a:lnTo>
                    <a:pt x="336820" y="322398"/>
                  </a:lnTo>
                  <a:lnTo>
                    <a:pt x="334929" y="323701"/>
                  </a:lnTo>
                  <a:lnTo>
                    <a:pt x="325221" y="330391"/>
                  </a:lnTo>
                  <a:lnTo>
                    <a:pt x="320109" y="333913"/>
                  </a:lnTo>
                  <a:lnTo>
                    <a:pt x="313522" y="338453"/>
                  </a:lnTo>
                  <a:lnTo>
                    <a:pt x="312197" y="339365"/>
                  </a:lnTo>
                  <a:lnTo>
                    <a:pt x="293842" y="352014"/>
                  </a:lnTo>
                  <a:lnTo>
                    <a:pt x="292588" y="352904"/>
                  </a:lnTo>
                  <a:lnTo>
                    <a:pt x="290567" y="354449"/>
                  </a:lnTo>
                  <a:lnTo>
                    <a:pt x="288619" y="356084"/>
                  </a:lnTo>
                  <a:lnTo>
                    <a:pt x="286746" y="357805"/>
                  </a:lnTo>
                  <a:lnTo>
                    <a:pt x="284952" y="359608"/>
                  </a:lnTo>
                  <a:lnTo>
                    <a:pt x="283241" y="361491"/>
                  </a:lnTo>
                  <a:lnTo>
                    <a:pt x="277991" y="367534"/>
                  </a:lnTo>
                  <a:lnTo>
                    <a:pt x="276862" y="368834"/>
                  </a:lnTo>
                  <a:lnTo>
                    <a:pt x="273234" y="373011"/>
                  </a:lnTo>
                  <a:lnTo>
                    <a:pt x="272349" y="374055"/>
                  </a:lnTo>
                  <a:lnTo>
                    <a:pt x="270772" y="376051"/>
                  </a:lnTo>
                  <a:lnTo>
                    <a:pt x="269287" y="378116"/>
                  </a:lnTo>
                  <a:lnTo>
                    <a:pt x="267896" y="380246"/>
                  </a:lnTo>
                  <a:lnTo>
                    <a:pt x="267241" y="381356"/>
                  </a:lnTo>
                  <a:lnTo>
                    <a:pt x="266603" y="382436"/>
                  </a:lnTo>
                  <a:lnTo>
                    <a:pt x="259247" y="395552"/>
                  </a:lnTo>
                  <a:lnTo>
                    <a:pt x="253633" y="405563"/>
                  </a:lnTo>
                  <a:lnTo>
                    <a:pt x="247828" y="415922"/>
                  </a:lnTo>
                  <a:lnTo>
                    <a:pt x="244960" y="421037"/>
                  </a:lnTo>
                  <a:lnTo>
                    <a:pt x="244423" y="421995"/>
                  </a:lnTo>
                  <a:lnTo>
                    <a:pt x="237760" y="433878"/>
                  </a:lnTo>
                  <a:lnTo>
                    <a:pt x="234794" y="439169"/>
                  </a:lnTo>
                  <a:lnTo>
                    <a:pt x="233878" y="440871"/>
                  </a:lnTo>
                  <a:lnTo>
                    <a:pt x="232761" y="443157"/>
                  </a:lnTo>
                  <a:lnTo>
                    <a:pt x="231749" y="445490"/>
                  </a:lnTo>
                  <a:lnTo>
                    <a:pt x="230843" y="447868"/>
                  </a:lnTo>
                  <a:lnTo>
                    <a:pt x="217913" y="484207"/>
                  </a:lnTo>
                  <a:lnTo>
                    <a:pt x="213215" y="497420"/>
                  </a:lnTo>
                  <a:lnTo>
                    <a:pt x="197577" y="508316"/>
                  </a:lnTo>
                  <a:lnTo>
                    <a:pt x="176523" y="522986"/>
                  </a:lnTo>
                  <a:lnTo>
                    <a:pt x="166167" y="530201"/>
                  </a:lnTo>
                  <a:lnTo>
                    <a:pt x="165060" y="530972"/>
                  </a:lnTo>
                  <a:lnTo>
                    <a:pt x="164229" y="531563"/>
                  </a:lnTo>
                  <a:lnTo>
                    <a:pt x="162202" y="533101"/>
                  </a:lnTo>
                  <a:lnTo>
                    <a:pt x="157535" y="536810"/>
                  </a:lnTo>
                  <a:lnTo>
                    <a:pt x="156580" y="537587"/>
                  </a:lnTo>
                  <a:lnTo>
                    <a:pt x="143604" y="548371"/>
                  </a:lnTo>
                  <a:lnTo>
                    <a:pt x="143060" y="548828"/>
                  </a:lnTo>
                  <a:lnTo>
                    <a:pt x="141162" y="550522"/>
                  </a:lnTo>
                  <a:lnTo>
                    <a:pt x="139342" y="552299"/>
                  </a:lnTo>
                  <a:lnTo>
                    <a:pt x="137603" y="554156"/>
                  </a:lnTo>
                  <a:lnTo>
                    <a:pt x="135950" y="556090"/>
                  </a:lnTo>
                  <a:lnTo>
                    <a:pt x="134385" y="558096"/>
                  </a:lnTo>
                  <a:lnTo>
                    <a:pt x="132913" y="560171"/>
                  </a:lnTo>
                  <a:lnTo>
                    <a:pt x="131535" y="562309"/>
                  </a:lnTo>
                  <a:lnTo>
                    <a:pt x="130255" y="564508"/>
                  </a:lnTo>
                  <a:lnTo>
                    <a:pt x="129075" y="566762"/>
                  </a:lnTo>
                  <a:lnTo>
                    <a:pt x="127997" y="569066"/>
                  </a:lnTo>
                  <a:lnTo>
                    <a:pt x="127024" y="571417"/>
                  </a:lnTo>
                  <a:lnTo>
                    <a:pt x="126158" y="573809"/>
                  </a:lnTo>
                  <a:lnTo>
                    <a:pt x="121092" y="588854"/>
                  </a:lnTo>
                  <a:lnTo>
                    <a:pt x="120713" y="590019"/>
                  </a:lnTo>
                  <a:lnTo>
                    <a:pt x="119989" y="592539"/>
                  </a:lnTo>
                  <a:lnTo>
                    <a:pt x="119544" y="594345"/>
                  </a:lnTo>
                  <a:lnTo>
                    <a:pt x="119031" y="596837"/>
                  </a:lnTo>
                  <a:lnTo>
                    <a:pt x="118632" y="599349"/>
                  </a:lnTo>
                  <a:lnTo>
                    <a:pt x="118345" y="601877"/>
                  </a:lnTo>
                  <a:lnTo>
                    <a:pt x="118173" y="604415"/>
                  </a:lnTo>
                  <a:lnTo>
                    <a:pt x="118115" y="606959"/>
                  </a:lnTo>
                  <a:lnTo>
                    <a:pt x="118172" y="609502"/>
                  </a:lnTo>
                  <a:lnTo>
                    <a:pt x="118343" y="612041"/>
                  </a:lnTo>
                  <a:lnTo>
                    <a:pt x="118627" y="614569"/>
                  </a:lnTo>
                  <a:lnTo>
                    <a:pt x="119026" y="617081"/>
                  </a:lnTo>
                  <a:lnTo>
                    <a:pt x="119537" y="619574"/>
                  </a:lnTo>
                  <a:lnTo>
                    <a:pt x="121443" y="627912"/>
                  </a:lnTo>
                  <a:lnTo>
                    <a:pt x="121945" y="629937"/>
                  </a:lnTo>
                  <a:lnTo>
                    <a:pt x="122658" y="632379"/>
                  </a:lnTo>
                  <a:lnTo>
                    <a:pt x="151564" y="723651"/>
                  </a:lnTo>
                  <a:lnTo>
                    <a:pt x="169887" y="781490"/>
                  </a:lnTo>
                  <a:lnTo>
                    <a:pt x="145605" y="806235"/>
                  </a:lnTo>
                  <a:lnTo>
                    <a:pt x="144902" y="806965"/>
                  </a:lnTo>
                  <a:lnTo>
                    <a:pt x="143195" y="808851"/>
                  </a:lnTo>
                  <a:lnTo>
                    <a:pt x="141574" y="810812"/>
                  </a:lnTo>
                  <a:lnTo>
                    <a:pt x="140044" y="812844"/>
                  </a:lnTo>
                  <a:lnTo>
                    <a:pt x="138606" y="814943"/>
                  </a:lnTo>
                  <a:lnTo>
                    <a:pt x="137265" y="817105"/>
                  </a:lnTo>
                  <a:lnTo>
                    <a:pt x="136022" y="819324"/>
                  </a:lnTo>
                  <a:lnTo>
                    <a:pt x="135067" y="821226"/>
                  </a:lnTo>
                  <a:lnTo>
                    <a:pt x="134880" y="821598"/>
                  </a:lnTo>
                  <a:lnTo>
                    <a:pt x="129293" y="833375"/>
                  </a:lnTo>
                  <a:lnTo>
                    <a:pt x="100333" y="894426"/>
                  </a:lnTo>
                  <a:lnTo>
                    <a:pt x="73499" y="950992"/>
                  </a:lnTo>
                  <a:lnTo>
                    <a:pt x="73250" y="951524"/>
                  </a:lnTo>
                  <a:lnTo>
                    <a:pt x="72236" y="953858"/>
                  </a:lnTo>
                  <a:lnTo>
                    <a:pt x="71327" y="956235"/>
                  </a:lnTo>
                  <a:lnTo>
                    <a:pt x="70527" y="958650"/>
                  </a:lnTo>
                  <a:lnTo>
                    <a:pt x="53373" y="1014628"/>
                  </a:lnTo>
                  <a:lnTo>
                    <a:pt x="45854" y="1039164"/>
                  </a:lnTo>
                  <a:lnTo>
                    <a:pt x="30344" y="1089776"/>
                  </a:lnTo>
                  <a:lnTo>
                    <a:pt x="13393" y="1125428"/>
                  </a:lnTo>
                  <a:lnTo>
                    <a:pt x="8831" y="1135023"/>
                  </a:lnTo>
                  <a:lnTo>
                    <a:pt x="4269" y="1144618"/>
                  </a:lnTo>
                  <a:lnTo>
                    <a:pt x="0" y="1153573"/>
                  </a:lnTo>
                  <a:lnTo>
                    <a:pt x="50806" y="1178506"/>
                  </a:lnTo>
                  <a:lnTo>
                    <a:pt x="51032" y="1178666"/>
                  </a:lnTo>
                  <a:lnTo>
                    <a:pt x="93954" y="1209162"/>
                  </a:lnTo>
                  <a:lnTo>
                    <a:pt x="103175" y="1226403"/>
                  </a:lnTo>
                  <a:lnTo>
                    <a:pt x="122974" y="1238421"/>
                  </a:lnTo>
                  <a:lnTo>
                    <a:pt x="139654" y="1248545"/>
                  </a:lnTo>
                  <a:lnTo>
                    <a:pt x="143649" y="1250970"/>
                  </a:lnTo>
                  <a:lnTo>
                    <a:pt x="153131" y="1250723"/>
                  </a:lnTo>
                  <a:lnTo>
                    <a:pt x="155745" y="1257402"/>
                  </a:lnTo>
                  <a:lnTo>
                    <a:pt x="155445" y="1258831"/>
                  </a:lnTo>
                  <a:lnTo>
                    <a:pt x="155301" y="1259518"/>
                  </a:lnTo>
                  <a:lnTo>
                    <a:pt x="155106" y="1260424"/>
                  </a:lnTo>
                  <a:lnTo>
                    <a:pt x="155475" y="1261013"/>
                  </a:lnTo>
                  <a:lnTo>
                    <a:pt x="155809" y="1261548"/>
                  </a:lnTo>
                  <a:lnTo>
                    <a:pt x="156129" y="1262040"/>
                  </a:lnTo>
                  <a:lnTo>
                    <a:pt x="156627" y="1262816"/>
                  </a:lnTo>
                  <a:lnTo>
                    <a:pt x="157066" y="1263003"/>
                  </a:lnTo>
                  <a:lnTo>
                    <a:pt x="157336" y="1263116"/>
                  </a:lnTo>
                  <a:lnTo>
                    <a:pt x="157866" y="1263342"/>
                  </a:lnTo>
                  <a:lnTo>
                    <a:pt x="157603" y="1263627"/>
                  </a:lnTo>
                  <a:lnTo>
                    <a:pt x="157075" y="1264200"/>
                  </a:lnTo>
                  <a:lnTo>
                    <a:pt x="156564" y="1264755"/>
                  </a:lnTo>
                  <a:lnTo>
                    <a:pt x="156099" y="1265259"/>
                  </a:lnTo>
                  <a:lnTo>
                    <a:pt x="155934" y="1265400"/>
                  </a:lnTo>
                  <a:lnTo>
                    <a:pt x="155785" y="1265527"/>
                  </a:lnTo>
                  <a:lnTo>
                    <a:pt x="154983" y="1266215"/>
                  </a:lnTo>
                  <a:lnTo>
                    <a:pt x="154594" y="1266553"/>
                  </a:lnTo>
                  <a:lnTo>
                    <a:pt x="154358" y="1266761"/>
                  </a:lnTo>
                  <a:lnTo>
                    <a:pt x="154173" y="1266907"/>
                  </a:lnTo>
                  <a:lnTo>
                    <a:pt x="153583" y="1267415"/>
                  </a:lnTo>
                  <a:lnTo>
                    <a:pt x="153264" y="1267687"/>
                  </a:lnTo>
                  <a:lnTo>
                    <a:pt x="152942" y="1267964"/>
                  </a:lnTo>
                  <a:lnTo>
                    <a:pt x="153414" y="1268692"/>
                  </a:lnTo>
                  <a:lnTo>
                    <a:pt x="153517" y="1268852"/>
                  </a:lnTo>
                  <a:lnTo>
                    <a:pt x="153133" y="1269102"/>
                  </a:lnTo>
                  <a:lnTo>
                    <a:pt x="153280" y="1269411"/>
                  </a:lnTo>
                  <a:lnTo>
                    <a:pt x="153270" y="1269893"/>
                  </a:lnTo>
                  <a:lnTo>
                    <a:pt x="153194" y="1270125"/>
                  </a:lnTo>
                  <a:lnTo>
                    <a:pt x="152962" y="1270915"/>
                  </a:lnTo>
                  <a:lnTo>
                    <a:pt x="152514" y="1272490"/>
                  </a:lnTo>
                  <a:lnTo>
                    <a:pt x="152212" y="1273556"/>
                  </a:lnTo>
                  <a:lnTo>
                    <a:pt x="150023" y="1274467"/>
                  </a:lnTo>
                  <a:lnTo>
                    <a:pt x="149355" y="1275831"/>
                  </a:lnTo>
                  <a:lnTo>
                    <a:pt x="147647" y="1276497"/>
                  </a:lnTo>
                  <a:lnTo>
                    <a:pt x="147420" y="1277164"/>
                  </a:lnTo>
                  <a:lnTo>
                    <a:pt x="149061" y="1277234"/>
                  </a:lnTo>
                  <a:lnTo>
                    <a:pt x="149249" y="1277242"/>
                  </a:lnTo>
                  <a:lnTo>
                    <a:pt x="149560" y="1277256"/>
                  </a:lnTo>
                  <a:lnTo>
                    <a:pt x="149895" y="1277273"/>
                  </a:lnTo>
                  <a:lnTo>
                    <a:pt x="150326" y="1277312"/>
                  </a:lnTo>
                  <a:lnTo>
                    <a:pt x="150604" y="1277337"/>
                  </a:lnTo>
                  <a:lnTo>
                    <a:pt x="150858" y="1277360"/>
                  </a:lnTo>
                  <a:lnTo>
                    <a:pt x="151485" y="1277294"/>
                  </a:lnTo>
                  <a:lnTo>
                    <a:pt x="152165" y="1277065"/>
                  </a:lnTo>
                  <a:lnTo>
                    <a:pt x="152901" y="1277006"/>
                  </a:lnTo>
                  <a:lnTo>
                    <a:pt x="155021" y="1277247"/>
                  </a:lnTo>
                  <a:lnTo>
                    <a:pt x="156233" y="1275692"/>
                  </a:lnTo>
                  <a:lnTo>
                    <a:pt x="156364" y="1275380"/>
                  </a:lnTo>
                  <a:lnTo>
                    <a:pt x="156411" y="1275097"/>
                  </a:lnTo>
                  <a:lnTo>
                    <a:pt x="156557" y="1274852"/>
                  </a:lnTo>
                  <a:lnTo>
                    <a:pt x="157259" y="1274403"/>
                  </a:lnTo>
                  <a:lnTo>
                    <a:pt x="157443" y="1274616"/>
                  </a:lnTo>
                  <a:lnTo>
                    <a:pt x="157798" y="1275006"/>
                  </a:lnTo>
                  <a:lnTo>
                    <a:pt x="157959" y="1275175"/>
                  </a:lnTo>
                  <a:lnTo>
                    <a:pt x="158101" y="1275274"/>
                  </a:lnTo>
                  <a:lnTo>
                    <a:pt x="158388" y="1275425"/>
                  </a:lnTo>
                  <a:lnTo>
                    <a:pt x="158822" y="1275702"/>
                  </a:lnTo>
                  <a:lnTo>
                    <a:pt x="159359" y="1276127"/>
                  </a:lnTo>
                  <a:lnTo>
                    <a:pt x="159652" y="1276438"/>
                  </a:lnTo>
                  <a:lnTo>
                    <a:pt x="159814" y="1276495"/>
                  </a:lnTo>
                  <a:lnTo>
                    <a:pt x="160120" y="1276573"/>
                  </a:lnTo>
                  <a:lnTo>
                    <a:pt x="160061" y="1277305"/>
                  </a:lnTo>
                  <a:lnTo>
                    <a:pt x="165350" y="1277474"/>
                  </a:lnTo>
                  <a:lnTo>
                    <a:pt x="166157" y="1277759"/>
                  </a:lnTo>
                  <a:lnTo>
                    <a:pt x="166785" y="1277751"/>
                  </a:lnTo>
                  <a:lnTo>
                    <a:pt x="167786" y="1277998"/>
                  </a:lnTo>
                  <a:lnTo>
                    <a:pt x="167763" y="1278361"/>
                  </a:lnTo>
                  <a:lnTo>
                    <a:pt x="167252" y="1280632"/>
                  </a:lnTo>
                  <a:lnTo>
                    <a:pt x="167226" y="1281042"/>
                  </a:lnTo>
                  <a:lnTo>
                    <a:pt x="166198" y="1283360"/>
                  </a:lnTo>
                  <a:lnTo>
                    <a:pt x="166034" y="1284400"/>
                  </a:lnTo>
                  <a:lnTo>
                    <a:pt x="166276" y="1285767"/>
                  </a:lnTo>
                  <a:lnTo>
                    <a:pt x="166315" y="1287044"/>
                  </a:lnTo>
                  <a:lnTo>
                    <a:pt x="165764" y="1288332"/>
                  </a:lnTo>
                  <a:lnTo>
                    <a:pt x="166360" y="1288449"/>
                  </a:lnTo>
                  <a:lnTo>
                    <a:pt x="166594" y="1290069"/>
                  </a:lnTo>
                  <a:lnTo>
                    <a:pt x="166680" y="1290524"/>
                  </a:lnTo>
                  <a:lnTo>
                    <a:pt x="166751" y="1290809"/>
                  </a:lnTo>
                  <a:lnTo>
                    <a:pt x="166996" y="1291982"/>
                  </a:lnTo>
                  <a:lnTo>
                    <a:pt x="170550" y="1296470"/>
                  </a:lnTo>
                  <a:lnTo>
                    <a:pt x="171239" y="1297161"/>
                  </a:lnTo>
                  <a:lnTo>
                    <a:pt x="172285" y="1296848"/>
                  </a:lnTo>
                  <a:lnTo>
                    <a:pt x="173155" y="1296588"/>
                  </a:lnTo>
                  <a:lnTo>
                    <a:pt x="173353" y="1296529"/>
                  </a:lnTo>
                  <a:lnTo>
                    <a:pt x="174782" y="1296101"/>
                  </a:lnTo>
                  <a:lnTo>
                    <a:pt x="175731" y="1296835"/>
                  </a:lnTo>
                  <a:lnTo>
                    <a:pt x="176154" y="1297162"/>
                  </a:lnTo>
                  <a:lnTo>
                    <a:pt x="176822" y="1297678"/>
                  </a:lnTo>
                  <a:lnTo>
                    <a:pt x="175953" y="1294842"/>
                  </a:lnTo>
                  <a:lnTo>
                    <a:pt x="175596" y="1293677"/>
                  </a:lnTo>
                  <a:lnTo>
                    <a:pt x="175923" y="1293781"/>
                  </a:lnTo>
                  <a:lnTo>
                    <a:pt x="176595" y="1292247"/>
                  </a:lnTo>
                  <a:lnTo>
                    <a:pt x="177427" y="1291242"/>
                  </a:lnTo>
                  <a:lnTo>
                    <a:pt x="179100" y="1292057"/>
                  </a:lnTo>
                  <a:lnTo>
                    <a:pt x="179260" y="1292136"/>
                  </a:lnTo>
                  <a:lnTo>
                    <a:pt x="179367" y="1292330"/>
                  </a:lnTo>
                  <a:lnTo>
                    <a:pt x="179558" y="1292668"/>
                  </a:lnTo>
                  <a:lnTo>
                    <a:pt x="179573" y="1292940"/>
                  </a:lnTo>
                  <a:lnTo>
                    <a:pt x="179591" y="1293274"/>
                  </a:lnTo>
                  <a:lnTo>
                    <a:pt x="179970" y="1294312"/>
                  </a:lnTo>
                  <a:lnTo>
                    <a:pt x="180071" y="1294604"/>
                  </a:lnTo>
                  <a:lnTo>
                    <a:pt x="180398" y="1295517"/>
                  </a:lnTo>
                  <a:lnTo>
                    <a:pt x="180557" y="1295788"/>
                  </a:lnTo>
                  <a:lnTo>
                    <a:pt x="183484" y="1297657"/>
                  </a:lnTo>
                  <a:lnTo>
                    <a:pt x="184006" y="1297988"/>
                  </a:lnTo>
                  <a:lnTo>
                    <a:pt x="182944" y="1299441"/>
                  </a:lnTo>
                  <a:lnTo>
                    <a:pt x="182468" y="1300525"/>
                  </a:lnTo>
                  <a:lnTo>
                    <a:pt x="182499" y="1302684"/>
                  </a:lnTo>
                  <a:lnTo>
                    <a:pt x="182785" y="1303079"/>
                  </a:lnTo>
                  <a:lnTo>
                    <a:pt x="182969" y="1303420"/>
                  </a:lnTo>
                  <a:lnTo>
                    <a:pt x="183233" y="1303907"/>
                  </a:lnTo>
                  <a:lnTo>
                    <a:pt x="183487" y="1304158"/>
                  </a:lnTo>
                  <a:lnTo>
                    <a:pt x="184029" y="1304611"/>
                  </a:lnTo>
                  <a:lnTo>
                    <a:pt x="184236" y="1304753"/>
                  </a:lnTo>
                  <a:lnTo>
                    <a:pt x="184477" y="1304951"/>
                  </a:lnTo>
                  <a:lnTo>
                    <a:pt x="184728" y="1305206"/>
                  </a:lnTo>
                  <a:lnTo>
                    <a:pt x="185011" y="1305476"/>
                  </a:lnTo>
                  <a:lnTo>
                    <a:pt x="185326" y="1305596"/>
                  </a:lnTo>
                  <a:lnTo>
                    <a:pt x="185947" y="1305296"/>
                  </a:lnTo>
                  <a:lnTo>
                    <a:pt x="186146" y="1305456"/>
                  </a:lnTo>
                  <a:lnTo>
                    <a:pt x="186451" y="1305712"/>
                  </a:lnTo>
                  <a:lnTo>
                    <a:pt x="186741" y="1305897"/>
                  </a:lnTo>
                  <a:lnTo>
                    <a:pt x="187046" y="1306092"/>
                  </a:lnTo>
                  <a:lnTo>
                    <a:pt x="187560" y="1306349"/>
                  </a:lnTo>
                  <a:lnTo>
                    <a:pt x="188591" y="1306829"/>
                  </a:lnTo>
                  <a:lnTo>
                    <a:pt x="189181" y="1307030"/>
                  </a:lnTo>
                  <a:lnTo>
                    <a:pt x="189427" y="1306848"/>
                  </a:lnTo>
                  <a:lnTo>
                    <a:pt x="190392" y="1306132"/>
                  </a:lnTo>
                  <a:lnTo>
                    <a:pt x="191798" y="1308196"/>
                  </a:lnTo>
                  <a:lnTo>
                    <a:pt x="192138" y="1308436"/>
                  </a:lnTo>
                  <a:lnTo>
                    <a:pt x="193327" y="1309276"/>
                  </a:lnTo>
                  <a:lnTo>
                    <a:pt x="193742" y="1309568"/>
                  </a:lnTo>
                  <a:lnTo>
                    <a:pt x="194102" y="1309360"/>
                  </a:lnTo>
                  <a:lnTo>
                    <a:pt x="194535" y="1309052"/>
                  </a:lnTo>
                  <a:lnTo>
                    <a:pt x="194891" y="1308836"/>
                  </a:lnTo>
                  <a:lnTo>
                    <a:pt x="195331" y="1308561"/>
                  </a:lnTo>
                  <a:lnTo>
                    <a:pt x="195669" y="1308360"/>
                  </a:lnTo>
                  <a:lnTo>
                    <a:pt x="195917" y="1308213"/>
                  </a:lnTo>
                  <a:lnTo>
                    <a:pt x="196700" y="1307757"/>
                  </a:lnTo>
                  <a:lnTo>
                    <a:pt x="197469" y="1307319"/>
                  </a:lnTo>
                  <a:lnTo>
                    <a:pt x="198110" y="1306869"/>
                  </a:lnTo>
                  <a:lnTo>
                    <a:pt x="198911" y="1306411"/>
                  </a:lnTo>
                  <a:lnTo>
                    <a:pt x="199868" y="1305833"/>
                  </a:lnTo>
                  <a:lnTo>
                    <a:pt x="200563" y="1305386"/>
                  </a:lnTo>
                  <a:lnTo>
                    <a:pt x="201375" y="1304915"/>
                  </a:lnTo>
                  <a:lnTo>
                    <a:pt x="202084" y="1304498"/>
                  </a:lnTo>
                  <a:lnTo>
                    <a:pt x="202708" y="1304098"/>
                  </a:lnTo>
                  <a:lnTo>
                    <a:pt x="203334" y="1303755"/>
                  </a:lnTo>
                  <a:lnTo>
                    <a:pt x="204336" y="1303162"/>
                  </a:lnTo>
                  <a:lnTo>
                    <a:pt x="204973" y="1302811"/>
                  </a:lnTo>
                  <a:lnTo>
                    <a:pt x="205354" y="1302498"/>
                  </a:lnTo>
                  <a:lnTo>
                    <a:pt x="206069" y="1302073"/>
                  </a:lnTo>
                  <a:lnTo>
                    <a:pt x="206886" y="1301592"/>
                  </a:lnTo>
                  <a:lnTo>
                    <a:pt x="207136" y="1301468"/>
                  </a:lnTo>
                  <a:lnTo>
                    <a:pt x="207352" y="1301360"/>
                  </a:lnTo>
                  <a:lnTo>
                    <a:pt x="207601" y="1301230"/>
                  </a:lnTo>
                  <a:lnTo>
                    <a:pt x="208395" y="1301070"/>
                  </a:lnTo>
                  <a:lnTo>
                    <a:pt x="209548" y="1300917"/>
                  </a:lnTo>
                  <a:lnTo>
                    <a:pt x="209899" y="1300894"/>
                  </a:lnTo>
                  <a:lnTo>
                    <a:pt x="211051" y="1301129"/>
                  </a:lnTo>
                  <a:lnTo>
                    <a:pt x="211726" y="1301302"/>
                  </a:lnTo>
                  <a:lnTo>
                    <a:pt x="212378" y="1301520"/>
                  </a:lnTo>
                  <a:lnTo>
                    <a:pt x="212751" y="1301645"/>
                  </a:lnTo>
                  <a:lnTo>
                    <a:pt x="213802" y="1301994"/>
                  </a:lnTo>
                  <a:lnTo>
                    <a:pt x="215072" y="1302447"/>
                  </a:lnTo>
                  <a:lnTo>
                    <a:pt x="215619" y="1302938"/>
                  </a:lnTo>
                  <a:lnTo>
                    <a:pt x="216303" y="1303635"/>
                  </a:lnTo>
                  <a:lnTo>
                    <a:pt x="216657" y="1304024"/>
                  </a:lnTo>
                  <a:lnTo>
                    <a:pt x="217201" y="1303788"/>
                  </a:lnTo>
                  <a:lnTo>
                    <a:pt x="217535" y="1303630"/>
                  </a:lnTo>
                  <a:lnTo>
                    <a:pt x="217906" y="1303620"/>
                  </a:lnTo>
                  <a:lnTo>
                    <a:pt x="218110" y="1303645"/>
                  </a:lnTo>
                  <a:lnTo>
                    <a:pt x="218303" y="1303742"/>
                  </a:lnTo>
                  <a:lnTo>
                    <a:pt x="218878" y="1304052"/>
                  </a:lnTo>
                  <a:lnTo>
                    <a:pt x="219275" y="1304335"/>
                  </a:lnTo>
                  <a:lnTo>
                    <a:pt x="219766" y="1304658"/>
                  </a:lnTo>
                  <a:lnTo>
                    <a:pt x="220476" y="1305129"/>
                  </a:lnTo>
                  <a:lnTo>
                    <a:pt x="221326" y="1305688"/>
                  </a:lnTo>
                  <a:lnTo>
                    <a:pt x="221672" y="1305808"/>
                  </a:lnTo>
                  <a:lnTo>
                    <a:pt x="223298" y="1305553"/>
                  </a:lnTo>
                  <a:lnTo>
                    <a:pt x="224308" y="1304884"/>
                  </a:lnTo>
                  <a:lnTo>
                    <a:pt x="226558" y="1303378"/>
                  </a:lnTo>
                  <a:lnTo>
                    <a:pt x="227573" y="1302673"/>
                  </a:lnTo>
                  <a:lnTo>
                    <a:pt x="228235" y="1302312"/>
                  </a:lnTo>
                  <a:lnTo>
                    <a:pt x="229252" y="1302724"/>
                  </a:lnTo>
                  <a:lnTo>
                    <a:pt x="230036" y="1303042"/>
                  </a:lnTo>
                  <a:lnTo>
                    <a:pt x="230554" y="1303326"/>
                  </a:lnTo>
                  <a:lnTo>
                    <a:pt x="230654" y="1304350"/>
                  </a:lnTo>
                  <a:lnTo>
                    <a:pt x="230715" y="1305632"/>
                  </a:lnTo>
                  <a:lnTo>
                    <a:pt x="230771" y="1306393"/>
                  </a:lnTo>
                  <a:lnTo>
                    <a:pt x="230840" y="1307327"/>
                  </a:lnTo>
                  <a:lnTo>
                    <a:pt x="230949" y="1308449"/>
                  </a:lnTo>
                  <a:lnTo>
                    <a:pt x="230972" y="1309482"/>
                  </a:lnTo>
                  <a:lnTo>
                    <a:pt x="231041" y="1310307"/>
                  </a:lnTo>
                  <a:lnTo>
                    <a:pt x="231575" y="1311083"/>
                  </a:lnTo>
                  <a:lnTo>
                    <a:pt x="232344" y="1312177"/>
                  </a:lnTo>
                  <a:lnTo>
                    <a:pt x="233125" y="1313228"/>
                  </a:lnTo>
                  <a:lnTo>
                    <a:pt x="233909" y="1314403"/>
                  </a:lnTo>
                  <a:lnTo>
                    <a:pt x="234672" y="1315449"/>
                  </a:lnTo>
                  <a:lnTo>
                    <a:pt x="235395" y="1316485"/>
                  </a:lnTo>
                  <a:lnTo>
                    <a:pt x="235781" y="1317022"/>
                  </a:lnTo>
                  <a:lnTo>
                    <a:pt x="236779" y="1316442"/>
                  </a:lnTo>
                  <a:lnTo>
                    <a:pt x="238122" y="1315714"/>
                  </a:lnTo>
                  <a:lnTo>
                    <a:pt x="238965" y="1315312"/>
                  </a:lnTo>
                  <a:lnTo>
                    <a:pt x="240723" y="1314894"/>
                  </a:lnTo>
                  <a:lnTo>
                    <a:pt x="241868" y="1314625"/>
                  </a:lnTo>
                  <a:lnTo>
                    <a:pt x="243038" y="1314355"/>
                  </a:lnTo>
                  <a:lnTo>
                    <a:pt x="244245" y="1314065"/>
                  </a:lnTo>
                  <a:lnTo>
                    <a:pt x="245504" y="1313782"/>
                  </a:lnTo>
                  <a:lnTo>
                    <a:pt x="246305" y="1313688"/>
                  </a:lnTo>
                  <a:lnTo>
                    <a:pt x="247818" y="1314965"/>
                  </a:lnTo>
                  <a:lnTo>
                    <a:pt x="250144" y="1316609"/>
                  </a:lnTo>
                  <a:lnTo>
                    <a:pt x="251374" y="1316945"/>
                  </a:lnTo>
                  <a:lnTo>
                    <a:pt x="252581" y="1317271"/>
                  </a:lnTo>
                  <a:lnTo>
                    <a:pt x="255470" y="1313775"/>
                  </a:lnTo>
                  <a:lnTo>
                    <a:pt x="253691" y="1307447"/>
                  </a:lnTo>
                  <a:lnTo>
                    <a:pt x="262227" y="1307934"/>
                  </a:lnTo>
                  <a:lnTo>
                    <a:pt x="269560" y="1308352"/>
                  </a:lnTo>
                  <a:lnTo>
                    <a:pt x="272930" y="1305519"/>
                  </a:lnTo>
                  <a:lnTo>
                    <a:pt x="274730" y="1301208"/>
                  </a:lnTo>
                  <a:lnTo>
                    <a:pt x="274507" y="1300688"/>
                  </a:lnTo>
                  <a:lnTo>
                    <a:pt x="274386" y="1300494"/>
                  </a:lnTo>
                  <a:lnTo>
                    <a:pt x="274215" y="1300373"/>
                  </a:lnTo>
                  <a:lnTo>
                    <a:pt x="273226" y="1299461"/>
                  </a:lnTo>
                  <a:lnTo>
                    <a:pt x="273032" y="1299100"/>
                  </a:lnTo>
                  <a:lnTo>
                    <a:pt x="272736" y="1298261"/>
                  </a:lnTo>
                  <a:lnTo>
                    <a:pt x="271694" y="1297174"/>
                  </a:lnTo>
                  <a:lnTo>
                    <a:pt x="270442" y="1296214"/>
                  </a:lnTo>
                  <a:lnTo>
                    <a:pt x="270186" y="1292820"/>
                  </a:lnTo>
                  <a:lnTo>
                    <a:pt x="272911" y="1290157"/>
                  </a:lnTo>
                  <a:lnTo>
                    <a:pt x="277374" y="1291970"/>
                  </a:lnTo>
                  <a:lnTo>
                    <a:pt x="281092" y="1281995"/>
                  </a:lnTo>
                  <a:lnTo>
                    <a:pt x="282499" y="1281568"/>
                  </a:lnTo>
                  <a:lnTo>
                    <a:pt x="284012" y="1280947"/>
                  </a:lnTo>
                  <a:lnTo>
                    <a:pt x="284244" y="1280875"/>
                  </a:lnTo>
                  <a:lnTo>
                    <a:pt x="285367" y="1280835"/>
                  </a:lnTo>
                  <a:lnTo>
                    <a:pt x="285975" y="1280809"/>
                  </a:lnTo>
                  <a:lnTo>
                    <a:pt x="287139" y="1280544"/>
                  </a:lnTo>
                  <a:lnTo>
                    <a:pt x="287991" y="1280696"/>
                  </a:lnTo>
                  <a:lnTo>
                    <a:pt x="292149" y="1270557"/>
                  </a:lnTo>
                  <a:lnTo>
                    <a:pt x="300219" y="1269121"/>
                  </a:lnTo>
                  <a:close/>
                </a:path>
              </a:pathLst>
            </a:custGeom>
            <a:solidFill>
              <a:srgbClr val="D3E4EC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5"/>
            <p:cNvSpPr/>
            <p:nvPr/>
          </p:nvSpPr>
          <p:spPr>
            <a:xfrm>
              <a:off x="3306900" y="3788152"/>
              <a:ext cx="840520" cy="906019"/>
            </a:xfrm>
            <a:custGeom>
              <a:avLst/>
              <a:pathLst>
                <a:path w="840520" h="906019">
                  <a:moveTo>
                    <a:pt x="229323" y="249049"/>
                  </a:moveTo>
                  <a:lnTo>
                    <a:pt x="177399" y="298276"/>
                  </a:lnTo>
                  <a:lnTo>
                    <a:pt x="135327" y="327690"/>
                  </a:lnTo>
                  <a:lnTo>
                    <a:pt x="128487" y="332472"/>
                  </a:lnTo>
                  <a:lnTo>
                    <a:pt x="99904" y="352456"/>
                  </a:lnTo>
                  <a:lnTo>
                    <a:pt x="97691" y="354003"/>
                  </a:lnTo>
                  <a:lnTo>
                    <a:pt x="83382" y="364006"/>
                  </a:lnTo>
                  <a:lnTo>
                    <a:pt x="73577" y="370861"/>
                  </a:lnTo>
                  <a:lnTo>
                    <a:pt x="72849" y="371380"/>
                  </a:lnTo>
                  <a:lnTo>
                    <a:pt x="70819" y="372918"/>
                  </a:lnTo>
                  <a:lnTo>
                    <a:pt x="68860" y="374546"/>
                  </a:lnTo>
                  <a:lnTo>
                    <a:pt x="67562" y="375676"/>
                  </a:lnTo>
                  <a:lnTo>
                    <a:pt x="66917" y="376245"/>
                  </a:lnTo>
                  <a:lnTo>
                    <a:pt x="65770" y="377322"/>
                  </a:lnTo>
                  <a:lnTo>
                    <a:pt x="65060" y="377988"/>
                  </a:lnTo>
                  <a:lnTo>
                    <a:pt x="63284" y="379813"/>
                  </a:lnTo>
                  <a:lnTo>
                    <a:pt x="61458" y="381775"/>
                  </a:lnTo>
                  <a:lnTo>
                    <a:pt x="34197" y="411073"/>
                  </a:lnTo>
                  <a:lnTo>
                    <a:pt x="16576" y="430011"/>
                  </a:lnTo>
                  <a:lnTo>
                    <a:pt x="0" y="447830"/>
                  </a:lnTo>
                  <a:lnTo>
                    <a:pt x="4567" y="452095"/>
                  </a:lnTo>
                  <a:lnTo>
                    <a:pt x="10741" y="457860"/>
                  </a:lnTo>
                  <a:lnTo>
                    <a:pt x="27699" y="473695"/>
                  </a:lnTo>
                  <a:lnTo>
                    <a:pt x="41441" y="486527"/>
                  </a:lnTo>
                  <a:lnTo>
                    <a:pt x="52320" y="502269"/>
                  </a:lnTo>
                  <a:lnTo>
                    <a:pt x="53530" y="507779"/>
                  </a:lnTo>
                  <a:lnTo>
                    <a:pt x="54728" y="513234"/>
                  </a:lnTo>
                  <a:lnTo>
                    <a:pt x="57381" y="525320"/>
                  </a:lnTo>
                  <a:lnTo>
                    <a:pt x="57512" y="525913"/>
                  </a:lnTo>
                  <a:lnTo>
                    <a:pt x="58822" y="531880"/>
                  </a:lnTo>
                  <a:lnTo>
                    <a:pt x="60981" y="541714"/>
                  </a:lnTo>
                  <a:lnTo>
                    <a:pt x="61194" y="542685"/>
                  </a:lnTo>
                  <a:lnTo>
                    <a:pt x="61456" y="543876"/>
                  </a:lnTo>
                  <a:lnTo>
                    <a:pt x="61651" y="544763"/>
                  </a:lnTo>
                  <a:lnTo>
                    <a:pt x="63521" y="553281"/>
                  </a:lnTo>
                  <a:lnTo>
                    <a:pt x="63625" y="553752"/>
                  </a:lnTo>
                  <a:lnTo>
                    <a:pt x="65338" y="556693"/>
                  </a:lnTo>
                  <a:lnTo>
                    <a:pt x="66254" y="558266"/>
                  </a:lnTo>
                  <a:lnTo>
                    <a:pt x="70250" y="565122"/>
                  </a:lnTo>
                  <a:lnTo>
                    <a:pt x="70967" y="566353"/>
                  </a:lnTo>
                  <a:lnTo>
                    <a:pt x="74731" y="572814"/>
                  </a:lnTo>
                  <a:lnTo>
                    <a:pt x="77546" y="571206"/>
                  </a:lnTo>
                  <a:lnTo>
                    <a:pt x="87117" y="565737"/>
                  </a:lnTo>
                  <a:lnTo>
                    <a:pt x="96121" y="562937"/>
                  </a:lnTo>
                  <a:lnTo>
                    <a:pt x="97089" y="562636"/>
                  </a:lnTo>
                  <a:lnTo>
                    <a:pt x="99922" y="561755"/>
                  </a:lnTo>
                  <a:lnTo>
                    <a:pt x="105072" y="560153"/>
                  </a:lnTo>
                  <a:lnTo>
                    <a:pt x="105266" y="560093"/>
                  </a:lnTo>
                  <a:lnTo>
                    <a:pt x="105977" y="559872"/>
                  </a:lnTo>
                  <a:lnTo>
                    <a:pt x="109631" y="558736"/>
                  </a:lnTo>
                  <a:lnTo>
                    <a:pt x="110269" y="558537"/>
                  </a:lnTo>
                  <a:lnTo>
                    <a:pt x="127870" y="553063"/>
                  </a:lnTo>
                  <a:lnTo>
                    <a:pt x="129543" y="562517"/>
                  </a:lnTo>
                  <a:lnTo>
                    <a:pt x="129852" y="562717"/>
                  </a:lnTo>
                  <a:lnTo>
                    <a:pt x="130167" y="562920"/>
                  </a:lnTo>
                  <a:lnTo>
                    <a:pt x="130347" y="563035"/>
                  </a:lnTo>
                  <a:lnTo>
                    <a:pt x="130737" y="563469"/>
                  </a:lnTo>
                  <a:lnTo>
                    <a:pt x="130983" y="563742"/>
                  </a:lnTo>
                  <a:lnTo>
                    <a:pt x="131131" y="563907"/>
                  </a:lnTo>
                  <a:lnTo>
                    <a:pt x="132225" y="565124"/>
                  </a:lnTo>
                  <a:lnTo>
                    <a:pt x="132609" y="565395"/>
                  </a:lnTo>
                  <a:lnTo>
                    <a:pt x="134274" y="566570"/>
                  </a:lnTo>
                  <a:lnTo>
                    <a:pt x="134236" y="566851"/>
                  </a:lnTo>
                  <a:lnTo>
                    <a:pt x="133378" y="570283"/>
                  </a:lnTo>
                  <a:lnTo>
                    <a:pt x="132834" y="572267"/>
                  </a:lnTo>
                  <a:lnTo>
                    <a:pt x="132958" y="572935"/>
                  </a:lnTo>
                  <a:lnTo>
                    <a:pt x="133037" y="573357"/>
                  </a:lnTo>
                  <a:lnTo>
                    <a:pt x="133006" y="573750"/>
                  </a:lnTo>
                  <a:lnTo>
                    <a:pt x="132889" y="575223"/>
                  </a:lnTo>
                  <a:lnTo>
                    <a:pt x="133813" y="575370"/>
                  </a:lnTo>
                  <a:lnTo>
                    <a:pt x="135100" y="575578"/>
                  </a:lnTo>
                  <a:lnTo>
                    <a:pt x="135730" y="575678"/>
                  </a:lnTo>
                  <a:lnTo>
                    <a:pt x="135966" y="575577"/>
                  </a:lnTo>
                  <a:lnTo>
                    <a:pt x="136096" y="575521"/>
                  </a:lnTo>
                  <a:lnTo>
                    <a:pt x="136328" y="575432"/>
                  </a:lnTo>
                  <a:lnTo>
                    <a:pt x="136599" y="575623"/>
                  </a:lnTo>
                  <a:lnTo>
                    <a:pt x="136957" y="575877"/>
                  </a:lnTo>
                  <a:lnTo>
                    <a:pt x="137180" y="576036"/>
                  </a:lnTo>
                  <a:lnTo>
                    <a:pt x="137666" y="576379"/>
                  </a:lnTo>
                  <a:lnTo>
                    <a:pt x="138004" y="576618"/>
                  </a:lnTo>
                  <a:lnTo>
                    <a:pt x="138650" y="577075"/>
                  </a:lnTo>
                  <a:lnTo>
                    <a:pt x="139057" y="577364"/>
                  </a:lnTo>
                  <a:lnTo>
                    <a:pt x="140100" y="577159"/>
                  </a:lnTo>
                  <a:lnTo>
                    <a:pt x="141616" y="576279"/>
                  </a:lnTo>
                  <a:lnTo>
                    <a:pt x="142323" y="578585"/>
                  </a:lnTo>
                  <a:lnTo>
                    <a:pt x="142846" y="579375"/>
                  </a:lnTo>
                  <a:lnTo>
                    <a:pt x="143016" y="579632"/>
                  </a:lnTo>
                  <a:lnTo>
                    <a:pt x="143154" y="579840"/>
                  </a:lnTo>
                  <a:lnTo>
                    <a:pt x="143632" y="580557"/>
                  </a:lnTo>
                  <a:lnTo>
                    <a:pt x="144222" y="581445"/>
                  </a:lnTo>
                  <a:lnTo>
                    <a:pt x="146082" y="580982"/>
                  </a:lnTo>
                  <a:lnTo>
                    <a:pt x="146708" y="580830"/>
                  </a:lnTo>
                  <a:lnTo>
                    <a:pt x="146635" y="580990"/>
                  </a:lnTo>
                  <a:lnTo>
                    <a:pt x="146176" y="581913"/>
                  </a:lnTo>
                  <a:lnTo>
                    <a:pt x="146056" y="582156"/>
                  </a:lnTo>
                  <a:lnTo>
                    <a:pt x="145946" y="582367"/>
                  </a:lnTo>
                  <a:lnTo>
                    <a:pt x="145851" y="582560"/>
                  </a:lnTo>
                  <a:lnTo>
                    <a:pt x="145678" y="582918"/>
                  </a:lnTo>
                  <a:lnTo>
                    <a:pt x="145287" y="583080"/>
                  </a:lnTo>
                  <a:lnTo>
                    <a:pt x="144653" y="583340"/>
                  </a:lnTo>
                  <a:lnTo>
                    <a:pt x="144472" y="583415"/>
                  </a:lnTo>
                  <a:lnTo>
                    <a:pt x="144292" y="583490"/>
                  </a:lnTo>
                  <a:lnTo>
                    <a:pt x="144044" y="583592"/>
                  </a:lnTo>
                  <a:lnTo>
                    <a:pt x="143489" y="583818"/>
                  </a:lnTo>
                  <a:lnTo>
                    <a:pt x="143204" y="583935"/>
                  </a:lnTo>
                  <a:lnTo>
                    <a:pt x="143068" y="583991"/>
                  </a:lnTo>
                  <a:lnTo>
                    <a:pt x="142742" y="584135"/>
                  </a:lnTo>
                  <a:lnTo>
                    <a:pt x="142630" y="585174"/>
                  </a:lnTo>
                  <a:lnTo>
                    <a:pt x="142517" y="586212"/>
                  </a:lnTo>
                  <a:lnTo>
                    <a:pt x="140791" y="587855"/>
                  </a:lnTo>
                  <a:lnTo>
                    <a:pt x="140506" y="588424"/>
                  </a:lnTo>
                  <a:lnTo>
                    <a:pt x="139991" y="589451"/>
                  </a:lnTo>
                  <a:lnTo>
                    <a:pt x="139682" y="590068"/>
                  </a:lnTo>
                  <a:lnTo>
                    <a:pt x="139813" y="591725"/>
                  </a:lnTo>
                  <a:lnTo>
                    <a:pt x="139522" y="593985"/>
                  </a:lnTo>
                  <a:lnTo>
                    <a:pt x="139451" y="594507"/>
                  </a:lnTo>
                  <a:lnTo>
                    <a:pt x="139377" y="595070"/>
                  </a:lnTo>
                  <a:lnTo>
                    <a:pt x="139373" y="595274"/>
                  </a:lnTo>
                  <a:lnTo>
                    <a:pt x="139368" y="595517"/>
                  </a:lnTo>
                  <a:lnTo>
                    <a:pt x="139355" y="596093"/>
                  </a:lnTo>
                  <a:lnTo>
                    <a:pt x="139350" y="596351"/>
                  </a:lnTo>
                  <a:lnTo>
                    <a:pt x="139334" y="597108"/>
                  </a:lnTo>
                  <a:lnTo>
                    <a:pt x="139323" y="597599"/>
                  </a:lnTo>
                  <a:lnTo>
                    <a:pt x="138360" y="598126"/>
                  </a:lnTo>
                  <a:lnTo>
                    <a:pt x="137066" y="598834"/>
                  </a:lnTo>
                  <a:lnTo>
                    <a:pt x="136532" y="599524"/>
                  </a:lnTo>
                  <a:lnTo>
                    <a:pt x="135363" y="601037"/>
                  </a:lnTo>
                  <a:lnTo>
                    <a:pt x="134699" y="601895"/>
                  </a:lnTo>
                  <a:lnTo>
                    <a:pt x="134262" y="602459"/>
                  </a:lnTo>
                  <a:lnTo>
                    <a:pt x="134103" y="602665"/>
                  </a:lnTo>
                  <a:lnTo>
                    <a:pt x="133478" y="603472"/>
                  </a:lnTo>
                  <a:lnTo>
                    <a:pt x="132649" y="604543"/>
                  </a:lnTo>
                  <a:lnTo>
                    <a:pt x="132320" y="604967"/>
                  </a:lnTo>
                  <a:lnTo>
                    <a:pt x="132142" y="605202"/>
                  </a:lnTo>
                  <a:lnTo>
                    <a:pt x="132291" y="605542"/>
                  </a:lnTo>
                  <a:lnTo>
                    <a:pt x="132689" y="606883"/>
                  </a:lnTo>
                  <a:lnTo>
                    <a:pt x="132861" y="608814"/>
                  </a:lnTo>
                  <a:lnTo>
                    <a:pt x="133209" y="611645"/>
                  </a:lnTo>
                  <a:lnTo>
                    <a:pt x="133498" y="611934"/>
                  </a:lnTo>
                  <a:lnTo>
                    <a:pt x="135429" y="613868"/>
                  </a:lnTo>
                  <a:lnTo>
                    <a:pt x="136181" y="614620"/>
                  </a:lnTo>
                  <a:lnTo>
                    <a:pt x="137173" y="615610"/>
                  </a:lnTo>
                  <a:lnTo>
                    <a:pt x="137072" y="616371"/>
                  </a:lnTo>
                  <a:lnTo>
                    <a:pt x="137052" y="616514"/>
                  </a:lnTo>
                  <a:lnTo>
                    <a:pt x="136726" y="618884"/>
                  </a:lnTo>
                  <a:lnTo>
                    <a:pt x="134746" y="619488"/>
                  </a:lnTo>
                  <a:lnTo>
                    <a:pt x="133541" y="619858"/>
                  </a:lnTo>
                  <a:lnTo>
                    <a:pt x="133473" y="620086"/>
                  </a:lnTo>
                  <a:lnTo>
                    <a:pt x="132812" y="622386"/>
                  </a:lnTo>
                  <a:lnTo>
                    <a:pt x="132693" y="622796"/>
                  </a:lnTo>
                  <a:lnTo>
                    <a:pt x="132649" y="622947"/>
                  </a:lnTo>
                  <a:lnTo>
                    <a:pt x="132486" y="623528"/>
                  </a:lnTo>
                  <a:lnTo>
                    <a:pt x="132538" y="624428"/>
                  </a:lnTo>
                  <a:lnTo>
                    <a:pt x="130612" y="625402"/>
                  </a:lnTo>
                  <a:lnTo>
                    <a:pt x="123251" y="626097"/>
                  </a:lnTo>
                  <a:lnTo>
                    <a:pt x="111664" y="625680"/>
                  </a:lnTo>
                  <a:lnTo>
                    <a:pt x="102892" y="627696"/>
                  </a:lnTo>
                  <a:lnTo>
                    <a:pt x="102462" y="627794"/>
                  </a:lnTo>
                  <a:lnTo>
                    <a:pt x="99047" y="628579"/>
                  </a:lnTo>
                  <a:lnTo>
                    <a:pt x="98260" y="628760"/>
                  </a:lnTo>
                  <a:lnTo>
                    <a:pt x="97963" y="628849"/>
                  </a:lnTo>
                  <a:lnTo>
                    <a:pt x="93625" y="630742"/>
                  </a:lnTo>
                  <a:lnTo>
                    <a:pt x="93115" y="630964"/>
                  </a:lnTo>
                  <a:lnTo>
                    <a:pt x="86431" y="633881"/>
                  </a:lnTo>
                  <a:lnTo>
                    <a:pt x="85508" y="633819"/>
                  </a:lnTo>
                  <a:lnTo>
                    <a:pt x="84803" y="633771"/>
                  </a:lnTo>
                  <a:lnTo>
                    <a:pt x="74211" y="633056"/>
                  </a:lnTo>
                  <a:lnTo>
                    <a:pt x="72612" y="632948"/>
                  </a:lnTo>
                  <a:lnTo>
                    <a:pt x="72272" y="632925"/>
                  </a:lnTo>
                  <a:lnTo>
                    <a:pt x="71834" y="632895"/>
                  </a:lnTo>
                  <a:lnTo>
                    <a:pt x="67562" y="629571"/>
                  </a:lnTo>
                  <a:lnTo>
                    <a:pt x="65457" y="629578"/>
                  </a:lnTo>
                  <a:lnTo>
                    <a:pt x="63759" y="629584"/>
                  </a:lnTo>
                  <a:lnTo>
                    <a:pt x="58553" y="629602"/>
                  </a:lnTo>
                  <a:lnTo>
                    <a:pt x="54358" y="630085"/>
                  </a:lnTo>
                  <a:lnTo>
                    <a:pt x="53919" y="630136"/>
                  </a:lnTo>
                  <a:lnTo>
                    <a:pt x="50362" y="630545"/>
                  </a:lnTo>
                  <a:lnTo>
                    <a:pt x="49705" y="630621"/>
                  </a:lnTo>
                  <a:lnTo>
                    <a:pt x="47025" y="630929"/>
                  </a:lnTo>
                  <a:lnTo>
                    <a:pt x="46857" y="630948"/>
                  </a:lnTo>
                  <a:lnTo>
                    <a:pt x="43728" y="631308"/>
                  </a:lnTo>
                  <a:lnTo>
                    <a:pt x="42918" y="631710"/>
                  </a:lnTo>
                  <a:lnTo>
                    <a:pt x="41327" y="632499"/>
                  </a:lnTo>
                  <a:lnTo>
                    <a:pt x="37259" y="634515"/>
                  </a:lnTo>
                  <a:lnTo>
                    <a:pt x="38516" y="637042"/>
                  </a:lnTo>
                  <a:lnTo>
                    <a:pt x="39489" y="638995"/>
                  </a:lnTo>
                  <a:lnTo>
                    <a:pt x="42363" y="644771"/>
                  </a:lnTo>
                  <a:lnTo>
                    <a:pt x="44180" y="653306"/>
                  </a:lnTo>
                  <a:lnTo>
                    <a:pt x="44313" y="653932"/>
                  </a:lnTo>
                  <a:lnTo>
                    <a:pt x="46876" y="665976"/>
                  </a:lnTo>
                  <a:lnTo>
                    <a:pt x="50305" y="668478"/>
                  </a:lnTo>
                  <a:lnTo>
                    <a:pt x="51783" y="669556"/>
                  </a:lnTo>
                  <a:lnTo>
                    <a:pt x="55244" y="666110"/>
                  </a:lnTo>
                  <a:lnTo>
                    <a:pt x="56051" y="666058"/>
                  </a:lnTo>
                  <a:lnTo>
                    <a:pt x="57429" y="664950"/>
                  </a:lnTo>
                  <a:lnTo>
                    <a:pt x="58029" y="664327"/>
                  </a:lnTo>
                  <a:lnTo>
                    <a:pt x="58537" y="663799"/>
                  </a:lnTo>
                  <a:lnTo>
                    <a:pt x="59366" y="662938"/>
                  </a:lnTo>
                  <a:lnTo>
                    <a:pt x="61869" y="662018"/>
                  </a:lnTo>
                  <a:lnTo>
                    <a:pt x="63649" y="661363"/>
                  </a:lnTo>
                  <a:lnTo>
                    <a:pt x="63855" y="661817"/>
                  </a:lnTo>
                  <a:lnTo>
                    <a:pt x="64614" y="664207"/>
                  </a:lnTo>
                  <a:lnTo>
                    <a:pt x="65600" y="662744"/>
                  </a:lnTo>
                  <a:lnTo>
                    <a:pt x="67103" y="662322"/>
                  </a:lnTo>
                  <a:lnTo>
                    <a:pt x="67999" y="661552"/>
                  </a:lnTo>
                  <a:lnTo>
                    <a:pt x="68891" y="660986"/>
                  </a:lnTo>
                  <a:lnTo>
                    <a:pt x="69034" y="660896"/>
                  </a:lnTo>
                  <a:lnTo>
                    <a:pt x="70518" y="659968"/>
                  </a:lnTo>
                  <a:lnTo>
                    <a:pt x="71637" y="659799"/>
                  </a:lnTo>
                  <a:lnTo>
                    <a:pt x="73502" y="659037"/>
                  </a:lnTo>
                  <a:lnTo>
                    <a:pt x="73652" y="659223"/>
                  </a:lnTo>
                  <a:lnTo>
                    <a:pt x="73994" y="659874"/>
                  </a:lnTo>
                  <a:lnTo>
                    <a:pt x="76074" y="662194"/>
                  </a:lnTo>
                  <a:lnTo>
                    <a:pt x="76778" y="661518"/>
                  </a:lnTo>
                  <a:lnTo>
                    <a:pt x="77727" y="660984"/>
                  </a:lnTo>
                  <a:lnTo>
                    <a:pt x="77898" y="659379"/>
                  </a:lnTo>
                  <a:lnTo>
                    <a:pt x="77945" y="658978"/>
                  </a:lnTo>
                  <a:lnTo>
                    <a:pt x="78039" y="658178"/>
                  </a:lnTo>
                  <a:lnTo>
                    <a:pt x="78101" y="657622"/>
                  </a:lnTo>
                  <a:lnTo>
                    <a:pt x="78162" y="657042"/>
                  </a:lnTo>
                  <a:lnTo>
                    <a:pt x="79530" y="655982"/>
                  </a:lnTo>
                  <a:lnTo>
                    <a:pt x="80061" y="655571"/>
                  </a:lnTo>
                  <a:lnTo>
                    <a:pt x="80515" y="655149"/>
                  </a:lnTo>
                  <a:lnTo>
                    <a:pt x="80608" y="654898"/>
                  </a:lnTo>
                  <a:lnTo>
                    <a:pt x="81185" y="654701"/>
                  </a:lnTo>
                  <a:lnTo>
                    <a:pt x="82544" y="654227"/>
                  </a:lnTo>
                  <a:lnTo>
                    <a:pt x="84058" y="653702"/>
                  </a:lnTo>
                  <a:lnTo>
                    <a:pt x="84241" y="653638"/>
                  </a:lnTo>
                  <a:lnTo>
                    <a:pt x="85028" y="656003"/>
                  </a:lnTo>
                  <a:lnTo>
                    <a:pt x="85301" y="656826"/>
                  </a:lnTo>
                  <a:lnTo>
                    <a:pt x="85370" y="657023"/>
                  </a:lnTo>
                  <a:lnTo>
                    <a:pt x="85460" y="657469"/>
                  </a:lnTo>
                  <a:lnTo>
                    <a:pt x="85486" y="657606"/>
                  </a:lnTo>
                  <a:lnTo>
                    <a:pt x="85540" y="657866"/>
                  </a:lnTo>
                  <a:lnTo>
                    <a:pt x="85760" y="658971"/>
                  </a:lnTo>
                  <a:lnTo>
                    <a:pt x="85992" y="662565"/>
                  </a:lnTo>
                  <a:lnTo>
                    <a:pt x="86982" y="661911"/>
                  </a:lnTo>
                  <a:lnTo>
                    <a:pt x="88179" y="661120"/>
                  </a:lnTo>
                  <a:lnTo>
                    <a:pt x="89322" y="660365"/>
                  </a:lnTo>
                  <a:lnTo>
                    <a:pt x="90378" y="660682"/>
                  </a:lnTo>
                  <a:lnTo>
                    <a:pt x="91964" y="661158"/>
                  </a:lnTo>
                  <a:lnTo>
                    <a:pt x="92965" y="659671"/>
                  </a:lnTo>
                  <a:lnTo>
                    <a:pt x="93918" y="659487"/>
                  </a:lnTo>
                  <a:lnTo>
                    <a:pt x="95009" y="659276"/>
                  </a:lnTo>
                  <a:lnTo>
                    <a:pt x="95832" y="659117"/>
                  </a:lnTo>
                  <a:lnTo>
                    <a:pt x="96391" y="659155"/>
                  </a:lnTo>
                  <a:lnTo>
                    <a:pt x="98059" y="659270"/>
                  </a:lnTo>
                  <a:lnTo>
                    <a:pt x="98987" y="658953"/>
                  </a:lnTo>
                  <a:lnTo>
                    <a:pt x="100291" y="658508"/>
                  </a:lnTo>
                  <a:lnTo>
                    <a:pt x="100874" y="658309"/>
                  </a:lnTo>
                  <a:lnTo>
                    <a:pt x="101033" y="658255"/>
                  </a:lnTo>
                  <a:lnTo>
                    <a:pt x="102026" y="657916"/>
                  </a:lnTo>
                  <a:lnTo>
                    <a:pt x="103340" y="658700"/>
                  </a:lnTo>
                  <a:lnTo>
                    <a:pt x="104414" y="658416"/>
                  </a:lnTo>
                  <a:lnTo>
                    <a:pt x="105324" y="657788"/>
                  </a:lnTo>
                  <a:lnTo>
                    <a:pt x="105715" y="660212"/>
                  </a:lnTo>
                  <a:lnTo>
                    <a:pt x="106651" y="659774"/>
                  </a:lnTo>
                  <a:lnTo>
                    <a:pt x="107483" y="659382"/>
                  </a:lnTo>
                  <a:lnTo>
                    <a:pt x="107664" y="659297"/>
                  </a:lnTo>
                  <a:lnTo>
                    <a:pt x="108558" y="658877"/>
                  </a:lnTo>
                  <a:lnTo>
                    <a:pt x="109547" y="658431"/>
                  </a:lnTo>
                  <a:lnTo>
                    <a:pt x="110603" y="658064"/>
                  </a:lnTo>
                  <a:lnTo>
                    <a:pt x="111185" y="657440"/>
                  </a:lnTo>
                  <a:lnTo>
                    <a:pt x="111672" y="656958"/>
                  </a:lnTo>
                  <a:lnTo>
                    <a:pt x="112570" y="656061"/>
                  </a:lnTo>
                  <a:lnTo>
                    <a:pt x="112819" y="655844"/>
                  </a:lnTo>
                  <a:lnTo>
                    <a:pt x="113077" y="655618"/>
                  </a:lnTo>
                  <a:lnTo>
                    <a:pt x="113398" y="655567"/>
                  </a:lnTo>
                  <a:lnTo>
                    <a:pt x="115106" y="655077"/>
                  </a:lnTo>
                  <a:lnTo>
                    <a:pt x="117090" y="652684"/>
                  </a:lnTo>
                  <a:lnTo>
                    <a:pt x="117615" y="652587"/>
                  </a:lnTo>
                  <a:lnTo>
                    <a:pt x="118874" y="651686"/>
                  </a:lnTo>
                  <a:lnTo>
                    <a:pt x="119566" y="651333"/>
                  </a:lnTo>
                  <a:lnTo>
                    <a:pt x="121104" y="650548"/>
                  </a:lnTo>
                  <a:lnTo>
                    <a:pt x="122873" y="649645"/>
                  </a:lnTo>
                  <a:lnTo>
                    <a:pt x="122408" y="648407"/>
                  </a:lnTo>
                  <a:lnTo>
                    <a:pt x="122732" y="647643"/>
                  </a:lnTo>
                  <a:lnTo>
                    <a:pt x="123126" y="647451"/>
                  </a:lnTo>
                  <a:lnTo>
                    <a:pt x="123875" y="647086"/>
                  </a:lnTo>
                  <a:lnTo>
                    <a:pt x="124231" y="646658"/>
                  </a:lnTo>
                  <a:lnTo>
                    <a:pt x="125266" y="645414"/>
                  </a:lnTo>
                  <a:lnTo>
                    <a:pt x="125753" y="645312"/>
                  </a:lnTo>
                  <a:lnTo>
                    <a:pt x="127231" y="644511"/>
                  </a:lnTo>
                  <a:lnTo>
                    <a:pt x="127732" y="644562"/>
                  </a:lnTo>
                  <a:lnTo>
                    <a:pt x="128139" y="644638"/>
                  </a:lnTo>
                  <a:lnTo>
                    <a:pt x="128452" y="644684"/>
                  </a:lnTo>
                  <a:lnTo>
                    <a:pt x="128757" y="644888"/>
                  </a:lnTo>
                  <a:lnTo>
                    <a:pt x="128978" y="644883"/>
                  </a:lnTo>
                  <a:lnTo>
                    <a:pt x="129200" y="644880"/>
                  </a:lnTo>
                  <a:lnTo>
                    <a:pt x="129411" y="644913"/>
                  </a:lnTo>
                  <a:lnTo>
                    <a:pt x="129630" y="644946"/>
                  </a:lnTo>
                  <a:lnTo>
                    <a:pt x="129767" y="644967"/>
                  </a:lnTo>
                  <a:lnTo>
                    <a:pt x="130594" y="644984"/>
                  </a:lnTo>
                  <a:lnTo>
                    <a:pt x="131219" y="645710"/>
                  </a:lnTo>
                  <a:lnTo>
                    <a:pt x="131469" y="646000"/>
                  </a:lnTo>
                  <a:lnTo>
                    <a:pt x="131629" y="646186"/>
                  </a:lnTo>
                  <a:lnTo>
                    <a:pt x="132006" y="646237"/>
                  </a:lnTo>
                  <a:lnTo>
                    <a:pt x="132268" y="646309"/>
                  </a:lnTo>
                  <a:lnTo>
                    <a:pt x="132791" y="646927"/>
                  </a:lnTo>
                  <a:lnTo>
                    <a:pt x="133332" y="647609"/>
                  </a:lnTo>
                  <a:lnTo>
                    <a:pt x="133456" y="647990"/>
                  </a:lnTo>
                  <a:lnTo>
                    <a:pt x="133674" y="648638"/>
                  </a:lnTo>
                  <a:lnTo>
                    <a:pt x="135593" y="647861"/>
                  </a:lnTo>
                  <a:lnTo>
                    <a:pt x="137224" y="647196"/>
                  </a:lnTo>
                  <a:lnTo>
                    <a:pt x="138001" y="646988"/>
                  </a:lnTo>
                  <a:lnTo>
                    <a:pt x="138822" y="646909"/>
                  </a:lnTo>
                  <a:lnTo>
                    <a:pt x="139005" y="647051"/>
                  </a:lnTo>
                  <a:lnTo>
                    <a:pt x="139588" y="647506"/>
                  </a:lnTo>
                  <a:lnTo>
                    <a:pt x="140288" y="648246"/>
                  </a:lnTo>
                  <a:lnTo>
                    <a:pt x="140945" y="647931"/>
                  </a:lnTo>
                  <a:lnTo>
                    <a:pt x="142094" y="647381"/>
                  </a:lnTo>
                  <a:lnTo>
                    <a:pt x="143531" y="646694"/>
                  </a:lnTo>
                  <a:lnTo>
                    <a:pt x="144332" y="646310"/>
                  </a:lnTo>
                  <a:lnTo>
                    <a:pt x="144511" y="646224"/>
                  </a:lnTo>
                  <a:lnTo>
                    <a:pt x="144711" y="646129"/>
                  </a:lnTo>
                  <a:lnTo>
                    <a:pt x="145510" y="645746"/>
                  </a:lnTo>
                  <a:lnTo>
                    <a:pt x="146731" y="645162"/>
                  </a:lnTo>
                  <a:lnTo>
                    <a:pt x="148248" y="644436"/>
                  </a:lnTo>
                  <a:lnTo>
                    <a:pt x="148327" y="644628"/>
                  </a:lnTo>
                  <a:lnTo>
                    <a:pt x="148636" y="645374"/>
                  </a:lnTo>
                  <a:lnTo>
                    <a:pt x="148892" y="645990"/>
                  </a:lnTo>
                  <a:lnTo>
                    <a:pt x="149224" y="646791"/>
                  </a:lnTo>
                  <a:lnTo>
                    <a:pt x="149357" y="647116"/>
                  </a:lnTo>
                  <a:lnTo>
                    <a:pt x="149461" y="647707"/>
                  </a:lnTo>
                  <a:lnTo>
                    <a:pt x="149527" y="649400"/>
                  </a:lnTo>
                  <a:lnTo>
                    <a:pt x="149630" y="649750"/>
                  </a:lnTo>
                  <a:lnTo>
                    <a:pt x="149809" y="650363"/>
                  </a:lnTo>
                  <a:lnTo>
                    <a:pt x="150034" y="651132"/>
                  </a:lnTo>
                  <a:lnTo>
                    <a:pt x="150229" y="651799"/>
                  </a:lnTo>
                  <a:lnTo>
                    <a:pt x="150315" y="652094"/>
                  </a:lnTo>
                  <a:lnTo>
                    <a:pt x="150628" y="653160"/>
                  </a:lnTo>
                  <a:lnTo>
                    <a:pt x="150667" y="653296"/>
                  </a:lnTo>
                  <a:lnTo>
                    <a:pt x="150384" y="653607"/>
                  </a:lnTo>
                  <a:lnTo>
                    <a:pt x="149648" y="653964"/>
                  </a:lnTo>
                  <a:lnTo>
                    <a:pt x="149118" y="654132"/>
                  </a:lnTo>
                  <a:lnTo>
                    <a:pt x="147486" y="655226"/>
                  </a:lnTo>
                  <a:lnTo>
                    <a:pt x="146634" y="655549"/>
                  </a:lnTo>
                  <a:lnTo>
                    <a:pt x="145759" y="655848"/>
                  </a:lnTo>
                  <a:lnTo>
                    <a:pt x="145884" y="656336"/>
                  </a:lnTo>
                  <a:lnTo>
                    <a:pt x="145982" y="656722"/>
                  </a:lnTo>
                  <a:lnTo>
                    <a:pt x="146061" y="657034"/>
                  </a:lnTo>
                  <a:lnTo>
                    <a:pt x="146205" y="657598"/>
                  </a:lnTo>
                  <a:lnTo>
                    <a:pt x="146368" y="658238"/>
                  </a:lnTo>
                  <a:lnTo>
                    <a:pt x="146869" y="660204"/>
                  </a:lnTo>
                  <a:lnTo>
                    <a:pt x="146958" y="660552"/>
                  </a:lnTo>
                  <a:lnTo>
                    <a:pt x="146982" y="661816"/>
                  </a:lnTo>
                  <a:lnTo>
                    <a:pt x="148001" y="661749"/>
                  </a:lnTo>
                  <a:lnTo>
                    <a:pt x="148383" y="661775"/>
                  </a:lnTo>
                  <a:lnTo>
                    <a:pt x="149069" y="661820"/>
                  </a:lnTo>
                  <a:lnTo>
                    <a:pt x="150138" y="661977"/>
                  </a:lnTo>
                  <a:lnTo>
                    <a:pt x="150392" y="662015"/>
                  </a:lnTo>
                  <a:lnTo>
                    <a:pt x="151057" y="661925"/>
                  </a:lnTo>
                  <a:lnTo>
                    <a:pt x="151417" y="661938"/>
                  </a:lnTo>
                  <a:lnTo>
                    <a:pt x="152220" y="661930"/>
                  </a:lnTo>
                  <a:lnTo>
                    <a:pt x="153544" y="661417"/>
                  </a:lnTo>
                  <a:lnTo>
                    <a:pt x="154663" y="660615"/>
                  </a:lnTo>
                  <a:lnTo>
                    <a:pt x="154993" y="659790"/>
                  </a:lnTo>
                  <a:lnTo>
                    <a:pt x="155083" y="659411"/>
                  </a:lnTo>
                  <a:lnTo>
                    <a:pt x="155827" y="658802"/>
                  </a:lnTo>
                  <a:lnTo>
                    <a:pt x="156848" y="658295"/>
                  </a:lnTo>
                  <a:lnTo>
                    <a:pt x="157722" y="658001"/>
                  </a:lnTo>
                  <a:lnTo>
                    <a:pt x="159548" y="657890"/>
                  </a:lnTo>
                  <a:lnTo>
                    <a:pt x="161421" y="658162"/>
                  </a:lnTo>
                  <a:lnTo>
                    <a:pt x="161662" y="658097"/>
                  </a:lnTo>
                  <a:lnTo>
                    <a:pt x="161726" y="659117"/>
                  </a:lnTo>
                  <a:lnTo>
                    <a:pt x="161813" y="660325"/>
                  </a:lnTo>
                  <a:lnTo>
                    <a:pt x="161932" y="662100"/>
                  </a:lnTo>
                  <a:lnTo>
                    <a:pt x="161942" y="662258"/>
                  </a:lnTo>
                  <a:lnTo>
                    <a:pt x="162003" y="663227"/>
                  </a:lnTo>
                  <a:lnTo>
                    <a:pt x="162029" y="663642"/>
                  </a:lnTo>
                  <a:lnTo>
                    <a:pt x="162078" y="664440"/>
                  </a:lnTo>
                  <a:lnTo>
                    <a:pt x="162290" y="665823"/>
                  </a:lnTo>
                  <a:lnTo>
                    <a:pt x="162318" y="666025"/>
                  </a:lnTo>
                  <a:lnTo>
                    <a:pt x="162372" y="666588"/>
                  </a:lnTo>
                  <a:lnTo>
                    <a:pt x="162550" y="667571"/>
                  </a:lnTo>
                  <a:lnTo>
                    <a:pt x="162639" y="668578"/>
                  </a:lnTo>
                  <a:lnTo>
                    <a:pt x="162703" y="669299"/>
                  </a:lnTo>
                  <a:lnTo>
                    <a:pt x="162820" y="669929"/>
                  </a:lnTo>
                  <a:lnTo>
                    <a:pt x="162919" y="670402"/>
                  </a:lnTo>
                  <a:lnTo>
                    <a:pt x="162935" y="670546"/>
                  </a:lnTo>
                  <a:lnTo>
                    <a:pt x="162962" y="670769"/>
                  </a:lnTo>
                  <a:lnTo>
                    <a:pt x="163068" y="671257"/>
                  </a:lnTo>
                  <a:lnTo>
                    <a:pt x="163080" y="671476"/>
                  </a:lnTo>
                  <a:lnTo>
                    <a:pt x="163843" y="671629"/>
                  </a:lnTo>
                  <a:lnTo>
                    <a:pt x="163916" y="671825"/>
                  </a:lnTo>
                  <a:lnTo>
                    <a:pt x="164133" y="672289"/>
                  </a:lnTo>
                  <a:lnTo>
                    <a:pt x="164166" y="672673"/>
                  </a:lnTo>
                  <a:lnTo>
                    <a:pt x="163885" y="672739"/>
                  </a:lnTo>
                  <a:lnTo>
                    <a:pt x="163654" y="672803"/>
                  </a:lnTo>
                  <a:lnTo>
                    <a:pt x="163201" y="673272"/>
                  </a:lnTo>
                  <a:lnTo>
                    <a:pt x="163125" y="673400"/>
                  </a:lnTo>
                  <a:lnTo>
                    <a:pt x="163018" y="673551"/>
                  </a:lnTo>
                  <a:lnTo>
                    <a:pt x="162818" y="673986"/>
                  </a:lnTo>
                  <a:lnTo>
                    <a:pt x="162707" y="674430"/>
                  </a:lnTo>
                  <a:lnTo>
                    <a:pt x="162691" y="674652"/>
                  </a:lnTo>
                  <a:lnTo>
                    <a:pt x="162737" y="674850"/>
                  </a:lnTo>
                  <a:lnTo>
                    <a:pt x="162787" y="675019"/>
                  </a:lnTo>
                  <a:lnTo>
                    <a:pt x="162823" y="675220"/>
                  </a:lnTo>
                  <a:lnTo>
                    <a:pt x="162796" y="675350"/>
                  </a:lnTo>
                  <a:lnTo>
                    <a:pt x="163713" y="676162"/>
                  </a:lnTo>
                  <a:lnTo>
                    <a:pt x="164096" y="676541"/>
                  </a:lnTo>
                  <a:lnTo>
                    <a:pt x="164482" y="676931"/>
                  </a:lnTo>
                  <a:lnTo>
                    <a:pt x="164693" y="677044"/>
                  </a:lnTo>
                  <a:lnTo>
                    <a:pt x="164910" y="677279"/>
                  </a:lnTo>
                  <a:lnTo>
                    <a:pt x="165024" y="677453"/>
                  </a:lnTo>
                  <a:lnTo>
                    <a:pt x="165108" y="677635"/>
                  </a:lnTo>
                  <a:lnTo>
                    <a:pt x="165278" y="677948"/>
                  </a:lnTo>
                  <a:lnTo>
                    <a:pt x="165440" y="678220"/>
                  </a:lnTo>
                  <a:lnTo>
                    <a:pt x="165497" y="678360"/>
                  </a:lnTo>
                  <a:lnTo>
                    <a:pt x="165757" y="678961"/>
                  </a:lnTo>
                  <a:lnTo>
                    <a:pt x="165961" y="679518"/>
                  </a:lnTo>
                  <a:lnTo>
                    <a:pt x="166457" y="679429"/>
                  </a:lnTo>
                  <a:lnTo>
                    <a:pt x="166950" y="679446"/>
                  </a:lnTo>
                  <a:lnTo>
                    <a:pt x="167265" y="679397"/>
                  </a:lnTo>
                  <a:lnTo>
                    <a:pt x="167436" y="679370"/>
                  </a:lnTo>
                  <a:lnTo>
                    <a:pt x="167679" y="679332"/>
                  </a:lnTo>
                  <a:lnTo>
                    <a:pt x="168100" y="679315"/>
                  </a:lnTo>
                  <a:lnTo>
                    <a:pt x="168314" y="679400"/>
                  </a:lnTo>
                  <a:lnTo>
                    <a:pt x="168511" y="679478"/>
                  </a:lnTo>
                  <a:lnTo>
                    <a:pt x="168766" y="679579"/>
                  </a:lnTo>
                  <a:lnTo>
                    <a:pt x="169057" y="679694"/>
                  </a:lnTo>
                  <a:lnTo>
                    <a:pt x="168994" y="679860"/>
                  </a:lnTo>
                  <a:lnTo>
                    <a:pt x="167758" y="682721"/>
                  </a:lnTo>
                  <a:lnTo>
                    <a:pt x="167371" y="682794"/>
                  </a:lnTo>
                  <a:lnTo>
                    <a:pt x="166685" y="683324"/>
                  </a:lnTo>
                  <a:lnTo>
                    <a:pt x="168192" y="685738"/>
                  </a:lnTo>
                  <a:lnTo>
                    <a:pt x="168896" y="686114"/>
                  </a:lnTo>
                  <a:lnTo>
                    <a:pt x="169827" y="686607"/>
                  </a:lnTo>
                  <a:lnTo>
                    <a:pt x="171188" y="686723"/>
                  </a:lnTo>
                  <a:lnTo>
                    <a:pt x="171107" y="686985"/>
                  </a:lnTo>
                  <a:lnTo>
                    <a:pt x="170713" y="688249"/>
                  </a:lnTo>
                  <a:lnTo>
                    <a:pt x="170569" y="688717"/>
                  </a:lnTo>
                  <a:lnTo>
                    <a:pt x="168225" y="687489"/>
                  </a:lnTo>
                  <a:lnTo>
                    <a:pt x="166461" y="687531"/>
                  </a:lnTo>
                  <a:lnTo>
                    <a:pt x="166320" y="687596"/>
                  </a:lnTo>
                  <a:lnTo>
                    <a:pt x="165648" y="688334"/>
                  </a:lnTo>
                  <a:lnTo>
                    <a:pt x="162052" y="695073"/>
                  </a:lnTo>
                  <a:lnTo>
                    <a:pt x="163893" y="695863"/>
                  </a:lnTo>
                  <a:lnTo>
                    <a:pt x="164077" y="696001"/>
                  </a:lnTo>
                  <a:lnTo>
                    <a:pt x="164274" y="696155"/>
                  </a:lnTo>
                  <a:lnTo>
                    <a:pt x="164109" y="696368"/>
                  </a:lnTo>
                  <a:lnTo>
                    <a:pt x="163971" y="696549"/>
                  </a:lnTo>
                  <a:lnTo>
                    <a:pt x="163771" y="696807"/>
                  </a:lnTo>
                  <a:lnTo>
                    <a:pt x="163497" y="696603"/>
                  </a:lnTo>
                  <a:lnTo>
                    <a:pt x="163188" y="696366"/>
                  </a:lnTo>
                  <a:lnTo>
                    <a:pt x="163035" y="696245"/>
                  </a:lnTo>
                  <a:lnTo>
                    <a:pt x="162786" y="702675"/>
                  </a:lnTo>
                  <a:lnTo>
                    <a:pt x="162891" y="702826"/>
                  </a:lnTo>
                  <a:lnTo>
                    <a:pt x="163177" y="702874"/>
                  </a:lnTo>
                  <a:lnTo>
                    <a:pt x="166870" y="705791"/>
                  </a:lnTo>
                  <a:lnTo>
                    <a:pt x="167017" y="706053"/>
                  </a:lnTo>
                  <a:lnTo>
                    <a:pt x="167388" y="706710"/>
                  </a:lnTo>
                  <a:lnTo>
                    <a:pt x="167931" y="707513"/>
                  </a:lnTo>
                  <a:lnTo>
                    <a:pt x="168046" y="707683"/>
                  </a:lnTo>
                  <a:lnTo>
                    <a:pt x="168533" y="707952"/>
                  </a:lnTo>
                  <a:lnTo>
                    <a:pt x="168814" y="708119"/>
                  </a:lnTo>
                  <a:lnTo>
                    <a:pt x="169236" y="708164"/>
                  </a:lnTo>
                  <a:lnTo>
                    <a:pt x="170939" y="707222"/>
                  </a:lnTo>
                  <a:lnTo>
                    <a:pt x="172752" y="706214"/>
                  </a:lnTo>
                  <a:lnTo>
                    <a:pt x="174387" y="706321"/>
                  </a:lnTo>
                  <a:lnTo>
                    <a:pt x="175739" y="706408"/>
                  </a:lnTo>
                  <a:lnTo>
                    <a:pt x="175968" y="706424"/>
                  </a:lnTo>
                  <a:lnTo>
                    <a:pt x="177130" y="706499"/>
                  </a:lnTo>
                  <a:lnTo>
                    <a:pt x="180297" y="706706"/>
                  </a:lnTo>
                  <a:lnTo>
                    <a:pt x="180660" y="706728"/>
                  </a:lnTo>
                  <a:lnTo>
                    <a:pt x="180940" y="706745"/>
                  </a:lnTo>
                  <a:lnTo>
                    <a:pt x="181303" y="707220"/>
                  </a:lnTo>
                  <a:lnTo>
                    <a:pt x="182180" y="708372"/>
                  </a:lnTo>
                  <a:lnTo>
                    <a:pt x="182787" y="709170"/>
                  </a:lnTo>
                  <a:lnTo>
                    <a:pt x="183306" y="709851"/>
                  </a:lnTo>
                  <a:lnTo>
                    <a:pt x="184263" y="711113"/>
                  </a:lnTo>
                  <a:lnTo>
                    <a:pt x="184448" y="711357"/>
                  </a:lnTo>
                  <a:lnTo>
                    <a:pt x="184821" y="711847"/>
                  </a:lnTo>
                  <a:lnTo>
                    <a:pt x="185723" y="713031"/>
                  </a:lnTo>
                  <a:lnTo>
                    <a:pt x="186035" y="716297"/>
                  </a:lnTo>
                  <a:lnTo>
                    <a:pt x="185940" y="716988"/>
                  </a:lnTo>
                  <a:lnTo>
                    <a:pt x="184318" y="717371"/>
                  </a:lnTo>
                  <a:lnTo>
                    <a:pt x="184103" y="717713"/>
                  </a:lnTo>
                  <a:lnTo>
                    <a:pt x="182799" y="719771"/>
                  </a:lnTo>
                  <a:lnTo>
                    <a:pt x="182219" y="720685"/>
                  </a:lnTo>
                  <a:lnTo>
                    <a:pt x="184014" y="722269"/>
                  </a:lnTo>
                  <a:lnTo>
                    <a:pt x="187653" y="725491"/>
                  </a:lnTo>
                  <a:lnTo>
                    <a:pt x="186548" y="728263"/>
                  </a:lnTo>
                  <a:lnTo>
                    <a:pt x="186517" y="728572"/>
                  </a:lnTo>
                  <a:lnTo>
                    <a:pt x="186246" y="731785"/>
                  </a:lnTo>
                  <a:lnTo>
                    <a:pt x="186159" y="732693"/>
                  </a:lnTo>
                  <a:lnTo>
                    <a:pt x="185945" y="735031"/>
                  </a:lnTo>
                  <a:lnTo>
                    <a:pt x="185726" y="737488"/>
                  </a:lnTo>
                  <a:lnTo>
                    <a:pt x="185687" y="737763"/>
                  </a:lnTo>
                  <a:lnTo>
                    <a:pt x="185608" y="738354"/>
                  </a:lnTo>
                  <a:lnTo>
                    <a:pt x="185411" y="739839"/>
                  </a:lnTo>
                  <a:lnTo>
                    <a:pt x="185351" y="740295"/>
                  </a:lnTo>
                  <a:lnTo>
                    <a:pt x="185722" y="742037"/>
                  </a:lnTo>
                  <a:lnTo>
                    <a:pt x="186016" y="743413"/>
                  </a:lnTo>
                  <a:lnTo>
                    <a:pt x="187536" y="744012"/>
                  </a:lnTo>
                  <a:lnTo>
                    <a:pt x="189329" y="744713"/>
                  </a:lnTo>
                  <a:lnTo>
                    <a:pt x="190310" y="745102"/>
                  </a:lnTo>
                  <a:lnTo>
                    <a:pt x="179958" y="747998"/>
                  </a:lnTo>
                  <a:lnTo>
                    <a:pt x="176135" y="749067"/>
                  </a:lnTo>
                  <a:lnTo>
                    <a:pt x="175776" y="749167"/>
                  </a:lnTo>
                  <a:lnTo>
                    <a:pt x="170647" y="750598"/>
                  </a:lnTo>
                  <a:lnTo>
                    <a:pt x="161003" y="753237"/>
                  </a:lnTo>
                  <a:lnTo>
                    <a:pt x="160685" y="753288"/>
                  </a:lnTo>
                  <a:lnTo>
                    <a:pt x="160540" y="753283"/>
                  </a:lnTo>
                  <a:lnTo>
                    <a:pt x="160389" y="753285"/>
                  </a:lnTo>
                  <a:lnTo>
                    <a:pt x="159372" y="753156"/>
                  </a:lnTo>
                  <a:lnTo>
                    <a:pt x="159193" y="753156"/>
                  </a:lnTo>
                  <a:lnTo>
                    <a:pt x="158881" y="753191"/>
                  </a:lnTo>
                  <a:lnTo>
                    <a:pt x="158423" y="753235"/>
                  </a:lnTo>
                  <a:lnTo>
                    <a:pt x="158168" y="753349"/>
                  </a:lnTo>
                  <a:lnTo>
                    <a:pt x="157893" y="753341"/>
                  </a:lnTo>
                  <a:lnTo>
                    <a:pt x="157494" y="753110"/>
                  </a:lnTo>
                  <a:lnTo>
                    <a:pt x="157255" y="753072"/>
                  </a:lnTo>
                  <a:lnTo>
                    <a:pt x="156906" y="753107"/>
                  </a:lnTo>
                  <a:lnTo>
                    <a:pt x="156713" y="753143"/>
                  </a:lnTo>
                  <a:lnTo>
                    <a:pt x="156448" y="753196"/>
                  </a:lnTo>
                  <a:lnTo>
                    <a:pt x="156127" y="753255"/>
                  </a:lnTo>
                  <a:lnTo>
                    <a:pt x="155720" y="753329"/>
                  </a:lnTo>
                  <a:lnTo>
                    <a:pt x="155491" y="753367"/>
                  </a:lnTo>
                  <a:lnTo>
                    <a:pt x="155359" y="753369"/>
                  </a:lnTo>
                  <a:lnTo>
                    <a:pt x="155031" y="753273"/>
                  </a:lnTo>
                  <a:lnTo>
                    <a:pt x="154740" y="753151"/>
                  </a:lnTo>
                  <a:lnTo>
                    <a:pt x="154361" y="752983"/>
                  </a:lnTo>
                  <a:lnTo>
                    <a:pt x="154173" y="752871"/>
                  </a:lnTo>
                  <a:lnTo>
                    <a:pt x="154323" y="752433"/>
                  </a:lnTo>
                  <a:lnTo>
                    <a:pt x="154165" y="752105"/>
                  </a:lnTo>
                  <a:lnTo>
                    <a:pt x="153957" y="752013"/>
                  </a:lnTo>
                  <a:lnTo>
                    <a:pt x="153646" y="751858"/>
                  </a:lnTo>
                  <a:lnTo>
                    <a:pt x="153402" y="751754"/>
                  </a:lnTo>
                  <a:lnTo>
                    <a:pt x="153275" y="751629"/>
                  </a:lnTo>
                  <a:lnTo>
                    <a:pt x="153137" y="751575"/>
                  </a:lnTo>
                  <a:lnTo>
                    <a:pt x="152771" y="751580"/>
                  </a:lnTo>
                  <a:lnTo>
                    <a:pt x="152117" y="751573"/>
                  </a:lnTo>
                  <a:lnTo>
                    <a:pt x="150823" y="753217"/>
                  </a:lnTo>
                  <a:lnTo>
                    <a:pt x="150084" y="754156"/>
                  </a:lnTo>
                  <a:lnTo>
                    <a:pt x="149315" y="755021"/>
                  </a:lnTo>
                  <a:lnTo>
                    <a:pt x="148440" y="755060"/>
                  </a:lnTo>
                  <a:lnTo>
                    <a:pt x="139957" y="755433"/>
                  </a:lnTo>
                  <a:lnTo>
                    <a:pt x="130541" y="763115"/>
                  </a:lnTo>
                  <a:lnTo>
                    <a:pt x="130607" y="763260"/>
                  </a:lnTo>
                  <a:lnTo>
                    <a:pt x="137170" y="777881"/>
                  </a:lnTo>
                  <a:lnTo>
                    <a:pt x="141239" y="777752"/>
                  </a:lnTo>
                  <a:lnTo>
                    <a:pt x="141371" y="777948"/>
                  </a:lnTo>
                  <a:lnTo>
                    <a:pt x="143692" y="781413"/>
                  </a:lnTo>
                  <a:lnTo>
                    <a:pt x="144399" y="782464"/>
                  </a:lnTo>
                  <a:lnTo>
                    <a:pt x="145069" y="783463"/>
                  </a:lnTo>
                  <a:lnTo>
                    <a:pt x="145539" y="784164"/>
                  </a:lnTo>
                  <a:lnTo>
                    <a:pt x="146613" y="785764"/>
                  </a:lnTo>
                  <a:lnTo>
                    <a:pt x="147603" y="787380"/>
                  </a:lnTo>
                  <a:lnTo>
                    <a:pt x="147877" y="787604"/>
                  </a:lnTo>
                  <a:lnTo>
                    <a:pt x="148025" y="787973"/>
                  </a:lnTo>
                  <a:lnTo>
                    <a:pt x="148743" y="788978"/>
                  </a:lnTo>
                  <a:lnTo>
                    <a:pt x="149125" y="789513"/>
                  </a:lnTo>
                  <a:lnTo>
                    <a:pt x="151374" y="793332"/>
                  </a:lnTo>
                  <a:lnTo>
                    <a:pt x="152249" y="794818"/>
                  </a:lnTo>
                  <a:lnTo>
                    <a:pt x="152623" y="795454"/>
                  </a:lnTo>
                  <a:lnTo>
                    <a:pt x="152657" y="795589"/>
                  </a:lnTo>
                  <a:lnTo>
                    <a:pt x="153611" y="799457"/>
                  </a:lnTo>
                  <a:lnTo>
                    <a:pt x="153746" y="800001"/>
                  </a:lnTo>
                  <a:lnTo>
                    <a:pt x="153863" y="800475"/>
                  </a:lnTo>
                  <a:lnTo>
                    <a:pt x="153898" y="800620"/>
                  </a:lnTo>
                  <a:lnTo>
                    <a:pt x="154008" y="801083"/>
                  </a:lnTo>
                  <a:lnTo>
                    <a:pt x="154153" y="801332"/>
                  </a:lnTo>
                  <a:lnTo>
                    <a:pt x="154418" y="801498"/>
                  </a:lnTo>
                  <a:lnTo>
                    <a:pt x="154621" y="801604"/>
                  </a:lnTo>
                  <a:lnTo>
                    <a:pt x="154883" y="801747"/>
                  </a:lnTo>
                  <a:lnTo>
                    <a:pt x="155206" y="801979"/>
                  </a:lnTo>
                  <a:lnTo>
                    <a:pt x="155364" y="802172"/>
                  </a:lnTo>
                  <a:lnTo>
                    <a:pt x="155652" y="802289"/>
                  </a:lnTo>
                  <a:lnTo>
                    <a:pt x="155621" y="802505"/>
                  </a:lnTo>
                  <a:lnTo>
                    <a:pt x="155764" y="802602"/>
                  </a:lnTo>
                  <a:lnTo>
                    <a:pt x="155902" y="802598"/>
                  </a:lnTo>
                  <a:lnTo>
                    <a:pt x="156406" y="803041"/>
                  </a:lnTo>
                  <a:lnTo>
                    <a:pt x="156467" y="803302"/>
                  </a:lnTo>
                  <a:lnTo>
                    <a:pt x="156902" y="803644"/>
                  </a:lnTo>
                  <a:lnTo>
                    <a:pt x="156654" y="804082"/>
                  </a:lnTo>
                  <a:lnTo>
                    <a:pt x="156888" y="804301"/>
                  </a:lnTo>
                  <a:lnTo>
                    <a:pt x="157135" y="804669"/>
                  </a:lnTo>
                  <a:lnTo>
                    <a:pt x="157206" y="804885"/>
                  </a:lnTo>
                  <a:lnTo>
                    <a:pt x="157107" y="805166"/>
                  </a:lnTo>
                  <a:lnTo>
                    <a:pt x="157374" y="805202"/>
                  </a:lnTo>
                  <a:lnTo>
                    <a:pt x="158141" y="804974"/>
                  </a:lnTo>
                  <a:lnTo>
                    <a:pt x="158383" y="804834"/>
                  </a:lnTo>
                  <a:lnTo>
                    <a:pt x="158888" y="804781"/>
                  </a:lnTo>
                  <a:lnTo>
                    <a:pt x="159293" y="804703"/>
                  </a:lnTo>
                  <a:lnTo>
                    <a:pt x="159711" y="804811"/>
                  </a:lnTo>
                  <a:lnTo>
                    <a:pt x="159899" y="805053"/>
                  </a:lnTo>
                  <a:lnTo>
                    <a:pt x="160275" y="804980"/>
                  </a:lnTo>
                  <a:lnTo>
                    <a:pt x="160422" y="804953"/>
                  </a:lnTo>
                  <a:lnTo>
                    <a:pt x="160953" y="804857"/>
                  </a:lnTo>
                  <a:lnTo>
                    <a:pt x="161278" y="804798"/>
                  </a:lnTo>
                  <a:lnTo>
                    <a:pt x="161733" y="804663"/>
                  </a:lnTo>
                  <a:lnTo>
                    <a:pt x="162011" y="804554"/>
                  </a:lnTo>
                  <a:lnTo>
                    <a:pt x="162199" y="804531"/>
                  </a:lnTo>
                  <a:lnTo>
                    <a:pt x="162703" y="804490"/>
                  </a:lnTo>
                  <a:lnTo>
                    <a:pt x="163507" y="805973"/>
                  </a:lnTo>
                  <a:lnTo>
                    <a:pt x="163662" y="805945"/>
                  </a:lnTo>
                  <a:lnTo>
                    <a:pt x="163991" y="805881"/>
                  </a:lnTo>
                  <a:lnTo>
                    <a:pt x="164354" y="805808"/>
                  </a:lnTo>
                  <a:lnTo>
                    <a:pt x="164767" y="805725"/>
                  </a:lnTo>
                  <a:lnTo>
                    <a:pt x="165179" y="805640"/>
                  </a:lnTo>
                  <a:lnTo>
                    <a:pt x="165531" y="805571"/>
                  </a:lnTo>
                  <a:lnTo>
                    <a:pt x="165841" y="805512"/>
                  </a:lnTo>
                  <a:lnTo>
                    <a:pt x="166119" y="805454"/>
                  </a:lnTo>
                  <a:lnTo>
                    <a:pt x="166199" y="806317"/>
                  </a:lnTo>
                  <a:lnTo>
                    <a:pt x="166312" y="806705"/>
                  </a:lnTo>
                  <a:lnTo>
                    <a:pt x="166745" y="806874"/>
                  </a:lnTo>
                  <a:lnTo>
                    <a:pt x="167448" y="808345"/>
                  </a:lnTo>
                  <a:lnTo>
                    <a:pt x="167616" y="808864"/>
                  </a:lnTo>
                  <a:lnTo>
                    <a:pt x="167680" y="809154"/>
                  </a:lnTo>
                  <a:lnTo>
                    <a:pt x="167710" y="809281"/>
                  </a:lnTo>
                  <a:lnTo>
                    <a:pt x="167784" y="809546"/>
                  </a:lnTo>
                  <a:lnTo>
                    <a:pt x="168013" y="810185"/>
                  </a:lnTo>
                  <a:lnTo>
                    <a:pt x="168140" y="810396"/>
                  </a:lnTo>
                  <a:lnTo>
                    <a:pt x="168484" y="810605"/>
                  </a:lnTo>
                  <a:lnTo>
                    <a:pt x="168558" y="810737"/>
                  </a:lnTo>
                  <a:lnTo>
                    <a:pt x="168611" y="810994"/>
                  </a:lnTo>
                  <a:lnTo>
                    <a:pt x="168604" y="811215"/>
                  </a:lnTo>
                  <a:lnTo>
                    <a:pt x="168571" y="811432"/>
                  </a:lnTo>
                  <a:lnTo>
                    <a:pt x="168535" y="811656"/>
                  </a:lnTo>
                  <a:lnTo>
                    <a:pt x="168448" y="811910"/>
                  </a:lnTo>
                  <a:lnTo>
                    <a:pt x="168242" y="812129"/>
                  </a:lnTo>
                  <a:lnTo>
                    <a:pt x="168018" y="812465"/>
                  </a:lnTo>
                  <a:lnTo>
                    <a:pt x="167955" y="812651"/>
                  </a:lnTo>
                  <a:lnTo>
                    <a:pt x="167784" y="812923"/>
                  </a:lnTo>
                  <a:lnTo>
                    <a:pt x="167718" y="813228"/>
                  </a:lnTo>
                  <a:lnTo>
                    <a:pt x="167655" y="813528"/>
                  </a:lnTo>
                  <a:lnTo>
                    <a:pt x="167614" y="813826"/>
                  </a:lnTo>
                  <a:lnTo>
                    <a:pt x="167525" y="814147"/>
                  </a:lnTo>
                  <a:lnTo>
                    <a:pt x="167494" y="814325"/>
                  </a:lnTo>
                  <a:lnTo>
                    <a:pt x="167431" y="814549"/>
                  </a:lnTo>
                  <a:lnTo>
                    <a:pt x="167461" y="814760"/>
                  </a:lnTo>
                  <a:lnTo>
                    <a:pt x="167489" y="814943"/>
                  </a:lnTo>
                  <a:lnTo>
                    <a:pt x="167474" y="815091"/>
                  </a:lnTo>
                  <a:lnTo>
                    <a:pt x="167497" y="815450"/>
                  </a:lnTo>
                  <a:lnTo>
                    <a:pt x="167349" y="816508"/>
                  </a:lnTo>
                  <a:lnTo>
                    <a:pt x="166499" y="815384"/>
                  </a:lnTo>
                  <a:lnTo>
                    <a:pt x="165641" y="817395"/>
                  </a:lnTo>
                  <a:lnTo>
                    <a:pt x="165512" y="817719"/>
                  </a:lnTo>
                  <a:lnTo>
                    <a:pt x="165382" y="817981"/>
                  </a:lnTo>
                  <a:lnTo>
                    <a:pt x="165199" y="818389"/>
                  </a:lnTo>
                  <a:lnTo>
                    <a:pt x="165036" y="818582"/>
                  </a:lnTo>
                  <a:lnTo>
                    <a:pt x="164919" y="818933"/>
                  </a:lnTo>
                  <a:lnTo>
                    <a:pt x="164881" y="819134"/>
                  </a:lnTo>
                  <a:lnTo>
                    <a:pt x="164855" y="819271"/>
                  </a:lnTo>
                  <a:lnTo>
                    <a:pt x="164845" y="819490"/>
                  </a:lnTo>
                  <a:lnTo>
                    <a:pt x="164746" y="819694"/>
                  </a:lnTo>
                  <a:lnTo>
                    <a:pt x="164853" y="819890"/>
                  </a:lnTo>
                  <a:lnTo>
                    <a:pt x="164960" y="820040"/>
                  </a:lnTo>
                  <a:lnTo>
                    <a:pt x="165016" y="820386"/>
                  </a:lnTo>
                  <a:lnTo>
                    <a:pt x="165031" y="820702"/>
                  </a:lnTo>
                  <a:lnTo>
                    <a:pt x="164894" y="820847"/>
                  </a:lnTo>
                  <a:lnTo>
                    <a:pt x="164754" y="820900"/>
                  </a:lnTo>
                  <a:lnTo>
                    <a:pt x="164603" y="820959"/>
                  </a:lnTo>
                  <a:lnTo>
                    <a:pt x="164033" y="820757"/>
                  </a:lnTo>
                  <a:lnTo>
                    <a:pt x="163761" y="820620"/>
                  </a:lnTo>
                  <a:lnTo>
                    <a:pt x="163519" y="820343"/>
                  </a:lnTo>
                  <a:lnTo>
                    <a:pt x="163408" y="820213"/>
                  </a:lnTo>
                  <a:lnTo>
                    <a:pt x="162863" y="820310"/>
                  </a:lnTo>
                  <a:lnTo>
                    <a:pt x="162759" y="820801"/>
                  </a:lnTo>
                  <a:lnTo>
                    <a:pt x="162832" y="820933"/>
                  </a:lnTo>
                  <a:lnTo>
                    <a:pt x="163023" y="821381"/>
                  </a:lnTo>
                  <a:lnTo>
                    <a:pt x="163120" y="821735"/>
                  </a:lnTo>
                  <a:lnTo>
                    <a:pt x="163209" y="822009"/>
                  </a:lnTo>
                  <a:lnTo>
                    <a:pt x="163173" y="822233"/>
                  </a:lnTo>
                  <a:lnTo>
                    <a:pt x="163334" y="822630"/>
                  </a:lnTo>
                  <a:lnTo>
                    <a:pt x="163362" y="822951"/>
                  </a:lnTo>
                  <a:lnTo>
                    <a:pt x="163368" y="823344"/>
                  </a:lnTo>
                  <a:lnTo>
                    <a:pt x="163372" y="823506"/>
                  </a:lnTo>
                  <a:lnTo>
                    <a:pt x="163329" y="823752"/>
                  </a:lnTo>
                  <a:lnTo>
                    <a:pt x="163346" y="824012"/>
                  </a:lnTo>
                  <a:lnTo>
                    <a:pt x="163341" y="824249"/>
                  </a:lnTo>
                  <a:lnTo>
                    <a:pt x="163299" y="824610"/>
                  </a:lnTo>
                  <a:lnTo>
                    <a:pt x="162952" y="826182"/>
                  </a:lnTo>
                  <a:lnTo>
                    <a:pt x="162925" y="826310"/>
                  </a:lnTo>
                  <a:lnTo>
                    <a:pt x="162535" y="826516"/>
                  </a:lnTo>
                  <a:lnTo>
                    <a:pt x="161659" y="828895"/>
                  </a:lnTo>
                  <a:lnTo>
                    <a:pt x="160519" y="831975"/>
                  </a:lnTo>
                  <a:lnTo>
                    <a:pt x="159549" y="834653"/>
                  </a:lnTo>
                  <a:lnTo>
                    <a:pt x="158365" y="837959"/>
                  </a:lnTo>
                  <a:lnTo>
                    <a:pt x="159290" y="839790"/>
                  </a:lnTo>
                  <a:lnTo>
                    <a:pt x="159549" y="840307"/>
                  </a:lnTo>
                  <a:lnTo>
                    <a:pt x="159974" y="841152"/>
                  </a:lnTo>
                  <a:lnTo>
                    <a:pt x="159628" y="841943"/>
                  </a:lnTo>
                  <a:lnTo>
                    <a:pt x="159277" y="842745"/>
                  </a:lnTo>
                  <a:lnTo>
                    <a:pt x="159040" y="843284"/>
                  </a:lnTo>
                  <a:lnTo>
                    <a:pt x="158536" y="844427"/>
                  </a:lnTo>
                  <a:lnTo>
                    <a:pt x="158264" y="845050"/>
                  </a:lnTo>
                  <a:lnTo>
                    <a:pt x="157903" y="845872"/>
                  </a:lnTo>
                  <a:lnTo>
                    <a:pt x="157653" y="846445"/>
                  </a:lnTo>
                  <a:lnTo>
                    <a:pt x="157465" y="846872"/>
                  </a:lnTo>
                  <a:lnTo>
                    <a:pt x="152770" y="852585"/>
                  </a:lnTo>
                  <a:lnTo>
                    <a:pt x="151310" y="854363"/>
                  </a:lnTo>
                  <a:lnTo>
                    <a:pt x="148816" y="856351"/>
                  </a:lnTo>
                  <a:lnTo>
                    <a:pt x="146452" y="858223"/>
                  </a:lnTo>
                  <a:lnTo>
                    <a:pt x="145966" y="858544"/>
                  </a:lnTo>
                  <a:lnTo>
                    <a:pt x="145295" y="858788"/>
                  </a:lnTo>
                  <a:lnTo>
                    <a:pt x="144086" y="859229"/>
                  </a:lnTo>
                  <a:lnTo>
                    <a:pt x="143610" y="859447"/>
                  </a:lnTo>
                  <a:lnTo>
                    <a:pt x="143348" y="859544"/>
                  </a:lnTo>
                  <a:lnTo>
                    <a:pt x="143032" y="859659"/>
                  </a:lnTo>
                  <a:lnTo>
                    <a:pt x="141386" y="860267"/>
                  </a:lnTo>
                  <a:lnTo>
                    <a:pt x="140684" y="860506"/>
                  </a:lnTo>
                  <a:lnTo>
                    <a:pt x="140131" y="860690"/>
                  </a:lnTo>
                  <a:lnTo>
                    <a:pt x="140447" y="860914"/>
                  </a:lnTo>
                  <a:lnTo>
                    <a:pt x="140978" y="861291"/>
                  </a:lnTo>
                  <a:lnTo>
                    <a:pt x="141760" y="861846"/>
                  </a:lnTo>
                  <a:lnTo>
                    <a:pt x="142380" y="862283"/>
                  </a:lnTo>
                  <a:lnTo>
                    <a:pt x="143167" y="862843"/>
                  </a:lnTo>
                  <a:lnTo>
                    <a:pt x="143940" y="863393"/>
                  </a:lnTo>
                  <a:lnTo>
                    <a:pt x="144523" y="863805"/>
                  </a:lnTo>
                  <a:lnTo>
                    <a:pt x="145714" y="864377"/>
                  </a:lnTo>
                  <a:lnTo>
                    <a:pt x="146368" y="864688"/>
                  </a:lnTo>
                  <a:lnTo>
                    <a:pt x="147472" y="865220"/>
                  </a:lnTo>
                  <a:lnTo>
                    <a:pt x="148597" y="865759"/>
                  </a:lnTo>
                  <a:lnTo>
                    <a:pt x="149627" y="866250"/>
                  </a:lnTo>
                  <a:lnTo>
                    <a:pt x="150772" y="866800"/>
                  </a:lnTo>
                  <a:lnTo>
                    <a:pt x="151546" y="867171"/>
                  </a:lnTo>
                  <a:lnTo>
                    <a:pt x="152508" y="867634"/>
                  </a:lnTo>
                  <a:lnTo>
                    <a:pt x="152925" y="867836"/>
                  </a:lnTo>
                  <a:lnTo>
                    <a:pt x="153589" y="868154"/>
                  </a:lnTo>
                  <a:lnTo>
                    <a:pt x="154686" y="868678"/>
                  </a:lnTo>
                  <a:lnTo>
                    <a:pt x="155762" y="869194"/>
                  </a:lnTo>
                  <a:lnTo>
                    <a:pt x="156961" y="869769"/>
                  </a:lnTo>
                  <a:lnTo>
                    <a:pt x="158635" y="870571"/>
                  </a:lnTo>
                  <a:lnTo>
                    <a:pt x="159159" y="870822"/>
                  </a:lnTo>
                  <a:lnTo>
                    <a:pt x="159762" y="871115"/>
                  </a:lnTo>
                  <a:lnTo>
                    <a:pt x="160579" y="871359"/>
                  </a:lnTo>
                  <a:lnTo>
                    <a:pt x="161648" y="871873"/>
                  </a:lnTo>
                  <a:lnTo>
                    <a:pt x="162663" y="872362"/>
                  </a:lnTo>
                  <a:lnTo>
                    <a:pt x="164365" y="873179"/>
                  </a:lnTo>
                  <a:lnTo>
                    <a:pt x="164979" y="873474"/>
                  </a:lnTo>
                  <a:lnTo>
                    <a:pt x="165940" y="873937"/>
                  </a:lnTo>
                  <a:lnTo>
                    <a:pt x="167050" y="874471"/>
                  </a:lnTo>
                  <a:lnTo>
                    <a:pt x="167599" y="874736"/>
                  </a:lnTo>
                  <a:lnTo>
                    <a:pt x="168678" y="875258"/>
                  </a:lnTo>
                  <a:lnTo>
                    <a:pt x="169905" y="875848"/>
                  </a:lnTo>
                  <a:lnTo>
                    <a:pt x="170854" y="876304"/>
                  </a:lnTo>
                  <a:lnTo>
                    <a:pt x="171851" y="876784"/>
                  </a:lnTo>
                  <a:lnTo>
                    <a:pt x="172767" y="877227"/>
                  </a:lnTo>
                  <a:lnTo>
                    <a:pt x="173325" y="877492"/>
                  </a:lnTo>
                  <a:lnTo>
                    <a:pt x="174055" y="877846"/>
                  </a:lnTo>
                  <a:lnTo>
                    <a:pt x="175253" y="878423"/>
                  </a:lnTo>
                  <a:lnTo>
                    <a:pt x="176431" y="878991"/>
                  </a:lnTo>
                  <a:lnTo>
                    <a:pt x="177498" y="879499"/>
                  </a:lnTo>
                  <a:lnTo>
                    <a:pt x="177953" y="879726"/>
                  </a:lnTo>
                  <a:lnTo>
                    <a:pt x="178490" y="880021"/>
                  </a:lnTo>
                  <a:lnTo>
                    <a:pt x="179192" y="880408"/>
                  </a:lnTo>
                  <a:lnTo>
                    <a:pt x="180141" y="880932"/>
                  </a:lnTo>
                  <a:lnTo>
                    <a:pt x="180750" y="881263"/>
                  </a:lnTo>
                  <a:lnTo>
                    <a:pt x="181320" y="881578"/>
                  </a:lnTo>
                  <a:lnTo>
                    <a:pt x="181900" y="881902"/>
                  </a:lnTo>
                  <a:lnTo>
                    <a:pt x="182475" y="882215"/>
                  </a:lnTo>
                  <a:lnTo>
                    <a:pt x="182882" y="882438"/>
                  </a:lnTo>
                  <a:lnTo>
                    <a:pt x="183373" y="882711"/>
                  </a:lnTo>
                  <a:lnTo>
                    <a:pt x="183686" y="882884"/>
                  </a:lnTo>
                  <a:lnTo>
                    <a:pt x="183920" y="883011"/>
                  </a:lnTo>
                  <a:lnTo>
                    <a:pt x="184253" y="883197"/>
                  </a:lnTo>
                  <a:lnTo>
                    <a:pt x="184485" y="883327"/>
                  </a:lnTo>
                  <a:lnTo>
                    <a:pt x="184727" y="883459"/>
                  </a:lnTo>
                  <a:lnTo>
                    <a:pt x="184958" y="883584"/>
                  </a:lnTo>
                  <a:lnTo>
                    <a:pt x="185085" y="883655"/>
                  </a:lnTo>
                  <a:lnTo>
                    <a:pt x="185559" y="883917"/>
                  </a:lnTo>
                  <a:lnTo>
                    <a:pt x="185795" y="884047"/>
                  </a:lnTo>
                  <a:lnTo>
                    <a:pt x="186103" y="884217"/>
                  </a:lnTo>
                  <a:lnTo>
                    <a:pt x="186673" y="884530"/>
                  </a:lnTo>
                  <a:lnTo>
                    <a:pt x="187154" y="884795"/>
                  </a:lnTo>
                  <a:lnTo>
                    <a:pt x="187671" y="885080"/>
                  </a:lnTo>
                  <a:lnTo>
                    <a:pt x="188253" y="885401"/>
                  </a:lnTo>
                  <a:lnTo>
                    <a:pt x="188773" y="885688"/>
                  </a:lnTo>
                  <a:lnTo>
                    <a:pt x="189269" y="885960"/>
                  </a:lnTo>
                  <a:lnTo>
                    <a:pt x="189879" y="886296"/>
                  </a:lnTo>
                  <a:lnTo>
                    <a:pt x="190419" y="886594"/>
                  </a:lnTo>
                  <a:lnTo>
                    <a:pt x="190689" y="886742"/>
                  </a:lnTo>
                  <a:lnTo>
                    <a:pt x="191388" y="887128"/>
                  </a:lnTo>
                  <a:lnTo>
                    <a:pt x="191790" y="887350"/>
                  </a:lnTo>
                  <a:lnTo>
                    <a:pt x="192073" y="887505"/>
                  </a:lnTo>
                  <a:lnTo>
                    <a:pt x="192477" y="887732"/>
                  </a:lnTo>
                  <a:lnTo>
                    <a:pt x="193019" y="888027"/>
                  </a:lnTo>
                  <a:lnTo>
                    <a:pt x="193561" y="888325"/>
                  </a:lnTo>
                  <a:lnTo>
                    <a:pt x="193915" y="888551"/>
                  </a:lnTo>
                  <a:lnTo>
                    <a:pt x="194106" y="888788"/>
                  </a:lnTo>
                  <a:lnTo>
                    <a:pt x="194513" y="889284"/>
                  </a:lnTo>
                  <a:lnTo>
                    <a:pt x="194846" y="889688"/>
                  </a:lnTo>
                  <a:lnTo>
                    <a:pt x="195152" y="890060"/>
                  </a:lnTo>
                  <a:lnTo>
                    <a:pt x="195264" y="890195"/>
                  </a:lnTo>
                  <a:lnTo>
                    <a:pt x="195574" y="890574"/>
                  </a:lnTo>
                  <a:lnTo>
                    <a:pt x="195877" y="890940"/>
                  </a:lnTo>
                  <a:lnTo>
                    <a:pt x="196149" y="891271"/>
                  </a:lnTo>
                  <a:lnTo>
                    <a:pt x="196727" y="891976"/>
                  </a:lnTo>
                  <a:lnTo>
                    <a:pt x="197103" y="892436"/>
                  </a:lnTo>
                  <a:lnTo>
                    <a:pt x="197325" y="892704"/>
                  </a:lnTo>
                  <a:lnTo>
                    <a:pt x="197732" y="892981"/>
                  </a:lnTo>
                  <a:lnTo>
                    <a:pt x="198241" y="893322"/>
                  </a:lnTo>
                  <a:lnTo>
                    <a:pt x="198721" y="893647"/>
                  </a:lnTo>
                  <a:lnTo>
                    <a:pt x="200826" y="895070"/>
                  </a:lnTo>
                  <a:lnTo>
                    <a:pt x="201358" y="895429"/>
                  </a:lnTo>
                  <a:lnTo>
                    <a:pt x="201873" y="895618"/>
                  </a:lnTo>
                  <a:lnTo>
                    <a:pt x="203566" y="896777"/>
                  </a:lnTo>
                  <a:lnTo>
                    <a:pt x="204028" y="897100"/>
                  </a:lnTo>
                  <a:lnTo>
                    <a:pt x="205521" y="898112"/>
                  </a:lnTo>
                  <a:lnTo>
                    <a:pt x="208237" y="899972"/>
                  </a:lnTo>
                  <a:lnTo>
                    <a:pt x="208594" y="899821"/>
                  </a:lnTo>
                  <a:lnTo>
                    <a:pt x="209224" y="899555"/>
                  </a:lnTo>
                  <a:lnTo>
                    <a:pt x="211729" y="898523"/>
                  </a:lnTo>
                  <a:lnTo>
                    <a:pt x="212635" y="898245"/>
                  </a:lnTo>
                  <a:lnTo>
                    <a:pt x="215317" y="897123"/>
                  </a:lnTo>
                  <a:lnTo>
                    <a:pt x="217778" y="896090"/>
                  </a:lnTo>
                  <a:lnTo>
                    <a:pt x="220015" y="895151"/>
                  </a:lnTo>
                  <a:lnTo>
                    <a:pt x="220193" y="895077"/>
                  </a:lnTo>
                  <a:lnTo>
                    <a:pt x="220638" y="894881"/>
                  </a:lnTo>
                  <a:lnTo>
                    <a:pt x="221350" y="894622"/>
                  </a:lnTo>
                  <a:lnTo>
                    <a:pt x="224175" y="893586"/>
                  </a:lnTo>
                  <a:lnTo>
                    <a:pt x="225376" y="893508"/>
                  </a:lnTo>
                  <a:lnTo>
                    <a:pt x="227058" y="893396"/>
                  </a:lnTo>
                  <a:lnTo>
                    <a:pt x="228857" y="893276"/>
                  </a:lnTo>
                  <a:lnTo>
                    <a:pt x="230600" y="893159"/>
                  </a:lnTo>
                  <a:lnTo>
                    <a:pt x="231185" y="893118"/>
                  </a:lnTo>
                  <a:lnTo>
                    <a:pt x="232488" y="893034"/>
                  </a:lnTo>
                  <a:lnTo>
                    <a:pt x="233488" y="892968"/>
                  </a:lnTo>
                  <a:lnTo>
                    <a:pt x="234091" y="892927"/>
                  </a:lnTo>
                  <a:lnTo>
                    <a:pt x="234867" y="893025"/>
                  </a:lnTo>
                  <a:lnTo>
                    <a:pt x="235353" y="892722"/>
                  </a:lnTo>
                  <a:lnTo>
                    <a:pt x="235565" y="892378"/>
                  </a:lnTo>
                  <a:lnTo>
                    <a:pt x="235763" y="892198"/>
                  </a:lnTo>
                  <a:lnTo>
                    <a:pt x="236112" y="892058"/>
                  </a:lnTo>
                  <a:lnTo>
                    <a:pt x="236274" y="891908"/>
                  </a:lnTo>
                  <a:lnTo>
                    <a:pt x="236496" y="891689"/>
                  </a:lnTo>
                  <a:lnTo>
                    <a:pt x="236715" y="891506"/>
                  </a:lnTo>
                  <a:lnTo>
                    <a:pt x="236911" y="891325"/>
                  </a:lnTo>
                  <a:lnTo>
                    <a:pt x="237043" y="891203"/>
                  </a:lnTo>
                  <a:lnTo>
                    <a:pt x="237740" y="890691"/>
                  </a:lnTo>
                  <a:lnTo>
                    <a:pt x="238012" y="890630"/>
                  </a:lnTo>
                  <a:lnTo>
                    <a:pt x="238168" y="890536"/>
                  </a:lnTo>
                  <a:lnTo>
                    <a:pt x="238501" y="890333"/>
                  </a:lnTo>
                  <a:lnTo>
                    <a:pt x="238791" y="890167"/>
                  </a:lnTo>
                  <a:lnTo>
                    <a:pt x="238936" y="890111"/>
                  </a:lnTo>
                  <a:lnTo>
                    <a:pt x="238928" y="889943"/>
                  </a:lnTo>
                  <a:lnTo>
                    <a:pt x="239015" y="889498"/>
                  </a:lnTo>
                  <a:lnTo>
                    <a:pt x="239099" y="889198"/>
                  </a:lnTo>
                  <a:lnTo>
                    <a:pt x="239185" y="888925"/>
                  </a:lnTo>
                  <a:lnTo>
                    <a:pt x="239175" y="888648"/>
                  </a:lnTo>
                  <a:lnTo>
                    <a:pt x="239341" y="888399"/>
                  </a:lnTo>
                  <a:lnTo>
                    <a:pt x="239600" y="888307"/>
                  </a:lnTo>
                  <a:lnTo>
                    <a:pt x="239862" y="888203"/>
                  </a:lnTo>
                  <a:lnTo>
                    <a:pt x="240104" y="887903"/>
                  </a:lnTo>
                  <a:lnTo>
                    <a:pt x="240145" y="887684"/>
                  </a:lnTo>
                  <a:lnTo>
                    <a:pt x="240130" y="887447"/>
                  </a:lnTo>
                  <a:lnTo>
                    <a:pt x="240089" y="887315"/>
                  </a:lnTo>
                  <a:lnTo>
                    <a:pt x="239944" y="887093"/>
                  </a:lnTo>
                  <a:lnTo>
                    <a:pt x="240259" y="886411"/>
                  </a:lnTo>
                  <a:lnTo>
                    <a:pt x="240906" y="885709"/>
                  </a:lnTo>
                  <a:lnTo>
                    <a:pt x="240873" y="885483"/>
                  </a:lnTo>
                  <a:lnTo>
                    <a:pt x="240748" y="885210"/>
                  </a:lnTo>
                  <a:lnTo>
                    <a:pt x="240699" y="885068"/>
                  </a:lnTo>
                  <a:lnTo>
                    <a:pt x="240641" y="884862"/>
                  </a:lnTo>
                  <a:lnTo>
                    <a:pt x="240582" y="884651"/>
                  </a:lnTo>
                  <a:lnTo>
                    <a:pt x="240430" y="884287"/>
                  </a:lnTo>
                  <a:lnTo>
                    <a:pt x="240392" y="884058"/>
                  </a:lnTo>
                  <a:lnTo>
                    <a:pt x="240328" y="883592"/>
                  </a:lnTo>
                  <a:lnTo>
                    <a:pt x="240338" y="883289"/>
                  </a:lnTo>
                  <a:lnTo>
                    <a:pt x="240333" y="883022"/>
                  </a:lnTo>
                  <a:lnTo>
                    <a:pt x="240338" y="882806"/>
                  </a:lnTo>
                  <a:lnTo>
                    <a:pt x="240280" y="882488"/>
                  </a:lnTo>
                  <a:lnTo>
                    <a:pt x="240338" y="882264"/>
                  </a:lnTo>
                  <a:lnTo>
                    <a:pt x="240427" y="881836"/>
                  </a:lnTo>
                  <a:lnTo>
                    <a:pt x="240603" y="881518"/>
                  </a:lnTo>
                  <a:lnTo>
                    <a:pt x="240819" y="881450"/>
                  </a:lnTo>
                  <a:lnTo>
                    <a:pt x="240964" y="881404"/>
                  </a:lnTo>
                  <a:lnTo>
                    <a:pt x="241231" y="881363"/>
                  </a:lnTo>
                  <a:lnTo>
                    <a:pt x="241369" y="881419"/>
                  </a:lnTo>
                  <a:lnTo>
                    <a:pt x="241628" y="881528"/>
                  </a:lnTo>
                  <a:lnTo>
                    <a:pt x="241969" y="881579"/>
                  </a:lnTo>
                  <a:lnTo>
                    <a:pt x="242292" y="881666"/>
                  </a:lnTo>
                  <a:lnTo>
                    <a:pt x="242460" y="881673"/>
                  </a:lnTo>
                  <a:lnTo>
                    <a:pt x="242684" y="881686"/>
                  </a:lnTo>
                  <a:lnTo>
                    <a:pt x="243051" y="881633"/>
                  </a:lnTo>
                  <a:lnTo>
                    <a:pt x="243267" y="881411"/>
                  </a:lnTo>
                  <a:lnTo>
                    <a:pt x="243239" y="881185"/>
                  </a:lnTo>
                  <a:lnTo>
                    <a:pt x="243086" y="881129"/>
                  </a:lnTo>
                  <a:lnTo>
                    <a:pt x="242875" y="881042"/>
                  </a:lnTo>
                  <a:lnTo>
                    <a:pt x="242583" y="880976"/>
                  </a:lnTo>
                  <a:lnTo>
                    <a:pt x="242384" y="880895"/>
                  </a:lnTo>
                  <a:lnTo>
                    <a:pt x="242056" y="880734"/>
                  </a:lnTo>
                  <a:lnTo>
                    <a:pt x="241906" y="880633"/>
                  </a:lnTo>
                  <a:lnTo>
                    <a:pt x="242041" y="880078"/>
                  </a:lnTo>
                  <a:lnTo>
                    <a:pt x="241979" y="879722"/>
                  </a:lnTo>
                  <a:lnTo>
                    <a:pt x="241893" y="879462"/>
                  </a:lnTo>
                  <a:lnTo>
                    <a:pt x="241949" y="879109"/>
                  </a:lnTo>
                  <a:lnTo>
                    <a:pt x="241580" y="878801"/>
                  </a:lnTo>
                  <a:lnTo>
                    <a:pt x="241392" y="878722"/>
                  </a:lnTo>
                  <a:lnTo>
                    <a:pt x="240880" y="878740"/>
                  </a:lnTo>
                  <a:lnTo>
                    <a:pt x="240348" y="878579"/>
                  </a:lnTo>
                  <a:lnTo>
                    <a:pt x="240130" y="878465"/>
                  </a:lnTo>
                  <a:lnTo>
                    <a:pt x="239773" y="877925"/>
                  </a:lnTo>
                  <a:lnTo>
                    <a:pt x="239496" y="877793"/>
                  </a:lnTo>
                  <a:lnTo>
                    <a:pt x="239188" y="877602"/>
                  </a:lnTo>
                  <a:lnTo>
                    <a:pt x="239272" y="877325"/>
                  </a:lnTo>
                  <a:lnTo>
                    <a:pt x="239509" y="876905"/>
                  </a:lnTo>
                  <a:lnTo>
                    <a:pt x="239628" y="876686"/>
                  </a:lnTo>
                  <a:lnTo>
                    <a:pt x="239773" y="876381"/>
                  </a:lnTo>
                  <a:lnTo>
                    <a:pt x="239941" y="876126"/>
                  </a:lnTo>
                  <a:lnTo>
                    <a:pt x="240084" y="875829"/>
                  </a:lnTo>
                  <a:lnTo>
                    <a:pt x="240272" y="875513"/>
                  </a:lnTo>
                  <a:lnTo>
                    <a:pt x="240417" y="875226"/>
                  </a:lnTo>
                  <a:lnTo>
                    <a:pt x="240499" y="875075"/>
                  </a:lnTo>
                  <a:lnTo>
                    <a:pt x="240896" y="874376"/>
                  </a:lnTo>
                  <a:lnTo>
                    <a:pt x="241514" y="873223"/>
                  </a:lnTo>
                  <a:lnTo>
                    <a:pt x="241939" y="872450"/>
                  </a:lnTo>
                  <a:lnTo>
                    <a:pt x="249552" y="878098"/>
                  </a:lnTo>
                  <a:lnTo>
                    <a:pt x="250035" y="877819"/>
                  </a:lnTo>
                  <a:lnTo>
                    <a:pt x="250542" y="877526"/>
                  </a:lnTo>
                  <a:lnTo>
                    <a:pt x="254254" y="875381"/>
                  </a:lnTo>
                  <a:lnTo>
                    <a:pt x="257300" y="868299"/>
                  </a:lnTo>
                  <a:lnTo>
                    <a:pt x="257356" y="868172"/>
                  </a:lnTo>
                  <a:lnTo>
                    <a:pt x="257387" y="867330"/>
                  </a:lnTo>
                  <a:lnTo>
                    <a:pt x="257422" y="866177"/>
                  </a:lnTo>
                  <a:lnTo>
                    <a:pt x="257471" y="864658"/>
                  </a:lnTo>
                  <a:lnTo>
                    <a:pt x="257494" y="863857"/>
                  </a:lnTo>
                  <a:lnTo>
                    <a:pt x="257499" y="863689"/>
                  </a:lnTo>
                  <a:lnTo>
                    <a:pt x="258107" y="863467"/>
                  </a:lnTo>
                  <a:lnTo>
                    <a:pt x="258875" y="863188"/>
                  </a:lnTo>
                  <a:lnTo>
                    <a:pt x="259226" y="863063"/>
                  </a:lnTo>
                  <a:lnTo>
                    <a:pt x="259618" y="862920"/>
                  </a:lnTo>
                  <a:lnTo>
                    <a:pt x="260239" y="862694"/>
                  </a:lnTo>
                  <a:lnTo>
                    <a:pt x="260466" y="862612"/>
                  </a:lnTo>
                  <a:lnTo>
                    <a:pt x="266315" y="860488"/>
                  </a:lnTo>
                  <a:lnTo>
                    <a:pt x="268929" y="859539"/>
                  </a:lnTo>
                  <a:lnTo>
                    <a:pt x="269855" y="859203"/>
                  </a:lnTo>
                  <a:lnTo>
                    <a:pt x="270852" y="858842"/>
                  </a:lnTo>
                  <a:lnTo>
                    <a:pt x="271527" y="858597"/>
                  </a:lnTo>
                  <a:lnTo>
                    <a:pt x="272120" y="858384"/>
                  </a:lnTo>
                  <a:lnTo>
                    <a:pt x="273186" y="857994"/>
                  </a:lnTo>
                  <a:lnTo>
                    <a:pt x="273997" y="857702"/>
                  </a:lnTo>
                  <a:lnTo>
                    <a:pt x="275254" y="857244"/>
                  </a:lnTo>
                  <a:lnTo>
                    <a:pt x="276229" y="856890"/>
                  </a:lnTo>
                  <a:lnTo>
                    <a:pt x="277290" y="856506"/>
                  </a:lnTo>
                  <a:lnTo>
                    <a:pt x="275729" y="850881"/>
                  </a:lnTo>
                  <a:lnTo>
                    <a:pt x="273086" y="841361"/>
                  </a:lnTo>
                  <a:lnTo>
                    <a:pt x="272172" y="838105"/>
                  </a:lnTo>
                  <a:lnTo>
                    <a:pt x="271472" y="835610"/>
                  </a:lnTo>
                  <a:lnTo>
                    <a:pt x="271188" y="834589"/>
                  </a:lnTo>
                  <a:lnTo>
                    <a:pt x="270617" y="831610"/>
                  </a:lnTo>
                  <a:lnTo>
                    <a:pt x="269438" y="826014"/>
                  </a:lnTo>
                  <a:lnTo>
                    <a:pt x="269447" y="825605"/>
                  </a:lnTo>
                  <a:lnTo>
                    <a:pt x="269248" y="824584"/>
                  </a:lnTo>
                  <a:lnTo>
                    <a:pt x="268152" y="818692"/>
                  </a:lnTo>
                  <a:lnTo>
                    <a:pt x="272581" y="816272"/>
                  </a:lnTo>
                  <a:lnTo>
                    <a:pt x="272077" y="815126"/>
                  </a:lnTo>
                  <a:lnTo>
                    <a:pt x="271906" y="815041"/>
                  </a:lnTo>
                  <a:lnTo>
                    <a:pt x="271865" y="814791"/>
                  </a:lnTo>
                  <a:lnTo>
                    <a:pt x="271774" y="814292"/>
                  </a:lnTo>
                  <a:lnTo>
                    <a:pt x="271663" y="813696"/>
                  </a:lnTo>
                  <a:lnTo>
                    <a:pt x="271546" y="813549"/>
                  </a:lnTo>
                  <a:lnTo>
                    <a:pt x="271448" y="812994"/>
                  </a:lnTo>
                  <a:lnTo>
                    <a:pt x="271402" y="812568"/>
                  </a:lnTo>
                  <a:lnTo>
                    <a:pt x="271439" y="811152"/>
                  </a:lnTo>
                  <a:lnTo>
                    <a:pt x="272196" y="810688"/>
                  </a:lnTo>
                  <a:lnTo>
                    <a:pt x="273134" y="810112"/>
                  </a:lnTo>
                  <a:lnTo>
                    <a:pt x="273756" y="809151"/>
                  </a:lnTo>
                  <a:lnTo>
                    <a:pt x="274328" y="808268"/>
                  </a:lnTo>
                  <a:lnTo>
                    <a:pt x="275336" y="807575"/>
                  </a:lnTo>
                  <a:lnTo>
                    <a:pt x="275666" y="807349"/>
                  </a:lnTo>
                  <a:lnTo>
                    <a:pt x="276074" y="807292"/>
                  </a:lnTo>
                  <a:lnTo>
                    <a:pt x="276889" y="807168"/>
                  </a:lnTo>
                  <a:lnTo>
                    <a:pt x="277223" y="807122"/>
                  </a:lnTo>
                  <a:lnTo>
                    <a:pt x="277521" y="807095"/>
                  </a:lnTo>
                  <a:lnTo>
                    <a:pt x="277986" y="806981"/>
                  </a:lnTo>
                  <a:lnTo>
                    <a:pt x="278313" y="805870"/>
                  </a:lnTo>
                  <a:lnTo>
                    <a:pt x="278412" y="805560"/>
                  </a:lnTo>
                  <a:lnTo>
                    <a:pt x="278717" y="804628"/>
                  </a:lnTo>
                  <a:lnTo>
                    <a:pt x="278941" y="803943"/>
                  </a:lnTo>
                  <a:lnTo>
                    <a:pt x="279401" y="802536"/>
                  </a:lnTo>
                  <a:lnTo>
                    <a:pt x="279826" y="801237"/>
                  </a:lnTo>
                  <a:lnTo>
                    <a:pt x="280071" y="800490"/>
                  </a:lnTo>
                  <a:lnTo>
                    <a:pt x="281208" y="798987"/>
                  </a:lnTo>
                  <a:lnTo>
                    <a:pt x="282350" y="797478"/>
                  </a:lnTo>
                  <a:lnTo>
                    <a:pt x="283634" y="792738"/>
                  </a:lnTo>
                  <a:lnTo>
                    <a:pt x="285236" y="789811"/>
                  </a:lnTo>
                  <a:lnTo>
                    <a:pt x="286306" y="789188"/>
                  </a:lnTo>
                  <a:lnTo>
                    <a:pt x="287160" y="788690"/>
                  </a:lnTo>
                  <a:lnTo>
                    <a:pt x="287503" y="788401"/>
                  </a:lnTo>
                  <a:lnTo>
                    <a:pt x="287490" y="788265"/>
                  </a:lnTo>
                  <a:lnTo>
                    <a:pt x="287482" y="788130"/>
                  </a:lnTo>
                  <a:lnTo>
                    <a:pt x="287475" y="788003"/>
                  </a:lnTo>
                  <a:lnTo>
                    <a:pt x="287462" y="787863"/>
                  </a:lnTo>
                  <a:lnTo>
                    <a:pt x="287454" y="787736"/>
                  </a:lnTo>
                  <a:lnTo>
                    <a:pt x="287723" y="787231"/>
                  </a:lnTo>
                  <a:lnTo>
                    <a:pt x="288132" y="787184"/>
                  </a:lnTo>
                  <a:lnTo>
                    <a:pt x="289153" y="786592"/>
                  </a:lnTo>
                  <a:lnTo>
                    <a:pt x="289145" y="786321"/>
                  </a:lnTo>
                  <a:lnTo>
                    <a:pt x="289109" y="786091"/>
                  </a:lnTo>
                  <a:lnTo>
                    <a:pt x="289098" y="785844"/>
                  </a:lnTo>
                  <a:lnTo>
                    <a:pt x="289079" y="785370"/>
                  </a:lnTo>
                  <a:lnTo>
                    <a:pt x="289138" y="784296"/>
                  </a:lnTo>
                  <a:lnTo>
                    <a:pt x="289126" y="784125"/>
                  </a:lnTo>
                  <a:lnTo>
                    <a:pt x="288989" y="783499"/>
                  </a:lnTo>
                  <a:lnTo>
                    <a:pt x="289339" y="783565"/>
                  </a:lnTo>
                  <a:lnTo>
                    <a:pt x="289420" y="784069"/>
                  </a:lnTo>
                  <a:lnTo>
                    <a:pt x="289555" y="784290"/>
                  </a:lnTo>
                  <a:lnTo>
                    <a:pt x="289592" y="784561"/>
                  </a:lnTo>
                  <a:lnTo>
                    <a:pt x="290336" y="784465"/>
                  </a:lnTo>
                  <a:lnTo>
                    <a:pt x="290542" y="784438"/>
                  </a:lnTo>
                  <a:lnTo>
                    <a:pt x="290830" y="784345"/>
                  </a:lnTo>
                  <a:lnTo>
                    <a:pt x="291185" y="784180"/>
                  </a:lnTo>
                  <a:lnTo>
                    <a:pt x="291353" y="784098"/>
                  </a:lnTo>
                  <a:lnTo>
                    <a:pt x="291094" y="782537"/>
                  </a:lnTo>
                  <a:lnTo>
                    <a:pt x="291335" y="782388"/>
                  </a:lnTo>
                  <a:lnTo>
                    <a:pt x="291906" y="782031"/>
                  </a:lnTo>
                  <a:lnTo>
                    <a:pt x="292129" y="781902"/>
                  </a:lnTo>
                  <a:lnTo>
                    <a:pt x="292516" y="781635"/>
                  </a:lnTo>
                  <a:lnTo>
                    <a:pt x="292992" y="781274"/>
                  </a:lnTo>
                  <a:lnTo>
                    <a:pt x="294325" y="781586"/>
                  </a:lnTo>
                  <a:lnTo>
                    <a:pt x="294964" y="782267"/>
                  </a:lnTo>
                  <a:lnTo>
                    <a:pt x="295038" y="782419"/>
                  </a:lnTo>
                  <a:lnTo>
                    <a:pt x="295111" y="782549"/>
                  </a:lnTo>
                  <a:lnTo>
                    <a:pt x="295228" y="782882"/>
                  </a:lnTo>
                  <a:lnTo>
                    <a:pt x="296888" y="782935"/>
                  </a:lnTo>
                  <a:lnTo>
                    <a:pt x="297113" y="782746"/>
                  </a:lnTo>
                  <a:lnTo>
                    <a:pt x="298623" y="782607"/>
                  </a:lnTo>
                  <a:lnTo>
                    <a:pt x="298786" y="782592"/>
                  </a:lnTo>
                  <a:lnTo>
                    <a:pt x="301190" y="782305"/>
                  </a:lnTo>
                  <a:lnTo>
                    <a:pt x="301389" y="782277"/>
                  </a:lnTo>
                  <a:lnTo>
                    <a:pt x="306227" y="782612"/>
                  </a:lnTo>
                  <a:lnTo>
                    <a:pt x="312617" y="783037"/>
                  </a:lnTo>
                  <a:lnTo>
                    <a:pt x="317691" y="784641"/>
                  </a:lnTo>
                  <a:lnTo>
                    <a:pt x="321072" y="785729"/>
                  </a:lnTo>
                  <a:lnTo>
                    <a:pt x="321342" y="785816"/>
                  </a:lnTo>
                  <a:lnTo>
                    <a:pt x="327797" y="787902"/>
                  </a:lnTo>
                  <a:lnTo>
                    <a:pt x="333436" y="789798"/>
                  </a:lnTo>
                  <a:lnTo>
                    <a:pt x="346813" y="794404"/>
                  </a:lnTo>
                  <a:lnTo>
                    <a:pt x="347011" y="794432"/>
                  </a:lnTo>
                  <a:lnTo>
                    <a:pt x="347146" y="794442"/>
                  </a:lnTo>
                  <a:lnTo>
                    <a:pt x="347408" y="794460"/>
                  </a:lnTo>
                  <a:lnTo>
                    <a:pt x="354434" y="791292"/>
                  </a:lnTo>
                  <a:lnTo>
                    <a:pt x="357335" y="791902"/>
                  </a:lnTo>
                  <a:lnTo>
                    <a:pt x="357469" y="791931"/>
                  </a:lnTo>
                  <a:lnTo>
                    <a:pt x="362332" y="794826"/>
                  </a:lnTo>
                  <a:lnTo>
                    <a:pt x="362586" y="797043"/>
                  </a:lnTo>
                  <a:lnTo>
                    <a:pt x="362856" y="799363"/>
                  </a:lnTo>
                  <a:lnTo>
                    <a:pt x="365668" y="800888"/>
                  </a:lnTo>
                  <a:lnTo>
                    <a:pt x="372418" y="792611"/>
                  </a:lnTo>
                  <a:lnTo>
                    <a:pt x="373065" y="791818"/>
                  </a:lnTo>
                  <a:lnTo>
                    <a:pt x="375375" y="790617"/>
                  </a:lnTo>
                  <a:lnTo>
                    <a:pt x="377520" y="789488"/>
                  </a:lnTo>
                  <a:lnTo>
                    <a:pt x="380983" y="788419"/>
                  </a:lnTo>
                  <a:lnTo>
                    <a:pt x="382458" y="788370"/>
                  </a:lnTo>
                  <a:lnTo>
                    <a:pt x="389663" y="788130"/>
                  </a:lnTo>
                  <a:lnTo>
                    <a:pt x="390620" y="788098"/>
                  </a:lnTo>
                  <a:lnTo>
                    <a:pt x="391202" y="788236"/>
                  </a:lnTo>
                  <a:lnTo>
                    <a:pt x="391243" y="788371"/>
                  </a:lnTo>
                  <a:lnTo>
                    <a:pt x="391299" y="788498"/>
                  </a:lnTo>
                  <a:lnTo>
                    <a:pt x="391421" y="788633"/>
                  </a:lnTo>
                  <a:lnTo>
                    <a:pt x="391693" y="788801"/>
                  </a:lnTo>
                  <a:lnTo>
                    <a:pt x="392806" y="789487"/>
                  </a:lnTo>
                  <a:lnTo>
                    <a:pt x="397950" y="792661"/>
                  </a:lnTo>
                  <a:lnTo>
                    <a:pt x="398194" y="792811"/>
                  </a:lnTo>
                  <a:lnTo>
                    <a:pt x="405569" y="797361"/>
                  </a:lnTo>
                  <a:lnTo>
                    <a:pt x="408575" y="797970"/>
                  </a:lnTo>
                  <a:lnTo>
                    <a:pt x="415840" y="799504"/>
                  </a:lnTo>
                  <a:lnTo>
                    <a:pt x="416075" y="799811"/>
                  </a:lnTo>
                  <a:lnTo>
                    <a:pt x="416113" y="800144"/>
                  </a:lnTo>
                  <a:lnTo>
                    <a:pt x="416184" y="800770"/>
                  </a:lnTo>
                  <a:lnTo>
                    <a:pt x="416207" y="800951"/>
                  </a:lnTo>
                  <a:lnTo>
                    <a:pt x="416541" y="801353"/>
                  </a:lnTo>
                  <a:lnTo>
                    <a:pt x="417167" y="802114"/>
                  </a:lnTo>
                  <a:lnTo>
                    <a:pt x="417146" y="802348"/>
                  </a:lnTo>
                  <a:lnTo>
                    <a:pt x="416874" y="802529"/>
                  </a:lnTo>
                  <a:lnTo>
                    <a:pt x="416731" y="802696"/>
                  </a:lnTo>
                  <a:lnTo>
                    <a:pt x="416688" y="802854"/>
                  </a:lnTo>
                  <a:lnTo>
                    <a:pt x="416930" y="803081"/>
                  </a:lnTo>
                  <a:lnTo>
                    <a:pt x="417136" y="803193"/>
                  </a:lnTo>
                  <a:lnTo>
                    <a:pt x="417599" y="802737"/>
                  </a:lnTo>
                  <a:lnTo>
                    <a:pt x="417859" y="802773"/>
                  </a:lnTo>
                  <a:lnTo>
                    <a:pt x="418039" y="802826"/>
                  </a:lnTo>
                  <a:lnTo>
                    <a:pt x="418327" y="802727"/>
                  </a:lnTo>
                  <a:lnTo>
                    <a:pt x="418579" y="802950"/>
                  </a:lnTo>
                  <a:lnTo>
                    <a:pt x="419127" y="803205"/>
                  </a:lnTo>
                  <a:lnTo>
                    <a:pt x="420468" y="803779"/>
                  </a:lnTo>
                  <a:lnTo>
                    <a:pt x="420547" y="807366"/>
                  </a:lnTo>
                  <a:lnTo>
                    <a:pt x="420569" y="808368"/>
                  </a:lnTo>
                  <a:lnTo>
                    <a:pt x="420581" y="808916"/>
                  </a:lnTo>
                  <a:lnTo>
                    <a:pt x="420601" y="809815"/>
                  </a:lnTo>
                  <a:lnTo>
                    <a:pt x="420614" y="810417"/>
                  </a:lnTo>
                  <a:lnTo>
                    <a:pt x="420494" y="812031"/>
                  </a:lnTo>
                  <a:lnTo>
                    <a:pt x="420427" y="812364"/>
                  </a:lnTo>
                  <a:lnTo>
                    <a:pt x="420416" y="812698"/>
                  </a:lnTo>
                  <a:lnTo>
                    <a:pt x="420501" y="812995"/>
                  </a:lnTo>
                  <a:lnTo>
                    <a:pt x="420788" y="813545"/>
                  </a:lnTo>
                  <a:lnTo>
                    <a:pt x="421560" y="814380"/>
                  </a:lnTo>
                  <a:lnTo>
                    <a:pt x="422420" y="815328"/>
                  </a:lnTo>
                  <a:lnTo>
                    <a:pt x="422976" y="815838"/>
                  </a:lnTo>
                  <a:lnTo>
                    <a:pt x="423446" y="816708"/>
                  </a:lnTo>
                  <a:lnTo>
                    <a:pt x="423781" y="817800"/>
                  </a:lnTo>
                  <a:lnTo>
                    <a:pt x="423836" y="824202"/>
                  </a:lnTo>
                  <a:lnTo>
                    <a:pt x="423803" y="824912"/>
                  </a:lnTo>
                  <a:lnTo>
                    <a:pt x="423798" y="825109"/>
                  </a:lnTo>
                  <a:lnTo>
                    <a:pt x="423965" y="825708"/>
                  </a:lnTo>
                  <a:lnTo>
                    <a:pt x="424325" y="825622"/>
                  </a:lnTo>
                  <a:lnTo>
                    <a:pt x="424499" y="825574"/>
                  </a:lnTo>
                  <a:lnTo>
                    <a:pt x="424943" y="825509"/>
                  </a:lnTo>
                  <a:lnTo>
                    <a:pt x="429969" y="827286"/>
                  </a:lnTo>
                  <a:lnTo>
                    <a:pt x="429967" y="827794"/>
                  </a:lnTo>
                  <a:lnTo>
                    <a:pt x="429995" y="828605"/>
                  </a:lnTo>
                  <a:lnTo>
                    <a:pt x="430017" y="829231"/>
                  </a:lnTo>
                  <a:lnTo>
                    <a:pt x="430405" y="830015"/>
                  </a:lnTo>
                  <a:lnTo>
                    <a:pt x="430813" y="836487"/>
                  </a:lnTo>
                  <a:lnTo>
                    <a:pt x="430780" y="836785"/>
                  </a:lnTo>
                  <a:lnTo>
                    <a:pt x="431453" y="837251"/>
                  </a:lnTo>
                  <a:lnTo>
                    <a:pt x="434274" y="838237"/>
                  </a:lnTo>
                  <a:lnTo>
                    <a:pt x="434319" y="838017"/>
                  </a:lnTo>
                  <a:lnTo>
                    <a:pt x="434436" y="837824"/>
                  </a:lnTo>
                  <a:lnTo>
                    <a:pt x="434664" y="837662"/>
                  </a:lnTo>
                  <a:lnTo>
                    <a:pt x="434816" y="837614"/>
                  </a:lnTo>
                  <a:lnTo>
                    <a:pt x="435064" y="837749"/>
                  </a:lnTo>
                  <a:lnTo>
                    <a:pt x="435233" y="837945"/>
                  </a:lnTo>
                  <a:lnTo>
                    <a:pt x="435464" y="838228"/>
                  </a:lnTo>
                  <a:lnTo>
                    <a:pt x="436335" y="839991"/>
                  </a:lnTo>
                  <a:lnTo>
                    <a:pt x="444261" y="846983"/>
                  </a:lnTo>
                  <a:lnTo>
                    <a:pt x="445399" y="848880"/>
                  </a:lnTo>
                  <a:lnTo>
                    <a:pt x="451961" y="852765"/>
                  </a:lnTo>
                  <a:lnTo>
                    <a:pt x="455099" y="856374"/>
                  </a:lnTo>
                  <a:lnTo>
                    <a:pt x="455644" y="857498"/>
                  </a:lnTo>
                  <a:lnTo>
                    <a:pt x="455940" y="858114"/>
                  </a:lnTo>
                  <a:lnTo>
                    <a:pt x="456049" y="858360"/>
                  </a:lnTo>
                  <a:lnTo>
                    <a:pt x="456100" y="858491"/>
                  </a:lnTo>
                  <a:lnTo>
                    <a:pt x="456149" y="858619"/>
                  </a:lnTo>
                  <a:lnTo>
                    <a:pt x="456243" y="858878"/>
                  </a:lnTo>
                  <a:lnTo>
                    <a:pt x="456413" y="859373"/>
                  </a:lnTo>
                  <a:lnTo>
                    <a:pt x="456580" y="860012"/>
                  </a:lnTo>
                  <a:lnTo>
                    <a:pt x="456597" y="860140"/>
                  </a:lnTo>
                  <a:lnTo>
                    <a:pt x="456609" y="860306"/>
                  </a:lnTo>
                  <a:lnTo>
                    <a:pt x="456617" y="860439"/>
                  </a:lnTo>
                  <a:lnTo>
                    <a:pt x="456625" y="860576"/>
                  </a:lnTo>
                  <a:lnTo>
                    <a:pt x="456916" y="860799"/>
                  </a:lnTo>
                  <a:lnTo>
                    <a:pt x="457136" y="860805"/>
                  </a:lnTo>
                  <a:lnTo>
                    <a:pt x="457119" y="861029"/>
                  </a:lnTo>
                  <a:lnTo>
                    <a:pt x="459994" y="865385"/>
                  </a:lnTo>
                  <a:lnTo>
                    <a:pt x="460316" y="865884"/>
                  </a:lnTo>
                  <a:lnTo>
                    <a:pt x="460346" y="866024"/>
                  </a:lnTo>
                  <a:lnTo>
                    <a:pt x="460747" y="866924"/>
                  </a:lnTo>
                  <a:lnTo>
                    <a:pt x="461075" y="867756"/>
                  </a:lnTo>
                  <a:lnTo>
                    <a:pt x="461429" y="868636"/>
                  </a:lnTo>
                  <a:lnTo>
                    <a:pt x="461864" y="869728"/>
                  </a:lnTo>
                  <a:lnTo>
                    <a:pt x="462080" y="870275"/>
                  </a:lnTo>
                  <a:lnTo>
                    <a:pt x="462217" y="870621"/>
                  </a:lnTo>
                  <a:lnTo>
                    <a:pt x="462421" y="871132"/>
                  </a:lnTo>
                  <a:lnTo>
                    <a:pt x="462838" y="872173"/>
                  </a:lnTo>
                  <a:lnTo>
                    <a:pt x="463228" y="873127"/>
                  </a:lnTo>
                  <a:lnTo>
                    <a:pt x="463340" y="873512"/>
                  </a:lnTo>
                  <a:lnTo>
                    <a:pt x="463770" y="874998"/>
                  </a:lnTo>
                  <a:lnTo>
                    <a:pt x="464098" y="876261"/>
                  </a:lnTo>
                  <a:lnTo>
                    <a:pt x="464242" y="876825"/>
                  </a:lnTo>
                  <a:lnTo>
                    <a:pt x="464339" y="877204"/>
                  </a:lnTo>
                  <a:lnTo>
                    <a:pt x="464494" y="877813"/>
                  </a:lnTo>
                  <a:lnTo>
                    <a:pt x="464599" y="878225"/>
                  </a:lnTo>
                  <a:lnTo>
                    <a:pt x="464775" y="878917"/>
                  </a:lnTo>
                  <a:lnTo>
                    <a:pt x="464914" y="879461"/>
                  </a:lnTo>
                  <a:lnTo>
                    <a:pt x="465113" y="879982"/>
                  </a:lnTo>
                  <a:lnTo>
                    <a:pt x="465269" y="880388"/>
                  </a:lnTo>
                  <a:lnTo>
                    <a:pt x="465419" y="880780"/>
                  </a:lnTo>
                  <a:lnTo>
                    <a:pt x="465593" y="881048"/>
                  </a:lnTo>
                  <a:lnTo>
                    <a:pt x="465716" y="881237"/>
                  </a:lnTo>
                  <a:lnTo>
                    <a:pt x="465960" y="881622"/>
                  </a:lnTo>
                  <a:lnTo>
                    <a:pt x="466208" y="882014"/>
                  </a:lnTo>
                  <a:lnTo>
                    <a:pt x="466440" y="882622"/>
                  </a:lnTo>
                  <a:lnTo>
                    <a:pt x="466646" y="883162"/>
                  </a:lnTo>
                  <a:lnTo>
                    <a:pt x="466876" y="883461"/>
                  </a:lnTo>
                  <a:lnTo>
                    <a:pt x="467207" y="883965"/>
                  </a:lnTo>
                  <a:lnTo>
                    <a:pt x="467803" y="884804"/>
                  </a:lnTo>
                  <a:lnTo>
                    <a:pt x="467937" y="884835"/>
                  </a:lnTo>
                  <a:lnTo>
                    <a:pt x="468423" y="884926"/>
                  </a:lnTo>
                  <a:lnTo>
                    <a:pt x="469131" y="885061"/>
                  </a:lnTo>
                  <a:lnTo>
                    <a:pt x="469418" y="884924"/>
                  </a:lnTo>
                  <a:lnTo>
                    <a:pt x="469646" y="884836"/>
                  </a:lnTo>
                  <a:lnTo>
                    <a:pt x="469849" y="884843"/>
                  </a:lnTo>
                  <a:lnTo>
                    <a:pt x="470083" y="884840"/>
                  </a:lnTo>
                  <a:lnTo>
                    <a:pt x="472519" y="884712"/>
                  </a:lnTo>
                  <a:lnTo>
                    <a:pt x="475569" y="883832"/>
                  </a:lnTo>
                  <a:lnTo>
                    <a:pt x="475726" y="883805"/>
                  </a:lnTo>
                  <a:lnTo>
                    <a:pt x="475972" y="883763"/>
                  </a:lnTo>
                  <a:lnTo>
                    <a:pt x="476384" y="883695"/>
                  </a:lnTo>
                  <a:lnTo>
                    <a:pt x="477783" y="883458"/>
                  </a:lnTo>
                  <a:lnTo>
                    <a:pt x="479619" y="883147"/>
                  </a:lnTo>
                  <a:lnTo>
                    <a:pt x="481160" y="882886"/>
                  </a:lnTo>
                  <a:lnTo>
                    <a:pt x="482422" y="882776"/>
                  </a:lnTo>
                  <a:lnTo>
                    <a:pt x="483157" y="882712"/>
                  </a:lnTo>
                  <a:lnTo>
                    <a:pt x="483212" y="882975"/>
                  </a:lnTo>
                  <a:lnTo>
                    <a:pt x="483429" y="883926"/>
                  </a:lnTo>
                  <a:lnTo>
                    <a:pt x="483731" y="884474"/>
                  </a:lnTo>
                  <a:lnTo>
                    <a:pt x="483813" y="884620"/>
                  </a:lnTo>
                  <a:lnTo>
                    <a:pt x="484098" y="885130"/>
                  </a:lnTo>
                  <a:lnTo>
                    <a:pt x="484390" y="885692"/>
                  </a:lnTo>
                  <a:lnTo>
                    <a:pt x="484663" y="886214"/>
                  </a:lnTo>
                  <a:lnTo>
                    <a:pt x="484859" y="886550"/>
                  </a:lnTo>
                  <a:lnTo>
                    <a:pt x="485052" y="886886"/>
                  </a:lnTo>
                  <a:lnTo>
                    <a:pt x="485217" y="887283"/>
                  </a:lnTo>
                  <a:lnTo>
                    <a:pt x="485174" y="887787"/>
                  </a:lnTo>
                  <a:lnTo>
                    <a:pt x="485080" y="888924"/>
                  </a:lnTo>
                  <a:lnTo>
                    <a:pt x="484986" y="890011"/>
                  </a:lnTo>
                  <a:lnTo>
                    <a:pt x="484932" y="890624"/>
                  </a:lnTo>
                  <a:lnTo>
                    <a:pt x="484899" y="891453"/>
                  </a:lnTo>
                  <a:lnTo>
                    <a:pt x="485296" y="891949"/>
                  </a:lnTo>
                  <a:lnTo>
                    <a:pt x="485426" y="891937"/>
                  </a:lnTo>
                  <a:lnTo>
                    <a:pt x="485823" y="892031"/>
                  </a:lnTo>
                  <a:lnTo>
                    <a:pt x="486591" y="892056"/>
                  </a:lnTo>
                  <a:lnTo>
                    <a:pt x="486729" y="892112"/>
                  </a:lnTo>
                  <a:lnTo>
                    <a:pt x="486871" y="892171"/>
                  </a:lnTo>
                  <a:lnTo>
                    <a:pt x="487283" y="892166"/>
                  </a:lnTo>
                  <a:lnTo>
                    <a:pt x="490206" y="892483"/>
                  </a:lnTo>
                  <a:lnTo>
                    <a:pt x="490044" y="892107"/>
                  </a:lnTo>
                  <a:lnTo>
                    <a:pt x="490044" y="891820"/>
                  </a:lnTo>
                  <a:lnTo>
                    <a:pt x="490146" y="891700"/>
                  </a:lnTo>
                  <a:lnTo>
                    <a:pt x="490350" y="891728"/>
                  </a:lnTo>
                  <a:lnTo>
                    <a:pt x="490505" y="891621"/>
                  </a:lnTo>
                  <a:lnTo>
                    <a:pt x="490408" y="891316"/>
                  </a:lnTo>
                  <a:lnTo>
                    <a:pt x="490500" y="891117"/>
                  </a:lnTo>
                  <a:lnTo>
                    <a:pt x="490454" y="890453"/>
                  </a:lnTo>
                  <a:lnTo>
                    <a:pt x="490523" y="890217"/>
                  </a:lnTo>
                  <a:lnTo>
                    <a:pt x="490469" y="890033"/>
                  </a:lnTo>
                  <a:lnTo>
                    <a:pt x="490373" y="889848"/>
                  </a:lnTo>
                  <a:lnTo>
                    <a:pt x="489927" y="889321"/>
                  </a:lnTo>
                  <a:lnTo>
                    <a:pt x="490060" y="889209"/>
                  </a:lnTo>
                  <a:lnTo>
                    <a:pt x="490759" y="889000"/>
                  </a:lnTo>
                  <a:lnTo>
                    <a:pt x="491156" y="889316"/>
                  </a:lnTo>
                  <a:lnTo>
                    <a:pt x="491365" y="889316"/>
                  </a:lnTo>
                  <a:lnTo>
                    <a:pt x="491688" y="889288"/>
                  </a:lnTo>
                  <a:lnTo>
                    <a:pt x="491864" y="889298"/>
                  </a:lnTo>
                  <a:lnTo>
                    <a:pt x="492462" y="889138"/>
                  </a:lnTo>
                  <a:lnTo>
                    <a:pt x="492869" y="888848"/>
                  </a:lnTo>
                  <a:lnTo>
                    <a:pt x="492988" y="888537"/>
                  </a:lnTo>
                  <a:lnTo>
                    <a:pt x="493258" y="888316"/>
                  </a:lnTo>
                  <a:lnTo>
                    <a:pt x="493431" y="887983"/>
                  </a:lnTo>
                  <a:lnTo>
                    <a:pt x="493579" y="887682"/>
                  </a:lnTo>
                  <a:lnTo>
                    <a:pt x="493813" y="887293"/>
                  </a:lnTo>
                  <a:lnTo>
                    <a:pt x="494128" y="886830"/>
                  </a:lnTo>
                  <a:lnTo>
                    <a:pt x="494126" y="886570"/>
                  </a:lnTo>
                  <a:lnTo>
                    <a:pt x="494126" y="886423"/>
                  </a:lnTo>
                  <a:lnTo>
                    <a:pt x="494144" y="886290"/>
                  </a:lnTo>
                  <a:lnTo>
                    <a:pt x="494075" y="886077"/>
                  </a:lnTo>
                  <a:lnTo>
                    <a:pt x="494210" y="885621"/>
                  </a:lnTo>
                  <a:lnTo>
                    <a:pt x="494408" y="885265"/>
                  </a:lnTo>
                  <a:lnTo>
                    <a:pt x="494508" y="885074"/>
                  </a:lnTo>
                  <a:lnTo>
                    <a:pt x="494630" y="884860"/>
                  </a:lnTo>
                  <a:lnTo>
                    <a:pt x="494828" y="884413"/>
                  </a:lnTo>
                  <a:lnTo>
                    <a:pt x="494943" y="884166"/>
                  </a:lnTo>
                  <a:lnTo>
                    <a:pt x="495205" y="883799"/>
                  </a:lnTo>
                  <a:lnTo>
                    <a:pt x="495299" y="883664"/>
                  </a:lnTo>
                  <a:lnTo>
                    <a:pt x="495436" y="883494"/>
                  </a:lnTo>
                  <a:lnTo>
                    <a:pt x="495691" y="883301"/>
                  </a:lnTo>
                  <a:lnTo>
                    <a:pt x="495899" y="883194"/>
                  </a:lnTo>
                  <a:lnTo>
                    <a:pt x="496055" y="883161"/>
                  </a:lnTo>
                  <a:lnTo>
                    <a:pt x="496297" y="883119"/>
                  </a:lnTo>
                  <a:lnTo>
                    <a:pt x="496431" y="883125"/>
                  </a:lnTo>
                  <a:lnTo>
                    <a:pt x="496833" y="883163"/>
                  </a:lnTo>
                  <a:lnTo>
                    <a:pt x="497128" y="883285"/>
                  </a:lnTo>
                  <a:lnTo>
                    <a:pt x="497289" y="883354"/>
                  </a:lnTo>
                  <a:lnTo>
                    <a:pt x="497719" y="883626"/>
                  </a:lnTo>
                  <a:lnTo>
                    <a:pt x="497905" y="883807"/>
                  </a:lnTo>
                  <a:lnTo>
                    <a:pt x="498212" y="884079"/>
                  </a:lnTo>
                  <a:lnTo>
                    <a:pt x="498367" y="884172"/>
                  </a:lnTo>
                  <a:lnTo>
                    <a:pt x="498515" y="884204"/>
                  </a:lnTo>
                  <a:lnTo>
                    <a:pt x="498981" y="884318"/>
                  </a:lnTo>
                  <a:lnTo>
                    <a:pt x="499749" y="884520"/>
                  </a:lnTo>
                  <a:lnTo>
                    <a:pt x="500060" y="884601"/>
                  </a:lnTo>
                  <a:lnTo>
                    <a:pt x="500187" y="884647"/>
                  </a:lnTo>
                  <a:lnTo>
                    <a:pt x="500459" y="884718"/>
                  </a:lnTo>
                  <a:lnTo>
                    <a:pt x="501169" y="884909"/>
                  </a:lnTo>
                  <a:lnTo>
                    <a:pt x="502060" y="885148"/>
                  </a:lnTo>
                  <a:lnTo>
                    <a:pt x="503070" y="885418"/>
                  </a:lnTo>
                  <a:lnTo>
                    <a:pt x="503767" y="885604"/>
                  </a:lnTo>
                  <a:lnTo>
                    <a:pt x="504401" y="885774"/>
                  </a:lnTo>
                  <a:lnTo>
                    <a:pt x="504770" y="885873"/>
                  </a:lnTo>
                  <a:lnTo>
                    <a:pt x="505529" y="886066"/>
                  </a:lnTo>
                  <a:lnTo>
                    <a:pt x="506105" y="886214"/>
                  </a:lnTo>
                  <a:lnTo>
                    <a:pt x="507392" y="886545"/>
                  </a:lnTo>
                  <a:lnTo>
                    <a:pt x="508344" y="886792"/>
                  </a:lnTo>
                  <a:lnTo>
                    <a:pt x="509219" y="887016"/>
                  </a:lnTo>
                  <a:lnTo>
                    <a:pt x="510176" y="887260"/>
                  </a:lnTo>
                  <a:lnTo>
                    <a:pt x="511362" y="887565"/>
                  </a:lnTo>
                  <a:lnTo>
                    <a:pt x="511624" y="887631"/>
                  </a:lnTo>
                  <a:lnTo>
                    <a:pt x="511911" y="887705"/>
                  </a:lnTo>
                  <a:lnTo>
                    <a:pt x="512723" y="887914"/>
                  </a:lnTo>
                  <a:lnTo>
                    <a:pt x="513066" y="888016"/>
                  </a:lnTo>
                  <a:lnTo>
                    <a:pt x="514746" y="888459"/>
                  </a:lnTo>
                  <a:lnTo>
                    <a:pt x="515906" y="888761"/>
                  </a:lnTo>
                  <a:lnTo>
                    <a:pt x="516194" y="888850"/>
                  </a:lnTo>
                  <a:lnTo>
                    <a:pt x="516372" y="888904"/>
                  </a:lnTo>
                  <a:lnTo>
                    <a:pt x="516535" y="888924"/>
                  </a:lnTo>
                  <a:lnTo>
                    <a:pt x="517041" y="889049"/>
                  </a:lnTo>
                  <a:lnTo>
                    <a:pt x="517664" y="889207"/>
                  </a:lnTo>
                  <a:lnTo>
                    <a:pt x="517977" y="889291"/>
                  </a:lnTo>
                  <a:lnTo>
                    <a:pt x="518649" y="889446"/>
                  </a:lnTo>
                  <a:lnTo>
                    <a:pt x="519257" y="889606"/>
                  </a:lnTo>
                  <a:lnTo>
                    <a:pt x="520158" y="889843"/>
                  </a:lnTo>
                  <a:lnTo>
                    <a:pt x="520486" y="889924"/>
                  </a:lnTo>
                  <a:lnTo>
                    <a:pt x="520657" y="889965"/>
                  </a:lnTo>
                  <a:lnTo>
                    <a:pt x="521171" y="890095"/>
                  </a:lnTo>
                  <a:lnTo>
                    <a:pt x="521965" y="890324"/>
                  </a:lnTo>
                  <a:lnTo>
                    <a:pt x="522843" y="890563"/>
                  </a:lnTo>
                  <a:lnTo>
                    <a:pt x="523270" y="890685"/>
                  </a:lnTo>
                  <a:lnTo>
                    <a:pt x="523995" y="890955"/>
                  </a:lnTo>
                  <a:lnTo>
                    <a:pt x="524115" y="891087"/>
                  </a:lnTo>
                  <a:lnTo>
                    <a:pt x="524474" y="891217"/>
                  </a:lnTo>
                  <a:lnTo>
                    <a:pt x="524469" y="891385"/>
                  </a:lnTo>
                  <a:lnTo>
                    <a:pt x="524698" y="891853"/>
                  </a:lnTo>
                  <a:lnTo>
                    <a:pt x="524848" y="892174"/>
                  </a:lnTo>
                  <a:lnTo>
                    <a:pt x="525041" y="892619"/>
                  </a:lnTo>
                  <a:lnTo>
                    <a:pt x="525364" y="892764"/>
                  </a:lnTo>
                  <a:lnTo>
                    <a:pt x="525619" y="892777"/>
                  </a:lnTo>
                  <a:lnTo>
                    <a:pt x="525845" y="892756"/>
                  </a:lnTo>
                  <a:lnTo>
                    <a:pt x="526184" y="892733"/>
                  </a:lnTo>
                  <a:lnTo>
                    <a:pt x="526390" y="892741"/>
                  </a:lnTo>
                  <a:lnTo>
                    <a:pt x="526657" y="892772"/>
                  </a:lnTo>
                  <a:lnTo>
                    <a:pt x="527031" y="892848"/>
                  </a:lnTo>
                  <a:lnTo>
                    <a:pt x="527273" y="892901"/>
                  </a:lnTo>
                  <a:lnTo>
                    <a:pt x="527560" y="892985"/>
                  </a:lnTo>
                  <a:lnTo>
                    <a:pt x="527891" y="892894"/>
                  </a:lnTo>
                  <a:lnTo>
                    <a:pt x="528118" y="892975"/>
                  </a:lnTo>
                  <a:lnTo>
                    <a:pt x="528649" y="893334"/>
                  </a:lnTo>
                  <a:lnTo>
                    <a:pt x="528988" y="893502"/>
                  </a:lnTo>
                  <a:lnTo>
                    <a:pt x="529298" y="893624"/>
                  </a:lnTo>
                  <a:lnTo>
                    <a:pt x="529845" y="893881"/>
                  </a:lnTo>
                  <a:lnTo>
                    <a:pt x="530219" y="894034"/>
                  </a:lnTo>
                  <a:lnTo>
                    <a:pt x="530512" y="894189"/>
                  </a:lnTo>
                  <a:lnTo>
                    <a:pt x="530934" y="894321"/>
                  </a:lnTo>
                  <a:lnTo>
                    <a:pt x="531453" y="894321"/>
                  </a:lnTo>
                  <a:lnTo>
                    <a:pt x="531797" y="894492"/>
                  </a:lnTo>
                  <a:lnTo>
                    <a:pt x="532230" y="894665"/>
                  </a:lnTo>
                  <a:lnTo>
                    <a:pt x="532520" y="894563"/>
                  </a:lnTo>
                  <a:lnTo>
                    <a:pt x="532647" y="894736"/>
                  </a:lnTo>
                  <a:lnTo>
                    <a:pt x="532723" y="894940"/>
                  </a:lnTo>
                  <a:lnTo>
                    <a:pt x="532761" y="895403"/>
                  </a:lnTo>
                  <a:lnTo>
                    <a:pt x="532947" y="895380"/>
                  </a:lnTo>
                  <a:lnTo>
                    <a:pt x="533191" y="895337"/>
                  </a:lnTo>
                  <a:lnTo>
                    <a:pt x="533385" y="895273"/>
                  </a:lnTo>
                  <a:lnTo>
                    <a:pt x="533545" y="895214"/>
                  </a:lnTo>
                  <a:lnTo>
                    <a:pt x="533675" y="895258"/>
                  </a:lnTo>
                  <a:lnTo>
                    <a:pt x="534044" y="895606"/>
                  </a:lnTo>
                  <a:lnTo>
                    <a:pt x="534530" y="896339"/>
                  </a:lnTo>
                  <a:lnTo>
                    <a:pt x="534650" y="896471"/>
                  </a:lnTo>
                  <a:lnTo>
                    <a:pt x="534680" y="896619"/>
                  </a:lnTo>
                  <a:lnTo>
                    <a:pt x="534764" y="896795"/>
                  </a:lnTo>
                  <a:lnTo>
                    <a:pt x="534907" y="897087"/>
                  </a:lnTo>
                  <a:lnTo>
                    <a:pt x="534985" y="897253"/>
                  </a:lnTo>
                  <a:lnTo>
                    <a:pt x="535176" y="897594"/>
                  </a:lnTo>
                  <a:lnTo>
                    <a:pt x="535319" y="897952"/>
                  </a:lnTo>
                  <a:lnTo>
                    <a:pt x="535533" y="898357"/>
                  </a:lnTo>
                  <a:lnTo>
                    <a:pt x="535629" y="898560"/>
                  </a:lnTo>
                  <a:lnTo>
                    <a:pt x="535907" y="898985"/>
                  </a:lnTo>
                  <a:lnTo>
                    <a:pt x="536260" y="899464"/>
                  </a:lnTo>
                  <a:lnTo>
                    <a:pt x="536683" y="900041"/>
                  </a:lnTo>
                  <a:lnTo>
                    <a:pt x="536975" y="900321"/>
                  </a:lnTo>
                  <a:lnTo>
                    <a:pt x="537438" y="900764"/>
                  </a:lnTo>
                  <a:lnTo>
                    <a:pt x="537805" y="901192"/>
                  </a:lnTo>
                  <a:lnTo>
                    <a:pt x="537975" y="901382"/>
                  </a:lnTo>
                  <a:lnTo>
                    <a:pt x="538131" y="901527"/>
                  </a:lnTo>
                  <a:lnTo>
                    <a:pt x="538436" y="901815"/>
                  </a:lnTo>
                  <a:lnTo>
                    <a:pt x="538696" y="902085"/>
                  </a:lnTo>
                  <a:lnTo>
                    <a:pt x="538807" y="902278"/>
                  </a:lnTo>
                  <a:lnTo>
                    <a:pt x="538965" y="902545"/>
                  </a:lnTo>
                  <a:lnTo>
                    <a:pt x="539131" y="902784"/>
                  </a:lnTo>
                  <a:lnTo>
                    <a:pt x="539342" y="903046"/>
                  </a:lnTo>
                  <a:lnTo>
                    <a:pt x="539571" y="903393"/>
                  </a:lnTo>
                  <a:lnTo>
                    <a:pt x="539978" y="903817"/>
                  </a:lnTo>
                  <a:lnTo>
                    <a:pt x="540383" y="904120"/>
                  </a:lnTo>
                  <a:lnTo>
                    <a:pt x="540866" y="904428"/>
                  </a:lnTo>
                  <a:lnTo>
                    <a:pt x="541039" y="904543"/>
                  </a:lnTo>
                  <a:lnTo>
                    <a:pt x="541210" y="904576"/>
                  </a:lnTo>
                  <a:lnTo>
                    <a:pt x="541599" y="904858"/>
                  </a:lnTo>
                  <a:lnTo>
                    <a:pt x="541780" y="904973"/>
                  </a:lnTo>
                  <a:lnTo>
                    <a:pt x="542304" y="905413"/>
                  </a:lnTo>
                  <a:lnTo>
                    <a:pt x="542441" y="905499"/>
                  </a:lnTo>
                  <a:lnTo>
                    <a:pt x="542500" y="905670"/>
                  </a:lnTo>
                  <a:lnTo>
                    <a:pt x="542762" y="905952"/>
                  </a:lnTo>
                  <a:lnTo>
                    <a:pt x="542907" y="905978"/>
                  </a:lnTo>
                  <a:lnTo>
                    <a:pt x="543100" y="905973"/>
                  </a:lnTo>
                  <a:lnTo>
                    <a:pt x="543345" y="905998"/>
                  </a:lnTo>
                  <a:lnTo>
                    <a:pt x="543597" y="906019"/>
                  </a:lnTo>
                  <a:lnTo>
                    <a:pt x="543909" y="905777"/>
                  </a:lnTo>
                  <a:lnTo>
                    <a:pt x="544136" y="905563"/>
                  </a:lnTo>
                  <a:lnTo>
                    <a:pt x="544327" y="905543"/>
                  </a:lnTo>
                  <a:lnTo>
                    <a:pt x="544482" y="905520"/>
                  </a:lnTo>
                  <a:lnTo>
                    <a:pt x="545098" y="905657"/>
                  </a:lnTo>
                  <a:lnTo>
                    <a:pt x="545347" y="905576"/>
                  </a:lnTo>
                  <a:lnTo>
                    <a:pt x="545520" y="905240"/>
                  </a:lnTo>
                  <a:lnTo>
                    <a:pt x="545915" y="904901"/>
                  </a:lnTo>
                  <a:lnTo>
                    <a:pt x="546075" y="904896"/>
                  </a:lnTo>
                  <a:lnTo>
                    <a:pt x="546228" y="904818"/>
                  </a:lnTo>
                  <a:lnTo>
                    <a:pt x="546579" y="905072"/>
                  </a:lnTo>
                  <a:lnTo>
                    <a:pt x="546675" y="905235"/>
                  </a:lnTo>
                  <a:lnTo>
                    <a:pt x="546935" y="905398"/>
                  </a:lnTo>
                  <a:lnTo>
                    <a:pt x="547444" y="905260"/>
                  </a:lnTo>
                  <a:lnTo>
                    <a:pt x="547546" y="905133"/>
                  </a:lnTo>
                  <a:lnTo>
                    <a:pt x="547691" y="904746"/>
                  </a:lnTo>
                  <a:lnTo>
                    <a:pt x="547673" y="904609"/>
                  </a:lnTo>
                  <a:lnTo>
                    <a:pt x="547675" y="904438"/>
                  </a:lnTo>
                  <a:lnTo>
                    <a:pt x="547889" y="904169"/>
                  </a:lnTo>
                  <a:lnTo>
                    <a:pt x="548189" y="904156"/>
                  </a:lnTo>
                  <a:lnTo>
                    <a:pt x="548352" y="904136"/>
                  </a:lnTo>
                  <a:lnTo>
                    <a:pt x="548635" y="904064"/>
                  </a:lnTo>
                  <a:lnTo>
                    <a:pt x="548876" y="903965"/>
                  </a:lnTo>
                  <a:lnTo>
                    <a:pt x="549004" y="903929"/>
                  </a:lnTo>
                  <a:lnTo>
                    <a:pt x="549319" y="903754"/>
                  </a:lnTo>
                  <a:lnTo>
                    <a:pt x="549609" y="903530"/>
                  </a:lnTo>
                  <a:lnTo>
                    <a:pt x="549706" y="903395"/>
                  </a:lnTo>
                  <a:lnTo>
                    <a:pt x="549874" y="903158"/>
                  </a:lnTo>
                  <a:lnTo>
                    <a:pt x="550151" y="902698"/>
                  </a:lnTo>
                  <a:lnTo>
                    <a:pt x="550169" y="902540"/>
                  </a:lnTo>
                  <a:lnTo>
                    <a:pt x="550579" y="902003"/>
                  </a:lnTo>
                  <a:lnTo>
                    <a:pt x="550734" y="901711"/>
                  </a:lnTo>
                  <a:lnTo>
                    <a:pt x="550912" y="901421"/>
                  </a:lnTo>
                  <a:lnTo>
                    <a:pt x="551184" y="901286"/>
                  </a:lnTo>
                  <a:lnTo>
                    <a:pt x="551388" y="901189"/>
                  </a:lnTo>
                  <a:lnTo>
                    <a:pt x="551538" y="901115"/>
                  </a:lnTo>
                  <a:lnTo>
                    <a:pt x="551782" y="901049"/>
                  </a:lnTo>
                  <a:lnTo>
                    <a:pt x="552248" y="900868"/>
                  </a:lnTo>
                  <a:lnTo>
                    <a:pt x="552545" y="900731"/>
                  </a:lnTo>
                  <a:lnTo>
                    <a:pt x="552848" y="900591"/>
                  </a:lnTo>
                  <a:lnTo>
                    <a:pt x="552986" y="900540"/>
                  </a:lnTo>
                  <a:lnTo>
                    <a:pt x="553393" y="900428"/>
                  </a:lnTo>
                  <a:lnTo>
                    <a:pt x="553657" y="900545"/>
                  </a:lnTo>
                  <a:lnTo>
                    <a:pt x="553988" y="900583"/>
                  </a:lnTo>
                  <a:lnTo>
                    <a:pt x="554344" y="900611"/>
                  </a:lnTo>
                  <a:lnTo>
                    <a:pt x="554645" y="900772"/>
                  </a:lnTo>
                  <a:lnTo>
                    <a:pt x="554785" y="900848"/>
                  </a:lnTo>
                  <a:lnTo>
                    <a:pt x="554981" y="900952"/>
                  </a:lnTo>
                  <a:lnTo>
                    <a:pt x="555090" y="901141"/>
                  </a:lnTo>
                  <a:lnTo>
                    <a:pt x="555171" y="901288"/>
                  </a:lnTo>
                  <a:lnTo>
                    <a:pt x="555530" y="901492"/>
                  </a:lnTo>
                  <a:lnTo>
                    <a:pt x="555843" y="901573"/>
                  </a:lnTo>
                  <a:lnTo>
                    <a:pt x="556113" y="901568"/>
                  </a:lnTo>
                  <a:lnTo>
                    <a:pt x="556347" y="901469"/>
                  </a:lnTo>
                  <a:lnTo>
                    <a:pt x="556719" y="901342"/>
                  </a:lnTo>
                  <a:lnTo>
                    <a:pt x="556925" y="901286"/>
                  </a:lnTo>
                  <a:lnTo>
                    <a:pt x="557184" y="901171"/>
                  </a:lnTo>
                  <a:lnTo>
                    <a:pt x="557327" y="901092"/>
                  </a:lnTo>
                  <a:lnTo>
                    <a:pt x="557510" y="900960"/>
                  </a:lnTo>
                  <a:lnTo>
                    <a:pt x="557607" y="900774"/>
                  </a:lnTo>
                  <a:lnTo>
                    <a:pt x="557790" y="900749"/>
                  </a:lnTo>
                  <a:lnTo>
                    <a:pt x="558016" y="900767"/>
                  </a:lnTo>
                  <a:lnTo>
                    <a:pt x="558258" y="900741"/>
                  </a:lnTo>
                  <a:lnTo>
                    <a:pt x="558579" y="900713"/>
                  </a:lnTo>
                  <a:lnTo>
                    <a:pt x="558836" y="900690"/>
                  </a:lnTo>
                  <a:lnTo>
                    <a:pt x="559203" y="900696"/>
                  </a:lnTo>
                  <a:lnTo>
                    <a:pt x="558082" y="896727"/>
                  </a:lnTo>
                  <a:lnTo>
                    <a:pt x="556086" y="889664"/>
                  </a:lnTo>
                  <a:lnTo>
                    <a:pt x="553511" y="880560"/>
                  </a:lnTo>
                  <a:lnTo>
                    <a:pt x="550847" y="871068"/>
                  </a:lnTo>
                  <a:lnTo>
                    <a:pt x="549005" y="864318"/>
                  </a:lnTo>
                  <a:lnTo>
                    <a:pt x="546274" y="854784"/>
                  </a:lnTo>
                  <a:lnTo>
                    <a:pt x="542221" y="840337"/>
                  </a:lnTo>
                  <a:lnTo>
                    <a:pt x="538100" y="825201"/>
                  </a:lnTo>
                  <a:lnTo>
                    <a:pt x="536679" y="819977"/>
                  </a:lnTo>
                  <a:lnTo>
                    <a:pt x="538094" y="815577"/>
                  </a:lnTo>
                  <a:lnTo>
                    <a:pt x="539371" y="811614"/>
                  </a:lnTo>
                  <a:lnTo>
                    <a:pt x="540510" y="808050"/>
                  </a:lnTo>
                  <a:lnTo>
                    <a:pt x="542037" y="803287"/>
                  </a:lnTo>
                  <a:lnTo>
                    <a:pt x="542184" y="802828"/>
                  </a:lnTo>
                  <a:lnTo>
                    <a:pt x="542908" y="800552"/>
                  </a:lnTo>
                  <a:lnTo>
                    <a:pt x="545137" y="793582"/>
                  </a:lnTo>
                  <a:lnTo>
                    <a:pt x="548863" y="781922"/>
                  </a:lnTo>
                  <a:lnTo>
                    <a:pt x="547030" y="768523"/>
                  </a:lnTo>
                  <a:lnTo>
                    <a:pt x="545674" y="758608"/>
                  </a:lnTo>
                  <a:lnTo>
                    <a:pt x="545159" y="754823"/>
                  </a:lnTo>
                  <a:lnTo>
                    <a:pt x="544509" y="750037"/>
                  </a:lnTo>
                  <a:lnTo>
                    <a:pt x="542840" y="737758"/>
                  </a:lnTo>
                  <a:lnTo>
                    <a:pt x="545959" y="733547"/>
                  </a:lnTo>
                  <a:lnTo>
                    <a:pt x="551118" y="726585"/>
                  </a:lnTo>
                  <a:lnTo>
                    <a:pt x="553217" y="723736"/>
                  </a:lnTo>
                  <a:lnTo>
                    <a:pt x="556018" y="719935"/>
                  </a:lnTo>
                  <a:lnTo>
                    <a:pt x="557112" y="718428"/>
                  </a:lnTo>
                  <a:lnTo>
                    <a:pt x="562588" y="710877"/>
                  </a:lnTo>
                  <a:lnTo>
                    <a:pt x="560432" y="704822"/>
                  </a:lnTo>
                  <a:lnTo>
                    <a:pt x="557041" y="695300"/>
                  </a:lnTo>
                  <a:lnTo>
                    <a:pt x="553762" y="686085"/>
                  </a:lnTo>
                  <a:lnTo>
                    <a:pt x="551176" y="678968"/>
                  </a:lnTo>
                  <a:lnTo>
                    <a:pt x="549132" y="673337"/>
                  </a:lnTo>
                  <a:lnTo>
                    <a:pt x="545929" y="664518"/>
                  </a:lnTo>
                  <a:lnTo>
                    <a:pt x="543619" y="658051"/>
                  </a:lnTo>
                  <a:lnTo>
                    <a:pt x="543015" y="656360"/>
                  </a:lnTo>
                  <a:lnTo>
                    <a:pt x="540403" y="649057"/>
                  </a:lnTo>
                  <a:lnTo>
                    <a:pt x="537475" y="640978"/>
                  </a:lnTo>
                  <a:lnTo>
                    <a:pt x="534800" y="633288"/>
                  </a:lnTo>
                  <a:lnTo>
                    <a:pt x="540785" y="623801"/>
                  </a:lnTo>
                  <a:lnTo>
                    <a:pt x="542715" y="620733"/>
                  </a:lnTo>
                  <a:lnTo>
                    <a:pt x="542976" y="620318"/>
                  </a:lnTo>
                  <a:lnTo>
                    <a:pt x="546617" y="614611"/>
                  </a:lnTo>
                  <a:lnTo>
                    <a:pt x="549886" y="609472"/>
                  </a:lnTo>
                  <a:lnTo>
                    <a:pt x="551885" y="605561"/>
                  </a:lnTo>
                  <a:lnTo>
                    <a:pt x="557709" y="594175"/>
                  </a:lnTo>
                  <a:lnTo>
                    <a:pt x="562115" y="585941"/>
                  </a:lnTo>
                  <a:lnTo>
                    <a:pt x="564435" y="581604"/>
                  </a:lnTo>
                  <a:lnTo>
                    <a:pt x="565019" y="580513"/>
                  </a:lnTo>
                  <a:lnTo>
                    <a:pt x="567788" y="575350"/>
                  </a:lnTo>
                  <a:lnTo>
                    <a:pt x="565590" y="564371"/>
                  </a:lnTo>
                  <a:lnTo>
                    <a:pt x="564616" y="559505"/>
                  </a:lnTo>
                  <a:lnTo>
                    <a:pt x="562139" y="546866"/>
                  </a:lnTo>
                  <a:lnTo>
                    <a:pt x="561250" y="542316"/>
                  </a:lnTo>
                  <a:lnTo>
                    <a:pt x="564388" y="539235"/>
                  </a:lnTo>
                  <a:lnTo>
                    <a:pt x="567543" y="536141"/>
                  </a:lnTo>
                  <a:lnTo>
                    <a:pt x="571480" y="532281"/>
                  </a:lnTo>
                  <a:lnTo>
                    <a:pt x="575735" y="527286"/>
                  </a:lnTo>
                  <a:lnTo>
                    <a:pt x="581071" y="521026"/>
                  </a:lnTo>
                  <a:lnTo>
                    <a:pt x="582784" y="516384"/>
                  </a:lnTo>
                  <a:lnTo>
                    <a:pt x="585497" y="508981"/>
                  </a:lnTo>
                  <a:lnTo>
                    <a:pt x="587708" y="505823"/>
                  </a:lnTo>
                  <a:lnTo>
                    <a:pt x="592184" y="499428"/>
                  </a:lnTo>
                  <a:lnTo>
                    <a:pt x="595118" y="495245"/>
                  </a:lnTo>
                  <a:lnTo>
                    <a:pt x="597655" y="491612"/>
                  </a:lnTo>
                  <a:lnTo>
                    <a:pt x="600211" y="487959"/>
                  </a:lnTo>
                  <a:lnTo>
                    <a:pt x="605460" y="480362"/>
                  </a:lnTo>
                  <a:lnTo>
                    <a:pt x="607908" y="476536"/>
                  </a:lnTo>
                  <a:lnTo>
                    <a:pt x="613183" y="468306"/>
                  </a:lnTo>
                  <a:lnTo>
                    <a:pt x="618488" y="459831"/>
                  </a:lnTo>
                  <a:lnTo>
                    <a:pt x="622738" y="453035"/>
                  </a:lnTo>
                  <a:lnTo>
                    <a:pt x="628282" y="444142"/>
                  </a:lnTo>
                  <a:lnTo>
                    <a:pt x="632518" y="437269"/>
                  </a:lnTo>
                  <a:lnTo>
                    <a:pt x="642176" y="430202"/>
                  </a:lnTo>
                  <a:lnTo>
                    <a:pt x="651781" y="423174"/>
                  </a:lnTo>
                  <a:lnTo>
                    <a:pt x="663566" y="414580"/>
                  </a:lnTo>
                  <a:lnTo>
                    <a:pt x="672532" y="412195"/>
                  </a:lnTo>
                  <a:lnTo>
                    <a:pt x="674707" y="411619"/>
                  </a:lnTo>
                  <a:lnTo>
                    <a:pt x="683383" y="409320"/>
                  </a:lnTo>
                  <a:lnTo>
                    <a:pt x="690920" y="407275"/>
                  </a:lnTo>
                  <a:lnTo>
                    <a:pt x="699174" y="405045"/>
                  </a:lnTo>
                  <a:lnTo>
                    <a:pt x="709947" y="407611"/>
                  </a:lnTo>
                  <a:lnTo>
                    <a:pt x="719812" y="410052"/>
                  </a:lnTo>
                  <a:lnTo>
                    <a:pt x="728575" y="412047"/>
                  </a:lnTo>
                  <a:lnTo>
                    <a:pt x="739476" y="414538"/>
                  </a:lnTo>
                  <a:lnTo>
                    <a:pt x="747139" y="416610"/>
                  </a:lnTo>
                  <a:lnTo>
                    <a:pt x="750339" y="417474"/>
                  </a:lnTo>
                  <a:lnTo>
                    <a:pt x="754743" y="418657"/>
                  </a:lnTo>
                  <a:lnTo>
                    <a:pt x="761428" y="420468"/>
                  </a:lnTo>
                  <a:lnTo>
                    <a:pt x="772407" y="424524"/>
                  </a:lnTo>
                  <a:lnTo>
                    <a:pt x="777117" y="426266"/>
                  </a:lnTo>
                  <a:lnTo>
                    <a:pt x="782811" y="428369"/>
                  </a:lnTo>
                  <a:lnTo>
                    <a:pt x="786194" y="429600"/>
                  </a:lnTo>
                  <a:lnTo>
                    <a:pt x="792576" y="431901"/>
                  </a:lnTo>
                  <a:lnTo>
                    <a:pt x="795494" y="425869"/>
                  </a:lnTo>
                  <a:lnTo>
                    <a:pt x="798326" y="420001"/>
                  </a:lnTo>
                  <a:lnTo>
                    <a:pt x="800166" y="416016"/>
                  </a:lnTo>
                  <a:lnTo>
                    <a:pt x="803613" y="408531"/>
                  </a:lnTo>
                  <a:lnTo>
                    <a:pt x="805817" y="403749"/>
                  </a:lnTo>
                  <a:lnTo>
                    <a:pt x="808933" y="396832"/>
                  </a:lnTo>
                  <a:lnTo>
                    <a:pt x="811080" y="392051"/>
                  </a:lnTo>
                  <a:lnTo>
                    <a:pt x="812124" y="389734"/>
                  </a:lnTo>
                  <a:lnTo>
                    <a:pt x="812732" y="388385"/>
                  </a:lnTo>
                  <a:lnTo>
                    <a:pt x="816865" y="379204"/>
                  </a:lnTo>
                  <a:lnTo>
                    <a:pt x="816468" y="370775"/>
                  </a:lnTo>
                  <a:lnTo>
                    <a:pt x="816019" y="361225"/>
                  </a:lnTo>
                  <a:lnTo>
                    <a:pt x="815672" y="353885"/>
                  </a:lnTo>
                  <a:lnTo>
                    <a:pt x="815129" y="345201"/>
                  </a:lnTo>
                  <a:lnTo>
                    <a:pt x="814108" y="328869"/>
                  </a:lnTo>
                  <a:lnTo>
                    <a:pt x="813673" y="321556"/>
                  </a:lnTo>
                  <a:lnTo>
                    <a:pt x="813046" y="311094"/>
                  </a:lnTo>
                  <a:lnTo>
                    <a:pt x="812578" y="303306"/>
                  </a:lnTo>
                  <a:lnTo>
                    <a:pt x="809138" y="298786"/>
                  </a:lnTo>
                  <a:lnTo>
                    <a:pt x="805477" y="297437"/>
                  </a:lnTo>
                  <a:lnTo>
                    <a:pt x="792185" y="292617"/>
                  </a:lnTo>
                  <a:lnTo>
                    <a:pt x="785545" y="290218"/>
                  </a:lnTo>
                  <a:lnTo>
                    <a:pt x="779471" y="285716"/>
                  </a:lnTo>
                  <a:lnTo>
                    <a:pt x="772988" y="280907"/>
                  </a:lnTo>
                  <a:lnTo>
                    <a:pt x="768641" y="277682"/>
                  </a:lnTo>
                  <a:lnTo>
                    <a:pt x="762585" y="273096"/>
                  </a:lnTo>
                  <a:lnTo>
                    <a:pt x="757038" y="268903"/>
                  </a:lnTo>
                  <a:lnTo>
                    <a:pt x="760753" y="259448"/>
                  </a:lnTo>
                  <a:lnTo>
                    <a:pt x="763624" y="252130"/>
                  </a:lnTo>
                  <a:lnTo>
                    <a:pt x="770164" y="240417"/>
                  </a:lnTo>
                  <a:lnTo>
                    <a:pt x="774854" y="232036"/>
                  </a:lnTo>
                  <a:lnTo>
                    <a:pt x="777700" y="226837"/>
                  </a:lnTo>
                  <a:lnTo>
                    <a:pt x="782458" y="218161"/>
                  </a:lnTo>
                  <a:lnTo>
                    <a:pt x="784724" y="214029"/>
                  </a:lnTo>
                  <a:lnTo>
                    <a:pt x="790105" y="204323"/>
                  </a:lnTo>
                  <a:lnTo>
                    <a:pt x="791950" y="200991"/>
                  </a:lnTo>
                  <a:lnTo>
                    <a:pt x="797713" y="190438"/>
                  </a:lnTo>
                  <a:lnTo>
                    <a:pt x="802388" y="181963"/>
                  </a:lnTo>
                  <a:lnTo>
                    <a:pt x="806252" y="175011"/>
                  </a:lnTo>
                  <a:lnTo>
                    <a:pt x="807698" y="172409"/>
                  </a:lnTo>
                  <a:lnTo>
                    <a:pt x="810069" y="168144"/>
                  </a:lnTo>
                  <a:lnTo>
                    <a:pt x="812092" y="164660"/>
                  </a:lnTo>
                  <a:lnTo>
                    <a:pt x="816548" y="156998"/>
                  </a:lnTo>
                  <a:lnTo>
                    <a:pt x="822312" y="147444"/>
                  </a:lnTo>
                  <a:lnTo>
                    <a:pt x="828451" y="137265"/>
                  </a:lnTo>
                  <a:lnTo>
                    <a:pt x="830740" y="133509"/>
                  </a:lnTo>
                  <a:lnTo>
                    <a:pt x="836558" y="123972"/>
                  </a:lnTo>
                  <a:lnTo>
                    <a:pt x="840520" y="117485"/>
                  </a:lnTo>
                  <a:lnTo>
                    <a:pt x="839412" y="116740"/>
                  </a:lnTo>
                  <a:lnTo>
                    <a:pt x="837005" y="118541"/>
                  </a:lnTo>
                  <a:lnTo>
                    <a:pt x="836509" y="117984"/>
                  </a:lnTo>
                  <a:lnTo>
                    <a:pt x="836099" y="117536"/>
                  </a:lnTo>
                  <a:lnTo>
                    <a:pt x="835712" y="117109"/>
                  </a:lnTo>
                  <a:lnTo>
                    <a:pt x="835499" y="116872"/>
                  </a:lnTo>
                  <a:lnTo>
                    <a:pt x="834939" y="116213"/>
                  </a:lnTo>
                  <a:lnTo>
                    <a:pt x="834776" y="116020"/>
                  </a:lnTo>
                  <a:lnTo>
                    <a:pt x="833705" y="116068"/>
                  </a:lnTo>
                  <a:lnTo>
                    <a:pt x="833333" y="116078"/>
                  </a:lnTo>
                  <a:lnTo>
                    <a:pt x="833112" y="116086"/>
                  </a:lnTo>
                  <a:lnTo>
                    <a:pt x="832740" y="116086"/>
                  </a:lnTo>
                  <a:lnTo>
                    <a:pt x="832600" y="115987"/>
                  </a:lnTo>
                  <a:lnTo>
                    <a:pt x="832379" y="115406"/>
                  </a:lnTo>
                  <a:lnTo>
                    <a:pt x="832145" y="114798"/>
                  </a:lnTo>
                  <a:lnTo>
                    <a:pt x="831952" y="114266"/>
                  </a:lnTo>
                  <a:lnTo>
                    <a:pt x="831779" y="113836"/>
                  </a:lnTo>
                  <a:lnTo>
                    <a:pt x="831560" y="113826"/>
                  </a:lnTo>
                  <a:lnTo>
                    <a:pt x="830972" y="113803"/>
                  </a:lnTo>
                  <a:lnTo>
                    <a:pt x="830300" y="113803"/>
                  </a:lnTo>
                  <a:lnTo>
                    <a:pt x="829751" y="113763"/>
                  </a:lnTo>
                  <a:lnTo>
                    <a:pt x="829206" y="113747"/>
                  </a:lnTo>
                  <a:lnTo>
                    <a:pt x="828842" y="113758"/>
                  </a:lnTo>
                  <a:lnTo>
                    <a:pt x="828595" y="113742"/>
                  </a:lnTo>
                  <a:lnTo>
                    <a:pt x="827949" y="113748"/>
                  </a:lnTo>
                  <a:lnTo>
                    <a:pt x="827700" y="113763"/>
                  </a:lnTo>
                  <a:lnTo>
                    <a:pt x="826972" y="113804"/>
                  </a:lnTo>
                  <a:lnTo>
                    <a:pt x="825967" y="113829"/>
                  </a:lnTo>
                  <a:lnTo>
                    <a:pt x="824987" y="113837"/>
                  </a:lnTo>
                  <a:lnTo>
                    <a:pt x="824501" y="113847"/>
                  </a:lnTo>
                  <a:lnTo>
                    <a:pt x="824171" y="113643"/>
                  </a:lnTo>
                  <a:lnTo>
                    <a:pt x="823822" y="113394"/>
                  </a:lnTo>
                  <a:lnTo>
                    <a:pt x="823575" y="113218"/>
                  </a:lnTo>
                  <a:lnTo>
                    <a:pt x="823331" y="112900"/>
                  </a:lnTo>
                  <a:lnTo>
                    <a:pt x="823066" y="112585"/>
                  </a:lnTo>
                  <a:lnTo>
                    <a:pt x="822603" y="112078"/>
                  </a:lnTo>
                  <a:lnTo>
                    <a:pt x="822290" y="111834"/>
                  </a:lnTo>
                  <a:lnTo>
                    <a:pt x="821982" y="111671"/>
                  </a:lnTo>
                  <a:lnTo>
                    <a:pt x="821626" y="111552"/>
                  </a:lnTo>
                  <a:lnTo>
                    <a:pt x="821283" y="111488"/>
                  </a:lnTo>
                  <a:lnTo>
                    <a:pt x="821069" y="111597"/>
                  </a:lnTo>
                  <a:lnTo>
                    <a:pt x="820707" y="111770"/>
                  </a:lnTo>
                  <a:lnTo>
                    <a:pt x="820255" y="111943"/>
                  </a:lnTo>
                  <a:lnTo>
                    <a:pt x="819710" y="112200"/>
                  </a:lnTo>
                  <a:lnTo>
                    <a:pt x="819382" y="112340"/>
                  </a:lnTo>
                  <a:lnTo>
                    <a:pt x="819008" y="112518"/>
                  </a:lnTo>
                  <a:lnTo>
                    <a:pt x="818639" y="112656"/>
                  </a:lnTo>
                  <a:lnTo>
                    <a:pt x="818199" y="112839"/>
                  </a:lnTo>
                  <a:lnTo>
                    <a:pt x="817769" y="113030"/>
                  </a:lnTo>
                  <a:lnTo>
                    <a:pt x="817333" y="113223"/>
                  </a:lnTo>
                  <a:lnTo>
                    <a:pt x="816766" y="113452"/>
                  </a:lnTo>
                  <a:lnTo>
                    <a:pt x="816331" y="113661"/>
                  </a:lnTo>
                  <a:lnTo>
                    <a:pt x="815690" y="113951"/>
                  </a:lnTo>
                  <a:lnTo>
                    <a:pt x="815076" y="114190"/>
                  </a:lnTo>
                  <a:lnTo>
                    <a:pt x="814825" y="114294"/>
                  </a:lnTo>
                  <a:lnTo>
                    <a:pt x="814593" y="114416"/>
                  </a:lnTo>
                  <a:lnTo>
                    <a:pt x="814120" y="114551"/>
                  </a:lnTo>
                  <a:lnTo>
                    <a:pt x="813659" y="114714"/>
                  </a:lnTo>
                  <a:lnTo>
                    <a:pt x="813346" y="114816"/>
                  </a:lnTo>
                  <a:lnTo>
                    <a:pt x="812822" y="114986"/>
                  </a:lnTo>
                  <a:lnTo>
                    <a:pt x="812275" y="115172"/>
                  </a:lnTo>
                  <a:lnTo>
                    <a:pt x="811819" y="115330"/>
                  </a:lnTo>
                  <a:lnTo>
                    <a:pt x="811267" y="115549"/>
                  </a:lnTo>
                  <a:lnTo>
                    <a:pt x="810705" y="115712"/>
                  </a:lnTo>
                  <a:lnTo>
                    <a:pt x="810283" y="115857"/>
                  </a:lnTo>
                  <a:lnTo>
                    <a:pt x="809751" y="116040"/>
                  </a:lnTo>
                  <a:lnTo>
                    <a:pt x="809221" y="116223"/>
                  </a:lnTo>
                  <a:lnTo>
                    <a:pt x="808634" y="115984"/>
                  </a:lnTo>
                  <a:lnTo>
                    <a:pt x="807924" y="115737"/>
                  </a:lnTo>
                  <a:lnTo>
                    <a:pt x="807193" y="115462"/>
                  </a:lnTo>
                  <a:lnTo>
                    <a:pt x="806346" y="115169"/>
                  </a:lnTo>
                  <a:lnTo>
                    <a:pt x="805623" y="114892"/>
                  </a:lnTo>
                  <a:lnTo>
                    <a:pt x="804835" y="114650"/>
                  </a:lnTo>
                  <a:lnTo>
                    <a:pt x="804204" y="114404"/>
                  </a:lnTo>
                  <a:lnTo>
                    <a:pt x="803570" y="114167"/>
                  </a:lnTo>
                  <a:lnTo>
                    <a:pt x="803087" y="113989"/>
                  </a:lnTo>
                  <a:lnTo>
                    <a:pt x="802132" y="114083"/>
                  </a:lnTo>
                  <a:lnTo>
                    <a:pt x="801377" y="114159"/>
                  </a:lnTo>
                  <a:lnTo>
                    <a:pt x="800443" y="114258"/>
                  </a:lnTo>
                  <a:lnTo>
                    <a:pt x="799702" y="114322"/>
                  </a:lnTo>
                  <a:lnTo>
                    <a:pt x="798903" y="114373"/>
                  </a:lnTo>
                  <a:lnTo>
                    <a:pt x="798031" y="114442"/>
                  </a:lnTo>
                  <a:lnTo>
                    <a:pt x="796664" y="114569"/>
                  </a:lnTo>
                  <a:lnTo>
                    <a:pt x="795753" y="114602"/>
                  </a:lnTo>
                  <a:lnTo>
                    <a:pt x="795509" y="114625"/>
                  </a:lnTo>
                  <a:lnTo>
                    <a:pt x="794982" y="115215"/>
                  </a:lnTo>
                  <a:lnTo>
                    <a:pt x="794412" y="115831"/>
                  </a:lnTo>
                  <a:lnTo>
                    <a:pt x="793842" y="116426"/>
                  </a:lnTo>
                  <a:lnTo>
                    <a:pt x="793412" y="116900"/>
                  </a:lnTo>
                  <a:lnTo>
                    <a:pt x="792331" y="116877"/>
                  </a:lnTo>
                  <a:lnTo>
                    <a:pt x="791415" y="116879"/>
                  </a:lnTo>
                  <a:lnTo>
                    <a:pt x="790557" y="116879"/>
                  </a:lnTo>
                  <a:lnTo>
                    <a:pt x="789909" y="116854"/>
                  </a:lnTo>
                  <a:lnTo>
                    <a:pt x="788038" y="116854"/>
                  </a:lnTo>
                  <a:lnTo>
                    <a:pt x="787209" y="116856"/>
                  </a:lnTo>
                  <a:lnTo>
                    <a:pt x="786346" y="116851"/>
                  </a:lnTo>
                  <a:lnTo>
                    <a:pt x="785545" y="116846"/>
                  </a:lnTo>
                  <a:lnTo>
                    <a:pt x="785010" y="116846"/>
                  </a:lnTo>
                  <a:lnTo>
                    <a:pt x="784341" y="116828"/>
                  </a:lnTo>
                  <a:lnTo>
                    <a:pt x="783453" y="116813"/>
                  </a:lnTo>
                  <a:lnTo>
                    <a:pt x="782021" y="116813"/>
                  </a:lnTo>
                  <a:lnTo>
                    <a:pt x="781761" y="116816"/>
                  </a:lnTo>
                  <a:lnTo>
                    <a:pt x="781295" y="117032"/>
                  </a:lnTo>
                  <a:lnTo>
                    <a:pt x="780677" y="117205"/>
                  </a:lnTo>
                  <a:lnTo>
                    <a:pt x="780099" y="117391"/>
                  </a:lnTo>
                  <a:lnTo>
                    <a:pt x="779395" y="117587"/>
                  </a:lnTo>
                  <a:lnTo>
                    <a:pt x="778850" y="117762"/>
                  </a:lnTo>
                  <a:lnTo>
                    <a:pt x="778260" y="117956"/>
                  </a:lnTo>
                  <a:lnTo>
                    <a:pt x="777647" y="118152"/>
                  </a:lnTo>
                  <a:lnTo>
                    <a:pt x="776886" y="118378"/>
                  </a:lnTo>
                  <a:lnTo>
                    <a:pt x="776150" y="118617"/>
                  </a:lnTo>
                  <a:lnTo>
                    <a:pt x="775636" y="118770"/>
                  </a:lnTo>
                  <a:lnTo>
                    <a:pt x="775321" y="118861"/>
                  </a:lnTo>
                  <a:lnTo>
                    <a:pt x="774766" y="118808"/>
                  </a:lnTo>
                  <a:lnTo>
                    <a:pt x="774237" y="118755"/>
                  </a:lnTo>
                  <a:lnTo>
                    <a:pt x="773530" y="118678"/>
                  </a:lnTo>
                  <a:lnTo>
                    <a:pt x="772865" y="118653"/>
                  </a:lnTo>
                  <a:lnTo>
                    <a:pt x="772087" y="118574"/>
                  </a:lnTo>
                  <a:lnTo>
                    <a:pt x="771382" y="118520"/>
                  </a:lnTo>
                  <a:lnTo>
                    <a:pt x="770563" y="118449"/>
                  </a:lnTo>
                  <a:lnTo>
                    <a:pt x="769756" y="118378"/>
                  </a:lnTo>
                  <a:lnTo>
                    <a:pt x="769150" y="118307"/>
                  </a:lnTo>
                  <a:lnTo>
                    <a:pt x="768392" y="118274"/>
                  </a:lnTo>
                  <a:lnTo>
                    <a:pt x="767855" y="118190"/>
                  </a:lnTo>
                  <a:lnTo>
                    <a:pt x="766870" y="118136"/>
                  </a:lnTo>
                  <a:lnTo>
                    <a:pt x="766641" y="118207"/>
                  </a:lnTo>
                  <a:lnTo>
                    <a:pt x="765178" y="118477"/>
                  </a:lnTo>
                  <a:lnTo>
                    <a:pt x="764069" y="118668"/>
                  </a:lnTo>
                  <a:lnTo>
                    <a:pt x="762400" y="118986"/>
                  </a:lnTo>
                  <a:lnTo>
                    <a:pt x="761191" y="119200"/>
                  </a:lnTo>
                  <a:lnTo>
                    <a:pt x="761036" y="119230"/>
                  </a:lnTo>
                  <a:lnTo>
                    <a:pt x="759970" y="119439"/>
                  </a:lnTo>
                  <a:lnTo>
                    <a:pt x="758423" y="119737"/>
                  </a:lnTo>
                  <a:lnTo>
                    <a:pt x="757175" y="119992"/>
                  </a:lnTo>
                  <a:lnTo>
                    <a:pt x="756384" y="119744"/>
                  </a:lnTo>
                  <a:lnTo>
                    <a:pt x="755158" y="119365"/>
                  </a:lnTo>
                  <a:lnTo>
                    <a:pt x="754303" y="119042"/>
                  </a:lnTo>
                  <a:lnTo>
                    <a:pt x="753382" y="118752"/>
                  </a:lnTo>
                  <a:lnTo>
                    <a:pt x="752038" y="118335"/>
                  </a:lnTo>
                  <a:lnTo>
                    <a:pt x="750970" y="117999"/>
                  </a:lnTo>
                  <a:lnTo>
                    <a:pt x="749626" y="117576"/>
                  </a:lnTo>
                  <a:lnTo>
                    <a:pt x="747959" y="117090"/>
                  </a:lnTo>
                  <a:lnTo>
                    <a:pt x="746865" y="116818"/>
                  </a:lnTo>
                  <a:lnTo>
                    <a:pt x="745405" y="116490"/>
                  </a:lnTo>
                  <a:lnTo>
                    <a:pt x="745135" y="116597"/>
                  </a:lnTo>
                  <a:lnTo>
                    <a:pt x="744316" y="116874"/>
                  </a:lnTo>
                  <a:lnTo>
                    <a:pt x="742812" y="117347"/>
                  </a:lnTo>
                  <a:lnTo>
                    <a:pt x="741987" y="117620"/>
                  </a:lnTo>
                  <a:lnTo>
                    <a:pt x="740410" y="118128"/>
                  </a:lnTo>
                  <a:lnTo>
                    <a:pt x="739290" y="118487"/>
                  </a:lnTo>
                  <a:lnTo>
                    <a:pt x="738366" y="118799"/>
                  </a:lnTo>
                  <a:lnTo>
                    <a:pt x="731120" y="121152"/>
                  </a:lnTo>
                  <a:lnTo>
                    <a:pt x="725026" y="120582"/>
                  </a:lnTo>
                  <a:lnTo>
                    <a:pt x="724205" y="120505"/>
                  </a:lnTo>
                  <a:lnTo>
                    <a:pt x="723666" y="120454"/>
                  </a:lnTo>
                  <a:lnTo>
                    <a:pt x="723168" y="120408"/>
                  </a:lnTo>
                  <a:lnTo>
                    <a:pt x="722835" y="120377"/>
                  </a:lnTo>
                  <a:lnTo>
                    <a:pt x="718325" y="119955"/>
                  </a:lnTo>
                  <a:lnTo>
                    <a:pt x="713745" y="118714"/>
                  </a:lnTo>
                  <a:lnTo>
                    <a:pt x="713521" y="118654"/>
                  </a:lnTo>
                  <a:lnTo>
                    <a:pt x="712120" y="118274"/>
                  </a:lnTo>
                  <a:lnTo>
                    <a:pt x="710543" y="117847"/>
                  </a:lnTo>
                  <a:lnTo>
                    <a:pt x="710118" y="117732"/>
                  </a:lnTo>
                  <a:lnTo>
                    <a:pt x="708009" y="117280"/>
                  </a:lnTo>
                  <a:lnTo>
                    <a:pt x="700341" y="115548"/>
                  </a:lnTo>
                  <a:lnTo>
                    <a:pt x="692271" y="116984"/>
                  </a:lnTo>
                  <a:lnTo>
                    <a:pt x="688113" y="127123"/>
                  </a:lnTo>
                  <a:lnTo>
                    <a:pt x="687262" y="126971"/>
                  </a:lnTo>
                  <a:lnTo>
                    <a:pt x="686097" y="127236"/>
                  </a:lnTo>
                  <a:lnTo>
                    <a:pt x="685489" y="127262"/>
                  </a:lnTo>
                  <a:lnTo>
                    <a:pt x="684366" y="127302"/>
                  </a:lnTo>
                  <a:lnTo>
                    <a:pt x="684135" y="127374"/>
                  </a:lnTo>
                  <a:lnTo>
                    <a:pt x="682622" y="127995"/>
                  </a:lnTo>
                  <a:lnTo>
                    <a:pt x="681214" y="128422"/>
                  </a:lnTo>
                  <a:lnTo>
                    <a:pt x="677496" y="138397"/>
                  </a:lnTo>
                  <a:lnTo>
                    <a:pt x="673033" y="136584"/>
                  </a:lnTo>
                  <a:lnTo>
                    <a:pt x="670308" y="139246"/>
                  </a:lnTo>
                  <a:lnTo>
                    <a:pt x="670564" y="142641"/>
                  </a:lnTo>
                  <a:lnTo>
                    <a:pt x="671816" y="143601"/>
                  </a:lnTo>
                  <a:lnTo>
                    <a:pt x="672859" y="144688"/>
                  </a:lnTo>
                  <a:lnTo>
                    <a:pt x="673154" y="145527"/>
                  </a:lnTo>
                  <a:lnTo>
                    <a:pt x="673455" y="146001"/>
                  </a:lnTo>
                  <a:lnTo>
                    <a:pt x="674337" y="146800"/>
                  </a:lnTo>
                  <a:lnTo>
                    <a:pt x="674508" y="146921"/>
                  </a:lnTo>
                  <a:lnTo>
                    <a:pt x="674629" y="147115"/>
                  </a:lnTo>
                  <a:lnTo>
                    <a:pt x="674852" y="147635"/>
                  </a:lnTo>
                  <a:lnTo>
                    <a:pt x="673052" y="151946"/>
                  </a:lnTo>
                  <a:lnTo>
                    <a:pt x="669682" y="154779"/>
                  </a:lnTo>
                  <a:lnTo>
                    <a:pt x="662350" y="154361"/>
                  </a:lnTo>
                  <a:lnTo>
                    <a:pt x="653814" y="153874"/>
                  </a:lnTo>
                  <a:lnTo>
                    <a:pt x="655593" y="160202"/>
                  </a:lnTo>
                  <a:lnTo>
                    <a:pt x="652703" y="163698"/>
                  </a:lnTo>
                  <a:lnTo>
                    <a:pt x="651496" y="163372"/>
                  </a:lnTo>
                  <a:lnTo>
                    <a:pt x="650266" y="163036"/>
                  </a:lnTo>
                  <a:lnTo>
                    <a:pt x="647940" y="161392"/>
                  </a:lnTo>
                  <a:lnTo>
                    <a:pt x="646427" y="160115"/>
                  </a:lnTo>
                  <a:lnTo>
                    <a:pt x="645626" y="160209"/>
                  </a:lnTo>
                  <a:lnTo>
                    <a:pt x="644367" y="160492"/>
                  </a:lnTo>
                  <a:lnTo>
                    <a:pt x="643161" y="160782"/>
                  </a:lnTo>
                  <a:lnTo>
                    <a:pt x="641990" y="161052"/>
                  </a:lnTo>
                  <a:lnTo>
                    <a:pt x="640845" y="161321"/>
                  </a:lnTo>
                  <a:lnTo>
                    <a:pt x="639087" y="161739"/>
                  </a:lnTo>
                  <a:lnTo>
                    <a:pt x="638245" y="162141"/>
                  </a:lnTo>
                  <a:lnTo>
                    <a:pt x="636901" y="162869"/>
                  </a:lnTo>
                  <a:lnTo>
                    <a:pt x="635904" y="163449"/>
                  </a:lnTo>
                  <a:lnTo>
                    <a:pt x="635517" y="162912"/>
                  </a:lnTo>
                  <a:lnTo>
                    <a:pt x="634794" y="161876"/>
                  </a:lnTo>
                  <a:lnTo>
                    <a:pt x="634031" y="160830"/>
                  </a:lnTo>
                  <a:lnTo>
                    <a:pt x="633247" y="159655"/>
                  </a:lnTo>
                  <a:lnTo>
                    <a:pt x="632466" y="158604"/>
                  </a:lnTo>
                  <a:lnTo>
                    <a:pt x="631698" y="157510"/>
                  </a:lnTo>
                  <a:lnTo>
                    <a:pt x="631163" y="156734"/>
                  </a:lnTo>
                  <a:lnTo>
                    <a:pt x="631095" y="155909"/>
                  </a:lnTo>
                  <a:lnTo>
                    <a:pt x="631072" y="154876"/>
                  </a:lnTo>
                  <a:lnTo>
                    <a:pt x="630962" y="153754"/>
                  </a:lnTo>
                  <a:lnTo>
                    <a:pt x="630894" y="152820"/>
                  </a:lnTo>
                  <a:lnTo>
                    <a:pt x="630838" y="152059"/>
                  </a:lnTo>
                  <a:lnTo>
                    <a:pt x="630777" y="150777"/>
                  </a:lnTo>
                  <a:lnTo>
                    <a:pt x="630676" y="149753"/>
                  </a:lnTo>
                  <a:lnTo>
                    <a:pt x="630158" y="149469"/>
                  </a:lnTo>
                  <a:lnTo>
                    <a:pt x="629375" y="149151"/>
                  </a:lnTo>
                  <a:lnTo>
                    <a:pt x="628357" y="148739"/>
                  </a:lnTo>
                  <a:lnTo>
                    <a:pt x="627695" y="149100"/>
                  </a:lnTo>
                  <a:lnTo>
                    <a:pt x="626680" y="149805"/>
                  </a:lnTo>
                  <a:lnTo>
                    <a:pt x="624431" y="151311"/>
                  </a:lnTo>
                  <a:lnTo>
                    <a:pt x="623420" y="151980"/>
                  </a:lnTo>
                  <a:lnTo>
                    <a:pt x="621794" y="152235"/>
                  </a:lnTo>
                  <a:lnTo>
                    <a:pt x="621448" y="152115"/>
                  </a:lnTo>
                  <a:lnTo>
                    <a:pt x="620599" y="151556"/>
                  </a:lnTo>
                  <a:lnTo>
                    <a:pt x="619889" y="151085"/>
                  </a:lnTo>
                  <a:lnTo>
                    <a:pt x="619398" y="150762"/>
                  </a:lnTo>
                  <a:lnTo>
                    <a:pt x="619001" y="150479"/>
                  </a:lnTo>
                  <a:lnTo>
                    <a:pt x="618426" y="150169"/>
                  </a:lnTo>
                  <a:lnTo>
                    <a:pt x="618232" y="150072"/>
                  </a:lnTo>
                  <a:lnTo>
                    <a:pt x="618029" y="150047"/>
                  </a:lnTo>
                  <a:lnTo>
                    <a:pt x="617657" y="150057"/>
                  </a:lnTo>
                  <a:lnTo>
                    <a:pt x="617324" y="150215"/>
                  </a:lnTo>
                  <a:lnTo>
                    <a:pt x="616779" y="150451"/>
                  </a:lnTo>
                  <a:lnTo>
                    <a:pt x="616426" y="150062"/>
                  </a:lnTo>
                  <a:lnTo>
                    <a:pt x="615741" y="149365"/>
                  </a:lnTo>
                  <a:lnTo>
                    <a:pt x="615194" y="148874"/>
                  </a:lnTo>
                  <a:lnTo>
                    <a:pt x="613924" y="148421"/>
                  </a:lnTo>
                  <a:lnTo>
                    <a:pt x="612873" y="148072"/>
                  </a:lnTo>
                  <a:lnTo>
                    <a:pt x="612500" y="147947"/>
                  </a:lnTo>
                  <a:lnTo>
                    <a:pt x="611848" y="147729"/>
                  </a:lnTo>
                  <a:lnTo>
                    <a:pt x="611174" y="147556"/>
                  </a:lnTo>
                  <a:lnTo>
                    <a:pt x="610021" y="147321"/>
                  </a:lnTo>
                  <a:lnTo>
                    <a:pt x="609670" y="147344"/>
                  </a:lnTo>
                  <a:lnTo>
                    <a:pt x="608517" y="147497"/>
                  </a:lnTo>
                  <a:lnTo>
                    <a:pt x="607723" y="147657"/>
                  </a:lnTo>
                  <a:lnTo>
                    <a:pt x="607474" y="147787"/>
                  </a:lnTo>
                  <a:lnTo>
                    <a:pt x="607258" y="147894"/>
                  </a:lnTo>
                  <a:lnTo>
                    <a:pt x="607008" y="148019"/>
                  </a:lnTo>
                  <a:lnTo>
                    <a:pt x="606192" y="148500"/>
                  </a:lnTo>
                  <a:lnTo>
                    <a:pt x="605477" y="148925"/>
                  </a:lnTo>
                  <a:lnTo>
                    <a:pt x="605095" y="149238"/>
                  </a:lnTo>
                  <a:lnTo>
                    <a:pt x="604459" y="149589"/>
                  </a:lnTo>
                  <a:lnTo>
                    <a:pt x="603456" y="150182"/>
                  </a:lnTo>
                  <a:lnTo>
                    <a:pt x="602830" y="150525"/>
                  </a:lnTo>
                  <a:lnTo>
                    <a:pt x="602207" y="150925"/>
                  </a:lnTo>
                  <a:lnTo>
                    <a:pt x="601497" y="151342"/>
                  </a:lnTo>
                  <a:lnTo>
                    <a:pt x="600685" y="151813"/>
                  </a:lnTo>
                  <a:lnTo>
                    <a:pt x="599991" y="152260"/>
                  </a:lnTo>
                  <a:lnTo>
                    <a:pt x="599034" y="152838"/>
                  </a:lnTo>
                  <a:lnTo>
                    <a:pt x="598232" y="153296"/>
                  </a:lnTo>
                  <a:lnTo>
                    <a:pt x="597591" y="153746"/>
                  </a:lnTo>
                  <a:lnTo>
                    <a:pt x="596823" y="154184"/>
                  </a:lnTo>
                  <a:lnTo>
                    <a:pt x="596039" y="154640"/>
                  </a:lnTo>
                  <a:lnTo>
                    <a:pt x="595791" y="154787"/>
                  </a:lnTo>
                  <a:lnTo>
                    <a:pt x="595454" y="154988"/>
                  </a:lnTo>
                  <a:lnTo>
                    <a:pt x="595013" y="155263"/>
                  </a:lnTo>
                  <a:lnTo>
                    <a:pt x="594657" y="155479"/>
                  </a:lnTo>
                  <a:lnTo>
                    <a:pt x="594225" y="155787"/>
                  </a:lnTo>
                  <a:lnTo>
                    <a:pt x="593864" y="155995"/>
                  </a:lnTo>
                  <a:lnTo>
                    <a:pt x="593450" y="155703"/>
                  </a:lnTo>
                  <a:lnTo>
                    <a:pt x="592260" y="154863"/>
                  </a:lnTo>
                  <a:lnTo>
                    <a:pt x="591920" y="154623"/>
                  </a:lnTo>
                  <a:lnTo>
                    <a:pt x="590514" y="152559"/>
                  </a:lnTo>
                  <a:lnTo>
                    <a:pt x="589550" y="153275"/>
                  </a:lnTo>
                  <a:lnTo>
                    <a:pt x="589304" y="153457"/>
                  </a:lnTo>
                  <a:lnTo>
                    <a:pt x="588713" y="153256"/>
                  </a:lnTo>
                  <a:lnTo>
                    <a:pt x="587682" y="152776"/>
                  </a:lnTo>
                  <a:lnTo>
                    <a:pt x="587169" y="152519"/>
                  </a:lnTo>
                  <a:lnTo>
                    <a:pt x="586863" y="152324"/>
                  </a:lnTo>
                  <a:lnTo>
                    <a:pt x="586485" y="152097"/>
                  </a:lnTo>
                  <a:lnTo>
                    <a:pt x="586268" y="151883"/>
                  </a:lnTo>
                  <a:lnTo>
                    <a:pt x="586069" y="151723"/>
                  </a:lnTo>
                  <a:lnTo>
                    <a:pt x="585443" y="152026"/>
                  </a:lnTo>
                  <a:lnTo>
                    <a:pt x="585133" y="151903"/>
                  </a:lnTo>
                  <a:lnTo>
                    <a:pt x="584851" y="151633"/>
                  </a:lnTo>
                  <a:lnTo>
                    <a:pt x="584537" y="151327"/>
                  </a:lnTo>
                  <a:lnTo>
                    <a:pt x="584358" y="151180"/>
                  </a:lnTo>
                  <a:lnTo>
                    <a:pt x="584065" y="150930"/>
                  </a:lnTo>
                  <a:lnTo>
                    <a:pt x="583516" y="150520"/>
                  </a:lnTo>
                  <a:lnTo>
                    <a:pt x="583356" y="150334"/>
                  </a:lnTo>
                  <a:lnTo>
                    <a:pt x="583091" y="149847"/>
                  </a:lnTo>
                  <a:lnTo>
                    <a:pt x="582794" y="149386"/>
                  </a:lnTo>
                  <a:lnTo>
                    <a:pt x="582621" y="149111"/>
                  </a:lnTo>
                  <a:lnTo>
                    <a:pt x="582591" y="146952"/>
                  </a:lnTo>
                  <a:lnTo>
                    <a:pt x="583066" y="145868"/>
                  </a:lnTo>
                  <a:lnTo>
                    <a:pt x="584128" y="144415"/>
                  </a:lnTo>
                  <a:lnTo>
                    <a:pt x="583536" y="144039"/>
                  </a:lnTo>
                  <a:lnTo>
                    <a:pt x="580599" y="142164"/>
                  </a:lnTo>
                  <a:lnTo>
                    <a:pt x="580520" y="141944"/>
                  </a:lnTo>
                  <a:lnTo>
                    <a:pt x="580171" y="140968"/>
                  </a:lnTo>
                  <a:lnTo>
                    <a:pt x="580057" y="140637"/>
                  </a:lnTo>
                  <a:lnTo>
                    <a:pt x="579713" y="139701"/>
                  </a:lnTo>
                  <a:lnTo>
                    <a:pt x="579690" y="139291"/>
                  </a:lnTo>
                  <a:lnTo>
                    <a:pt x="579680" y="139077"/>
                  </a:lnTo>
                  <a:lnTo>
                    <a:pt x="579489" y="138757"/>
                  </a:lnTo>
                  <a:lnTo>
                    <a:pt x="579382" y="138563"/>
                  </a:lnTo>
                  <a:lnTo>
                    <a:pt x="579148" y="138449"/>
                  </a:lnTo>
                  <a:lnTo>
                    <a:pt x="576820" y="138506"/>
                  </a:lnTo>
                  <a:lnTo>
                    <a:pt x="576202" y="140258"/>
                  </a:lnTo>
                  <a:lnTo>
                    <a:pt x="576045" y="140208"/>
                  </a:lnTo>
                  <a:lnTo>
                    <a:pt x="575718" y="140104"/>
                  </a:lnTo>
                  <a:lnTo>
                    <a:pt x="576075" y="141269"/>
                  </a:lnTo>
                  <a:lnTo>
                    <a:pt x="576944" y="144105"/>
                  </a:lnTo>
                  <a:lnTo>
                    <a:pt x="576276" y="143589"/>
                  </a:lnTo>
                  <a:lnTo>
                    <a:pt x="575853" y="143262"/>
                  </a:lnTo>
                  <a:lnTo>
                    <a:pt x="574904" y="142528"/>
                  </a:lnTo>
                  <a:lnTo>
                    <a:pt x="573475" y="142956"/>
                  </a:lnTo>
                  <a:lnTo>
                    <a:pt x="573278" y="143015"/>
                  </a:lnTo>
                  <a:lnTo>
                    <a:pt x="572407" y="143275"/>
                  </a:lnTo>
                  <a:lnTo>
                    <a:pt x="571362" y="143588"/>
                  </a:lnTo>
                  <a:lnTo>
                    <a:pt x="567262" y="138965"/>
                  </a:lnTo>
                  <a:lnTo>
                    <a:pt x="567118" y="138409"/>
                  </a:lnTo>
                  <a:lnTo>
                    <a:pt x="566873" y="137236"/>
                  </a:lnTo>
                  <a:lnTo>
                    <a:pt x="566802" y="136951"/>
                  </a:lnTo>
                  <a:lnTo>
                    <a:pt x="566713" y="136485"/>
                  </a:lnTo>
                  <a:lnTo>
                    <a:pt x="566482" y="134876"/>
                  </a:lnTo>
                  <a:lnTo>
                    <a:pt x="565886" y="134759"/>
                  </a:lnTo>
                  <a:lnTo>
                    <a:pt x="566438" y="133471"/>
                  </a:lnTo>
                  <a:lnTo>
                    <a:pt x="566398" y="132194"/>
                  </a:lnTo>
                  <a:lnTo>
                    <a:pt x="566156" y="130827"/>
                  </a:lnTo>
                  <a:lnTo>
                    <a:pt x="566320" y="129787"/>
                  </a:lnTo>
                  <a:lnTo>
                    <a:pt x="567348" y="127469"/>
                  </a:lnTo>
                  <a:lnTo>
                    <a:pt x="567490" y="125580"/>
                  </a:lnTo>
                  <a:lnTo>
                    <a:pt x="567886" y="124788"/>
                  </a:lnTo>
                  <a:lnTo>
                    <a:pt x="567909" y="124425"/>
                  </a:lnTo>
                  <a:lnTo>
                    <a:pt x="566908" y="124178"/>
                  </a:lnTo>
                  <a:lnTo>
                    <a:pt x="566279" y="124186"/>
                  </a:lnTo>
                  <a:lnTo>
                    <a:pt x="565473" y="123901"/>
                  </a:lnTo>
                  <a:lnTo>
                    <a:pt x="560184" y="123732"/>
                  </a:lnTo>
                  <a:lnTo>
                    <a:pt x="560242" y="123000"/>
                  </a:lnTo>
                  <a:lnTo>
                    <a:pt x="559914" y="122914"/>
                  </a:lnTo>
                  <a:lnTo>
                    <a:pt x="559661" y="122776"/>
                  </a:lnTo>
                  <a:lnTo>
                    <a:pt x="559482" y="122554"/>
                  </a:lnTo>
                  <a:lnTo>
                    <a:pt x="558945" y="122129"/>
                  </a:lnTo>
                  <a:lnTo>
                    <a:pt x="558510" y="121852"/>
                  </a:lnTo>
                  <a:lnTo>
                    <a:pt x="558223" y="121701"/>
                  </a:lnTo>
                  <a:lnTo>
                    <a:pt x="558081" y="121602"/>
                  </a:lnTo>
                  <a:lnTo>
                    <a:pt x="557793" y="121293"/>
                  </a:lnTo>
                  <a:lnTo>
                    <a:pt x="557544" y="121019"/>
                  </a:lnTo>
                  <a:lnTo>
                    <a:pt x="557381" y="120830"/>
                  </a:lnTo>
                  <a:lnTo>
                    <a:pt x="556680" y="121279"/>
                  </a:lnTo>
                  <a:lnTo>
                    <a:pt x="556533" y="121524"/>
                  </a:lnTo>
                  <a:lnTo>
                    <a:pt x="556440" y="121916"/>
                  </a:lnTo>
                  <a:lnTo>
                    <a:pt x="556355" y="122119"/>
                  </a:lnTo>
                  <a:lnTo>
                    <a:pt x="555143" y="123674"/>
                  </a:lnTo>
                  <a:lnTo>
                    <a:pt x="552920" y="123441"/>
                  </a:lnTo>
                  <a:lnTo>
                    <a:pt x="552287" y="123492"/>
                  </a:lnTo>
                  <a:lnTo>
                    <a:pt x="551607" y="123721"/>
                  </a:lnTo>
                  <a:lnTo>
                    <a:pt x="550980" y="123787"/>
                  </a:lnTo>
                  <a:lnTo>
                    <a:pt x="550727" y="123764"/>
                  </a:lnTo>
                  <a:lnTo>
                    <a:pt x="550448" y="123739"/>
                  </a:lnTo>
                  <a:lnTo>
                    <a:pt x="549871" y="123691"/>
                  </a:lnTo>
                  <a:lnTo>
                    <a:pt x="549683" y="123683"/>
                  </a:lnTo>
                  <a:lnTo>
                    <a:pt x="549372" y="123669"/>
                  </a:lnTo>
                  <a:lnTo>
                    <a:pt x="549183" y="123661"/>
                  </a:lnTo>
                  <a:lnTo>
                    <a:pt x="547543" y="123591"/>
                  </a:lnTo>
                  <a:lnTo>
                    <a:pt x="547769" y="122924"/>
                  </a:lnTo>
                  <a:lnTo>
                    <a:pt x="549478" y="122258"/>
                  </a:lnTo>
                  <a:lnTo>
                    <a:pt x="550145" y="120894"/>
                  </a:lnTo>
                  <a:lnTo>
                    <a:pt x="552334" y="119983"/>
                  </a:lnTo>
                  <a:lnTo>
                    <a:pt x="552637" y="118917"/>
                  </a:lnTo>
                  <a:lnTo>
                    <a:pt x="553084" y="117342"/>
                  </a:lnTo>
                  <a:lnTo>
                    <a:pt x="553316" y="116552"/>
                  </a:lnTo>
                  <a:lnTo>
                    <a:pt x="553392" y="116320"/>
                  </a:lnTo>
                  <a:lnTo>
                    <a:pt x="553369" y="115786"/>
                  </a:lnTo>
                  <a:lnTo>
                    <a:pt x="553255" y="115529"/>
                  </a:lnTo>
                  <a:lnTo>
                    <a:pt x="553639" y="115279"/>
                  </a:lnTo>
                  <a:lnTo>
                    <a:pt x="553528" y="115105"/>
                  </a:lnTo>
                  <a:lnTo>
                    <a:pt x="553065" y="114391"/>
                  </a:lnTo>
                  <a:lnTo>
                    <a:pt x="553387" y="114114"/>
                  </a:lnTo>
                  <a:lnTo>
                    <a:pt x="553705" y="113842"/>
                  </a:lnTo>
                  <a:lnTo>
                    <a:pt x="554295" y="113334"/>
                  </a:lnTo>
                  <a:lnTo>
                    <a:pt x="554481" y="113188"/>
                  </a:lnTo>
                  <a:lnTo>
                    <a:pt x="554717" y="112980"/>
                  </a:lnTo>
                  <a:lnTo>
                    <a:pt x="555128" y="112623"/>
                  </a:lnTo>
                  <a:lnTo>
                    <a:pt x="555907" y="111954"/>
                  </a:lnTo>
                  <a:lnTo>
                    <a:pt x="556057" y="111827"/>
                  </a:lnTo>
                  <a:lnTo>
                    <a:pt x="556221" y="111686"/>
                  </a:lnTo>
                  <a:lnTo>
                    <a:pt x="556686" y="111182"/>
                  </a:lnTo>
                  <a:lnTo>
                    <a:pt x="557198" y="110627"/>
                  </a:lnTo>
                  <a:lnTo>
                    <a:pt x="557839" y="109931"/>
                  </a:lnTo>
                  <a:lnTo>
                    <a:pt x="557989" y="109769"/>
                  </a:lnTo>
                  <a:lnTo>
                    <a:pt x="557458" y="109543"/>
                  </a:lnTo>
                  <a:lnTo>
                    <a:pt x="557189" y="109430"/>
                  </a:lnTo>
                  <a:lnTo>
                    <a:pt x="556741" y="109239"/>
                  </a:lnTo>
                  <a:lnTo>
                    <a:pt x="556251" y="108467"/>
                  </a:lnTo>
                  <a:lnTo>
                    <a:pt x="555932" y="107975"/>
                  </a:lnTo>
                  <a:lnTo>
                    <a:pt x="555598" y="107440"/>
                  </a:lnTo>
                  <a:lnTo>
                    <a:pt x="555228" y="106851"/>
                  </a:lnTo>
                  <a:lnTo>
                    <a:pt x="555423" y="105946"/>
                  </a:lnTo>
                  <a:lnTo>
                    <a:pt x="555567" y="105258"/>
                  </a:lnTo>
                  <a:lnTo>
                    <a:pt x="555871" y="100551"/>
                  </a:lnTo>
                  <a:lnTo>
                    <a:pt x="553254" y="97150"/>
                  </a:lnTo>
                  <a:lnTo>
                    <a:pt x="543771" y="97397"/>
                  </a:lnTo>
                  <a:lnTo>
                    <a:pt x="539776" y="94972"/>
                  </a:lnTo>
                  <a:lnTo>
                    <a:pt x="523096" y="84848"/>
                  </a:lnTo>
                  <a:lnTo>
                    <a:pt x="503297" y="72830"/>
                  </a:lnTo>
                  <a:lnTo>
                    <a:pt x="494076" y="55589"/>
                  </a:lnTo>
                  <a:lnTo>
                    <a:pt x="451155" y="25093"/>
                  </a:lnTo>
                  <a:lnTo>
                    <a:pt x="450929" y="24933"/>
                  </a:lnTo>
                  <a:lnTo>
                    <a:pt x="400122" y="0"/>
                  </a:lnTo>
                  <a:lnTo>
                    <a:pt x="385669" y="27795"/>
                  </a:lnTo>
                  <a:lnTo>
                    <a:pt x="383341" y="32271"/>
                  </a:lnTo>
                  <a:lnTo>
                    <a:pt x="382752" y="33404"/>
                  </a:lnTo>
                  <a:lnTo>
                    <a:pt x="370895" y="56206"/>
                  </a:lnTo>
                  <a:lnTo>
                    <a:pt x="340500" y="114661"/>
                  </a:lnTo>
                  <a:lnTo>
                    <a:pt x="338029" y="119414"/>
                  </a:lnTo>
                  <a:lnTo>
                    <a:pt x="332103" y="130810"/>
                  </a:lnTo>
                  <a:lnTo>
                    <a:pt x="331087" y="132866"/>
                  </a:lnTo>
                  <a:lnTo>
                    <a:pt x="330057" y="135194"/>
                  </a:lnTo>
                  <a:lnTo>
                    <a:pt x="320596" y="157964"/>
                  </a:lnTo>
                  <a:lnTo>
                    <a:pt x="319846" y="159867"/>
                  </a:lnTo>
                  <a:lnTo>
                    <a:pt x="319009" y="162271"/>
                  </a:lnTo>
                  <a:lnTo>
                    <a:pt x="318281" y="164709"/>
                  </a:lnTo>
                  <a:lnTo>
                    <a:pt x="292916" y="188758"/>
                  </a:lnTo>
                  <a:lnTo>
                    <a:pt x="286048" y="195268"/>
                  </a:lnTo>
                  <a:lnTo>
                    <a:pt x="279189" y="201771"/>
                  </a:lnTo>
                  <a:close/>
                </a:path>
              </a:pathLst>
            </a:custGeom>
            <a:solidFill>
              <a:srgbClr val="819CA9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6"/>
            <p:cNvSpPr/>
            <p:nvPr/>
          </p:nvSpPr>
          <p:spPr>
            <a:xfrm>
              <a:off x="3210212" y="4569309"/>
              <a:ext cx="728028" cy="822212"/>
            </a:xfrm>
            <a:custGeom>
              <a:avLst/>
              <a:pathLst>
                <a:path w="728028" h="822212">
                  <a:moveTo>
                    <a:pt x="515472" y="674385"/>
                  </a:moveTo>
                  <a:lnTo>
                    <a:pt x="515899" y="675085"/>
                  </a:lnTo>
                  <a:lnTo>
                    <a:pt x="516075" y="675426"/>
                  </a:lnTo>
                  <a:lnTo>
                    <a:pt x="516282" y="675849"/>
                  </a:lnTo>
                  <a:lnTo>
                    <a:pt x="516356" y="676012"/>
                  </a:lnTo>
                  <a:lnTo>
                    <a:pt x="516656" y="676859"/>
                  </a:lnTo>
                  <a:lnTo>
                    <a:pt x="516772" y="678099"/>
                  </a:lnTo>
                  <a:lnTo>
                    <a:pt x="516962" y="678189"/>
                  </a:lnTo>
                  <a:lnTo>
                    <a:pt x="518408" y="679016"/>
                  </a:lnTo>
                  <a:lnTo>
                    <a:pt x="518990" y="679679"/>
                  </a:lnTo>
                  <a:lnTo>
                    <a:pt x="519512" y="680296"/>
                  </a:lnTo>
                  <a:lnTo>
                    <a:pt x="519963" y="680401"/>
                  </a:lnTo>
                  <a:lnTo>
                    <a:pt x="520642" y="680519"/>
                  </a:lnTo>
                  <a:lnTo>
                    <a:pt x="520855" y="680555"/>
                  </a:lnTo>
                  <a:lnTo>
                    <a:pt x="521161" y="680602"/>
                  </a:lnTo>
                  <a:lnTo>
                    <a:pt x="521721" y="680580"/>
                  </a:lnTo>
                  <a:lnTo>
                    <a:pt x="522041" y="680570"/>
                  </a:lnTo>
                  <a:lnTo>
                    <a:pt x="522591" y="680712"/>
                  </a:lnTo>
                  <a:lnTo>
                    <a:pt x="522674" y="680876"/>
                  </a:lnTo>
                  <a:lnTo>
                    <a:pt x="522855" y="681201"/>
                  </a:lnTo>
                  <a:lnTo>
                    <a:pt x="523280" y="681959"/>
                  </a:lnTo>
                  <a:lnTo>
                    <a:pt x="523695" y="682767"/>
                  </a:lnTo>
                  <a:lnTo>
                    <a:pt x="523793" y="682953"/>
                  </a:lnTo>
                  <a:lnTo>
                    <a:pt x="524400" y="684096"/>
                  </a:lnTo>
                  <a:lnTo>
                    <a:pt x="525001" y="685147"/>
                  </a:lnTo>
                  <a:lnTo>
                    <a:pt x="525364" y="685572"/>
                  </a:lnTo>
                  <a:lnTo>
                    <a:pt x="525756" y="686040"/>
                  </a:lnTo>
                  <a:lnTo>
                    <a:pt x="525884" y="686195"/>
                  </a:lnTo>
                  <a:lnTo>
                    <a:pt x="526068" y="686408"/>
                  </a:lnTo>
                  <a:lnTo>
                    <a:pt x="526428" y="686969"/>
                  </a:lnTo>
                  <a:lnTo>
                    <a:pt x="526545" y="687109"/>
                  </a:lnTo>
                  <a:lnTo>
                    <a:pt x="526581" y="687244"/>
                  </a:lnTo>
                  <a:lnTo>
                    <a:pt x="526706" y="687596"/>
                  </a:lnTo>
                  <a:lnTo>
                    <a:pt x="526830" y="687854"/>
                  </a:lnTo>
                  <a:lnTo>
                    <a:pt x="527052" y="688214"/>
                  </a:lnTo>
                  <a:lnTo>
                    <a:pt x="527200" y="688523"/>
                  </a:lnTo>
                  <a:lnTo>
                    <a:pt x="527299" y="688768"/>
                  </a:lnTo>
                  <a:lnTo>
                    <a:pt x="527429" y="688983"/>
                  </a:lnTo>
                  <a:lnTo>
                    <a:pt x="527566" y="689307"/>
                  </a:lnTo>
                  <a:lnTo>
                    <a:pt x="527662" y="689508"/>
                  </a:lnTo>
                  <a:lnTo>
                    <a:pt x="527760" y="689791"/>
                  </a:lnTo>
                  <a:lnTo>
                    <a:pt x="527822" y="690218"/>
                  </a:lnTo>
                  <a:lnTo>
                    <a:pt x="528423" y="691268"/>
                  </a:lnTo>
                  <a:lnTo>
                    <a:pt x="528583" y="691402"/>
                  </a:lnTo>
                  <a:lnTo>
                    <a:pt x="528825" y="691611"/>
                  </a:lnTo>
                  <a:lnTo>
                    <a:pt x="529567" y="692242"/>
                  </a:lnTo>
                  <a:lnTo>
                    <a:pt x="529844" y="692489"/>
                  </a:lnTo>
                  <a:lnTo>
                    <a:pt x="530189" y="692765"/>
                  </a:lnTo>
                  <a:lnTo>
                    <a:pt x="530617" y="693138"/>
                  </a:lnTo>
                  <a:lnTo>
                    <a:pt x="531018" y="693471"/>
                  </a:lnTo>
                  <a:lnTo>
                    <a:pt x="531510" y="693889"/>
                  </a:lnTo>
                  <a:lnTo>
                    <a:pt x="532043" y="694341"/>
                  </a:lnTo>
                  <a:lnTo>
                    <a:pt x="532415" y="694637"/>
                  </a:lnTo>
                  <a:lnTo>
                    <a:pt x="532621" y="694821"/>
                  </a:lnTo>
                  <a:lnTo>
                    <a:pt x="532980" y="695122"/>
                  </a:lnTo>
                  <a:lnTo>
                    <a:pt x="533446" y="695577"/>
                  </a:lnTo>
                  <a:lnTo>
                    <a:pt x="533559" y="695748"/>
                  </a:lnTo>
                  <a:lnTo>
                    <a:pt x="533912" y="696077"/>
                  </a:lnTo>
                  <a:lnTo>
                    <a:pt x="534363" y="696204"/>
                  </a:lnTo>
                  <a:lnTo>
                    <a:pt x="534658" y="696335"/>
                  </a:lnTo>
                  <a:lnTo>
                    <a:pt x="534982" y="696456"/>
                  </a:lnTo>
                  <a:lnTo>
                    <a:pt x="535429" y="696743"/>
                  </a:lnTo>
                  <a:lnTo>
                    <a:pt x="535601" y="696853"/>
                  </a:lnTo>
                  <a:lnTo>
                    <a:pt x="535792" y="696950"/>
                  </a:lnTo>
                  <a:lnTo>
                    <a:pt x="536351" y="697245"/>
                  </a:lnTo>
                  <a:lnTo>
                    <a:pt x="536673" y="697392"/>
                  </a:lnTo>
                  <a:lnTo>
                    <a:pt x="536996" y="697796"/>
                  </a:lnTo>
                  <a:lnTo>
                    <a:pt x="537335" y="698111"/>
                  </a:lnTo>
                  <a:lnTo>
                    <a:pt x="537595" y="698357"/>
                  </a:lnTo>
                  <a:lnTo>
                    <a:pt x="538006" y="698643"/>
                  </a:lnTo>
                  <a:lnTo>
                    <a:pt x="538200" y="698819"/>
                  </a:lnTo>
                  <a:lnTo>
                    <a:pt x="538501" y="699191"/>
                  </a:lnTo>
                  <a:lnTo>
                    <a:pt x="538561" y="699368"/>
                  </a:lnTo>
                  <a:lnTo>
                    <a:pt x="538790" y="699497"/>
                  </a:lnTo>
                  <a:lnTo>
                    <a:pt x="538950" y="699546"/>
                  </a:lnTo>
                  <a:lnTo>
                    <a:pt x="539104" y="699625"/>
                  </a:lnTo>
                  <a:lnTo>
                    <a:pt x="539247" y="699727"/>
                  </a:lnTo>
                  <a:lnTo>
                    <a:pt x="539316" y="700112"/>
                  </a:lnTo>
                  <a:lnTo>
                    <a:pt x="539017" y="700751"/>
                  </a:lnTo>
                  <a:lnTo>
                    <a:pt x="538976" y="702882"/>
                  </a:lnTo>
                  <a:lnTo>
                    <a:pt x="538975" y="703156"/>
                  </a:lnTo>
                  <a:lnTo>
                    <a:pt x="538559" y="704378"/>
                  </a:lnTo>
                  <a:lnTo>
                    <a:pt x="538257" y="704924"/>
                  </a:lnTo>
                  <a:lnTo>
                    <a:pt x="538271" y="705109"/>
                  </a:lnTo>
                  <a:lnTo>
                    <a:pt x="536157" y="715319"/>
                  </a:lnTo>
                  <a:lnTo>
                    <a:pt x="536225" y="716295"/>
                  </a:lnTo>
                  <a:lnTo>
                    <a:pt x="536176" y="716643"/>
                  </a:lnTo>
                  <a:lnTo>
                    <a:pt x="535949" y="716705"/>
                  </a:lnTo>
                  <a:lnTo>
                    <a:pt x="536016" y="717232"/>
                  </a:lnTo>
                  <a:lnTo>
                    <a:pt x="536372" y="730018"/>
                  </a:lnTo>
                  <a:lnTo>
                    <a:pt x="539503" y="734004"/>
                  </a:lnTo>
                  <a:lnTo>
                    <a:pt x="540695" y="735598"/>
                  </a:lnTo>
                  <a:lnTo>
                    <a:pt x="540922" y="736642"/>
                  </a:lnTo>
                  <a:lnTo>
                    <a:pt x="542548" y="738753"/>
                  </a:lnTo>
                  <a:lnTo>
                    <a:pt x="543817" y="740094"/>
                  </a:lnTo>
                  <a:lnTo>
                    <a:pt x="545139" y="741326"/>
                  </a:lnTo>
                  <a:lnTo>
                    <a:pt x="545751" y="741639"/>
                  </a:lnTo>
                  <a:lnTo>
                    <a:pt x="545922" y="741874"/>
                  </a:lnTo>
                  <a:lnTo>
                    <a:pt x="546877" y="742683"/>
                  </a:lnTo>
                  <a:lnTo>
                    <a:pt x="547449" y="743168"/>
                  </a:lnTo>
                  <a:lnTo>
                    <a:pt x="549670" y="744381"/>
                  </a:lnTo>
                  <a:lnTo>
                    <a:pt x="550100" y="744580"/>
                  </a:lnTo>
                  <a:lnTo>
                    <a:pt x="556279" y="749208"/>
                  </a:lnTo>
                  <a:lnTo>
                    <a:pt x="556804" y="749185"/>
                  </a:lnTo>
                  <a:lnTo>
                    <a:pt x="556964" y="749171"/>
                  </a:lnTo>
                  <a:lnTo>
                    <a:pt x="557269" y="749162"/>
                  </a:lnTo>
                  <a:lnTo>
                    <a:pt x="557818" y="749164"/>
                  </a:lnTo>
                  <a:lnTo>
                    <a:pt x="557945" y="749180"/>
                  </a:lnTo>
                  <a:lnTo>
                    <a:pt x="558220" y="749222"/>
                  </a:lnTo>
                  <a:lnTo>
                    <a:pt x="558399" y="749293"/>
                  </a:lnTo>
                  <a:lnTo>
                    <a:pt x="560595" y="750799"/>
                  </a:lnTo>
                  <a:lnTo>
                    <a:pt x="561858" y="752819"/>
                  </a:lnTo>
                  <a:lnTo>
                    <a:pt x="562019" y="753602"/>
                  </a:lnTo>
                  <a:lnTo>
                    <a:pt x="562098" y="754408"/>
                  </a:lnTo>
                  <a:lnTo>
                    <a:pt x="562583" y="755107"/>
                  </a:lnTo>
                  <a:lnTo>
                    <a:pt x="562599" y="755309"/>
                  </a:lnTo>
                  <a:lnTo>
                    <a:pt x="563279" y="756675"/>
                  </a:lnTo>
                  <a:lnTo>
                    <a:pt x="562703" y="758141"/>
                  </a:lnTo>
                  <a:lnTo>
                    <a:pt x="562702" y="758418"/>
                  </a:lnTo>
                  <a:lnTo>
                    <a:pt x="562869" y="759960"/>
                  </a:lnTo>
                  <a:lnTo>
                    <a:pt x="562781" y="761394"/>
                  </a:lnTo>
                  <a:lnTo>
                    <a:pt x="562521" y="762089"/>
                  </a:lnTo>
                  <a:lnTo>
                    <a:pt x="563472" y="763116"/>
                  </a:lnTo>
                  <a:lnTo>
                    <a:pt x="563808" y="762932"/>
                  </a:lnTo>
                  <a:lnTo>
                    <a:pt x="564249" y="762674"/>
                  </a:lnTo>
                  <a:lnTo>
                    <a:pt x="564552" y="762518"/>
                  </a:lnTo>
                  <a:lnTo>
                    <a:pt x="564798" y="762386"/>
                  </a:lnTo>
                  <a:lnTo>
                    <a:pt x="565582" y="761917"/>
                  </a:lnTo>
                  <a:lnTo>
                    <a:pt x="565781" y="761642"/>
                  </a:lnTo>
                  <a:lnTo>
                    <a:pt x="565926" y="761470"/>
                  </a:lnTo>
                  <a:lnTo>
                    <a:pt x="566144" y="761169"/>
                  </a:lnTo>
                  <a:lnTo>
                    <a:pt x="566482" y="760797"/>
                  </a:lnTo>
                  <a:lnTo>
                    <a:pt x="566818" y="760448"/>
                  </a:lnTo>
                  <a:lnTo>
                    <a:pt x="567030" y="760473"/>
                  </a:lnTo>
                  <a:lnTo>
                    <a:pt x="566873" y="760980"/>
                  </a:lnTo>
                  <a:lnTo>
                    <a:pt x="567021" y="761236"/>
                  </a:lnTo>
                  <a:lnTo>
                    <a:pt x="567221" y="761620"/>
                  </a:lnTo>
                  <a:lnTo>
                    <a:pt x="567293" y="761768"/>
                  </a:lnTo>
                  <a:lnTo>
                    <a:pt x="567402" y="762015"/>
                  </a:lnTo>
                  <a:lnTo>
                    <a:pt x="567518" y="762652"/>
                  </a:lnTo>
                  <a:lnTo>
                    <a:pt x="567529" y="762824"/>
                  </a:lnTo>
                  <a:lnTo>
                    <a:pt x="567507" y="763243"/>
                  </a:lnTo>
                  <a:lnTo>
                    <a:pt x="567495" y="763398"/>
                  </a:lnTo>
                  <a:lnTo>
                    <a:pt x="567484" y="763577"/>
                  </a:lnTo>
                  <a:lnTo>
                    <a:pt x="567515" y="763764"/>
                  </a:lnTo>
                  <a:lnTo>
                    <a:pt x="567490" y="764577"/>
                  </a:lnTo>
                  <a:lnTo>
                    <a:pt x="567473" y="764710"/>
                  </a:lnTo>
                  <a:lnTo>
                    <a:pt x="567454" y="764845"/>
                  </a:lnTo>
                  <a:lnTo>
                    <a:pt x="567389" y="765157"/>
                  </a:lnTo>
                  <a:lnTo>
                    <a:pt x="567352" y="766954"/>
                  </a:lnTo>
                  <a:lnTo>
                    <a:pt x="567258" y="767880"/>
                  </a:lnTo>
                  <a:lnTo>
                    <a:pt x="567229" y="768600"/>
                  </a:lnTo>
                  <a:lnTo>
                    <a:pt x="566742" y="770355"/>
                  </a:lnTo>
                  <a:lnTo>
                    <a:pt x="569195" y="772511"/>
                  </a:lnTo>
                  <a:lnTo>
                    <a:pt x="569115" y="774948"/>
                  </a:lnTo>
                  <a:lnTo>
                    <a:pt x="569062" y="775152"/>
                  </a:lnTo>
                  <a:lnTo>
                    <a:pt x="568955" y="775606"/>
                  </a:lnTo>
                  <a:lnTo>
                    <a:pt x="568867" y="776059"/>
                  </a:lnTo>
                  <a:lnTo>
                    <a:pt x="568788" y="776542"/>
                  </a:lnTo>
                  <a:lnTo>
                    <a:pt x="568656" y="777380"/>
                  </a:lnTo>
                  <a:lnTo>
                    <a:pt x="568621" y="777513"/>
                  </a:lnTo>
                  <a:lnTo>
                    <a:pt x="568549" y="777728"/>
                  </a:lnTo>
                  <a:lnTo>
                    <a:pt x="568412" y="778016"/>
                  </a:lnTo>
                  <a:lnTo>
                    <a:pt x="568188" y="778390"/>
                  </a:lnTo>
                  <a:lnTo>
                    <a:pt x="567992" y="778563"/>
                  </a:lnTo>
                  <a:lnTo>
                    <a:pt x="567838" y="778642"/>
                  </a:lnTo>
                  <a:lnTo>
                    <a:pt x="567705" y="778668"/>
                  </a:lnTo>
                  <a:lnTo>
                    <a:pt x="566996" y="778643"/>
                  </a:lnTo>
                  <a:lnTo>
                    <a:pt x="566118" y="778837"/>
                  </a:lnTo>
                  <a:lnTo>
                    <a:pt x="565943" y="779113"/>
                  </a:lnTo>
                  <a:lnTo>
                    <a:pt x="565827" y="779320"/>
                  </a:lnTo>
                  <a:lnTo>
                    <a:pt x="565741" y="779481"/>
                  </a:lnTo>
                  <a:lnTo>
                    <a:pt x="564797" y="780970"/>
                  </a:lnTo>
                  <a:lnTo>
                    <a:pt x="564593" y="781456"/>
                  </a:lnTo>
                  <a:lnTo>
                    <a:pt x="564590" y="781636"/>
                  </a:lnTo>
                  <a:lnTo>
                    <a:pt x="563525" y="784539"/>
                  </a:lnTo>
                  <a:lnTo>
                    <a:pt x="563348" y="784901"/>
                  </a:lnTo>
                  <a:lnTo>
                    <a:pt x="562853" y="785869"/>
                  </a:lnTo>
                  <a:lnTo>
                    <a:pt x="562554" y="786731"/>
                  </a:lnTo>
                  <a:lnTo>
                    <a:pt x="562371" y="787916"/>
                  </a:lnTo>
                  <a:lnTo>
                    <a:pt x="562321" y="788247"/>
                  </a:lnTo>
                  <a:lnTo>
                    <a:pt x="562210" y="788597"/>
                  </a:lnTo>
                  <a:lnTo>
                    <a:pt x="562101" y="788976"/>
                  </a:lnTo>
                  <a:lnTo>
                    <a:pt x="562086" y="789196"/>
                  </a:lnTo>
                  <a:lnTo>
                    <a:pt x="562125" y="789442"/>
                  </a:lnTo>
                  <a:lnTo>
                    <a:pt x="562514" y="789983"/>
                  </a:lnTo>
                  <a:lnTo>
                    <a:pt x="562660" y="790194"/>
                  </a:lnTo>
                  <a:lnTo>
                    <a:pt x="563145" y="790821"/>
                  </a:lnTo>
                  <a:lnTo>
                    <a:pt x="564175" y="791964"/>
                  </a:lnTo>
                  <a:lnTo>
                    <a:pt x="564230" y="792130"/>
                  </a:lnTo>
                  <a:lnTo>
                    <a:pt x="564226" y="792376"/>
                  </a:lnTo>
                  <a:lnTo>
                    <a:pt x="564158" y="792512"/>
                  </a:lnTo>
                  <a:lnTo>
                    <a:pt x="564163" y="792695"/>
                  </a:lnTo>
                  <a:lnTo>
                    <a:pt x="564145" y="792877"/>
                  </a:lnTo>
                  <a:lnTo>
                    <a:pt x="564937" y="793825"/>
                  </a:lnTo>
                  <a:lnTo>
                    <a:pt x="564967" y="793969"/>
                  </a:lnTo>
                  <a:lnTo>
                    <a:pt x="565056" y="794202"/>
                  </a:lnTo>
                  <a:lnTo>
                    <a:pt x="565178" y="794470"/>
                  </a:lnTo>
                  <a:lnTo>
                    <a:pt x="565386" y="794908"/>
                  </a:lnTo>
                  <a:lnTo>
                    <a:pt x="565510" y="795316"/>
                  </a:lnTo>
                  <a:lnTo>
                    <a:pt x="565279" y="795751"/>
                  </a:lnTo>
                  <a:lnTo>
                    <a:pt x="565151" y="795972"/>
                  </a:lnTo>
                  <a:lnTo>
                    <a:pt x="565459" y="796459"/>
                  </a:lnTo>
                  <a:lnTo>
                    <a:pt x="565631" y="796886"/>
                  </a:lnTo>
                  <a:lnTo>
                    <a:pt x="565232" y="797213"/>
                  </a:lnTo>
                  <a:lnTo>
                    <a:pt x="564912" y="797760"/>
                  </a:lnTo>
                  <a:lnTo>
                    <a:pt x="564821" y="797928"/>
                  </a:lnTo>
                  <a:lnTo>
                    <a:pt x="566889" y="815929"/>
                  </a:lnTo>
                  <a:lnTo>
                    <a:pt x="566913" y="816267"/>
                  </a:lnTo>
                  <a:lnTo>
                    <a:pt x="566883" y="816523"/>
                  </a:lnTo>
                  <a:lnTo>
                    <a:pt x="566960" y="816878"/>
                  </a:lnTo>
                  <a:lnTo>
                    <a:pt x="566866" y="817374"/>
                  </a:lnTo>
                  <a:lnTo>
                    <a:pt x="566839" y="817590"/>
                  </a:lnTo>
                  <a:lnTo>
                    <a:pt x="566810" y="817795"/>
                  </a:lnTo>
                  <a:lnTo>
                    <a:pt x="566564" y="818317"/>
                  </a:lnTo>
                  <a:lnTo>
                    <a:pt x="566524" y="819000"/>
                  </a:lnTo>
                  <a:lnTo>
                    <a:pt x="566876" y="819901"/>
                  </a:lnTo>
                  <a:lnTo>
                    <a:pt x="566918" y="820595"/>
                  </a:lnTo>
                  <a:lnTo>
                    <a:pt x="566397" y="820851"/>
                  </a:lnTo>
                  <a:lnTo>
                    <a:pt x="566882" y="822212"/>
                  </a:lnTo>
                  <a:lnTo>
                    <a:pt x="567371" y="821981"/>
                  </a:lnTo>
                  <a:lnTo>
                    <a:pt x="567513" y="821954"/>
                  </a:lnTo>
                  <a:lnTo>
                    <a:pt x="567719" y="821875"/>
                  </a:lnTo>
                  <a:lnTo>
                    <a:pt x="568416" y="821474"/>
                  </a:lnTo>
                  <a:lnTo>
                    <a:pt x="569537" y="820992"/>
                  </a:lnTo>
                  <a:lnTo>
                    <a:pt x="573234" y="818644"/>
                  </a:lnTo>
                  <a:lnTo>
                    <a:pt x="573555" y="815570"/>
                  </a:lnTo>
                  <a:lnTo>
                    <a:pt x="573496" y="815421"/>
                  </a:lnTo>
                  <a:lnTo>
                    <a:pt x="573456" y="815265"/>
                  </a:lnTo>
                  <a:lnTo>
                    <a:pt x="573436" y="815105"/>
                  </a:lnTo>
                  <a:lnTo>
                    <a:pt x="573436" y="814944"/>
                  </a:lnTo>
                  <a:lnTo>
                    <a:pt x="573456" y="814785"/>
                  </a:lnTo>
                  <a:lnTo>
                    <a:pt x="573497" y="814629"/>
                  </a:lnTo>
                  <a:lnTo>
                    <a:pt x="577490" y="813883"/>
                  </a:lnTo>
                  <a:lnTo>
                    <a:pt x="577647" y="813917"/>
                  </a:lnTo>
                  <a:lnTo>
                    <a:pt x="577808" y="813930"/>
                  </a:lnTo>
                  <a:lnTo>
                    <a:pt x="577968" y="813923"/>
                  </a:lnTo>
                  <a:lnTo>
                    <a:pt x="578127" y="813895"/>
                  </a:lnTo>
                  <a:lnTo>
                    <a:pt x="578281" y="813848"/>
                  </a:lnTo>
                  <a:lnTo>
                    <a:pt x="578507" y="813735"/>
                  </a:lnTo>
                  <a:lnTo>
                    <a:pt x="578715" y="813643"/>
                  </a:lnTo>
                  <a:lnTo>
                    <a:pt x="578914" y="813532"/>
                  </a:lnTo>
                  <a:lnTo>
                    <a:pt x="579418" y="812628"/>
                  </a:lnTo>
                  <a:lnTo>
                    <a:pt x="579344" y="812033"/>
                  </a:lnTo>
                  <a:lnTo>
                    <a:pt x="579308" y="811894"/>
                  </a:lnTo>
                  <a:lnTo>
                    <a:pt x="579291" y="811751"/>
                  </a:lnTo>
                  <a:lnTo>
                    <a:pt x="579295" y="811607"/>
                  </a:lnTo>
                  <a:lnTo>
                    <a:pt x="579319" y="811466"/>
                  </a:lnTo>
                  <a:lnTo>
                    <a:pt x="579360" y="811336"/>
                  </a:lnTo>
                  <a:lnTo>
                    <a:pt x="579488" y="811123"/>
                  </a:lnTo>
                  <a:lnTo>
                    <a:pt x="579634" y="810920"/>
                  </a:lnTo>
                  <a:lnTo>
                    <a:pt x="579795" y="810731"/>
                  </a:lnTo>
                  <a:lnTo>
                    <a:pt x="579972" y="810555"/>
                  </a:lnTo>
                  <a:lnTo>
                    <a:pt x="580162" y="810393"/>
                  </a:lnTo>
                  <a:lnTo>
                    <a:pt x="580365" y="810248"/>
                  </a:lnTo>
                  <a:lnTo>
                    <a:pt x="580579" y="810121"/>
                  </a:lnTo>
                  <a:lnTo>
                    <a:pt x="582381" y="808994"/>
                  </a:lnTo>
                  <a:lnTo>
                    <a:pt x="588957" y="806795"/>
                  </a:lnTo>
                  <a:lnTo>
                    <a:pt x="594066" y="809288"/>
                  </a:lnTo>
                  <a:lnTo>
                    <a:pt x="594411" y="809456"/>
                  </a:lnTo>
                  <a:lnTo>
                    <a:pt x="595225" y="809852"/>
                  </a:lnTo>
                  <a:lnTo>
                    <a:pt x="595364" y="809919"/>
                  </a:lnTo>
                  <a:lnTo>
                    <a:pt x="596394" y="810274"/>
                  </a:lnTo>
                  <a:lnTo>
                    <a:pt x="597073" y="810508"/>
                  </a:lnTo>
                  <a:lnTo>
                    <a:pt x="598179" y="810887"/>
                  </a:lnTo>
                  <a:lnTo>
                    <a:pt x="604831" y="809842"/>
                  </a:lnTo>
                  <a:lnTo>
                    <a:pt x="608618" y="809076"/>
                  </a:lnTo>
                  <a:lnTo>
                    <a:pt x="609688" y="809660"/>
                  </a:lnTo>
                  <a:lnTo>
                    <a:pt x="612680" y="811293"/>
                  </a:lnTo>
                  <a:lnTo>
                    <a:pt x="615423" y="810541"/>
                  </a:lnTo>
                  <a:lnTo>
                    <a:pt x="617906" y="807371"/>
                  </a:lnTo>
                  <a:lnTo>
                    <a:pt x="620484" y="804310"/>
                  </a:lnTo>
                  <a:lnTo>
                    <a:pt x="623948" y="800182"/>
                  </a:lnTo>
                  <a:lnTo>
                    <a:pt x="624408" y="799894"/>
                  </a:lnTo>
                  <a:lnTo>
                    <a:pt x="625628" y="799130"/>
                  </a:lnTo>
                  <a:lnTo>
                    <a:pt x="631142" y="795650"/>
                  </a:lnTo>
                  <a:lnTo>
                    <a:pt x="636928" y="791997"/>
                  </a:lnTo>
                  <a:lnTo>
                    <a:pt x="639579" y="790325"/>
                  </a:lnTo>
                  <a:lnTo>
                    <a:pt x="640032" y="790039"/>
                  </a:lnTo>
                  <a:lnTo>
                    <a:pt x="642705" y="785597"/>
                  </a:lnTo>
                  <a:lnTo>
                    <a:pt x="644329" y="782897"/>
                  </a:lnTo>
                  <a:lnTo>
                    <a:pt x="645542" y="780869"/>
                  </a:lnTo>
                  <a:lnTo>
                    <a:pt x="648332" y="776206"/>
                  </a:lnTo>
                  <a:lnTo>
                    <a:pt x="648955" y="775776"/>
                  </a:lnTo>
                  <a:lnTo>
                    <a:pt x="652590" y="773268"/>
                  </a:lnTo>
                  <a:lnTo>
                    <a:pt x="656090" y="769820"/>
                  </a:lnTo>
                  <a:lnTo>
                    <a:pt x="657810" y="766513"/>
                  </a:lnTo>
                  <a:lnTo>
                    <a:pt x="660983" y="760407"/>
                  </a:lnTo>
                  <a:lnTo>
                    <a:pt x="661174" y="759964"/>
                  </a:lnTo>
                  <a:lnTo>
                    <a:pt x="663611" y="754304"/>
                  </a:lnTo>
                  <a:lnTo>
                    <a:pt x="663941" y="753533"/>
                  </a:lnTo>
                  <a:lnTo>
                    <a:pt x="664111" y="753136"/>
                  </a:lnTo>
                  <a:lnTo>
                    <a:pt x="664397" y="752019"/>
                  </a:lnTo>
                  <a:lnTo>
                    <a:pt x="664893" y="750064"/>
                  </a:lnTo>
                  <a:lnTo>
                    <a:pt x="666779" y="742672"/>
                  </a:lnTo>
                  <a:lnTo>
                    <a:pt x="667892" y="738368"/>
                  </a:lnTo>
                  <a:lnTo>
                    <a:pt x="668909" y="734475"/>
                  </a:lnTo>
                  <a:lnTo>
                    <a:pt x="668950" y="734319"/>
                  </a:lnTo>
                  <a:lnTo>
                    <a:pt x="670942" y="726644"/>
                  </a:lnTo>
                  <a:lnTo>
                    <a:pt x="669007" y="718513"/>
                  </a:lnTo>
                  <a:lnTo>
                    <a:pt x="668881" y="717984"/>
                  </a:lnTo>
                  <a:lnTo>
                    <a:pt x="668332" y="714037"/>
                  </a:lnTo>
                  <a:lnTo>
                    <a:pt x="667751" y="709863"/>
                  </a:lnTo>
                  <a:lnTo>
                    <a:pt x="667604" y="708824"/>
                  </a:lnTo>
                  <a:lnTo>
                    <a:pt x="666770" y="702816"/>
                  </a:lnTo>
                  <a:lnTo>
                    <a:pt x="666597" y="701566"/>
                  </a:lnTo>
                  <a:lnTo>
                    <a:pt x="666427" y="696350"/>
                  </a:lnTo>
                  <a:lnTo>
                    <a:pt x="666393" y="694300"/>
                  </a:lnTo>
                  <a:lnTo>
                    <a:pt x="666261" y="689514"/>
                  </a:lnTo>
                  <a:lnTo>
                    <a:pt x="669261" y="686651"/>
                  </a:lnTo>
                  <a:lnTo>
                    <a:pt x="671640" y="684384"/>
                  </a:lnTo>
                  <a:lnTo>
                    <a:pt x="673042" y="683047"/>
                  </a:lnTo>
                  <a:lnTo>
                    <a:pt x="673397" y="682424"/>
                  </a:lnTo>
                  <a:lnTo>
                    <a:pt x="673743" y="681818"/>
                  </a:lnTo>
                  <a:lnTo>
                    <a:pt x="676664" y="676692"/>
                  </a:lnTo>
                  <a:lnTo>
                    <a:pt x="676743" y="676553"/>
                  </a:lnTo>
                  <a:lnTo>
                    <a:pt x="679142" y="672231"/>
                  </a:lnTo>
                  <a:lnTo>
                    <a:pt x="679461" y="671656"/>
                  </a:lnTo>
                  <a:lnTo>
                    <a:pt x="682175" y="666768"/>
                  </a:lnTo>
                  <a:lnTo>
                    <a:pt x="682207" y="665961"/>
                  </a:lnTo>
                  <a:lnTo>
                    <a:pt x="682413" y="660653"/>
                  </a:lnTo>
                  <a:lnTo>
                    <a:pt x="682595" y="656032"/>
                  </a:lnTo>
                  <a:lnTo>
                    <a:pt x="682857" y="649283"/>
                  </a:lnTo>
                  <a:lnTo>
                    <a:pt x="682961" y="646562"/>
                  </a:lnTo>
                  <a:lnTo>
                    <a:pt x="683141" y="642366"/>
                  </a:lnTo>
                  <a:lnTo>
                    <a:pt x="683392" y="636514"/>
                  </a:lnTo>
                  <a:lnTo>
                    <a:pt x="683331" y="636301"/>
                  </a:lnTo>
                  <a:lnTo>
                    <a:pt x="682327" y="632754"/>
                  </a:lnTo>
                  <a:lnTo>
                    <a:pt x="680295" y="625576"/>
                  </a:lnTo>
                  <a:lnTo>
                    <a:pt x="678614" y="622848"/>
                  </a:lnTo>
                  <a:lnTo>
                    <a:pt x="676001" y="618607"/>
                  </a:lnTo>
                  <a:lnTo>
                    <a:pt x="673887" y="615086"/>
                  </a:lnTo>
                  <a:lnTo>
                    <a:pt x="671604" y="611282"/>
                  </a:lnTo>
                  <a:lnTo>
                    <a:pt x="671483" y="604344"/>
                  </a:lnTo>
                  <a:lnTo>
                    <a:pt x="671394" y="599273"/>
                  </a:lnTo>
                  <a:lnTo>
                    <a:pt x="667581" y="591948"/>
                  </a:lnTo>
                  <a:lnTo>
                    <a:pt x="664913" y="586895"/>
                  </a:lnTo>
                  <a:lnTo>
                    <a:pt x="664725" y="586587"/>
                  </a:lnTo>
                  <a:lnTo>
                    <a:pt x="660754" y="580071"/>
                  </a:lnTo>
                  <a:lnTo>
                    <a:pt x="658325" y="576048"/>
                  </a:lnTo>
                  <a:lnTo>
                    <a:pt x="656336" y="572752"/>
                  </a:lnTo>
                  <a:lnTo>
                    <a:pt x="654761" y="565719"/>
                  </a:lnTo>
                  <a:lnTo>
                    <a:pt x="653893" y="561832"/>
                  </a:lnTo>
                  <a:lnTo>
                    <a:pt x="652707" y="556521"/>
                  </a:lnTo>
                  <a:lnTo>
                    <a:pt x="650926" y="548701"/>
                  </a:lnTo>
                  <a:lnTo>
                    <a:pt x="649934" y="542856"/>
                  </a:lnTo>
                  <a:lnTo>
                    <a:pt x="649659" y="541239"/>
                  </a:lnTo>
                  <a:lnTo>
                    <a:pt x="649255" y="538854"/>
                  </a:lnTo>
                  <a:lnTo>
                    <a:pt x="649404" y="530874"/>
                  </a:lnTo>
                  <a:lnTo>
                    <a:pt x="649437" y="529155"/>
                  </a:lnTo>
                  <a:lnTo>
                    <a:pt x="649456" y="528135"/>
                  </a:lnTo>
                  <a:lnTo>
                    <a:pt x="648712" y="526230"/>
                  </a:lnTo>
                  <a:lnTo>
                    <a:pt x="647388" y="522838"/>
                  </a:lnTo>
                  <a:lnTo>
                    <a:pt x="645955" y="519126"/>
                  </a:lnTo>
                  <a:lnTo>
                    <a:pt x="643430" y="512663"/>
                  </a:lnTo>
                  <a:lnTo>
                    <a:pt x="641362" y="507179"/>
                  </a:lnTo>
                  <a:lnTo>
                    <a:pt x="639647" y="502627"/>
                  </a:lnTo>
                  <a:lnTo>
                    <a:pt x="637430" y="496732"/>
                  </a:lnTo>
                  <a:lnTo>
                    <a:pt x="635916" y="492699"/>
                  </a:lnTo>
                  <a:lnTo>
                    <a:pt x="638152" y="491122"/>
                  </a:lnTo>
                  <a:lnTo>
                    <a:pt x="638536" y="490857"/>
                  </a:lnTo>
                  <a:lnTo>
                    <a:pt x="639207" y="490694"/>
                  </a:lnTo>
                  <a:lnTo>
                    <a:pt x="640269" y="490441"/>
                  </a:lnTo>
                  <a:lnTo>
                    <a:pt x="645816" y="489120"/>
                  </a:lnTo>
                  <a:lnTo>
                    <a:pt x="652414" y="487294"/>
                  </a:lnTo>
                  <a:lnTo>
                    <a:pt x="657581" y="485862"/>
                  </a:lnTo>
                  <a:lnTo>
                    <a:pt x="659907" y="485231"/>
                  </a:lnTo>
                  <a:lnTo>
                    <a:pt x="667077" y="483285"/>
                  </a:lnTo>
                  <a:lnTo>
                    <a:pt x="672578" y="483242"/>
                  </a:lnTo>
                  <a:lnTo>
                    <a:pt x="673942" y="483419"/>
                  </a:lnTo>
                  <a:lnTo>
                    <a:pt x="674898" y="483542"/>
                  </a:lnTo>
                  <a:lnTo>
                    <a:pt x="679847" y="484183"/>
                  </a:lnTo>
                  <a:lnTo>
                    <a:pt x="687697" y="485115"/>
                  </a:lnTo>
                  <a:lnTo>
                    <a:pt x="687980" y="485289"/>
                  </a:lnTo>
                  <a:lnTo>
                    <a:pt x="688225" y="485293"/>
                  </a:lnTo>
                  <a:lnTo>
                    <a:pt x="689382" y="485316"/>
                  </a:lnTo>
                  <a:lnTo>
                    <a:pt x="689683" y="485243"/>
                  </a:lnTo>
                  <a:lnTo>
                    <a:pt x="695118" y="483927"/>
                  </a:lnTo>
                  <a:lnTo>
                    <a:pt x="695942" y="483804"/>
                  </a:lnTo>
                  <a:lnTo>
                    <a:pt x="697447" y="483189"/>
                  </a:lnTo>
                  <a:lnTo>
                    <a:pt x="697846" y="482789"/>
                  </a:lnTo>
                  <a:lnTo>
                    <a:pt x="699274" y="481985"/>
                  </a:lnTo>
                  <a:lnTo>
                    <a:pt x="699453" y="481514"/>
                  </a:lnTo>
                  <a:lnTo>
                    <a:pt x="700251" y="477173"/>
                  </a:lnTo>
                  <a:lnTo>
                    <a:pt x="701535" y="470181"/>
                  </a:lnTo>
                  <a:lnTo>
                    <a:pt x="702497" y="464750"/>
                  </a:lnTo>
                  <a:lnTo>
                    <a:pt x="702605" y="464142"/>
                  </a:lnTo>
                  <a:lnTo>
                    <a:pt x="703081" y="461452"/>
                  </a:lnTo>
                  <a:lnTo>
                    <a:pt x="703624" y="458387"/>
                  </a:lnTo>
                  <a:lnTo>
                    <a:pt x="708407" y="452433"/>
                  </a:lnTo>
                  <a:lnTo>
                    <a:pt x="710030" y="450417"/>
                  </a:lnTo>
                  <a:lnTo>
                    <a:pt x="712505" y="447333"/>
                  </a:lnTo>
                  <a:lnTo>
                    <a:pt x="715549" y="443544"/>
                  </a:lnTo>
                  <a:lnTo>
                    <a:pt x="716019" y="442305"/>
                  </a:lnTo>
                  <a:lnTo>
                    <a:pt x="717833" y="437516"/>
                  </a:lnTo>
                  <a:lnTo>
                    <a:pt x="718047" y="436952"/>
                  </a:lnTo>
                  <a:lnTo>
                    <a:pt x="720572" y="430292"/>
                  </a:lnTo>
                  <a:lnTo>
                    <a:pt x="722070" y="426341"/>
                  </a:lnTo>
                  <a:lnTo>
                    <a:pt x="722559" y="424132"/>
                  </a:lnTo>
                  <a:lnTo>
                    <a:pt x="722614" y="423886"/>
                  </a:lnTo>
                  <a:lnTo>
                    <a:pt x="723838" y="418358"/>
                  </a:lnTo>
                  <a:lnTo>
                    <a:pt x="725162" y="412360"/>
                  </a:lnTo>
                  <a:lnTo>
                    <a:pt x="725710" y="409761"/>
                  </a:lnTo>
                  <a:lnTo>
                    <a:pt x="726365" y="406648"/>
                  </a:lnTo>
                  <a:lnTo>
                    <a:pt x="728028" y="398732"/>
                  </a:lnTo>
                  <a:lnTo>
                    <a:pt x="724488" y="392936"/>
                  </a:lnTo>
                  <a:lnTo>
                    <a:pt x="719542" y="384843"/>
                  </a:lnTo>
                  <a:lnTo>
                    <a:pt x="715034" y="377823"/>
                  </a:lnTo>
                  <a:lnTo>
                    <a:pt x="711611" y="372493"/>
                  </a:lnTo>
                  <a:lnTo>
                    <a:pt x="710213" y="370316"/>
                  </a:lnTo>
                  <a:lnTo>
                    <a:pt x="708942" y="368337"/>
                  </a:lnTo>
                  <a:lnTo>
                    <a:pt x="703576" y="359861"/>
                  </a:lnTo>
                  <a:lnTo>
                    <a:pt x="700182" y="354510"/>
                  </a:lnTo>
                  <a:lnTo>
                    <a:pt x="695892" y="347701"/>
                  </a:lnTo>
                  <a:lnTo>
                    <a:pt x="689256" y="337168"/>
                  </a:lnTo>
                  <a:lnTo>
                    <a:pt x="678791" y="337058"/>
                  </a:lnTo>
                  <a:lnTo>
                    <a:pt x="672661" y="336994"/>
                  </a:lnTo>
                  <a:lnTo>
                    <a:pt x="668968" y="338023"/>
                  </a:lnTo>
                  <a:lnTo>
                    <a:pt x="665606" y="332953"/>
                  </a:lnTo>
                  <a:lnTo>
                    <a:pt x="663688" y="330061"/>
                  </a:lnTo>
                  <a:lnTo>
                    <a:pt x="661778" y="327181"/>
                  </a:lnTo>
                  <a:lnTo>
                    <a:pt x="658976" y="322954"/>
                  </a:lnTo>
                  <a:lnTo>
                    <a:pt x="655551" y="319903"/>
                  </a:lnTo>
                  <a:lnTo>
                    <a:pt x="650433" y="315344"/>
                  </a:lnTo>
                  <a:lnTo>
                    <a:pt x="646736" y="310203"/>
                  </a:lnTo>
                  <a:lnTo>
                    <a:pt x="643500" y="305697"/>
                  </a:lnTo>
                  <a:lnTo>
                    <a:pt x="638455" y="298654"/>
                  </a:lnTo>
                  <a:lnTo>
                    <a:pt x="637215" y="296924"/>
                  </a:lnTo>
                  <a:lnTo>
                    <a:pt x="632882" y="290873"/>
                  </a:lnTo>
                  <a:lnTo>
                    <a:pt x="634032" y="284916"/>
                  </a:lnTo>
                  <a:lnTo>
                    <a:pt x="635207" y="278835"/>
                  </a:lnTo>
                  <a:lnTo>
                    <a:pt x="636986" y="269626"/>
                  </a:lnTo>
                  <a:lnTo>
                    <a:pt x="638206" y="263058"/>
                  </a:lnTo>
                  <a:lnTo>
                    <a:pt x="638824" y="259743"/>
                  </a:lnTo>
                  <a:lnTo>
                    <a:pt x="639784" y="254567"/>
                  </a:lnTo>
                  <a:lnTo>
                    <a:pt x="639833" y="254299"/>
                  </a:lnTo>
                  <a:lnTo>
                    <a:pt x="640686" y="249713"/>
                  </a:lnTo>
                  <a:lnTo>
                    <a:pt x="640741" y="249416"/>
                  </a:lnTo>
                  <a:lnTo>
                    <a:pt x="641117" y="247385"/>
                  </a:lnTo>
                  <a:lnTo>
                    <a:pt x="641901" y="243041"/>
                  </a:lnTo>
                  <a:lnTo>
                    <a:pt x="642696" y="238620"/>
                  </a:lnTo>
                  <a:lnTo>
                    <a:pt x="643747" y="232782"/>
                  </a:lnTo>
                  <a:lnTo>
                    <a:pt x="643966" y="231567"/>
                  </a:lnTo>
                  <a:lnTo>
                    <a:pt x="644583" y="228135"/>
                  </a:lnTo>
                  <a:lnTo>
                    <a:pt x="645427" y="223402"/>
                  </a:lnTo>
                  <a:lnTo>
                    <a:pt x="646181" y="219176"/>
                  </a:lnTo>
                  <a:lnTo>
                    <a:pt x="646661" y="216486"/>
                  </a:lnTo>
                  <a:lnTo>
                    <a:pt x="647431" y="212166"/>
                  </a:lnTo>
                  <a:lnTo>
                    <a:pt x="648140" y="208212"/>
                  </a:lnTo>
                  <a:lnTo>
                    <a:pt x="649434" y="201008"/>
                  </a:lnTo>
                  <a:lnTo>
                    <a:pt x="650412" y="195524"/>
                  </a:lnTo>
                  <a:lnTo>
                    <a:pt x="651635" y="188707"/>
                  </a:lnTo>
                  <a:lnTo>
                    <a:pt x="653935" y="177219"/>
                  </a:lnTo>
                  <a:lnTo>
                    <a:pt x="654420" y="174794"/>
                  </a:lnTo>
                  <a:lnTo>
                    <a:pt x="656088" y="165055"/>
                  </a:lnTo>
                  <a:lnTo>
                    <a:pt x="657322" y="157841"/>
                  </a:lnTo>
                  <a:lnTo>
                    <a:pt x="658658" y="150605"/>
                  </a:lnTo>
                  <a:lnTo>
                    <a:pt x="659355" y="146833"/>
                  </a:lnTo>
                  <a:lnTo>
                    <a:pt x="661029" y="137786"/>
                  </a:lnTo>
                  <a:lnTo>
                    <a:pt x="658617" y="129230"/>
                  </a:lnTo>
                  <a:lnTo>
                    <a:pt x="656807" y="122783"/>
                  </a:lnTo>
                  <a:lnTo>
                    <a:pt x="655891" y="119539"/>
                  </a:lnTo>
                  <a:lnTo>
                    <a:pt x="655524" y="119534"/>
                  </a:lnTo>
                  <a:lnTo>
                    <a:pt x="655267" y="119557"/>
                  </a:lnTo>
                  <a:lnTo>
                    <a:pt x="654946" y="119585"/>
                  </a:lnTo>
                  <a:lnTo>
                    <a:pt x="654704" y="119610"/>
                  </a:lnTo>
                  <a:lnTo>
                    <a:pt x="654478" y="119592"/>
                  </a:lnTo>
                  <a:lnTo>
                    <a:pt x="654295" y="119618"/>
                  </a:lnTo>
                  <a:lnTo>
                    <a:pt x="654198" y="119803"/>
                  </a:lnTo>
                  <a:lnTo>
                    <a:pt x="654015" y="119936"/>
                  </a:lnTo>
                  <a:lnTo>
                    <a:pt x="653872" y="120015"/>
                  </a:lnTo>
                  <a:lnTo>
                    <a:pt x="653613" y="120129"/>
                  </a:lnTo>
                  <a:lnTo>
                    <a:pt x="653178" y="120249"/>
                  </a:lnTo>
                  <a:lnTo>
                    <a:pt x="653035" y="120312"/>
                  </a:lnTo>
                  <a:lnTo>
                    <a:pt x="652801" y="120412"/>
                  </a:lnTo>
                  <a:lnTo>
                    <a:pt x="652531" y="120417"/>
                  </a:lnTo>
                  <a:lnTo>
                    <a:pt x="652218" y="120335"/>
                  </a:lnTo>
                  <a:lnTo>
                    <a:pt x="651859" y="120132"/>
                  </a:lnTo>
                  <a:lnTo>
                    <a:pt x="651778" y="119984"/>
                  </a:lnTo>
                  <a:lnTo>
                    <a:pt x="651669" y="119796"/>
                  </a:lnTo>
                  <a:lnTo>
                    <a:pt x="651473" y="119691"/>
                  </a:lnTo>
                  <a:lnTo>
                    <a:pt x="651211" y="119549"/>
                  </a:lnTo>
                  <a:lnTo>
                    <a:pt x="651032" y="119455"/>
                  </a:lnTo>
                  <a:lnTo>
                    <a:pt x="650676" y="119427"/>
                  </a:lnTo>
                  <a:lnTo>
                    <a:pt x="650236" y="119340"/>
                  </a:lnTo>
                  <a:lnTo>
                    <a:pt x="649867" y="119254"/>
                  </a:lnTo>
                  <a:lnTo>
                    <a:pt x="649674" y="119384"/>
                  </a:lnTo>
                  <a:lnTo>
                    <a:pt x="649432" y="119485"/>
                  </a:lnTo>
                  <a:lnTo>
                    <a:pt x="649234" y="119574"/>
                  </a:lnTo>
                  <a:lnTo>
                    <a:pt x="648936" y="119712"/>
                  </a:lnTo>
                  <a:lnTo>
                    <a:pt x="648470" y="119892"/>
                  </a:lnTo>
                  <a:lnTo>
                    <a:pt x="648226" y="119959"/>
                  </a:lnTo>
                  <a:lnTo>
                    <a:pt x="648076" y="120032"/>
                  </a:lnTo>
                  <a:lnTo>
                    <a:pt x="647872" y="120129"/>
                  </a:lnTo>
                  <a:lnTo>
                    <a:pt x="647600" y="120264"/>
                  </a:lnTo>
                  <a:lnTo>
                    <a:pt x="647422" y="120554"/>
                  </a:lnTo>
                  <a:lnTo>
                    <a:pt x="646903" y="121251"/>
                  </a:lnTo>
                  <a:lnTo>
                    <a:pt x="646857" y="121384"/>
                  </a:lnTo>
                  <a:lnTo>
                    <a:pt x="646684" y="121839"/>
                  </a:lnTo>
                  <a:lnTo>
                    <a:pt x="646562" y="122002"/>
                  </a:lnTo>
                  <a:lnTo>
                    <a:pt x="646394" y="122239"/>
                  </a:lnTo>
                  <a:lnTo>
                    <a:pt x="646297" y="122373"/>
                  </a:lnTo>
                  <a:lnTo>
                    <a:pt x="646007" y="122597"/>
                  </a:lnTo>
                  <a:lnTo>
                    <a:pt x="645692" y="122773"/>
                  </a:lnTo>
                  <a:lnTo>
                    <a:pt x="645564" y="122809"/>
                  </a:lnTo>
                  <a:lnTo>
                    <a:pt x="645198" y="122959"/>
                  </a:lnTo>
                  <a:lnTo>
                    <a:pt x="645040" y="122979"/>
                  </a:lnTo>
                  <a:lnTo>
                    <a:pt x="644877" y="122999"/>
                  </a:lnTo>
                  <a:lnTo>
                    <a:pt x="644460" y="123050"/>
                  </a:lnTo>
                  <a:lnTo>
                    <a:pt x="644363" y="123282"/>
                  </a:lnTo>
                  <a:lnTo>
                    <a:pt x="644361" y="123452"/>
                  </a:lnTo>
                  <a:lnTo>
                    <a:pt x="644315" y="123793"/>
                  </a:lnTo>
                  <a:lnTo>
                    <a:pt x="644234" y="123977"/>
                  </a:lnTo>
                  <a:lnTo>
                    <a:pt x="643839" y="124244"/>
                  </a:lnTo>
                  <a:lnTo>
                    <a:pt x="643501" y="124244"/>
                  </a:lnTo>
                  <a:lnTo>
                    <a:pt x="643363" y="124078"/>
                  </a:lnTo>
                  <a:lnTo>
                    <a:pt x="643211" y="123814"/>
                  </a:lnTo>
                  <a:lnTo>
                    <a:pt x="642916" y="123661"/>
                  </a:lnTo>
                  <a:lnTo>
                    <a:pt x="642763" y="123740"/>
                  </a:lnTo>
                  <a:lnTo>
                    <a:pt x="642320" y="123908"/>
                  </a:lnTo>
                  <a:lnTo>
                    <a:pt x="642106" y="124251"/>
                  </a:lnTo>
                  <a:lnTo>
                    <a:pt x="641936" y="124508"/>
                  </a:lnTo>
                  <a:lnTo>
                    <a:pt x="641351" y="124407"/>
                  </a:lnTo>
                  <a:lnTo>
                    <a:pt x="641170" y="124363"/>
                  </a:lnTo>
                  <a:lnTo>
                    <a:pt x="641015" y="124386"/>
                  </a:lnTo>
                  <a:lnTo>
                    <a:pt x="640709" y="124419"/>
                  </a:lnTo>
                  <a:lnTo>
                    <a:pt x="640442" y="124821"/>
                  </a:lnTo>
                  <a:lnTo>
                    <a:pt x="640170" y="124852"/>
                  </a:lnTo>
                  <a:lnTo>
                    <a:pt x="640033" y="124842"/>
                  </a:lnTo>
                  <a:lnTo>
                    <a:pt x="639788" y="124816"/>
                  </a:lnTo>
                  <a:lnTo>
                    <a:pt x="639595" y="124821"/>
                  </a:lnTo>
                  <a:lnTo>
                    <a:pt x="639239" y="124679"/>
                  </a:lnTo>
                  <a:lnTo>
                    <a:pt x="639188" y="124513"/>
                  </a:lnTo>
                  <a:lnTo>
                    <a:pt x="639129" y="124343"/>
                  </a:lnTo>
                  <a:lnTo>
                    <a:pt x="638641" y="123923"/>
                  </a:lnTo>
                  <a:lnTo>
                    <a:pt x="638468" y="123816"/>
                  </a:lnTo>
                  <a:lnTo>
                    <a:pt x="638287" y="123702"/>
                  </a:lnTo>
                  <a:lnTo>
                    <a:pt x="637898" y="123419"/>
                  </a:lnTo>
                  <a:lnTo>
                    <a:pt x="637727" y="123386"/>
                  </a:lnTo>
                  <a:lnTo>
                    <a:pt x="637483" y="123226"/>
                  </a:lnTo>
                  <a:lnTo>
                    <a:pt x="637071" y="122964"/>
                  </a:lnTo>
                  <a:lnTo>
                    <a:pt x="636666" y="122661"/>
                  </a:lnTo>
                  <a:lnTo>
                    <a:pt x="636259" y="122236"/>
                  </a:lnTo>
                  <a:lnTo>
                    <a:pt x="636030" y="121890"/>
                  </a:lnTo>
                  <a:lnTo>
                    <a:pt x="635819" y="121628"/>
                  </a:lnTo>
                  <a:lnTo>
                    <a:pt x="635653" y="121389"/>
                  </a:lnTo>
                  <a:lnTo>
                    <a:pt x="635496" y="121122"/>
                  </a:lnTo>
                  <a:lnTo>
                    <a:pt x="635335" y="120854"/>
                  </a:lnTo>
                  <a:lnTo>
                    <a:pt x="635124" y="120658"/>
                  </a:lnTo>
                  <a:lnTo>
                    <a:pt x="634819" y="120371"/>
                  </a:lnTo>
                  <a:lnTo>
                    <a:pt x="634663" y="120226"/>
                  </a:lnTo>
                  <a:lnTo>
                    <a:pt x="634493" y="120035"/>
                  </a:lnTo>
                  <a:lnTo>
                    <a:pt x="634127" y="119608"/>
                  </a:lnTo>
                  <a:lnTo>
                    <a:pt x="633663" y="119165"/>
                  </a:lnTo>
                  <a:lnTo>
                    <a:pt x="633340" y="118783"/>
                  </a:lnTo>
                  <a:lnTo>
                    <a:pt x="632948" y="118307"/>
                  </a:lnTo>
                  <a:lnTo>
                    <a:pt x="632556" y="117753"/>
                  </a:lnTo>
                  <a:lnTo>
                    <a:pt x="632317" y="117404"/>
                  </a:lnTo>
                  <a:lnTo>
                    <a:pt x="632221" y="117200"/>
                  </a:lnTo>
                  <a:lnTo>
                    <a:pt x="631951" y="116704"/>
                  </a:lnTo>
                  <a:lnTo>
                    <a:pt x="631864" y="116437"/>
                  </a:lnTo>
                  <a:lnTo>
                    <a:pt x="631673" y="116096"/>
                  </a:lnTo>
                  <a:lnTo>
                    <a:pt x="631595" y="115931"/>
                  </a:lnTo>
                  <a:lnTo>
                    <a:pt x="631452" y="115638"/>
                  </a:lnTo>
                  <a:lnTo>
                    <a:pt x="631368" y="115463"/>
                  </a:lnTo>
                  <a:lnTo>
                    <a:pt x="631338" y="115315"/>
                  </a:lnTo>
                  <a:lnTo>
                    <a:pt x="630882" y="114613"/>
                  </a:lnTo>
                  <a:lnTo>
                    <a:pt x="630508" y="114157"/>
                  </a:lnTo>
                  <a:lnTo>
                    <a:pt x="630363" y="114101"/>
                  </a:lnTo>
                  <a:lnTo>
                    <a:pt x="630233" y="114058"/>
                  </a:lnTo>
                  <a:lnTo>
                    <a:pt x="630073" y="114116"/>
                  </a:lnTo>
                  <a:lnTo>
                    <a:pt x="629790" y="114213"/>
                  </a:lnTo>
                  <a:lnTo>
                    <a:pt x="629635" y="114223"/>
                  </a:lnTo>
                  <a:lnTo>
                    <a:pt x="629289" y="113943"/>
                  </a:lnTo>
                  <a:lnTo>
                    <a:pt x="629411" y="113783"/>
                  </a:lnTo>
                  <a:lnTo>
                    <a:pt x="629335" y="113580"/>
                  </a:lnTo>
                  <a:lnTo>
                    <a:pt x="629208" y="113407"/>
                  </a:lnTo>
                  <a:lnTo>
                    <a:pt x="628918" y="113508"/>
                  </a:lnTo>
                  <a:lnTo>
                    <a:pt x="628485" y="113335"/>
                  </a:lnTo>
                  <a:lnTo>
                    <a:pt x="628142" y="113165"/>
                  </a:lnTo>
                  <a:lnTo>
                    <a:pt x="627622" y="113165"/>
                  </a:lnTo>
                  <a:lnTo>
                    <a:pt x="627124" y="112956"/>
                  </a:lnTo>
                  <a:lnTo>
                    <a:pt x="626709" y="112803"/>
                  </a:lnTo>
                  <a:lnTo>
                    <a:pt x="626177" y="112478"/>
                  </a:lnTo>
                  <a:lnTo>
                    <a:pt x="625821" y="112412"/>
                  </a:lnTo>
                  <a:lnTo>
                    <a:pt x="625551" y="112180"/>
                  </a:lnTo>
                  <a:lnTo>
                    <a:pt x="624971" y="111880"/>
                  </a:lnTo>
                  <a:lnTo>
                    <a:pt x="624806" y="111819"/>
                  </a:lnTo>
                  <a:lnTo>
                    <a:pt x="624401" y="111793"/>
                  </a:lnTo>
                  <a:lnTo>
                    <a:pt x="624248" y="111829"/>
                  </a:lnTo>
                  <a:lnTo>
                    <a:pt x="623872" y="111714"/>
                  </a:lnTo>
                  <a:lnTo>
                    <a:pt x="623620" y="111671"/>
                  </a:lnTo>
                  <a:lnTo>
                    <a:pt x="623228" y="111590"/>
                  </a:lnTo>
                  <a:lnTo>
                    <a:pt x="623078" y="111585"/>
                  </a:lnTo>
                  <a:lnTo>
                    <a:pt x="622872" y="111577"/>
                  </a:lnTo>
                  <a:lnTo>
                    <a:pt x="622533" y="111600"/>
                  </a:lnTo>
                  <a:lnTo>
                    <a:pt x="622307" y="111620"/>
                  </a:lnTo>
                  <a:lnTo>
                    <a:pt x="622052" y="111607"/>
                  </a:lnTo>
                  <a:lnTo>
                    <a:pt x="621640" y="111297"/>
                  </a:lnTo>
                  <a:lnTo>
                    <a:pt x="621439" y="110826"/>
                  </a:lnTo>
                  <a:lnTo>
                    <a:pt x="621213" y="110389"/>
                  </a:lnTo>
                  <a:lnTo>
                    <a:pt x="621157" y="110228"/>
                  </a:lnTo>
                  <a:lnTo>
                    <a:pt x="620986" y="109936"/>
                  </a:lnTo>
                  <a:lnTo>
                    <a:pt x="620803" y="109931"/>
                  </a:lnTo>
                  <a:lnTo>
                    <a:pt x="620347" y="109607"/>
                  </a:lnTo>
                  <a:lnTo>
                    <a:pt x="619958" y="109529"/>
                  </a:lnTo>
                  <a:lnTo>
                    <a:pt x="619444" y="109383"/>
                  </a:lnTo>
                  <a:lnTo>
                    <a:pt x="618653" y="109167"/>
                  </a:lnTo>
                  <a:lnTo>
                    <a:pt x="617859" y="108938"/>
                  </a:lnTo>
                  <a:lnTo>
                    <a:pt x="617345" y="108808"/>
                  </a:lnTo>
                  <a:lnTo>
                    <a:pt x="617174" y="108768"/>
                  </a:lnTo>
                  <a:lnTo>
                    <a:pt x="616732" y="108666"/>
                  </a:lnTo>
                  <a:lnTo>
                    <a:pt x="615945" y="108450"/>
                  </a:lnTo>
                  <a:lnTo>
                    <a:pt x="615337" y="108289"/>
                  </a:lnTo>
                  <a:lnTo>
                    <a:pt x="614665" y="108134"/>
                  </a:lnTo>
                  <a:lnTo>
                    <a:pt x="614352" y="108050"/>
                  </a:lnTo>
                  <a:lnTo>
                    <a:pt x="613729" y="107892"/>
                  </a:lnTo>
                  <a:lnTo>
                    <a:pt x="613223" y="107768"/>
                  </a:lnTo>
                  <a:lnTo>
                    <a:pt x="613060" y="107747"/>
                  </a:lnTo>
                  <a:lnTo>
                    <a:pt x="612882" y="107693"/>
                  </a:lnTo>
                  <a:lnTo>
                    <a:pt x="612594" y="107605"/>
                  </a:lnTo>
                  <a:lnTo>
                    <a:pt x="611434" y="107302"/>
                  </a:lnTo>
                  <a:lnTo>
                    <a:pt x="609754" y="106859"/>
                  </a:lnTo>
                  <a:lnTo>
                    <a:pt x="609411" y="106757"/>
                  </a:lnTo>
                  <a:lnTo>
                    <a:pt x="608599" y="106549"/>
                  </a:lnTo>
                  <a:lnTo>
                    <a:pt x="608312" y="106475"/>
                  </a:lnTo>
                  <a:lnTo>
                    <a:pt x="608050" y="106409"/>
                  </a:lnTo>
                  <a:lnTo>
                    <a:pt x="606864" y="106103"/>
                  </a:lnTo>
                  <a:lnTo>
                    <a:pt x="605907" y="105859"/>
                  </a:lnTo>
                  <a:lnTo>
                    <a:pt x="604934" y="105610"/>
                  </a:lnTo>
                  <a:lnTo>
                    <a:pt x="604080" y="105388"/>
                  </a:lnTo>
                  <a:lnTo>
                    <a:pt x="602793" y="105058"/>
                  </a:lnTo>
                  <a:lnTo>
                    <a:pt x="602217" y="104910"/>
                  </a:lnTo>
                  <a:lnTo>
                    <a:pt x="601458" y="104716"/>
                  </a:lnTo>
                  <a:lnTo>
                    <a:pt x="601089" y="104617"/>
                  </a:lnTo>
                  <a:lnTo>
                    <a:pt x="600455" y="104447"/>
                  </a:lnTo>
                  <a:lnTo>
                    <a:pt x="599758" y="104261"/>
                  </a:lnTo>
                  <a:lnTo>
                    <a:pt x="598748" y="103992"/>
                  </a:lnTo>
                  <a:lnTo>
                    <a:pt x="597857" y="103752"/>
                  </a:lnTo>
                  <a:lnTo>
                    <a:pt x="597147" y="103561"/>
                  </a:lnTo>
                  <a:lnTo>
                    <a:pt x="596875" y="103490"/>
                  </a:lnTo>
                  <a:lnTo>
                    <a:pt x="596748" y="103444"/>
                  </a:lnTo>
                  <a:lnTo>
                    <a:pt x="596437" y="103363"/>
                  </a:lnTo>
                  <a:lnTo>
                    <a:pt x="595669" y="103162"/>
                  </a:lnTo>
                  <a:lnTo>
                    <a:pt x="595203" y="103047"/>
                  </a:lnTo>
                  <a:lnTo>
                    <a:pt x="595036" y="103006"/>
                  </a:lnTo>
                  <a:lnTo>
                    <a:pt x="594819" y="102874"/>
                  </a:lnTo>
                  <a:lnTo>
                    <a:pt x="594593" y="102650"/>
                  </a:lnTo>
                  <a:lnTo>
                    <a:pt x="594292" y="102360"/>
                  </a:lnTo>
                  <a:lnTo>
                    <a:pt x="593977" y="102198"/>
                  </a:lnTo>
                  <a:lnTo>
                    <a:pt x="593817" y="102129"/>
                  </a:lnTo>
                  <a:lnTo>
                    <a:pt x="593425" y="101984"/>
                  </a:lnTo>
                  <a:lnTo>
                    <a:pt x="593119" y="101969"/>
                  </a:lnTo>
                  <a:lnTo>
                    <a:pt x="592946" y="101961"/>
                  </a:lnTo>
                  <a:lnTo>
                    <a:pt x="592743" y="102004"/>
                  </a:lnTo>
                  <a:lnTo>
                    <a:pt x="592587" y="102037"/>
                  </a:lnTo>
                  <a:lnTo>
                    <a:pt x="592262" y="102205"/>
                  </a:lnTo>
                  <a:lnTo>
                    <a:pt x="592124" y="102337"/>
                  </a:lnTo>
                  <a:lnTo>
                    <a:pt x="591987" y="102508"/>
                  </a:lnTo>
                  <a:lnTo>
                    <a:pt x="591893" y="102643"/>
                  </a:lnTo>
                  <a:lnTo>
                    <a:pt x="591631" y="103009"/>
                  </a:lnTo>
                  <a:lnTo>
                    <a:pt x="591465" y="103363"/>
                  </a:lnTo>
                  <a:lnTo>
                    <a:pt x="591264" y="103788"/>
                  </a:lnTo>
                  <a:lnTo>
                    <a:pt x="591196" y="103918"/>
                  </a:lnTo>
                  <a:lnTo>
                    <a:pt x="591028" y="104231"/>
                  </a:lnTo>
                  <a:lnTo>
                    <a:pt x="590832" y="104643"/>
                  </a:lnTo>
                  <a:lnTo>
                    <a:pt x="590775" y="104957"/>
                  </a:lnTo>
                  <a:lnTo>
                    <a:pt x="590832" y="105134"/>
                  </a:lnTo>
                  <a:lnTo>
                    <a:pt x="590814" y="105266"/>
                  </a:lnTo>
                  <a:lnTo>
                    <a:pt x="590815" y="105535"/>
                  </a:lnTo>
                  <a:lnTo>
                    <a:pt x="590626" y="105969"/>
                  </a:lnTo>
                  <a:lnTo>
                    <a:pt x="590397" y="106299"/>
                  </a:lnTo>
                  <a:lnTo>
                    <a:pt x="590211" y="106645"/>
                  </a:lnTo>
                  <a:lnTo>
                    <a:pt x="590038" y="106986"/>
                  </a:lnTo>
                  <a:lnTo>
                    <a:pt x="589827" y="107259"/>
                  </a:lnTo>
                  <a:lnTo>
                    <a:pt x="589633" y="107490"/>
                  </a:lnTo>
                  <a:lnTo>
                    <a:pt x="589341" y="107826"/>
                  </a:lnTo>
                  <a:lnTo>
                    <a:pt x="588699" y="108200"/>
                  </a:lnTo>
                  <a:lnTo>
                    <a:pt x="588552" y="108142"/>
                  </a:lnTo>
                  <a:lnTo>
                    <a:pt x="588262" y="108096"/>
                  </a:lnTo>
                  <a:lnTo>
                    <a:pt x="587989" y="108246"/>
                  </a:lnTo>
                  <a:lnTo>
                    <a:pt x="587605" y="107915"/>
                  </a:lnTo>
                  <a:lnTo>
                    <a:pt x="586977" y="108030"/>
                  </a:lnTo>
                  <a:lnTo>
                    <a:pt x="586748" y="108053"/>
                  </a:lnTo>
                  <a:lnTo>
                    <a:pt x="586890" y="108605"/>
                  </a:lnTo>
                  <a:lnTo>
                    <a:pt x="587160" y="108740"/>
                  </a:lnTo>
                  <a:lnTo>
                    <a:pt x="587157" y="108877"/>
                  </a:lnTo>
                  <a:lnTo>
                    <a:pt x="587188" y="109147"/>
                  </a:lnTo>
                  <a:lnTo>
                    <a:pt x="587285" y="109783"/>
                  </a:lnTo>
                  <a:lnTo>
                    <a:pt x="587089" y="109961"/>
                  </a:lnTo>
                  <a:lnTo>
                    <a:pt x="587203" y="110254"/>
                  </a:lnTo>
                  <a:lnTo>
                    <a:pt x="587183" y="110556"/>
                  </a:lnTo>
                  <a:lnTo>
                    <a:pt x="587038" y="110572"/>
                  </a:lnTo>
                  <a:lnTo>
                    <a:pt x="586748" y="110480"/>
                  </a:lnTo>
                  <a:lnTo>
                    <a:pt x="586679" y="110808"/>
                  </a:lnTo>
                  <a:lnTo>
                    <a:pt x="586732" y="111055"/>
                  </a:lnTo>
                  <a:lnTo>
                    <a:pt x="584114" y="111047"/>
                  </a:lnTo>
                  <a:lnTo>
                    <a:pt x="583740" y="110971"/>
                  </a:lnTo>
                  <a:lnTo>
                    <a:pt x="583559" y="111014"/>
                  </a:lnTo>
                  <a:lnTo>
                    <a:pt x="583417" y="110956"/>
                  </a:lnTo>
                  <a:lnTo>
                    <a:pt x="582707" y="110862"/>
                  </a:lnTo>
                  <a:lnTo>
                    <a:pt x="582264" y="110747"/>
                  </a:lnTo>
                  <a:lnTo>
                    <a:pt x="582114" y="110780"/>
                  </a:lnTo>
                  <a:lnTo>
                    <a:pt x="581641" y="110546"/>
                  </a:lnTo>
                  <a:lnTo>
                    <a:pt x="581562" y="110198"/>
                  </a:lnTo>
                  <a:lnTo>
                    <a:pt x="581620" y="109467"/>
                  </a:lnTo>
                  <a:lnTo>
                    <a:pt x="581674" y="108854"/>
                  </a:lnTo>
                  <a:lnTo>
                    <a:pt x="581768" y="107768"/>
                  </a:lnTo>
                  <a:lnTo>
                    <a:pt x="581862" y="106630"/>
                  </a:lnTo>
                  <a:lnTo>
                    <a:pt x="581865" y="105971"/>
                  </a:lnTo>
                  <a:lnTo>
                    <a:pt x="581740" y="105729"/>
                  </a:lnTo>
                  <a:lnTo>
                    <a:pt x="581547" y="105393"/>
                  </a:lnTo>
                  <a:lnTo>
                    <a:pt x="581351" y="105058"/>
                  </a:lnTo>
                  <a:lnTo>
                    <a:pt x="581078" y="104536"/>
                  </a:lnTo>
                  <a:lnTo>
                    <a:pt x="580786" y="103974"/>
                  </a:lnTo>
                  <a:lnTo>
                    <a:pt x="580501" y="103464"/>
                  </a:lnTo>
                  <a:lnTo>
                    <a:pt x="580419" y="103317"/>
                  </a:lnTo>
                  <a:lnTo>
                    <a:pt x="580117" y="102770"/>
                  </a:lnTo>
                  <a:lnTo>
                    <a:pt x="579900" y="101818"/>
                  </a:lnTo>
                  <a:lnTo>
                    <a:pt x="579845" y="101556"/>
                  </a:lnTo>
                  <a:lnTo>
                    <a:pt x="579110" y="101619"/>
                  </a:lnTo>
                  <a:lnTo>
                    <a:pt x="577848" y="101729"/>
                  </a:lnTo>
                  <a:lnTo>
                    <a:pt x="576307" y="101991"/>
                  </a:lnTo>
                  <a:lnTo>
                    <a:pt x="574471" y="102302"/>
                  </a:lnTo>
                  <a:lnTo>
                    <a:pt x="573072" y="102539"/>
                  </a:lnTo>
                  <a:lnTo>
                    <a:pt x="572660" y="102607"/>
                  </a:lnTo>
                  <a:lnTo>
                    <a:pt x="572414" y="102649"/>
                  </a:lnTo>
                  <a:lnTo>
                    <a:pt x="572257" y="102675"/>
                  </a:lnTo>
                  <a:lnTo>
                    <a:pt x="569207" y="103556"/>
                  </a:lnTo>
                  <a:lnTo>
                    <a:pt x="566721" y="103694"/>
                  </a:lnTo>
                  <a:lnTo>
                    <a:pt x="566537" y="103687"/>
                  </a:lnTo>
                  <a:lnTo>
                    <a:pt x="566315" y="103678"/>
                  </a:lnTo>
                  <a:lnTo>
                    <a:pt x="566106" y="103767"/>
                  </a:lnTo>
                  <a:lnTo>
                    <a:pt x="565727" y="103971"/>
                  </a:lnTo>
                  <a:lnTo>
                    <a:pt x="565111" y="103770"/>
                  </a:lnTo>
                  <a:lnTo>
                    <a:pt x="564625" y="103678"/>
                  </a:lnTo>
                  <a:lnTo>
                    <a:pt x="564491" y="103648"/>
                  </a:lnTo>
                  <a:lnTo>
                    <a:pt x="563895" y="102808"/>
                  </a:lnTo>
                  <a:lnTo>
                    <a:pt x="563564" y="102304"/>
                  </a:lnTo>
                  <a:lnTo>
                    <a:pt x="563334" y="102006"/>
                  </a:lnTo>
                  <a:lnTo>
                    <a:pt x="563128" y="101465"/>
                  </a:lnTo>
                  <a:lnTo>
                    <a:pt x="562896" y="100857"/>
                  </a:lnTo>
                  <a:lnTo>
                    <a:pt x="562648" y="100465"/>
                  </a:lnTo>
                  <a:lnTo>
                    <a:pt x="562404" y="100080"/>
                  </a:lnTo>
                  <a:lnTo>
                    <a:pt x="562281" y="99892"/>
                  </a:lnTo>
                  <a:lnTo>
                    <a:pt x="562107" y="99623"/>
                  </a:lnTo>
                  <a:lnTo>
                    <a:pt x="561957" y="99232"/>
                  </a:lnTo>
                  <a:lnTo>
                    <a:pt x="561801" y="98825"/>
                  </a:lnTo>
                  <a:lnTo>
                    <a:pt x="561602" y="98305"/>
                  </a:lnTo>
                  <a:lnTo>
                    <a:pt x="561463" y="97760"/>
                  </a:lnTo>
                  <a:lnTo>
                    <a:pt x="561287" y="97068"/>
                  </a:lnTo>
                  <a:lnTo>
                    <a:pt x="561182" y="96657"/>
                  </a:lnTo>
                  <a:lnTo>
                    <a:pt x="561027" y="96048"/>
                  </a:lnTo>
                  <a:lnTo>
                    <a:pt x="560930" y="95668"/>
                  </a:lnTo>
                  <a:lnTo>
                    <a:pt x="560786" y="95105"/>
                  </a:lnTo>
                  <a:lnTo>
                    <a:pt x="560458" y="93841"/>
                  </a:lnTo>
                  <a:lnTo>
                    <a:pt x="560028" y="92355"/>
                  </a:lnTo>
                  <a:lnTo>
                    <a:pt x="559885" y="91859"/>
                  </a:lnTo>
                  <a:lnTo>
                    <a:pt x="559526" y="91017"/>
                  </a:lnTo>
                  <a:lnTo>
                    <a:pt x="559109" y="89976"/>
                  </a:lnTo>
                  <a:lnTo>
                    <a:pt x="558905" y="89464"/>
                  </a:lnTo>
                  <a:lnTo>
                    <a:pt x="558768" y="89118"/>
                  </a:lnTo>
                  <a:lnTo>
                    <a:pt x="558552" y="88571"/>
                  </a:lnTo>
                  <a:lnTo>
                    <a:pt x="558117" y="87480"/>
                  </a:lnTo>
                  <a:lnTo>
                    <a:pt x="557763" y="86599"/>
                  </a:lnTo>
                  <a:lnTo>
                    <a:pt x="557435" y="85767"/>
                  </a:lnTo>
                  <a:lnTo>
                    <a:pt x="557031" y="84860"/>
                  </a:lnTo>
                  <a:lnTo>
                    <a:pt x="556974" y="84580"/>
                  </a:lnTo>
                  <a:lnTo>
                    <a:pt x="553785" y="80009"/>
                  </a:lnTo>
                  <a:lnTo>
                    <a:pt x="553827" y="79779"/>
                  </a:lnTo>
                  <a:lnTo>
                    <a:pt x="553752" y="79598"/>
                  </a:lnTo>
                  <a:lnTo>
                    <a:pt x="553321" y="79555"/>
                  </a:lnTo>
                  <a:lnTo>
                    <a:pt x="553313" y="79419"/>
                  </a:lnTo>
                  <a:lnTo>
                    <a:pt x="553306" y="79283"/>
                  </a:lnTo>
                  <a:lnTo>
                    <a:pt x="553297" y="79149"/>
                  </a:lnTo>
                  <a:lnTo>
                    <a:pt x="553285" y="78984"/>
                  </a:lnTo>
                  <a:lnTo>
                    <a:pt x="553151" y="78347"/>
                  </a:lnTo>
                  <a:lnTo>
                    <a:pt x="552980" y="77852"/>
                  </a:lnTo>
                  <a:lnTo>
                    <a:pt x="552885" y="77595"/>
                  </a:lnTo>
                  <a:lnTo>
                    <a:pt x="552837" y="77462"/>
                  </a:lnTo>
                  <a:lnTo>
                    <a:pt x="552788" y="77334"/>
                  </a:lnTo>
                  <a:lnTo>
                    <a:pt x="552692" y="77087"/>
                  </a:lnTo>
                  <a:lnTo>
                    <a:pt x="552395" y="76471"/>
                  </a:lnTo>
                  <a:lnTo>
                    <a:pt x="551850" y="75346"/>
                  </a:lnTo>
                  <a:lnTo>
                    <a:pt x="548777" y="71683"/>
                  </a:lnTo>
                  <a:lnTo>
                    <a:pt x="542240" y="67813"/>
                  </a:lnTo>
                  <a:lnTo>
                    <a:pt x="541064" y="66020"/>
                  </a:lnTo>
                  <a:lnTo>
                    <a:pt x="532973" y="58974"/>
                  </a:lnTo>
                  <a:lnTo>
                    <a:pt x="532753" y="58395"/>
                  </a:lnTo>
                  <a:lnTo>
                    <a:pt x="532119" y="57007"/>
                  </a:lnTo>
                  <a:lnTo>
                    <a:pt x="531921" y="56788"/>
                  </a:lnTo>
                  <a:lnTo>
                    <a:pt x="531752" y="56592"/>
                  </a:lnTo>
                  <a:lnTo>
                    <a:pt x="531504" y="56458"/>
                  </a:lnTo>
                  <a:lnTo>
                    <a:pt x="531352" y="56505"/>
                  </a:lnTo>
                  <a:lnTo>
                    <a:pt x="531124" y="56668"/>
                  </a:lnTo>
                  <a:lnTo>
                    <a:pt x="531007" y="56861"/>
                  </a:lnTo>
                  <a:lnTo>
                    <a:pt x="528282" y="56096"/>
                  </a:lnTo>
                  <a:lnTo>
                    <a:pt x="527440" y="55882"/>
                  </a:lnTo>
                  <a:lnTo>
                    <a:pt x="527468" y="55629"/>
                  </a:lnTo>
                  <a:lnTo>
                    <a:pt x="527370" y="50032"/>
                  </a:lnTo>
                  <a:lnTo>
                    <a:pt x="527093" y="48859"/>
                  </a:lnTo>
                  <a:lnTo>
                    <a:pt x="526705" y="48074"/>
                  </a:lnTo>
                  <a:lnTo>
                    <a:pt x="526683" y="47448"/>
                  </a:lnTo>
                  <a:lnTo>
                    <a:pt x="526652" y="46527"/>
                  </a:lnTo>
                  <a:lnTo>
                    <a:pt x="521773" y="44426"/>
                  </a:lnTo>
                  <a:lnTo>
                    <a:pt x="521459" y="44348"/>
                  </a:lnTo>
                  <a:lnTo>
                    <a:pt x="521187" y="44417"/>
                  </a:lnTo>
                  <a:lnTo>
                    <a:pt x="521013" y="44465"/>
                  </a:lnTo>
                  <a:lnTo>
                    <a:pt x="520482" y="44411"/>
                  </a:lnTo>
                  <a:lnTo>
                    <a:pt x="520486" y="43953"/>
                  </a:lnTo>
                  <a:lnTo>
                    <a:pt x="520491" y="43756"/>
                  </a:lnTo>
                  <a:lnTo>
                    <a:pt x="520872" y="37939"/>
                  </a:lnTo>
                  <a:lnTo>
                    <a:pt x="520469" y="36644"/>
                  </a:lnTo>
                  <a:lnTo>
                    <a:pt x="520134" y="35552"/>
                  </a:lnTo>
                  <a:lnTo>
                    <a:pt x="519654" y="34673"/>
                  </a:lnTo>
                  <a:lnTo>
                    <a:pt x="519108" y="34171"/>
                  </a:lnTo>
                  <a:lnTo>
                    <a:pt x="518248" y="33223"/>
                  </a:lnTo>
                  <a:lnTo>
                    <a:pt x="517368" y="32265"/>
                  </a:lnTo>
                  <a:lnTo>
                    <a:pt x="517189" y="31838"/>
                  </a:lnTo>
                  <a:lnTo>
                    <a:pt x="517104" y="31542"/>
                  </a:lnTo>
                  <a:lnTo>
                    <a:pt x="517115" y="31208"/>
                  </a:lnTo>
                  <a:lnTo>
                    <a:pt x="517331" y="30556"/>
                  </a:lnTo>
                  <a:lnTo>
                    <a:pt x="517302" y="29260"/>
                  </a:lnTo>
                  <a:lnTo>
                    <a:pt x="517289" y="28658"/>
                  </a:lnTo>
                  <a:lnTo>
                    <a:pt x="517269" y="27759"/>
                  </a:lnTo>
                  <a:lnTo>
                    <a:pt x="517257" y="27212"/>
                  </a:lnTo>
                  <a:lnTo>
                    <a:pt x="517235" y="26209"/>
                  </a:lnTo>
                  <a:lnTo>
                    <a:pt x="517156" y="22623"/>
                  </a:lnTo>
                  <a:lnTo>
                    <a:pt x="515815" y="22048"/>
                  </a:lnTo>
                  <a:lnTo>
                    <a:pt x="515267" y="21793"/>
                  </a:lnTo>
                  <a:lnTo>
                    <a:pt x="514900" y="21609"/>
                  </a:lnTo>
                  <a:lnTo>
                    <a:pt x="514727" y="21670"/>
                  </a:lnTo>
                  <a:lnTo>
                    <a:pt x="514450" y="21583"/>
                  </a:lnTo>
                  <a:lnTo>
                    <a:pt x="513954" y="21965"/>
                  </a:lnTo>
                  <a:lnTo>
                    <a:pt x="513824" y="22036"/>
                  </a:lnTo>
                  <a:lnTo>
                    <a:pt x="513564" y="21848"/>
                  </a:lnTo>
                  <a:lnTo>
                    <a:pt x="513376" y="21698"/>
                  </a:lnTo>
                  <a:lnTo>
                    <a:pt x="513419" y="21540"/>
                  </a:lnTo>
                  <a:lnTo>
                    <a:pt x="513674" y="21199"/>
                  </a:lnTo>
                  <a:lnTo>
                    <a:pt x="513834" y="21191"/>
                  </a:lnTo>
                  <a:lnTo>
                    <a:pt x="513818" y="20912"/>
                  </a:lnTo>
                  <a:lnTo>
                    <a:pt x="513229" y="20196"/>
                  </a:lnTo>
                  <a:lnTo>
                    <a:pt x="512895" y="19794"/>
                  </a:lnTo>
                  <a:lnTo>
                    <a:pt x="512872" y="19614"/>
                  </a:lnTo>
                  <a:lnTo>
                    <a:pt x="512798" y="18959"/>
                  </a:lnTo>
                  <a:lnTo>
                    <a:pt x="512740" y="18563"/>
                  </a:lnTo>
                  <a:lnTo>
                    <a:pt x="512417" y="18254"/>
                  </a:lnTo>
                  <a:lnTo>
                    <a:pt x="505263" y="16813"/>
                  </a:lnTo>
                  <a:lnTo>
                    <a:pt x="502257" y="16204"/>
                  </a:lnTo>
                  <a:lnTo>
                    <a:pt x="494882" y="11655"/>
                  </a:lnTo>
                  <a:lnTo>
                    <a:pt x="494638" y="11504"/>
                  </a:lnTo>
                  <a:lnTo>
                    <a:pt x="489494" y="8331"/>
                  </a:lnTo>
                  <a:lnTo>
                    <a:pt x="488381" y="7644"/>
                  </a:lnTo>
                  <a:lnTo>
                    <a:pt x="488109" y="7476"/>
                  </a:lnTo>
                  <a:lnTo>
                    <a:pt x="487987" y="7341"/>
                  </a:lnTo>
                  <a:lnTo>
                    <a:pt x="487931" y="7214"/>
                  </a:lnTo>
                  <a:lnTo>
                    <a:pt x="487740" y="6927"/>
                  </a:lnTo>
                  <a:lnTo>
                    <a:pt x="487308" y="6942"/>
                  </a:lnTo>
                  <a:lnTo>
                    <a:pt x="486351" y="6974"/>
                  </a:lnTo>
                  <a:lnTo>
                    <a:pt x="479063" y="7216"/>
                  </a:lnTo>
                  <a:lnTo>
                    <a:pt x="477671" y="7262"/>
                  </a:lnTo>
                  <a:lnTo>
                    <a:pt x="474208" y="8331"/>
                  </a:lnTo>
                  <a:lnTo>
                    <a:pt x="472063" y="9461"/>
                  </a:lnTo>
                  <a:lnTo>
                    <a:pt x="469753" y="10662"/>
                  </a:lnTo>
                  <a:lnTo>
                    <a:pt x="469106" y="11455"/>
                  </a:lnTo>
                  <a:lnTo>
                    <a:pt x="462356" y="19732"/>
                  </a:lnTo>
                  <a:lnTo>
                    <a:pt x="459544" y="18207"/>
                  </a:lnTo>
                  <a:lnTo>
                    <a:pt x="459274" y="15886"/>
                  </a:lnTo>
                  <a:lnTo>
                    <a:pt x="459020" y="13670"/>
                  </a:lnTo>
                  <a:lnTo>
                    <a:pt x="454157" y="10774"/>
                  </a:lnTo>
                  <a:lnTo>
                    <a:pt x="454023" y="10746"/>
                  </a:lnTo>
                  <a:lnTo>
                    <a:pt x="451122" y="10135"/>
                  </a:lnTo>
                  <a:lnTo>
                    <a:pt x="444096" y="13303"/>
                  </a:lnTo>
                  <a:lnTo>
                    <a:pt x="443834" y="13286"/>
                  </a:lnTo>
                  <a:lnTo>
                    <a:pt x="443699" y="13275"/>
                  </a:lnTo>
                  <a:lnTo>
                    <a:pt x="443501" y="13247"/>
                  </a:lnTo>
                  <a:lnTo>
                    <a:pt x="430124" y="8642"/>
                  </a:lnTo>
                  <a:lnTo>
                    <a:pt x="424485" y="6746"/>
                  </a:lnTo>
                  <a:lnTo>
                    <a:pt x="417948" y="4633"/>
                  </a:lnTo>
                  <a:lnTo>
                    <a:pt x="417760" y="4573"/>
                  </a:lnTo>
                  <a:lnTo>
                    <a:pt x="414379" y="3484"/>
                  </a:lnTo>
                  <a:lnTo>
                    <a:pt x="409305" y="1881"/>
                  </a:lnTo>
                  <a:lnTo>
                    <a:pt x="402915" y="1456"/>
                  </a:lnTo>
                  <a:lnTo>
                    <a:pt x="398077" y="1120"/>
                  </a:lnTo>
                  <a:lnTo>
                    <a:pt x="397877" y="1148"/>
                  </a:lnTo>
                  <a:lnTo>
                    <a:pt x="395474" y="1435"/>
                  </a:lnTo>
                  <a:lnTo>
                    <a:pt x="395309" y="1450"/>
                  </a:lnTo>
                  <a:lnTo>
                    <a:pt x="393801" y="1590"/>
                  </a:lnTo>
                  <a:lnTo>
                    <a:pt x="391950" y="1884"/>
                  </a:lnTo>
                  <a:lnTo>
                    <a:pt x="391837" y="1541"/>
                  </a:lnTo>
                  <a:lnTo>
                    <a:pt x="391799" y="1393"/>
                  </a:lnTo>
                  <a:lnTo>
                    <a:pt x="391726" y="1262"/>
                  </a:lnTo>
                  <a:lnTo>
                    <a:pt x="391144" y="548"/>
                  </a:lnTo>
                  <a:lnTo>
                    <a:pt x="390007" y="0"/>
                  </a:lnTo>
                  <a:lnTo>
                    <a:pt x="389526" y="333"/>
                  </a:lnTo>
                  <a:lnTo>
                    <a:pt x="389204" y="479"/>
                  </a:lnTo>
                  <a:lnTo>
                    <a:pt x="388817" y="746"/>
                  </a:lnTo>
                  <a:lnTo>
                    <a:pt x="388594" y="875"/>
                  </a:lnTo>
                  <a:lnTo>
                    <a:pt x="388023" y="1231"/>
                  </a:lnTo>
                  <a:lnTo>
                    <a:pt x="387727" y="1409"/>
                  </a:lnTo>
                  <a:lnTo>
                    <a:pt x="388041" y="2941"/>
                  </a:lnTo>
                  <a:lnTo>
                    <a:pt x="387858" y="3031"/>
                  </a:lnTo>
                  <a:lnTo>
                    <a:pt x="387518" y="3188"/>
                  </a:lnTo>
                  <a:lnTo>
                    <a:pt x="387231" y="3282"/>
                  </a:lnTo>
                  <a:lnTo>
                    <a:pt x="387024" y="3308"/>
                  </a:lnTo>
                  <a:lnTo>
                    <a:pt x="386280" y="3404"/>
                  </a:lnTo>
                  <a:lnTo>
                    <a:pt x="386243" y="3133"/>
                  </a:lnTo>
                  <a:lnTo>
                    <a:pt x="386112" y="2861"/>
                  </a:lnTo>
                  <a:lnTo>
                    <a:pt x="386041" y="2385"/>
                  </a:lnTo>
                  <a:lnTo>
                    <a:pt x="385843" y="2689"/>
                  </a:lnTo>
                  <a:lnTo>
                    <a:pt x="385814" y="2968"/>
                  </a:lnTo>
                  <a:lnTo>
                    <a:pt x="385744" y="3851"/>
                  </a:lnTo>
                  <a:lnTo>
                    <a:pt x="385767" y="4214"/>
                  </a:lnTo>
                  <a:lnTo>
                    <a:pt x="385786" y="4687"/>
                  </a:lnTo>
                  <a:lnTo>
                    <a:pt x="385797" y="4934"/>
                  </a:lnTo>
                  <a:lnTo>
                    <a:pt x="385833" y="5165"/>
                  </a:lnTo>
                  <a:lnTo>
                    <a:pt x="384821" y="5894"/>
                  </a:lnTo>
                  <a:lnTo>
                    <a:pt x="384438" y="6233"/>
                  </a:lnTo>
                  <a:lnTo>
                    <a:pt x="384175" y="6391"/>
                  </a:lnTo>
                  <a:lnTo>
                    <a:pt x="384142" y="6579"/>
                  </a:lnTo>
                  <a:lnTo>
                    <a:pt x="384150" y="6707"/>
                  </a:lnTo>
                  <a:lnTo>
                    <a:pt x="384163" y="6846"/>
                  </a:lnTo>
                  <a:lnTo>
                    <a:pt x="384170" y="6974"/>
                  </a:lnTo>
                  <a:lnTo>
                    <a:pt x="384178" y="7109"/>
                  </a:lnTo>
                  <a:lnTo>
                    <a:pt x="383978" y="7459"/>
                  </a:lnTo>
                  <a:lnTo>
                    <a:pt x="383848" y="7534"/>
                  </a:lnTo>
                  <a:lnTo>
                    <a:pt x="382994" y="8031"/>
                  </a:lnTo>
                  <a:lnTo>
                    <a:pt x="381924" y="8655"/>
                  </a:lnTo>
                  <a:lnTo>
                    <a:pt x="380322" y="11582"/>
                  </a:lnTo>
                  <a:lnTo>
                    <a:pt x="379038" y="16321"/>
                  </a:lnTo>
                  <a:lnTo>
                    <a:pt x="377896" y="17831"/>
                  </a:lnTo>
                  <a:lnTo>
                    <a:pt x="376752" y="19354"/>
                  </a:lnTo>
                  <a:lnTo>
                    <a:pt x="376514" y="20080"/>
                  </a:lnTo>
                  <a:lnTo>
                    <a:pt x="376089" y="21380"/>
                  </a:lnTo>
                  <a:lnTo>
                    <a:pt x="375629" y="22786"/>
                  </a:lnTo>
                  <a:lnTo>
                    <a:pt x="375405" y="23472"/>
                  </a:lnTo>
                  <a:lnTo>
                    <a:pt x="375101" y="24403"/>
                  </a:lnTo>
                  <a:lnTo>
                    <a:pt x="374679" y="25536"/>
                  </a:lnTo>
                  <a:lnTo>
                    <a:pt x="374673" y="25867"/>
                  </a:lnTo>
                  <a:lnTo>
                    <a:pt x="374209" y="25938"/>
                  </a:lnTo>
                  <a:lnTo>
                    <a:pt x="373911" y="25965"/>
                  </a:lnTo>
                  <a:lnTo>
                    <a:pt x="373577" y="26012"/>
                  </a:lnTo>
                  <a:lnTo>
                    <a:pt x="372762" y="26136"/>
                  </a:lnTo>
                  <a:lnTo>
                    <a:pt x="372270" y="26250"/>
                  </a:lnTo>
                  <a:lnTo>
                    <a:pt x="372024" y="26419"/>
                  </a:lnTo>
                  <a:lnTo>
                    <a:pt x="371016" y="27111"/>
                  </a:lnTo>
                  <a:lnTo>
                    <a:pt x="370391" y="28076"/>
                  </a:lnTo>
                  <a:lnTo>
                    <a:pt x="369822" y="28955"/>
                  </a:lnTo>
                  <a:lnTo>
                    <a:pt x="368883" y="29531"/>
                  </a:lnTo>
                  <a:lnTo>
                    <a:pt x="368127" y="29996"/>
                  </a:lnTo>
                  <a:lnTo>
                    <a:pt x="368166" y="31563"/>
                  </a:lnTo>
                  <a:lnTo>
                    <a:pt x="368203" y="32211"/>
                  </a:lnTo>
                  <a:lnTo>
                    <a:pt x="368234" y="32393"/>
                  </a:lnTo>
                  <a:lnTo>
                    <a:pt x="368456" y="32841"/>
                  </a:lnTo>
                  <a:lnTo>
                    <a:pt x="368594" y="33495"/>
                  </a:lnTo>
                  <a:lnTo>
                    <a:pt x="368584" y="33745"/>
                  </a:lnTo>
                  <a:lnTo>
                    <a:pt x="368594" y="33885"/>
                  </a:lnTo>
                  <a:lnTo>
                    <a:pt x="369153" y="34959"/>
                  </a:lnTo>
                  <a:lnTo>
                    <a:pt x="369208" y="35222"/>
                  </a:lnTo>
                  <a:lnTo>
                    <a:pt x="364792" y="37560"/>
                  </a:lnTo>
                  <a:lnTo>
                    <a:pt x="365936" y="43428"/>
                  </a:lnTo>
                  <a:lnTo>
                    <a:pt x="366150" y="44525"/>
                  </a:lnTo>
                  <a:lnTo>
                    <a:pt x="366126" y="44858"/>
                  </a:lnTo>
                  <a:lnTo>
                    <a:pt x="367306" y="50453"/>
                  </a:lnTo>
                  <a:lnTo>
                    <a:pt x="367876" y="53432"/>
                  </a:lnTo>
                  <a:lnTo>
                    <a:pt x="368160" y="54454"/>
                  </a:lnTo>
                  <a:lnTo>
                    <a:pt x="368860" y="56949"/>
                  </a:lnTo>
                  <a:lnTo>
                    <a:pt x="369774" y="60204"/>
                  </a:lnTo>
                  <a:lnTo>
                    <a:pt x="372429" y="69769"/>
                  </a:lnTo>
                  <a:lnTo>
                    <a:pt x="373978" y="75349"/>
                  </a:lnTo>
                  <a:lnTo>
                    <a:pt x="372917" y="75733"/>
                  </a:lnTo>
                  <a:lnTo>
                    <a:pt x="371942" y="76087"/>
                  </a:lnTo>
                  <a:lnTo>
                    <a:pt x="370685" y="76545"/>
                  </a:lnTo>
                  <a:lnTo>
                    <a:pt x="369874" y="76838"/>
                  </a:lnTo>
                  <a:lnTo>
                    <a:pt x="368808" y="77227"/>
                  </a:lnTo>
                  <a:lnTo>
                    <a:pt x="368215" y="77441"/>
                  </a:lnTo>
                  <a:lnTo>
                    <a:pt x="367540" y="77685"/>
                  </a:lnTo>
                  <a:lnTo>
                    <a:pt x="366543" y="78046"/>
                  </a:lnTo>
                  <a:lnTo>
                    <a:pt x="365617" y="78382"/>
                  </a:lnTo>
                  <a:lnTo>
                    <a:pt x="363003" y="79331"/>
                  </a:lnTo>
                  <a:lnTo>
                    <a:pt x="357154" y="81456"/>
                  </a:lnTo>
                  <a:lnTo>
                    <a:pt x="356927" y="81537"/>
                  </a:lnTo>
                  <a:lnTo>
                    <a:pt x="356306" y="81764"/>
                  </a:lnTo>
                  <a:lnTo>
                    <a:pt x="355914" y="81906"/>
                  </a:lnTo>
                  <a:lnTo>
                    <a:pt x="355563" y="82031"/>
                  </a:lnTo>
                  <a:lnTo>
                    <a:pt x="354795" y="82311"/>
                  </a:lnTo>
                  <a:lnTo>
                    <a:pt x="354187" y="82532"/>
                  </a:lnTo>
                  <a:lnTo>
                    <a:pt x="354182" y="82700"/>
                  </a:lnTo>
                  <a:lnTo>
                    <a:pt x="354159" y="83502"/>
                  </a:lnTo>
                  <a:lnTo>
                    <a:pt x="354110" y="85021"/>
                  </a:lnTo>
                  <a:lnTo>
                    <a:pt x="354075" y="86173"/>
                  </a:lnTo>
                  <a:lnTo>
                    <a:pt x="354044" y="87016"/>
                  </a:lnTo>
                  <a:lnTo>
                    <a:pt x="353988" y="87143"/>
                  </a:lnTo>
                  <a:lnTo>
                    <a:pt x="350942" y="94224"/>
                  </a:lnTo>
                  <a:lnTo>
                    <a:pt x="347230" y="96369"/>
                  </a:lnTo>
                  <a:lnTo>
                    <a:pt x="346723" y="96662"/>
                  </a:lnTo>
                  <a:lnTo>
                    <a:pt x="346240" y="96942"/>
                  </a:lnTo>
                  <a:lnTo>
                    <a:pt x="338627" y="91293"/>
                  </a:lnTo>
                  <a:lnTo>
                    <a:pt x="338202" y="92066"/>
                  </a:lnTo>
                  <a:lnTo>
                    <a:pt x="337584" y="93219"/>
                  </a:lnTo>
                  <a:lnTo>
                    <a:pt x="337187" y="93919"/>
                  </a:lnTo>
                  <a:lnTo>
                    <a:pt x="337105" y="94069"/>
                  </a:lnTo>
                  <a:lnTo>
                    <a:pt x="336960" y="94357"/>
                  </a:lnTo>
                  <a:lnTo>
                    <a:pt x="336772" y="94672"/>
                  </a:lnTo>
                  <a:lnTo>
                    <a:pt x="336629" y="94970"/>
                  </a:lnTo>
                  <a:lnTo>
                    <a:pt x="336461" y="95224"/>
                  </a:lnTo>
                  <a:lnTo>
                    <a:pt x="336316" y="95530"/>
                  </a:lnTo>
                  <a:lnTo>
                    <a:pt x="336197" y="95748"/>
                  </a:lnTo>
                  <a:lnTo>
                    <a:pt x="335960" y="96168"/>
                  </a:lnTo>
                  <a:lnTo>
                    <a:pt x="335968" y="96598"/>
                  </a:lnTo>
                  <a:lnTo>
                    <a:pt x="336278" y="96680"/>
                  </a:lnTo>
                  <a:lnTo>
                    <a:pt x="336746" y="97115"/>
                  </a:lnTo>
                  <a:lnTo>
                    <a:pt x="336818" y="97308"/>
                  </a:lnTo>
                  <a:lnTo>
                    <a:pt x="337390" y="97606"/>
                  </a:lnTo>
                  <a:lnTo>
                    <a:pt x="337937" y="97524"/>
                  </a:lnTo>
                  <a:lnTo>
                    <a:pt x="338080" y="97565"/>
                  </a:lnTo>
                  <a:lnTo>
                    <a:pt x="338533" y="97825"/>
                  </a:lnTo>
                  <a:lnTo>
                    <a:pt x="338606" y="98133"/>
                  </a:lnTo>
                  <a:lnTo>
                    <a:pt x="338619" y="98425"/>
                  </a:lnTo>
                  <a:lnTo>
                    <a:pt x="338886" y="98840"/>
                  </a:lnTo>
                  <a:lnTo>
                    <a:pt x="338558" y="99293"/>
                  </a:lnTo>
                  <a:lnTo>
                    <a:pt x="338594" y="99476"/>
                  </a:lnTo>
                  <a:lnTo>
                    <a:pt x="338925" y="99675"/>
                  </a:lnTo>
                  <a:lnTo>
                    <a:pt x="339072" y="99738"/>
                  </a:lnTo>
                  <a:lnTo>
                    <a:pt x="339271" y="99820"/>
                  </a:lnTo>
                  <a:lnTo>
                    <a:pt x="339563" y="99886"/>
                  </a:lnTo>
                  <a:lnTo>
                    <a:pt x="339774" y="99972"/>
                  </a:lnTo>
                  <a:lnTo>
                    <a:pt x="339937" y="100102"/>
                  </a:lnTo>
                  <a:lnTo>
                    <a:pt x="339922" y="100329"/>
                  </a:lnTo>
                  <a:lnTo>
                    <a:pt x="339739" y="100476"/>
                  </a:lnTo>
                  <a:lnTo>
                    <a:pt x="339372" y="100530"/>
                  </a:lnTo>
                  <a:lnTo>
                    <a:pt x="339148" y="100517"/>
                  </a:lnTo>
                  <a:lnTo>
                    <a:pt x="338866" y="100479"/>
                  </a:lnTo>
                  <a:lnTo>
                    <a:pt x="338657" y="100423"/>
                  </a:lnTo>
                  <a:lnTo>
                    <a:pt x="338197" y="100318"/>
                  </a:lnTo>
                  <a:lnTo>
                    <a:pt x="338057" y="100262"/>
                  </a:lnTo>
                  <a:lnTo>
                    <a:pt x="337807" y="100245"/>
                  </a:lnTo>
                  <a:lnTo>
                    <a:pt x="337652" y="100247"/>
                  </a:lnTo>
                  <a:lnTo>
                    <a:pt x="337507" y="100293"/>
                  </a:lnTo>
                  <a:lnTo>
                    <a:pt x="337291" y="100362"/>
                  </a:lnTo>
                  <a:lnTo>
                    <a:pt x="337087" y="100863"/>
                  </a:lnTo>
                  <a:lnTo>
                    <a:pt x="337026" y="101107"/>
                  </a:lnTo>
                  <a:lnTo>
                    <a:pt x="336968" y="101331"/>
                  </a:lnTo>
                  <a:lnTo>
                    <a:pt x="337026" y="101649"/>
                  </a:lnTo>
                  <a:lnTo>
                    <a:pt x="337021" y="101990"/>
                  </a:lnTo>
                  <a:lnTo>
                    <a:pt x="337026" y="102133"/>
                  </a:lnTo>
                  <a:lnTo>
                    <a:pt x="337123" y="102715"/>
                  </a:lnTo>
                  <a:lnTo>
                    <a:pt x="337080" y="102901"/>
                  </a:lnTo>
                  <a:lnTo>
                    <a:pt x="337225" y="103364"/>
                  </a:lnTo>
                  <a:lnTo>
                    <a:pt x="337291" y="103575"/>
                  </a:lnTo>
                  <a:lnTo>
                    <a:pt x="337347" y="103784"/>
                  </a:lnTo>
                  <a:lnTo>
                    <a:pt x="337388" y="103911"/>
                  </a:lnTo>
                  <a:lnTo>
                    <a:pt x="337477" y="104140"/>
                  </a:lnTo>
                  <a:lnTo>
                    <a:pt x="337561" y="104326"/>
                  </a:lnTo>
                  <a:lnTo>
                    <a:pt x="337120" y="105153"/>
                  </a:lnTo>
                  <a:lnTo>
                    <a:pt x="336678" y="105576"/>
                  </a:lnTo>
                  <a:lnTo>
                    <a:pt x="336820" y="106001"/>
                  </a:lnTo>
                  <a:lnTo>
                    <a:pt x="336777" y="106158"/>
                  </a:lnTo>
                  <a:lnTo>
                    <a:pt x="336846" y="106392"/>
                  </a:lnTo>
                  <a:lnTo>
                    <a:pt x="336833" y="106527"/>
                  </a:lnTo>
                  <a:lnTo>
                    <a:pt x="336723" y="106863"/>
                  </a:lnTo>
                  <a:lnTo>
                    <a:pt x="336436" y="107092"/>
                  </a:lnTo>
                  <a:lnTo>
                    <a:pt x="336288" y="107151"/>
                  </a:lnTo>
                  <a:lnTo>
                    <a:pt x="336029" y="107242"/>
                  </a:lnTo>
                  <a:lnTo>
                    <a:pt x="335863" y="107492"/>
                  </a:lnTo>
                  <a:lnTo>
                    <a:pt x="335848" y="107845"/>
                  </a:lnTo>
                  <a:lnTo>
                    <a:pt x="335779" y="108135"/>
                  </a:lnTo>
                  <a:lnTo>
                    <a:pt x="335611" y="108616"/>
                  </a:lnTo>
                  <a:lnTo>
                    <a:pt x="335616" y="108787"/>
                  </a:lnTo>
                  <a:lnTo>
                    <a:pt x="335624" y="108955"/>
                  </a:lnTo>
                  <a:lnTo>
                    <a:pt x="335400" y="109041"/>
                  </a:lnTo>
                  <a:lnTo>
                    <a:pt x="335064" y="109255"/>
                  </a:lnTo>
                  <a:lnTo>
                    <a:pt x="334856" y="109380"/>
                  </a:lnTo>
                  <a:lnTo>
                    <a:pt x="334591" y="109497"/>
                  </a:lnTo>
                  <a:lnTo>
                    <a:pt x="333868" y="109965"/>
                  </a:lnTo>
                  <a:lnTo>
                    <a:pt x="333731" y="110046"/>
                  </a:lnTo>
                  <a:lnTo>
                    <a:pt x="333599" y="110168"/>
                  </a:lnTo>
                  <a:lnTo>
                    <a:pt x="333316" y="110420"/>
                  </a:lnTo>
                  <a:lnTo>
                    <a:pt x="333184" y="110532"/>
                  </a:lnTo>
                  <a:lnTo>
                    <a:pt x="332963" y="110751"/>
                  </a:lnTo>
                  <a:lnTo>
                    <a:pt x="332581" y="110990"/>
                  </a:lnTo>
                  <a:lnTo>
                    <a:pt x="332451" y="111041"/>
                  </a:lnTo>
                  <a:lnTo>
                    <a:pt x="332253" y="111222"/>
                  </a:lnTo>
                  <a:lnTo>
                    <a:pt x="331703" y="111731"/>
                  </a:lnTo>
                  <a:lnTo>
                    <a:pt x="330917" y="111799"/>
                  </a:lnTo>
                  <a:lnTo>
                    <a:pt x="330779" y="111771"/>
                  </a:lnTo>
                  <a:lnTo>
                    <a:pt x="330176" y="111811"/>
                  </a:lnTo>
                  <a:lnTo>
                    <a:pt x="329176" y="111878"/>
                  </a:lnTo>
                  <a:lnTo>
                    <a:pt x="327873" y="111962"/>
                  </a:lnTo>
                  <a:lnTo>
                    <a:pt x="327288" y="112002"/>
                  </a:lnTo>
                  <a:lnTo>
                    <a:pt x="325545" y="112119"/>
                  </a:lnTo>
                  <a:lnTo>
                    <a:pt x="323746" y="112239"/>
                  </a:lnTo>
                  <a:lnTo>
                    <a:pt x="322064" y="112351"/>
                  </a:lnTo>
                  <a:lnTo>
                    <a:pt x="320863" y="112430"/>
                  </a:lnTo>
                  <a:lnTo>
                    <a:pt x="318039" y="113465"/>
                  </a:lnTo>
                  <a:lnTo>
                    <a:pt x="317326" y="113725"/>
                  </a:lnTo>
                  <a:lnTo>
                    <a:pt x="316881" y="113921"/>
                  </a:lnTo>
                  <a:lnTo>
                    <a:pt x="316703" y="113995"/>
                  </a:lnTo>
                  <a:lnTo>
                    <a:pt x="314466" y="114934"/>
                  </a:lnTo>
                  <a:lnTo>
                    <a:pt x="312005" y="115967"/>
                  </a:lnTo>
                  <a:lnTo>
                    <a:pt x="309324" y="117089"/>
                  </a:lnTo>
                  <a:lnTo>
                    <a:pt x="308417" y="117366"/>
                  </a:lnTo>
                  <a:lnTo>
                    <a:pt x="305912" y="118398"/>
                  </a:lnTo>
                  <a:lnTo>
                    <a:pt x="305283" y="118664"/>
                  </a:lnTo>
                  <a:lnTo>
                    <a:pt x="304925" y="118815"/>
                  </a:lnTo>
                  <a:lnTo>
                    <a:pt x="302209" y="116956"/>
                  </a:lnTo>
                  <a:lnTo>
                    <a:pt x="300636" y="115888"/>
                  </a:lnTo>
                  <a:lnTo>
                    <a:pt x="300254" y="115621"/>
                  </a:lnTo>
                  <a:lnTo>
                    <a:pt x="298561" y="114462"/>
                  </a:lnTo>
                  <a:lnTo>
                    <a:pt x="298046" y="114272"/>
                  </a:lnTo>
                  <a:lnTo>
                    <a:pt x="297514" y="113913"/>
                  </a:lnTo>
                  <a:lnTo>
                    <a:pt x="295409" y="112491"/>
                  </a:lnTo>
                  <a:lnTo>
                    <a:pt x="294929" y="112165"/>
                  </a:lnTo>
                  <a:lnTo>
                    <a:pt x="294420" y="111824"/>
                  </a:lnTo>
                  <a:lnTo>
                    <a:pt x="294013" y="111547"/>
                  </a:lnTo>
                  <a:lnTo>
                    <a:pt x="293791" y="111280"/>
                  </a:lnTo>
                  <a:lnTo>
                    <a:pt x="293415" y="110819"/>
                  </a:lnTo>
                  <a:lnTo>
                    <a:pt x="292837" y="110115"/>
                  </a:lnTo>
                  <a:lnTo>
                    <a:pt x="292565" y="109784"/>
                  </a:lnTo>
                  <a:lnTo>
                    <a:pt x="292262" y="109417"/>
                  </a:lnTo>
                  <a:lnTo>
                    <a:pt x="291952" y="109038"/>
                  </a:lnTo>
                  <a:lnTo>
                    <a:pt x="291840" y="108903"/>
                  </a:lnTo>
                  <a:lnTo>
                    <a:pt x="291534" y="108532"/>
                  </a:lnTo>
                  <a:lnTo>
                    <a:pt x="291201" y="108127"/>
                  </a:lnTo>
                  <a:lnTo>
                    <a:pt x="290794" y="107631"/>
                  </a:lnTo>
                  <a:lnTo>
                    <a:pt x="290603" y="107395"/>
                  </a:lnTo>
                  <a:lnTo>
                    <a:pt x="290249" y="107168"/>
                  </a:lnTo>
                  <a:lnTo>
                    <a:pt x="289707" y="106870"/>
                  </a:lnTo>
                  <a:lnTo>
                    <a:pt x="289165" y="106575"/>
                  </a:lnTo>
                  <a:lnTo>
                    <a:pt x="288761" y="106349"/>
                  </a:lnTo>
                  <a:lnTo>
                    <a:pt x="288478" y="106193"/>
                  </a:lnTo>
                  <a:lnTo>
                    <a:pt x="288076" y="105972"/>
                  </a:lnTo>
                  <a:lnTo>
                    <a:pt x="287377" y="105585"/>
                  </a:lnTo>
                  <a:lnTo>
                    <a:pt x="287107" y="105438"/>
                  </a:lnTo>
                  <a:lnTo>
                    <a:pt x="286567" y="105140"/>
                  </a:lnTo>
                  <a:lnTo>
                    <a:pt x="285957" y="104804"/>
                  </a:lnTo>
                  <a:lnTo>
                    <a:pt x="285461" y="104532"/>
                  </a:lnTo>
                  <a:lnTo>
                    <a:pt x="284941" y="104244"/>
                  </a:lnTo>
                  <a:lnTo>
                    <a:pt x="284359" y="103923"/>
                  </a:lnTo>
                  <a:lnTo>
                    <a:pt x="283842" y="103638"/>
                  </a:lnTo>
                  <a:lnTo>
                    <a:pt x="283361" y="103374"/>
                  </a:lnTo>
                  <a:lnTo>
                    <a:pt x="282791" y="103061"/>
                  </a:lnTo>
                  <a:lnTo>
                    <a:pt x="282483" y="102890"/>
                  </a:lnTo>
                  <a:lnTo>
                    <a:pt x="282247" y="102760"/>
                  </a:lnTo>
                  <a:lnTo>
                    <a:pt x="281774" y="102498"/>
                  </a:lnTo>
                  <a:lnTo>
                    <a:pt x="281646" y="102427"/>
                  </a:lnTo>
                  <a:lnTo>
                    <a:pt x="281415" y="102302"/>
                  </a:lnTo>
                  <a:lnTo>
                    <a:pt x="281173" y="102170"/>
                  </a:lnTo>
                  <a:lnTo>
                    <a:pt x="280941" y="102040"/>
                  </a:lnTo>
                  <a:lnTo>
                    <a:pt x="280608" y="101855"/>
                  </a:lnTo>
                  <a:lnTo>
                    <a:pt x="280374" y="101727"/>
                  </a:lnTo>
                  <a:lnTo>
                    <a:pt x="280061" y="101554"/>
                  </a:lnTo>
                  <a:lnTo>
                    <a:pt x="279570" y="101282"/>
                  </a:lnTo>
                  <a:lnTo>
                    <a:pt x="279163" y="101058"/>
                  </a:lnTo>
                  <a:lnTo>
                    <a:pt x="278588" y="100745"/>
                  </a:lnTo>
                  <a:lnTo>
                    <a:pt x="278008" y="100422"/>
                  </a:lnTo>
                  <a:lnTo>
                    <a:pt x="277438" y="100106"/>
                  </a:lnTo>
                  <a:lnTo>
                    <a:pt x="276829" y="99776"/>
                  </a:lnTo>
                  <a:lnTo>
                    <a:pt x="275880" y="99251"/>
                  </a:lnTo>
                  <a:lnTo>
                    <a:pt x="275178" y="98865"/>
                  </a:lnTo>
                  <a:lnTo>
                    <a:pt x="274641" y="98569"/>
                  </a:lnTo>
                  <a:lnTo>
                    <a:pt x="274186" y="98343"/>
                  </a:lnTo>
                  <a:lnTo>
                    <a:pt x="273119" y="97834"/>
                  </a:lnTo>
                  <a:lnTo>
                    <a:pt x="271941" y="97267"/>
                  </a:lnTo>
                  <a:lnTo>
                    <a:pt x="270743" y="96689"/>
                  </a:lnTo>
                  <a:lnTo>
                    <a:pt x="270013" y="96335"/>
                  </a:lnTo>
                  <a:lnTo>
                    <a:pt x="269455" y="96071"/>
                  </a:lnTo>
                  <a:lnTo>
                    <a:pt x="268539" y="95628"/>
                  </a:lnTo>
                  <a:lnTo>
                    <a:pt x="267542" y="95147"/>
                  </a:lnTo>
                  <a:lnTo>
                    <a:pt x="266593" y="94692"/>
                  </a:lnTo>
                  <a:lnTo>
                    <a:pt x="265366" y="94101"/>
                  </a:lnTo>
                  <a:lnTo>
                    <a:pt x="264288" y="93580"/>
                  </a:lnTo>
                  <a:lnTo>
                    <a:pt x="263738" y="93315"/>
                  </a:lnTo>
                  <a:lnTo>
                    <a:pt x="262628" y="92781"/>
                  </a:lnTo>
                  <a:lnTo>
                    <a:pt x="261667" y="92317"/>
                  </a:lnTo>
                  <a:lnTo>
                    <a:pt x="261053" y="92022"/>
                  </a:lnTo>
                  <a:lnTo>
                    <a:pt x="259351" y="91205"/>
                  </a:lnTo>
                  <a:lnTo>
                    <a:pt x="258336" y="90717"/>
                  </a:lnTo>
                  <a:lnTo>
                    <a:pt x="257267" y="90203"/>
                  </a:lnTo>
                  <a:lnTo>
                    <a:pt x="256450" y="89958"/>
                  </a:lnTo>
                  <a:lnTo>
                    <a:pt x="255847" y="89666"/>
                  </a:lnTo>
                  <a:lnTo>
                    <a:pt x="255323" y="89414"/>
                  </a:lnTo>
                  <a:lnTo>
                    <a:pt x="253649" y="88613"/>
                  </a:lnTo>
                  <a:lnTo>
                    <a:pt x="252450" y="88038"/>
                  </a:lnTo>
                  <a:lnTo>
                    <a:pt x="251374" y="87521"/>
                  </a:lnTo>
                  <a:lnTo>
                    <a:pt x="250277" y="86997"/>
                  </a:lnTo>
                  <a:lnTo>
                    <a:pt x="249613" y="86679"/>
                  </a:lnTo>
                  <a:lnTo>
                    <a:pt x="249196" y="86478"/>
                  </a:lnTo>
                  <a:lnTo>
                    <a:pt x="248234" y="86015"/>
                  </a:lnTo>
                  <a:lnTo>
                    <a:pt x="247460" y="85643"/>
                  </a:lnTo>
                  <a:lnTo>
                    <a:pt x="246315" y="85094"/>
                  </a:lnTo>
                  <a:lnTo>
                    <a:pt x="245285" y="84603"/>
                  </a:lnTo>
                  <a:lnTo>
                    <a:pt x="244160" y="84063"/>
                  </a:lnTo>
                  <a:lnTo>
                    <a:pt x="243056" y="83531"/>
                  </a:lnTo>
                  <a:lnTo>
                    <a:pt x="242402" y="83221"/>
                  </a:lnTo>
                  <a:lnTo>
                    <a:pt x="241211" y="82648"/>
                  </a:lnTo>
                  <a:lnTo>
                    <a:pt x="240628" y="82236"/>
                  </a:lnTo>
                  <a:lnTo>
                    <a:pt x="239855" y="81687"/>
                  </a:lnTo>
                  <a:lnTo>
                    <a:pt x="239068" y="81127"/>
                  </a:lnTo>
                  <a:lnTo>
                    <a:pt x="238448" y="80689"/>
                  </a:lnTo>
                  <a:lnTo>
                    <a:pt x="237666" y="80134"/>
                  </a:lnTo>
                  <a:lnTo>
                    <a:pt x="237135" y="79758"/>
                  </a:lnTo>
                  <a:lnTo>
                    <a:pt x="236819" y="79534"/>
                  </a:lnTo>
                  <a:lnTo>
                    <a:pt x="236193" y="79880"/>
                  </a:lnTo>
                  <a:lnTo>
                    <a:pt x="235066" y="80503"/>
                  </a:lnTo>
                  <a:lnTo>
                    <a:pt x="233257" y="81503"/>
                  </a:lnTo>
                  <a:lnTo>
                    <a:pt x="231305" y="82618"/>
                  </a:lnTo>
                  <a:lnTo>
                    <a:pt x="231140" y="82753"/>
                  </a:lnTo>
                  <a:lnTo>
                    <a:pt x="231002" y="82839"/>
                  </a:lnTo>
                  <a:lnTo>
                    <a:pt x="230849" y="82845"/>
                  </a:lnTo>
                  <a:lnTo>
                    <a:pt x="230419" y="82921"/>
                  </a:lnTo>
                  <a:lnTo>
                    <a:pt x="230175" y="82949"/>
                  </a:lnTo>
                  <a:lnTo>
                    <a:pt x="229893" y="82982"/>
                  </a:lnTo>
                  <a:lnTo>
                    <a:pt x="229567" y="83018"/>
                  </a:lnTo>
                  <a:lnTo>
                    <a:pt x="229236" y="83058"/>
                  </a:lnTo>
                  <a:lnTo>
                    <a:pt x="228954" y="83086"/>
                  </a:lnTo>
                  <a:lnTo>
                    <a:pt x="228821" y="83109"/>
                  </a:lnTo>
                  <a:lnTo>
                    <a:pt x="227241" y="83366"/>
                  </a:lnTo>
                  <a:lnTo>
                    <a:pt x="224391" y="83712"/>
                  </a:lnTo>
                  <a:lnTo>
                    <a:pt x="219208" y="83427"/>
                  </a:lnTo>
                  <a:lnTo>
                    <a:pt x="217541" y="83193"/>
                  </a:lnTo>
                  <a:lnTo>
                    <a:pt x="214267" y="76603"/>
                  </a:lnTo>
                  <a:lnTo>
                    <a:pt x="213320" y="76450"/>
                  </a:lnTo>
                  <a:lnTo>
                    <a:pt x="211524" y="76160"/>
                  </a:lnTo>
                  <a:lnTo>
                    <a:pt x="207127" y="75450"/>
                  </a:lnTo>
                  <a:lnTo>
                    <a:pt x="201620" y="74564"/>
                  </a:lnTo>
                  <a:lnTo>
                    <a:pt x="199142" y="74457"/>
                  </a:lnTo>
                  <a:lnTo>
                    <a:pt x="196783" y="74356"/>
                  </a:lnTo>
                  <a:lnTo>
                    <a:pt x="195368" y="74297"/>
                  </a:lnTo>
                  <a:lnTo>
                    <a:pt x="194289" y="74251"/>
                  </a:lnTo>
                  <a:lnTo>
                    <a:pt x="193580" y="74222"/>
                  </a:lnTo>
                  <a:lnTo>
                    <a:pt x="191768" y="74162"/>
                  </a:lnTo>
                  <a:lnTo>
                    <a:pt x="189152" y="74065"/>
                  </a:lnTo>
                  <a:lnTo>
                    <a:pt x="183124" y="73839"/>
                  </a:lnTo>
                  <a:lnTo>
                    <a:pt x="180847" y="73752"/>
                  </a:lnTo>
                  <a:lnTo>
                    <a:pt x="179625" y="73740"/>
                  </a:lnTo>
                  <a:lnTo>
                    <a:pt x="179274" y="73755"/>
                  </a:lnTo>
                  <a:lnTo>
                    <a:pt x="177882" y="73803"/>
                  </a:lnTo>
                  <a:lnTo>
                    <a:pt x="176691" y="73847"/>
                  </a:lnTo>
                  <a:lnTo>
                    <a:pt x="170521" y="74068"/>
                  </a:lnTo>
                  <a:lnTo>
                    <a:pt x="157996" y="74516"/>
                  </a:lnTo>
                  <a:lnTo>
                    <a:pt x="148620" y="73437"/>
                  </a:lnTo>
                  <a:lnTo>
                    <a:pt x="148307" y="73404"/>
                  </a:lnTo>
                  <a:lnTo>
                    <a:pt x="148083" y="73445"/>
                  </a:lnTo>
                  <a:lnTo>
                    <a:pt x="147910" y="73481"/>
                  </a:lnTo>
                  <a:lnTo>
                    <a:pt x="137238" y="75506"/>
                  </a:lnTo>
                  <a:lnTo>
                    <a:pt x="132869" y="76338"/>
                  </a:lnTo>
                  <a:lnTo>
                    <a:pt x="127462" y="78727"/>
                  </a:lnTo>
                  <a:lnTo>
                    <a:pt x="124933" y="79376"/>
                  </a:lnTo>
                  <a:lnTo>
                    <a:pt x="124655" y="79468"/>
                  </a:lnTo>
                  <a:lnTo>
                    <a:pt x="123515" y="79852"/>
                  </a:lnTo>
                  <a:lnTo>
                    <a:pt x="123284" y="79969"/>
                  </a:lnTo>
                  <a:lnTo>
                    <a:pt x="122760" y="80641"/>
                  </a:lnTo>
                  <a:lnTo>
                    <a:pt x="122037" y="81562"/>
                  </a:lnTo>
                  <a:lnTo>
                    <a:pt x="121533" y="82208"/>
                  </a:lnTo>
                  <a:lnTo>
                    <a:pt x="121164" y="82674"/>
                  </a:lnTo>
                  <a:lnTo>
                    <a:pt x="120482" y="83542"/>
                  </a:lnTo>
                  <a:lnTo>
                    <a:pt x="120121" y="84002"/>
                  </a:lnTo>
                  <a:lnTo>
                    <a:pt x="119996" y="84163"/>
                  </a:lnTo>
                  <a:lnTo>
                    <a:pt x="119368" y="84964"/>
                  </a:lnTo>
                  <a:lnTo>
                    <a:pt x="118716" y="85801"/>
                  </a:lnTo>
                  <a:lnTo>
                    <a:pt x="118518" y="85964"/>
                  </a:lnTo>
                  <a:lnTo>
                    <a:pt x="117718" y="86971"/>
                  </a:lnTo>
                  <a:lnTo>
                    <a:pt x="116217" y="87855"/>
                  </a:lnTo>
                  <a:lnTo>
                    <a:pt x="116086" y="87931"/>
                  </a:lnTo>
                  <a:lnTo>
                    <a:pt x="114149" y="88990"/>
                  </a:lnTo>
                  <a:lnTo>
                    <a:pt x="113904" y="89213"/>
                  </a:lnTo>
                  <a:lnTo>
                    <a:pt x="113628" y="89465"/>
                  </a:lnTo>
                  <a:lnTo>
                    <a:pt x="113216" y="89900"/>
                  </a:lnTo>
                  <a:lnTo>
                    <a:pt x="112972" y="90092"/>
                  </a:lnTo>
                  <a:lnTo>
                    <a:pt x="112640" y="90379"/>
                  </a:lnTo>
                  <a:lnTo>
                    <a:pt x="112194" y="90790"/>
                  </a:lnTo>
                  <a:lnTo>
                    <a:pt x="112146" y="90947"/>
                  </a:lnTo>
                  <a:lnTo>
                    <a:pt x="112092" y="91179"/>
                  </a:lnTo>
                  <a:lnTo>
                    <a:pt x="112048" y="91642"/>
                  </a:lnTo>
                  <a:lnTo>
                    <a:pt x="111941" y="91801"/>
                  </a:lnTo>
                  <a:lnTo>
                    <a:pt x="111898" y="91940"/>
                  </a:lnTo>
                  <a:lnTo>
                    <a:pt x="111634" y="92112"/>
                  </a:lnTo>
                  <a:lnTo>
                    <a:pt x="111551" y="92258"/>
                  </a:lnTo>
                  <a:lnTo>
                    <a:pt x="111435" y="92391"/>
                  </a:lnTo>
                  <a:lnTo>
                    <a:pt x="111287" y="92560"/>
                  </a:lnTo>
                  <a:lnTo>
                    <a:pt x="111117" y="92730"/>
                  </a:lnTo>
                  <a:lnTo>
                    <a:pt x="111026" y="92934"/>
                  </a:lnTo>
                  <a:lnTo>
                    <a:pt x="110879" y="93015"/>
                  </a:lnTo>
                  <a:lnTo>
                    <a:pt x="110304" y="93298"/>
                  </a:lnTo>
                  <a:lnTo>
                    <a:pt x="109678" y="94379"/>
                  </a:lnTo>
                  <a:lnTo>
                    <a:pt x="109360" y="94650"/>
                  </a:lnTo>
                  <a:lnTo>
                    <a:pt x="108826" y="95385"/>
                  </a:lnTo>
                  <a:lnTo>
                    <a:pt x="108542" y="96133"/>
                  </a:lnTo>
                  <a:lnTo>
                    <a:pt x="107445" y="97608"/>
                  </a:lnTo>
                  <a:lnTo>
                    <a:pt x="106886" y="98306"/>
                  </a:lnTo>
                  <a:lnTo>
                    <a:pt x="104197" y="101011"/>
                  </a:lnTo>
                  <a:lnTo>
                    <a:pt x="103835" y="101489"/>
                  </a:lnTo>
                  <a:lnTo>
                    <a:pt x="103249" y="102250"/>
                  </a:lnTo>
                  <a:lnTo>
                    <a:pt x="102828" y="102788"/>
                  </a:lnTo>
                  <a:lnTo>
                    <a:pt x="102707" y="102943"/>
                  </a:lnTo>
                  <a:lnTo>
                    <a:pt x="102462" y="103261"/>
                  </a:lnTo>
                  <a:lnTo>
                    <a:pt x="102307" y="103464"/>
                  </a:lnTo>
                  <a:lnTo>
                    <a:pt x="102154" y="103664"/>
                  </a:lnTo>
                  <a:lnTo>
                    <a:pt x="101844" y="104071"/>
                  </a:lnTo>
                  <a:lnTo>
                    <a:pt x="101223" y="104880"/>
                  </a:lnTo>
                  <a:lnTo>
                    <a:pt x="100909" y="105289"/>
                  </a:lnTo>
                  <a:lnTo>
                    <a:pt x="100673" y="105596"/>
                  </a:lnTo>
                  <a:lnTo>
                    <a:pt x="100129" y="106306"/>
                  </a:lnTo>
                  <a:lnTo>
                    <a:pt x="99741" y="106809"/>
                  </a:lnTo>
                  <a:lnTo>
                    <a:pt x="99511" y="107114"/>
                  </a:lnTo>
                  <a:lnTo>
                    <a:pt x="99402" y="107255"/>
                  </a:lnTo>
                  <a:lnTo>
                    <a:pt x="99120" y="107621"/>
                  </a:lnTo>
                  <a:lnTo>
                    <a:pt x="98811" y="108025"/>
                  </a:lnTo>
                  <a:lnTo>
                    <a:pt x="98658" y="108227"/>
                  </a:lnTo>
                  <a:lnTo>
                    <a:pt x="98455" y="108492"/>
                  </a:lnTo>
                  <a:lnTo>
                    <a:pt x="93005" y="115629"/>
                  </a:lnTo>
                  <a:lnTo>
                    <a:pt x="89365" y="120389"/>
                  </a:lnTo>
                  <a:lnTo>
                    <a:pt x="80960" y="120768"/>
                  </a:lnTo>
                  <a:lnTo>
                    <a:pt x="78558" y="120697"/>
                  </a:lnTo>
                  <a:lnTo>
                    <a:pt x="78021" y="120681"/>
                  </a:lnTo>
                  <a:lnTo>
                    <a:pt x="77553" y="120667"/>
                  </a:lnTo>
                  <a:lnTo>
                    <a:pt x="77042" y="120651"/>
                  </a:lnTo>
                  <a:lnTo>
                    <a:pt x="76474" y="120633"/>
                  </a:lnTo>
                  <a:lnTo>
                    <a:pt x="73372" y="120542"/>
                  </a:lnTo>
                  <a:lnTo>
                    <a:pt x="69133" y="114669"/>
                  </a:lnTo>
                  <a:lnTo>
                    <a:pt x="64253" y="114916"/>
                  </a:lnTo>
                  <a:lnTo>
                    <a:pt x="63171" y="114969"/>
                  </a:lnTo>
                  <a:lnTo>
                    <a:pt x="60120" y="114852"/>
                  </a:lnTo>
                  <a:lnTo>
                    <a:pt x="56744" y="114725"/>
                  </a:lnTo>
                  <a:lnTo>
                    <a:pt x="54240" y="117084"/>
                  </a:lnTo>
                  <a:lnTo>
                    <a:pt x="52998" y="118247"/>
                  </a:lnTo>
                  <a:lnTo>
                    <a:pt x="44876" y="125880"/>
                  </a:lnTo>
                  <a:lnTo>
                    <a:pt x="34240" y="130092"/>
                  </a:lnTo>
                  <a:lnTo>
                    <a:pt x="37682" y="135952"/>
                  </a:lnTo>
                  <a:lnTo>
                    <a:pt x="37840" y="137158"/>
                  </a:lnTo>
                  <a:lnTo>
                    <a:pt x="39983" y="141272"/>
                  </a:lnTo>
                  <a:lnTo>
                    <a:pt x="34380" y="143654"/>
                  </a:lnTo>
                  <a:lnTo>
                    <a:pt x="33815" y="144649"/>
                  </a:lnTo>
                  <a:lnTo>
                    <a:pt x="32985" y="146115"/>
                  </a:lnTo>
                  <a:lnTo>
                    <a:pt x="29189" y="144489"/>
                  </a:lnTo>
                  <a:lnTo>
                    <a:pt x="24835" y="135998"/>
                  </a:lnTo>
                  <a:lnTo>
                    <a:pt x="20825" y="137786"/>
                  </a:lnTo>
                  <a:lnTo>
                    <a:pt x="16123" y="137657"/>
                  </a:lnTo>
                  <a:lnTo>
                    <a:pt x="11499" y="135968"/>
                  </a:lnTo>
                  <a:lnTo>
                    <a:pt x="10497" y="137008"/>
                  </a:lnTo>
                  <a:lnTo>
                    <a:pt x="11471" y="137860"/>
                  </a:lnTo>
                  <a:lnTo>
                    <a:pt x="11550" y="138239"/>
                  </a:lnTo>
                  <a:lnTo>
                    <a:pt x="11677" y="138850"/>
                  </a:lnTo>
                  <a:lnTo>
                    <a:pt x="11749" y="139242"/>
                  </a:lnTo>
                  <a:lnTo>
                    <a:pt x="11573" y="139249"/>
                  </a:lnTo>
                  <a:lnTo>
                    <a:pt x="11169" y="139130"/>
                  </a:lnTo>
                  <a:lnTo>
                    <a:pt x="11074" y="139262"/>
                  </a:lnTo>
                  <a:lnTo>
                    <a:pt x="10840" y="139590"/>
                  </a:lnTo>
                  <a:lnTo>
                    <a:pt x="10616" y="139906"/>
                  </a:lnTo>
                  <a:lnTo>
                    <a:pt x="10377" y="140244"/>
                  </a:lnTo>
                  <a:lnTo>
                    <a:pt x="10326" y="140517"/>
                  </a:lnTo>
                  <a:lnTo>
                    <a:pt x="10268" y="140756"/>
                  </a:lnTo>
                  <a:lnTo>
                    <a:pt x="10225" y="141048"/>
                  </a:lnTo>
                  <a:lnTo>
                    <a:pt x="10097" y="141293"/>
                  </a:lnTo>
                  <a:lnTo>
                    <a:pt x="9962" y="141562"/>
                  </a:lnTo>
                  <a:lnTo>
                    <a:pt x="9563" y="142316"/>
                  </a:lnTo>
                  <a:lnTo>
                    <a:pt x="9319" y="142382"/>
                  </a:lnTo>
                  <a:lnTo>
                    <a:pt x="9143" y="142445"/>
                  </a:lnTo>
                  <a:lnTo>
                    <a:pt x="8929" y="142415"/>
                  </a:lnTo>
                  <a:lnTo>
                    <a:pt x="8789" y="142509"/>
                  </a:lnTo>
                  <a:lnTo>
                    <a:pt x="8675" y="142697"/>
                  </a:lnTo>
                  <a:lnTo>
                    <a:pt x="8634" y="142870"/>
                  </a:lnTo>
                  <a:lnTo>
                    <a:pt x="8647" y="143061"/>
                  </a:lnTo>
                  <a:lnTo>
                    <a:pt x="8611" y="143484"/>
                  </a:lnTo>
                  <a:lnTo>
                    <a:pt x="8573" y="143697"/>
                  </a:lnTo>
                  <a:lnTo>
                    <a:pt x="8497" y="143840"/>
                  </a:lnTo>
                  <a:lnTo>
                    <a:pt x="8400" y="143990"/>
                  </a:lnTo>
                  <a:lnTo>
                    <a:pt x="8400" y="144219"/>
                  </a:lnTo>
                  <a:lnTo>
                    <a:pt x="8670" y="144435"/>
                  </a:lnTo>
                  <a:lnTo>
                    <a:pt x="8856" y="144580"/>
                  </a:lnTo>
                  <a:lnTo>
                    <a:pt x="8754" y="144794"/>
                  </a:lnTo>
                  <a:lnTo>
                    <a:pt x="8627" y="144926"/>
                  </a:lnTo>
                  <a:lnTo>
                    <a:pt x="8364" y="145191"/>
                  </a:lnTo>
                  <a:lnTo>
                    <a:pt x="8219" y="145165"/>
                  </a:lnTo>
                  <a:lnTo>
                    <a:pt x="8074" y="145321"/>
                  </a:lnTo>
                  <a:lnTo>
                    <a:pt x="7797" y="145697"/>
                  </a:lnTo>
                  <a:lnTo>
                    <a:pt x="7158" y="146059"/>
                  </a:lnTo>
                  <a:lnTo>
                    <a:pt x="6957" y="146249"/>
                  </a:lnTo>
                  <a:lnTo>
                    <a:pt x="6838" y="146387"/>
                  </a:lnTo>
                  <a:lnTo>
                    <a:pt x="6522" y="146542"/>
                  </a:lnTo>
                  <a:lnTo>
                    <a:pt x="6532" y="146725"/>
                  </a:lnTo>
                  <a:lnTo>
                    <a:pt x="6324" y="146822"/>
                  </a:lnTo>
                  <a:lnTo>
                    <a:pt x="6031" y="146970"/>
                  </a:lnTo>
                  <a:lnTo>
                    <a:pt x="56" y="150819"/>
                  </a:lnTo>
                  <a:lnTo>
                    <a:pt x="1199" y="152718"/>
                  </a:lnTo>
                  <a:lnTo>
                    <a:pt x="985" y="154201"/>
                  </a:lnTo>
                  <a:lnTo>
                    <a:pt x="838" y="155153"/>
                  </a:lnTo>
                  <a:lnTo>
                    <a:pt x="695" y="156015"/>
                  </a:lnTo>
                  <a:lnTo>
                    <a:pt x="0" y="158748"/>
                  </a:lnTo>
                  <a:lnTo>
                    <a:pt x="2279" y="160378"/>
                  </a:lnTo>
                  <a:lnTo>
                    <a:pt x="4054" y="160579"/>
                  </a:lnTo>
                  <a:lnTo>
                    <a:pt x="4783" y="161952"/>
                  </a:lnTo>
                  <a:lnTo>
                    <a:pt x="5051" y="162590"/>
                  </a:lnTo>
                  <a:lnTo>
                    <a:pt x="5366" y="163718"/>
                  </a:lnTo>
                  <a:lnTo>
                    <a:pt x="5633" y="167769"/>
                  </a:lnTo>
                  <a:lnTo>
                    <a:pt x="5624" y="167929"/>
                  </a:lnTo>
                  <a:lnTo>
                    <a:pt x="5293" y="169375"/>
                  </a:lnTo>
                  <a:lnTo>
                    <a:pt x="4853" y="171311"/>
                  </a:lnTo>
                  <a:lnTo>
                    <a:pt x="4783" y="171619"/>
                  </a:lnTo>
                  <a:lnTo>
                    <a:pt x="3779" y="176026"/>
                  </a:lnTo>
                  <a:lnTo>
                    <a:pt x="2779" y="180415"/>
                  </a:lnTo>
                  <a:lnTo>
                    <a:pt x="4386" y="190140"/>
                  </a:lnTo>
                  <a:lnTo>
                    <a:pt x="4782" y="192535"/>
                  </a:lnTo>
                  <a:lnTo>
                    <a:pt x="4676" y="193283"/>
                  </a:lnTo>
                  <a:lnTo>
                    <a:pt x="3425" y="202100"/>
                  </a:lnTo>
                  <a:lnTo>
                    <a:pt x="3639" y="202891"/>
                  </a:lnTo>
                  <a:lnTo>
                    <a:pt x="3789" y="203454"/>
                  </a:lnTo>
                  <a:lnTo>
                    <a:pt x="3950" y="204047"/>
                  </a:lnTo>
                  <a:lnTo>
                    <a:pt x="4095" y="204583"/>
                  </a:lnTo>
                  <a:lnTo>
                    <a:pt x="4255" y="205179"/>
                  </a:lnTo>
                  <a:lnTo>
                    <a:pt x="4418" y="205787"/>
                  </a:lnTo>
                  <a:lnTo>
                    <a:pt x="4509" y="206064"/>
                  </a:lnTo>
                  <a:lnTo>
                    <a:pt x="4794" y="206874"/>
                  </a:lnTo>
                  <a:lnTo>
                    <a:pt x="5013" y="207502"/>
                  </a:lnTo>
                  <a:lnTo>
                    <a:pt x="5212" y="208075"/>
                  </a:lnTo>
                  <a:lnTo>
                    <a:pt x="5352" y="208474"/>
                  </a:lnTo>
                  <a:lnTo>
                    <a:pt x="5614" y="209220"/>
                  </a:lnTo>
                  <a:lnTo>
                    <a:pt x="5807" y="209772"/>
                  </a:lnTo>
                  <a:lnTo>
                    <a:pt x="6005" y="210337"/>
                  </a:lnTo>
                  <a:lnTo>
                    <a:pt x="6237" y="211003"/>
                  </a:lnTo>
                  <a:lnTo>
                    <a:pt x="6436" y="211561"/>
                  </a:lnTo>
                  <a:lnTo>
                    <a:pt x="6664" y="212220"/>
                  </a:lnTo>
                  <a:lnTo>
                    <a:pt x="6988" y="213151"/>
                  </a:lnTo>
                  <a:lnTo>
                    <a:pt x="7171" y="213673"/>
                  </a:lnTo>
                  <a:lnTo>
                    <a:pt x="7380" y="214263"/>
                  </a:lnTo>
                  <a:lnTo>
                    <a:pt x="7565" y="214795"/>
                  </a:lnTo>
                  <a:lnTo>
                    <a:pt x="7754" y="215332"/>
                  </a:lnTo>
                  <a:lnTo>
                    <a:pt x="7955" y="215907"/>
                  </a:lnTo>
                  <a:lnTo>
                    <a:pt x="8178" y="216548"/>
                  </a:lnTo>
                  <a:lnTo>
                    <a:pt x="8369" y="217093"/>
                  </a:lnTo>
                  <a:lnTo>
                    <a:pt x="8583" y="217701"/>
                  </a:lnTo>
                  <a:lnTo>
                    <a:pt x="8769" y="218230"/>
                  </a:lnTo>
                  <a:lnTo>
                    <a:pt x="8960" y="218775"/>
                  </a:lnTo>
                  <a:lnTo>
                    <a:pt x="9145" y="219314"/>
                  </a:lnTo>
                  <a:lnTo>
                    <a:pt x="9384" y="219993"/>
                  </a:lnTo>
                  <a:lnTo>
                    <a:pt x="9781" y="221126"/>
                  </a:lnTo>
                  <a:lnTo>
                    <a:pt x="10127" y="222113"/>
                  </a:lnTo>
                  <a:lnTo>
                    <a:pt x="10354" y="222759"/>
                  </a:lnTo>
                  <a:lnTo>
                    <a:pt x="10573" y="223390"/>
                  </a:lnTo>
                  <a:lnTo>
                    <a:pt x="10751" y="223899"/>
                  </a:lnTo>
                  <a:lnTo>
                    <a:pt x="10960" y="224495"/>
                  </a:lnTo>
                  <a:lnTo>
                    <a:pt x="11364" y="225645"/>
                  </a:lnTo>
                  <a:lnTo>
                    <a:pt x="11484" y="225925"/>
                  </a:lnTo>
                  <a:lnTo>
                    <a:pt x="11591" y="226227"/>
                  </a:lnTo>
                  <a:lnTo>
                    <a:pt x="11774" y="226749"/>
                  </a:lnTo>
                  <a:lnTo>
                    <a:pt x="11863" y="226973"/>
                  </a:lnTo>
                  <a:lnTo>
                    <a:pt x="12036" y="227329"/>
                  </a:lnTo>
                  <a:lnTo>
                    <a:pt x="12509" y="228296"/>
                  </a:lnTo>
                  <a:lnTo>
                    <a:pt x="12830" y="228960"/>
                  </a:lnTo>
                  <a:lnTo>
                    <a:pt x="13298" y="229922"/>
                  </a:lnTo>
                  <a:lnTo>
                    <a:pt x="13614" y="230566"/>
                  </a:lnTo>
                  <a:lnTo>
                    <a:pt x="13876" y="231105"/>
                  </a:lnTo>
                  <a:lnTo>
                    <a:pt x="13815" y="231663"/>
                  </a:lnTo>
                  <a:lnTo>
                    <a:pt x="13792" y="231846"/>
                  </a:lnTo>
                  <a:lnTo>
                    <a:pt x="13677" y="232861"/>
                  </a:lnTo>
                  <a:lnTo>
                    <a:pt x="13609" y="233467"/>
                  </a:lnTo>
                  <a:lnTo>
                    <a:pt x="13535" y="234118"/>
                  </a:lnTo>
                  <a:lnTo>
                    <a:pt x="13474" y="234568"/>
                  </a:lnTo>
                  <a:lnTo>
                    <a:pt x="13369" y="235314"/>
                  </a:lnTo>
                  <a:lnTo>
                    <a:pt x="13273" y="236044"/>
                  </a:lnTo>
                  <a:lnTo>
                    <a:pt x="13115" y="237179"/>
                  </a:lnTo>
                  <a:lnTo>
                    <a:pt x="13036" y="237759"/>
                  </a:lnTo>
                  <a:lnTo>
                    <a:pt x="12916" y="238637"/>
                  </a:lnTo>
                  <a:lnTo>
                    <a:pt x="12830" y="239268"/>
                  </a:lnTo>
                  <a:lnTo>
                    <a:pt x="12787" y="239579"/>
                  </a:lnTo>
                  <a:lnTo>
                    <a:pt x="12675" y="240390"/>
                  </a:lnTo>
                  <a:lnTo>
                    <a:pt x="13107" y="240322"/>
                  </a:lnTo>
                  <a:lnTo>
                    <a:pt x="13863" y="240202"/>
                  </a:lnTo>
                  <a:lnTo>
                    <a:pt x="14934" y="240032"/>
                  </a:lnTo>
                  <a:lnTo>
                    <a:pt x="16023" y="239861"/>
                  </a:lnTo>
                  <a:lnTo>
                    <a:pt x="16815" y="239739"/>
                  </a:lnTo>
                  <a:lnTo>
                    <a:pt x="17863" y="239571"/>
                  </a:lnTo>
                  <a:lnTo>
                    <a:pt x="18443" y="239479"/>
                  </a:lnTo>
                  <a:lnTo>
                    <a:pt x="19598" y="239296"/>
                  </a:lnTo>
                  <a:lnTo>
                    <a:pt x="20173" y="239207"/>
                  </a:lnTo>
                  <a:lnTo>
                    <a:pt x="20718" y="239121"/>
                  </a:lnTo>
                  <a:lnTo>
                    <a:pt x="21407" y="239039"/>
                  </a:lnTo>
                  <a:lnTo>
                    <a:pt x="23013" y="238853"/>
                  </a:lnTo>
                  <a:lnTo>
                    <a:pt x="24173" y="238719"/>
                  </a:lnTo>
                  <a:lnTo>
                    <a:pt x="24647" y="238663"/>
                  </a:lnTo>
                  <a:lnTo>
                    <a:pt x="25352" y="238584"/>
                  </a:lnTo>
                  <a:lnTo>
                    <a:pt x="25878" y="238523"/>
                  </a:lnTo>
                  <a:lnTo>
                    <a:pt x="26463" y="238454"/>
                  </a:lnTo>
                  <a:lnTo>
                    <a:pt x="27189" y="238370"/>
                  </a:lnTo>
                  <a:lnTo>
                    <a:pt x="28133" y="238261"/>
                  </a:lnTo>
                  <a:lnTo>
                    <a:pt x="28553" y="238212"/>
                  </a:lnTo>
                  <a:lnTo>
                    <a:pt x="28848" y="238205"/>
                  </a:lnTo>
                  <a:lnTo>
                    <a:pt x="29413" y="238263"/>
                  </a:lnTo>
                  <a:lnTo>
                    <a:pt x="30621" y="238322"/>
                  </a:lnTo>
                  <a:lnTo>
                    <a:pt x="31458" y="238367"/>
                  </a:lnTo>
                  <a:lnTo>
                    <a:pt x="32667" y="238444"/>
                  </a:lnTo>
                  <a:lnTo>
                    <a:pt x="34906" y="238607"/>
                  </a:lnTo>
                  <a:lnTo>
                    <a:pt x="36018" y="238670"/>
                  </a:lnTo>
                  <a:lnTo>
                    <a:pt x="37950" y="238227"/>
                  </a:lnTo>
                  <a:lnTo>
                    <a:pt x="39107" y="237907"/>
                  </a:lnTo>
                  <a:lnTo>
                    <a:pt x="39369" y="237833"/>
                  </a:lnTo>
                  <a:lnTo>
                    <a:pt x="40637" y="237482"/>
                  </a:lnTo>
                  <a:lnTo>
                    <a:pt x="41263" y="237344"/>
                  </a:lnTo>
                  <a:lnTo>
                    <a:pt x="41576" y="237276"/>
                  </a:lnTo>
                  <a:lnTo>
                    <a:pt x="43250" y="236861"/>
                  </a:lnTo>
                  <a:lnTo>
                    <a:pt x="45492" y="236283"/>
                  </a:lnTo>
                  <a:lnTo>
                    <a:pt x="50629" y="238337"/>
                  </a:lnTo>
                  <a:lnTo>
                    <a:pt x="55329" y="240212"/>
                  </a:lnTo>
                  <a:lnTo>
                    <a:pt x="57199" y="241021"/>
                  </a:lnTo>
                  <a:lnTo>
                    <a:pt x="57535" y="241314"/>
                  </a:lnTo>
                  <a:lnTo>
                    <a:pt x="59428" y="242932"/>
                  </a:lnTo>
                  <a:lnTo>
                    <a:pt x="62606" y="245645"/>
                  </a:lnTo>
                  <a:lnTo>
                    <a:pt x="65031" y="247718"/>
                  </a:lnTo>
                  <a:lnTo>
                    <a:pt x="65293" y="247942"/>
                  </a:lnTo>
                  <a:lnTo>
                    <a:pt x="64476" y="253299"/>
                  </a:lnTo>
                  <a:lnTo>
                    <a:pt x="63469" y="259894"/>
                  </a:lnTo>
                  <a:lnTo>
                    <a:pt x="61194" y="269782"/>
                  </a:lnTo>
                  <a:lnTo>
                    <a:pt x="64937" y="281981"/>
                  </a:lnTo>
                  <a:lnTo>
                    <a:pt x="65138" y="283602"/>
                  </a:lnTo>
                  <a:lnTo>
                    <a:pt x="65288" y="284826"/>
                  </a:lnTo>
                  <a:lnTo>
                    <a:pt x="65568" y="287100"/>
                  </a:lnTo>
                  <a:lnTo>
                    <a:pt x="65647" y="287752"/>
                  </a:lnTo>
                  <a:lnTo>
                    <a:pt x="65634" y="288329"/>
                  </a:lnTo>
                  <a:lnTo>
                    <a:pt x="65601" y="289551"/>
                  </a:lnTo>
                  <a:lnTo>
                    <a:pt x="65571" y="290752"/>
                  </a:lnTo>
                  <a:lnTo>
                    <a:pt x="65540" y="291907"/>
                  </a:lnTo>
                  <a:lnTo>
                    <a:pt x="65512" y="293075"/>
                  </a:lnTo>
                  <a:lnTo>
                    <a:pt x="65479" y="294294"/>
                  </a:lnTo>
                  <a:lnTo>
                    <a:pt x="65459" y="295088"/>
                  </a:lnTo>
                  <a:lnTo>
                    <a:pt x="66347" y="295658"/>
                  </a:lnTo>
                  <a:lnTo>
                    <a:pt x="67291" y="296266"/>
                  </a:lnTo>
                  <a:lnTo>
                    <a:pt x="68242" y="296877"/>
                  </a:lnTo>
                  <a:lnTo>
                    <a:pt x="69337" y="297579"/>
                  </a:lnTo>
                  <a:lnTo>
                    <a:pt x="70812" y="298531"/>
                  </a:lnTo>
                  <a:lnTo>
                    <a:pt x="71879" y="299215"/>
                  </a:lnTo>
                  <a:lnTo>
                    <a:pt x="73818" y="300462"/>
                  </a:lnTo>
                  <a:lnTo>
                    <a:pt x="74225" y="300724"/>
                  </a:lnTo>
                  <a:lnTo>
                    <a:pt x="75451" y="301317"/>
                  </a:lnTo>
                  <a:lnTo>
                    <a:pt x="76047" y="301604"/>
                  </a:lnTo>
                  <a:lnTo>
                    <a:pt x="76553" y="301849"/>
                  </a:lnTo>
                  <a:lnTo>
                    <a:pt x="77034" y="302083"/>
                  </a:lnTo>
                  <a:lnTo>
                    <a:pt x="77540" y="302327"/>
                  </a:lnTo>
                  <a:lnTo>
                    <a:pt x="78141" y="302617"/>
                  </a:lnTo>
                  <a:lnTo>
                    <a:pt x="79164" y="303111"/>
                  </a:lnTo>
                  <a:lnTo>
                    <a:pt x="80790" y="303897"/>
                  </a:lnTo>
                  <a:lnTo>
                    <a:pt x="81377" y="304182"/>
                  </a:lnTo>
                  <a:lnTo>
                    <a:pt x="82421" y="304683"/>
                  </a:lnTo>
                  <a:lnTo>
                    <a:pt x="83622" y="305263"/>
                  </a:lnTo>
                  <a:lnTo>
                    <a:pt x="84176" y="305533"/>
                  </a:lnTo>
                  <a:lnTo>
                    <a:pt x="84749" y="305810"/>
                  </a:lnTo>
                  <a:lnTo>
                    <a:pt x="85288" y="306073"/>
                  </a:lnTo>
                  <a:lnTo>
                    <a:pt x="85858" y="306350"/>
                  </a:lnTo>
                  <a:lnTo>
                    <a:pt x="86912" y="306864"/>
                  </a:lnTo>
                  <a:lnTo>
                    <a:pt x="87416" y="307108"/>
                  </a:lnTo>
                  <a:lnTo>
                    <a:pt x="87871" y="306867"/>
                  </a:lnTo>
                  <a:lnTo>
                    <a:pt x="88958" y="306291"/>
                  </a:lnTo>
                  <a:lnTo>
                    <a:pt x="90044" y="305714"/>
                  </a:lnTo>
                  <a:lnTo>
                    <a:pt x="91092" y="305159"/>
                  </a:lnTo>
                  <a:lnTo>
                    <a:pt x="92726" y="304294"/>
                  </a:lnTo>
                  <a:lnTo>
                    <a:pt x="94263" y="303480"/>
                  </a:lnTo>
                  <a:lnTo>
                    <a:pt x="96899" y="302083"/>
                  </a:lnTo>
                  <a:lnTo>
                    <a:pt x="98024" y="301490"/>
                  </a:lnTo>
                  <a:lnTo>
                    <a:pt x="98627" y="301169"/>
                  </a:lnTo>
                  <a:lnTo>
                    <a:pt x="98797" y="301266"/>
                  </a:lnTo>
                  <a:lnTo>
                    <a:pt x="99833" y="301871"/>
                  </a:lnTo>
                  <a:lnTo>
                    <a:pt x="100909" y="302500"/>
                  </a:lnTo>
                  <a:lnTo>
                    <a:pt x="102184" y="303210"/>
                  </a:lnTo>
                  <a:lnTo>
                    <a:pt x="104166" y="304312"/>
                  </a:lnTo>
                  <a:lnTo>
                    <a:pt x="105215" y="304897"/>
                  </a:lnTo>
                  <a:lnTo>
                    <a:pt x="106026" y="305345"/>
                  </a:lnTo>
                  <a:lnTo>
                    <a:pt x="106713" y="305729"/>
                  </a:lnTo>
                  <a:lnTo>
                    <a:pt x="107217" y="306009"/>
                  </a:lnTo>
                  <a:lnTo>
                    <a:pt x="107360" y="306841"/>
                  </a:lnTo>
                  <a:lnTo>
                    <a:pt x="107459" y="307408"/>
                  </a:lnTo>
                  <a:lnTo>
                    <a:pt x="107762" y="309164"/>
                  </a:lnTo>
                  <a:lnTo>
                    <a:pt x="108146" y="311045"/>
                  </a:lnTo>
                  <a:lnTo>
                    <a:pt x="108808" y="315459"/>
                  </a:lnTo>
                  <a:lnTo>
                    <a:pt x="108886" y="316004"/>
                  </a:lnTo>
                  <a:lnTo>
                    <a:pt x="108965" y="316526"/>
                  </a:lnTo>
                  <a:lnTo>
                    <a:pt x="109100" y="317436"/>
                  </a:lnTo>
                  <a:lnTo>
                    <a:pt x="109222" y="318246"/>
                  </a:lnTo>
                  <a:lnTo>
                    <a:pt x="109321" y="318907"/>
                  </a:lnTo>
                  <a:lnTo>
                    <a:pt x="109573" y="319337"/>
                  </a:lnTo>
                  <a:lnTo>
                    <a:pt x="109978" y="320027"/>
                  </a:lnTo>
                  <a:lnTo>
                    <a:pt x="110428" y="320803"/>
                  </a:lnTo>
                  <a:lnTo>
                    <a:pt x="110919" y="321637"/>
                  </a:lnTo>
                  <a:lnTo>
                    <a:pt x="111194" y="322111"/>
                  </a:lnTo>
                  <a:lnTo>
                    <a:pt x="111329" y="322625"/>
                  </a:lnTo>
                  <a:lnTo>
                    <a:pt x="111482" y="323210"/>
                  </a:lnTo>
                  <a:lnTo>
                    <a:pt x="111642" y="323821"/>
                  </a:lnTo>
                  <a:lnTo>
                    <a:pt x="111930" y="324922"/>
                  </a:lnTo>
                  <a:lnTo>
                    <a:pt x="112261" y="326190"/>
                  </a:lnTo>
                  <a:lnTo>
                    <a:pt x="112551" y="327294"/>
                  </a:lnTo>
                  <a:lnTo>
                    <a:pt x="112869" y="328502"/>
                  </a:lnTo>
                  <a:lnTo>
                    <a:pt x="112879" y="329001"/>
                  </a:lnTo>
                  <a:lnTo>
                    <a:pt x="112024" y="329767"/>
                  </a:lnTo>
                  <a:lnTo>
                    <a:pt x="110062" y="331523"/>
                  </a:lnTo>
                  <a:lnTo>
                    <a:pt x="105897" y="335187"/>
                  </a:lnTo>
                  <a:lnTo>
                    <a:pt x="99917" y="334996"/>
                  </a:lnTo>
                  <a:lnTo>
                    <a:pt x="98329" y="334729"/>
                  </a:lnTo>
                  <a:lnTo>
                    <a:pt x="97950" y="334666"/>
                  </a:lnTo>
                  <a:lnTo>
                    <a:pt x="97729" y="334630"/>
                  </a:lnTo>
                  <a:lnTo>
                    <a:pt x="94953" y="331897"/>
                  </a:lnTo>
                  <a:lnTo>
                    <a:pt x="91831" y="333444"/>
                  </a:lnTo>
                  <a:lnTo>
                    <a:pt x="88929" y="334706"/>
                  </a:lnTo>
                  <a:lnTo>
                    <a:pt x="88866" y="336103"/>
                  </a:lnTo>
                  <a:lnTo>
                    <a:pt x="88859" y="336724"/>
                  </a:lnTo>
                  <a:lnTo>
                    <a:pt x="88843" y="337910"/>
                  </a:lnTo>
                  <a:lnTo>
                    <a:pt x="88825" y="339093"/>
                  </a:lnTo>
                  <a:lnTo>
                    <a:pt x="88813" y="340271"/>
                  </a:lnTo>
                  <a:lnTo>
                    <a:pt x="88805" y="340849"/>
                  </a:lnTo>
                  <a:lnTo>
                    <a:pt x="88795" y="341457"/>
                  </a:lnTo>
                  <a:lnTo>
                    <a:pt x="88787" y="342060"/>
                  </a:lnTo>
                  <a:lnTo>
                    <a:pt x="88930" y="342930"/>
                  </a:lnTo>
                  <a:lnTo>
                    <a:pt x="88594" y="343449"/>
                  </a:lnTo>
                  <a:lnTo>
                    <a:pt x="88599" y="343602"/>
                  </a:lnTo>
                  <a:lnTo>
                    <a:pt x="88713" y="343859"/>
                  </a:lnTo>
                  <a:lnTo>
                    <a:pt x="88876" y="344152"/>
                  </a:lnTo>
                  <a:lnTo>
                    <a:pt x="88935" y="344284"/>
                  </a:lnTo>
                  <a:lnTo>
                    <a:pt x="88981" y="344668"/>
                  </a:lnTo>
                  <a:lnTo>
                    <a:pt x="89024" y="344979"/>
                  </a:lnTo>
                  <a:lnTo>
                    <a:pt x="89059" y="345175"/>
                  </a:lnTo>
                  <a:lnTo>
                    <a:pt x="89001" y="345673"/>
                  </a:lnTo>
                  <a:lnTo>
                    <a:pt x="89146" y="345925"/>
                  </a:lnTo>
                  <a:lnTo>
                    <a:pt x="89278" y="345984"/>
                  </a:lnTo>
                  <a:lnTo>
                    <a:pt x="89227" y="346221"/>
                  </a:lnTo>
                  <a:lnTo>
                    <a:pt x="89194" y="346371"/>
                  </a:lnTo>
                  <a:lnTo>
                    <a:pt x="89199" y="346617"/>
                  </a:lnTo>
                  <a:lnTo>
                    <a:pt x="89230" y="346755"/>
                  </a:lnTo>
                  <a:lnTo>
                    <a:pt x="89098" y="347404"/>
                  </a:lnTo>
                  <a:lnTo>
                    <a:pt x="88879" y="348068"/>
                  </a:lnTo>
                  <a:lnTo>
                    <a:pt x="88647" y="348109"/>
                  </a:lnTo>
                  <a:lnTo>
                    <a:pt x="88365" y="348142"/>
                  </a:lnTo>
                  <a:lnTo>
                    <a:pt x="88263" y="348299"/>
                  </a:lnTo>
                  <a:lnTo>
                    <a:pt x="88232" y="348467"/>
                  </a:lnTo>
                  <a:lnTo>
                    <a:pt x="88189" y="348691"/>
                  </a:lnTo>
                  <a:lnTo>
                    <a:pt x="88202" y="349343"/>
                  </a:lnTo>
                  <a:lnTo>
                    <a:pt x="88263" y="349732"/>
                  </a:lnTo>
                  <a:lnTo>
                    <a:pt x="88296" y="350030"/>
                  </a:lnTo>
                  <a:lnTo>
                    <a:pt x="88337" y="350429"/>
                  </a:lnTo>
                  <a:lnTo>
                    <a:pt x="88474" y="350948"/>
                  </a:lnTo>
                  <a:lnTo>
                    <a:pt x="88561" y="351195"/>
                  </a:lnTo>
                  <a:lnTo>
                    <a:pt x="88668" y="351500"/>
                  </a:lnTo>
                  <a:lnTo>
                    <a:pt x="89169" y="352282"/>
                  </a:lnTo>
                  <a:lnTo>
                    <a:pt x="89286" y="352638"/>
                  </a:lnTo>
                  <a:lnTo>
                    <a:pt x="89492" y="352755"/>
                  </a:lnTo>
                  <a:lnTo>
                    <a:pt x="89785" y="352702"/>
                  </a:lnTo>
                  <a:lnTo>
                    <a:pt x="89830" y="352951"/>
                  </a:lnTo>
                  <a:lnTo>
                    <a:pt x="89965" y="353269"/>
                  </a:lnTo>
                  <a:lnTo>
                    <a:pt x="90724" y="354040"/>
                  </a:lnTo>
                  <a:lnTo>
                    <a:pt x="90713" y="354302"/>
                  </a:lnTo>
                  <a:lnTo>
                    <a:pt x="91154" y="354890"/>
                  </a:lnTo>
                  <a:lnTo>
                    <a:pt x="91296" y="354938"/>
                  </a:lnTo>
                  <a:lnTo>
                    <a:pt x="91708" y="355223"/>
                  </a:lnTo>
                  <a:lnTo>
                    <a:pt x="91848" y="355350"/>
                  </a:lnTo>
                  <a:lnTo>
                    <a:pt x="92036" y="355460"/>
                  </a:lnTo>
                  <a:lnTo>
                    <a:pt x="92306" y="355618"/>
                  </a:lnTo>
                  <a:lnTo>
                    <a:pt x="92604" y="355730"/>
                  </a:lnTo>
                  <a:lnTo>
                    <a:pt x="92846" y="356035"/>
                  </a:lnTo>
                  <a:lnTo>
                    <a:pt x="93087" y="356093"/>
                  </a:lnTo>
                  <a:lnTo>
                    <a:pt x="93271" y="356190"/>
                  </a:lnTo>
                  <a:lnTo>
                    <a:pt x="93449" y="356269"/>
                  </a:lnTo>
                  <a:lnTo>
                    <a:pt x="93708" y="356282"/>
                  </a:lnTo>
                  <a:lnTo>
                    <a:pt x="93835" y="356289"/>
                  </a:lnTo>
                  <a:lnTo>
                    <a:pt x="94153" y="356010"/>
                  </a:lnTo>
                  <a:lnTo>
                    <a:pt x="94271" y="355788"/>
                  </a:lnTo>
                  <a:lnTo>
                    <a:pt x="94407" y="355669"/>
                  </a:lnTo>
                  <a:lnTo>
                    <a:pt x="94704" y="355584"/>
                  </a:lnTo>
                  <a:lnTo>
                    <a:pt x="95010" y="355652"/>
                  </a:lnTo>
                  <a:lnTo>
                    <a:pt x="95745" y="356325"/>
                  </a:lnTo>
                  <a:lnTo>
                    <a:pt x="98017" y="360420"/>
                  </a:lnTo>
                  <a:lnTo>
                    <a:pt x="98653" y="360711"/>
                  </a:lnTo>
                  <a:lnTo>
                    <a:pt x="99531" y="360671"/>
                  </a:lnTo>
                  <a:lnTo>
                    <a:pt x="99801" y="360738"/>
                  </a:lnTo>
                  <a:lnTo>
                    <a:pt x="99990" y="360870"/>
                  </a:lnTo>
                  <a:lnTo>
                    <a:pt x="99979" y="361145"/>
                  </a:lnTo>
                  <a:lnTo>
                    <a:pt x="99919" y="361957"/>
                  </a:lnTo>
                  <a:lnTo>
                    <a:pt x="99792" y="362322"/>
                  </a:lnTo>
                  <a:lnTo>
                    <a:pt x="99544" y="362601"/>
                  </a:lnTo>
                  <a:lnTo>
                    <a:pt x="94758" y="367350"/>
                  </a:lnTo>
                  <a:lnTo>
                    <a:pt x="95191" y="369060"/>
                  </a:lnTo>
                  <a:lnTo>
                    <a:pt x="88352" y="370608"/>
                  </a:lnTo>
                  <a:lnTo>
                    <a:pt x="82138" y="376586"/>
                  </a:lnTo>
                  <a:lnTo>
                    <a:pt x="83171" y="377637"/>
                  </a:lnTo>
                  <a:lnTo>
                    <a:pt x="82243" y="379025"/>
                  </a:lnTo>
                  <a:lnTo>
                    <a:pt x="81452" y="379538"/>
                  </a:lnTo>
                  <a:lnTo>
                    <a:pt x="80223" y="380117"/>
                  </a:lnTo>
                  <a:lnTo>
                    <a:pt x="78505" y="381172"/>
                  </a:lnTo>
                  <a:lnTo>
                    <a:pt x="76875" y="381943"/>
                  </a:lnTo>
                  <a:lnTo>
                    <a:pt x="76012" y="382342"/>
                  </a:lnTo>
                  <a:lnTo>
                    <a:pt x="72843" y="383664"/>
                  </a:lnTo>
                  <a:lnTo>
                    <a:pt x="72291" y="383961"/>
                  </a:lnTo>
                  <a:lnTo>
                    <a:pt x="72013" y="384391"/>
                  </a:lnTo>
                  <a:lnTo>
                    <a:pt x="71413" y="385323"/>
                  </a:lnTo>
                  <a:lnTo>
                    <a:pt x="70929" y="386071"/>
                  </a:lnTo>
                  <a:lnTo>
                    <a:pt x="70230" y="387155"/>
                  </a:lnTo>
                  <a:lnTo>
                    <a:pt x="69660" y="388038"/>
                  </a:lnTo>
                  <a:lnTo>
                    <a:pt x="68672" y="387788"/>
                  </a:lnTo>
                  <a:lnTo>
                    <a:pt x="68143" y="387656"/>
                  </a:lnTo>
                  <a:lnTo>
                    <a:pt x="67479" y="387491"/>
                  </a:lnTo>
                  <a:lnTo>
                    <a:pt x="66957" y="387361"/>
                  </a:lnTo>
                  <a:lnTo>
                    <a:pt x="65766" y="387063"/>
                  </a:lnTo>
                  <a:lnTo>
                    <a:pt x="65204" y="386987"/>
                  </a:lnTo>
                  <a:lnTo>
                    <a:pt x="64550" y="386895"/>
                  </a:lnTo>
                  <a:lnTo>
                    <a:pt x="63678" y="386773"/>
                  </a:lnTo>
                  <a:lnTo>
                    <a:pt x="63614" y="387162"/>
                  </a:lnTo>
                  <a:lnTo>
                    <a:pt x="63576" y="387631"/>
                  </a:lnTo>
                  <a:lnTo>
                    <a:pt x="63586" y="387857"/>
                  </a:lnTo>
                  <a:lnTo>
                    <a:pt x="63596" y="388035"/>
                  </a:lnTo>
                  <a:lnTo>
                    <a:pt x="63665" y="388224"/>
                  </a:lnTo>
                  <a:lnTo>
                    <a:pt x="63853" y="388503"/>
                  </a:lnTo>
                  <a:lnTo>
                    <a:pt x="63991" y="388710"/>
                  </a:lnTo>
                  <a:lnTo>
                    <a:pt x="64128" y="388877"/>
                  </a:lnTo>
                  <a:lnTo>
                    <a:pt x="64354" y="389112"/>
                  </a:lnTo>
                  <a:lnTo>
                    <a:pt x="64841" y="389534"/>
                  </a:lnTo>
                  <a:lnTo>
                    <a:pt x="65372" y="389865"/>
                  </a:lnTo>
                  <a:lnTo>
                    <a:pt x="65828" y="390152"/>
                  </a:lnTo>
                  <a:lnTo>
                    <a:pt x="66655" y="390666"/>
                  </a:lnTo>
                  <a:lnTo>
                    <a:pt x="66807" y="390743"/>
                  </a:lnTo>
                  <a:lnTo>
                    <a:pt x="67024" y="390849"/>
                  </a:lnTo>
                  <a:lnTo>
                    <a:pt x="67204" y="390898"/>
                  </a:lnTo>
                  <a:lnTo>
                    <a:pt x="67426" y="390959"/>
                  </a:lnTo>
                  <a:lnTo>
                    <a:pt x="67619" y="390984"/>
                  </a:lnTo>
                  <a:lnTo>
                    <a:pt x="67970" y="391033"/>
                  </a:lnTo>
                  <a:lnTo>
                    <a:pt x="68372" y="391086"/>
                  </a:lnTo>
                  <a:lnTo>
                    <a:pt x="68548" y="391122"/>
                  </a:lnTo>
                  <a:lnTo>
                    <a:pt x="69108" y="391386"/>
                  </a:lnTo>
                  <a:lnTo>
                    <a:pt x="69561" y="391603"/>
                  </a:lnTo>
                  <a:lnTo>
                    <a:pt x="69517" y="391781"/>
                  </a:lnTo>
                  <a:lnTo>
                    <a:pt x="69375" y="392374"/>
                  </a:lnTo>
                  <a:lnTo>
                    <a:pt x="69240" y="392941"/>
                  </a:lnTo>
                  <a:lnTo>
                    <a:pt x="69105" y="393501"/>
                  </a:lnTo>
                  <a:lnTo>
                    <a:pt x="69047" y="393748"/>
                  </a:lnTo>
                  <a:lnTo>
                    <a:pt x="69006" y="394081"/>
                  </a:lnTo>
                  <a:lnTo>
                    <a:pt x="69067" y="394659"/>
                  </a:lnTo>
                  <a:lnTo>
                    <a:pt x="69128" y="395180"/>
                  </a:lnTo>
                  <a:lnTo>
                    <a:pt x="69194" y="395786"/>
                  </a:lnTo>
                  <a:lnTo>
                    <a:pt x="69265" y="396450"/>
                  </a:lnTo>
                  <a:lnTo>
                    <a:pt x="69339" y="397114"/>
                  </a:lnTo>
                  <a:lnTo>
                    <a:pt x="69751" y="399314"/>
                  </a:lnTo>
                  <a:lnTo>
                    <a:pt x="67129" y="402639"/>
                  </a:lnTo>
                  <a:lnTo>
                    <a:pt x="67061" y="403118"/>
                  </a:lnTo>
                  <a:lnTo>
                    <a:pt x="67265" y="403750"/>
                  </a:lnTo>
                  <a:lnTo>
                    <a:pt x="67418" y="404221"/>
                  </a:lnTo>
                  <a:lnTo>
                    <a:pt x="71407" y="403556"/>
                  </a:lnTo>
                  <a:lnTo>
                    <a:pt x="71595" y="405557"/>
                  </a:lnTo>
                  <a:lnTo>
                    <a:pt x="71659" y="406242"/>
                  </a:lnTo>
                  <a:lnTo>
                    <a:pt x="71715" y="406926"/>
                  </a:lnTo>
                  <a:lnTo>
                    <a:pt x="71866" y="408435"/>
                  </a:lnTo>
                  <a:lnTo>
                    <a:pt x="73836" y="413273"/>
                  </a:lnTo>
                  <a:lnTo>
                    <a:pt x="75247" y="416746"/>
                  </a:lnTo>
                  <a:lnTo>
                    <a:pt x="76658" y="420213"/>
                  </a:lnTo>
                  <a:lnTo>
                    <a:pt x="77741" y="422321"/>
                  </a:lnTo>
                  <a:lnTo>
                    <a:pt x="77248" y="423990"/>
                  </a:lnTo>
                  <a:lnTo>
                    <a:pt x="78619" y="424158"/>
                  </a:lnTo>
                  <a:lnTo>
                    <a:pt x="82001" y="426476"/>
                  </a:lnTo>
                  <a:lnTo>
                    <a:pt x="84031" y="427819"/>
                  </a:lnTo>
                  <a:lnTo>
                    <a:pt x="85209" y="428598"/>
                  </a:lnTo>
                  <a:lnTo>
                    <a:pt x="85874" y="429387"/>
                  </a:lnTo>
                  <a:lnTo>
                    <a:pt x="87558" y="430153"/>
                  </a:lnTo>
                  <a:lnTo>
                    <a:pt x="87833" y="430374"/>
                  </a:lnTo>
                  <a:lnTo>
                    <a:pt x="88087" y="430565"/>
                  </a:lnTo>
                  <a:lnTo>
                    <a:pt x="88586" y="430941"/>
                  </a:lnTo>
                  <a:lnTo>
                    <a:pt x="88787" y="431170"/>
                  </a:lnTo>
                  <a:lnTo>
                    <a:pt x="88907" y="431356"/>
                  </a:lnTo>
                  <a:lnTo>
                    <a:pt x="88978" y="431641"/>
                  </a:lnTo>
                  <a:lnTo>
                    <a:pt x="88973" y="431916"/>
                  </a:lnTo>
                  <a:lnTo>
                    <a:pt x="88986" y="432356"/>
                  </a:lnTo>
                  <a:lnTo>
                    <a:pt x="89617" y="433069"/>
                  </a:lnTo>
                  <a:lnTo>
                    <a:pt x="90003" y="433545"/>
                  </a:lnTo>
                  <a:lnTo>
                    <a:pt x="90263" y="433824"/>
                  </a:lnTo>
                  <a:lnTo>
                    <a:pt x="90484" y="434064"/>
                  </a:lnTo>
                  <a:lnTo>
                    <a:pt x="90670" y="434224"/>
                  </a:lnTo>
                  <a:lnTo>
                    <a:pt x="90856" y="434361"/>
                  </a:lnTo>
                  <a:lnTo>
                    <a:pt x="91276" y="434664"/>
                  </a:lnTo>
                  <a:lnTo>
                    <a:pt x="91553" y="434827"/>
                  </a:lnTo>
                  <a:lnTo>
                    <a:pt x="91690" y="434908"/>
                  </a:lnTo>
                  <a:lnTo>
                    <a:pt x="91879" y="435153"/>
                  </a:lnTo>
                  <a:lnTo>
                    <a:pt x="92021" y="435349"/>
                  </a:lnTo>
                  <a:lnTo>
                    <a:pt x="92187" y="435590"/>
                  </a:lnTo>
                  <a:lnTo>
                    <a:pt x="92301" y="435761"/>
                  </a:lnTo>
                  <a:lnTo>
                    <a:pt x="95019" y="433898"/>
                  </a:lnTo>
                  <a:lnTo>
                    <a:pt x="100683" y="431552"/>
                  </a:lnTo>
                  <a:lnTo>
                    <a:pt x="106121" y="441908"/>
                  </a:lnTo>
                  <a:lnTo>
                    <a:pt x="106545" y="442718"/>
                  </a:lnTo>
                  <a:lnTo>
                    <a:pt x="107138" y="444333"/>
                  </a:lnTo>
                  <a:lnTo>
                    <a:pt x="107245" y="444623"/>
                  </a:lnTo>
                  <a:lnTo>
                    <a:pt x="114680" y="450860"/>
                  </a:lnTo>
                  <a:lnTo>
                    <a:pt x="114838" y="450914"/>
                  </a:lnTo>
                  <a:lnTo>
                    <a:pt x="115141" y="451018"/>
                  </a:lnTo>
                  <a:lnTo>
                    <a:pt x="115550" y="451181"/>
                  </a:lnTo>
                  <a:lnTo>
                    <a:pt x="115830" y="451413"/>
                  </a:lnTo>
                  <a:lnTo>
                    <a:pt x="116136" y="451797"/>
                  </a:lnTo>
                  <a:lnTo>
                    <a:pt x="116260" y="452049"/>
                  </a:lnTo>
                  <a:lnTo>
                    <a:pt x="116528" y="452624"/>
                  </a:lnTo>
                  <a:lnTo>
                    <a:pt x="116703" y="453008"/>
                  </a:lnTo>
                  <a:lnTo>
                    <a:pt x="116869" y="453364"/>
                  </a:lnTo>
                  <a:lnTo>
                    <a:pt x="116998" y="453461"/>
                  </a:lnTo>
                  <a:lnTo>
                    <a:pt x="117161" y="453586"/>
                  </a:lnTo>
                  <a:lnTo>
                    <a:pt x="117423" y="453741"/>
                  </a:lnTo>
                  <a:lnTo>
                    <a:pt x="117591" y="453804"/>
                  </a:lnTo>
                  <a:lnTo>
                    <a:pt x="117942" y="453937"/>
                  </a:lnTo>
                  <a:lnTo>
                    <a:pt x="118179" y="454026"/>
                  </a:lnTo>
                  <a:lnTo>
                    <a:pt x="118454" y="454066"/>
                  </a:lnTo>
                  <a:lnTo>
                    <a:pt x="118581" y="454087"/>
                  </a:lnTo>
                  <a:lnTo>
                    <a:pt x="118808" y="454112"/>
                  </a:lnTo>
                  <a:lnTo>
                    <a:pt x="119113" y="454128"/>
                  </a:lnTo>
                  <a:lnTo>
                    <a:pt x="119296" y="454189"/>
                  </a:lnTo>
                  <a:lnTo>
                    <a:pt x="119713" y="454329"/>
                  </a:lnTo>
                  <a:lnTo>
                    <a:pt x="120054" y="454369"/>
                  </a:lnTo>
                  <a:lnTo>
                    <a:pt x="120324" y="454410"/>
                  </a:lnTo>
                  <a:lnTo>
                    <a:pt x="120993" y="454087"/>
                  </a:lnTo>
                  <a:lnTo>
                    <a:pt x="121487" y="453848"/>
                  </a:lnTo>
                  <a:lnTo>
                    <a:pt x="121696" y="453746"/>
                  </a:lnTo>
                  <a:lnTo>
                    <a:pt x="122009" y="453720"/>
                  </a:lnTo>
                  <a:lnTo>
                    <a:pt x="122156" y="453713"/>
                  </a:lnTo>
                  <a:lnTo>
                    <a:pt x="123635" y="454443"/>
                  </a:lnTo>
                  <a:lnTo>
                    <a:pt x="124510" y="454878"/>
                  </a:lnTo>
                  <a:lnTo>
                    <a:pt x="125169" y="454938"/>
                  </a:lnTo>
                  <a:lnTo>
                    <a:pt x="126009" y="455029"/>
                  </a:lnTo>
                  <a:lnTo>
                    <a:pt x="126006" y="455186"/>
                  </a:lnTo>
                  <a:lnTo>
                    <a:pt x="125991" y="455479"/>
                  </a:lnTo>
                  <a:lnTo>
                    <a:pt x="126067" y="455817"/>
                  </a:lnTo>
                  <a:lnTo>
                    <a:pt x="126032" y="455993"/>
                  </a:lnTo>
                  <a:lnTo>
                    <a:pt x="126049" y="456382"/>
                  </a:lnTo>
                  <a:lnTo>
                    <a:pt x="126131" y="456563"/>
                  </a:lnTo>
                  <a:lnTo>
                    <a:pt x="126271" y="456693"/>
                  </a:lnTo>
                  <a:lnTo>
                    <a:pt x="126731" y="456690"/>
                  </a:lnTo>
                  <a:lnTo>
                    <a:pt x="127525" y="456682"/>
                  </a:lnTo>
                  <a:lnTo>
                    <a:pt x="127752" y="456904"/>
                  </a:lnTo>
                  <a:lnTo>
                    <a:pt x="127889" y="456977"/>
                  </a:lnTo>
                  <a:lnTo>
                    <a:pt x="128083" y="457082"/>
                  </a:lnTo>
                  <a:lnTo>
                    <a:pt x="128261" y="457179"/>
                  </a:lnTo>
                  <a:lnTo>
                    <a:pt x="128480" y="457255"/>
                  </a:lnTo>
                  <a:lnTo>
                    <a:pt x="128637" y="457313"/>
                  </a:lnTo>
                  <a:lnTo>
                    <a:pt x="128836" y="457382"/>
                  </a:lnTo>
                  <a:lnTo>
                    <a:pt x="129205" y="457514"/>
                  </a:lnTo>
                  <a:lnTo>
                    <a:pt x="129391" y="457581"/>
                  </a:lnTo>
                  <a:lnTo>
                    <a:pt x="129553" y="457639"/>
                  </a:lnTo>
                  <a:lnTo>
                    <a:pt x="129714" y="457698"/>
                  </a:lnTo>
                  <a:lnTo>
                    <a:pt x="129917" y="457771"/>
                  </a:lnTo>
                  <a:lnTo>
                    <a:pt x="130103" y="457835"/>
                  </a:lnTo>
                  <a:lnTo>
                    <a:pt x="130248" y="457888"/>
                  </a:lnTo>
                  <a:lnTo>
                    <a:pt x="130394" y="457938"/>
                  </a:lnTo>
                  <a:lnTo>
                    <a:pt x="130831" y="458453"/>
                  </a:lnTo>
                  <a:lnTo>
                    <a:pt x="131067" y="458695"/>
                  </a:lnTo>
                  <a:lnTo>
                    <a:pt x="131253" y="458886"/>
                  </a:lnTo>
                  <a:lnTo>
                    <a:pt x="131373" y="459018"/>
                  </a:lnTo>
                  <a:lnTo>
                    <a:pt x="131498" y="459153"/>
                  </a:lnTo>
                  <a:lnTo>
                    <a:pt x="131706" y="459405"/>
                  </a:lnTo>
                  <a:lnTo>
                    <a:pt x="131917" y="459555"/>
                  </a:lnTo>
                  <a:lnTo>
                    <a:pt x="132083" y="459675"/>
                  </a:lnTo>
                  <a:lnTo>
                    <a:pt x="132276" y="459812"/>
                  </a:lnTo>
                  <a:lnTo>
                    <a:pt x="132421" y="459914"/>
                  </a:lnTo>
                  <a:lnTo>
                    <a:pt x="132515" y="460084"/>
                  </a:lnTo>
                  <a:lnTo>
                    <a:pt x="132597" y="460227"/>
                  </a:lnTo>
                  <a:lnTo>
                    <a:pt x="132719" y="460446"/>
                  </a:lnTo>
                  <a:lnTo>
                    <a:pt x="132844" y="460672"/>
                  </a:lnTo>
                  <a:lnTo>
                    <a:pt x="132958" y="460876"/>
                  </a:lnTo>
                  <a:lnTo>
                    <a:pt x="133034" y="461107"/>
                  </a:lnTo>
                  <a:lnTo>
                    <a:pt x="133124" y="461382"/>
                  </a:lnTo>
                  <a:lnTo>
                    <a:pt x="133192" y="461598"/>
                  </a:lnTo>
                  <a:lnTo>
                    <a:pt x="133246" y="461759"/>
                  </a:lnTo>
                  <a:lnTo>
                    <a:pt x="133335" y="462034"/>
                  </a:lnTo>
                  <a:lnTo>
                    <a:pt x="133411" y="462270"/>
                  </a:lnTo>
                  <a:lnTo>
                    <a:pt x="133500" y="462548"/>
                  </a:lnTo>
                  <a:lnTo>
                    <a:pt x="135075" y="462946"/>
                  </a:lnTo>
                  <a:lnTo>
                    <a:pt x="135631" y="463595"/>
                  </a:lnTo>
                  <a:lnTo>
                    <a:pt x="136560" y="464551"/>
                  </a:lnTo>
                  <a:lnTo>
                    <a:pt x="137338" y="465362"/>
                  </a:lnTo>
                  <a:lnTo>
                    <a:pt x="137849" y="465891"/>
                  </a:lnTo>
                  <a:lnTo>
                    <a:pt x="138504" y="466569"/>
                  </a:lnTo>
                  <a:lnTo>
                    <a:pt x="138507" y="466847"/>
                  </a:lnTo>
                  <a:lnTo>
                    <a:pt x="138506" y="467108"/>
                  </a:lnTo>
                  <a:lnTo>
                    <a:pt x="138516" y="467430"/>
                  </a:lnTo>
                  <a:lnTo>
                    <a:pt x="138695" y="467662"/>
                  </a:lnTo>
                  <a:lnTo>
                    <a:pt x="139205" y="468339"/>
                  </a:lnTo>
                  <a:lnTo>
                    <a:pt x="139627" y="468884"/>
                  </a:lnTo>
                  <a:lnTo>
                    <a:pt x="140096" y="469318"/>
                  </a:lnTo>
                  <a:lnTo>
                    <a:pt x="140741" y="469905"/>
                  </a:lnTo>
                  <a:lnTo>
                    <a:pt x="140798" y="470353"/>
                  </a:lnTo>
                  <a:lnTo>
                    <a:pt x="140901" y="470979"/>
                  </a:lnTo>
                  <a:lnTo>
                    <a:pt x="140741" y="471317"/>
                  </a:lnTo>
                  <a:lnTo>
                    <a:pt x="141228" y="472456"/>
                  </a:lnTo>
                  <a:lnTo>
                    <a:pt x="139505" y="475357"/>
                  </a:lnTo>
                  <a:lnTo>
                    <a:pt x="140744" y="476457"/>
                  </a:lnTo>
                  <a:lnTo>
                    <a:pt x="141724" y="477323"/>
                  </a:lnTo>
                  <a:lnTo>
                    <a:pt x="142289" y="477828"/>
                  </a:lnTo>
                  <a:lnTo>
                    <a:pt x="142937" y="478403"/>
                  </a:lnTo>
                  <a:lnTo>
                    <a:pt x="143110" y="478551"/>
                  </a:lnTo>
                  <a:lnTo>
                    <a:pt x="143643" y="479018"/>
                  </a:lnTo>
                  <a:lnTo>
                    <a:pt x="144085" y="479409"/>
                  </a:lnTo>
                  <a:lnTo>
                    <a:pt x="143935" y="479650"/>
                  </a:lnTo>
                  <a:lnTo>
                    <a:pt x="143560" y="480275"/>
                  </a:lnTo>
                  <a:lnTo>
                    <a:pt x="145948" y="481901"/>
                  </a:lnTo>
                  <a:lnTo>
                    <a:pt x="148694" y="483771"/>
                  </a:lnTo>
                  <a:lnTo>
                    <a:pt x="151262" y="484834"/>
                  </a:lnTo>
                  <a:lnTo>
                    <a:pt x="153917" y="485933"/>
                  </a:lnTo>
                  <a:lnTo>
                    <a:pt x="154326" y="486179"/>
                  </a:lnTo>
                  <a:lnTo>
                    <a:pt x="154640" y="486367"/>
                  </a:lnTo>
                  <a:lnTo>
                    <a:pt x="155082" y="486632"/>
                  </a:lnTo>
                  <a:lnTo>
                    <a:pt x="155564" y="486922"/>
                  </a:lnTo>
                  <a:lnTo>
                    <a:pt x="155982" y="487172"/>
                  </a:lnTo>
                  <a:lnTo>
                    <a:pt x="156641" y="487568"/>
                  </a:lnTo>
                  <a:lnTo>
                    <a:pt x="157225" y="487918"/>
                  </a:lnTo>
                  <a:lnTo>
                    <a:pt x="157806" y="488266"/>
                  </a:lnTo>
                  <a:lnTo>
                    <a:pt x="158064" y="488421"/>
                  </a:lnTo>
                  <a:lnTo>
                    <a:pt x="158908" y="488927"/>
                  </a:lnTo>
                  <a:lnTo>
                    <a:pt x="160192" y="489697"/>
                  </a:lnTo>
                  <a:lnTo>
                    <a:pt x="160487" y="489874"/>
                  </a:lnTo>
                  <a:lnTo>
                    <a:pt x="160812" y="490069"/>
                  </a:lnTo>
                  <a:lnTo>
                    <a:pt x="161405" y="490425"/>
                  </a:lnTo>
                  <a:lnTo>
                    <a:pt x="161943" y="490747"/>
                  </a:lnTo>
                  <a:lnTo>
                    <a:pt x="162447" y="491050"/>
                  </a:lnTo>
                  <a:lnTo>
                    <a:pt x="162669" y="491183"/>
                  </a:lnTo>
                  <a:lnTo>
                    <a:pt x="162947" y="491350"/>
                  </a:lnTo>
                  <a:lnTo>
                    <a:pt x="163499" y="491681"/>
                  </a:lnTo>
                  <a:lnTo>
                    <a:pt x="163951" y="491952"/>
                  </a:lnTo>
                  <a:lnTo>
                    <a:pt x="164669" y="492382"/>
                  </a:lnTo>
                  <a:lnTo>
                    <a:pt x="165305" y="492503"/>
                  </a:lnTo>
                  <a:lnTo>
                    <a:pt x="166664" y="492751"/>
                  </a:lnTo>
                  <a:lnTo>
                    <a:pt x="167516" y="492886"/>
                  </a:lnTo>
                  <a:lnTo>
                    <a:pt x="168544" y="493159"/>
                  </a:lnTo>
                  <a:lnTo>
                    <a:pt x="169023" y="493284"/>
                  </a:lnTo>
                  <a:lnTo>
                    <a:pt x="169678" y="493447"/>
                  </a:lnTo>
                  <a:lnTo>
                    <a:pt x="170118" y="493564"/>
                  </a:lnTo>
                  <a:lnTo>
                    <a:pt x="170682" y="493724"/>
                  </a:lnTo>
                  <a:lnTo>
                    <a:pt x="171122" y="493835"/>
                  </a:lnTo>
                  <a:lnTo>
                    <a:pt x="171386" y="493901"/>
                  </a:lnTo>
                  <a:lnTo>
                    <a:pt x="171658" y="493970"/>
                  </a:lnTo>
                  <a:lnTo>
                    <a:pt x="172077" y="494073"/>
                  </a:lnTo>
                  <a:lnTo>
                    <a:pt x="172299" y="494130"/>
                  </a:lnTo>
                  <a:lnTo>
                    <a:pt x="172604" y="494167"/>
                  </a:lnTo>
                  <a:lnTo>
                    <a:pt x="173544" y="494285"/>
                  </a:lnTo>
                  <a:lnTo>
                    <a:pt x="174504" y="494423"/>
                  </a:lnTo>
                  <a:lnTo>
                    <a:pt x="175037" y="494488"/>
                  </a:lnTo>
                  <a:lnTo>
                    <a:pt x="175731" y="495394"/>
                  </a:lnTo>
                  <a:lnTo>
                    <a:pt x="175658" y="495560"/>
                  </a:lnTo>
                  <a:lnTo>
                    <a:pt x="175501" y="495930"/>
                  </a:lnTo>
                  <a:lnTo>
                    <a:pt x="175492" y="496085"/>
                  </a:lnTo>
                  <a:lnTo>
                    <a:pt x="175400" y="496618"/>
                  </a:lnTo>
                  <a:lnTo>
                    <a:pt x="175448" y="496805"/>
                  </a:lnTo>
                  <a:lnTo>
                    <a:pt x="175590" y="497317"/>
                  </a:lnTo>
                  <a:lnTo>
                    <a:pt x="175617" y="497714"/>
                  </a:lnTo>
                  <a:lnTo>
                    <a:pt x="175694" y="498531"/>
                  </a:lnTo>
                  <a:lnTo>
                    <a:pt x="175903" y="498730"/>
                  </a:lnTo>
                  <a:lnTo>
                    <a:pt x="176068" y="499347"/>
                  </a:lnTo>
                  <a:lnTo>
                    <a:pt x="176043" y="499643"/>
                  </a:lnTo>
                  <a:lnTo>
                    <a:pt x="176293" y="499652"/>
                  </a:lnTo>
                  <a:lnTo>
                    <a:pt x="177086" y="500225"/>
                  </a:lnTo>
                  <a:lnTo>
                    <a:pt x="177397" y="500732"/>
                  </a:lnTo>
                  <a:lnTo>
                    <a:pt x="177428" y="500949"/>
                  </a:lnTo>
                  <a:lnTo>
                    <a:pt x="177423" y="501145"/>
                  </a:lnTo>
                  <a:lnTo>
                    <a:pt x="177435" y="501477"/>
                  </a:lnTo>
                  <a:lnTo>
                    <a:pt x="177722" y="502005"/>
                  </a:lnTo>
                  <a:lnTo>
                    <a:pt x="178221" y="502662"/>
                  </a:lnTo>
                  <a:lnTo>
                    <a:pt x="178120" y="503744"/>
                  </a:lnTo>
                  <a:lnTo>
                    <a:pt x="178073" y="504247"/>
                  </a:lnTo>
                  <a:lnTo>
                    <a:pt x="180213" y="505007"/>
                  </a:lnTo>
                  <a:lnTo>
                    <a:pt x="180660" y="505294"/>
                  </a:lnTo>
                  <a:lnTo>
                    <a:pt x="181259" y="505771"/>
                  </a:lnTo>
                  <a:lnTo>
                    <a:pt x="182405" y="506644"/>
                  </a:lnTo>
                  <a:lnTo>
                    <a:pt x="184036" y="507912"/>
                  </a:lnTo>
                  <a:lnTo>
                    <a:pt x="187615" y="510817"/>
                  </a:lnTo>
                  <a:lnTo>
                    <a:pt x="188564" y="510965"/>
                  </a:lnTo>
                  <a:lnTo>
                    <a:pt x="188864" y="511366"/>
                  </a:lnTo>
                  <a:lnTo>
                    <a:pt x="189979" y="512001"/>
                  </a:lnTo>
                  <a:lnTo>
                    <a:pt x="190580" y="511970"/>
                  </a:lnTo>
                  <a:lnTo>
                    <a:pt x="190852" y="512088"/>
                  </a:lnTo>
                  <a:lnTo>
                    <a:pt x="190848" y="512523"/>
                  </a:lnTo>
                  <a:lnTo>
                    <a:pt x="191166" y="512749"/>
                  </a:lnTo>
                  <a:lnTo>
                    <a:pt x="192086" y="513591"/>
                  </a:lnTo>
                  <a:lnTo>
                    <a:pt x="192270" y="513641"/>
                  </a:lnTo>
                  <a:lnTo>
                    <a:pt x="192600" y="513809"/>
                  </a:lnTo>
                  <a:lnTo>
                    <a:pt x="192960" y="514101"/>
                  </a:lnTo>
                  <a:lnTo>
                    <a:pt x="193230" y="514361"/>
                  </a:lnTo>
                  <a:lnTo>
                    <a:pt x="193702" y="514410"/>
                  </a:lnTo>
                  <a:lnTo>
                    <a:pt x="194046" y="514527"/>
                  </a:lnTo>
                  <a:lnTo>
                    <a:pt x="194097" y="514945"/>
                  </a:lnTo>
                  <a:lnTo>
                    <a:pt x="194567" y="515323"/>
                  </a:lnTo>
                  <a:lnTo>
                    <a:pt x="195086" y="515737"/>
                  </a:lnTo>
                  <a:lnTo>
                    <a:pt x="195381" y="515964"/>
                  </a:lnTo>
                  <a:lnTo>
                    <a:pt x="195776" y="516268"/>
                  </a:lnTo>
                  <a:lnTo>
                    <a:pt x="196705" y="516963"/>
                  </a:lnTo>
                  <a:lnTo>
                    <a:pt x="196975" y="517166"/>
                  </a:lnTo>
                  <a:lnTo>
                    <a:pt x="197299" y="517406"/>
                  </a:lnTo>
                  <a:lnTo>
                    <a:pt x="197760" y="517752"/>
                  </a:lnTo>
                  <a:lnTo>
                    <a:pt x="197902" y="517859"/>
                  </a:lnTo>
                  <a:lnTo>
                    <a:pt x="200279" y="519652"/>
                  </a:lnTo>
                  <a:lnTo>
                    <a:pt x="200513" y="519720"/>
                  </a:lnTo>
                  <a:lnTo>
                    <a:pt x="200799" y="519805"/>
                  </a:lnTo>
                  <a:lnTo>
                    <a:pt x="201084" y="519889"/>
                  </a:lnTo>
                  <a:lnTo>
                    <a:pt x="201263" y="519942"/>
                  </a:lnTo>
                  <a:lnTo>
                    <a:pt x="201410" y="519985"/>
                  </a:lnTo>
                  <a:lnTo>
                    <a:pt x="201615" y="520046"/>
                  </a:lnTo>
                  <a:lnTo>
                    <a:pt x="201835" y="520111"/>
                  </a:lnTo>
                  <a:lnTo>
                    <a:pt x="202139" y="520201"/>
                  </a:lnTo>
                  <a:lnTo>
                    <a:pt x="202425" y="520285"/>
                  </a:lnTo>
                  <a:lnTo>
                    <a:pt x="202716" y="520371"/>
                  </a:lnTo>
                  <a:lnTo>
                    <a:pt x="203069" y="520474"/>
                  </a:lnTo>
                  <a:lnTo>
                    <a:pt x="203528" y="520610"/>
                  </a:lnTo>
                  <a:lnTo>
                    <a:pt x="203738" y="520672"/>
                  </a:lnTo>
                  <a:lnTo>
                    <a:pt x="204057" y="520766"/>
                  </a:lnTo>
                  <a:lnTo>
                    <a:pt x="204324" y="520845"/>
                  </a:lnTo>
                  <a:lnTo>
                    <a:pt x="204521" y="520903"/>
                  </a:lnTo>
                  <a:lnTo>
                    <a:pt x="208053" y="523097"/>
                  </a:lnTo>
                  <a:lnTo>
                    <a:pt x="210022" y="525172"/>
                  </a:lnTo>
                  <a:lnTo>
                    <a:pt x="210425" y="525632"/>
                  </a:lnTo>
                  <a:lnTo>
                    <a:pt x="212393" y="527216"/>
                  </a:lnTo>
                  <a:lnTo>
                    <a:pt x="212468" y="527050"/>
                  </a:lnTo>
                  <a:lnTo>
                    <a:pt x="212752" y="527242"/>
                  </a:lnTo>
                  <a:lnTo>
                    <a:pt x="212905" y="527628"/>
                  </a:lnTo>
                  <a:lnTo>
                    <a:pt x="213049" y="527742"/>
                  </a:lnTo>
                  <a:lnTo>
                    <a:pt x="214004" y="528293"/>
                  </a:lnTo>
                  <a:lnTo>
                    <a:pt x="214117" y="528462"/>
                  </a:lnTo>
                  <a:lnTo>
                    <a:pt x="214132" y="528774"/>
                  </a:lnTo>
                  <a:lnTo>
                    <a:pt x="214134" y="529021"/>
                  </a:lnTo>
                  <a:lnTo>
                    <a:pt x="214123" y="529371"/>
                  </a:lnTo>
                  <a:lnTo>
                    <a:pt x="214115" y="529661"/>
                  </a:lnTo>
                  <a:lnTo>
                    <a:pt x="214262" y="529924"/>
                  </a:lnTo>
                  <a:lnTo>
                    <a:pt x="214389" y="530150"/>
                  </a:lnTo>
                  <a:lnTo>
                    <a:pt x="214981" y="531216"/>
                  </a:lnTo>
                  <a:lnTo>
                    <a:pt x="216724" y="534197"/>
                  </a:lnTo>
                  <a:lnTo>
                    <a:pt x="220223" y="535421"/>
                  </a:lnTo>
                  <a:lnTo>
                    <a:pt x="222387" y="535580"/>
                  </a:lnTo>
                  <a:lnTo>
                    <a:pt x="226884" y="537570"/>
                  </a:lnTo>
                  <a:lnTo>
                    <a:pt x="227180" y="538600"/>
                  </a:lnTo>
                  <a:lnTo>
                    <a:pt x="227817" y="540811"/>
                  </a:lnTo>
                  <a:lnTo>
                    <a:pt x="228063" y="541667"/>
                  </a:lnTo>
                  <a:lnTo>
                    <a:pt x="228316" y="542470"/>
                  </a:lnTo>
                  <a:lnTo>
                    <a:pt x="228881" y="543228"/>
                  </a:lnTo>
                  <a:lnTo>
                    <a:pt x="230748" y="545759"/>
                  </a:lnTo>
                  <a:lnTo>
                    <a:pt x="231123" y="546233"/>
                  </a:lnTo>
                  <a:lnTo>
                    <a:pt x="231745" y="547095"/>
                  </a:lnTo>
                  <a:lnTo>
                    <a:pt x="231708" y="547351"/>
                  </a:lnTo>
                  <a:lnTo>
                    <a:pt x="231459" y="549085"/>
                  </a:lnTo>
                  <a:lnTo>
                    <a:pt x="231248" y="550454"/>
                  </a:lnTo>
                  <a:lnTo>
                    <a:pt x="231227" y="550588"/>
                  </a:lnTo>
                  <a:lnTo>
                    <a:pt x="231206" y="550722"/>
                  </a:lnTo>
                  <a:lnTo>
                    <a:pt x="231155" y="551030"/>
                  </a:lnTo>
                  <a:lnTo>
                    <a:pt x="231125" y="551210"/>
                  </a:lnTo>
                  <a:lnTo>
                    <a:pt x="231047" y="551679"/>
                  </a:lnTo>
                  <a:lnTo>
                    <a:pt x="230968" y="552092"/>
                  </a:lnTo>
                  <a:lnTo>
                    <a:pt x="230765" y="553151"/>
                  </a:lnTo>
                  <a:lnTo>
                    <a:pt x="230044" y="554195"/>
                  </a:lnTo>
                  <a:lnTo>
                    <a:pt x="229721" y="554633"/>
                  </a:lnTo>
                  <a:lnTo>
                    <a:pt x="229481" y="554998"/>
                  </a:lnTo>
                  <a:lnTo>
                    <a:pt x="229186" y="555440"/>
                  </a:lnTo>
                  <a:lnTo>
                    <a:pt x="229037" y="555675"/>
                  </a:lnTo>
                  <a:lnTo>
                    <a:pt x="228988" y="556527"/>
                  </a:lnTo>
                  <a:lnTo>
                    <a:pt x="228977" y="556726"/>
                  </a:lnTo>
                  <a:lnTo>
                    <a:pt x="228961" y="556901"/>
                  </a:lnTo>
                  <a:lnTo>
                    <a:pt x="228956" y="557161"/>
                  </a:lnTo>
                  <a:lnTo>
                    <a:pt x="228925" y="557395"/>
                  </a:lnTo>
                  <a:lnTo>
                    <a:pt x="228917" y="557719"/>
                  </a:lnTo>
                  <a:lnTo>
                    <a:pt x="228911" y="557934"/>
                  </a:lnTo>
                  <a:lnTo>
                    <a:pt x="228902" y="558285"/>
                  </a:lnTo>
                  <a:lnTo>
                    <a:pt x="228888" y="558710"/>
                  </a:lnTo>
                  <a:lnTo>
                    <a:pt x="228877" y="558967"/>
                  </a:lnTo>
                  <a:lnTo>
                    <a:pt x="228870" y="559370"/>
                  </a:lnTo>
                  <a:lnTo>
                    <a:pt x="228852" y="559594"/>
                  </a:lnTo>
                  <a:lnTo>
                    <a:pt x="228843" y="559746"/>
                  </a:lnTo>
                  <a:lnTo>
                    <a:pt x="228824" y="560200"/>
                  </a:lnTo>
                  <a:lnTo>
                    <a:pt x="230278" y="562954"/>
                  </a:lnTo>
                  <a:lnTo>
                    <a:pt x="230830" y="563420"/>
                  </a:lnTo>
                  <a:lnTo>
                    <a:pt x="231250" y="563743"/>
                  </a:lnTo>
                  <a:lnTo>
                    <a:pt x="231431" y="563881"/>
                  </a:lnTo>
                  <a:lnTo>
                    <a:pt x="232009" y="564315"/>
                  </a:lnTo>
                  <a:lnTo>
                    <a:pt x="232398" y="564600"/>
                  </a:lnTo>
                  <a:lnTo>
                    <a:pt x="232699" y="564827"/>
                  </a:lnTo>
                  <a:lnTo>
                    <a:pt x="233057" y="565090"/>
                  </a:lnTo>
                  <a:lnTo>
                    <a:pt x="233114" y="565442"/>
                  </a:lnTo>
                  <a:lnTo>
                    <a:pt x="233159" y="565697"/>
                  </a:lnTo>
                  <a:lnTo>
                    <a:pt x="233216" y="566084"/>
                  </a:lnTo>
                  <a:lnTo>
                    <a:pt x="233276" y="566398"/>
                  </a:lnTo>
                  <a:lnTo>
                    <a:pt x="233321" y="566686"/>
                  </a:lnTo>
                  <a:lnTo>
                    <a:pt x="233353" y="566904"/>
                  </a:lnTo>
                  <a:lnTo>
                    <a:pt x="233392" y="567158"/>
                  </a:lnTo>
                  <a:lnTo>
                    <a:pt x="233423" y="567352"/>
                  </a:lnTo>
                  <a:lnTo>
                    <a:pt x="233467" y="567646"/>
                  </a:lnTo>
                  <a:lnTo>
                    <a:pt x="233509" y="567874"/>
                  </a:lnTo>
                  <a:lnTo>
                    <a:pt x="233583" y="568441"/>
                  </a:lnTo>
                  <a:lnTo>
                    <a:pt x="233664" y="568634"/>
                  </a:lnTo>
                  <a:lnTo>
                    <a:pt x="233805" y="568971"/>
                  </a:lnTo>
                  <a:lnTo>
                    <a:pt x="233972" y="569372"/>
                  </a:lnTo>
                  <a:lnTo>
                    <a:pt x="234101" y="569711"/>
                  </a:lnTo>
                  <a:lnTo>
                    <a:pt x="234177" y="569912"/>
                  </a:lnTo>
                  <a:lnTo>
                    <a:pt x="234337" y="570329"/>
                  </a:lnTo>
                  <a:lnTo>
                    <a:pt x="234206" y="571362"/>
                  </a:lnTo>
                  <a:lnTo>
                    <a:pt x="234044" y="571763"/>
                  </a:lnTo>
                  <a:lnTo>
                    <a:pt x="233967" y="571954"/>
                  </a:lnTo>
                  <a:lnTo>
                    <a:pt x="234092" y="575013"/>
                  </a:lnTo>
                  <a:lnTo>
                    <a:pt x="234100" y="575291"/>
                  </a:lnTo>
                  <a:lnTo>
                    <a:pt x="235121" y="577138"/>
                  </a:lnTo>
                  <a:lnTo>
                    <a:pt x="235247" y="577571"/>
                  </a:lnTo>
                  <a:lnTo>
                    <a:pt x="235328" y="577827"/>
                  </a:lnTo>
                  <a:lnTo>
                    <a:pt x="235577" y="578351"/>
                  </a:lnTo>
                  <a:lnTo>
                    <a:pt x="235863" y="578798"/>
                  </a:lnTo>
                  <a:lnTo>
                    <a:pt x="236247" y="579198"/>
                  </a:lnTo>
                  <a:lnTo>
                    <a:pt x="236522" y="579437"/>
                  </a:lnTo>
                  <a:lnTo>
                    <a:pt x="236881" y="579724"/>
                  </a:lnTo>
                  <a:lnTo>
                    <a:pt x="237386" y="580097"/>
                  </a:lnTo>
                  <a:lnTo>
                    <a:pt x="237817" y="580341"/>
                  </a:lnTo>
                  <a:lnTo>
                    <a:pt x="238320" y="580561"/>
                  </a:lnTo>
                  <a:lnTo>
                    <a:pt x="238799" y="580667"/>
                  </a:lnTo>
                  <a:lnTo>
                    <a:pt x="239195" y="580765"/>
                  </a:lnTo>
                  <a:lnTo>
                    <a:pt x="239813" y="580876"/>
                  </a:lnTo>
                  <a:lnTo>
                    <a:pt x="240239" y="580933"/>
                  </a:lnTo>
                  <a:lnTo>
                    <a:pt x="240660" y="580995"/>
                  </a:lnTo>
                  <a:lnTo>
                    <a:pt x="240873" y="581034"/>
                  </a:lnTo>
                  <a:lnTo>
                    <a:pt x="241076" y="581095"/>
                  </a:lnTo>
                  <a:lnTo>
                    <a:pt x="241285" y="581203"/>
                  </a:lnTo>
                  <a:lnTo>
                    <a:pt x="241436" y="581365"/>
                  </a:lnTo>
                  <a:lnTo>
                    <a:pt x="241532" y="581569"/>
                  </a:lnTo>
                  <a:lnTo>
                    <a:pt x="241561" y="581798"/>
                  </a:lnTo>
                  <a:lnTo>
                    <a:pt x="241687" y="582352"/>
                  </a:lnTo>
                  <a:lnTo>
                    <a:pt x="241662" y="583050"/>
                  </a:lnTo>
                  <a:lnTo>
                    <a:pt x="241632" y="583219"/>
                  </a:lnTo>
                  <a:lnTo>
                    <a:pt x="241683" y="583414"/>
                  </a:lnTo>
                  <a:lnTo>
                    <a:pt x="241756" y="583588"/>
                  </a:lnTo>
                  <a:lnTo>
                    <a:pt x="242114" y="584057"/>
                  </a:lnTo>
                  <a:lnTo>
                    <a:pt x="242424" y="584347"/>
                  </a:lnTo>
                  <a:lnTo>
                    <a:pt x="242668" y="584613"/>
                  </a:lnTo>
                  <a:lnTo>
                    <a:pt x="242795" y="584909"/>
                  </a:lnTo>
                  <a:lnTo>
                    <a:pt x="242879" y="585167"/>
                  </a:lnTo>
                  <a:lnTo>
                    <a:pt x="242874" y="585299"/>
                  </a:lnTo>
                  <a:lnTo>
                    <a:pt x="238846" y="593819"/>
                  </a:lnTo>
                  <a:lnTo>
                    <a:pt x="238879" y="594213"/>
                  </a:lnTo>
                  <a:lnTo>
                    <a:pt x="238858" y="594404"/>
                  </a:lnTo>
                  <a:lnTo>
                    <a:pt x="238837" y="594598"/>
                  </a:lnTo>
                  <a:lnTo>
                    <a:pt x="238815" y="594812"/>
                  </a:lnTo>
                  <a:lnTo>
                    <a:pt x="238791" y="595015"/>
                  </a:lnTo>
                  <a:lnTo>
                    <a:pt x="238724" y="595524"/>
                  </a:lnTo>
                  <a:lnTo>
                    <a:pt x="238738" y="595725"/>
                  </a:lnTo>
                  <a:lnTo>
                    <a:pt x="238813" y="595915"/>
                  </a:lnTo>
                  <a:lnTo>
                    <a:pt x="239717" y="599723"/>
                  </a:lnTo>
                  <a:lnTo>
                    <a:pt x="240584" y="600179"/>
                  </a:lnTo>
                  <a:lnTo>
                    <a:pt x="240745" y="600260"/>
                  </a:lnTo>
                  <a:lnTo>
                    <a:pt x="241580" y="600575"/>
                  </a:lnTo>
                  <a:lnTo>
                    <a:pt x="241800" y="600695"/>
                  </a:lnTo>
                  <a:lnTo>
                    <a:pt x="243063" y="600888"/>
                  </a:lnTo>
                  <a:lnTo>
                    <a:pt x="243192" y="600927"/>
                  </a:lnTo>
                  <a:lnTo>
                    <a:pt x="243522" y="601162"/>
                  </a:lnTo>
                  <a:lnTo>
                    <a:pt x="244020" y="601575"/>
                  </a:lnTo>
                  <a:lnTo>
                    <a:pt x="244588" y="602099"/>
                  </a:lnTo>
                  <a:lnTo>
                    <a:pt x="244912" y="602488"/>
                  </a:lnTo>
                  <a:lnTo>
                    <a:pt x="245050" y="602652"/>
                  </a:lnTo>
                  <a:lnTo>
                    <a:pt x="245695" y="603420"/>
                  </a:lnTo>
                  <a:lnTo>
                    <a:pt x="247102" y="605097"/>
                  </a:lnTo>
                  <a:lnTo>
                    <a:pt x="247319" y="605330"/>
                  </a:lnTo>
                  <a:lnTo>
                    <a:pt x="249619" y="606233"/>
                  </a:lnTo>
                  <a:lnTo>
                    <a:pt x="249856" y="606225"/>
                  </a:lnTo>
                  <a:lnTo>
                    <a:pt x="250410" y="606290"/>
                  </a:lnTo>
                  <a:lnTo>
                    <a:pt x="250990" y="606253"/>
                  </a:lnTo>
                  <a:lnTo>
                    <a:pt x="253515" y="605191"/>
                  </a:lnTo>
                  <a:lnTo>
                    <a:pt x="254334" y="605194"/>
                  </a:lnTo>
                  <a:lnTo>
                    <a:pt x="255323" y="605198"/>
                  </a:lnTo>
                  <a:lnTo>
                    <a:pt x="256620" y="605208"/>
                  </a:lnTo>
                  <a:lnTo>
                    <a:pt x="257165" y="605210"/>
                  </a:lnTo>
                  <a:lnTo>
                    <a:pt x="257495" y="605207"/>
                  </a:lnTo>
                  <a:lnTo>
                    <a:pt x="258263" y="605202"/>
                  </a:lnTo>
                  <a:lnTo>
                    <a:pt x="260307" y="605227"/>
                  </a:lnTo>
                  <a:lnTo>
                    <a:pt x="261337" y="605262"/>
                  </a:lnTo>
                  <a:lnTo>
                    <a:pt x="261877" y="605206"/>
                  </a:lnTo>
                  <a:lnTo>
                    <a:pt x="262678" y="605064"/>
                  </a:lnTo>
                  <a:lnTo>
                    <a:pt x="263969" y="604697"/>
                  </a:lnTo>
                  <a:lnTo>
                    <a:pt x="264668" y="604497"/>
                  </a:lnTo>
                  <a:lnTo>
                    <a:pt x="264907" y="604429"/>
                  </a:lnTo>
                  <a:lnTo>
                    <a:pt x="265184" y="604384"/>
                  </a:lnTo>
                  <a:lnTo>
                    <a:pt x="265390" y="604454"/>
                  </a:lnTo>
                  <a:lnTo>
                    <a:pt x="265613" y="605652"/>
                  </a:lnTo>
                  <a:lnTo>
                    <a:pt x="265648" y="605801"/>
                  </a:lnTo>
                  <a:lnTo>
                    <a:pt x="265732" y="606270"/>
                  </a:lnTo>
                  <a:lnTo>
                    <a:pt x="265671" y="611022"/>
                  </a:lnTo>
                  <a:lnTo>
                    <a:pt x="265610" y="611220"/>
                  </a:lnTo>
                  <a:lnTo>
                    <a:pt x="265605" y="611388"/>
                  </a:lnTo>
                  <a:lnTo>
                    <a:pt x="265648" y="611533"/>
                  </a:lnTo>
                  <a:lnTo>
                    <a:pt x="265862" y="611745"/>
                  </a:lnTo>
                  <a:lnTo>
                    <a:pt x="266015" y="611783"/>
                  </a:lnTo>
                  <a:lnTo>
                    <a:pt x="266193" y="611772"/>
                  </a:lnTo>
                  <a:lnTo>
                    <a:pt x="266348" y="611859"/>
                  </a:lnTo>
                  <a:lnTo>
                    <a:pt x="266422" y="612055"/>
                  </a:lnTo>
                  <a:lnTo>
                    <a:pt x="266396" y="612185"/>
                  </a:lnTo>
                  <a:lnTo>
                    <a:pt x="266361" y="612373"/>
                  </a:lnTo>
                  <a:lnTo>
                    <a:pt x="266366" y="612500"/>
                  </a:lnTo>
                  <a:lnTo>
                    <a:pt x="266407" y="612806"/>
                  </a:lnTo>
                  <a:lnTo>
                    <a:pt x="266437" y="612940"/>
                  </a:lnTo>
                  <a:lnTo>
                    <a:pt x="266442" y="613113"/>
                  </a:lnTo>
                  <a:lnTo>
                    <a:pt x="266424" y="613365"/>
                  </a:lnTo>
                  <a:lnTo>
                    <a:pt x="266340" y="613521"/>
                  </a:lnTo>
                  <a:lnTo>
                    <a:pt x="266213" y="613602"/>
                  </a:lnTo>
                  <a:lnTo>
                    <a:pt x="265956" y="613823"/>
                  </a:lnTo>
                  <a:lnTo>
                    <a:pt x="265763" y="613994"/>
                  </a:lnTo>
                  <a:lnTo>
                    <a:pt x="265653" y="614136"/>
                  </a:lnTo>
                  <a:lnTo>
                    <a:pt x="265526" y="614276"/>
                  </a:lnTo>
                  <a:lnTo>
                    <a:pt x="265351" y="614454"/>
                  </a:lnTo>
                  <a:lnTo>
                    <a:pt x="265213" y="614571"/>
                  </a:lnTo>
                  <a:lnTo>
                    <a:pt x="265048" y="615124"/>
                  </a:lnTo>
                  <a:lnTo>
                    <a:pt x="265132" y="615274"/>
                  </a:lnTo>
                  <a:lnTo>
                    <a:pt x="265394" y="615307"/>
                  </a:lnTo>
                  <a:lnTo>
                    <a:pt x="265816" y="615538"/>
                  </a:lnTo>
                  <a:lnTo>
                    <a:pt x="266015" y="615645"/>
                  </a:lnTo>
                  <a:lnTo>
                    <a:pt x="268273" y="616861"/>
                  </a:lnTo>
                  <a:lnTo>
                    <a:pt x="268450" y="617065"/>
                  </a:lnTo>
                  <a:lnTo>
                    <a:pt x="268760" y="617536"/>
                  </a:lnTo>
                  <a:lnTo>
                    <a:pt x="269987" y="618348"/>
                  </a:lnTo>
                  <a:lnTo>
                    <a:pt x="272946" y="620309"/>
                  </a:lnTo>
                  <a:lnTo>
                    <a:pt x="273618" y="620755"/>
                  </a:lnTo>
                  <a:lnTo>
                    <a:pt x="273824" y="620892"/>
                  </a:lnTo>
                  <a:lnTo>
                    <a:pt x="274086" y="621055"/>
                  </a:lnTo>
                  <a:lnTo>
                    <a:pt x="274977" y="621554"/>
                  </a:lnTo>
                  <a:lnTo>
                    <a:pt x="275913" y="622080"/>
                  </a:lnTo>
                  <a:lnTo>
                    <a:pt x="279295" y="623974"/>
                  </a:lnTo>
                  <a:lnTo>
                    <a:pt x="279216" y="624228"/>
                  </a:lnTo>
                  <a:lnTo>
                    <a:pt x="279211" y="624439"/>
                  </a:lnTo>
                  <a:lnTo>
                    <a:pt x="279277" y="624699"/>
                  </a:lnTo>
                  <a:lnTo>
                    <a:pt x="279348" y="624844"/>
                  </a:lnTo>
                  <a:lnTo>
                    <a:pt x="279597" y="624851"/>
                  </a:lnTo>
                  <a:lnTo>
                    <a:pt x="279890" y="624739"/>
                  </a:lnTo>
                  <a:lnTo>
                    <a:pt x="280068" y="624429"/>
                  </a:lnTo>
                  <a:lnTo>
                    <a:pt x="288679" y="629461"/>
                  </a:lnTo>
                  <a:lnTo>
                    <a:pt x="290137" y="630259"/>
                  </a:lnTo>
                  <a:lnTo>
                    <a:pt x="290475" y="630441"/>
                  </a:lnTo>
                  <a:lnTo>
                    <a:pt x="290974" y="630410"/>
                  </a:lnTo>
                  <a:lnTo>
                    <a:pt x="292043" y="630341"/>
                  </a:lnTo>
                  <a:lnTo>
                    <a:pt x="292411" y="630320"/>
                  </a:lnTo>
                  <a:lnTo>
                    <a:pt x="293807" y="630109"/>
                  </a:lnTo>
                  <a:lnTo>
                    <a:pt x="293945" y="630115"/>
                  </a:lnTo>
                  <a:lnTo>
                    <a:pt x="294206" y="630127"/>
                  </a:lnTo>
                  <a:lnTo>
                    <a:pt x="294478" y="630140"/>
                  </a:lnTo>
                  <a:lnTo>
                    <a:pt x="294591" y="629887"/>
                  </a:lnTo>
                  <a:lnTo>
                    <a:pt x="294682" y="629612"/>
                  </a:lnTo>
                  <a:lnTo>
                    <a:pt x="294752" y="629194"/>
                  </a:lnTo>
                  <a:lnTo>
                    <a:pt x="294746" y="629043"/>
                  </a:lnTo>
                  <a:lnTo>
                    <a:pt x="294759" y="628915"/>
                  </a:lnTo>
                  <a:lnTo>
                    <a:pt x="294721" y="628787"/>
                  </a:lnTo>
                  <a:lnTo>
                    <a:pt x="294417" y="619421"/>
                  </a:lnTo>
                  <a:lnTo>
                    <a:pt x="294613" y="618827"/>
                  </a:lnTo>
                  <a:lnTo>
                    <a:pt x="294054" y="604644"/>
                  </a:lnTo>
                  <a:lnTo>
                    <a:pt x="293942" y="603917"/>
                  </a:lnTo>
                  <a:lnTo>
                    <a:pt x="294988" y="600328"/>
                  </a:lnTo>
                  <a:lnTo>
                    <a:pt x="295086" y="600152"/>
                  </a:lnTo>
                  <a:lnTo>
                    <a:pt x="295165" y="600008"/>
                  </a:lnTo>
                  <a:lnTo>
                    <a:pt x="295295" y="599782"/>
                  </a:lnTo>
                  <a:lnTo>
                    <a:pt x="295369" y="599651"/>
                  </a:lnTo>
                  <a:lnTo>
                    <a:pt x="295474" y="599469"/>
                  </a:lnTo>
                  <a:lnTo>
                    <a:pt x="295664" y="599134"/>
                  </a:lnTo>
                  <a:lnTo>
                    <a:pt x="295798" y="598890"/>
                  </a:lnTo>
                  <a:lnTo>
                    <a:pt x="295869" y="598751"/>
                  </a:lnTo>
                  <a:lnTo>
                    <a:pt x="295981" y="598546"/>
                  </a:lnTo>
                  <a:lnTo>
                    <a:pt x="296060" y="598416"/>
                  </a:lnTo>
                  <a:lnTo>
                    <a:pt x="296246" y="598094"/>
                  </a:lnTo>
                  <a:lnTo>
                    <a:pt x="296320" y="597964"/>
                  </a:lnTo>
                  <a:lnTo>
                    <a:pt x="296419" y="597803"/>
                  </a:lnTo>
                  <a:lnTo>
                    <a:pt x="296523" y="597564"/>
                  </a:lnTo>
                  <a:lnTo>
                    <a:pt x="296583" y="597434"/>
                  </a:lnTo>
                  <a:lnTo>
                    <a:pt x="296922" y="596696"/>
                  </a:lnTo>
                  <a:lnTo>
                    <a:pt x="297124" y="596306"/>
                  </a:lnTo>
                  <a:lnTo>
                    <a:pt x="297272" y="596024"/>
                  </a:lnTo>
                  <a:lnTo>
                    <a:pt x="297656" y="595296"/>
                  </a:lnTo>
                  <a:lnTo>
                    <a:pt x="297799" y="595145"/>
                  </a:lnTo>
                  <a:lnTo>
                    <a:pt x="298491" y="594376"/>
                  </a:lnTo>
                  <a:lnTo>
                    <a:pt x="298614" y="594241"/>
                  </a:lnTo>
                  <a:lnTo>
                    <a:pt x="300517" y="598644"/>
                  </a:lnTo>
                  <a:lnTo>
                    <a:pt x="300788" y="598294"/>
                  </a:lnTo>
                  <a:lnTo>
                    <a:pt x="300916" y="598137"/>
                  </a:lnTo>
                  <a:lnTo>
                    <a:pt x="305149" y="594222"/>
                  </a:lnTo>
                  <a:lnTo>
                    <a:pt x="305983" y="593831"/>
                  </a:lnTo>
                  <a:lnTo>
                    <a:pt x="306984" y="593347"/>
                  </a:lnTo>
                  <a:lnTo>
                    <a:pt x="307658" y="592957"/>
                  </a:lnTo>
                  <a:lnTo>
                    <a:pt x="308575" y="592449"/>
                  </a:lnTo>
                  <a:lnTo>
                    <a:pt x="309593" y="582670"/>
                  </a:lnTo>
                  <a:lnTo>
                    <a:pt x="309358" y="582420"/>
                  </a:lnTo>
                  <a:lnTo>
                    <a:pt x="309240" y="582213"/>
                  </a:lnTo>
                  <a:lnTo>
                    <a:pt x="309151" y="582049"/>
                  </a:lnTo>
                  <a:lnTo>
                    <a:pt x="308996" y="581764"/>
                  </a:lnTo>
                  <a:lnTo>
                    <a:pt x="308899" y="581549"/>
                  </a:lnTo>
                  <a:lnTo>
                    <a:pt x="308837" y="581393"/>
                  </a:lnTo>
                  <a:lnTo>
                    <a:pt x="308803" y="581192"/>
                  </a:lnTo>
                  <a:lnTo>
                    <a:pt x="308785" y="580974"/>
                  </a:lnTo>
                  <a:lnTo>
                    <a:pt x="308812" y="580599"/>
                  </a:lnTo>
                  <a:lnTo>
                    <a:pt x="309158" y="580440"/>
                  </a:lnTo>
                  <a:lnTo>
                    <a:pt x="309587" y="580696"/>
                  </a:lnTo>
                  <a:lnTo>
                    <a:pt x="310441" y="580841"/>
                  </a:lnTo>
                  <a:lnTo>
                    <a:pt x="310568" y="580849"/>
                  </a:lnTo>
                  <a:lnTo>
                    <a:pt x="311005" y="580987"/>
                  </a:lnTo>
                  <a:lnTo>
                    <a:pt x="311164" y="581063"/>
                  </a:lnTo>
                  <a:lnTo>
                    <a:pt x="311357" y="580950"/>
                  </a:lnTo>
                  <a:lnTo>
                    <a:pt x="311677" y="580723"/>
                  </a:lnTo>
                  <a:lnTo>
                    <a:pt x="312247" y="580714"/>
                  </a:lnTo>
                  <a:lnTo>
                    <a:pt x="312474" y="580691"/>
                  </a:lnTo>
                  <a:lnTo>
                    <a:pt x="312870" y="580657"/>
                  </a:lnTo>
                  <a:lnTo>
                    <a:pt x="313357" y="580641"/>
                  </a:lnTo>
                  <a:lnTo>
                    <a:pt x="313812" y="580559"/>
                  </a:lnTo>
                  <a:lnTo>
                    <a:pt x="314049" y="580567"/>
                  </a:lnTo>
                  <a:lnTo>
                    <a:pt x="314241" y="580580"/>
                  </a:lnTo>
                  <a:lnTo>
                    <a:pt x="314433" y="580576"/>
                  </a:lnTo>
                  <a:lnTo>
                    <a:pt x="314572" y="580572"/>
                  </a:lnTo>
                  <a:lnTo>
                    <a:pt x="314959" y="580511"/>
                  </a:lnTo>
                  <a:lnTo>
                    <a:pt x="315368" y="580448"/>
                  </a:lnTo>
                  <a:lnTo>
                    <a:pt x="315724" y="580422"/>
                  </a:lnTo>
                  <a:lnTo>
                    <a:pt x="315918" y="580418"/>
                  </a:lnTo>
                  <a:lnTo>
                    <a:pt x="316070" y="580416"/>
                  </a:lnTo>
                  <a:lnTo>
                    <a:pt x="316234" y="580424"/>
                  </a:lnTo>
                  <a:lnTo>
                    <a:pt x="316703" y="580345"/>
                  </a:lnTo>
                  <a:lnTo>
                    <a:pt x="316858" y="580302"/>
                  </a:lnTo>
                  <a:lnTo>
                    <a:pt x="317193" y="580263"/>
                  </a:lnTo>
                  <a:lnTo>
                    <a:pt x="317614" y="580313"/>
                  </a:lnTo>
                  <a:lnTo>
                    <a:pt x="318214" y="580407"/>
                  </a:lnTo>
                  <a:lnTo>
                    <a:pt x="318526" y="580456"/>
                  </a:lnTo>
                  <a:lnTo>
                    <a:pt x="318671" y="580497"/>
                  </a:lnTo>
                  <a:lnTo>
                    <a:pt x="318906" y="580579"/>
                  </a:lnTo>
                  <a:lnTo>
                    <a:pt x="319174" y="580648"/>
                  </a:lnTo>
                  <a:lnTo>
                    <a:pt x="319541" y="580724"/>
                  </a:lnTo>
                  <a:lnTo>
                    <a:pt x="319747" y="580787"/>
                  </a:lnTo>
                  <a:lnTo>
                    <a:pt x="320318" y="580964"/>
                  </a:lnTo>
                  <a:lnTo>
                    <a:pt x="320624" y="581056"/>
                  </a:lnTo>
                  <a:lnTo>
                    <a:pt x="320765" y="581095"/>
                  </a:lnTo>
                  <a:lnTo>
                    <a:pt x="321026" y="581109"/>
                  </a:lnTo>
                  <a:lnTo>
                    <a:pt x="321309" y="581145"/>
                  </a:lnTo>
                  <a:lnTo>
                    <a:pt x="321497" y="581173"/>
                  </a:lnTo>
                  <a:lnTo>
                    <a:pt x="322017" y="581320"/>
                  </a:lnTo>
                  <a:lnTo>
                    <a:pt x="322194" y="581398"/>
                  </a:lnTo>
                  <a:lnTo>
                    <a:pt x="322345" y="581509"/>
                  </a:lnTo>
                  <a:lnTo>
                    <a:pt x="322837" y="581735"/>
                  </a:lnTo>
                  <a:lnTo>
                    <a:pt x="323013" y="581770"/>
                  </a:lnTo>
                  <a:lnTo>
                    <a:pt x="323352" y="581834"/>
                  </a:lnTo>
                  <a:lnTo>
                    <a:pt x="323712" y="581940"/>
                  </a:lnTo>
                  <a:lnTo>
                    <a:pt x="324129" y="582056"/>
                  </a:lnTo>
                  <a:lnTo>
                    <a:pt x="324422" y="582097"/>
                  </a:lnTo>
                  <a:lnTo>
                    <a:pt x="324868" y="582169"/>
                  </a:lnTo>
                  <a:lnTo>
                    <a:pt x="325447" y="582265"/>
                  </a:lnTo>
                  <a:lnTo>
                    <a:pt x="325660" y="582322"/>
                  </a:lnTo>
                  <a:lnTo>
                    <a:pt x="325807" y="582361"/>
                  </a:lnTo>
                  <a:lnTo>
                    <a:pt x="325967" y="582419"/>
                  </a:lnTo>
                  <a:lnTo>
                    <a:pt x="326220" y="582515"/>
                  </a:lnTo>
                  <a:lnTo>
                    <a:pt x="326420" y="582565"/>
                  </a:lnTo>
                  <a:lnTo>
                    <a:pt x="326596" y="582585"/>
                  </a:lnTo>
                  <a:lnTo>
                    <a:pt x="327353" y="583352"/>
                  </a:lnTo>
                  <a:lnTo>
                    <a:pt x="327624" y="583918"/>
                  </a:lnTo>
                  <a:lnTo>
                    <a:pt x="327729" y="584138"/>
                  </a:lnTo>
                  <a:lnTo>
                    <a:pt x="327938" y="584572"/>
                  </a:lnTo>
                  <a:lnTo>
                    <a:pt x="328013" y="584730"/>
                  </a:lnTo>
                  <a:lnTo>
                    <a:pt x="328189" y="585098"/>
                  </a:lnTo>
                  <a:lnTo>
                    <a:pt x="328308" y="585346"/>
                  </a:lnTo>
                  <a:lnTo>
                    <a:pt x="328377" y="585490"/>
                  </a:lnTo>
                  <a:lnTo>
                    <a:pt x="328453" y="585649"/>
                  </a:lnTo>
                  <a:lnTo>
                    <a:pt x="328763" y="586296"/>
                  </a:lnTo>
                  <a:lnTo>
                    <a:pt x="329071" y="586928"/>
                  </a:lnTo>
                  <a:lnTo>
                    <a:pt x="329152" y="587082"/>
                  </a:lnTo>
                  <a:lnTo>
                    <a:pt x="329485" y="587715"/>
                  </a:lnTo>
                  <a:lnTo>
                    <a:pt x="329800" y="588314"/>
                  </a:lnTo>
                  <a:lnTo>
                    <a:pt x="329975" y="588648"/>
                  </a:lnTo>
                  <a:lnTo>
                    <a:pt x="330623" y="589955"/>
                  </a:lnTo>
                  <a:lnTo>
                    <a:pt x="330726" y="590595"/>
                  </a:lnTo>
                  <a:lnTo>
                    <a:pt x="330889" y="591208"/>
                  </a:lnTo>
                  <a:lnTo>
                    <a:pt x="330926" y="591405"/>
                  </a:lnTo>
                  <a:lnTo>
                    <a:pt x="331344" y="592669"/>
                  </a:lnTo>
                  <a:lnTo>
                    <a:pt x="331415" y="593053"/>
                  </a:lnTo>
                  <a:lnTo>
                    <a:pt x="331443" y="593183"/>
                  </a:lnTo>
                  <a:lnTo>
                    <a:pt x="331474" y="593326"/>
                  </a:lnTo>
                  <a:lnTo>
                    <a:pt x="331579" y="593816"/>
                  </a:lnTo>
                  <a:lnTo>
                    <a:pt x="331613" y="593976"/>
                  </a:lnTo>
                  <a:lnTo>
                    <a:pt x="331689" y="594310"/>
                  </a:lnTo>
                  <a:lnTo>
                    <a:pt x="331737" y="594639"/>
                  </a:lnTo>
                  <a:lnTo>
                    <a:pt x="331773" y="594791"/>
                  </a:lnTo>
                  <a:lnTo>
                    <a:pt x="331810" y="594959"/>
                  </a:lnTo>
                  <a:lnTo>
                    <a:pt x="331841" y="595585"/>
                  </a:lnTo>
                  <a:lnTo>
                    <a:pt x="331918" y="595914"/>
                  </a:lnTo>
                  <a:lnTo>
                    <a:pt x="331975" y="596082"/>
                  </a:lnTo>
                  <a:lnTo>
                    <a:pt x="332079" y="596400"/>
                  </a:lnTo>
                  <a:lnTo>
                    <a:pt x="332416" y="596910"/>
                  </a:lnTo>
                  <a:lnTo>
                    <a:pt x="332454" y="597752"/>
                  </a:lnTo>
                  <a:lnTo>
                    <a:pt x="332482" y="598156"/>
                  </a:lnTo>
                  <a:lnTo>
                    <a:pt x="332529" y="598343"/>
                  </a:lnTo>
                  <a:lnTo>
                    <a:pt x="332589" y="598509"/>
                  </a:lnTo>
                  <a:lnTo>
                    <a:pt x="332631" y="598852"/>
                  </a:lnTo>
                  <a:lnTo>
                    <a:pt x="332691" y="599076"/>
                  </a:lnTo>
                  <a:lnTo>
                    <a:pt x="332772" y="599360"/>
                  </a:lnTo>
                  <a:lnTo>
                    <a:pt x="332868" y="599744"/>
                  </a:lnTo>
                  <a:lnTo>
                    <a:pt x="332964" y="600080"/>
                  </a:lnTo>
                  <a:lnTo>
                    <a:pt x="333017" y="600251"/>
                  </a:lnTo>
                  <a:lnTo>
                    <a:pt x="333067" y="600399"/>
                  </a:lnTo>
                  <a:lnTo>
                    <a:pt x="333145" y="600668"/>
                  </a:lnTo>
                  <a:lnTo>
                    <a:pt x="333197" y="600840"/>
                  </a:lnTo>
                  <a:lnTo>
                    <a:pt x="333271" y="601072"/>
                  </a:lnTo>
                  <a:lnTo>
                    <a:pt x="333319" y="601236"/>
                  </a:lnTo>
                  <a:lnTo>
                    <a:pt x="333366" y="601402"/>
                  </a:lnTo>
                  <a:lnTo>
                    <a:pt x="333436" y="601702"/>
                  </a:lnTo>
                  <a:lnTo>
                    <a:pt x="333507" y="601963"/>
                  </a:lnTo>
                  <a:lnTo>
                    <a:pt x="333520" y="602298"/>
                  </a:lnTo>
                  <a:lnTo>
                    <a:pt x="333570" y="602485"/>
                  </a:lnTo>
                  <a:lnTo>
                    <a:pt x="333500" y="602711"/>
                  </a:lnTo>
                  <a:lnTo>
                    <a:pt x="333532" y="602930"/>
                  </a:lnTo>
                  <a:lnTo>
                    <a:pt x="333569" y="603217"/>
                  </a:lnTo>
                  <a:lnTo>
                    <a:pt x="333613" y="603531"/>
                  </a:lnTo>
                  <a:lnTo>
                    <a:pt x="333655" y="603795"/>
                  </a:lnTo>
                  <a:lnTo>
                    <a:pt x="333842" y="603882"/>
                  </a:lnTo>
                  <a:lnTo>
                    <a:pt x="334016" y="603967"/>
                  </a:lnTo>
                  <a:lnTo>
                    <a:pt x="334355" y="604133"/>
                  </a:lnTo>
                  <a:lnTo>
                    <a:pt x="334657" y="604265"/>
                  </a:lnTo>
                  <a:lnTo>
                    <a:pt x="335010" y="604413"/>
                  </a:lnTo>
                  <a:lnTo>
                    <a:pt x="337244" y="610530"/>
                  </a:lnTo>
                  <a:lnTo>
                    <a:pt x="337432" y="610914"/>
                  </a:lnTo>
                  <a:lnTo>
                    <a:pt x="338021" y="611424"/>
                  </a:lnTo>
                  <a:lnTo>
                    <a:pt x="338535" y="611856"/>
                  </a:lnTo>
                  <a:lnTo>
                    <a:pt x="338795" y="612077"/>
                  </a:lnTo>
                  <a:lnTo>
                    <a:pt x="339216" y="612439"/>
                  </a:lnTo>
                  <a:lnTo>
                    <a:pt x="339442" y="612633"/>
                  </a:lnTo>
                  <a:lnTo>
                    <a:pt x="341336" y="614327"/>
                  </a:lnTo>
                  <a:lnTo>
                    <a:pt x="341554" y="615012"/>
                  </a:lnTo>
                  <a:lnTo>
                    <a:pt x="341581" y="615246"/>
                  </a:lnTo>
                  <a:lnTo>
                    <a:pt x="341554" y="615398"/>
                  </a:lnTo>
                  <a:lnTo>
                    <a:pt x="341535" y="615660"/>
                  </a:lnTo>
                  <a:lnTo>
                    <a:pt x="341460" y="615863"/>
                  </a:lnTo>
                  <a:lnTo>
                    <a:pt x="341529" y="616231"/>
                  </a:lnTo>
                  <a:lnTo>
                    <a:pt x="341562" y="616498"/>
                  </a:lnTo>
                  <a:lnTo>
                    <a:pt x="341575" y="616710"/>
                  </a:lnTo>
                  <a:lnTo>
                    <a:pt x="341591" y="616913"/>
                  </a:lnTo>
                  <a:lnTo>
                    <a:pt x="341647" y="617291"/>
                  </a:lnTo>
                  <a:lnTo>
                    <a:pt x="341650" y="617572"/>
                  </a:lnTo>
                  <a:lnTo>
                    <a:pt x="341787" y="618712"/>
                  </a:lnTo>
                  <a:lnTo>
                    <a:pt x="341811" y="619374"/>
                  </a:lnTo>
                  <a:lnTo>
                    <a:pt x="341846" y="619794"/>
                  </a:lnTo>
                  <a:lnTo>
                    <a:pt x="341956" y="620980"/>
                  </a:lnTo>
                  <a:lnTo>
                    <a:pt x="342158" y="621597"/>
                  </a:lnTo>
                  <a:lnTo>
                    <a:pt x="342397" y="621786"/>
                  </a:lnTo>
                  <a:lnTo>
                    <a:pt x="342575" y="622148"/>
                  </a:lnTo>
                  <a:lnTo>
                    <a:pt x="342674" y="622407"/>
                  </a:lnTo>
                  <a:lnTo>
                    <a:pt x="342545" y="622786"/>
                  </a:lnTo>
                  <a:lnTo>
                    <a:pt x="342613" y="623122"/>
                  </a:lnTo>
                  <a:lnTo>
                    <a:pt x="342660" y="623513"/>
                  </a:lnTo>
                  <a:lnTo>
                    <a:pt x="342682" y="623722"/>
                  </a:lnTo>
                  <a:lnTo>
                    <a:pt x="342725" y="623886"/>
                  </a:lnTo>
                  <a:lnTo>
                    <a:pt x="342816" y="624245"/>
                  </a:lnTo>
                  <a:lnTo>
                    <a:pt x="342958" y="624900"/>
                  </a:lnTo>
                  <a:lnTo>
                    <a:pt x="343211" y="625968"/>
                  </a:lnTo>
                  <a:lnTo>
                    <a:pt x="343226" y="626195"/>
                  </a:lnTo>
                  <a:lnTo>
                    <a:pt x="343297" y="627064"/>
                  </a:lnTo>
                  <a:lnTo>
                    <a:pt x="343407" y="627595"/>
                  </a:lnTo>
                  <a:lnTo>
                    <a:pt x="343388" y="627793"/>
                  </a:lnTo>
                  <a:lnTo>
                    <a:pt x="343148" y="628463"/>
                  </a:lnTo>
                  <a:lnTo>
                    <a:pt x="343074" y="628632"/>
                  </a:lnTo>
                  <a:lnTo>
                    <a:pt x="342884" y="629288"/>
                  </a:lnTo>
                  <a:lnTo>
                    <a:pt x="342839" y="629639"/>
                  </a:lnTo>
                  <a:lnTo>
                    <a:pt x="342808" y="629948"/>
                  </a:lnTo>
                  <a:lnTo>
                    <a:pt x="342804" y="630078"/>
                  </a:lnTo>
                  <a:lnTo>
                    <a:pt x="342763" y="630614"/>
                  </a:lnTo>
                  <a:lnTo>
                    <a:pt x="342777" y="630817"/>
                  </a:lnTo>
                  <a:lnTo>
                    <a:pt x="342885" y="631335"/>
                  </a:lnTo>
                  <a:lnTo>
                    <a:pt x="342917" y="631497"/>
                  </a:lnTo>
                  <a:lnTo>
                    <a:pt x="342879" y="632497"/>
                  </a:lnTo>
                  <a:lnTo>
                    <a:pt x="342825" y="632841"/>
                  </a:lnTo>
                  <a:lnTo>
                    <a:pt x="342992" y="633554"/>
                  </a:lnTo>
                  <a:lnTo>
                    <a:pt x="343080" y="634120"/>
                  </a:lnTo>
                  <a:lnTo>
                    <a:pt x="343169" y="634858"/>
                  </a:lnTo>
                  <a:lnTo>
                    <a:pt x="343174" y="635012"/>
                  </a:lnTo>
                  <a:lnTo>
                    <a:pt x="343179" y="635250"/>
                  </a:lnTo>
                  <a:lnTo>
                    <a:pt x="343265" y="637875"/>
                  </a:lnTo>
                  <a:lnTo>
                    <a:pt x="343255" y="638103"/>
                  </a:lnTo>
                  <a:lnTo>
                    <a:pt x="343280" y="638291"/>
                  </a:lnTo>
                  <a:lnTo>
                    <a:pt x="343318" y="638545"/>
                  </a:lnTo>
                  <a:lnTo>
                    <a:pt x="343327" y="638708"/>
                  </a:lnTo>
                  <a:lnTo>
                    <a:pt x="343366" y="639164"/>
                  </a:lnTo>
                  <a:lnTo>
                    <a:pt x="343367" y="639497"/>
                  </a:lnTo>
                  <a:lnTo>
                    <a:pt x="343328" y="639627"/>
                  </a:lnTo>
                  <a:lnTo>
                    <a:pt x="343329" y="640235"/>
                  </a:lnTo>
                  <a:lnTo>
                    <a:pt x="343337" y="640363"/>
                  </a:lnTo>
                  <a:lnTo>
                    <a:pt x="343362" y="640569"/>
                  </a:lnTo>
                  <a:lnTo>
                    <a:pt x="343382" y="640735"/>
                  </a:lnTo>
                  <a:lnTo>
                    <a:pt x="343451" y="641135"/>
                  </a:lnTo>
                  <a:lnTo>
                    <a:pt x="343481" y="641693"/>
                  </a:lnTo>
                  <a:lnTo>
                    <a:pt x="343487" y="641958"/>
                  </a:lnTo>
                  <a:lnTo>
                    <a:pt x="343537" y="642555"/>
                  </a:lnTo>
                  <a:lnTo>
                    <a:pt x="343626" y="642915"/>
                  </a:lnTo>
                  <a:lnTo>
                    <a:pt x="343675" y="643097"/>
                  </a:lnTo>
                  <a:lnTo>
                    <a:pt x="343712" y="643563"/>
                  </a:lnTo>
                  <a:lnTo>
                    <a:pt x="343766" y="643804"/>
                  </a:lnTo>
                  <a:lnTo>
                    <a:pt x="343867" y="644229"/>
                  </a:lnTo>
                  <a:lnTo>
                    <a:pt x="343824" y="644539"/>
                  </a:lnTo>
                  <a:lnTo>
                    <a:pt x="343853" y="644707"/>
                  </a:lnTo>
                  <a:lnTo>
                    <a:pt x="343915" y="644968"/>
                  </a:lnTo>
                  <a:lnTo>
                    <a:pt x="343963" y="645236"/>
                  </a:lnTo>
                  <a:lnTo>
                    <a:pt x="343911" y="645470"/>
                  </a:lnTo>
                  <a:lnTo>
                    <a:pt x="343924" y="645684"/>
                  </a:lnTo>
                  <a:lnTo>
                    <a:pt x="343907" y="646084"/>
                  </a:lnTo>
                  <a:lnTo>
                    <a:pt x="343886" y="646498"/>
                  </a:lnTo>
                  <a:lnTo>
                    <a:pt x="343879" y="646628"/>
                  </a:lnTo>
                  <a:lnTo>
                    <a:pt x="343869" y="646901"/>
                  </a:lnTo>
                  <a:lnTo>
                    <a:pt x="343869" y="647267"/>
                  </a:lnTo>
                  <a:lnTo>
                    <a:pt x="343969" y="647894"/>
                  </a:lnTo>
                  <a:lnTo>
                    <a:pt x="344050" y="648266"/>
                  </a:lnTo>
                  <a:lnTo>
                    <a:pt x="344150" y="648697"/>
                  </a:lnTo>
                  <a:lnTo>
                    <a:pt x="344237" y="649219"/>
                  </a:lnTo>
                  <a:lnTo>
                    <a:pt x="344271" y="649427"/>
                  </a:lnTo>
                  <a:lnTo>
                    <a:pt x="344313" y="649576"/>
                  </a:lnTo>
                  <a:lnTo>
                    <a:pt x="344316" y="649880"/>
                  </a:lnTo>
                  <a:lnTo>
                    <a:pt x="345162" y="649989"/>
                  </a:lnTo>
                  <a:lnTo>
                    <a:pt x="345405" y="650025"/>
                  </a:lnTo>
                  <a:lnTo>
                    <a:pt x="345660" y="650128"/>
                  </a:lnTo>
                  <a:lnTo>
                    <a:pt x="345243" y="652225"/>
                  </a:lnTo>
                  <a:lnTo>
                    <a:pt x="345731" y="652257"/>
                  </a:lnTo>
                  <a:lnTo>
                    <a:pt x="346027" y="652265"/>
                  </a:lnTo>
                  <a:lnTo>
                    <a:pt x="346629" y="652281"/>
                  </a:lnTo>
                  <a:lnTo>
                    <a:pt x="347262" y="652306"/>
                  </a:lnTo>
                  <a:lnTo>
                    <a:pt x="347601" y="652311"/>
                  </a:lnTo>
                  <a:lnTo>
                    <a:pt x="347791" y="652323"/>
                  </a:lnTo>
                  <a:lnTo>
                    <a:pt x="348130" y="652330"/>
                  </a:lnTo>
                  <a:lnTo>
                    <a:pt x="348485" y="652347"/>
                  </a:lnTo>
                  <a:lnTo>
                    <a:pt x="348993" y="652365"/>
                  </a:lnTo>
                  <a:lnTo>
                    <a:pt x="349157" y="652367"/>
                  </a:lnTo>
                  <a:lnTo>
                    <a:pt x="349359" y="652370"/>
                  </a:lnTo>
                  <a:lnTo>
                    <a:pt x="349868" y="652391"/>
                  </a:lnTo>
                  <a:lnTo>
                    <a:pt x="350007" y="652379"/>
                  </a:lnTo>
                  <a:lnTo>
                    <a:pt x="351652" y="652380"/>
                  </a:lnTo>
                  <a:lnTo>
                    <a:pt x="351830" y="652385"/>
                  </a:lnTo>
                  <a:lnTo>
                    <a:pt x="352061" y="652394"/>
                  </a:lnTo>
                  <a:lnTo>
                    <a:pt x="352814" y="652425"/>
                  </a:lnTo>
                  <a:lnTo>
                    <a:pt x="353222" y="652432"/>
                  </a:lnTo>
                  <a:lnTo>
                    <a:pt x="353555" y="652456"/>
                  </a:lnTo>
                  <a:lnTo>
                    <a:pt x="354156" y="652851"/>
                  </a:lnTo>
                  <a:lnTo>
                    <a:pt x="354451" y="653085"/>
                  </a:lnTo>
                  <a:lnTo>
                    <a:pt x="355044" y="653574"/>
                  </a:lnTo>
                  <a:lnTo>
                    <a:pt x="355183" y="653686"/>
                  </a:lnTo>
                  <a:lnTo>
                    <a:pt x="355460" y="653934"/>
                  </a:lnTo>
                  <a:lnTo>
                    <a:pt x="355805" y="654242"/>
                  </a:lnTo>
                  <a:lnTo>
                    <a:pt x="356162" y="654509"/>
                  </a:lnTo>
                  <a:lnTo>
                    <a:pt x="356507" y="654830"/>
                  </a:lnTo>
                  <a:lnTo>
                    <a:pt x="356811" y="655083"/>
                  </a:lnTo>
                  <a:lnTo>
                    <a:pt x="357323" y="655504"/>
                  </a:lnTo>
                  <a:lnTo>
                    <a:pt x="357891" y="655962"/>
                  </a:lnTo>
                  <a:lnTo>
                    <a:pt x="358121" y="656159"/>
                  </a:lnTo>
                  <a:lnTo>
                    <a:pt x="358252" y="656267"/>
                  </a:lnTo>
                  <a:lnTo>
                    <a:pt x="358604" y="656563"/>
                  </a:lnTo>
                  <a:lnTo>
                    <a:pt x="359251" y="657105"/>
                  </a:lnTo>
                  <a:lnTo>
                    <a:pt x="359456" y="657284"/>
                  </a:lnTo>
                  <a:lnTo>
                    <a:pt x="359746" y="657529"/>
                  </a:lnTo>
                  <a:lnTo>
                    <a:pt x="360433" y="658102"/>
                  </a:lnTo>
                  <a:lnTo>
                    <a:pt x="360590" y="658250"/>
                  </a:lnTo>
                  <a:lnTo>
                    <a:pt x="360966" y="658558"/>
                  </a:lnTo>
                  <a:lnTo>
                    <a:pt x="361318" y="658850"/>
                  </a:lnTo>
                  <a:lnTo>
                    <a:pt x="361618" y="659099"/>
                  </a:lnTo>
                  <a:lnTo>
                    <a:pt x="362197" y="659603"/>
                  </a:lnTo>
                  <a:lnTo>
                    <a:pt x="363393" y="660412"/>
                  </a:lnTo>
                  <a:lnTo>
                    <a:pt x="363578" y="660486"/>
                  </a:lnTo>
                  <a:lnTo>
                    <a:pt x="363646" y="660684"/>
                  </a:lnTo>
                  <a:lnTo>
                    <a:pt x="363779" y="660808"/>
                  </a:lnTo>
                  <a:lnTo>
                    <a:pt x="363915" y="661003"/>
                  </a:lnTo>
                  <a:lnTo>
                    <a:pt x="364175" y="660633"/>
                  </a:lnTo>
                  <a:lnTo>
                    <a:pt x="365194" y="660163"/>
                  </a:lnTo>
                  <a:lnTo>
                    <a:pt x="365741" y="659750"/>
                  </a:lnTo>
                  <a:lnTo>
                    <a:pt x="366256" y="659302"/>
                  </a:lnTo>
                  <a:lnTo>
                    <a:pt x="371002" y="658923"/>
                  </a:lnTo>
                  <a:lnTo>
                    <a:pt x="370220" y="664390"/>
                  </a:lnTo>
                  <a:lnTo>
                    <a:pt x="369989" y="665115"/>
                  </a:lnTo>
                  <a:lnTo>
                    <a:pt x="368641" y="669338"/>
                  </a:lnTo>
                  <a:lnTo>
                    <a:pt x="366808" y="672109"/>
                  </a:lnTo>
                  <a:lnTo>
                    <a:pt x="366809" y="674053"/>
                  </a:lnTo>
                  <a:lnTo>
                    <a:pt x="369160" y="675337"/>
                  </a:lnTo>
                  <a:lnTo>
                    <a:pt x="369550" y="675491"/>
                  </a:lnTo>
                  <a:lnTo>
                    <a:pt x="370286" y="675406"/>
                  </a:lnTo>
                  <a:lnTo>
                    <a:pt x="370894" y="675583"/>
                  </a:lnTo>
                  <a:lnTo>
                    <a:pt x="371035" y="675636"/>
                  </a:lnTo>
                  <a:lnTo>
                    <a:pt x="371181" y="675652"/>
                  </a:lnTo>
                  <a:lnTo>
                    <a:pt x="371602" y="675650"/>
                  </a:lnTo>
                  <a:lnTo>
                    <a:pt x="371779" y="675639"/>
                  </a:lnTo>
                  <a:lnTo>
                    <a:pt x="371984" y="675589"/>
                  </a:lnTo>
                  <a:lnTo>
                    <a:pt x="372814" y="675493"/>
                  </a:lnTo>
                  <a:lnTo>
                    <a:pt x="373098" y="675424"/>
                  </a:lnTo>
                  <a:lnTo>
                    <a:pt x="373542" y="675339"/>
                  </a:lnTo>
                  <a:lnTo>
                    <a:pt x="373557" y="675766"/>
                  </a:lnTo>
                  <a:lnTo>
                    <a:pt x="373581" y="676048"/>
                  </a:lnTo>
                  <a:lnTo>
                    <a:pt x="373596" y="676449"/>
                  </a:lnTo>
                  <a:lnTo>
                    <a:pt x="373393" y="676595"/>
                  </a:lnTo>
                  <a:lnTo>
                    <a:pt x="373693" y="676678"/>
                  </a:lnTo>
                  <a:lnTo>
                    <a:pt x="374277" y="676891"/>
                  </a:lnTo>
                  <a:lnTo>
                    <a:pt x="374451" y="676965"/>
                  </a:lnTo>
                  <a:lnTo>
                    <a:pt x="374639" y="676932"/>
                  </a:lnTo>
                  <a:lnTo>
                    <a:pt x="375499" y="676698"/>
                  </a:lnTo>
                  <a:lnTo>
                    <a:pt x="376275" y="676295"/>
                  </a:lnTo>
                  <a:lnTo>
                    <a:pt x="376476" y="676286"/>
                  </a:lnTo>
                  <a:lnTo>
                    <a:pt x="376707" y="676216"/>
                  </a:lnTo>
                  <a:lnTo>
                    <a:pt x="377031" y="676155"/>
                  </a:lnTo>
                  <a:lnTo>
                    <a:pt x="377250" y="676120"/>
                  </a:lnTo>
                  <a:lnTo>
                    <a:pt x="377845" y="676153"/>
                  </a:lnTo>
                  <a:lnTo>
                    <a:pt x="378029" y="676173"/>
                  </a:lnTo>
                  <a:lnTo>
                    <a:pt x="378721" y="676140"/>
                  </a:lnTo>
                  <a:lnTo>
                    <a:pt x="378957" y="676120"/>
                  </a:lnTo>
                  <a:lnTo>
                    <a:pt x="379699" y="675837"/>
                  </a:lnTo>
                  <a:lnTo>
                    <a:pt x="380330" y="675403"/>
                  </a:lnTo>
                  <a:lnTo>
                    <a:pt x="380564" y="674947"/>
                  </a:lnTo>
                  <a:lnTo>
                    <a:pt x="380999" y="674761"/>
                  </a:lnTo>
                  <a:lnTo>
                    <a:pt x="381287" y="674743"/>
                  </a:lnTo>
                  <a:lnTo>
                    <a:pt x="381464" y="674679"/>
                  </a:lnTo>
                  <a:lnTo>
                    <a:pt x="381653" y="674686"/>
                  </a:lnTo>
                  <a:lnTo>
                    <a:pt x="381793" y="674704"/>
                  </a:lnTo>
                  <a:lnTo>
                    <a:pt x="382052" y="674721"/>
                  </a:lnTo>
                  <a:lnTo>
                    <a:pt x="382685" y="674707"/>
                  </a:lnTo>
                  <a:lnTo>
                    <a:pt x="383212" y="674758"/>
                  </a:lnTo>
                  <a:lnTo>
                    <a:pt x="383470" y="674694"/>
                  </a:lnTo>
                  <a:lnTo>
                    <a:pt x="383777" y="674423"/>
                  </a:lnTo>
                  <a:lnTo>
                    <a:pt x="383918" y="674421"/>
                  </a:lnTo>
                  <a:lnTo>
                    <a:pt x="384199" y="674328"/>
                  </a:lnTo>
                  <a:lnTo>
                    <a:pt x="384444" y="674392"/>
                  </a:lnTo>
                  <a:lnTo>
                    <a:pt x="384731" y="674391"/>
                  </a:lnTo>
                  <a:lnTo>
                    <a:pt x="385026" y="674437"/>
                  </a:lnTo>
                  <a:lnTo>
                    <a:pt x="385532" y="674408"/>
                  </a:lnTo>
                  <a:lnTo>
                    <a:pt x="385672" y="674277"/>
                  </a:lnTo>
                  <a:lnTo>
                    <a:pt x="385881" y="674133"/>
                  </a:lnTo>
                  <a:lnTo>
                    <a:pt x="386062" y="674174"/>
                  </a:lnTo>
                  <a:lnTo>
                    <a:pt x="386272" y="674179"/>
                  </a:lnTo>
                  <a:lnTo>
                    <a:pt x="386585" y="674196"/>
                  </a:lnTo>
                  <a:lnTo>
                    <a:pt x="386810" y="674162"/>
                  </a:lnTo>
                  <a:lnTo>
                    <a:pt x="387187" y="674240"/>
                  </a:lnTo>
                  <a:lnTo>
                    <a:pt x="388268" y="674337"/>
                  </a:lnTo>
                  <a:lnTo>
                    <a:pt x="389489" y="675197"/>
                  </a:lnTo>
                  <a:lnTo>
                    <a:pt x="389470" y="674928"/>
                  </a:lnTo>
                  <a:lnTo>
                    <a:pt x="389461" y="674763"/>
                  </a:lnTo>
                  <a:lnTo>
                    <a:pt x="389347" y="674370"/>
                  </a:lnTo>
                  <a:lnTo>
                    <a:pt x="391892" y="674126"/>
                  </a:lnTo>
                  <a:lnTo>
                    <a:pt x="392210" y="673966"/>
                  </a:lnTo>
                  <a:lnTo>
                    <a:pt x="392521" y="674049"/>
                  </a:lnTo>
                  <a:lnTo>
                    <a:pt x="393274" y="674272"/>
                  </a:lnTo>
                  <a:lnTo>
                    <a:pt x="393801" y="674529"/>
                  </a:lnTo>
                  <a:lnTo>
                    <a:pt x="393831" y="675006"/>
                  </a:lnTo>
                  <a:lnTo>
                    <a:pt x="393766" y="675444"/>
                  </a:lnTo>
                  <a:lnTo>
                    <a:pt x="393888" y="676012"/>
                  </a:lnTo>
                  <a:lnTo>
                    <a:pt x="394832" y="675759"/>
                  </a:lnTo>
                  <a:lnTo>
                    <a:pt x="395550" y="675155"/>
                  </a:lnTo>
                  <a:lnTo>
                    <a:pt x="395743" y="675358"/>
                  </a:lnTo>
                  <a:lnTo>
                    <a:pt x="396086" y="675220"/>
                  </a:lnTo>
                  <a:lnTo>
                    <a:pt x="396361" y="675226"/>
                  </a:lnTo>
                  <a:lnTo>
                    <a:pt x="397938" y="676745"/>
                  </a:lnTo>
                  <a:lnTo>
                    <a:pt x="398274" y="676247"/>
                  </a:lnTo>
                  <a:lnTo>
                    <a:pt x="398449" y="676215"/>
                  </a:lnTo>
                  <a:lnTo>
                    <a:pt x="398737" y="676110"/>
                  </a:lnTo>
                  <a:lnTo>
                    <a:pt x="399024" y="676048"/>
                  </a:lnTo>
                  <a:lnTo>
                    <a:pt x="399306" y="676007"/>
                  </a:lnTo>
                  <a:lnTo>
                    <a:pt x="399578" y="675954"/>
                  </a:lnTo>
                  <a:lnTo>
                    <a:pt x="399862" y="676072"/>
                  </a:lnTo>
                  <a:lnTo>
                    <a:pt x="399818" y="676653"/>
                  </a:lnTo>
                  <a:lnTo>
                    <a:pt x="399805" y="676945"/>
                  </a:lnTo>
                  <a:lnTo>
                    <a:pt x="399937" y="677255"/>
                  </a:lnTo>
                  <a:lnTo>
                    <a:pt x="399974" y="677392"/>
                  </a:lnTo>
                  <a:lnTo>
                    <a:pt x="399972" y="677561"/>
                  </a:lnTo>
                  <a:lnTo>
                    <a:pt x="400037" y="677862"/>
                  </a:lnTo>
                  <a:lnTo>
                    <a:pt x="400078" y="678109"/>
                  </a:lnTo>
                  <a:lnTo>
                    <a:pt x="400090" y="678305"/>
                  </a:lnTo>
                  <a:lnTo>
                    <a:pt x="400054" y="678566"/>
                  </a:lnTo>
                  <a:lnTo>
                    <a:pt x="400171" y="678779"/>
                  </a:lnTo>
                  <a:lnTo>
                    <a:pt x="400813" y="678446"/>
                  </a:lnTo>
                  <a:lnTo>
                    <a:pt x="400880" y="678251"/>
                  </a:lnTo>
                  <a:lnTo>
                    <a:pt x="401131" y="678006"/>
                  </a:lnTo>
                  <a:lnTo>
                    <a:pt x="401384" y="677931"/>
                  </a:lnTo>
                  <a:lnTo>
                    <a:pt x="401444" y="677644"/>
                  </a:lnTo>
                  <a:lnTo>
                    <a:pt x="401623" y="677012"/>
                  </a:lnTo>
                  <a:lnTo>
                    <a:pt x="402723" y="676884"/>
                  </a:lnTo>
                  <a:lnTo>
                    <a:pt x="403025" y="676870"/>
                  </a:lnTo>
                  <a:lnTo>
                    <a:pt x="403311" y="676772"/>
                  </a:lnTo>
                  <a:lnTo>
                    <a:pt x="403690" y="676608"/>
                  </a:lnTo>
                  <a:lnTo>
                    <a:pt x="403833" y="676147"/>
                  </a:lnTo>
                  <a:lnTo>
                    <a:pt x="404067" y="675563"/>
                  </a:lnTo>
                  <a:lnTo>
                    <a:pt x="404355" y="675285"/>
                  </a:lnTo>
                  <a:lnTo>
                    <a:pt x="404653" y="675311"/>
                  </a:lnTo>
                  <a:lnTo>
                    <a:pt x="405095" y="675371"/>
                  </a:lnTo>
                  <a:lnTo>
                    <a:pt x="405982" y="676136"/>
                  </a:lnTo>
                  <a:lnTo>
                    <a:pt x="406207" y="676060"/>
                  </a:lnTo>
                  <a:lnTo>
                    <a:pt x="406451" y="675967"/>
                  </a:lnTo>
                  <a:lnTo>
                    <a:pt x="406721" y="675900"/>
                  </a:lnTo>
                  <a:lnTo>
                    <a:pt x="407004" y="675831"/>
                  </a:lnTo>
                  <a:lnTo>
                    <a:pt x="407342" y="675776"/>
                  </a:lnTo>
                  <a:lnTo>
                    <a:pt x="408085" y="675540"/>
                  </a:lnTo>
                  <a:lnTo>
                    <a:pt x="408230" y="675491"/>
                  </a:lnTo>
                  <a:lnTo>
                    <a:pt x="408605" y="675438"/>
                  </a:lnTo>
                  <a:lnTo>
                    <a:pt x="408969" y="675362"/>
                  </a:lnTo>
                  <a:lnTo>
                    <a:pt x="411016" y="675524"/>
                  </a:lnTo>
                  <a:lnTo>
                    <a:pt x="411166" y="675232"/>
                  </a:lnTo>
                  <a:lnTo>
                    <a:pt x="411638" y="675569"/>
                  </a:lnTo>
                  <a:lnTo>
                    <a:pt x="411852" y="675549"/>
                  </a:lnTo>
                  <a:lnTo>
                    <a:pt x="411927" y="675174"/>
                  </a:lnTo>
                  <a:lnTo>
                    <a:pt x="412060" y="674884"/>
                  </a:lnTo>
                  <a:lnTo>
                    <a:pt x="412280" y="674752"/>
                  </a:lnTo>
                  <a:lnTo>
                    <a:pt x="412415" y="674749"/>
                  </a:lnTo>
                  <a:lnTo>
                    <a:pt x="412558" y="674662"/>
                  </a:lnTo>
                  <a:lnTo>
                    <a:pt x="412703" y="674576"/>
                  </a:lnTo>
                  <a:lnTo>
                    <a:pt x="412866" y="674451"/>
                  </a:lnTo>
                  <a:lnTo>
                    <a:pt x="413041" y="674227"/>
                  </a:lnTo>
                  <a:lnTo>
                    <a:pt x="413232" y="674324"/>
                  </a:lnTo>
                  <a:lnTo>
                    <a:pt x="413410" y="674408"/>
                  </a:lnTo>
                  <a:lnTo>
                    <a:pt x="413690" y="674581"/>
                  </a:lnTo>
                  <a:lnTo>
                    <a:pt x="414340" y="674792"/>
                  </a:lnTo>
                  <a:lnTo>
                    <a:pt x="414467" y="674779"/>
                  </a:lnTo>
                  <a:lnTo>
                    <a:pt x="414698" y="674414"/>
                  </a:lnTo>
                  <a:lnTo>
                    <a:pt x="414800" y="674249"/>
                  </a:lnTo>
                  <a:lnTo>
                    <a:pt x="414843" y="673841"/>
                  </a:lnTo>
                  <a:lnTo>
                    <a:pt x="414831" y="673670"/>
                  </a:lnTo>
                  <a:lnTo>
                    <a:pt x="414854" y="673454"/>
                  </a:lnTo>
                  <a:lnTo>
                    <a:pt x="414947" y="673196"/>
                  </a:lnTo>
                  <a:lnTo>
                    <a:pt x="415138" y="673070"/>
                  </a:lnTo>
                  <a:lnTo>
                    <a:pt x="415274" y="672705"/>
                  </a:lnTo>
                  <a:lnTo>
                    <a:pt x="415505" y="672463"/>
                  </a:lnTo>
                  <a:lnTo>
                    <a:pt x="415672" y="672380"/>
                  </a:lnTo>
                  <a:lnTo>
                    <a:pt x="415911" y="672257"/>
                  </a:lnTo>
                  <a:lnTo>
                    <a:pt x="416133" y="672239"/>
                  </a:lnTo>
                  <a:lnTo>
                    <a:pt x="416322" y="672279"/>
                  </a:lnTo>
                  <a:lnTo>
                    <a:pt x="416500" y="672377"/>
                  </a:lnTo>
                  <a:lnTo>
                    <a:pt x="416699" y="672519"/>
                  </a:lnTo>
                  <a:lnTo>
                    <a:pt x="416768" y="672664"/>
                  </a:lnTo>
                  <a:lnTo>
                    <a:pt x="417025" y="673201"/>
                  </a:lnTo>
                  <a:lnTo>
                    <a:pt x="417187" y="673747"/>
                  </a:lnTo>
                  <a:lnTo>
                    <a:pt x="416939" y="673898"/>
                  </a:lnTo>
                  <a:lnTo>
                    <a:pt x="416585" y="674992"/>
                  </a:lnTo>
                  <a:lnTo>
                    <a:pt x="417462" y="675711"/>
                  </a:lnTo>
                  <a:lnTo>
                    <a:pt x="418782" y="676794"/>
                  </a:lnTo>
                  <a:lnTo>
                    <a:pt x="419521" y="677405"/>
                  </a:lnTo>
                  <a:lnTo>
                    <a:pt x="421094" y="678705"/>
                  </a:lnTo>
                  <a:lnTo>
                    <a:pt x="422404" y="679762"/>
                  </a:lnTo>
                  <a:lnTo>
                    <a:pt x="425152" y="680099"/>
                  </a:lnTo>
                  <a:lnTo>
                    <a:pt x="434638" y="680622"/>
                  </a:lnTo>
                  <a:lnTo>
                    <a:pt x="436639" y="680709"/>
                  </a:lnTo>
                  <a:lnTo>
                    <a:pt x="437382" y="679504"/>
                  </a:lnTo>
                  <a:lnTo>
                    <a:pt x="437624" y="679126"/>
                  </a:lnTo>
                  <a:lnTo>
                    <a:pt x="437824" y="678823"/>
                  </a:lnTo>
                  <a:lnTo>
                    <a:pt x="437977" y="678759"/>
                  </a:lnTo>
                  <a:lnTo>
                    <a:pt x="438556" y="679284"/>
                  </a:lnTo>
                  <a:lnTo>
                    <a:pt x="438915" y="679587"/>
                  </a:lnTo>
                  <a:lnTo>
                    <a:pt x="439342" y="679428"/>
                  </a:lnTo>
                  <a:lnTo>
                    <a:pt x="440579" y="678132"/>
                  </a:lnTo>
                  <a:lnTo>
                    <a:pt x="440741" y="677968"/>
                  </a:lnTo>
                  <a:lnTo>
                    <a:pt x="441545" y="677154"/>
                  </a:lnTo>
                  <a:lnTo>
                    <a:pt x="441749" y="676956"/>
                  </a:lnTo>
                  <a:lnTo>
                    <a:pt x="442486" y="676202"/>
                  </a:lnTo>
                  <a:lnTo>
                    <a:pt x="442929" y="675757"/>
                  </a:lnTo>
                  <a:lnTo>
                    <a:pt x="443831" y="674889"/>
                  </a:lnTo>
                  <a:lnTo>
                    <a:pt x="444387" y="674378"/>
                  </a:lnTo>
                  <a:lnTo>
                    <a:pt x="444547" y="674229"/>
                  </a:lnTo>
                  <a:lnTo>
                    <a:pt x="445229" y="673642"/>
                  </a:lnTo>
                  <a:lnTo>
                    <a:pt x="445452" y="673445"/>
                  </a:lnTo>
                  <a:lnTo>
                    <a:pt x="445748" y="673165"/>
                  </a:lnTo>
                  <a:lnTo>
                    <a:pt x="445883" y="670129"/>
                  </a:lnTo>
                  <a:lnTo>
                    <a:pt x="445331" y="668171"/>
                  </a:lnTo>
                  <a:lnTo>
                    <a:pt x="444416" y="665160"/>
                  </a:lnTo>
                  <a:lnTo>
                    <a:pt x="443421" y="657893"/>
                  </a:lnTo>
                  <a:lnTo>
                    <a:pt x="443477" y="657733"/>
                  </a:lnTo>
                  <a:lnTo>
                    <a:pt x="442614" y="657011"/>
                  </a:lnTo>
                  <a:lnTo>
                    <a:pt x="442017" y="656502"/>
                  </a:lnTo>
                  <a:lnTo>
                    <a:pt x="434287" y="649866"/>
                  </a:lnTo>
                  <a:lnTo>
                    <a:pt x="432331" y="648201"/>
                  </a:lnTo>
                  <a:lnTo>
                    <a:pt x="431254" y="648771"/>
                  </a:lnTo>
                  <a:lnTo>
                    <a:pt x="430951" y="648935"/>
                  </a:lnTo>
                  <a:lnTo>
                    <a:pt x="430796" y="649017"/>
                  </a:lnTo>
                  <a:lnTo>
                    <a:pt x="430259" y="648920"/>
                  </a:lnTo>
                  <a:lnTo>
                    <a:pt x="426320" y="648208"/>
                  </a:lnTo>
                  <a:lnTo>
                    <a:pt x="425026" y="648074"/>
                  </a:lnTo>
                  <a:lnTo>
                    <a:pt x="420618" y="646202"/>
                  </a:lnTo>
                  <a:lnTo>
                    <a:pt x="418576" y="645336"/>
                  </a:lnTo>
                  <a:lnTo>
                    <a:pt x="413896" y="646035"/>
                  </a:lnTo>
                  <a:lnTo>
                    <a:pt x="412581" y="645401"/>
                  </a:lnTo>
                  <a:lnTo>
                    <a:pt x="411810" y="645030"/>
                  </a:lnTo>
                  <a:lnTo>
                    <a:pt x="414516" y="641357"/>
                  </a:lnTo>
                  <a:lnTo>
                    <a:pt x="415366" y="640885"/>
                  </a:lnTo>
                  <a:lnTo>
                    <a:pt x="417527" y="639688"/>
                  </a:lnTo>
                  <a:lnTo>
                    <a:pt x="416863" y="636641"/>
                  </a:lnTo>
                  <a:lnTo>
                    <a:pt x="416257" y="632392"/>
                  </a:lnTo>
                  <a:lnTo>
                    <a:pt x="416102" y="631313"/>
                  </a:lnTo>
                  <a:lnTo>
                    <a:pt x="415778" y="628977"/>
                  </a:lnTo>
                  <a:lnTo>
                    <a:pt x="415747" y="628757"/>
                  </a:lnTo>
                  <a:lnTo>
                    <a:pt x="419296" y="619848"/>
                  </a:lnTo>
                  <a:lnTo>
                    <a:pt x="419425" y="619979"/>
                  </a:lnTo>
                  <a:lnTo>
                    <a:pt x="419596" y="620170"/>
                  </a:lnTo>
                  <a:lnTo>
                    <a:pt x="419740" y="620331"/>
                  </a:lnTo>
                  <a:lnTo>
                    <a:pt x="419827" y="620464"/>
                  </a:lnTo>
                  <a:lnTo>
                    <a:pt x="420038" y="620773"/>
                  </a:lnTo>
                  <a:lnTo>
                    <a:pt x="420538" y="621403"/>
                  </a:lnTo>
                  <a:lnTo>
                    <a:pt x="420709" y="621537"/>
                  </a:lnTo>
                  <a:lnTo>
                    <a:pt x="420846" y="621733"/>
                  </a:lnTo>
                  <a:lnTo>
                    <a:pt x="421016" y="621969"/>
                  </a:lnTo>
                  <a:lnTo>
                    <a:pt x="421352" y="622596"/>
                  </a:lnTo>
                  <a:lnTo>
                    <a:pt x="421447" y="622807"/>
                  </a:lnTo>
                  <a:lnTo>
                    <a:pt x="421706" y="623493"/>
                  </a:lnTo>
                  <a:lnTo>
                    <a:pt x="421775" y="623642"/>
                  </a:lnTo>
                  <a:lnTo>
                    <a:pt x="421897" y="623917"/>
                  </a:lnTo>
                  <a:lnTo>
                    <a:pt x="422277" y="624531"/>
                  </a:lnTo>
                  <a:lnTo>
                    <a:pt x="422585" y="624993"/>
                  </a:lnTo>
                  <a:lnTo>
                    <a:pt x="422907" y="625478"/>
                  </a:lnTo>
                  <a:lnTo>
                    <a:pt x="423514" y="626412"/>
                  </a:lnTo>
                  <a:lnTo>
                    <a:pt x="423954" y="627127"/>
                  </a:lnTo>
                  <a:lnTo>
                    <a:pt x="424500" y="627909"/>
                  </a:lnTo>
                  <a:lnTo>
                    <a:pt x="424936" y="628432"/>
                  </a:lnTo>
                  <a:lnTo>
                    <a:pt x="425264" y="628827"/>
                  </a:lnTo>
                  <a:lnTo>
                    <a:pt x="425686" y="628925"/>
                  </a:lnTo>
                  <a:lnTo>
                    <a:pt x="425968" y="628984"/>
                  </a:lnTo>
                  <a:lnTo>
                    <a:pt x="426166" y="629021"/>
                  </a:lnTo>
                  <a:lnTo>
                    <a:pt x="426362" y="629153"/>
                  </a:lnTo>
                  <a:lnTo>
                    <a:pt x="426908" y="629497"/>
                  </a:lnTo>
                  <a:lnTo>
                    <a:pt x="427107" y="629707"/>
                  </a:lnTo>
                  <a:lnTo>
                    <a:pt x="427283" y="629845"/>
                  </a:lnTo>
                  <a:lnTo>
                    <a:pt x="427486" y="629955"/>
                  </a:lnTo>
                  <a:lnTo>
                    <a:pt x="427620" y="630104"/>
                  </a:lnTo>
                  <a:lnTo>
                    <a:pt x="427844" y="630354"/>
                  </a:lnTo>
                  <a:lnTo>
                    <a:pt x="427973" y="630404"/>
                  </a:lnTo>
                  <a:lnTo>
                    <a:pt x="428810" y="630267"/>
                  </a:lnTo>
                  <a:lnTo>
                    <a:pt x="428948" y="630260"/>
                  </a:lnTo>
                  <a:lnTo>
                    <a:pt x="429196" y="630354"/>
                  </a:lnTo>
                  <a:lnTo>
                    <a:pt x="429350" y="630425"/>
                  </a:lnTo>
                  <a:lnTo>
                    <a:pt x="430060" y="630735"/>
                  </a:lnTo>
                  <a:lnTo>
                    <a:pt x="430277" y="630813"/>
                  </a:lnTo>
                  <a:lnTo>
                    <a:pt x="430964" y="630982"/>
                  </a:lnTo>
                  <a:lnTo>
                    <a:pt x="435303" y="633863"/>
                  </a:lnTo>
                  <a:lnTo>
                    <a:pt x="435467" y="633884"/>
                  </a:lnTo>
                  <a:lnTo>
                    <a:pt x="435622" y="633887"/>
                  </a:lnTo>
                  <a:lnTo>
                    <a:pt x="435834" y="633907"/>
                  </a:lnTo>
                  <a:lnTo>
                    <a:pt x="436100" y="633944"/>
                  </a:lnTo>
                  <a:lnTo>
                    <a:pt x="436617" y="633985"/>
                  </a:lnTo>
                  <a:lnTo>
                    <a:pt x="436899" y="633989"/>
                  </a:lnTo>
                  <a:lnTo>
                    <a:pt x="437100" y="633980"/>
                  </a:lnTo>
                  <a:lnTo>
                    <a:pt x="437897" y="633915"/>
                  </a:lnTo>
                  <a:lnTo>
                    <a:pt x="438543" y="633773"/>
                  </a:lnTo>
                  <a:lnTo>
                    <a:pt x="438774" y="633711"/>
                  </a:lnTo>
                  <a:lnTo>
                    <a:pt x="438934" y="633703"/>
                  </a:lnTo>
                  <a:lnTo>
                    <a:pt x="439155" y="633722"/>
                  </a:lnTo>
                  <a:lnTo>
                    <a:pt x="439635" y="633843"/>
                  </a:lnTo>
                  <a:lnTo>
                    <a:pt x="440531" y="634686"/>
                  </a:lnTo>
                  <a:lnTo>
                    <a:pt x="440843" y="634730"/>
                  </a:lnTo>
                  <a:lnTo>
                    <a:pt x="441284" y="634784"/>
                  </a:lnTo>
                  <a:lnTo>
                    <a:pt x="441555" y="634844"/>
                  </a:lnTo>
                  <a:lnTo>
                    <a:pt x="442100" y="634930"/>
                  </a:lnTo>
                  <a:lnTo>
                    <a:pt x="442621" y="635005"/>
                  </a:lnTo>
                  <a:lnTo>
                    <a:pt x="443006" y="635067"/>
                  </a:lnTo>
                  <a:lnTo>
                    <a:pt x="443171" y="635090"/>
                  </a:lnTo>
                  <a:lnTo>
                    <a:pt x="444020" y="635220"/>
                  </a:lnTo>
                  <a:lnTo>
                    <a:pt x="444949" y="635372"/>
                  </a:lnTo>
                  <a:lnTo>
                    <a:pt x="445588" y="635482"/>
                  </a:lnTo>
                  <a:lnTo>
                    <a:pt x="445898" y="635533"/>
                  </a:lnTo>
                  <a:lnTo>
                    <a:pt x="446160" y="635559"/>
                  </a:lnTo>
                  <a:lnTo>
                    <a:pt x="446319" y="635558"/>
                  </a:lnTo>
                  <a:lnTo>
                    <a:pt x="446592" y="635631"/>
                  </a:lnTo>
                  <a:lnTo>
                    <a:pt x="447769" y="636607"/>
                  </a:lnTo>
                  <a:lnTo>
                    <a:pt x="451336" y="632100"/>
                  </a:lnTo>
                  <a:lnTo>
                    <a:pt x="451693" y="631934"/>
                  </a:lnTo>
                  <a:lnTo>
                    <a:pt x="451865" y="631848"/>
                  </a:lnTo>
                  <a:lnTo>
                    <a:pt x="452733" y="631421"/>
                  </a:lnTo>
                  <a:lnTo>
                    <a:pt x="453769" y="630876"/>
                  </a:lnTo>
                  <a:lnTo>
                    <a:pt x="454030" y="630629"/>
                  </a:lnTo>
                  <a:lnTo>
                    <a:pt x="454199" y="630609"/>
                  </a:lnTo>
                  <a:lnTo>
                    <a:pt x="454505" y="630475"/>
                  </a:lnTo>
                  <a:lnTo>
                    <a:pt x="454912" y="630170"/>
                  </a:lnTo>
                  <a:lnTo>
                    <a:pt x="455142" y="630021"/>
                  </a:lnTo>
                  <a:lnTo>
                    <a:pt x="455825" y="629442"/>
                  </a:lnTo>
                  <a:lnTo>
                    <a:pt x="455961" y="629132"/>
                  </a:lnTo>
                  <a:lnTo>
                    <a:pt x="456219" y="628989"/>
                  </a:lnTo>
                  <a:lnTo>
                    <a:pt x="456351" y="628937"/>
                  </a:lnTo>
                  <a:lnTo>
                    <a:pt x="456491" y="629200"/>
                  </a:lnTo>
                  <a:lnTo>
                    <a:pt x="456539" y="629366"/>
                  </a:lnTo>
                  <a:lnTo>
                    <a:pt x="456686" y="629515"/>
                  </a:lnTo>
                  <a:lnTo>
                    <a:pt x="456885" y="629659"/>
                  </a:lnTo>
                  <a:lnTo>
                    <a:pt x="457059" y="629738"/>
                  </a:lnTo>
                  <a:lnTo>
                    <a:pt x="457179" y="629417"/>
                  </a:lnTo>
                  <a:lnTo>
                    <a:pt x="457545" y="629240"/>
                  </a:lnTo>
                  <a:lnTo>
                    <a:pt x="457731" y="629210"/>
                  </a:lnTo>
                  <a:lnTo>
                    <a:pt x="457936" y="629199"/>
                  </a:lnTo>
                  <a:lnTo>
                    <a:pt x="458694" y="628876"/>
                  </a:lnTo>
                  <a:lnTo>
                    <a:pt x="459063" y="628713"/>
                  </a:lnTo>
                  <a:lnTo>
                    <a:pt x="459263" y="628625"/>
                  </a:lnTo>
                  <a:lnTo>
                    <a:pt x="459718" y="628423"/>
                  </a:lnTo>
                  <a:lnTo>
                    <a:pt x="459847" y="628366"/>
                  </a:lnTo>
                  <a:lnTo>
                    <a:pt x="460297" y="628160"/>
                  </a:lnTo>
                  <a:lnTo>
                    <a:pt x="460567" y="628040"/>
                  </a:lnTo>
                  <a:lnTo>
                    <a:pt x="460900" y="627892"/>
                  </a:lnTo>
                  <a:lnTo>
                    <a:pt x="461085" y="627804"/>
                  </a:lnTo>
                  <a:lnTo>
                    <a:pt x="461232" y="627758"/>
                  </a:lnTo>
                  <a:lnTo>
                    <a:pt x="461565" y="627616"/>
                  </a:lnTo>
                  <a:lnTo>
                    <a:pt x="461921" y="627454"/>
                  </a:lnTo>
                  <a:lnTo>
                    <a:pt x="462280" y="627291"/>
                  </a:lnTo>
                  <a:lnTo>
                    <a:pt x="462679" y="627125"/>
                  </a:lnTo>
                  <a:lnTo>
                    <a:pt x="462880" y="627034"/>
                  </a:lnTo>
                  <a:lnTo>
                    <a:pt x="463120" y="626920"/>
                  </a:lnTo>
                  <a:lnTo>
                    <a:pt x="463344" y="626821"/>
                  </a:lnTo>
                  <a:lnTo>
                    <a:pt x="463497" y="626761"/>
                  </a:lnTo>
                  <a:lnTo>
                    <a:pt x="463895" y="626569"/>
                  </a:lnTo>
                  <a:lnTo>
                    <a:pt x="464039" y="626501"/>
                  </a:lnTo>
                  <a:lnTo>
                    <a:pt x="464171" y="626466"/>
                  </a:lnTo>
                  <a:lnTo>
                    <a:pt x="464342" y="626380"/>
                  </a:lnTo>
                  <a:lnTo>
                    <a:pt x="464984" y="626084"/>
                  </a:lnTo>
                  <a:lnTo>
                    <a:pt x="465116" y="626025"/>
                  </a:lnTo>
                  <a:lnTo>
                    <a:pt x="465766" y="625725"/>
                  </a:lnTo>
                  <a:lnTo>
                    <a:pt x="465987" y="625629"/>
                  </a:lnTo>
                  <a:lnTo>
                    <a:pt x="466360" y="625450"/>
                  </a:lnTo>
                  <a:lnTo>
                    <a:pt x="466629" y="625343"/>
                  </a:lnTo>
                  <a:lnTo>
                    <a:pt x="466982" y="625186"/>
                  </a:lnTo>
                  <a:lnTo>
                    <a:pt x="467510" y="624927"/>
                  </a:lnTo>
                  <a:lnTo>
                    <a:pt x="467695" y="624858"/>
                  </a:lnTo>
                  <a:lnTo>
                    <a:pt x="467862" y="624783"/>
                  </a:lnTo>
                  <a:lnTo>
                    <a:pt x="468373" y="624561"/>
                  </a:lnTo>
                  <a:lnTo>
                    <a:pt x="468521" y="624496"/>
                  </a:lnTo>
                  <a:lnTo>
                    <a:pt x="468946" y="624587"/>
                  </a:lnTo>
                  <a:lnTo>
                    <a:pt x="469207" y="624642"/>
                  </a:lnTo>
                  <a:lnTo>
                    <a:pt x="469377" y="624678"/>
                  </a:lnTo>
                  <a:lnTo>
                    <a:pt x="469755" y="624724"/>
                  </a:lnTo>
                  <a:lnTo>
                    <a:pt x="470830" y="624956"/>
                  </a:lnTo>
                  <a:lnTo>
                    <a:pt x="472041" y="625245"/>
                  </a:lnTo>
                  <a:lnTo>
                    <a:pt x="472154" y="624843"/>
                  </a:lnTo>
                  <a:lnTo>
                    <a:pt x="472713" y="624295"/>
                  </a:lnTo>
                  <a:lnTo>
                    <a:pt x="473106" y="623775"/>
                  </a:lnTo>
                  <a:lnTo>
                    <a:pt x="473235" y="623286"/>
                  </a:lnTo>
                  <a:lnTo>
                    <a:pt x="473282" y="622950"/>
                  </a:lnTo>
                  <a:lnTo>
                    <a:pt x="473354" y="622593"/>
                  </a:lnTo>
                  <a:lnTo>
                    <a:pt x="472808" y="622232"/>
                  </a:lnTo>
                  <a:lnTo>
                    <a:pt x="472838" y="622070"/>
                  </a:lnTo>
                  <a:lnTo>
                    <a:pt x="472861" y="621900"/>
                  </a:lnTo>
                  <a:lnTo>
                    <a:pt x="472910" y="621651"/>
                  </a:lnTo>
                  <a:lnTo>
                    <a:pt x="472995" y="621287"/>
                  </a:lnTo>
                  <a:lnTo>
                    <a:pt x="473054" y="620900"/>
                  </a:lnTo>
                  <a:lnTo>
                    <a:pt x="472990" y="620499"/>
                  </a:lnTo>
                  <a:lnTo>
                    <a:pt x="472983" y="620285"/>
                  </a:lnTo>
                  <a:lnTo>
                    <a:pt x="473066" y="619720"/>
                  </a:lnTo>
                  <a:lnTo>
                    <a:pt x="473176" y="619383"/>
                  </a:lnTo>
                  <a:lnTo>
                    <a:pt x="473272" y="618868"/>
                  </a:lnTo>
                  <a:lnTo>
                    <a:pt x="473340" y="618456"/>
                  </a:lnTo>
                  <a:lnTo>
                    <a:pt x="473390" y="618199"/>
                  </a:lnTo>
                  <a:lnTo>
                    <a:pt x="473432" y="617942"/>
                  </a:lnTo>
                  <a:lnTo>
                    <a:pt x="473516" y="617549"/>
                  </a:lnTo>
                  <a:lnTo>
                    <a:pt x="473554" y="617382"/>
                  </a:lnTo>
                  <a:lnTo>
                    <a:pt x="473603" y="617200"/>
                  </a:lnTo>
                  <a:lnTo>
                    <a:pt x="474094" y="615624"/>
                  </a:lnTo>
                  <a:lnTo>
                    <a:pt x="474277" y="615383"/>
                  </a:lnTo>
                  <a:lnTo>
                    <a:pt x="474361" y="615213"/>
                  </a:lnTo>
                  <a:lnTo>
                    <a:pt x="474238" y="614505"/>
                  </a:lnTo>
                  <a:lnTo>
                    <a:pt x="474224" y="614171"/>
                  </a:lnTo>
                  <a:lnTo>
                    <a:pt x="475026" y="613496"/>
                  </a:lnTo>
                  <a:lnTo>
                    <a:pt x="475169" y="613819"/>
                  </a:lnTo>
                  <a:lnTo>
                    <a:pt x="475424" y="613276"/>
                  </a:lnTo>
                  <a:lnTo>
                    <a:pt x="475504" y="613099"/>
                  </a:lnTo>
                  <a:lnTo>
                    <a:pt x="475634" y="612793"/>
                  </a:lnTo>
                  <a:lnTo>
                    <a:pt x="475645" y="612633"/>
                  </a:lnTo>
                  <a:lnTo>
                    <a:pt x="475254" y="611975"/>
                  </a:lnTo>
                  <a:lnTo>
                    <a:pt x="475188" y="611716"/>
                  </a:lnTo>
                  <a:lnTo>
                    <a:pt x="475133" y="611368"/>
                  </a:lnTo>
                  <a:lnTo>
                    <a:pt x="475196" y="610777"/>
                  </a:lnTo>
                  <a:lnTo>
                    <a:pt x="475178" y="610647"/>
                  </a:lnTo>
                  <a:lnTo>
                    <a:pt x="476832" y="606410"/>
                  </a:lnTo>
                  <a:lnTo>
                    <a:pt x="477025" y="606064"/>
                  </a:lnTo>
                  <a:lnTo>
                    <a:pt x="477207" y="605831"/>
                  </a:lnTo>
                  <a:lnTo>
                    <a:pt x="479012" y="602951"/>
                  </a:lnTo>
                  <a:lnTo>
                    <a:pt x="482073" y="600733"/>
                  </a:lnTo>
                  <a:lnTo>
                    <a:pt x="482243" y="601050"/>
                  </a:lnTo>
                  <a:lnTo>
                    <a:pt x="482420" y="601350"/>
                  </a:lnTo>
                  <a:lnTo>
                    <a:pt x="486074" y="606559"/>
                  </a:lnTo>
                  <a:lnTo>
                    <a:pt x="489844" y="612925"/>
                  </a:lnTo>
                  <a:lnTo>
                    <a:pt x="490105" y="619063"/>
                  </a:lnTo>
                  <a:lnTo>
                    <a:pt x="489734" y="621352"/>
                  </a:lnTo>
                  <a:lnTo>
                    <a:pt x="489598" y="622190"/>
                  </a:lnTo>
                  <a:lnTo>
                    <a:pt x="489123" y="625119"/>
                  </a:lnTo>
                  <a:lnTo>
                    <a:pt x="488170" y="629557"/>
                  </a:lnTo>
                  <a:lnTo>
                    <a:pt x="490225" y="630381"/>
                  </a:lnTo>
                  <a:lnTo>
                    <a:pt x="491409" y="630941"/>
                  </a:lnTo>
                  <a:lnTo>
                    <a:pt x="494795" y="633905"/>
                  </a:lnTo>
                  <a:lnTo>
                    <a:pt x="495063" y="634149"/>
                  </a:lnTo>
                  <a:lnTo>
                    <a:pt x="495937" y="634889"/>
                  </a:lnTo>
                  <a:lnTo>
                    <a:pt x="496514" y="635377"/>
                  </a:lnTo>
                  <a:lnTo>
                    <a:pt x="496962" y="635777"/>
                  </a:lnTo>
                  <a:lnTo>
                    <a:pt x="497412" y="636548"/>
                  </a:lnTo>
                  <a:lnTo>
                    <a:pt x="497519" y="636699"/>
                  </a:lnTo>
                  <a:lnTo>
                    <a:pt x="497637" y="636893"/>
                  </a:lnTo>
                  <a:lnTo>
                    <a:pt x="497774" y="637113"/>
                  </a:lnTo>
                  <a:lnTo>
                    <a:pt x="498297" y="637957"/>
                  </a:lnTo>
                  <a:lnTo>
                    <a:pt x="499438" y="639803"/>
                  </a:lnTo>
                  <a:lnTo>
                    <a:pt x="499832" y="640512"/>
                  </a:lnTo>
                  <a:lnTo>
                    <a:pt x="500169" y="640757"/>
                  </a:lnTo>
                  <a:lnTo>
                    <a:pt x="500524" y="640969"/>
                  </a:lnTo>
                  <a:lnTo>
                    <a:pt x="501415" y="641525"/>
                  </a:lnTo>
                  <a:lnTo>
                    <a:pt x="501869" y="641874"/>
                  </a:lnTo>
                  <a:lnTo>
                    <a:pt x="502165" y="642139"/>
                  </a:lnTo>
                  <a:lnTo>
                    <a:pt x="502321" y="642278"/>
                  </a:lnTo>
                  <a:lnTo>
                    <a:pt x="502469" y="642361"/>
                  </a:lnTo>
                  <a:lnTo>
                    <a:pt x="502609" y="642442"/>
                  </a:lnTo>
                  <a:lnTo>
                    <a:pt x="502769" y="642564"/>
                  </a:lnTo>
                  <a:lnTo>
                    <a:pt x="503022" y="642723"/>
                  </a:lnTo>
                  <a:lnTo>
                    <a:pt x="503178" y="642753"/>
                  </a:lnTo>
                  <a:lnTo>
                    <a:pt x="503899" y="642938"/>
                  </a:lnTo>
                  <a:lnTo>
                    <a:pt x="504712" y="643246"/>
                  </a:lnTo>
                  <a:lnTo>
                    <a:pt x="505569" y="643551"/>
                  </a:lnTo>
                  <a:lnTo>
                    <a:pt x="505967" y="643666"/>
                  </a:lnTo>
                  <a:lnTo>
                    <a:pt x="506292" y="644437"/>
                  </a:lnTo>
                  <a:lnTo>
                    <a:pt x="506378" y="644645"/>
                  </a:lnTo>
                  <a:lnTo>
                    <a:pt x="506497" y="644944"/>
                  </a:lnTo>
                  <a:lnTo>
                    <a:pt x="506580" y="645155"/>
                  </a:lnTo>
                  <a:lnTo>
                    <a:pt x="506835" y="645702"/>
                  </a:lnTo>
                  <a:lnTo>
                    <a:pt x="506928" y="645901"/>
                  </a:lnTo>
                  <a:lnTo>
                    <a:pt x="507092" y="646243"/>
                  </a:lnTo>
                  <a:lnTo>
                    <a:pt x="507224" y="646540"/>
                  </a:lnTo>
                  <a:lnTo>
                    <a:pt x="507332" y="646903"/>
                  </a:lnTo>
                  <a:lnTo>
                    <a:pt x="507402" y="647118"/>
                  </a:lnTo>
                  <a:lnTo>
                    <a:pt x="507475" y="647359"/>
                  </a:lnTo>
                  <a:lnTo>
                    <a:pt x="507529" y="647533"/>
                  </a:lnTo>
                  <a:lnTo>
                    <a:pt x="507848" y="648566"/>
                  </a:lnTo>
                  <a:lnTo>
                    <a:pt x="508566" y="650866"/>
                  </a:lnTo>
                  <a:lnTo>
                    <a:pt x="509130" y="652668"/>
                  </a:lnTo>
                  <a:lnTo>
                    <a:pt x="509185" y="652844"/>
                  </a:lnTo>
                  <a:lnTo>
                    <a:pt x="509337" y="653377"/>
                  </a:lnTo>
                  <a:lnTo>
                    <a:pt x="509403" y="653612"/>
                  </a:lnTo>
                  <a:lnTo>
                    <a:pt x="509566" y="654194"/>
                  </a:lnTo>
                  <a:lnTo>
                    <a:pt x="509632" y="654427"/>
                  </a:lnTo>
                  <a:lnTo>
                    <a:pt x="509871" y="655328"/>
                  </a:lnTo>
                  <a:lnTo>
                    <a:pt x="509917" y="655496"/>
                  </a:lnTo>
                  <a:lnTo>
                    <a:pt x="509952" y="655640"/>
                  </a:lnTo>
                  <a:lnTo>
                    <a:pt x="510153" y="656283"/>
                  </a:lnTo>
                  <a:lnTo>
                    <a:pt x="510224" y="656480"/>
                  </a:lnTo>
                  <a:lnTo>
                    <a:pt x="510502" y="657190"/>
                  </a:lnTo>
                  <a:lnTo>
                    <a:pt x="510736" y="657808"/>
                  </a:lnTo>
                  <a:lnTo>
                    <a:pt x="510867" y="658173"/>
                  </a:lnTo>
                  <a:lnTo>
                    <a:pt x="511163" y="658977"/>
                  </a:lnTo>
                  <a:lnTo>
                    <a:pt x="511259" y="659231"/>
                  </a:lnTo>
                  <a:lnTo>
                    <a:pt x="511340" y="659553"/>
                  </a:lnTo>
                  <a:lnTo>
                    <a:pt x="511395" y="659772"/>
                  </a:lnTo>
                  <a:lnTo>
                    <a:pt x="511440" y="659955"/>
                  </a:lnTo>
                  <a:lnTo>
                    <a:pt x="511476" y="660655"/>
                  </a:lnTo>
                  <a:lnTo>
                    <a:pt x="511488" y="660904"/>
                  </a:lnTo>
                  <a:lnTo>
                    <a:pt x="511501" y="661110"/>
                  </a:lnTo>
                  <a:lnTo>
                    <a:pt x="511555" y="661988"/>
                  </a:lnTo>
                  <a:lnTo>
                    <a:pt x="511639" y="662377"/>
                  </a:lnTo>
                  <a:lnTo>
                    <a:pt x="511866" y="663285"/>
                  </a:lnTo>
                  <a:lnTo>
                    <a:pt x="511953" y="663739"/>
                  </a:lnTo>
                  <a:lnTo>
                    <a:pt x="512069" y="664010"/>
                  </a:lnTo>
                  <a:lnTo>
                    <a:pt x="512127" y="664223"/>
                  </a:lnTo>
                  <a:lnTo>
                    <a:pt x="512237" y="664713"/>
                  </a:lnTo>
                  <a:lnTo>
                    <a:pt x="512284" y="664872"/>
                  </a:lnTo>
                  <a:lnTo>
                    <a:pt x="512396" y="665201"/>
                  </a:lnTo>
                  <a:lnTo>
                    <a:pt x="512457" y="665442"/>
                  </a:lnTo>
                  <a:lnTo>
                    <a:pt x="512527" y="665679"/>
                  </a:lnTo>
                  <a:lnTo>
                    <a:pt x="512641" y="666041"/>
                  </a:lnTo>
                  <a:lnTo>
                    <a:pt x="512780" y="666388"/>
                  </a:lnTo>
                  <a:lnTo>
                    <a:pt x="512886" y="666819"/>
                  </a:lnTo>
                  <a:lnTo>
                    <a:pt x="513045" y="667188"/>
                  </a:lnTo>
                  <a:lnTo>
                    <a:pt x="513098" y="667387"/>
                  </a:lnTo>
                  <a:lnTo>
                    <a:pt x="513264" y="667568"/>
                  </a:lnTo>
                  <a:lnTo>
                    <a:pt x="513528" y="667841"/>
                  </a:lnTo>
                  <a:lnTo>
                    <a:pt x="513837" y="668184"/>
                  </a:lnTo>
                  <a:lnTo>
                    <a:pt x="513975" y="668302"/>
                  </a:lnTo>
                  <a:lnTo>
                    <a:pt x="514105" y="668454"/>
                  </a:lnTo>
                  <a:lnTo>
                    <a:pt x="514400" y="668864"/>
                  </a:lnTo>
                  <a:lnTo>
                    <a:pt x="514832" y="669423"/>
                  </a:lnTo>
                  <a:lnTo>
                    <a:pt x="514961" y="669632"/>
                  </a:lnTo>
                  <a:lnTo>
                    <a:pt x="515094" y="669838"/>
                  </a:lnTo>
                  <a:lnTo>
                    <a:pt x="515395" y="673821"/>
                  </a:lnTo>
                  <a:close/>
                </a:path>
              </a:pathLst>
            </a:custGeom>
            <a:solidFill>
              <a:srgbClr val="A8BFC9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7"/>
            <p:cNvSpPr/>
            <p:nvPr/>
          </p:nvSpPr>
          <p:spPr>
            <a:xfrm>
              <a:off x="2731811" y="4576360"/>
              <a:ext cx="591399" cy="827703"/>
            </a:xfrm>
            <a:custGeom>
              <a:avLst/>
              <a:pathLst>
                <a:path w="591399" h="827703">
                  <a:moveTo>
                    <a:pt x="234806" y="109794"/>
                  </a:moveTo>
                  <a:lnTo>
                    <a:pt x="236323" y="105994"/>
                  </a:lnTo>
                  <a:lnTo>
                    <a:pt x="236378" y="104420"/>
                  </a:lnTo>
                  <a:lnTo>
                    <a:pt x="236444" y="102547"/>
                  </a:lnTo>
                  <a:lnTo>
                    <a:pt x="233906" y="99705"/>
                  </a:lnTo>
                  <a:lnTo>
                    <a:pt x="231536" y="97051"/>
                  </a:lnTo>
                  <a:lnTo>
                    <a:pt x="228305" y="93433"/>
                  </a:lnTo>
                  <a:lnTo>
                    <a:pt x="220022" y="84158"/>
                  </a:lnTo>
                  <a:lnTo>
                    <a:pt x="220101" y="83469"/>
                  </a:lnTo>
                  <a:lnTo>
                    <a:pt x="220426" y="80607"/>
                  </a:lnTo>
                  <a:lnTo>
                    <a:pt x="220685" y="78331"/>
                  </a:lnTo>
                  <a:lnTo>
                    <a:pt x="221070" y="74952"/>
                  </a:lnTo>
                  <a:lnTo>
                    <a:pt x="221167" y="74093"/>
                  </a:lnTo>
                  <a:lnTo>
                    <a:pt x="221514" y="71030"/>
                  </a:lnTo>
                  <a:lnTo>
                    <a:pt x="207898" y="43725"/>
                  </a:lnTo>
                  <a:lnTo>
                    <a:pt x="207154" y="42233"/>
                  </a:lnTo>
                  <a:lnTo>
                    <a:pt x="202249" y="37839"/>
                  </a:lnTo>
                  <a:lnTo>
                    <a:pt x="160009" y="0"/>
                  </a:lnTo>
                  <a:lnTo>
                    <a:pt x="158786" y="1362"/>
                  </a:lnTo>
                  <a:lnTo>
                    <a:pt x="140330" y="21952"/>
                  </a:lnTo>
                  <a:lnTo>
                    <a:pt x="140115" y="22192"/>
                  </a:lnTo>
                  <a:lnTo>
                    <a:pt x="138466" y="24140"/>
                  </a:lnTo>
                  <a:lnTo>
                    <a:pt x="136906" y="26160"/>
                  </a:lnTo>
                  <a:lnTo>
                    <a:pt x="135439" y="28248"/>
                  </a:lnTo>
                  <a:lnTo>
                    <a:pt x="119806" y="51602"/>
                  </a:lnTo>
                  <a:lnTo>
                    <a:pt x="114455" y="59593"/>
                  </a:lnTo>
                  <a:lnTo>
                    <a:pt x="107923" y="69350"/>
                  </a:lnTo>
                  <a:lnTo>
                    <a:pt x="106809" y="71082"/>
                  </a:lnTo>
                  <a:lnTo>
                    <a:pt x="94845" y="90444"/>
                  </a:lnTo>
                  <a:lnTo>
                    <a:pt x="91808" y="95360"/>
                  </a:lnTo>
                  <a:lnTo>
                    <a:pt x="65483" y="138159"/>
                  </a:lnTo>
                  <a:lnTo>
                    <a:pt x="54837" y="155469"/>
                  </a:lnTo>
                  <a:lnTo>
                    <a:pt x="45664" y="170380"/>
                  </a:lnTo>
                  <a:lnTo>
                    <a:pt x="45107" y="171307"/>
                  </a:lnTo>
                  <a:lnTo>
                    <a:pt x="43861" y="173536"/>
                  </a:lnTo>
                  <a:lnTo>
                    <a:pt x="42716" y="175819"/>
                  </a:lnTo>
                  <a:lnTo>
                    <a:pt x="41676" y="178151"/>
                  </a:lnTo>
                  <a:lnTo>
                    <a:pt x="40742" y="180527"/>
                  </a:lnTo>
                  <a:lnTo>
                    <a:pt x="39915" y="182943"/>
                  </a:lnTo>
                  <a:lnTo>
                    <a:pt x="39836" y="183214"/>
                  </a:lnTo>
                  <a:lnTo>
                    <a:pt x="39198" y="185394"/>
                  </a:lnTo>
                  <a:lnTo>
                    <a:pt x="38592" y="187874"/>
                  </a:lnTo>
                  <a:lnTo>
                    <a:pt x="31513" y="220032"/>
                  </a:lnTo>
                  <a:lnTo>
                    <a:pt x="31013" y="222302"/>
                  </a:lnTo>
                  <a:lnTo>
                    <a:pt x="28124" y="235425"/>
                  </a:lnTo>
                  <a:lnTo>
                    <a:pt x="19585" y="274216"/>
                  </a:lnTo>
                  <a:lnTo>
                    <a:pt x="12142" y="308025"/>
                  </a:lnTo>
                  <a:lnTo>
                    <a:pt x="7711" y="328154"/>
                  </a:lnTo>
                  <a:lnTo>
                    <a:pt x="3185" y="348710"/>
                  </a:lnTo>
                  <a:lnTo>
                    <a:pt x="2970" y="349736"/>
                  </a:lnTo>
                  <a:lnTo>
                    <a:pt x="2525" y="352251"/>
                  </a:lnTo>
                  <a:lnTo>
                    <a:pt x="833" y="363241"/>
                  </a:lnTo>
                  <a:lnTo>
                    <a:pt x="506" y="365733"/>
                  </a:lnTo>
                  <a:lnTo>
                    <a:pt x="329" y="367357"/>
                  </a:lnTo>
                  <a:lnTo>
                    <a:pt x="169" y="369067"/>
                  </a:lnTo>
                  <a:lnTo>
                    <a:pt x="27" y="371617"/>
                  </a:lnTo>
                  <a:lnTo>
                    <a:pt x="0" y="374171"/>
                  </a:lnTo>
                  <a:lnTo>
                    <a:pt x="87" y="376724"/>
                  </a:lnTo>
                  <a:lnTo>
                    <a:pt x="290" y="379270"/>
                  </a:lnTo>
                  <a:lnTo>
                    <a:pt x="4602" y="421214"/>
                  </a:lnTo>
                  <a:lnTo>
                    <a:pt x="6992" y="444463"/>
                  </a:lnTo>
                  <a:lnTo>
                    <a:pt x="7910" y="453395"/>
                  </a:lnTo>
                  <a:lnTo>
                    <a:pt x="8018" y="454438"/>
                  </a:lnTo>
                  <a:lnTo>
                    <a:pt x="8993" y="463930"/>
                  </a:lnTo>
                  <a:lnTo>
                    <a:pt x="11798" y="491212"/>
                  </a:lnTo>
                  <a:lnTo>
                    <a:pt x="12532" y="498349"/>
                  </a:lnTo>
                  <a:lnTo>
                    <a:pt x="12933" y="502250"/>
                  </a:lnTo>
                  <a:lnTo>
                    <a:pt x="14208" y="514651"/>
                  </a:lnTo>
                  <a:lnTo>
                    <a:pt x="14268" y="515234"/>
                  </a:lnTo>
                  <a:lnTo>
                    <a:pt x="15260" y="524885"/>
                  </a:lnTo>
                  <a:lnTo>
                    <a:pt x="15419" y="526434"/>
                  </a:lnTo>
                  <a:lnTo>
                    <a:pt x="16089" y="532946"/>
                  </a:lnTo>
                  <a:lnTo>
                    <a:pt x="16395" y="535922"/>
                  </a:lnTo>
                  <a:lnTo>
                    <a:pt x="16481" y="536759"/>
                  </a:lnTo>
                  <a:lnTo>
                    <a:pt x="17115" y="542933"/>
                  </a:lnTo>
                  <a:lnTo>
                    <a:pt x="17293" y="544663"/>
                  </a:lnTo>
                  <a:lnTo>
                    <a:pt x="17825" y="549837"/>
                  </a:lnTo>
                  <a:lnTo>
                    <a:pt x="18582" y="557193"/>
                  </a:lnTo>
                  <a:lnTo>
                    <a:pt x="20058" y="571554"/>
                  </a:lnTo>
                  <a:lnTo>
                    <a:pt x="20356" y="574450"/>
                  </a:lnTo>
                  <a:lnTo>
                    <a:pt x="21137" y="582048"/>
                  </a:lnTo>
                  <a:lnTo>
                    <a:pt x="21524" y="585810"/>
                  </a:lnTo>
                  <a:lnTo>
                    <a:pt x="21523" y="585940"/>
                  </a:lnTo>
                  <a:lnTo>
                    <a:pt x="21486" y="597801"/>
                  </a:lnTo>
                  <a:lnTo>
                    <a:pt x="21458" y="606815"/>
                  </a:lnTo>
                  <a:lnTo>
                    <a:pt x="21432" y="615305"/>
                  </a:lnTo>
                  <a:lnTo>
                    <a:pt x="21429" y="616015"/>
                  </a:lnTo>
                  <a:lnTo>
                    <a:pt x="21372" y="634250"/>
                  </a:lnTo>
                  <a:lnTo>
                    <a:pt x="21345" y="642918"/>
                  </a:lnTo>
                  <a:lnTo>
                    <a:pt x="21335" y="646278"/>
                  </a:lnTo>
                  <a:lnTo>
                    <a:pt x="21321" y="650736"/>
                  </a:lnTo>
                  <a:lnTo>
                    <a:pt x="21284" y="662551"/>
                  </a:lnTo>
                  <a:lnTo>
                    <a:pt x="21202" y="689122"/>
                  </a:lnTo>
                  <a:lnTo>
                    <a:pt x="21159" y="702859"/>
                  </a:lnTo>
                  <a:lnTo>
                    <a:pt x="21136" y="710208"/>
                  </a:lnTo>
                  <a:lnTo>
                    <a:pt x="21107" y="719477"/>
                  </a:lnTo>
                  <a:lnTo>
                    <a:pt x="21089" y="725016"/>
                  </a:lnTo>
                  <a:lnTo>
                    <a:pt x="21077" y="729042"/>
                  </a:lnTo>
                  <a:lnTo>
                    <a:pt x="20993" y="730669"/>
                  </a:lnTo>
                  <a:lnTo>
                    <a:pt x="20842" y="733601"/>
                  </a:lnTo>
                  <a:lnTo>
                    <a:pt x="20613" y="738047"/>
                  </a:lnTo>
                  <a:lnTo>
                    <a:pt x="20373" y="742698"/>
                  </a:lnTo>
                  <a:lnTo>
                    <a:pt x="20252" y="745055"/>
                  </a:lnTo>
                  <a:lnTo>
                    <a:pt x="20213" y="745807"/>
                  </a:lnTo>
                  <a:lnTo>
                    <a:pt x="19722" y="755341"/>
                  </a:lnTo>
                  <a:lnTo>
                    <a:pt x="19458" y="760450"/>
                  </a:lnTo>
                  <a:lnTo>
                    <a:pt x="17623" y="764060"/>
                  </a:lnTo>
                  <a:lnTo>
                    <a:pt x="5638" y="787644"/>
                  </a:lnTo>
                  <a:lnTo>
                    <a:pt x="4984" y="788930"/>
                  </a:lnTo>
                  <a:lnTo>
                    <a:pt x="55579" y="814645"/>
                  </a:lnTo>
                  <a:lnTo>
                    <a:pt x="80441" y="813916"/>
                  </a:lnTo>
                  <a:lnTo>
                    <a:pt x="82682" y="813850"/>
                  </a:lnTo>
                  <a:lnTo>
                    <a:pt x="86500" y="813738"/>
                  </a:lnTo>
                  <a:lnTo>
                    <a:pt x="89617" y="815850"/>
                  </a:lnTo>
                  <a:lnTo>
                    <a:pt x="92732" y="817961"/>
                  </a:lnTo>
                  <a:lnTo>
                    <a:pt x="94021" y="817963"/>
                  </a:lnTo>
                  <a:lnTo>
                    <a:pt x="94652" y="818656"/>
                  </a:lnTo>
                  <a:lnTo>
                    <a:pt x="94720" y="819047"/>
                  </a:lnTo>
                  <a:lnTo>
                    <a:pt x="95448" y="819779"/>
                  </a:lnTo>
                  <a:lnTo>
                    <a:pt x="95520" y="820106"/>
                  </a:lnTo>
                  <a:lnTo>
                    <a:pt x="95727" y="820425"/>
                  </a:lnTo>
                  <a:lnTo>
                    <a:pt x="96087" y="820785"/>
                  </a:lnTo>
                  <a:lnTo>
                    <a:pt x="96438" y="820869"/>
                  </a:lnTo>
                  <a:lnTo>
                    <a:pt x="96862" y="821279"/>
                  </a:lnTo>
                  <a:lnTo>
                    <a:pt x="97485" y="821617"/>
                  </a:lnTo>
                  <a:lnTo>
                    <a:pt x="98093" y="822378"/>
                  </a:lnTo>
                  <a:lnTo>
                    <a:pt x="98544" y="822944"/>
                  </a:lnTo>
                  <a:lnTo>
                    <a:pt x="98773" y="823049"/>
                  </a:lnTo>
                  <a:lnTo>
                    <a:pt x="99681" y="823468"/>
                  </a:lnTo>
                  <a:lnTo>
                    <a:pt x="100032" y="823630"/>
                  </a:lnTo>
                  <a:lnTo>
                    <a:pt x="101449" y="825668"/>
                  </a:lnTo>
                  <a:lnTo>
                    <a:pt x="102177" y="826505"/>
                  </a:lnTo>
                  <a:lnTo>
                    <a:pt x="102313" y="826694"/>
                  </a:lnTo>
                  <a:lnTo>
                    <a:pt x="102546" y="827106"/>
                  </a:lnTo>
                  <a:lnTo>
                    <a:pt x="102681" y="827445"/>
                  </a:lnTo>
                  <a:lnTo>
                    <a:pt x="102877" y="827626"/>
                  </a:lnTo>
                  <a:lnTo>
                    <a:pt x="103040" y="827703"/>
                  </a:lnTo>
                  <a:lnTo>
                    <a:pt x="103217" y="827680"/>
                  </a:lnTo>
                  <a:lnTo>
                    <a:pt x="103411" y="827433"/>
                  </a:lnTo>
                  <a:lnTo>
                    <a:pt x="103755" y="827270"/>
                  </a:lnTo>
                  <a:lnTo>
                    <a:pt x="104568" y="826961"/>
                  </a:lnTo>
                  <a:lnTo>
                    <a:pt x="104834" y="826851"/>
                  </a:lnTo>
                  <a:lnTo>
                    <a:pt x="105233" y="826685"/>
                  </a:lnTo>
                  <a:lnTo>
                    <a:pt x="105888" y="826637"/>
                  </a:lnTo>
                  <a:lnTo>
                    <a:pt x="106142" y="826321"/>
                  </a:lnTo>
                  <a:lnTo>
                    <a:pt x="106347" y="826273"/>
                  </a:lnTo>
                  <a:lnTo>
                    <a:pt x="107008" y="826132"/>
                  </a:lnTo>
                  <a:lnTo>
                    <a:pt x="107199" y="826091"/>
                  </a:lnTo>
                  <a:lnTo>
                    <a:pt x="107658" y="825997"/>
                  </a:lnTo>
                  <a:lnTo>
                    <a:pt x="107801" y="825969"/>
                  </a:lnTo>
                  <a:lnTo>
                    <a:pt x="107997" y="825929"/>
                  </a:lnTo>
                  <a:lnTo>
                    <a:pt x="108145" y="825897"/>
                  </a:lnTo>
                  <a:lnTo>
                    <a:pt x="108492" y="825791"/>
                  </a:lnTo>
                  <a:lnTo>
                    <a:pt x="108833" y="825742"/>
                  </a:lnTo>
                  <a:lnTo>
                    <a:pt x="108951" y="825502"/>
                  </a:lnTo>
                  <a:lnTo>
                    <a:pt x="109165" y="825180"/>
                  </a:lnTo>
                  <a:lnTo>
                    <a:pt x="109135" y="825028"/>
                  </a:lnTo>
                  <a:lnTo>
                    <a:pt x="109332" y="824880"/>
                  </a:lnTo>
                  <a:lnTo>
                    <a:pt x="109465" y="824782"/>
                  </a:lnTo>
                  <a:lnTo>
                    <a:pt x="109421" y="824516"/>
                  </a:lnTo>
                  <a:lnTo>
                    <a:pt x="109361" y="824101"/>
                  </a:lnTo>
                  <a:lnTo>
                    <a:pt x="109522" y="824023"/>
                  </a:lnTo>
                  <a:lnTo>
                    <a:pt x="109991" y="823807"/>
                  </a:lnTo>
                  <a:lnTo>
                    <a:pt x="110421" y="823623"/>
                  </a:lnTo>
                  <a:lnTo>
                    <a:pt x="110857" y="823426"/>
                  </a:lnTo>
                  <a:lnTo>
                    <a:pt x="111029" y="823247"/>
                  </a:lnTo>
                  <a:lnTo>
                    <a:pt x="111369" y="823250"/>
                  </a:lnTo>
                  <a:lnTo>
                    <a:pt x="111574" y="823254"/>
                  </a:lnTo>
                  <a:lnTo>
                    <a:pt x="111857" y="823271"/>
                  </a:lnTo>
                  <a:lnTo>
                    <a:pt x="111862" y="825828"/>
                  </a:lnTo>
                  <a:lnTo>
                    <a:pt x="111942" y="826304"/>
                  </a:lnTo>
                  <a:lnTo>
                    <a:pt x="112272" y="826250"/>
                  </a:lnTo>
                  <a:lnTo>
                    <a:pt x="113130" y="826311"/>
                  </a:lnTo>
                  <a:lnTo>
                    <a:pt x="113498" y="826379"/>
                  </a:lnTo>
                  <a:lnTo>
                    <a:pt x="113966" y="826420"/>
                  </a:lnTo>
                  <a:lnTo>
                    <a:pt x="114460" y="826729"/>
                  </a:lnTo>
                  <a:lnTo>
                    <a:pt x="115182" y="827232"/>
                  </a:lnTo>
                  <a:lnTo>
                    <a:pt x="115812" y="827050"/>
                  </a:lnTo>
                  <a:lnTo>
                    <a:pt x="115346" y="826304"/>
                  </a:lnTo>
                  <a:lnTo>
                    <a:pt x="115239" y="826132"/>
                  </a:lnTo>
                  <a:lnTo>
                    <a:pt x="114871" y="825543"/>
                  </a:lnTo>
                  <a:lnTo>
                    <a:pt x="114704" y="825274"/>
                  </a:lnTo>
                  <a:lnTo>
                    <a:pt x="114447" y="824829"/>
                  </a:lnTo>
                  <a:lnTo>
                    <a:pt x="115165" y="824748"/>
                  </a:lnTo>
                  <a:lnTo>
                    <a:pt x="115609" y="824701"/>
                  </a:lnTo>
                  <a:lnTo>
                    <a:pt x="116092" y="824650"/>
                  </a:lnTo>
                  <a:lnTo>
                    <a:pt x="116393" y="824618"/>
                  </a:lnTo>
                  <a:lnTo>
                    <a:pt x="117011" y="824553"/>
                  </a:lnTo>
                  <a:lnTo>
                    <a:pt x="117173" y="824536"/>
                  </a:lnTo>
                  <a:lnTo>
                    <a:pt x="117575" y="824494"/>
                  </a:lnTo>
                  <a:lnTo>
                    <a:pt x="117765" y="824474"/>
                  </a:lnTo>
                  <a:lnTo>
                    <a:pt x="118303" y="824417"/>
                  </a:lnTo>
                  <a:lnTo>
                    <a:pt x="118697" y="824375"/>
                  </a:lnTo>
                  <a:lnTo>
                    <a:pt x="118922" y="824035"/>
                  </a:lnTo>
                  <a:lnTo>
                    <a:pt x="119131" y="823673"/>
                  </a:lnTo>
                  <a:lnTo>
                    <a:pt x="119498" y="823138"/>
                  </a:lnTo>
                  <a:lnTo>
                    <a:pt x="119643" y="823178"/>
                  </a:lnTo>
                  <a:lnTo>
                    <a:pt x="120037" y="823285"/>
                  </a:lnTo>
                  <a:lnTo>
                    <a:pt x="120277" y="823350"/>
                  </a:lnTo>
                  <a:lnTo>
                    <a:pt x="120462" y="823401"/>
                  </a:lnTo>
                  <a:lnTo>
                    <a:pt x="120677" y="823459"/>
                  </a:lnTo>
                  <a:lnTo>
                    <a:pt x="121140" y="824018"/>
                  </a:lnTo>
                  <a:lnTo>
                    <a:pt x="121559" y="824068"/>
                  </a:lnTo>
                  <a:lnTo>
                    <a:pt x="121806" y="824097"/>
                  </a:lnTo>
                  <a:lnTo>
                    <a:pt x="122012" y="824122"/>
                  </a:lnTo>
                  <a:lnTo>
                    <a:pt x="122157" y="824139"/>
                  </a:lnTo>
                  <a:lnTo>
                    <a:pt x="122532" y="824184"/>
                  </a:lnTo>
                  <a:lnTo>
                    <a:pt x="122842" y="824220"/>
                  </a:lnTo>
                  <a:lnTo>
                    <a:pt x="122974" y="824236"/>
                  </a:lnTo>
                  <a:lnTo>
                    <a:pt x="123330" y="824277"/>
                  </a:lnTo>
                  <a:lnTo>
                    <a:pt x="124336" y="824313"/>
                  </a:lnTo>
                  <a:lnTo>
                    <a:pt x="124793" y="824325"/>
                  </a:lnTo>
                  <a:lnTo>
                    <a:pt x="125067" y="824261"/>
                  </a:lnTo>
                  <a:lnTo>
                    <a:pt x="125464" y="819485"/>
                  </a:lnTo>
                  <a:lnTo>
                    <a:pt x="126481" y="818801"/>
                  </a:lnTo>
                  <a:lnTo>
                    <a:pt x="127506" y="818112"/>
                  </a:lnTo>
                  <a:lnTo>
                    <a:pt x="130761" y="819738"/>
                  </a:lnTo>
                  <a:lnTo>
                    <a:pt x="133036" y="818540"/>
                  </a:lnTo>
                  <a:lnTo>
                    <a:pt x="135100" y="813387"/>
                  </a:lnTo>
                  <a:lnTo>
                    <a:pt x="137054" y="811519"/>
                  </a:lnTo>
                  <a:lnTo>
                    <a:pt x="140505" y="807266"/>
                  </a:lnTo>
                  <a:lnTo>
                    <a:pt x="140601" y="800687"/>
                  </a:lnTo>
                  <a:lnTo>
                    <a:pt x="140612" y="799944"/>
                  </a:lnTo>
                  <a:lnTo>
                    <a:pt x="140715" y="792831"/>
                  </a:lnTo>
                  <a:lnTo>
                    <a:pt x="143583" y="780176"/>
                  </a:lnTo>
                  <a:lnTo>
                    <a:pt x="144436" y="778632"/>
                  </a:lnTo>
                  <a:lnTo>
                    <a:pt x="148583" y="771123"/>
                  </a:lnTo>
                  <a:lnTo>
                    <a:pt x="148565" y="762588"/>
                  </a:lnTo>
                  <a:lnTo>
                    <a:pt x="152337" y="754936"/>
                  </a:lnTo>
                  <a:lnTo>
                    <a:pt x="154615" y="755528"/>
                  </a:lnTo>
                  <a:lnTo>
                    <a:pt x="157894" y="771022"/>
                  </a:lnTo>
                  <a:lnTo>
                    <a:pt x="161454" y="773626"/>
                  </a:lnTo>
                  <a:lnTo>
                    <a:pt x="164814" y="776085"/>
                  </a:lnTo>
                  <a:lnTo>
                    <a:pt x="176272" y="773796"/>
                  </a:lnTo>
                  <a:lnTo>
                    <a:pt x="176199" y="777610"/>
                  </a:lnTo>
                  <a:lnTo>
                    <a:pt x="176038" y="786116"/>
                  </a:lnTo>
                  <a:lnTo>
                    <a:pt x="177088" y="788926"/>
                  </a:lnTo>
                  <a:lnTo>
                    <a:pt x="177469" y="789084"/>
                  </a:lnTo>
                  <a:lnTo>
                    <a:pt x="178734" y="789606"/>
                  </a:lnTo>
                  <a:lnTo>
                    <a:pt x="182754" y="789451"/>
                  </a:lnTo>
                  <a:lnTo>
                    <a:pt x="182281" y="791712"/>
                  </a:lnTo>
                  <a:lnTo>
                    <a:pt x="182409" y="792124"/>
                  </a:lnTo>
                  <a:lnTo>
                    <a:pt x="182480" y="792352"/>
                  </a:lnTo>
                  <a:lnTo>
                    <a:pt x="182691" y="793046"/>
                  </a:lnTo>
                  <a:lnTo>
                    <a:pt x="182889" y="793346"/>
                  </a:lnTo>
                  <a:lnTo>
                    <a:pt x="183551" y="794353"/>
                  </a:lnTo>
                  <a:lnTo>
                    <a:pt x="184479" y="794991"/>
                  </a:lnTo>
                  <a:lnTo>
                    <a:pt x="184852" y="795247"/>
                  </a:lnTo>
                  <a:lnTo>
                    <a:pt x="185837" y="795364"/>
                  </a:lnTo>
                  <a:lnTo>
                    <a:pt x="186022" y="795388"/>
                  </a:lnTo>
                  <a:lnTo>
                    <a:pt x="186268" y="795419"/>
                  </a:lnTo>
                  <a:lnTo>
                    <a:pt x="186672" y="795471"/>
                  </a:lnTo>
                  <a:lnTo>
                    <a:pt x="186915" y="795498"/>
                  </a:lnTo>
                  <a:lnTo>
                    <a:pt x="187322" y="795545"/>
                  </a:lnTo>
                  <a:lnTo>
                    <a:pt x="187486" y="795623"/>
                  </a:lnTo>
                  <a:lnTo>
                    <a:pt x="187918" y="795829"/>
                  </a:lnTo>
                  <a:lnTo>
                    <a:pt x="188253" y="795969"/>
                  </a:lnTo>
                  <a:lnTo>
                    <a:pt x="188586" y="796114"/>
                  </a:lnTo>
                  <a:lnTo>
                    <a:pt x="189051" y="796371"/>
                  </a:lnTo>
                  <a:lnTo>
                    <a:pt x="189302" y="796569"/>
                  </a:lnTo>
                  <a:lnTo>
                    <a:pt x="189496" y="796719"/>
                  </a:lnTo>
                  <a:lnTo>
                    <a:pt x="189766" y="796769"/>
                  </a:lnTo>
                  <a:lnTo>
                    <a:pt x="190117" y="796832"/>
                  </a:lnTo>
                  <a:lnTo>
                    <a:pt x="190318" y="796873"/>
                  </a:lnTo>
                  <a:lnTo>
                    <a:pt x="190472" y="796908"/>
                  </a:lnTo>
                  <a:lnTo>
                    <a:pt x="191116" y="797066"/>
                  </a:lnTo>
                  <a:lnTo>
                    <a:pt x="191271" y="797106"/>
                  </a:lnTo>
                  <a:lnTo>
                    <a:pt x="191501" y="797164"/>
                  </a:lnTo>
                  <a:lnTo>
                    <a:pt x="192284" y="799865"/>
                  </a:lnTo>
                  <a:lnTo>
                    <a:pt x="192166" y="800132"/>
                  </a:lnTo>
                  <a:lnTo>
                    <a:pt x="192045" y="801042"/>
                  </a:lnTo>
                  <a:lnTo>
                    <a:pt x="192068" y="801292"/>
                  </a:lnTo>
                  <a:lnTo>
                    <a:pt x="192453" y="801997"/>
                  </a:lnTo>
                  <a:lnTo>
                    <a:pt x="193021" y="802487"/>
                  </a:lnTo>
                  <a:lnTo>
                    <a:pt x="193516" y="802189"/>
                  </a:lnTo>
                  <a:lnTo>
                    <a:pt x="193780" y="801828"/>
                  </a:lnTo>
                  <a:lnTo>
                    <a:pt x="194147" y="801914"/>
                  </a:lnTo>
                  <a:lnTo>
                    <a:pt x="195545" y="802241"/>
                  </a:lnTo>
                  <a:lnTo>
                    <a:pt x="196979" y="803077"/>
                  </a:lnTo>
                  <a:lnTo>
                    <a:pt x="197475" y="803366"/>
                  </a:lnTo>
                  <a:lnTo>
                    <a:pt x="198365" y="803889"/>
                  </a:lnTo>
                  <a:lnTo>
                    <a:pt x="198561" y="804004"/>
                  </a:lnTo>
                  <a:lnTo>
                    <a:pt x="198751" y="804115"/>
                  </a:lnTo>
                  <a:lnTo>
                    <a:pt x="199335" y="804521"/>
                  </a:lnTo>
                  <a:lnTo>
                    <a:pt x="199757" y="804815"/>
                  </a:lnTo>
                  <a:lnTo>
                    <a:pt x="200749" y="805507"/>
                  </a:lnTo>
                  <a:lnTo>
                    <a:pt x="201553" y="806592"/>
                  </a:lnTo>
                  <a:lnTo>
                    <a:pt x="201456" y="807287"/>
                  </a:lnTo>
                  <a:lnTo>
                    <a:pt x="201408" y="807613"/>
                  </a:lnTo>
                  <a:lnTo>
                    <a:pt x="201125" y="809559"/>
                  </a:lnTo>
                  <a:lnTo>
                    <a:pt x="200809" y="811853"/>
                  </a:lnTo>
                  <a:lnTo>
                    <a:pt x="201871" y="811917"/>
                  </a:lnTo>
                  <a:lnTo>
                    <a:pt x="204653" y="811186"/>
                  </a:lnTo>
                  <a:lnTo>
                    <a:pt x="205667" y="810920"/>
                  </a:lnTo>
                  <a:lnTo>
                    <a:pt x="206077" y="810812"/>
                  </a:lnTo>
                  <a:lnTo>
                    <a:pt x="206302" y="810378"/>
                  </a:lnTo>
                  <a:lnTo>
                    <a:pt x="206477" y="809615"/>
                  </a:lnTo>
                  <a:lnTo>
                    <a:pt x="207796" y="808830"/>
                  </a:lnTo>
                  <a:lnTo>
                    <a:pt x="211712" y="809871"/>
                  </a:lnTo>
                  <a:lnTo>
                    <a:pt x="212267" y="809265"/>
                  </a:lnTo>
                  <a:lnTo>
                    <a:pt x="212451" y="808908"/>
                  </a:lnTo>
                  <a:lnTo>
                    <a:pt x="212625" y="808804"/>
                  </a:lnTo>
                  <a:lnTo>
                    <a:pt x="213259" y="808486"/>
                  </a:lnTo>
                  <a:lnTo>
                    <a:pt x="213686" y="808273"/>
                  </a:lnTo>
                  <a:lnTo>
                    <a:pt x="214370" y="808170"/>
                  </a:lnTo>
                  <a:lnTo>
                    <a:pt x="216429" y="808836"/>
                  </a:lnTo>
                  <a:lnTo>
                    <a:pt x="217786" y="809363"/>
                  </a:lnTo>
                  <a:lnTo>
                    <a:pt x="217926" y="809417"/>
                  </a:lnTo>
                  <a:lnTo>
                    <a:pt x="218377" y="809585"/>
                  </a:lnTo>
                  <a:lnTo>
                    <a:pt x="218545" y="809648"/>
                  </a:lnTo>
                  <a:lnTo>
                    <a:pt x="219012" y="810095"/>
                  </a:lnTo>
                  <a:lnTo>
                    <a:pt x="219930" y="810968"/>
                  </a:lnTo>
                  <a:lnTo>
                    <a:pt x="221268" y="812086"/>
                  </a:lnTo>
                  <a:lnTo>
                    <a:pt x="222296" y="812945"/>
                  </a:lnTo>
                  <a:lnTo>
                    <a:pt x="222659" y="813077"/>
                  </a:lnTo>
                  <a:lnTo>
                    <a:pt x="223131" y="813187"/>
                  </a:lnTo>
                  <a:lnTo>
                    <a:pt x="223479" y="812866"/>
                  </a:lnTo>
                  <a:lnTo>
                    <a:pt x="224000" y="812654"/>
                  </a:lnTo>
                  <a:lnTo>
                    <a:pt x="225892" y="813625"/>
                  </a:lnTo>
                  <a:lnTo>
                    <a:pt x="228759" y="813799"/>
                  </a:lnTo>
                  <a:lnTo>
                    <a:pt x="229080" y="813819"/>
                  </a:lnTo>
                  <a:lnTo>
                    <a:pt x="229242" y="813830"/>
                  </a:lnTo>
                  <a:lnTo>
                    <a:pt x="231730" y="813729"/>
                  </a:lnTo>
                  <a:lnTo>
                    <a:pt x="231880" y="813438"/>
                  </a:lnTo>
                  <a:lnTo>
                    <a:pt x="231998" y="813208"/>
                  </a:lnTo>
                  <a:lnTo>
                    <a:pt x="232326" y="812575"/>
                  </a:lnTo>
                  <a:lnTo>
                    <a:pt x="232701" y="811856"/>
                  </a:lnTo>
                  <a:lnTo>
                    <a:pt x="232792" y="811235"/>
                  </a:lnTo>
                  <a:lnTo>
                    <a:pt x="232885" y="810665"/>
                  </a:lnTo>
                  <a:lnTo>
                    <a:pt x="233184" y="809910"/>
                  </a:lnTo>
                  <a:lnTo>
                    <a:pt x="233180" y="808999"/>
                  </a:lnTo>
                  <a:lnTo>
                    <a:pt x="233190" y="808412"/>
                  </a:lnTo>
                  <a:lnTo>
                    <a:pt x="232793" y="807425"/>
                  </a:lnTo>
                  <a:lnTo>
                    <a:pt x="232381" y="806737"/>
                  </a:lnTo>
                  <a:lnTo>
                    <a:pt x="232150" y="806175"/>
                  </a:lnTo>
                  <a:lnTo>
                    <a:pt x="231974" y="805800"/>
                  </a:lnTo>
                  <a:lnTo>
                    <a:pt x="232673" y="805304"/>
                  </a:lnTo>
                  <a:lnTo>
                    <a:pt x="233196" y="804934"/>
                  </a:lnTo>
                  <a:lnTo>
                    <a:pt x="233561" y="804093"/>
                  </a:lnTo>
                  <a:lnTo>
                    <a:pt x="233063" y="803091"/>
                  </a:lnTo>
                  <a:lnTo>
                    <a:pt x="233499" y="801342"/>
                  </a:lnTo>
                  <a:lnTo>
                    <a:pt x="233768" y="801003"/>
                  </a:lnTo>
                  <a:lnTo>
                    <a:pt x="233912" y="800822"/>
                  </a:lnTo>
                  <a:lnTo>
                    <a:pt x="234383" y="800231"/>
                  </a:lnTo>
                  <a:lnTo>
                    <a:pt x="234146" y="799367"/>
                  </a:lnTo>
                  <a:lnTo>
                    <a:pt x="235210" y="797957"/>
                  </a:lnTo>
                  <a:lnTo>
                    <a:pt x="235727" y="798462"/>
                  </a:lnTo>
                  <a:lnTo>
                    <a:pt x="236153" y="798739"/>
                  </a:lnTo>
                  <a:lnTo>
                    <a:pt x="237336" y="797266"/>
                  </a:lnTo>
                  <a:lnTo>
                    <a:pt x="237498" y="796960"/>
                  </a:lnTo>
                  <a:lnTo>
                    <a:pt x="237533" y="796797"/>
                  </a:lnTo>
                  <a:lnTo>
                    <a:pt x="237639" y="796661"/>
                  </a:lnTo>
                  <a:lnTo>
                    <a:pt x="238532" y="794944"/>
                  </a:lnTo>
                  <a:lnTo>
                    <a:pt x="238719" y="793586"/>
                  </a:lnTo>
                  <a:lnTo>
                    <a:pt x="238921" y="793103"/>
                  </a:lnTo>
                  <a:lnTo>
                    <a:pt x="239010" y="792891"/>
                  </a:lnTo>
                  <a:lnTo>
                    <a:pt x="239171" y="792500"/>
                  </a:lnTo>
                  <a:lnTo>
                    <a:pt x="239366" y="791629"/>
                  </a:lnTo>
                  <a:lnTo>
                    <a:pt x="239617" y="790827"/>
                  </a:lnTo>
                  <a:lnTo>
                    <a:pt x="239756" y="790202"/>
                  </a:lnTo>
                  <a:lnTo>
                    <a:pt x="239934" y="789650"/>
                  </a:lnTo>
                  <a:lnTo>
                    <a:pt x="240154" y="789358"/>
                  </a:lnTo>
                  <a:lnTo>
                    <a:pt x="240055" y="789119"/>
                  </a:lnTo>
                  <a:lnTo>
                    <a:pt x="240596" y="788653"/>
                  </a:lnTo>
                  <a:lnTo>
                    <a:pt x="240670" y="788397"/>
                  </a:lnTo>
                  <a:lnTo>
                    <a:pt x="240933" y="788069"/>
                  </a:lnTo>
                  <a:lnTo>
                    <a:pt x="242224" y="784645"/>
                  </a:lnTo>
                  <a:lnTo>
                    <a:pt x="242906" y="784389"/>
                  </a:lnTo>
                  <a:lnTo>
                    <a:pt x="244249" y="783892"/>
                  </a:lnTo>
                  <a:lnTo>
                    <a:pt x="247292" y="782889"/>
                  </a:lnTo>
                  <a:lnTo>
                    <a:pt x="248171" y="782600"/>
                  </a:lnTo>
                  <a:lnTo>
                    <a:pt x="248510" y="780480"/>
                  </a:lnTo>
                  <a:lnTo>
                    <a:pt x="248587" y="780003"/>
                  </a:lnTo>
                  <a:lnTo>
                    <a:pt x="249132" y="776687"/>
                  </a:lnTo>
                  <a:lnTo>
                    <a:pt x="249391" y="775089"/>
                  </a:lnTo>
                  <a:lnTo>
                    <a:pt x="249419" y="774509"/>
                  </a:lnTo>
                  <a:lnTo>
                    <a:pt x="249793" y="773469"/>
                  </a:lnTo>
                  <a:lnTo>
                    <a:pt x="250361" y="772338"/>
                  </a:lnTo>
                  <a:lnTo>
                    <a:pt x="250768" y="771843"/>
                  </a:lnTo>
                  <a:lnTo>
                    <a:pt x="251120" y="771415"/>
                  </a:lnTo>
                  <a:lnTo>
                    <a:pt x="251607" y="770821"/>
                  </a:lnTo>
                  <a:lnTo>
                    <a:pt x="253925" y="767953"/>
                  </a:lnTo>
                  <a:lnTo>
                    <a:pt x="255403" y="765153"/>
                  </a:lnTo>
                  <a:lnTo>
                    <a:pt x="258042" y="764455"/>
                  </a:lnTo>
                  <a:lnTo>
                    <a:pt x="259564" y="761647"/>
                  </a:lnTo>
                  <a:lnTo>
                    <a:pt x="260365" y="761098"/>
                  </a:lnTo>
                  <a:lnTo>
                    <a:pt x="261632" y="761671"/>
                  </a:lnTo>
                  <a:lnTo>
                    <a:pt x="262813" y="761616"/>
                  </a:lnTo>
                  <a:lnTo>
                    <a:pt x="267329" y="761407"/>
                  </a:lnTo>
                  <a:lnTo>
                    <a:pt x="267545" y="761397"/>
                  </a:lnTo>
                  <a:lnTo>
                    <a:pt x="268500" y="761353"/>
                  </a:lnTo>
                  <a:lnTo>
                    <a:pt x="268767" y="761341"/>
                  </a:lnTo>
                  <a:lnTo>
                    <a:pt x="273712" y="761112"/>
                  </a:lnTo>
                  <a:lnTo>
                    <a:pt x="274932" y="759318"/>
                  </a:lnTo>
                  <a:lnTo>
                    <a:pt x="275088" y="759088"/>
                  </a:lnTo>
                  <a:lnTo>
                    <a:pt x="276402" y="757155"/>
                  </a:lnTo>
                  <a:lnTo>
                    <a:pt x="276667" y="756765"/>
                  </a:lnTo>
                  <a:lnTo>
                    <a:pt x="279054" y="755684"/>
                  </a:lnTo>
                  <a:lnTo>
                    <a:pt x="279206" y="755615"/>
                  </a:lnTo>
                  <a:lnTo>
                    <a:pt x="279566" y="755452"/>
                  </a:lnTo>
                  <a:lnTo>
                    <a:pt x="279837" y="755329"/>
                  </a:lnTo>
                  <a:lnTo>
                    <a:pt x="280953" y="754824"/>
                  </a:lnTo>
                  <a:lnTo>
                    <a:pt x="281645" y="754510"/>
                  </a:lnTo>
                  <a:lnTo>
                    <a:pt x="282660" y="754050"/>
                  </a:lnTo>
                  <a:lnTo>
                    <a:pt x="282978" y="753906"/>
                  </a:lnTo>
                  <a:lnTo>
                    <a:pt x="283555" y="753645"/>
                  </a:lnTo>
                  <a:lnTo>
                    <a:pt x="287870" y="750529"/>
                  </a:lnTo>
                  <a:lnTo>
                    <a:pt x="289642" y="749460"/>
                  </a:lnTo>
                  <a:lnTo>
                    <a:pt x="291625" y="748264"/>
                  </a:lnTo>
                  <a:lnTo>
                    <a:pt x="292697" y="748949"/>
                  </a:lnTo>
                  <a:lnTo>
                    <a:pt x="293154" y="749241"/>
                  </a:lnTo>
                  <a:lnTo>
                    <a:pt x="294875" y="750342"/>
                  </a:lnTo>
                  <a:lnTo>
                    <a:pt x="295245" y="751080"/>
                  </a:lnTo>
                  <a:lnTo>
                    <a:pt x="295352" y="751293"/>
                  </a:lnTo>
                  <a:lnTo>
                    <a:pt x="295802" y="751976"/>
                  </a:lnTo>
                  <a:lnTo>
                    <a:pt x="299317" y="752119"/>
                  </a:lnTo>
                  <a:lnTo>
                    <a:pt x="299688" y="752134"/>
                  </a:lnTo>
                  <a:lnTo>
                    <a:pt x="299817" y="752139"/>
                  </a:lnTo>
                  <a:lnTo>
                    <a:pt x="299990" y="752140"/>
                  </a:lnTo>
                  <a:lnTo>
                    <a:pt x="300461" y="752115"/>
                  </a:lnTo>
                  <a:lnTo>
                    <a:pt x="300874" y="751910"/>
                  </a:lnTo>
                  <a:lnTo>
                    <a:pt x="301514" y="752018"/>
                  </a:lnTo>
                  <a:lnTo>
                    <a:pt x="302641" y="751736"/>
                  </a:lnTo>
                  <a:lnTo>
                    <a:pt x="303250" y="751594"/>
                  </a:lnTo>
                  <a:lnTo>
                    <a:pt x="304426" y="751333"/>
                  </a:lnTo>
                  <a:lnTo>
                    <a:pt x="305400" y="751118"/>
                  </a:lnTo>
                  <a:lnTo>
                    <a:pt x="306477" y="750925"/>
                  </a:lnTo>
                  <a:lnTo>
                    <a:pt x="307467" y="750656"/>
                  </a:lnTo>
                  <a:lnTo>
                    <a:pt x="307676" y="750365"/>
                  </a:lnTo>
                  <a:lnTo>
                    <a:pt x="308003" y="750248"/>
                  </a:lnTo>
                  <a:lnTo>
                    <a:pt x="308271" y="750123"/>
                  </a:lnTo>
                  <a:lnTo>
                    <a:pt x="308516" y="749926"/>
                  </a:lnTo>
                  <a:lnTo>
                    <a:pt x="308785" y="750344"/>
                  </a:lnTo>
                  <a:lnTo>
                    <a:pt x="309580" y="751263"/>
                  </a:lnTo>
                  <a:lnTo>
                    <a:pt x="309974" y="751652"/>
                  </a:lnTo>
                  <a:lnTo>
                    <a:pt x="311504" y="753558"/>
                  </a:lnTo>
                  <a:lnTo>
                    <a:pt x="312097" y="754215"/>
                  </a:lnTo>
                  <a:lnTo>
                    <a:pt x="312135" y="754379"/>
                  </a:lnTo>
                  <a:lnTo>
                    <a:pt x="312236" y="755275"/>
                  </a:lnTo>
                  <a:lnTo>
                    <a:pt x="312393" y="755559"/>
                  </a:lnTo>
                  <a:lnTo>
                    <a:pt x="312439" y="755719"/>
                  </a:lnTo>
                  <a:lnTo>
                    <a:pt x="312600" y="756059"/>
                  </a:lnTo>
                  <a:lnTo>
                    <a:pt x="312734" y="756275"/>
                  </a:lnTo>
                  <a:lnTo>
                    <a:pt x="312846" y="756464"/>
                  </a:lnTo>
                  <a:lnTo>
                    <a:pt x="312835" y="756815"/>
                  </a:lnTo>
                  <a:lnTo>
                    <a:pt x="312646" y="757187"/>
                  </a:lnTo>
                  <a:lnTo>
                    <a:pt x="311702" y="758740"/>
                  </a:lnTo>
                  <a:lnTo>
                    <a:pt x="311322" y="760432"/>
                  </a:lnTo>
                  <a:lnTo>
                    <a:pt x="311013" y="761735"/>
                  </a:lnTo>
                  <a:lnTo>
                    <a:pt x="310794" y="762661"/>
                  </a:lnTo>
                  <a:lnTo>
                    <a:pt x="310408" y="764363"/>
                  </a:lnTo>
                  <a:lnTo>
                    <a:pt x="310373" y="764519"/>
                  </a:lnTo>
                  <a:lnTo>
                    <a:pt x="309731" y="764978"/>
                  </a:lnTo>
                  <a:lnTo>
                    <a:pt x="309798" y="766678"/>
                  </a:lnTo>
                  <a:lnTo>
                    <a:pt x="309319" y="768056"/>
                  </a:lnTo>
                  <a:lnTo>
                    <a:pt x="309899" y="770327"/>
                  </a:lnTo>
                  <a:lnTo>
                    <a:pt x="310258" y="770815"/>
                  </a:lnTo>
                  <a:lnTo>
                    <a:pt x="310538" y="771151"/>
                  </a:lnTo>
                  <a:lnTo>
                    <a:pt x="310585" y="771702"/>
                  </a:lnTo>
                  <a:lnTo>
                    <a:pt x="309519" y="773325"/>
                  </a:lnTo>
                  <a:lnTo>
                    <a:pt x="308306" y="775173"/>
                  </a:lnTo>
                  <a:lnTo>
                    <a:pt x="307553" y="776890"/>
                  </a:lnTo>
                  <a:lnTo>
                    <a:pt x="307253" y="777123"/>
                  </a:lnTo>
                  <a:lnTo>
                    <a:pt x="306929" y="777375"/>
                  </a:lnTo>
                  <a:lnTo>
                    <a:pt x="306816" y="777949"/>
                  </a:lnTo>
                  <a:lnTo>
                    <a:pt x="306752" y="778277"/>
                  </a:lnTo>
                  <a:lnTo>
                    <a:pt x="306616" y="778970"/>
                  </a:lnTo>
                  <a:lnTo>
                    <a:pt x="306356" y="779459"/>
                  </a:lnTo>
                  <a:lnTo>
                    <a:pt x="305995" y="780137"/>
                  </a:lnTo>
                  <a:lnTo>
                    <a:pt x="305526" y="781016"/>
                  </a:lnTo>
                  <a:lnTo>
                    <a:pt x="305032" y="781773"/>
                  </a:lnTo>
                  <a:lnTo>
                    <a:pt x="304883" y="782001"/>
                  </a:lnTo>
                  <a:lnTo>
                    <a:pt x="304481" y="782911"/>
                  </a:lnTo>
                  <a:lnTo>
                    <a:pt x="303939" y="784135"/>
                  </a:lnTo>
                  <a:lnTo>
                    <a:pt x="303714" y="784645"/>
                  </a:lnTo>
                  <a:lnTo>
                    <a:pt x="303349" y="785468"/>
                  </a:lnTo>
                  <a:lnTo>
                    <a:pt x="303298" y="785811"/>
                  </a:lnTo>
                  <a:lnTo>
                    <a:pt x="303185" y="786567"/>
                  </a:lnTo>
                  <a:lnTo>
                    <a:pt x="303071" y="787373"/>
                  </a:lnTo>
                  <a:lnTo>
                    <a:pt x="303195" y="788227"/>
                  </a:lnTo>
                  <a:lnTo>
                    <a:pt x="303310" y="788983"/>
                  </a:lnTo>
                  <a:lnTo>
                    <a:pt x="303496" y="790199"/>
                  </a:lnTo>
                  <a:lnTo>
                    <a:pt x="305730" y="791391"/>
                  </a:lnTo>
                  <a:lnTo>
                    <a:pt x="307085" y="792113"/>
                  </a:lnTo>
                  <a:lnTo>
                    <a:pt x="307407" y="792286"/>
                  </a:lnTo>
                  <a:lnTo>
                    <a:pt x="307724" y="792454"/>
                  </a:lnTo>
                  <a:lnTo>
                    <a:pt x="309887" y="793235"/>
                  </a:lnTo>
                  <a:lnTo>
                    <a:pt x="310089" y="793271"/>
                  </a:lnTo>
                  <a:lnTo>
                    <a:pt x="310486" y="793342"/>
                  </a:lnTo>
                  <a:lnTo>
                    <a:pt x="310658" y="793373"/>
                  </a:lnTo>
                  <a:lnTo>
                    <a:pt x="310988" y="793304"/>
                  </a:lnTo>
                  <a:lnTo>
                    <a:pt x="311547" y="793147"/>
                  </a:lnTo>
                  <a:lnTo>
                    <a:pt x="311953" y="793033"/>
                  </a:lnTo>
                  <a:lnTo>
                    <a:pt x="312543" y="792867"/>
                  </a:lnTo>
                  <a:lnTo>
                    <a:pt x="313576" y="792577"/>
                  </a:lnTo>
                  <a:lnTo>
                    <a:pt x="314195" y="792400"/>
                  </a:lnTo>
                  <a:lnTo>
                    <a:pt x="315051" y="792165"/>
                  </a:lnTo>
                  <a:lnTo>
                    <a:pt x="316192" y="792076"/>
                  </a:lnTo>
                  <a:lnTo>
                    <a:pt x="316425" y="792174"/>
                  </a:lnTo>
                  <a:lnTo>
                    <a:pt x="316565" y="792232"/>
                  </a:lnTo>
                  <a:lnTo>
                    <a:pt x="316863" y="792300"/>
                  </a:lnTo>
                  <a:lnTo>
                    <a:pt x="317756" y="792212"/>
                  </a:lnTo>
                  <a:lnTo>
                    <a:pt x="318162" y="792550"/>
                  </a:lnTo>
                  <a:lnTo>
                    <a:pt x="318507" y="792614"/>
                  </a:lnTo>
                  <a:lnTo>
                    <a:pt x="319150" y="792524"/>
                  </a:lnTo>
                  <a:lnTo>
                    <a:pt x="319764" y="791997"/>
                  </a:lnTo>
                  <a:lnTo>
                    <a:pt x="319842" y="791465"/>
                  </a:lnTo>
                  <a:lnTo>
                    <a:pt x="319890" y="791153"/>
                  </a:lnTo>
                  <a:lnTo>
                    <a:pt x="320099" y="790792"/>
                  </a:lnTo>
                  <a:lnTo>
                    <a:pt x="320335" y="790487"/>
                  </a:lnTo>
                  <a:lnTo>
                    <a:pt x="320471" y="790438"/>
                  </a:lnTo>
                  <a:lnTo>
                    <a:pt x="320807" y="790319"/>
                  </a:lnTo>
                  <a:lnTo>
                    <a:pt x="321523" y="790066"/>
                  </a:lnTo>
                  <a:lnTo>
                    <a:pt x="321930" y="789713"/>
                  </a:lnTo>
                  <a:lnTo>
                    <a:pt x="322362" y="789484"/>
                  </a:lnTo>
                  <a:lnTo>
                    <a:pt x="322995" y="789149"/>
                  </a:lnTo>
                  <a:lnTo>
                    <a:pt x="324430" y="788550"/>
                  </a:lnTo>
                  <a:lnTo>
                    <a:pt x="324902" y="788276"/>
                  </a:lnTo>
                  <a:lnTo>
                    <a:pt x="325460" y="787952"/>
                  </a:lnTo>
                  <a:lnTo>
                    <a:pt x="326838" y="787152"/>
                  </a:lnTo>
                  <a:lnTo>
                    <a:pt x="327915" y="786685"/>
                  </a:lnTo>
                  <a:lnTo>
                    <a:pt x="331251" y="785239"/>
                  </a:lnTo>
                  <a:lnTo>
                    <a:pt x="331411" y="785170"/>
                  </a:lnTo>
                  <a:lnTo>
                    <a:pt x="331686" y="785051"/>
                  </a:lnTo>
                  <a:lnTo>
                    <a:pt x="332347" y="784765"/>
                  </a:lnTo>
                  <a:lnTo>
                    <a:pt x="333362" y="784325"/>
                  </a:lnTo>
                  <a:lnTo>
                    <a:pt x="333703" y="784177"/>
                  </a:lnTo>
                  <a:lnTo>
                    <a:pt x="334760" y="783719"/>
                  </a:lnTo>
                  <a:lnTo>
                    <a:pt x="335299" y="783485"/>
                  </a:lnTo>
                  <a:lnTo>
                    <a:pt x="336003" y="783180"/>
                  </a:lnTo>
                  <a:lnTo>
                    <a:pt x="336234" y="783080"/>
                  </a:lnTo>
                  <a:lnTo>
                    <a:pt x="336840" y="782818"/>
                  </a:lnTo>
                  <a:lnTo>
                    <a:pt x="337034" y="782734"/>
                  </a:lnTo>
                  <a:lnTo>
                    <a:pt x="337557" y="782507"/>
                  </a:lnTo>
                  <a:lnTo>
                    <a:pt x="338338" y="782169"/>
                  </a:lnTo>
                  <a:lnTo>
                    <a:pt x="341273" y="780897"/>
                  </a:lnTo>
                  <a:lnTo>
                    <a:pt x="342205" y="780493"/>
                  </a:lnTo>
                  <a:lnTo>
                    <a:pt x="342482" y="780360"/>
                  </a:lnTo>
                  <a:lnTo>
                    <a:pt x="342764" y="780225"/>
                  </a:lnTo>
                  <a:lnTo>
                    <a:pt x="343111" y="780058"/>
                  </a:lnTo>
                  <a:lnTo>
                    <a:pt x="343531" y="779856"/>
                  </a:lnTo>
                  <a:lnTo>
                    <a:pt x="344020" y="779621"/>
                  </a:lnTo>
                  <a:lnTo>
                    <a:pt x="345163" y="779073"/>
                  </a:lnTo>
                  <a:lnTo>
                    <a:pt x="345900" y="778718"/>
                  </a:lnTo>
                  <a:lnTo>
                    <a:pt x="346850" y="778262"/>
                  </a:lnTo>
                  <a:lnTo>
                    <a:pt x="348085" y="777669"/>
                  </a:lnTo>
                  <a:lnTo>
                    <a:pt x="349399" y="777038"/>
                  </a:lnTo>
                  <a:lnTo>
                    <a:pt x="349741" y="776872"/>
                  </a:lnTo>
                  <a:lnTo>
                    <a:pt x="351495" y="776025"/>
                  </a:lnTo>
                  <a:lnTo>
                    <a:pt x="352074" y="775992"/>
                  </a:lnTo>
                  <a:lnTo>
                    <a:pt x="352245" y="775983"/>
                  </a:lnTo>
                  <a:lnTo>
                    <a:pt x="352761" y="775953"/>
                  </a:lnTo>
                  <a:lnTo>
                    <a:pt x="355482" y="775800"/>
                  </a:lnTo>
                  <a:lnTo>
                    <a:pt x="355897" y="775777"/>
                  </a:lnTo>
                  <a:lnTo>
                    <a:pt x="356340" y="775752"/>
                  </a:lnTo>
                  <a:lnTo>
                    <a:pt x="357929" y="775662"/>
                  </a:lnTo>
                  <a:lnTo>
                    <a:pt x="358830" y="775612"/>
                  </a:lnTo>
                  <a:lnTo>
                    <a:pt x="360224" y="775533"/>
                  </a:lnTo>
                  <a:lnTo>
                    <a:pt x="360395" y="775523"/>
                  </a:lnTo>
                  <a:lnTo>
                    <a:pt x="364841" y="775273"/>
                  </a:lnTo>
                  <a:lnTo>
                    <a:pt x="368801" y="775028"/>
                  </a:lnTo>
                  <a:lnTo>
                    <a:pt x="369246" y="774616"/>
                  </a:lnTo>
                  <a:lnTo>
                    <a:pt x="369849" y="774061"/>
                  </a:lnTo>
                  <a:lnTo>
                    <a:pt x="370755" y="773224"/>
                  </a:lnTo>
                  <a:lnTo>
                    <a:pt x="371607" y="772479"/>
                  </a:lnTo>
                  <a:lnTo>
                    <a:pt x="372475" y="771674"/>
                  </a:lnTo>
                  <a:lnTo>
                    <a:pt x="373600" y="770631"/>
                  </a:lnTo>
                  <a:lnTo>
                    <a:pt x="374640" y="769667"/>
                  </a:lnTo>
                  <a:lnTo>
                    <a:pt x="375760" y="768644"/>
                  </a:lnTo>
                  <a:lnTo>
                    <a:pt x="376472" y="767995"/>
                  </a:lnTo>
                  <a:lnTo>
                    <a:pt x="376759" y="767708"/>
                  </a:lnTo>
                  <a:lnTo>
                    <a:pt x="376670" y="765478"/>
                  </a:lnTo>
                  <a:lnTo>
                    <a:pt x="376657" y="765158"/>
                  </a:lnTo>
                  <a:lnTo>
                    <a:pt x="376648" y="764933"/>
                  </a:lnTo>
                  <a:lnTo>
                    <a:pt x="376731" y="764543"/>
                  </a:lnTo>
                  <a:lnTo>
                    <a:pt x="377263" y="764072"/>
                  </a:lnTo>
                  <a:lnTo>
                    <a:pt x="377881" y="763478"/>
                  </a:lnTo>
                  <a:lnTo>
                    <a:pt x="379118" y="763216"/>
                  </a:lnTo>
                  <a:lnTo>
                    <a:pt x="379235" y="762974"/>
                  </a:lnTo>
                  <a:lnTo>
                    <a:pt x="379653" y="762142"/>
                  </a:lnTo>
                  <a:lnTo>
                    <a:pt x="379664" y="761047"/>
                  </a:lnTo>
                  <a:lnTo>
                    <a:pt x="379559" y="760810"/>
                  </a:lnTo>
                  <a:lnTo>
                    <a:pt x="379101" y="760205"/>
                  </a:lnTo>
                  <a:lnTo>
                    <a:pt x="378848" y="759743"/>
                  </a:lnTo>
                  <a:lnTo>
                    <a:pt x="378876" y="759481"/>
                  </a:lnTo>
                  <a:lnTo>
                    <a:pt x="379001" y="759297"/>
                  </a:lnTo>
                  <a:lnTo>
                    <a:pt x="379371" y="758828"/>
                  </a:lnTo>
                  <a:lnTo>
                    <a:pt x="379392" y="758639"/>
                  </a:lnTo>
                  <a:lnTo>
                    <a:pt x="379218" y="758314"/>
                  </a:lnTo>
                  <a:lnTo>
                    <a:pt x="378713" y="758155"/>
                  </a:lnTo>
                  <a:lnTo>
                    <a:pt x="378056" y="757913"/>
                  </a:lnTo>
                  <a:lnTo>
                    <a:pt x="378077" y="757157"/>
                  </a:lnTo>
                  <a:lnTo>
                    <a:pt x="377897" y="756715"/>
                  </a:lnTo>
                  <a:lnTo>
                    <a:pt x="377851" y="756557"/>
                  </a:lnTo>
                  <a:lnTo>
                    <a:pt x="377635" y="756005"/>
                  </a:lnTo>
                  <a:lnTo>
                    <a:pt x="377724" y="755613"/>
                  </a:lnTo>
                  <a:lnTo>
                    <a:pt x="377806" y="755478"/>
                  </a:lnTo>
                  <a:lnTo>
                    <a:pt x="377897" y="755323"/>
                  </a:lnTo>
                  <a:lnTo>
                    <a:pt x="378093" y="755033"/>
                  </a:lnTo>
                  <a:lnTo>
                    <a:pt x="378225" y="754880"/>
                  </a:lnTo>
                  <a:lnTo>
                    <a:pt x="379004" y="754297"/>
                  </a:lnTo>
                  <a:lnTo>
                    <a:pt x="379116" y="754117"/>
                  </a:lnTo>
                  <a:lnTo>
                    <a:pt x="379287" y="753928"/>
                  </a:lnTo>
                  <a:lnTo>
                    <a:pt x="379510" y="753758"/>
                  </a:lnTo>
                  <a:lnTo>
                    <a:pt x="379699" y="753542"/>
                  </a:lnTo>
                  <a:lnTo>
                    <a:pt x="379823" y="753320"/>
                  </a:lnTo>
                  <a:lnTo>
                    <a:pt x="379996" y="753010"/>
                  </a:lnTo>
                  <a:lnTo>
                    <a:pt x="380169" y="752697"/>
                  </a:lnTo>
                  <a:lnTo>
                    <a:pt x="380416" y="752285"/>
                  </a:lnTo>
                  <a:lnTo>
                    <a:pt x="380437" y="752145"/>
                  </a:lnTo>
                  <a:lnTo>
                    <a:pt x="380470" y="751796"/>
                  </a:lnTo>
                  <a:lnTo>
                    <a:pt x="380503" y="751651"/>
                  </a:lnTo>
                  <a:lnTo>
                    <a:pt x="380284" y="751264"/>
                  </a:lnTo>
                  <a:lnTo>
                    <a:pt x="380182" y="751086"/>
                  </a:lnTo>
                  <a:lnTo>
                    <a:pt x="380093" y="750860"/>
                  </a:lnTo>
                  <a:lnTo>
                    <a:pt x="379900" y="750504"/>
                  </a:lnTo>
                  <a:lnTo>
                    <a:pt x="379643" y="750046"/>
                  </a:lnTo>
                  <a:lnTo>
                    <a:pt x="379592" y="749870"/>
                  </a:lnTo>
                  <a:lnTo>
                    <a:pt x="379528" y="749644"/>
                  </a:lnTo>
                  <a:lnTo>
                    <a:pt x="379472" y="749445"/>
                  </a:lnTo>
                  <a:lnTo>
                    <a:pt x="379429" y="749249"/>
                  </a:lnTo>
                  <a:lnTo>
                    <a:pt x="379381" y="748977"/>
                  </a:lnTo>
                  <a:lnTo>
                    <a:pt x="379314" y="748705"/>
                  </a:lnTo>
                  <a:lnTo>
                    <a:pt x="379243" y="748412"/>
                  </a:lnTo>
                  <a:lnTo>
                    <a:pt x="379279" y="748213"/>
                  </a:lnTo>
                  <a:lnTo>
                    <a:pt x="379375" y="747982"/>
                  </a:lnTo>
                  <a:lnTo>
                    <a:pt x="379459" y="747852"/>
                  </a:lnTo>
                  <a:lnTo>
                    <a:pt x="379664" y="747565"/>
                  </a:lnTo>
                  <a:lnTo>
                    <a:pt x="379830" y="747331"/>
                  </a:lnTo>
                  <a:lnTo>
                    <a:pt x="380186" y="746774"/>
                  </a:lnTo>
                  <a:lnTo>
                    <a:pt x="380466" y="746339"/>
                  </a:lnTo>
                  <a:lnTo>
                    <a:pt x="380804" y="745804"/>
                  </a:lnTo>
                  <a:lnTo>
                    <a:pt x="381066" y="745364"/>
                  </a:lnTo>
                  <a:lnTo>
                    <a:pt x="381438" y="744804"/>
                  </a:lnTo>
                  <a:lnTo>
                    <a:pt x="382033" y="743863"/>
                  </a:lnTo>
                  <a:lnTo>
                    <a:pt x="382550" y="743016"/>
                  </a:lnTo>
                  <a:lnTo>
                    <a:pt x="382634" y="742878"/>
                  </a:lnTo>
                  <a:lnTo>
                    <a:pt x="382768" y="742677"/>
                  </a:lnTo>
                  <a:lnTo>
                    <a:pt x="383053" y="742252"/>
                  </a:lnTo>
                  <a:lnTo>
                    <a:pt x="383677" y="741374"/>
                  </a:lnTo>
                  <a:lnTo>
                    <a:pt x="383776" y="741232"/>
                  </a:lnTo>
                  <a:lnTo>
                    <a:pt x="384023" y="740881"/>
                  </a:lnTo>
                  <a:lnTo>
                    <a:pt x="384366" y="740395"/>
                  </a:lnTo>
                  <a:lnTo>
                    <a:pt x="384690" y="739921"/>
                  </a:lnTo>
                  <a:lnTo>
                    <a:pt x="385023" y="739458"/>
                  </a:lnTo>
                  <a:lnTo>
                    <a:pt x="385384" y="738949"/>
                  </a:lnTo>
                  <a:lnTo>
                    <a:pt x="385763" y="738423"/>
                  </a:lnTo>
                  <a:lnTo>
                    <a:pt x="386038" y="738003"/>
                  </a:lnTo>
                  <a:lnTo>
                    <a:pt x="386758" y="737054"/>
                  </a:lnTo>
                  <a:lnTo>
                    <a:pt x="387786" y="735578"/>
                  </a:lnTo>
                  <a:lnTo>
                    <a:pt x="388468" y="734654"/>
                  </a:lnTo>
                  <a:lnTo>
                    <a:pt x="389155" y="733705"/>
                  </a:lnTo>
                  <a:lnTo>
                    <a:pt x="389549" y="733155"/>
                  </a:lnTo>
                  <a:lnTo>
                    <a:pt x="389860" y="732748"/>
                  </a:lnTo>
                  <a:lnTo>
                    <a:pt x="390216" y="732251"/>
                  </a:lnTo>
                  <a:lnTo>
                    <a:pt x="390552" y="731798"/>
                  </a:lnTo>
                  <a:lnTo>
                    <a:pt x="391073" y="731070"/>
                  </a:lnTo>
                  <a:lnTo>
                    <a:pt x="391241" y="730838"/>
                  </a:lnTo>
                  <a:lnTo>
                    <a:pt x="391928" y="729877"/>
                  </a:lnTo>
                  <a:lnTo>
                    <a:pt x="392236" y="729447"/>
                  </a:lnTo>
                  <a:lnTo>
                    <a:pt x="392587" y="728958"/>
                  </a:lnTo>
                  <a:lnTo>
                    <a:pt x="392948" y="728464"/>
                  </a:lnTo>
                  <a:lnTo>
                    <a:pt x="393643" y="727439"/>
                  </a:lnTo>
                  <a:lnTo>
                    <a:pt x="394205" y="726607"/>
                  </a:lnTo>
                  <a:lnTo>
                    <a:pt x="394821" y="726131"/>
                  </a:lnTo>
                  <a:lnTo>
                    <a:pt x="395294" y="725770"/>
                  </a:lnTo>
                  <a:lnTo>
                    <a:pt x="395992" y="725233"/>
                  </a:lnTo>
                  <a:lnTo>
                    <a:pt x="396241" y="725037"/>
                  </a:lnTo>
                  <a:lnTo>
                    <a:pt x="396704" y="724663"/>
                  </a:lnTo>
                  <a:lnTo>
                    <a:pt x="397595" y="723943"/>
                  </a:lnTo>
                  <a:lnTo>
                    <a:pt x="398345" y="723317"/>
                  </a:lnTo>
                  <a:lnTo>
                    <a:pt x="398467" y="723182"/>
                  </a:lnTo>
                  <a:lnTo>
                    <a:pt x="398668" y="722810"/>
                  </a:lnTo>
                  <a:lnTo>
                    <a:pt x="398742" y="722678"/>
                  </a:lnTo>
                  <a:lnTo>
                    <a:pt x="398811" y="722505"/>
                  </a:lnTo>
                  <a:lnTo>
                    <a:pt x="398951" y="722159"/>
                  </a:lnTo>
                  <a:lnTo>
                    <a:pt x="399221" y="721574"/>
                  </a:lnTo>
                  <a:lnTo>
                    <a:pt x="399434" y="721368"/>
                  </a:lnTo>
                  <a:lnTo>
                    <a:pt x="399648" y="721235"/>
                  </a:lnTo>
                  <a:lnTo>
                    <a:pt x="399933" y="721121"/>
                  </a:lnTo>
                  <a:lnTo>
                    <a:pt x="400167" y="721080"/>
                  </a:lnTo>
                  <a:lnTo>
                    <a:pt x="400722" y="721009"/>
                  </a:lnTo>
                  <a:lnTo>
                    <a:pt x="401106" y="720940"/>
                  </a:lnTo>
                  <a:lnTo>
                    <a:pt x="401447" y="720793"/>
                  </a:lnTo>
                  <a:lnTo>
                    <a:pt x="401788" y="720673"/>
                  </a:lnTo>
                  <a:lnTo>
                    <a:pt x="402264" y="720398"/>
                  </a:lnTo>
                  <a:lnTo>
                    <a:pt x="402457" y="720258"/>
                  </a:lnTo>
                  <a:lnTo>
                    <a:pt x="402620" y="720212"/>
                  </a:lnTo>
                  <a:lnTo>
                    <a:pt x="402849" y="720210"/>
                  </a:lnTo>
                  <a:lnTo>
                    <a:pt x="403007" y="720233"/>
                  </a:lnTo>
                  <a:lnTo>
                    <a:pt x="403162" y="720345"/>
                  </a:lnTo>
                  <a:lnTo>
                    <a:pt x="403383" y="720497"/>
                  </a:lnTo>
                  <a:lnTo>
                    <a:pt x="403658" y="720592"/>
                  </a:lnTo>
                  <a:lnTo>
                    <a:pt x="403844" y="720703"/>
                  </a:lnTo>
                  <a:lnTo>
                    <a:pt x="404124" y="720673"/>
                  </a:lnTo>
                  <a:lnTo>
                    <a:pt x="404340" y="720668"/>
                  </a:lnTo>
                  <a:lnTo>
                    <a:pt x="404719" y="720655"/>
                  </a:lnTo>
                  <a:lnTo>
                    <a:pt x="405129" y="720668"/>
                  </a:lnTo>
                  <a:lnTo>
                    <a:pt x="405383" y="720635"/>
                  </a:lnTo>
                  <a:lnTo>
                    <a:pt x="405686" y="720622"/>
                  </a:lnTo>
                  <a:lnTo>
                    <a:pt x="405775" y="720777"/>
                  </a:lnTo>
                  <a:lnTo>
                    <a:pt x="406050" y="720938"/>
                  </a:lnTo>
                  <a:lnTo>
                    <a:pt x="406340" y="721088"/>
                  </a:lnTo>
                  <a:lnTo>
                    <a:pt x="406714" y="721296"/>
                  </a:lnTo>
                  <a:lnTo>
                    <a:pt x="407060" y="721452"/>
                  </a:lnTo>
                  <a:lnTo>
                    <a:pt x="407350" y="721502"/>
                  </a:lnTo>
                  <a:lnTo>
                    <a:pt x="407572" y="721424"/>
                  </a:lnTo>
                  <a:lnTo>
                    <a:pt x="407857" y="721307"/>
                  </a:lnTo>
                  <a:lnTo>
                    <a:pt x="408251" y="721075"/>
                  </a:lnTo>
                  <a:lnTo>
                    <a:pt x="408712" y="720803"/>
                  </a:lnTo>
                  <a:lnTo>
                    <a:pt x="409020" y="720625"/>
                  </a:lnTo>
                  <a:lnTo>
                    <a:pt x="409472" y="720439"/>
                  </a:lnTo>
                  <a:lnTo>
                    <a:pt x="409981" y="720268"/>
                  </a:lnTo>
                  <a:lnTo>
                    <a:pt x="410310" y="720162"/>
                  </a:lnTo>
                  <a:lnTo>
                    <a:pt x="410544" y="719930"/>
                  </a:lnTo>
                  <a:lnTo>
                    <a:pt x="410867" y="719833"/>
                  </a:lnTo>
                  <a:lnTo>
                    <a:pt x="412198" y="719220"/>
                  </a:lnTo>
                  <a:lnTo>
                    <a:pt x="415154" y="718581"/>
                  </a:lnTo>
                  <a:lnTo>
                    <a:pt x="415732" y="718459"/>
                  </a:lnTo>
                  <a:lnTo>
                    <a:pt x="416595" y="718011"/>
                  </a:lnTo>
                  <a:lnTo>
                    <a:pt x="417432" y="717579"/>
                  </a:lnTo>
                  <a:lnTo>
                    <a:pt x="418416" y="717106"/>
                  </a:lnTo>
                  <a:lnTo>
                    <a:pt x="419775" y="716457"/>
                  </a:lnTo>
                  <a:lnTo>
                    <a:pt x="420857" y="715935"/>
                  </a:lnTo>
                  <a:lnTo>
                    <a:pt x="421422" y="715663"/>
                  </a:lnTo>
                  <a:lnTo>
                    <a:pt x="422277" y="715261"/>
                  </a:lnTo>
                  <a:lnTo>
                    <a:pt x="422709" y="715057"/>
                  </a:lnTo>
                  <a:lnTo>
                    <a:pt x="423959" y="714469"/>
                  </a:lnTo>
                  <a:lnTo>
                    <a:pt x="424170" y="714363"/>
                  </a:lnTo>
                  <a:lnTo>
                    <a:pt x="424663" y="714103"/>
                  </a:lnTo>
                  <a:lnTo>
                    <a:pt x="424826" y="714017"/>
                  </a:lnTo>
                  <a:lnTo>
                    <a:pt x="424872" y="713788"/>
                  </a:lnTo>
                  <a:lnTo>
                    <a:pt x="424982" y="713248"/>
                  </a:lnTo>
                  <a:lnTo>
                    <a:pt x="425093" y="712676"/>
                  </a:lnTo>
                  <a:lnTo>
                    <a:pt x="425322" y="711520"/>
                  </a:lnTo>
                  <a:lnTo>
                    <a:pt x="425429" y="710983"/>
                  </a:lnTo>
                  <a:lnTo>
                    <a:pt x="425549" y="710393"/>
                  </a:lnTo>
                  <a:lnTo>
                    <a:pt x="425781" y="709245"/>
                  </a:lnTo>
                  <a:lnTo>
                    <a:pt x="425890" y="708701"/>
                  </a:lnTo>
                  <a:lnTo>
                    <a:pt x="426122" y="707510"/>
                  </a:lnTo>
                  <a:lnTo>
                    <a:pt x="426226" y="706955"/>
                  </a:lnTo>
                  <a:lnTo>
                    <a:pt x="426333" y="706385"/>
                  </a:lnTo>
                  <a:lnTo>
                    <a:pt x="426452" y="705823"/>
                  </a:lnTo>
                  <a:lnTo>
                    <a:pt x="426671" y="704665"/>
                  </a:lnTo>
                  <a:lnTo>
                    <a:pt x="426791" y="704044"/>
                  </a:lnTo>
                  <a:lnTo>
                    <a:pt x="426852" y="703734"/>
                  </a:lnTo>
                  <a:lnTo>
                    <a:pt x="426941" y="703370"/>
                  </a:lnTo>
                  <a:lnTo>
                    <a:pt x="427068" y="703167"/>
                  </a:lnTo>
                  <a:lnTo>
                    <a:pt x="427409" y="702632"/>
                  </a:lnTo>
                  <a:lnTo>
                    <a:pt x="427712" y="702164"/>
                  </a:lnTo>
                  <a:lnTo>
                    <a:pt x="428371" y="701133"/>
                  </a:lnTo>
                  <a:lnTo>
                    <a:pt x="428676" y="700663"/>
                  </a:lnTo>
                  <a:lnTo>
                    <a:pt x="428926" y="700314"/>
                  </a:lnTo>
                  <a:lnTo>
                    <a:pt x="429704" y="699220"/>
                  </a:lnTo>
                  <a:lnTo>
                    <a:pt x="430053" y="698719"/>
                  </a:lnTo>
                  <a:lnTo>
                    <a:pt x="430409" y="698235"/>
                  </a:lnTo>
                  <a:lnTo>
                    <a:pt x="431086" y="697296"/>
                  </a:lnTo>
                  <a:lnTo>
                    <a:pt x="431783" y="696370"/>
                  </a:lnTo>
                  <a:lnTo>
                    <a:pt x="432508" y="695403"/>
                  </a:lnTo>
                  <a:lnTo>
                    <a:pt x="433174" y="694477"/>
                  </a:lnTo>
                  <a:lnTo>
                    <a:pt x="433859" y="693531"/>
                  </a:lnTo>
                  <a:lnTo>
                    <a:pt x="434205" y="693049"/>
                  </a:lnTo>
                  <a:lnTo>
                    <a:pt x="434526" y="692622"/>
                  </a:lnTo>
                  <a:lnTo>
                    <a:pt x="434716" y="692368"/>
                  </a:lnTo>
                  <a:lnTo>
                    <a:pt x="450520" y="672216"/>
                  </a:lnTo>
                  <a:lnTo>
                    <a:pt x="456443" y="653344"/>
                  </a:lnTo>
                  <a:lnTo>
                    <a:pt x="456633" y="653107"/>
                  </a:lnTo>
                  <a:lnTo>
                    <a:pt x="456979" y="652676"/>
                  </a:lnTo>
                  <a:lnTo>
                    <a:pt x="457686" y="651793"/>
                  </a:lnTo>
                  <a:lnTo>
                    <a:pt x="458776" y="650433"/>
                  </a:lnTo>
                  <a:lnTo>
                    <a:pt x="459564" y="649450"/>
                  </a:lnTo>
                  <a:lnTo>
                    <a:pt x="460914" y="647765"/>
                  </a:lnTo>
                  <a:lnTo>
                    <a:pt x="462787" y="645428"/>
                  </a:lnTo>
                  <a:lnTo>
                    <a:pt x="463409" y="644652"/>
                  </a:lnTo>
                  <a:lnTo>
                    <a:pt x="464187" y="643680"/>
                  </a:lnTo>
                  <a:lnTo>
                    <a:pt x="464947" y="642732"/>
                  </a:lnTo>
                  <a:lnTo>
                    <a:pt x="466269" y="641082"/>
                  </a:lnTo>
                  <a:lnTo>
                    <a:pt x="466999" y="640172"/>
                  </a:lnTo>
                  <a:lnTo>
                    <a:pt x="467343" y="638360"/>
                  </a:lnTo>
                  <a:lnTo>
                    <a:pt x="467614" y="636934"/>
                  </a:lnTo>
                  <a:lnTo>
                    <a:pt x="467888" y="635494"/>
                  </a:lnTo>
                  <a:lnTo>
                    <a:pt x="467937" y="635237"/>
                  </a:lnTo>
                  <a:lnTo>
                    <a:pt x="468060" y="634590"/>
                  </a:lnTo>
                  <a:lnTo>
                    <a:pt x="468336" y="633142"/>
                  </a:lnTo>
                  <a:lnTo>
                    <a:pt x="468730" y="631071"/>
                  </a:lnTo>
                  <a:lnTo>
                    <a:pt x="468986" y="629724"/>
                  </a:lnTo>
                  <a:lnTo>
                    <a:pt x="469092" y="629166"/>
                  </a:lnTo>
                  <a:lnTo>
                    <a:pt x="469833" y="625268"/>
                  </a:lnTo>
                  <a:lnTo>
                    <a:pt x="469881" y="625018"/>
                  </a:lnTo>
                  <a:lnTo>
                    <a:pt x="469968" y="624560"/>
                  </a:lnTo>
                  <a:lnTo>
                    <a:pt x="470413" y="622219"/>
                  </a:lnTo>
                  <a:lnTo>
                    <a:pt x="470449" y="622034"/>
                  </a:lnTo>
                  <a:lnTo>
                    <a:pt x="470840" y="619974"/>
                  </a:lnTo>
                  <a:lnTo>
                    <a:pt x="471086" y="618685"/>
                  </a:lnTo>
                  <a:lnTo>
                    <a:pt x="471306" y="617526"/>
                  </a:lnTo>
                  <a:lnTo>
                    <a:pt x="471696" y="615476"/>
                  </a:lnTo>
                  <a:lnTo>
                    <a:pt x="472108" y="613314"/>
                  </a:lnTo>
                  <a:lnTo>
                    <a:pt x="472438" y="611578"/>
                  </a:lnTo>
                  <a:lnTo>
                    <a:pt x="472478" y="611368"/>
                  </a:lnTo>
                  <a:lnTo>
                    <a:pt x="472613" y="610639"/>
                  </a:lnTo>
                  <a:lnTo>
                    <a:pt x="472745" y="609964"/>
                  </a:lnTo>
                  <a:lnTo>
                    <a:pt x="473119" y="608002"/>
                  </a:lnTo>
                  <a:lnTo>
                    <a:pt x="473295" y="607075"/>
                  </a:lnTo>
                  <a:lnTo>
                    <a:pt x="473353" y="606769"/>
                  </a:lnTo>
                  <a:lnTo>
                    <a:pt x="473620" y="605303"/>
                  </a:lnTo>
                  <a:lnTo>
                    <a:pt x="473672" y="605015"/>
                  </a:lnTo>
                  <a:lnTo>
                    <a:pt x="473899" y="603769"/>
                  </a:lnTo>
                  <a:lnTo>
                    <a:pt x="473997" y="603231"/>
                  </a:lnTo>
                  <a:lnTo>
                    <a:pt x="474608" y="601318"/>
                  </a:lnTo>
                  <a:lnTo>
                    <a:pt x="475048" y="599840"/>
                  </a:lnTo>
                  <a:lnTo>
                    <a:pt x="475402" y="598748"/>
                  </a:lnTo>
                  <a:lnTo>
                    <a:pt x="475762" y="597665"/>
                  </a:lnTo>
                  <a:lnTo>
                    <a:pt x="476088" y="596566"/>
                  </a:lnTo>
                  <a:lnTo>
                    <a:pt x="476474" y="595395"/>
                  </a:lnTo>
                  <a:lnTo>
                    <a:pt x="476828" y="594294"/>
                  </a:lnTo>
                  <a:lnTo>
                    <a:pt x="477358" y="592619"/>
                  </a:lnTo>
                  <a:lnTo>
                    <a:pt x="477724" y="591521"/>
                  </a:lnTo>
                  <a:lnTo>
                    <a:pt x="478099" y="590370"/>
                  </a:lnTo>
                  <a:lnTo>
                    <a:pt x="478460" y="589216"/>
                  </a:lnTo>
                  <a:lnTo>
                    <a:pt x="478794" y="588110"/>
                  </a:lnTo>
                  <a:lnTo>
                    <a:pt x="479001" y="587470"/>
                  </a:lnTo>
                  <a:lnTo>
                    <a:pt x="479152" y="586998"/>
                  </a:lnTo>
                  <a:lnTo>
                    <a:pt x="479353" y="586563"/>
                  </a:lnTo>
                  <a:lnTo>
                    <a:pt x="479548" y="585892"/>
                  </a:lnTo>
                  <a:lnTo>
                    <a:pt x="479881" y="584825"/>
                  </a:lnTo>
                  <a:lnTo>
                    <a:pt x="480263" y="583677"/>
                  </a:lnTo>
                  <a:lnTo>
                    <a:pt x="480529" y="583064"/>
                  </a:lnTo>
                  <a:lnTo>
                    <a:pt x="480949" y="581802"/>
                  </a:lnTo>
                  <a:lnTo>
                    <a:pt x="481078" y="581365"/>
                  </a:lnTo>
                  <a:lnTo>
                    <a:pt x="481282" y="580675"/>
                  </a:lnTo>
                  <a:lnTo>
                    <a:pt x="481582" y="579558"/>
                  </a:lnTo>
                  <a:lnTo>
                    <a:pt x="481915" y="578411"/>
                  </a:lnTo>
                  <a:lnTo>
                    <a:pt x="482219" y="577320"/>
                  </a:lnTo>
                  <a:lnTo>
                    <a:pt x="482273" y="577120"/>
                  </a:lnTo>
                  <a:lnTo>
                    <a:pt x="481943" y="576896"/>
                  </a:lnTo>
                  <a:lnTo>
                    <a:pt x="481057" y="576248"/>
                  </a:lnTo>
                  <a:lnTo>
                    <a:pt x="480462" y="575812"/>
                  </a:lnTo>
                  <a:lnTo>
                    <a:pt x="479703" y="575268"/>
                  </a:lnTo>
                  <a:lnTo>
                    <a:pt x="477729" y="573838"/>
                  </a:lnTo>
                  <a:lnTo>
                    <a:pt x="476385" y="572866"/>
                  </a:lnTo>
                  <a:lnTo>
                    <a:pt x="474892" y="571787"/>
                  </a:lnTo>
                  <a:lnTo>
                    <a:pt x="474594" y="571573"/>
                  </a:lnTo>
                  <a:lnTo>
                    <a:pt x="472983" y="568815"/>
                  </a:lnTo>
                  <a:lnTo>
                    <a:pt x="471442" y="566182"/>
                  </a:lnTo>
                  <a:lnTo>
                    <a:pt x="471274" y="565894"/>
                  </a:lnTo>
                  <a:lnTo>
                    <a:pt x="470627" y="564785"/>
                  </a:lnTo>
                  <a:lnTo>
                    <a:pt x="470591" y="564586"/>
                  </a:lnTo>
                  <a:lnTo>
                    <a:pt x="470301" y="563031"/>
                  </a:lnTo>
                  <a:lnTo>
                    <a:pt x="470200" y="562497"/>
                  </a:lnTo>
                  <a:lnTo>
                    <a:pt x="469993" y="561281"/>
                  </a:lnTo>
                  <a:lnTo>
                    <a:pt x="469943" y="560105"/>
                  </a:lnTo>
                  <a:lnTo>
                    <a:pt x="469754" y="558347"/>
                  </a:lnTo>
                  <a:lnTo>
                    <a:pt x="469630" y="557166"/>
                  </a:lnTo>
                  <a:lnTo>
                    <a:pt x="469446" y="555472"/>
                  </a:lnTo>
                  <a:lnTo>
                    <a:pt x="469309" y="554189"/>
                  </a:lnTo>
                  <a:lnTo>
                    <a:pt x="469848" y="552464"/>
                  </a:lnTo>
                  <a:lnTo>
                    <a:pt x="470580" y="550166"/>
                  </a:lnTo>
                  <a:lnTo>
                    <a:pt x="471070" y="548556"/>
                  </a:lnTo>
                  <a:lnTo>
                    <a:pt x="471485" y="547225"/>
                  </a:lnTo>
                  <a:lnTo>
                    <a:pt x="471775" y="546296"/>
                  </a:lnTo>
                  <a:lnTo>
                    <a:pt x="471943" y="545759"/>
                  </a:lnTo>
                  <a:lnTo>
                    <a:pt x="472134" y="545220"/>
                  </a:lnTo>
                  <a:lnTo>
                    <a:pt x="472439" y="544037"/>
                  </a:lnTo>
                  <a:lnTo>
                    <a:pt x="460818" y="535718"/>
                  </a:lnTo>
                  <a:lnTo>
                    <a:pt x="446334" y="533319"/>
                  </a:lnTo>
                  <a:lnTo>
                    <a:pt x="446021" y="533265"/>
                  </a:lnTo>
                  <a:lnTo>
                    <a:pt x="450789" y="529382"/>
                  </a:lnTo>
                  <a:lnTo>
                    <a:pt x="465957" y="517748"/>
                  </a:lnTo>
                  <a:lnTo>
                    <a:pt x="466303" y="517483"/>
                  </a:lnTo>
                  <a:lnTo>
                    <a:pt x="467753" y="516370"/>
                  </a:lnTo>
                  <a:lnTo>
                    <a:pt x="468613" y="515711"/>
                  </a:lnTo>
                  <a:lnTo>
                    <a:pt x="473056" y="512303"/>
                  </a:lnTo>
                  <a:lnTo>
                    <a:pt x="482413" y="516838"/>
                  </a:lnTo>
                  <a:lnTo>
                    <a:pt x="485288" y="515128"/>
                  </a:lnTo>
                  <a:lnTo>
                    <a:pt x="486008" y="513736"/>
                  </a:lnTo>
                  <a:lnTo>
                    <a:pt x="486744" y="512319"/>
                  </a:lnTo>
                  <a:lnTo>
                    <a:pt x="487214" y="511611"/>
                  </a:lnTo>
                  <a:lnTo>
                    <a:pt x="487634" y="510985"/>
                  </a:lnTo>
                  <a:lnTo>
                    <a:pt x="488143" y="510344"/>
                  </a:lnTo>
                  <a:lnTo>
                    <a:pt x="488995" y="509252"/>
                  </a:lnTo>
                  <a:lnTo>
                    <a:pt x="489074" y="506777"/>
                  </a:lnTo>
                  <a:lnTo>
                    <a:pt x="489120" y="505375"/>
                  </a:lnTo>
                  <a:lnTo>
                    <a:pt x="489158" y="504163"/>
                  </a:lnTo>
                  <a:lnTo>
                    <a:pt x="489219" y="502273"/>
                  </a:lnTo>
                  <a:lnTo>
                    <a:pt x="489258" y="501013"/>
                  </a:lnTo>
                  <a:lnTo>
                    <a:pt x="487843" y="500374"/>
                  </a:lnTo>
                  <a:lnTo>
                    <a:pt x="486983" y="499988"/>
                  </a:lnTo>
                  <a:lnTo>
                    <a:pt x="489334" y="495741"/>
                  </a:lnTo>
                  <a:lnTo>
                    <a:pt x="494854" y="486883"/>
                  </a:lnTo>
                  <a:lnTo>
                    <a:pt x="499046" y="480245"/>
                  </a:lnTo>
                  <a:lnTo>
                    <a:pt x="503818" y="472155"/>
                  </a:lnTo>
                  <a:lnTo>
                    <a:pt x="511203" y="466343"/>
                  </a:lnTo>
                  <a:lnTo>
                    <a:pt x="515111" y="465593"/>
                  </a:lnTo>
                  <a:lnTo>
                    <a:pt x="516602" y="467201"/>
                  </a:lnTo>
                  <a:lnTo>
                    <a:pt x="517233" y="467880"/>
                  </a:lnTo>
                  <a:lnTo>
                    <a:pt x="518622" y="469384"/>
                  </a:lnTo>
                  <a:lnTo>
                    <a:pt x="519355" y="470173"/>
                  </a:lnTo>
                  <a:lnTo>
                    <a:pt x="522009" y="473995"/>
                  </a:lnTo>
                  <a:lnTo>
                    <a:pt x="528383" y="473453"/>
                  </a:lnTo>
                  <a:lnTo>
                    <a:pt x="536419" y="476697"/>
                  </a:lnTo>
                  <a:lnTo>
                    <a:pt x="542585" y="468524"/>
                  </a:lnTo>
                  <a:lnTo>
                    <a:pt x="544564" y="465901"/>
                  </a:lnTo>
                  <a:lnTo>
                    <a:pt x="544839" y="465534"/>
                  </a:lnTo>
                  <a:lnTo>
                    <a:pt x="545050" y="465249"/>
                  </a:lnTo>
                  <a:lnTo>
                    <a:pt x="545287" y="464934"/>
                  </a:lnTo>
                  <a:lnTo>
                    <a:pt x="545645" y="464448"/>
                  </a:lnTo>
                  <a:lnTo>
                    <a:pt x="546411" y="463420"/>
                  </a:lnTo>
                  <a:lnTo>
                    <a:pt x="546902" y="462755"/>
                  </a:lnTo>
                  <a:lnTo>
                    <a:pt x="547358" y="462145"/>
                  </a:lnTo>
                  <a:lnTo>
                    <a:pt x="548073" y="461178"/>
                  </a:lnTo>
                  <a:lnTo>
                    <a:pt x="548442" y="460682"/>
                  </a:lnTo>
                  <a:lnTo>
                    <a:pt x="548783" y="460219"/>
                  </a:lnTo>
                  <a:lnTo>
                    <a:pt x="549195" y="459666"/>
                  </a:lnTo>
                  <a:lnTo>
                    <a:pt x="549508" y="459244"/>
                  </a:lnTo>
                  <a:lnTo>
                    <a:pt x="549859" y="458776"/>
                  </a:lnTo>
                  <a:lnTo>
                    <a:pt x="550185" y="458328"/>
                  </a:lnTo>
                  <a:lnTo>
                    <a:pt x="550709" y="457626"/>
                  </a:lnTo>
                  <a:lnTo>
                    <a:pt x="551030" y="457196"/>
                  </a:lnTo>
                  <a:lnTo>
                    <a:pt x="551221" y="456936"/>
                  </a:lnTo>
                  <a:lnTo>
                    <a:pt x="551572" y="456468"/>
                  </a:lnTo>
                  <a:lnTo>
                    <a:pt x="551946" y="455962"/>
                  </a:lnTo>
                  <a:lnTo>
                    <a:pt x="552165" y="455666"/>
                  </a:lnTo>
                  <a:lnTo>
                    <a:pt x="552378" y="455514"/>
                  </a:lnTo>
                  <a:lnTo>
                    <a:pt x="553007" y="455061"/>
                  </a:lnTo>
                  <a:lnTo>
                    <a:pt x="553785" y="454504"/>
                  </a:lnTo>
                  <a:lnTo>
                    <a:pt x="554078" y="454292"/>
                  </a:lnTo>
                  <a:lnTo>
                    <a:pt x="554259" y="454163"/>
                  </a:lnTo>
                  <a:lnTo>
                    <a:pt x="554490" y="453837"/>
                  </a:lnTo>
                  <a:lnTo>
                    <a:pt x="554574" y="453636"/>
                  </a:lnTo>
                  <a:lnTo>
                    <a:pt x="554643" y="453351"/>
                  </a:lnTo>
                  <a:lnTo>
                    <a:pt x="554610" y="453208"/>
                  </a:lnTo>
                  <a:lnTo>
                    <a:pt x="554895" y="453394"/>
                  </a:lnTo>
                  <a:lnTo>
                    <a:pt x="555345" y="453692"/>
                  </a:lnTo>
                  <a:lnTo>
                    <a:pt x="555847" y="454020"/>
                  </a:lnTo>
                  <a:lnTo>
                    <a:pt x="556340" y="454343"/>
                  </a:lnTo>
                  <a:lnTo>
                    <a:pt x="556651" y="454549"/>
                  </a:lnTo>
                  <a:lnTo>
                    <a:pt x="556768" y="454748"/>
                  </a:lnTo>
                  <a:lnTo>
                    <a:pt x="557055" y="455234"/>
                  </a:lnTo>
                  <a:lnTo>
                    <a:pt x="557358" y="455740"/>
                  </a:lnTo>
                  <a:lnTo>
                    <a:pt x="557648" y="456231"/>
                  </a:lnTo>
                  <a:lnTo>
                    <a:pt x="557956" y="456750"/>
                  </a:lnTo>
                  <a:lnTo>
                    <a:pt x="558325" y="457374"/>
                  </a:lnTo>
                  <a:lnTo>
                    <a:pt x="558796" y="457402"/>
                  </a:lnTo>
                  <a:lnTo>
                    <a:pt x="559363" y="457443"/>
                  </a:lnTo>
                  <a:lnTo>
                    <a:pt x="559959" y="457483"/>
                  </a:lnTo>
                  <a:lnTo>
                    <a:pt x="560345" y="457506"/>
                  </a:lnTo>
                  <a:lnTo>
                    <a:pt x="560587" y="457509"/>
                  </a:lnTo>
                  <a:lnTo>
                    <a:pt x="561170" y="457468"/>
                  </a:lnTo>
                  <a:lnTo>
                    <a:pt x="561640" y="457432"/>
                  </a:lnTo>
                  <a:lnTo>
                    <a:pt x="561770" y="457422"/>
                  </a:lnTo>
                  <a:lnTo>
                    <a:pt x="562299" y="457575"/>
                  </a:lnTo>
                  <a:lnTo>
                    <a:pt x="562798" y="457715"/>
                  </a:lnTo>
                  <a:lnTo>
                    <a:pt x="563208" y="457832"/>
                  </a:lnTo>
                  <a:lnTo>
                    <a:pt x="563353" y="457939"/>
                  </a:lnTo>
                  <a:lnTo>
                    <a:pt x="563534" y="458076"/>
                  </a:lnTo>
                  <a:lnTo>
                    <a:pt x="563684" y="458193"/>
                  </a:lnTo>
                  <a:lnTo>
                    <a:pt x="563722" y="458063"/>
                  </a:lnTo>
                  <a:lnTo>
                    <a:pt x="563783" y="457857"/>
                  </a:lnTo>
                  <a:lnTo>
                    <a:pt x="563880" y="457519"/>
                  </a:lnTo>
                  <a:lnTo>
                    <a:pt x="564048" y="456944"/>
                  </a:lnTo>
                  <a:lnTo>
                    <a:pt x="564221" y="456353"/>
                  </a:lnTo>
                  <a:lnTo>
                    <a:pt x="564383" y="455794"/>
                  </a:lnTo>
                  <a:lnTo>
                    <a:pt x="564551" y="455208"/>
                  </a:lnTo>
                  <a:lnTo>
                    <a:pt x="564709" y="454669"/>
                  </a:lnTo>
                  <a:lnTo>
                    <a:pt x="564875" y="454104"/>
                  </a:lnTo>
                  <a:lnTo>
                    <a:pt x="565035" y="453544"/>
                  </a:lnTo>
                  <a:lnTo>
                    <a:pt x="565200" y="452982"/>
                  </a:lnTo>
                  <a:lnTo>
                    <a:pt x="565361" y="452435"/>
                  </a:lnTo>
                  <a:lnTo>
                    <a:pt x="565526" y="451867"/>
                  </a:lnTo>
                  <a:lnTo>
                    <a:pt x="565758" y="451068"/>
                  </a:lnTo>
                  <a:lnTo>
                    <a:pt x="565792" y="450856"/>
                  </a:lnTo>
                  <a:lnTo>
                    <a:pt x="565620" y="450702"/>
                  </a:lnTo>
                  <a:lnTo>
                    <a:pt x="565167" y="450272"/>
                  </a:lnTo>
                  <a:lnTo>
                    <a:pt x="564834" y="449951"/>
                  </a:lnTo>
                  <a:lnTo>
                    <a:pt x="564498" y="449483"/>
                  </a:lnTo>
                  <a:lnTo>
                    <a:pt x="564340" y="449262"/>
                  </a:lnTo>
                  <a:lnTo>
                    <a:pt x="564371" y="448834"/>
                  </a:lnTo>
                  <a:lnTo>
                    <a:pt x="564406" y="448404"/>
                  </a:lnTo>
                  <a:lnTo>
                    <a:pt x="564424" y="448185"/>
                  </a:lnTo>
                  <a:lnTo>
                    <a:pt x="564562" y="447824"/>
                  </a:lnTo>
                  <a:lnTo>
                    <a:pt x="564694" y="447699"/>
                  </a:lnTo>
                  <a:lnTo>
                    <a:pt x="565071" y="447343"/>
                  </a:lnTo>
                  <a:lnTo>
                    <a:pt x="565239" y="447236"/>
                  </a:lnTo>
                  <a:lnTo>
                    <a:pt x="565442" y="447104"/>
                  </a:lnTo>
                  <a:lnTo>
                    <a:pt x="565600" y="447000"/>
                  </a:lnTo>
                  <a:lnTo>
                    <a:pt x="565605" y="446847"/>
                  </a:lnTo>
                  <a:lnTo>
                    <a:pt x="565653" y="446715"/>
                  </a:lnTo>
                  <a:lnTo>
                    <a:pt x="566060" y="446725"/>
                  </a:lnTo>
                  <a:lnTo>
                    <a:pt x="566674" y="446743"/>
                  </a:lnTo>
                  <a:lnTo>
                    <a:pt x="567233" y="446755"/>
                  </a:lnTo>
                  <a:lnTo>
                    <a:pt x="567837" y="446773"/>
                  </a:lnTo>
                  <a:lnTo>
                    <a:pt x="568139" y="446781"/>
                  </a:lnTo>
                  <a:lnTo>
                    <a:pt x="568455" y="446883"/>
                  </a:lnTo>
                  <a:lnTo>
                    <a:pt x="569083" y="447096"/>
                  </a:lnTo>
                  <a:lnTo>
                    <a:pt x="569434" y="447213"/>
                  </a:lnTo>
                  <a:lnTo>
                    <a:pt x="569562" y="447257"/>
                  </a:lnTo>
                  <a:lnTo>
                    <a:pt x="569852" y="446712"/>
                  </a:lnTo>
                  <a:lnTo>
                    <a:pt x="570401" y="445689"/>
                  </a:lnTo>
                  <a:lnTo>
                    <a:pt x="570648" y="445229"/>
                  </a:lnTo>
                  <a:lnTo>
                    <a:pt x="570737" y="445063"/>
                  </a:lnTo>
                  <a:lnTo>
                    <a:pt x="570816" y="444893"/>
                  </a:lnTo>
                  <a:lnTo>
                    <a:pt x="571068" y="444524"/>
                  </a:lnTo>
                  <a:lnTo>
                    <a:pt x="571480" y="443928"/>
                  </a:lnTo>
                  <a:lnTo>
                    <a:pt x="572185" y="442900"/>
                  </a:lnTo>
                  <a:lnTo>
                    <a:pt x="573200" y="441425"/>
                  </a:lnTo>
                  <a:lnTo>
                    <a:pt x="573755" y="440615"/>
                  </a:lnTo>
                  <a:lnTo>
                    <a:pt x="568386" y="435424"/>
                  </a:lnTo>
                  <a:lnTo>
                    <a:pt x="565015" y="433836"/>
                  </a:lnTo>
                  <a:lnTo>
                    <a:pt x="570702" y="428709"/>
                  </a:lnTo>
                  <a:lnTo>
                    <a:pt x="570587" y="428539"/>
                  </a:lnTo>
                  <a:lnTo>
                    <a:pt x="570374" y="428228"/>
                  </a:lnTo>
                  <a:lnTo>
                    <a:pt x="570218" y="428025"/>
                  </a:lnTo>
                  <a:lnTo>
                    <a:pt x="570091" y="427857"/>
                  </a:lnTo>
                  <a:lnTo>
                    <a:pt x="569954" y="427775"/>
                  </a:lnTo>
                  <a:lnTo>
                    <a:pt x="569511" y="427490"/>
                  </a:lnTo>
                  <a:lnTo>
                    <a:pt x="569257" y="427310"/>
                  </a:lnTo>
                  <a:lnTo>
                    <a:pt x="569071" y="427172"/>
                  </a:lnTo>
                  <a:lnTo>
                    <a:pt x="568799" y="426938"/>
                  </a:lnTo>
                  <a:lnTo>
                    <a:pt x="568664" y="426773"/>
                  </a:lnTo>
                  <a:lnTo>
                    <a:pt x="568346" y="426432"/>
                  </a:lnTo>
                  <a:lnTo>
                    <a:pt x="568017" y="426017"/>
                  </a:lnTo>
                  <a:lnTo>
                    <a:pt x="567386" y="425305"/>
                  </a:lnTo>
                  <a:lnTo>
                    <a:pt x="567374" y="424864"/>
                  </a:lnTo>
                  <a:lnTo>
                    <a:pt x="567363" y="424475"/>
                  </a:lnTo>
                  <a:lnTo>
                    <a:pt x="567307" y="424305"/>
                  </a:lnTo>
                  <a:lnTo>
                    <a:pt x="567114" y="424032"/>
                  </a:lnTo>
                  <a:lnTo>
                    <a:pt x="566987" y="423890"/>
                  </a:lnTo>
                  <a:lnTo>
                    <a:pt x="566488" y="423513"/>
                  </a:lnTo>
                  <a:lnTo>
                    <a:pt x="566234" y="423322"/>
                  </a:lnTo>
                  <a:lnTo>
                    <a:pt x="565959" y="423101"/>
                  </a:lnTo>
                  <a:lnTo>
                    <a:pt x="564274" y="422335"/>
                  </a:lnTo>
                  <a:lnTo>
                    <a:pt x="563610" y="421546"/>
                  </a:lnTo>
                  <a:lnTo>
                    <a:pt x="562432" y="420768"/>
                  </a:lnTo>
                  <a:lnTo>
                    <a:pt x="560402" y="419424"/>
                  </a:lnTo>
                  <a:lnTo>
                    <a:pt x="557020" y="417106"/>
                  </a:lnTo>
                  <a:lnTo>
                    <a:pt x="555648" y="416938"/>
                  </a:lnTo>
                  <a:lnTo>
                    <a:pt x="556142" y="415269"/>
                  </a:lnTo>
                  <a:lnTo>
                    <a:pt x="555059" y="413162"/>
                  </a:lnTo>
                  <a:lnTo>
                    <a:pt x="553648" y="409695"/>
                  </a:lnTo>
                  <a:lnTo>
                    <a:pt x="552236" y="406221"/>
                  </a:lnTo>
                  <a:lnTo>
                    <a:pt x="550267" y="401383"/>
                  </a:lnTo>
                  <a:lnTo>
                    <a:pt x="550116" y="399874"/>
                  </a:lnTo>
                  <a:lnTo>
                    <a:pt x="550060" y="399191"/>
                  </a:lnTo>
                  <a:lnTo>
                    <a:pt x="549995" y="398505"/>
                  </a:lnTo>
                  <a:lnTo>
                    <a:pt x="545899" y="397420"/>
                  </a:lnTo>
                  <a:lnTo>
                    <a:pt x="545818" y="397169"/>
                  </a:lnTo>
                  <a:lnTo>
                    <a:pt x="545666" y="396698"/>
                  </a:lnTo>
                  <a:lnTo>
                    <a:pt x="545462" y="396067"/>
                  </a:lnTo>
                  <a:lnTo>
                    <a:pt x="545530" y="395587"/>
                  </a:lnTo>
                  <a:lnTo>
                    <a:pt x="548151" y="392263"/>
                  </a:lnTo>
                  <a:lnTo>
                    <a:pt x="547740" y="390063"/>
                  </a:lnTo>
                  <a:lnTo>
                    <a:pt x="547666" y="389399"/>
                  </a:lnTo>
                  <a:lnTo>
                    <a:pt x="547595" y="388735"/>
                  </a:lnTo>
                  <a:lnTo>
                    <a:pt x="547529" y="388129"/>
                  </a:lnTo>
                  <a:lnTo>
                    <a:pt x="547468" y="387607"/>
                  </a:lnTo>
                  <a:lnTo>
                    <a:pt x="547394" y="386918"/>
                  </a:lnTo>
                  <a:lnTo>
                    <a:pt x="547447" y="386696"/>
                  </a:lnTo>
                  <a:lnTo>
                    <a:pt x="547506" y="386449"/>
                  </a:lnTo>
                  <a:lnTo>
                    <a:pt x="547641" y="385890"/>
                  </a:lnTo>
                  <a:lnTo>
                    <a:pt x="547776" y="385322"/>
                  </a:lnTo>
                  <a:lnTo>
                    <a:pt x="547918" y="384729"/>
                  </a:lnTo>
                  <a:lnTo>
                    <a:pt x="547961" y="384551"/>
                  </a:lnTo>
                  <a:lnTo>
                    <a:pt x="547509" y="384335"/>
                  </a:lnTo>
                  <a:lnTo>
                    <a:pt x="546949" y="384070"/>
                  </a:lnTo>
                  <a:lnTo>
                    <a:pt x="546773" y="384035"/>
                  </a:lnTo>
                  <a:lnTo>
                    <a:pt x="546371" y="383981"/>
                  </a:lnTo>
                  <a:lnTo>
                    <a:pt x="546020" y="383933"/>
                  </a:lnTo>
                  <a:lnTo>
                    <a:pt x="545827" y="383907"/>
                  </a:lnTo>
                  <a:lnTo>
                    <a:pt x="545605" y="383846"/>
                  </a:lnTo>
                  <a:lnTo>
                    <a:pt x="545425" y="383798"/>
                  </a:lnTo>
                  <a:lnTo>
                    <a:pt x="545208" y="383691"/>
                  </a:lnTo>
                  <a:lnTo>
                    <a:pt x="545056" y="383615"/>
                  </a:lnTo>
                  <a:lnTo>
                    <a:pt x="544229" y="383101"/>
                  </a:lnTo>
                  <a:lnTo>
                    <a:pt x="543773" y="382813"/>
                  </a:lnTo>
                  <a:lnTo>
                    <a:pt x="543241" y="382482"/>
                  </a:lnTo>
                  <a:lnTo>
                    <a:pt x="542755" y="382060"/>
                  </a:lnTo>
                  <a:lnTo>
                    <a:pt x="542529" y="381826"/>
                  </a:lnTo>
                  <a:lnTo>
                    <a:pt x="542391" y="381658"/>
                  </a:lnTo>
                  <a:lnTo>
                    <a:pt x="542254" y="381452"/>
                  </a:lnTo>
                  <a:lnTo>
                    <a:pt x="542066" y="381172"/>
                  </a:lnTo>
                  <a:lnTo>
                    <a:pt x="541997" y="380984"/>
                  </a:lnTo>
                  <a:lnTo>
                    <a:pt x="541987" y="380806"/>
                  </a:lnTo>
                  <a:lnTo>
                    <a:pt x="541977" y="380579"/>
                  </a:lnTo>
                  <a:lnTo>
                    <a:pt x="542015" y="380111"/>
                  </a:lnTo>
                  <a:lnTo>
                    <a:pt x="542079" y="379722"/>
                  </a:lnTo>
                  <a:lnTo>
                    <a:pt x="542951" y="379844"/>
                  </a:lnTo>
                  <a:lnTo>
                    <a:pt x="543605" y="379935"/>
                  </a:lnTo>
                  <a:lnTo>
                    <a:pt x="544167" y="380011"/>
                  </a:lnTo>
                  <a:lnTo>
                    <a:pt x="545358" y="380309"/>
                  </a:lnTo>
                  <a:lnTo>
                    <a:pt x="545880" y="380439"/>
                  </a:lnTo>
                  <a:lnTo>
                    <a:pt x="546544" y="380604"/>
                  </a:lnTo>
                  <a:lnTo>
                    <a:pt x="547073" y="380737"/>
                  </a:lnTo>
                  <a:lnTo>
                    <a:pt x="548060" y="380986"/>
                  </a:lnTo>
                  <a:lnTo>
                    <a:pt x="548630" y="380103"/>
                  </a:lnTo>
                  <a:lnTo>
                    <a:pt x="549330" y="379019"/>
                  </a:lnTo>
                  <a:lnTo>
                    <a:pt x="549814" y="378271"/>
                  </a:lnTo>
                  <a:lnTo>
                    <a:pt x="550415" y="377338"/>
                  </a:lnTo>
                  <a:lnTo>
                    <a:pt x="550732" y="376836"/>
                  </a:lnTo>
                  <a:lnTo>
                    <a:pt x="551244" y="376612"/>
                  </a:lnTo>
                  <a:lnTo>
                    <a:pt x="554413" y="375291"/>
                  </a:lnTo>
                  <a:lnTo>
                    <a:pt x="555275" y="374892"/>
                  </a:lnTo>
                  <a:lnTo>
                    <a:pt x="556906" y="374120"/>
                  </a:lnTo>
                  <a:lnTo>
                    <a:pt x="558624" y="373066"/>
                  </a:lnTo>
                  <a:lnTo>
                    <a:pt x="559853" y="372486"/>
                  </a:lnTo>
                  <a:lnTo>
                    <a:pt x="560643" y="371973"/>
                  </a:lnTo>
                  <a:lnTo>
                    <a:pt x="560614" y="369676"/>
                  </a:lnTo>
                  <a:lnTo>
                    <a:pt x="566729" y="363686"/>
                  </a:lnTo>
                  <a:lnTo>
                    <a:pt x="573579" y="362158"/>
                  </a:lnTo>
                  <a:lnTo>
                    <a:pt x="573142" y="360469"/>
                  </a:lnTo>
                  <a:lnTo>
                    <a:pt x="577655" y="355954"/>
                  </a:lnTo>
                  <a:lnTo>
                    <a:pt x="577944" y="355549"/>
                  </a:lnTo>
                  <a:lnTo>
                    <a:pt x="578294" y="355162"/>
                  </a:lnTo>
                  <a:lnTo>
                    <a:pt x="578320" y="354905"/>
                  </a:lnTo>
                  <a:lnTo>
                    <a:pt x="578380" y="354093"/>
                  </a:lnTo>
                  <a:lnTo>
                    <a:pt x="578391" y="353818"/>
                  </a:lnTo>
                  <a:lnTo>
                    <a:pt x="578202" y="353686"/>
                  </a:lnTo>
                  <a:lnTo>
                    <a:pt x="577932" y="353619"/>
                  </a:lnTo>
                  <a:lnTo>
                    <a:pt x="576959" y="353650"/>
                  </a:lnTo>
                  <a:lnTo>
                    <a:pt x="574272" y="349453"/>
                  </a:lnTo>
                  <a:lnTo>
                    <a:pt x="573564" y="348639"/>
                  </a:lnTo>
                  <a:lnTo>
                    <a:pt x="573316" y="348568"/>
                  </a:lnTo>
                  <a:lnTo>
                    <a:pt x="573017" y="348546"/>
                  </a:lnTo>
                  <a:lnTo>
                    <a:pt x="572808" y="348618"/>
                  </a:lnTo>
                  <a:lnTo>
                    <a:pt x="572672" y="348737"/>
                  </a:lnTo>
                  <a:lnTo>
                    <a:pt x="572376" y="349143"/>
                  </a:lnTo>
                  <a:lnTo>
                    <a:pt x="572236" y="349238"/>
                  </a:lnTo>
                  <a:lnTo>
                    <a:pt x="572109" y="349230"/>
                  </a:lnTo>
                  <a:lnTo>
                    <a:pt x="571849" y="349217"/>
                  </a:lnTo>
                  <a:lnTo>
                    <a:pt x="571671" y="349138"/>
                  </a:lnTo>
                  <a:lnTo>
                    <a:pt x="571488" y="349042"/>
                  </a:lnTo>
                  <a:lnTo>
                    <a:pt x="571050" y="348912"/>
                  </a:lnTo>
                  <a:lnTo>
                    <a:pt x="570905" y="348670"/>
                  </a:lnTo>
                  <a:lnTo>
                    <a:pt x="570587" y="348457"/>
                  </a:lnTo>
                  <a:lnTo>
                    <a:pt x="570437" y="348408"/>
                  </a:lnTo>
                  <a:lnTo>
                    <a:pt x="570249" y="348299"/>
                  </a:lnTo>
                  <a:lnTo>
                    <a:pt x="569829" y="347960"/>
                  </a:lnTo>
                  <a:lnTo>
                    <a:pt x="569697" y="347887"/>
                  </a:lnTo>
                  <a:lnTo>
                    <a:pt x="569152" y="347426"/>
                  </a:lnTo>
                  <a:lnTo>
                    <a:pt x="569127" y="347141"/>
                  </a:lnTo>
                  <a:lnTo>
                    <a:pt x="568481" y="346378"/>
                  </a:lnTo>
                  <a:lnTo>
                    <a:pt x="568310" y="346121"/>
                  </a:lnTo>
                  <a:lnTo>
                    <a:pt x="568229" y="345792"/>
                  </a:lnTo>
                  <a:lnTo>
                    <a:pt x="567987" y="345574"/>
                  </a:lnTo>
                  <a:lnTo>
                    <a:pt x="567804" y="345719"/>
                  </a:lnTo>
                  <a:lnTo>
                    <a:pt x="567600" y="345365"/>
                  </a:lnTo>
                  <a:lnTo>
                    <a:pt x="567203" y="344683"/>
                  </a:lnTo>
                  <a:lnTo>
                    <a:pt x="567068" y="344449"/>
                  </a:lnTo>
                  <a:lnTo>
                    <a:pt x="566961" y="344144"/>
                  </a:lnTo>
                  <a:lnTo>
                    <a:pt x="566875" y="343897"/>
                  </a:lnTo>
                  <a:lnTo>
                    <a:pt x="566738" y="343378"/>
                  </a:lnTo>
                  <a:lnTo>
                    <a:pt x="566697" y="342978"/>
                  </a:lnTo>
                  <a:lnTo>
                    <a:pt x="566656" y="342589"/>
                  </a:lnTo>
                  <a:lnTo>
                    <a:pt x="566603" y="342291"/>
                  </a:lnTo>
                  <a:lnTo>
                    <a:pt x="566590" y="341640"/>
                  </a:lnTo>
                  <a:lnTo>
                    <a:pt x="566633" y="341416"/>
                  </a:lnTo>
                  <a:lnTo>
                    <a:pt x="566664" y="341248"/>
                  </a:lnTo>
                  <a:lnTo>
                    <a:pt x="566819" y="341006"/>
                  </a:lnTo>
                  <a:lnTo>
                    <a:pt x="567048" y="341057"/>
                  </a:lnTo>
                  <a:lnTo>
                    <a:pt x="567478" y="340540"/>
                  </a:lnTo>
                  <a:lnTo>
                    <a:pt x="567496" y="339879"/>
                  </a:lnTo>
                  <a:lnTo>
                    <a:pt x="567631" y="339703"/>
                  </a:lnTo>
                  <a:lnTo>
                    <a:pt x="567598" y="339477"/>
                  </a:lnTo>
                  <a:lnTo>
                    <a:pt x="567595" y="339319"/>
                  </a:lnTo>
                  <a:lnTo>
                    <a:pt x="567654" y="339067"/>
                  </a:lnTo>
                  <a:lnTo>
                    <a:pt x="567679" y="338932"/>
                  </a:lnTo>
                  <a:lnTo>
                    <a:pt x="567379" y="338787"/>
                  </a:lnTo>
                  <a:lnTo>
                    <a:pt x="567501" y="338253"/>
                  </a:lnTo>
                  <a:lnTo>
                    <a:pt x="567460" y="338123"/>
                  </a:lnTo>
                  <a:lnTo>
                    <a:pt x="567409" y="337810"/>
                  </a:lnTo>
                  <a:lnTo>
                    <a:pt x="567364" y="337505"/>
                  </a:lnTo>
                  <a:lnTo>
                    <a:pt x="567336" y="337232"/>
                  </a:lnTo>
                  <a:lnTo>
                    <a:pt x="567213" y="337016"/>
                  </a:lnTo>
                  <a:lnTo>
                    <a:pt x="567089" y="336731"/>
                  </a:lnTo>
                  <a:lnTo>
                    <a:pt x="567000" y="336551"/>
                  </a:lnTo>
                  <a:lnTo>
                    <a:pt x="567282" y="336031"/>
                  </a:lnTo>
                  <a:lnTo>
                    <a:pt x="567180" y="335614"/>
                  </a:lnTo>
                  <a:lnTo>
                    <a:pt x="567188" y="335009"/>
                  </a:lnTo>
                  <a:lnTo>
                    <a:pt x="567196" y="334405"/>
                  </a:lnTo>
                  <a:lnTo>
                    <a:pt x="567206" y="333797"/>
                  </a:lnTo>
                  <a:lnTo>
                    <a:pt x="567214" y="333220"/>
                  </a:lnTo>
                  <a:lnTo>
                    <a:pt x="567226" y="332042"/>
                  </a:lnTo>
                  <a:lnTo>
                    <a:pt x="567244" y="330858"/>
                  </a:lnTo>
                  <a:lnTo>
                    <a:pt x="567259" y="329673"/>
                  </a:lnTo>
                  <a:lnTo>
                    <a:pt x="567267" y="329052"/>
                  </a:lnTo>
                  <a:lnTo>
                    <a:pt x="567330" y="327654"/>
                  </a:lnTo>
                  <a:lnTo>
                    <a:pt x="570348" y="326335"/>
                  </a:lnTo>
                  <a:lnTo>
                    <a:pt x="573353" y="324845"/>
                  </a:lnTo>
                  <a:lnTo>
                    <a:pt x="576130" y="327578"/>
                  </a:lnTo>
                  <a:lnTo>
                    <a:pt x="576455" y="327711"/>
                  </a:lnTo>
                  <a:lnTo>
                    <a:pt x="576730" y="327678"/>
                  </a:lnTo>
                  <a:lnTo>
                    <a:pt x="578318" y="327945"/>
                  </a:lnTo>
                  <a:lnTo>
                    <a:pt x="584297" y="328135"/>
                  </a:lnTo>
                  <a:lnTo>
                    <a:pt x="588463" y="324471"/>
                  </a:lnTo>
                  <a:lnTo>
                    <a:pt x="590425" y="322715"/>
                  </a:lnTo>
                  <a:lnTo>
                    <a:pt x="591399" y="321843"/>
                  </a:lnTo>
                  <a:lnTo>
                    <a:pt x="591269" y="321451"/>
                  </a:lnTo>
                  <a:lnTo>
                    <a:pt x="590951" y="320242"/>
                  </a:lnTo>
                  <a:lnTo>
                    <a:pt x="590661" y="319138"/>
                  </a:lnTo>
                  <a:lnTo>
                    <a:pt x="590331" y="317871"/>
                  </a:lnTo>
                  <a:lnTo>
                    <a:pt x="590043" y="316769"/>
                  </a:lnTo>
                  <a:lnTo>
                    <a:pt x="589883" y="316158"/>
                  </a:lnTo>
                  <a:lnTo>
                    <a:pt x="589730" y="315573"/>
                  </a:lnTo>
                  <a:lnTo>
                    <a:pt x="589595" y="315059"/>
                  </a:lnTo>
                  <a:lnTo>
                    <a:pt x="589320" y="314586"/>
                  </a:lnTo>
                  <a:lnTo>
                    <a:pt x="588829" y="313751"/>
                  </a:lnTo>
                  <a:lnTo>
                    <a:pt x="588379" y="312975"/>
                  </a:lnTo>
                  <a:lnTo>
                    <a:pt x="587974" y="312286"/>
                  </a:lnTo>
                  <a:lnTo>
                    <a:pt x="587722" y="311856"/>
                  </a:lnTo>
                  <a:lnTo>
                    <a:pt x="587623" y="311194"/>
                  </a:lnTo>
                  <a:lnTo>
                    <a:pt x="587501" y="310385"/>
                  </a:lnTo>
                  <a:lnTo>
                    <a:pt x="587366" y="309474"/>
                  </a:lnTo>
                  <a:lnTo>
                    <a:pt x="587287" y="308952"/>
                  </a:lnTo>
                  <a:lnTo>
                    <a:pt x="587208" y="308408"/>
                  </a:lnTo>
                  <a:lnTo>
                    <a:pt x="586547" y="303993"/>
                  </a:lnTo>
                  <a:lnTo>
                    <a:pt x="586163" y="302113"/>
                  </a:lnTo>
                  <a:lnTo>
                    <a:pt x="585860" y="300357"/>
                  </a:lnTo>
                  <a:lnTo>
                    <a:pt x="585760" y="299789"/>
                  </a:lnTo>
                  <a:lnTo>
                    <a:pt x="585618" y="298957"/>
                  </a:lnTo>
                  <a:lnTo>
                    <a:pt x="585114" y="298677"/>
                  </a:lnTo>
                  <a:lnTo>
                    <a:pt x="584427" y="298293"/>
                  </a:lnTo>
                  <a:lnTo>
                    <a:pt x="583615" y="297845"/>
                  </a:lnTo>
                  <a:lnTo>
                    <a:pt x="582567" y="297260"/>
                  </a:lnTo>
                  <a:lnTo>
                    <a:pt x="580585" y="296158"/>
                  </a:lnTo>
                  <a:lnTo>
                    <a:pt x="579310" y="295448"/>
                  </a:lnTo>
                  <a:lnTo>
                    <a:pt x="578234" y="294820"/>
                  </a:lnTo>
                  <a:lnTo>
                    <a:pt x="577198" y="294214"/>
                  </a:lnTo>
                  <a:lnTo>
                    <a:pt x="577028" y="294118"/>
                  </a:lnTo>
                  <a:lnTo>
                    <a:pt x="576425" y="294438"/>
                  </a:lnTo>
                  <a:lnTo>
                    <a:pt x="575300" y="295031"/>
                  </a:lnTo>
                  <a:lnTo>
                    <a:pt x="572664" y="296428"/>
                  </a:lnTo>
                  <a:lnTo>
                    <a:pt x="571127" y="297242"/>
                  </a:lnTo>
                  <a:lnTo>
                    <a:pt x="569493" y="298107"/>
                  </a:lnTo>
                  <a:lnTo>
                    <a:pt x="568445" y="298662"/>
                  </a:lnTo>
                  <a:lnTo>
                    <a:pt x="567358" y="299240"/>
                  </a:lnTo>
                  <a:lnTo>
                    <a:pt x="566272" y="299815"/>
                  </a:lnTo>
                  <a:lnTo>
                    <a:pt x="565816" y="300057"/>
                  </a:lnTo>
                  <a:lnTo>
                    <a:pt x="565313" y="299812"/>
                  </a:lnTo>
                  <a:lnTo>
                    <a:pt x="564259" y="299298"/>
                  </a:lnTo>
                  <a:lnTo>
                    <a:pt x="563689" y="299021"/>
                  </a:lnTo>
                  <a:lnTo>
                    <a:pt x="563150" y="298759"/>
                  </a:lnTo>
                  <a:lnTo>
                    <a:pt x="562577" y="298482"/>
                  </a:lnTo>
                  <a:lnTo>
                    <a:pt x="562023" y="298212"/>
                  </a:lnTo>
                  <a:lnTo>
                    <a:pt x="560822" y="297632"/>
                  </a:lnTo>
                  <a:lnTo>
                    <a:pt x="559778" y="297130"/>
                  </a:lnTo>
                  <a:lnTo>
                    <a:pt x="559190" y="296845"/>
                  </a:lnTo>
                  <a:lnTo>
                    <a:pt x="557564" y="296059"/>
                  </a:lnTo>
                  <a:lnTo>
                    <a:pt x="556542" y="295565"/>
                  </a:lnTo>
                  <a:lnTo>
                    <a:pt x="555941" y="295275"/>
                  </a:lnTo>
                  <a:lnTo>
                    <a:pt x="555435" y="295031"/>
                  </a:lnTo>
                  <a:lnTo>
                    <a:pt x="554954" y="294797"/>
                  </a:lnTo>
                  <a:lnTo>
                    <a:pt x="554447" y="294553"/>
                  </a:lnTo>
                  <a:lnTo>
                    <a:pt x="553852" y="294265"/>
                  </a:lnTo>
                  <a:lnTo>
                    <a:pt x="552625" y="293672"/>
                  </a:lnTo>
                  <a:lnTo>
                    <a:pt x="552218" y="293410"/>
                  </a:lnTo>
                  <a:lnTo>
                    <a:pt x="550279" y="292163"/>
                  </a:lnTo>
                  <a:lnTo>
                    <a:pt x="549213" y="291479"/>
                  </a:lnTo>
                  <a:lnTo>
                    <a:pt x="547737" y="290527"/>
                  </a:lnTo>
                  <a:lnTo>
                    <a:pt x="546643" y="289825"/>
                  </a:lnTo>
                  <a:lnTo>
                    <a:pt x="545692" y="289214"/>
                  </a:lnTo>
                  <a:lnTo>
                    <a:pt x="544748" y="288606"/>
                  </a:lnTo>
                  <a:lnTo>
                    <a:pt x="543860" y="288036"/>
                  </a:lnTo>
                  <a:lnTo>
                    <a:pt x="543880" y="287242"/>
                  </a:lnTo>
                  <a:lnTo>
                    <a:pt x="543913" y="286023"/>
                  </a:lnTo>
                  <a:lnTo>
                    <a:pt x="543941" y="284855"/>
                  </a:lnTo>
                  <a:lnTo>
                    <a:pt x="543972" y="283700"/>
                  </a:lnTo>
                  <a:lnTo>
                    <a:pt x="544002" y="282499"/>
                  </a:lnTo>
                  <a:lnTo>
                    <a:pt x="544035" y="281278"/>
                  </a:lnTo>
                  <a:lnTo>
                    <a:pt x="544048" y="280700"/>
                  </a:lnTo>
                  <a:lnTo>
                    <a:pt x="543969" y="280049"/>
                  </a:lnTo>
                  <a:lnTo>
                    <a:pt x="543689" y="277774"/>
                  </a:lnTo>
                  <a:lnTo>
                    <a:pt x="543539" y="276550"/>
                  </a:lnTo>
                  <a:lnTo>
                    <a:pt x="543338" y="274929"/>
                  </a:lnTo>
                  <a:lnTo>
                    <a:pt x="539595" y="262731"/>
                  </a:lnTo>
                  <a:lnTo>
                    <a:pt x="541870" y="252843"/>
                  </a:lnTo>
                  <a:lnTo>
                    <a:pt x="542877" y="246247"/>
                  </a:lnTo>
                  <a:lnTo>
                    <a:pt x="543694" y="240891"/>
                  </a:lnTo>
                  <a:lnTo>
                    <a:pt x="543432" y="240667"/>
                  </a:lnTo>
                  <a:lnTo>
                    <a:pt x="541007" y="238593"/>
                  </a:lnTo>
                  <a:lnTo>
                    <a:pt x="537829" y="235881"/>
                  </a:lnTo>
                  <a:lnTo>
                    <a:pt x="535936" y="234262"/>
                  </a:lnTo>
                  <a:lnTo>
                    <a:pt x="535475" y="233858"/>
                  </a:lnTo>
                  <a:lnTo>
                    <a:pt x="533730" y="233160"/>
                  </a:lnTo>
                  <a:lnTo>
                    <a:pt x="529030" y="231285"/>
                  </a:lnTo>
                  <a:lnTo>
                    <a:pt x="523893" y="229232"/>
                  </a:lnTo>
                  <a:lnTo>
                    <a:pt x="521651" y="229809"/>
                  </a:lnTo>
                  <a:lnTo>
                    <a:pt x="519880" y="230244"/>
                  </a:lnTo>
                  <a:lnTo>
                    <a:pt x="519663" y="230293"/>
                  </a:lnTo>
                  <a:lnTo>
                    <a:pt x="519037" y="230430"/>
                  </a:lnTo>
                  <a:lnTo>
                    <a:pt x="517770" y="230781"/>
                  </a:lnTo>
                  <a:lnTo>
                    <a:pt x="517508" y="230855"/>
                  </a:lnTo>
                  <a:lnTo>
                    <a:pt x="516350" y="231176"/>
                  </a:lnTo>
                  <a:lnTo>
                    <a:pt x="514419" y="231619"/>
                  </a:lnTo>
                  <a:lnTo>
                    <a:pt x="513307" y="231555"/>
                  </a:lnTo>
                  <a:lnTo>
                    <a:pt x="511068" y="231392"/>
                  </a:lnTo>
                  <a:lnTo>
                    <a:pt x="509859" y="231316"/>
                  </a:lnTo>
                  <a:lnTo>
                    <a:pt x="509022" y="231270"/>
                  </a:lnTo>
                  <a:lnTo>
                    <a:pt x="507813" y="231211"/>
                  </a:lnTo>
                  <a:lnTo>
                    <a:pt x="507249" y="231153"/>
                  </a:lnTo>
                  <a:lnTo>
                    <a:pt x="506953" y="231161"/>
                  </a:lnTo>
                  <a:lnTo>
                    <a:pt x="506533" y="231209"/>
                  </a:lnTo>
                  <a:lnTo>
                    <a:pt x="505589" y="231318"/>
                  </a:lnTo>
                  <a:lnTo>
                    <a:pt x="504864" y="231402"/>
                  </a:lnTo>
                  <a:lnTo>
                    <a:pt x="504279" y="231471"/>
                  </a:lnTo>
                  <a:lnTo>
                    <a:pt x="503752" y="231532"/>
                  </a:lnTo>
                  <a:lnTo>
                    <a:pt x="503047" y="231611"/>
                  </a:lnTo>
                  <a:lnTo>
                    <a:pt x="502574" y="231667"/>
                  </a:lnTo>
                  <a:lnTo>
                    <a:pt x="501414" y="231802"/>
                  </a:lnTo>
                  <a:lnTo>
                    <a:pt x="499808" y="231988"/>
                  </a:lnTo>
                  <a:lnTo>
                    <a:pt x="499119" y="232069"/>
                  </a:lnTo>
                  <a:lnTo>
                    <a:pt x="498574" y="232155"/>
                  </a:lnTo>
                  <a:lnTo>
                    <a:pt x="497999" y="232245"/>
                  </a:lnTo>
                  <a:lnTo>
                    <a:pt x="496844" y="232428"/>
                  </a:lnTo>
                  <a:lnTo>
                    <a:pt x="496264" y="232519"/>
                  </a:lnTo>
                  <a:lnTo>
                    <a:pt x="495215" y="232687"/>
                  </a:lnTo>
                  <a:lnTo>
                    <a:pt x="494424" y="232810"/>
                  </a:lnTo>
                  <a:lnTo>
                    <a:pt x="493335" y="232980"/>
                  </a:lnTo>
                  <a:lnTo>
                    <a:pt x="492264" y="233150"/>
                  </a:lnTo>
                  <a:lnTo>
                    <a:pt x="491508" y="233270"/>
                  </a:lnTo>
                  <a:lnTo>
                    <a:pt x="491076" y="233339"/>
                  </a:lnTo>
                  <a:lnTo>
                    <a:pt x="491188" y="232527"/>
                  </a:lnTo>
                  <a:lnTo>
                    <a:pt x="491231" y="232217"/>
                  </a:lnTo>
                  <a:lnTo>
                    <a:pt x="491317" y="231586"/>
                  </a:lnTo>
                  <a:lnTo>
                    <a:pt x="491437" y="230708"/>
                  </a:lnTo>
                  <a:lnTo>
                    <a:pt x="491516" y="230128"/>
                  </a:lnTo>
                  <a:lnTo>
                    <a:pt x="491674" y="228993"/>
                  </a:lnTo>
                  <a:lnTo>
                    <a:pt x="491770" y="228262"/>
                  </a:lnTo>
                  <a:lnTo>
                    <a:pt x="491875" y="227517"/>
                  </a:lnTo>
                  <a:lnTo>
                    <a:pt x="491936" y="227066"/>
                  </a:lnTo>
                  <a:lnTo>
                    <a:pt x="492009" y="226415"/>
                  </a:lnTo>
                  <a:lnTo>
                    <a:pt x="492078" y="225809"/>
                  </a:lnTo>
                  <a:lnTo>
                    <a:pt x="492193" y="224794"/>
                  </a:lnTo>
                  <a:lnTo>
                    <a:pt x="492215" y="224611"/>
                  </a:lnTo>
                  <a:lnTo>
                    <a:pt x="492276" y="224054"/>
                  </a:lnTo>
                  <a:lnTo>
                    <a:pt x="492014" y="223514"/>
                  </a:lnTo>
                  <a:lnTo>
                    <a:pt x="491699" y="222871"/>
                  </a:lnTo>
                  <a:lnTo>
                    <a:pt x="491231" y="221909"/>
                  </a:lnTo>
                  <a:lnTo>
                    <a:pt x="490910" y="221245"/>
                  </a:lnTo>
                  <a:lnTo>
                    <a:pt x="490437" y="220278"/>
                  </a:lnTo>
                  <a:lnTo>
                    <a:pt x="490264" y="219921"/>
                  </a:lnTo>
                  <a:lnTo>
                    <a:pt x="490175" y="219698"/>
                  </a:lnTo>
                  <a:lnTo>
                    <a:pt x="489991" y="219176"/>
                  </a:lnTo>
                  <a:lnTo>
                    <a:pt x="489885" y="218873"/>
                  </a:lnTo>
                  <a:lnTo>
                    <a:pt x="489765" y="218593"/>
                  </a:lnTo>
                  <a:lnTo>
                    <a:pt x="489360" y="217443"/>
                  </a:lnTo>
                  <a:lnTo>
                    <a:pt x="489152" y="216848"/>
                  </a:lnTo>
                  <a:lnTo>
                    <a:pt x="488974" y="216339"/>
                  </a:lnTo>
                  <a:lnTo>
                    <a:pt x="488755" y="215708"/>
                  </a:lnTo>
                  <a:lnTo>
                    <a:pt x="488528" y="215061"/>
                  </a:lnTo>
                  <a:lnTo>
                    <a:pt x="488182" y="214074"/>
                  </a:lnTo>
                  <a:lnTo>
                    <a:pt x="487785" y="212942"/>
                  </a:lnTo>
                  <a:lnTo>
                    <a:pt x="487546" y="212262"/>
                  </a:lnTo>
                  <a:lnTo>
                    <a:pt x="487325" y="211622"/>
                  </a:lnTo>
                  <a:lnTo>
                    <a:pt x="487170" y="211178"/>
                  </a:lnTo>
                  <a:lnTo>
                    <a:pt x="486984" y="210649"/>
                  </a:lnTo>
                  <a:lnTo>
                    <a:pt x="486770" y="210041"/>
                  </a:lnTo>
                  <a:lnTo>
                    <a:pt x="486579" y="209496"/>
                  </a:lnTo>
                  <a:lnTo>
                    <a:pt x="486355" y="208855"/>
                  </a:lnTo>
                  <a:lnTo>
                    <a:pt x="486154" y="208280"/>
                  </a:lnTo>
                  <a:lnTo>
                    <a:pt x="485966" y="207743"/>
                  </a:lnTo>
                  <a:lnTo>
                    <a:pt x="485780" y="207211"/>
                  </a:lnTo>
                  <a:lnTo>
                    <a:pt x="485572" y="206621"/>
                  </a:lnTo>
                  <a:lnTo>
                    <a:pt x="485388" y="206099"/>
                  </a:lnTo>
                  <a:lnTo>
                    <a:pt x="485065" y="205168"/>
                  </a:lnTo>
                  <a:lnTo>
                    <a:pt x="484836" y="204509"/>
                  </a:lnTo>
                  <a:lnTo>
                    <a:pt x="484638" y="203952"/>
                  </a:lnTo>
                  <a:lnTo>
                    <a:pt x="484406" y="203285"/>
                  </a:lnTo>
                  <a:lnTo>
                    <a:pt x="484208" y="202720"/>
                  </a:lnTo>
                  <a:lnTo>
                    <a:pt x="484014" y="202168"/>
                  </a:lnTo>
                  <a:lnTo>
                    <a:pt x="483752" y="201423"/>
                  </a:lnTo>
                  <a:lnTo>
                    <a:pt x="483612" y="201023"/>
                  </a:lnTo>
                  <a:lnTo>
                    <a:pt x="483414" y="200450"/>
                  </a:lnTo>
                  <a:lnTo>
                    <a:pt x="483195" y="199822"/>
                  </a:lnTo>
                  <a:lnTo>
                    <a:pt x="482910" y="199013"/>
                  </a:lnTo>
                  <a:lnTo>
                    <a:pt x="482819" y="198735"/>
                  </a:lnTo>
                  <a:lnTo>
                    <a:pt x="482656" y="198127"/>
                  </a:lnTo>
                  <a:lnTo>
                    <a:pt x="482495" y="197532"/>
                  </a:lnTo>
                  <a:lnTo>
                    <a:pt x="482350" y="196995"/>
                  </a:lnTo>
                  <a:lnTo>
                    <a:pt x="482190" y="196402"/>
                  </a:lnTo>
                  <a:lnTo>
                    <a:pt x="482040" y="195840"/>
                  </a:lnTo>
                  <a:lnTo>
                    <a:pt x="481826" y="195048"/>
                  </a:lnTo>
                  <a:lnTo>
                    <a:pt x="483076" y="186231"/>
                  </a:lnTo>
                  <a:lnTo>
                    <a:pt x="483182" y="185484"/>
                  </a:lnTo>
                  <a:lnTo>
                    <a:pt x="482787" y="183088"/>
                  </a:lnTo>
                  <a:lnTo>
                    <a:pt x="481180" y="173364"/>
                  </a:lnTo>
                  <a:lnTo>
                    <a:pt x="482180" y="168974"/>
                  </a:lnTo>
                  <a:lnTo>
                    <a:pt x="483191" y="164536"/>
                  </a:lnTo>
                  <a:lnTo>
                    <a:pt x="483254" y="164259"/>
                  </a:lnTo>
                  <a:lnTo>
                    <a:pt x="483694" y="162323"/>
                  </a:lnTo>
                  <a:lnTo>
                    <a:pt x="484025" y="160878"/>
                  </a:lnTo>
                  <a:lnTo>
                    <a:pt x="484034" y="160718"/>
                  </a:lnTo>
                  <a:lnTo>
                    <a:pt x="483766" y="156667"/>
                  </a:lnTo>
                  <a:lnTo>
                    <a:pt x="483451" y="155538"/>
                  </a:lnTo>
                  <a:lnTo>
                    <a:pt x="483183" y="154901"/>
                  </a:lnTo>
                  <a:lnTo>
                    <a:pt x="482455" y="153527"/>
                  </a:lnTo>
                  <a:lnTo>
                    <a:pt x="480680" y="153327"/>
                  </a:lnTo>
                  <a:lnTo>
                    <a:pt x="478400" y="151697"/>
                  </a:lnTo>
                  <a:lnTo>
                    <a:pt x="475723" y="151281"/>
                  </a:lnTo>
                  <a:lnTo>
                    <a:pt x="474821" y="149702"/>
                  </a:lnTo>
                  <a:lnTo>
                    <a:pt x="473755" y="148199"/>
                  </a:lnTo>
                  <a:lnTo>
                    <a:pt x="471844" y="147894"/>
                  </a:lnTo>
                  <a:lnTo>
                    <a:pt x="470221" y="147845"/>
                  </a:lnTo>
                  <a:lnTo>
                    <a:pt x="469270" y="147669"/>
                  </a:lnTo>
                  <a:lnTo>
                    <a:pt x="467865" y="147408"/>
                  </a:lnTo>
                  <a:lnTo>
                    <a:pt x="464419" y="146809"/>
                  </a:lnTo>
                  <a:lnTo>
                    <a:pt x="464321" y="145586"/>
                  </a:lnTo>
                  <a:lnTo>
                    <a:pt x="464047" y="142426"/>
                  </a:lnTo>
                  <a:lnTo>
                    <a:pt x="463651" y="142450"/>
                  </a:lnTo>
                  <a:lnTo>
                    <a:pt x="463271" y="142473"/>
                  </a:lnTo>
                  <a:lnTo>
                    <a:pt x="462760" y="142509"/>
                  </a:lnTo>
                  <a:lnTo>
                    <a:pt x="462256" y="142544"/>
                  </a:lnTo>
                  <a:lnTo>
                    <a:pt x="461880" y="142568"/>
                  </a:lnTo>
                  <a:lnTo>
                    <a:pt x="461104" y="142626"/>
                  </a:lnTo>
                  <a:lnTo>
                    <a:pt x="460271" y="142689"/>
                  </a:lnTo>
                  <a:lnTo>
                    <a:pt x="459905" y="142702"/>
                  </a:lnTo>
                  <a:lnTo>
                    <a:pt x="459760" y="142717"/>
                  </a:lnTo>
                  <a:lnTo>
                    <a:pt x="459361" y="142755"/>
                  </a:lnTo>
                  <a:lnTo>
                    <a:pt x="458742" y="142758"/>
                  </a:lnTo>
                  <a:lnTo>
                    <a:pt x="458941" y="143117"/>
                  </a:lnTo>
                  <a:lnTo>
                    <a:pt x="459050" y="143308"/>
                  </a:lnTo>
                  <a:lnTo>
                    <a:pt x="459485" y="143817"/>
                  </a:lnTo>
                  <a:lnTo>
                    <a:pt x="459752" y="144155"/>
                  </a:lnTo>
                  <a:lnTo>
                    <a:pt x="459727" y="144308"/>
                  </a:lnTo>
                  <a:lnTo>
                    <a:pt x="459709" y="144491"/>
                  </a:lnTo>
                  <a:lnTo>
                    <a:pt x="459615" y="144855"/>
                  </a:lnTo>
                  <a:lnTo>
                    <a:pt x="459528" y="145152"/>
                  </a:lnTo>
                  <a:lnTo>
                    <a:pt x="459455" y="145280"/>
                  </a:lnTo>
                  <a:lnTo>
                    <a:pt x="459368" y="145425"/>
                  </a:lnTo>
                  <a:lnTo>
                    <a:pt x="458953" y="145954"/>
                  </a:lnTo>
                  <a:lnTo>
                    <a:pt x="458811" y="146101"/>
                  </a:lnTo>
                  <a:lnTo>
                    <a:pt x="458556" y="146351"/>
                  </a:lnTo>
                  <a:lnTo>
                    <a:pt x="458098" y="146725"/>
                  </a:lnTo>
                  <a:lnTo>
                    <a:pt x="457694" y="146857"/>
                  </a:lnTo>
                  <a:lnTo>
                    <a:pt x="457460" y="146949"/>
                  </a:lnTo>
                  <a:lnTo>
                    <a:pt x="457203" y="147023"/>
                  </a:lnTo>
                  <a:lnTo>
                    <a:pt x="456948" y="147193"/>
                  </a:lnTo>
                  <a:lnTo>
                    <a:pt x="456584" y="146926"/>
                  </a:lnTo>
                  <a:lnTo>
                    <a:pt x="456419" y="146918"/>
                  </a:lnTo>
                  <a:lnTo>
                    <a:pt x="456126" y="147109"/>
                  </a:lnTo>
                  <a:lnTo>
                    <a:pt x="455964" y="147109"/>
                  </a:lnTo>
                  <a:lnTo>
                    <a:pt x="455813" y="147114"/>
                  </a:lnTo>
                  <a:lnTo>
                    <a:pt x="455605" y="147112"/>
                  </a:lnTo>
                  <a:lnTo>
                    <a:pt x="455460" y="147150"/>
                  </a:lnTo>
                  <a:lnTo>
                    <a:pt x="455251" y="147239"/>
                  </a:lnTo>
                  <a:lnTo>
                    <a:pt x="454908" y="147643"/>
                  </a:lnTo>
                  <a:lnTo>
                    <a:pt x="454699" y="147613"/>
                  </a:lnTo>
                  <a:lnTo>
                    <a:pt x="454467" y="147453"/>
                  </a:lnTo>
                  <a:lnTo>
                    <a:pt x="454307" y="147394"/>
                  </a:lnTo>
                  <a:lnTo>
                    <a:pt x="454048" y="147145"/>
                  </a:lnTo>
                  <a:lnTo>
                    <a:pt x="453824" y="146974"/>
                  </a:lnTo>
                  <a:lnTo>
                    <a:pt x="453671" y="146890"/>
                  </a:lnTo>
                  <a:lnTo>
                    <a:pt x="453333" y="146600"/>
                  </a:lnTo>
                  <a:lnTo>
                    <a:pt x="453165" y="146473"/>
                  </a:lnTo>
                  <a:lnTo>
                    <a:pt x="452925" y="146445"/>
                  </a:lnTo>
                  <a:lnTo>
                    <a:pt x="452701" y="146715"/>
                  </a:lnTo>
                  <a:lnTo>
                    <a:pt x="452483" y="146839"/>
                  </a:lnTo>
                  <a:lnTo>
                    <a:pt x="452101" y="146862"/>
                  </a:lnTo>
                  <a:lnTo>
                    <a:pt x="451925" y="146847"/>
                  </a:lnTo>
                  <a:lnTo>
                    <a:pt x="451727" y="146832"/>
                  </a:lnTo>
                  <a:lnTo>
                    <a:pt x="451312" y="146702"/>
                  </a:lnTo>
                  <a:lnTo>
                    <a:pt x="451116" y="146702"/>
                  </a:lnTo>
                  <a:lnTo>
                    <a:pt x="450961" y="146694"/>
                  </a:lnTo>
                  <a:lnTo>
                    <a:pt x="450740" y="146694"/>
                  </a:lnTo>
                  <a:lnTo>
                    <a:pt x="450544" y="146702"/>
                  </a:lnTo>
                  <a:lnTo>
                    <a:pt x="450269" y="146692"/>
                  </a:lnTo>
                  <a:lnTo>
                    <a:pt x="450111" y="146692"/>
                  </a:lnTo>
                  <a:lnTo>
                    <a:pt x="449757" y="146699"/>
                  </a:lnTo>
                  <a:lnTo>
                    <a:pt x="449513" y="146702"/>
                  </a:lnTo>
                  <a:lnTo>
                    <a:pt x="449320" y="146707"/>
                  </a:lnTo>
                  <a:lnTo>
                    <a:pt x="449101" y="146712"/>
                  </a:lnTo>
                  <a:lnTo>
                    <a:pt x="448844" y="146715"/>
                  </a:lnTo>
                  <a:lnTo>
                    <a:pt x="448663" y="146720"/>
                  </a:lnTo>
                  <a:lnTo>
                    <a:pt x="448274" y="146727"/>
                  </a:lnTo>
                  <a:lnTo>
                    <a:pt x="448086" y="146730"/>
                  </a:lnTo>
                  <a:lnTo>
                    <a:pt x="447931" y="146733"/>
                  </a:lnTo>
                  <a:lnTo>
                    <a:pt x="447689" y="146735"/>
                  </a:lnTo>
                  <a:lnTo>
                    <a:pt x="447475" y="146740"/>
                  </a:lnTo>
                  <a:lnTo>
                    <a:pt x="447040" y="146748"/>
                  </a:lnTo>
                  <a:lnTo>
                    <a:pt x="446857" y="146750"/>
                  </a:lnTo>
                  <a:lnTo>
                    <a:pt x="446663" y="146755"/>
                  </a:lnTo>
                  <a:lnTo>
                    <a:pt x="446444" y="146758"/>
                  </a:lnTo>
                  <a:lnTo>
                    <a:pt x="446269" y="146763"/>
                  </a:lnTo>
                  <a:lnTo>
                    <a:pt x="446063" y="146766"/>
                  </a:lnTo>
                  <a:lnTo>
                    <a:pt x="445829" y="146771"/>
                  </a:lnTo>
                  <a:lnTo>
                    <a:pt x="445628" y="146773"/>
                  </a:lnTo>
                  <a:lnTo>
                    <a:pt x="445020" y="146783"/>
                  </a:lnTo>
                  <a:lnTo>
                    <a:pt x="444862" y="146786"/>
                  </a:lnTo>
                  <a:lnTo>
                    <a:pt x="444668" y="146789"/>
                  </a:lnTo>
                  <a:lnTo>
                    <a:pt x="444455" y="146791"/>
                  </a:lnTo>
                  <a:lnTo>
                    <a:pt x="444050" y="146799"/>
                  </a:lnTo>
                  <a:lnTo>
                    <a:pt x="443836" y="146804"/>
                  </a:lnTo>
                  <a:lnTo>
                    <a:pt x="443627" y="146806"/>
                  </a:lnTo>
                  <a:lnTo>
                    <a:pt x="443235" y="146814"/>
                  </a:lnTo>
                  <a:lnTo>
                    <a:pt x="442958" y="146819"/>
                  </a:lnTo>
                  <a:lnTo>
                    <a:pt x="442609" y="146824"/>
                  </a:lnTo>
                  <a:lnTo>
                    <a:pt x="442380" y="146829"/>
                  </a:lnTo>
                  <a:lnTo>
                    <a:pt x="442062" y="146834"/>
                  </a:lnTo>
                  <a:lnTo>
                    <a:pt x="441925" y="146804"/>
                  </a:lnTo>
                  <a:lnTo>
                    <a:pt x="441968" y="147135"/>
                  </a:lnTo>
                  <a:lnTo>
                    <a:pt x="442352" y="147595"/>
                  </a:lnTo>
                  <a:lnTo>
                    <a:pt x="442530" y="147707"/>
                  </a:lnTo>
                  <a:lnTo>
                    <a:pt x="442698" y="147811"/>
                  </a:lnTo>
                  <a:lnTo>
                    <a:pt x="442838" y="147888"/>
                  </a:lnTo>
                  <a:lnTo>
                    <a:pt x="443034" y="147989"/>
                  </a:lnTo>
                  <a:lnTo>
                    <a:pt x="442902" y="148305"/>
                  </a:lnTo>
                  <a:lnTo>
                    <a:pt x="442655" y="148697"/>
                  </a:lnTo>
                  <a:lnTo>
                    <a:pt x="442441" y="148855"/>
                  </a:lnTo>
                  <a:lnTo>
                    <a:pt x="442273" y="149096"/>
                  </a:lnTo>
                  <a:lnTo>
                    <a:pt x="442075" y="149305"/>
                  </a:lnTo>
                  <a:lnTo>
                    <a:pt x="441920" y="149483"/>
                  </a:lnTo>
                  <a:lnTo>
                    <a:pt x="441487" y="149878"/>
                  </a:lnTo>
                  <a:lnTo>
                    <a:pt x="441192" y="150007"/>
                  </a:lnTo>
                  <a:lnTo>
                    <a:pt x="440937" y="150180"/>
                  </a:lnTo>
                  <a:lnTo>
                    <a:pt x="440825" y="150389"/>
                  </a:lnTo>
                  <a:lnTo>
                    <a:pt x="440640" y="150689"/>
                  </a:lnTo>
                  <a:lnTo>
                    <a:pt x="440487" y="150949"/>
                  </a:lnTo>
                  <a:lnTo>
                    <a:pt x="440317" y="151224"/>
                  </a:lnTo>
                  <a:lnTo>
                    <a:pt x="440082" y="151613"/>
                  </a:lnTo>
                  <a:lnTo>
                    <a:pt x="439988" y="151753"/>
                  </a:lnTo>
                  <a:lnTo>
                    <a:pt x="439673" y="152221"/>
                  </a:lnTo>
                  <a:lnTo>
                    <a:pt x="439535" y="152392"/>
                  </a:lnTo>
                  <a:lnTo>
                    <a:pt x="439225" y="152666"/>
                  </a:lnTo>
                  <a:lnTo>
                    <a:pt x="438861" y="152982"/>
                  </a:lnTo>
                  <a:lnTo>
                    <a:pt x="438591" y="153173"/>
                  </a:lnTo>
                  <a:lnTo>
                    <a:pt x="438350" y="153351"/>
                  </a:lnTo>
                  <a:lnTo>
                    <a:pt x="438131" y="153481"/>
                  </a:lnTo>
                  <a:lnTo>
                    <a:pt x="437912" y="153519"/>
                  </a:lnTo>
                  <a:lnTo>
                    <a:pt x="437729" y="153554"/>
                  </a:lnTo>
                  <a:lnTo>
                    <a:pt x="437301" y="153560"/>
                  </a:lnTo>
                  <a:lnTo>
                    <a:pt x="436978" y="153567"/>
                  </a:lnTo>
                  <a:lnTo>
                    <a:pt x="436380" y="153431"/>
                  </a:lnTo>
                  <a:lnTo>
                    <a:pt x="436066" y="153319"/>
                  </a:lnTo>
                  <a:lnTo>
                    <a:pt x="435914" y="153264"/>
                  </a:lnTo>
                  <a:lnTo>
                    <a:pt x="435372" y="153068"/>
                  </a:lnTo>
                  <a:lnTo>
                    <a:pt x="434830" y="152867"/>
                  </a:lnTo>
                  <a:lnTo>
                    <a:pt x="434286" y="152669"/>
                  </a:lnTo>
                  <a:lnTo>
                    <a:pt x="433690" y="152450"/>
                  </a:lnTo>
                  <a:lnTo>
                    <a:pt x="433314" y="152328"/>
                  </a:lnTo>
                  <a:lnTo>
                    <a:pt x="433034" y="152219"/>
                  </a:lnTo>
                  <a:lnTo>
                    <a:pt x="432790" y="152214"/>
                  </a:lnTo>
                  <a:lnTo>
                    <a:pt x="432026" y="152203"/>
                  </a:lnTo>
                  <a:lnTo>
                    <a:pt x="431848" y="152198"/>
                  </a:lnTo>
                  <a:lnTo>
                    <a:pt x="431398" y="152188"/>
                  </a:lnTo>
                  <a:lnTo>
                    <a:pt x="430802" y="152175"/>
                  </a:lnTo>
                  <a:lnTo>
                    <a:pt x="430563" y="152165"/>
                  </a:lnTo>
                  <a:lnTo>
                    <a:pt x="430344" y="152208"/>
                  </a:lnTo>
                  <a:lnTo>
                    <a:pt x="430217" y="152315"/>
                  </a:lnTo>
                  <a:lnTo>
                    <a:pt x="429955" y="152506"/>
                  </a:lnTo>
                  <a:lnTo>
                    <a:pt x="429337" y="152962"/>
                  </a:lnTo>
                  <a:lnTo>
                    <a:pt x="429016" y="153163"/>
                  </a:lnTo>
                  <a:lnTo>
                    <a:pt x="428197" y="152432"/>
                  </a:lnTo>
                  <a:lnTo>
                    <a:pt x="427869" y="152142"/>
                  </a:lnTo>
                  <a:lnTo>
                    <a:pt x="427660" y="151959"/>
                  </a:lnTo>
                  <a:lnTo>
                    <a:pt x="427276" y="151631"/>
                  </a:lnTo>
                  <a:lnTo>
                    <a:pt x="427123" y="151501"/>
                  </a:lnTo>
                  <a:lnTo>
                    <a:pt x="426830" y="151257"/>
                  </a:lnTo>
                  <a:lnTo>
                    <a:pt x="426627" y="151089"/>
                  </a:lnTo>
                  <a:lnTo>
                    <a:pt x="426464" y="150957"/>
                  </a:lnTo>
                  <a:lnTo>
                    <a:pt x="426291" y="150814"/>
                  </a:lnTo>
                  <a:lnTo>
                    <a:pt x="426113" y="150679"/>
                  </a:lnTo>
                  <a:lnTo>
                    <a:pt x="425889" y="150682"/>
                  </a:lnTo>
                  <a:lnTo>
                    <a:pt x="425543" y="150679"/>
                  </a:lnTo>
                  <a:lnTo>
                    <a:pt x="425276" y="150692"/>
                  </a:lnTo>
                  <a:lnTo>
                    <a:pt x="425047" y="150641"/>
                  </a:lnTo>
                  <a:lnTo>
                    <a:pt x="424912" y="150654"/>
                  </a:lnTo>
                  <a:lnTo>
                    <a:pt x="424538" y="150845"/>
                  </a:lnTo>
                  <a:lnTo>
                    <a:pt x="423930" y="151048"/>
                  </a:lnTo>
                  <a:lnTo>
                    <a:pt x="423701" y="151183"/>
                  </a:lnTo>
                  <a:lnTo>
                    <a:pt x="423469" y="151264"/>
                  </a:lnTo>
                  <a:lnTo>
                    <a:pt x="422858" y="151473"/>
                  </a:lnTo>
                  <a:lnTo>
                    <a:pt x="422543" y="151610"/>
                  </a:lnTo>
                  <a:lnTo>
                    <a:pt x="422390" y="151677"/>
                  </a:lnTo>
                  <a:lnTo>
                    <a:pt x="421667" y="151974"/>
                  </a:lnTo>
                  <a:lnTo>
                    <a:pt x="421408" y="152086"/>
                  </a:lnTo>
                  <a:lnTo>
                    <a:pt x="421248" y="152158"/>
                  </a:lnTo>
                  <a:lnTo>
                    <a:pt x="420965" y="152371"/>
                  </a:lnTo>
                  <a:lnTo>
                    <a:pt x="420739" y="152542"/>
                  </a:lnTo>
                  <a:lnTo>
                    <a:pt x="420258" y="152951"/>
                  </a:lnTo>
                  <a:lnTo>
                    <a:pt x="419858" y="153280"/>
                  </a:lnTo>
                  <a:lnTo>
                    <a:pt x="419278" y="153750"/>
                  </a:lnTo>
                  <a:lnTo>
                    <a:pt x="419118" y="153582"/>
                  </a:lnTo>
                  <a:lnTo>
                    <a:pt x="418965" y="153425"/>
                  </a:lnTo>
                  <a:lnTo>
                    <a:pt x="418863" y="153264"/>
                  </a:lnTo>
                  <a:lnTo>
                    <a:pt x="418622" y="152890"/>
                  </a:lnTo>
                  <a:lnTo>
                    <a:pt x="418253" y="152501"/>
                  </a:lnTo>
                  <a:lnTo>
                    <a:pt x="417853" y="152030"/>
                  </a:lnTo>
                  <a:lnTo>
                    <a:pt x="417594" y="151722"/>
                  </a:lnTo>
                  <a:lnTo>
                    <a:pt x="417423" y="151524"/>
                  </a:lnTo>
                  <a:lnTo>
                    <a:pt x="417199" y="151501"/>
                  </a:lnTo>
                  <a:lnTo>
                    <a:pt x="416825" y="151666"/>
                  </a:lnTo>
                  <a:lnTo>
                    <a:pt x="416446" y="151801"/>
                  </a:lnTo>
                  <a:lnTo>
                    <a:pt x="416197" y="151878"/>
                  </a:lnTo>
                  <a:lnTo>
                    <a:pt x="415695" y="152002"/>
                  </a:lnTo>
                  <a:lnTo>
                    <a:pt x="415118" y="152178"/>
                  </a:lnTo>
                  <a:lnTo>
                    <a:pt x="414517" y="152366"/>
                  </a:lnTo>
                  <a:lnTo>
                    <a:pt x="413942" y="152544"/>
                  </a:lnTo>
                  <a:lnTo>
                    <a:pt x="413744" y="152588"/>
                  </a:lnTo>
                  <a:lnTo>
                    <a:pt x="413360" y="152585"/>
                  </a:lnTo>
                  <a:lnTo>
                    <a:pt x="412787" y="152588"/>
                  </a:lnTo>
                  <a:lnTo>
                    <a:pt x="412212" y="152595"/>
                  </a:lnTo>
                  <a:lnTo>
                    <a:pt x="411563" y="152623"/>
                  </a:lnTo>
                  <a:lnTo>
                    <a:pt x="411370" y="152618"/>
                  </a:lnTo>
                  <a:lnTo>
                    <a:pt x="411243" y="152763"/>
                  </a:lnTo>
                  <a:lnTo>
                    <a:pt x="411209" y="152946"/>
                  </a:lnTo>
                  <a:lnTo>
                    <a:pt x="411166" y="153099"/>
                  </a:lnTo>
                  <a:lnTo>
                    <a:pt x="411085" y="153402"/>
                  </a:lnTo>
                  <a:lnTo>
                    <a:pt x="411036" y="153580"/>
                  </a:lnTo>
                  <a:lnTo>
                    <a:pt x="410930" y="153979"/>
                  </a:lnTo>
                  <a:lnTo>
                    <a:pt x="410833" y="154346"/>
                  </a:lnTo>
                  <a:lnTo>
                    <a:pt x="410655" y="154702"/>
                  </a:lnTo>
                  <a:lnTo>
                    <a:pt x="410204" y="155147"/>
                  </a:lnTo>
                  <a:lnTo>
                    <a:pt x="409894" y="155455"/>
                  </a:lnTo>
                  <a:lnTo>
                    <a:pt x="409367" y="155822"/>
                  </a:lnTo>
                  <a:lnTo>
                    <a:pt x="409181" y="155715"/>
                  </a:lnTo>
                  <a:lnTo>
                    <a:pt x="408754" y="155473"/>
                  </a:lnTo>
                  <a:lnTo>
                    <a:pt x="408075" y="155030"/>
                  </a:lnTo>
                  <a:lnTo>
                    <a:pt x="407881" y="154837"/>
                  </a:lnTo>
                  <a:lnTo>
                    <a:pt x="407568" y="154577"/>
                  </a:lnTo>
                  <a:lnTo>
                    <a:pt x="407436" y="154504"/>
                  </a:lnTo>
                  <a:lnTo>
                    <a:pt x="407237" y="154392"/>
                  </a:lnTo>
                  <a:lnTo>
                    <a:pt x="406935" y="154231"/>
                  </a:lnTo>
                  <a:lnTo>
                    <a:pt x="406695" y="154107"/>
                  </a:lnTo>
                  <a:lnTo>
                    <a:pt x="406115" y="154028"/>
                  </a:lnTo>
                  <a:lnTo>
                    <a:pt x="405505" y="153946"/>
                  </a:lnTo>
                  <a:lnTo>
                    <a:pt x="404960" y="153885"/>
                  </a:lnTo>
                  <a:lnTo>
                    <a:pt x="404408" y="153794"/>
                  </a:lnTo>
                  <a:lnTo>
                    <a:pt x="404159" y="153738"/>
                  </a:lnTo>
                  <a:lnTo>
                    <a:pt x="403958" y="153600"/>
                  </a:lnTo>
                  <a:lnTo>
                    <a:pt x="403744" y="153460"/>
                  </a:lnTo>
                  <a:lnTo>
                    <a:pt x="403479" y="153285"/>
                  </a:lnTo>
                  <a:lnTo>
                    <a:pt x="403237" y="153369"/>
                  </a:lnTo>
                  <a:lnTo>
                    <a:pt x="402823" y="153707"/>
                  </a:lnTo>
                  <a:lnTo>
                    <a:pt x="402609" y="153885"/>
                  </a:lnTo>
                  <a:lnTo>
                    <a:pt x="402433" y="154035"/>
                  </a:lnTo>
                  <a:lnTo>
                    <a:pt x="402143" y="154114"/>
                  </a:lnTo>
                  <a:lnTo>
                    <a:pt x="401683" y="154226"/>
                  </a:lnTo>
                  <a:lnTo>
                    <a:pt x="401426" y="154267"/>
                  </a:lnTo>
                  <a:lnTo>
                    <a:pt x="401164" y="154437"/>
                  </a:lnTo>
                  <a:lnTo>
                    <a:pt x="401125" y="154623"/>
                  </a:lnTo>
                  <a:lnTo>
                    <a:pt x="401092" y="154900"/>
                  </a:lnTo>
                  <a:lnTo>
                    <a:pt x="401041" y="155254"/>
                  </a:lnTo>
                  <a:lnTo>
                    <a:pt x="401006" y="155422"/>
                  </a:lnTo>
                  <a:lnTo>
                    <a:pt x="400812" y="155773"/>
                  </a:lnTo>
                  <a:lnTo>
                    <a:pt x="400731" y="155903"/>
                  </a:lnTo>
                  <a:lnTo>
                    <a:pt x="400515" y="156229"/>
                  </a:lnTo>
                  <a:lnTo>
                    <a:pt x="400347" y="156213"/>
                  </a:lnTo>
                  <a:lnTo>
                    <a:pt x="400064" y="156135"/>
                  </a:lnTo>
                  <a:lnTo>
                    <a:pt x="399795" y="156071"/>
                  </a:lnTo>
                  <a:lnTo>
                    <a:pt x="399563" y="156023"/>
                  </a:lnTo>
                  <a:lnTo>
                    <a:pt x="399403" y="155979"/>
                  </a:lnTo>
                  <a:lnTo>
                    <a:pt x="399136" y="156028"/>
                  </a:lnTo>
                  <a:lnTo>
                    <a:pt x="399006" y="156226"/>
                  </a:lnTo>
                  <a:lnTo>
                    <a:pt x="398797" y="156432"/>
                  </a:lnTo>
                  <a:lnTo>
                    <a:pt x="398515" y="156707"/>
                  </a:lnTo>
                  <a:lnTo>
                    <a:pt x="398286" y="156862"/>
                  </a:lnTo>
                  <a:lnTo>
                    <a:pt x="398067" y="156901"/>
                  </a:lnTo>
                  <a:lnTo>
                    <a:pt x="397718" y="156992"/>
                  </a:lnTo>
                  <a:lnTo>
                    <a:pt x="397502" y="157035"/>
                  </a:lnTo>
                  <a:lnTo>
                    <a:pt x="397161" y="157099"/>
                  </a:lnTo>
                  <a:lnTo>
                    <a:pt x="396960" y="157127"/>
                  </a:lnTo>
                  <a:lnTo>
                    <a:pt x="396800" y="157150"/>
                  </a:lnTo>
                  <a:lnTo>
                    <a:pt x="396489" y="157124"/>
                  </a:lnTo>
                  <a:lnTo>
                    <a:pt x="396059" y="157099"/>
                  </a:lnTo>
                  <a:lnTo>
                    <a:pt x="395787" y="157061"/>
                  </a:lnTo>
                  <a:lnTo>
                    <a:pt x="395606" y="157015"/>
                  </a:lnTo>
                  <a:lnTo>
                    <a:pt x="395352" y="156911"/>
                  </a:lnTo>
                  <a:lnTo>
                    <a:pt x="395034" y="156786"/>
                  </a:lnTo>
                  <a:lnTo>
                    <a:pt x="394767" y="156702"/>
                  </a:lnTo>
                  <a:lnTo>
                    <a:pt x="394588" y="156626"/>
                  </a:lnTo>
                  <a:lnTo>
                    <a:pt x="394484" y="156455"/>
                  </a:lnTo>
                  <a:lnTo>
                    <a:pt x="394189" y="156165"/>
                  </a:lnTo>
                  <a:lnTo>
                    <a:pt x="394046" y="156224"/>
                  </a:lnTo>
                  <a:lnTo>
                    <a:pt x="393807" y="156366"/>
                  </a:lnTo>
                  <a:lnTo>
                    <a:pt x="393604" y="156430"/>
                  </a:lnTo>
                  <a:lnTo>
                    <a:pt x="393128" y="156628"/>
                  </a:lnTo>
                  <a:lnTo>
                    <a:pt x="392741" y="156776"/>
                  </a:lnTo>
                  <a:lnTo>
                    <a:pt x="392459" y="156738"/>
                  </a:lnTo>
                  <a:lnTo>
                    <a:pt x="392143" y="156700"/>
                  </a:lnTo>
                  <a:lnTo>
                    <a:pt x="391665" y="156644"/>
                  </a:lnTo>
                  <a:lnTo>
                    <a:pt x="391415" y="156600"/>
                  </a:lnTo>
                  <a:lnTo>
                    <a:pt x="391263" y="156562"/>
                  </a:lnTo>
                  <a:lnTo>
                    <a:pt x="391123" y="156488"/>
                  </a:lnTo>
                  <a:lnTo>
                    <a:pt x="390944" y="156405"/>
                  </a:lnTo>
                  <a:lnTo>
                    <a:pt x="390708" y="156277"/>
                  </a:lnTo>
                  <a:lnTo>
                    <a:pt x="390487" y="156168"/>
                  </a:lnTo>
                  <a:lnTo>
                    <a:pt x="390224" y="155972"/>
                  </a:lnTo>
                  <a:lnTo>
                    <a:pt x="390049" y="155842"/>
                  </a:lnTo>
                  <a:lnTo>
                    <a:pt x="389886" y="155679"/>
                  </a:lnTo>
                  <a:lnTo>
                    <a:pt x="389726" y="155521"/>
                  </a:lnTo>
                  <a:lnTo>
                    <a:pt x="389568" y="155440"/>
                  </a:lnTo>
                  <a:lnTo>
                    <a:pt x="389410" y="155275"/>
                  </a:lnTo>
                  <a:lnTo>
                    <a:pt x="389232" y="155158"/>
                  </a:lnTo>
                  <a:lnTo>
                    <a:pt x="389057" y="155053"/>
                  </a:lnTo>
                  <a:lnTo>
                    <a:pt x="388896" y="154949"/>
                  </a:lnTo>
                  <a:lnTo>
                    <a:pt x="388680" y="154804"/>
                  </a:lnTo>
                  <a:lnTo>
                    <a:pt x="388502" y="154651"/>
                  </a:lnTo>
                  <a:lnTo>
                    <a:pt x="388181" y="154422"/>
                  </a:lnTo>
                  <a:lnTo>
                    <a:pt x="387914" y="154226"/>
                  </a:lnTo>
                  <a:lnTo>
                    <a:pt x="387593" y="154048"/>
                  </a:lnTo>
                  <a:lnTo>
                    <a:pt x="387357" y="153885"/>
                  </a:lnTo>
                  <a:lnTo>
                    <a:pt x="387110" y="153727"/>
                  </a:lnTo>
                  <a:lnTo>
                    <a:pt x="386886" y="153562"/>
                  </a:lnTo>
                  <a:lnTo>
                    <a:pt x="386481" y="153308"/>
                  </a:lnTo>
                  <a:lnTo>
                    <a:pt x="386341" y="153249"/>
                  </a:lnTo>
                  <a:lnTo>
                    <a:pt x="386074" y="153208"/>
                  </a:lnTo>
                  <a:lnTo>
                    <a:pt x="385693" y="153160"/>
                  </a:lnTo>
                  <a:lnTo>
                    <a:pt x="385385" y="153117"/>
                  </a:lnTo>
                  <a:lnTo>
                    <a:pt x="385120" y="153104"/>
                  </a:lnTo>
                  <a:lnTo>
                    <a:pt x="384947" y="153068"/>
                  </a:lnTo>
                  <a:lnTo>
                    <a:pt x="384802" y="153094"/>
                  </a:lnTo>
                  <a:lnTo>
                    <a:pt x="384443" y="153165"/>
                  </a:lnTo>
                  <a:lnTo>
                    <a:pt x="384138" y="153241"/>
                  </a:lnTo>
                  <a:lnTo>
                    <a:pt x="383825" y="153318"/>
                  </a:lnTo>
                  <a:lnTo>
                    <a:pt x="383341" y="153330"/>
                  </a:lnTo>
                  <a:lnTo>
                    <a:pt x="382952" y="153338"/>
                  </a:lnTo>
                  <a:lnTo>
                    <a:pt x="382649" y="153346"/>
                  </a:lnTo>
                  <a:lnTo>
                    <a:pt x="382283" y="153374"/>
                  </a:lnTo>
                  <a:lnTo>
                    <a:pt x="381761" y="153437"/>
                  </a:lnTo>
                  <a:lnTo>
                    <a:pt x="381263" y="153453"/>
                  </a:lnTo>
                  <a:lnTo>
                    <a:pt x="380942" y="153486"/>
                  </a:lnTo>
                  <a:lnTo>
                    <a:pt x="380199" y="153636"/>
                  </a:lnTo>
                  <a:lnTo>
                    <a:pt x="380016" y="153704"/>
                  </a:lnTo>
                  <a:lnTo>
                    <a:pt x="379736" y="153809"/>
                  </a:lnTo>
                  <a:lnTo>
                    <a:pt x="379568" y="153974"/>
                  </a:lnTo>
                  <a:lnTo>
                    <a:pt x="379123" y="154150"/>
                  </a:lnTo>
                  <a:lnTo>
                    <a:pt x="378901" y="154262"/>
                  </a:lnTo>
                  <a:lnTo>
                    <a:pt x="378102" y="154839"/>
                  </a:lnTo>
                  <a:lnTo>
                    <a:pt x="377947" y="155048"/>
                  </a:lnTo>
                  <a:lnTo>
                    <a:pt x="377764" y="155094"/>
                  </a:lnTo>
                  <a:lnTo>
                    <a:pt x="377586" y="155173"/>
                  </a:lnTo>
                  <a:lnTo>
                    <a:pt x="376860" y="155812"/>
                  </a:lnTo>
                  <a:lnTo>
                    <a:pt x="376677" y="155862"/>
                  </a:lnTo>
                  <a:lnTo>
                    <a:pt x="376471" y="155878"/>
                  </a:lnTo>
                  <a:lnTo>
                    <a:pt x="376313" y="155911"/>
                  </a:lnTo>
                  <a:lnTo>
                    <a:pt x="376166" y="155957"/>
                  </a:lnTo>
                  <a:lnTo>
                    <a:pt x="375360" y="155975"/>
                  </a:lnTo>
                  <a:lnTo>
                    <a:pt x="374686" y="155989"/>
                  </a:lnTo>
                  <a:lnTo>
                    <a:pt x="374454" y="155995"/>
                  </a:lnTo>
                  <a:lnTo>
                    <a:pt x="374030" y="156004"/>
                  </a:lnTo>
                  <a:lnTo>
                    <a:pt x="373188" y="156376"/>
                  </a:lnTo>
                  <a:lnTo>
                    <a:pt x="372946" y="156288"/>
                  </a:lnTo>
                  <a:lnTo>
                    <a:pt x="372769" y="156265"/>
                  </a:lnTo>
                  <a:lnTo>
                    <a:pt x="372559" y="156238"/>
                  </a:lnTo>
                  <a:lnTo>
                    <a:pt x="372027" y="156169"/>
                  </a:lnTo>
                  <a:lnTo>
                    <a:pt x="371502" y="156101"/>
                  </a:lnTo>
                  <a:lnTo>
                    <a:pt x="371363" y="156083"/>
                  </a:lnTo>
                  <a:lnTo>
                    <a:pt x="371123" y="156053"/>
                  </a:lnTo>
                  <a:lnTo>
                    <a:pt x="370769" y="156009"/>
                  </a:lnTo>
                  <a:lnTo>
                    <a:pt x="370508" y="155974"/>
                  </a:lnTo>
                  <a:lnTo>
                    <a:pt x="370048" y="155905"/>
                  </a:lnTo>
                  <a:lnTo>
                    <a:pt x="369795" y="155867"/>
                  </a:lnTo>
                  <a:lnTo>
                    <a:pt x="369342" y="155756"/>
                  </a:lnTo>
                  <a:lnTo>
                    <a:pt x="368583" y="155568"/>
                  </a:lnTo>
                  <a:lnTo>
                    <a:pt x="368216" y="156196"/>
                  </a:lnTo>
                  <a:lnTo>
                    <a:pt x="367750" y="156995"/>
                  </a:lnTo>
                  <a:lnTo>
                    <a:pt x="367559" y="157322"/>
                  </a:lnTo>
                  <a:lnTo>
                    <a:pt x="367470" y="157498"/>
                  </a:lnTo>
                  <a:lnTo>
                    <a:pt x="367322" y="157809"/>
                  </a:lnTo>
                  <a:lnTo>
                    <a:pt x="366383" y="158054"/>
                  </a:lnTo>
                  <a:lnTo>
                    <a:pt x="366094" y="158861"/>
                  </a:lnTo>
                  <a:lnTo>
                    <a:pt x="366259" y="159231"/>
                  </a:lnTo>
                  <a:lnTo>
                    <a:pt x="366197" y="159630"/>
                  </a:lnTo>
                  <a:lnTo>
                    <a:pt x="366213" y="159781"/>
                  </a:lnTo>
                  <a:lnTo>
                    <a:pt x="366045" y="159878"/>
                  </a:lnTo>
                  <a:lnTo>
                    <a:pt x="365861" y="160185"/>
                  </a:lnTo>
                  <a:lnTo>
                    <a:pt x="365514" y="160424"/>
                  </a:lnTo>
                  <a:lnTo>
                    <a:pt x="365172" y="160761"/>
                  </a:lnTo>
                  <a:lnTo>
                    <a:pt x="364313" y="161026"/>
                  </a:lnTo>
                  <a:lnTo>
                    <a:pt x="364046" y="161109"/>
                  </a:lnTo>
                  <a:lnTo>
                    <a:pt x="363742" y="161203"/>
                  </a:lnTo>
                  <a:lnTo>
                    <a:pt x="363478" y="161246"/>
                  </a:lnTo>
                  <a:lnTo>
                    <a:pt x="363265" y="161304"/>
                  </a:lnTo>
                  <a:lnTo>
                    <a:pt x="362943" y="161357"/>
                  </a:lnTo>
                  <a:lnTo>
                    <a:pt x="362579" y="160986"/>
                  </a:lnTo>
                  <a:lnTo>
                    <a:pt x="362392" y="160826"/>
                  </a:lnTo>
                  <a:lnTo>
                    <a:pt x="362233" y="160649"/>
                  </a:lnTo>
                  <a:lnTo>
                    <a:pt x="361973" y="160329"/>
                  </a:lnTo>
                  <a:lnTo>
                    <a:pt x="361641" y="160174"/>
                  </a:lnTo>
                  <a:lnTo>
                    <a:pt x="361614" y="159822"/>
                  </a:lnTo>
                  <a:lnTo>
                    <a:pt x="361541" y="159490"/>
                  </a:lnTo>
                  <a:lnTo>
                    <a:pt x="361543" y="159172"/>
                  </a:lnTo>
                  <a:lnTo>
                    <a:pt x="361584" y="158988"/>
                  </a:lnTo>
                  <a:lnTo>
                    <a:pt x="361639" y="158691"/>
                  </a:lnTo>
                  <a:lnTo>
                    <a:pt x="361556" y="158347"/>
                  </a:lnTo>
                  <a:lnTo>
                    <a:pt x="361197" y="158229"/>
                  </a:lnTo>
                  <a:lnTo>
                    <a:pt x="360804" y="158087"/>
                  </a:lnTo>
                  <a:lnTo>
                    <a:pt x="360588" y="158035"/>
                  </a:lnTo>
                  <a:lnTo>
                    <a:pt x="360170" y="157787"/>
                  </a:lnTo>
                  <a:lnTo>
                    <a:pt x="360135" y="157648"/>
                  </a:lnTo>
                  <a:lnTo>
                    <a:pt x="360019" y="157132"/>
                  </a:lnTo>
                  <a:lnTo>
                    <a:pt x="359864" y="156568"/>
                  </a:lnTo>
                  <a:lnTo>
                    <a:pt x="360066" y="156219"/>
                  </a:lnTo>
                  <a:lnTo>
                    <a:pt x="360125" y="155980"/>
                  </a:lnTo>
                  <a:lnTo>
                    <a:pt x="360013" y="155611"/>
                  </a:lnTo>
                  <a:lnTo>
                    <a:pt x="359816" y="155365"/>
                  </a:lnTo>
                  <a:lnTo>
                    <a:pt x="358894" y="154827"/>
                  </a:lnTo>
                  <a:lnTo>
                    <a:pt x="355543" y="152928"/>
                  </a:lnTo>
                  <a:lnTo>
                    <a:pt x="355079" y="152651"/>
                  </a:lnTo>
                  <a:lnTo>
                    <a:pt x="354846" y="152457"/>
                  </a:lnTo>
                  <a:lnTo>
                    <a:pt x="354666" y="152200"/>
                  </a:lnTo>
                  <a:lnTo>
                    <a:pt x="354517" y="151862"/>
                  </a:lnTo>
                  <a:lnTo>
                    <a:pt x="354490" y="151709"/>
                  </a:lnTo>
                  <a:lnTo>
                    <a:pt x="354461" y="151548"/>
                  </a:lnTo>
                  <a:lnTo>
                    <a:pt x="354423" y="151220"/>
                  </a:lnTo>
                  <a:lnTo>
                    <a:pt x="354729" y="149576"/>
                  </a:lnTo>
                  <a:lnTo>
                    <a:pt x="355104" y="147257"/>
                  </a:lnTo>
                  <a:lnTo>
                    <a:pt x="355089" y="146890"/>
                  </a:lnTo>
                  <a:lnTo>
                    <a:pt x="355033" y="145693"/>
                  </a:lnTo>
                  <a:lnTo>
                    <a:pt x="355001" y="145218"/>
                  </a:lnTo>
                  <a:lnTo>
                    <a:pt x="354943" y="144824"/>
                  </a:lnTo>
                  <a:lnTo>
                    <a:pt x="354866" y="144436"/>
                  </a:lnTo>
                  <a:lnTo>
                    <a:pt x="354768" y="144090"/>
                  </a:lnTo>
                  <a:lnTo>
                    <a:pt x="354599" y="143738"/>
                  </a:lnTo>
                  <a:lnTo>
                    <a:pt x="354459" y="143534"/>
                  </a:lnTo>
                  <a:lnTo>
                    <a:pt x="353810" y="143010"/>
                  </a:lnTo>
                  <a:lnTo>
                    <a:pt x="353087" y="142519"/>
                  </a:lnTo>
                  <a:lnTo>
                    <a:pt x="352483" y="142138"/>
                  </a:lnTo>
                  <a:lnTo>
                    <a:pt x="351455" y="142634"/>
                  </a:lnTo>
                  <a:lnTo>
                    <a:pt x="350855" y="142835"/>
                  </a:lnTo>
                  <a:lnTo>
                    <a:pt x="350270" y="143054"/>
                  </a:lnTo>
                  <a:lnTo>
                    <a:pt x="349664" y="143298"/>
                  </a:lnTo>
                  <a:lnTo>
                    <a:pt x="348957" y="143590"/>
                  </a:lnTo>
                  <a:lnTo>
                    <a:pt x="348577" y="143657"/>
                  </a:lnTo>
                  <a:lnTo>
                    <a:pt x="348305" y="143781"/>
                  </a:lnTo>
                  <a:lnTo>
                    <a:pt x="348178" y="143878"/>
                  </a:lnTo>
                  <a:lnTo>
                    <a:pt x="347758" y="144204"/>
                  </a:lnTo>
                  <a:lnTo>
                    <a:pt x="347557" y="144382"/>
                  </a:lnTo>
                  <a:lnTo>
                    <a:pt x="347382" y="144677"/>
                  </a:lnTo>
                  <a:lnTo>
                    <a:pt x="347229" y="144934"/>
                  </a:lnTo>
                  <a:lnTo>
                    <a:pt x="347038" y="145191"/>
                  </a:lnTo>
                  <a:lnTo>
                    <a:pt x="346883" y="145400"/>
                  </a:lnTo>
                  <a:lnTo>
                    <a:pt x="346641" y="145758"/>
                  </a:lnTo>
                  <a:lnTo>
                    <a:pt x="346387" y="146053"/>
                  </a:lnTo>
                  <a:lnTo>
                    <a:pt x="346270" y="146275"/>
                  </a:lnTo>
                  <a:lnTo>
                    <a:pt x="346196" y="146410"/>
                  </a:lnTo>
                  <a:lnTo>
                    <a:pt x="346025" y="146501"/>
                  </a:lnTo>
                  <a:lnTo>
                    <a:pt x="345656" y="146730"/>
                  </a:lnTo>
                  <a:lnTo>
                    <a:pt x="345173" y="146985"/>
                  </a:lnTo>
                  <a:lnTo>
                    <a:pt x="344969" y="147114"/>
                  </a:lnTo>
                  <a:lnTo>
                    <a:pt x="344611" y="147349"/>
                  </a:lnTo>
                  <a:lnTo>
                    <a:pt x="344458" y="147425"/>
                  </a:lnTo>
                  <a:lnTo>
                    <a:pt x="344112" y="147600"/>
                  </a:lnTo>
                  <a:lnTo>
                    <a:pt x="343697" y="147516"/>
                  </a:lnTo>
                  <a:lnTo>
                    <a:pt x="343473" y="147468"/>
                  </a:lnTo>
                  <a:lnTo>
                    <a:pt x="343081" y="147389"/>
                  </a:lnTo>
                  <a:lnTo>
                    <a:pt x="342891" y="147349"/>
                  </a:lnTo>
                  <a:lnTo>
                    <a:pt x="342738" y="147318"/>
                  </a:lnTo>
                  <a:lnTo>
                    <a:pt x="342542" y="147349"/>
                  </a:lnTo>
                  <a:lnTo>
                    <a:pt x="342315" y="147379"/>
                  </a:lnTo>
                  <a:lnTo>
                    <a:pt x="341718" y="147504"/>
                  </a:lnTo>
                  <a:lnTo>
                    <a:pt x="341145" y="147567"/>
                  </a:lnTo>
                  <a:lnTo>
                    <a:pt x="340550" y="147852"/>
                  </a:lnTo>
                  <a:lnTo>
                    <a:pt x="340438" y="148010"/>
                  </a:lnTo>
                  <a:lnTo>
                    <a:pt x="340112" y="148206"/>
                  </a:lnTo>
                  <a:lnTo>
                    <a:pt x="339807" y="148168"/>
                  </a:lnTo>
                  <a:lnTo>
                    <a:pt x="339486" y="148120"/>
                  </a:lnTo>
                  <a:lnTo>
                    <a:pt x="339056" y="148076"/>
                  </a:lnTo>
                  <a:lnTo>
                    <a:pt x="338929" y="147883"/>
                  </a:lnTo>
                  <a:lnTo>
                    <a:pt x="338730" y="147585"/>
                  </a:lnTo>
                  <a:lnTo>
                    <a:pt x="338804" y="147244"/>
                  </a:lnTo>
                  <a:lnTo>
                    <a:pt x="338898" y="147104"/>
                  </a:lnTo>
                  <a:lnTo>
                    <a:pt x="338995" y="146964"/>
                  </a:lnTo>
                  <a:lnTo>
                    <a:pt x="339298" y="146672"/>
                  </a:lnTo>
                  <a:lnTo>
                    <a:pt x="339425" y="146547"/>
                  </a:lnTo>
                  <a:lnTo>
                    <a:pt x="339573" y="146404"/>
                  </a:lnTo>
                  <a:lnTo>
                    <a:pt x="339374" y="146071"/>
                  </a:lnTo>
                  <a:lnTo>
                    <a:pt x="339051" y="145539"/>
                  </a:lnTo>
                  <a:lnTo>
                    <a:pt x="338888" y="145270"/>
                  </a:lnTo>
                  <a:lnTo>
                    <a:pt x="338504" y="145005"/>
                  </a:lnTo>
                  <a:lnTo>
                    <a:pt x="338308" y="144728"/>
                  </a:lnTo>
                  <a:lnTo>
                    <a:pt x="337967" y="144391"/>
                  </a:lnTo>
                  <a:lnTo>
                    <a:pt x="337243" y="143366"/>
                  </a:lnTo>
                  <a:lnTo>
                    <a:pt x="337150" y="143233"/>
                  </a:lnTo>
                  <a:lnTo>
                    <a:pt x="336873" y="142838"/>
                  </a:lnTo>
                  <a:lnTo>
                    <a:pt x="336735" y="142634"/>
                  </a:lnTo>
                  <a:lnTo>
                    <a:pt x="336625" y="142476"/>
                  </a:lnTo>
                  <a:lnTo>
                    <a:pt x="336510" y="142325"/>
                  </a:lnTo>
                  <a:lnTo>
                    <a:pt x="336304" y="142097"/>
                  </a:lnTo>
                  <a:lnTo>
                    <a:pt x="335972" y="141893"/>
                  </a:lnTo>
                  <a:lnTo>
                    <a:pt x="335742" y="141994"/>
                  </a:lnTo>
                  <a:lnTo>
                    <a:pt x="335455" y="142085"/>
                  </a:lnTo>
                  <a:lnTo>
                    <a:pt x="335265" y="142238"/>
                  </a:lnTo>
                  <a:lnTo>
                    <a:pt x="334943" y="141905"/>
                  </a:lnTo>
                  <a:lnTo>
                    <a:pt x="334757" y="141723"/>
                  </a:lnTo>
                  <a:lnTo>
                    <a:pt x="334410" y="141381"/>
                  </a:lnTo>
                  <a:lnTo>
                    <a:pt x="334119" y="141094"/>
                  </a:lnTo>
                  <a:lnTo>
                    <a:pt x="333836" y="140723"/>
                  </a:lnTo>
                  <a:lnTo>
                    <a:pt x="333735" y="140590"/>
                  </a:lnTo>
                  <a:lnTo>
                    <a:pt x="333247" y="140135"/>
                  </a:lnTo>
                  <a:lnTo>
                    <a:pt x="332855" y="139768"/>
                  </a:lnTo>
                  <a:lnTo>
                    <a:pt x="332524" y="139455"/>
                  </a:lnTo>
                  <a:lnTo>
                    <a:pt x="332359" y="139303"/>
                  </a:lnTo>
                  <a:lnTo>
                    <a:pt x="331837" y="138814"/>
                  </a:lnTo>
                  <a:lnTo>
                    <a:pt x="331496" y="138494"/>
                  </a:lnTo>
                  <a:lnTo>
                    <a:pt x="331163" y="138181"/>
                  </a:lnTo>
                  <a:lnTo>
                    <a:pt x="330784" y="137822"/>
                  </a:lnTo>
                  <a:lnTo>
                    <a:pt x="330313" y="137382"/>
                  </a:lnTo>
                  <a:lnTo>
                    <a:pt x="330761" y="137053"/>
                  </a:lnTo>
                  <a:lnTo>
                    <a:pt x="331013" y="136779"/>
                  </a:lnTo>
                  <a:lnTo>
                    <a:pt x="331369" y="136394"/>
                  </a:lnTo>
                  <a:lnTo>
                    <a:pt x="331812" y="135911"/>
                  </a:lnTo>
                  <a:lnTo>
                    <a:pt x="332036" y="135669"/>
                  </a:lnTo>
                  <a:lnTo>
                    <a:pt x="332270" y="135415"/>
                  </a:lnTo>
                  <a:lnTo>
                    <a:pt x="332511" y="135160"/>
                  </a:lnTo>
                  <a:lnTo>
                    <a:pt x="332768" y="134888"/>
                  </a:lnTo>
                  <a:lnTo>
                    <a:pt x="333163" y="134478"/>
                  </a:lnTo>
                  <a:lnTo>
                    <a:pt x="333555" y="134066"/>
                  </a:lnTo>
                  <a:lnTo>
                    <a:pt x="333712" y="133903"/>
                  </a:lnTo>
                  <a:lnTo>
                    <a:pt x="333524" y="133837"/>
                  </a:lnTo>
                  <a:lnTo>
                    <a:pt x="333247" y="133743"/>
                  </a:lnTo>
                  <a:lnTo>
                    <a:pt x="332822" y="133595"/>
                  </a:lnTo>
                  <a:lnTo>
                    <a:pt x="332483" y="133478"/>
                  </a:lnTo>
                  <a:lnTo>
                    <a:pt x="332066" y="133336"/>
                  </a:lnTo>
                  <a:lnTo>
                    <a:pt x="331565" y="133160"/>
                  </a:lnTo>
                  <a:lnTo>
                    <a:pt x="331028" y="132977"/>
                  </a:lnTo>
                  <a:lnTo>
                    <a:pt x="330410" y="132763"/>
                  </a:lnTo>
                  <a:lnTo>
                    <a:pt x="329875" y="132578"/>
                  </a:lnTo>
                  <a:lnTo>
                    <a:pt x="329252" y="132364"/>
                  </a:lnTo>
                  <a:lnTo>
                    <a:pt x="328520" y="132089"/>
                  </a:lnTo>
                  <a:lnTo>
                    <a:pt x="326347" y="132288"/>
                  </a:lnTo>
                  <a:lnTo>
                    <a:pt x="326151" y="132306"/>
                  </a:lnTo>
                  <a:lnTo>
                    <a:pt x="323890" y="131100"/>
                  </a:lnTo>
                  <a:lnTo>
                    <a:pt x="323316" y="132400"/>
                  </a:lnTo>
                  <a:lnTo>
                    <a:pt x="322288" y="134500"/>
                  </a:lnTo>
                  <a:lnTo>
                    <a:pt x="321742" y="135549"/>
                  </a:lnTo>
                  <a:lnTo>
                    <a:pt x="321351" y="135654"/>
                  </a:lnTo>
                  <a:lnTo>
                    <a:pt x="320992" y="135748"/>
                  </a:lnTo>
                  <a:lnTo>
                    <a:pt x="320440" y="135878"/>
                  </a:lnTo>
                  <a:lnTo>
                    <a:pt x="319817" y="136021"/>
                  </a:lnTo>
                  <a:lnTo>
                    <a:pt x="319308" y="136145"/>
                  </a:lnTo>
                  <a:lnTo>
                    <a:pt x="318718" y="136288"/>
                  </a:lnTo>
                  <a:lnTo>
                    <a:pt x="318059" y="136448"/>
                  </a:lnTo>
                  <a:lnTo>
                    <a:pt x="317741" y="136519"/>
                  </a:lnTo>
                  <a:lnTo>
                    <a:pt x="316865" y="136728"/>
                  </a:lnTo>
                  <a:lnTo>
                    <a:pt x="316366" y="136845"/>
                  </a:lnTo>
                  <a:lnTo>
                    <a:pt x="316430" y="137131"/>
                  </a:lnTo>
                  <a:lnTo>
                    <a:pt x="317165" y="140824"/>
                  </a:lnTo>
                  <a:lnTo>
                    <a:pt x="316408" y="141214"/>
                  </a:lnTo>
                  <a:lnTo>
                    <a:pt x="315347" y="141764"/>
                  </a:lnTo>
                  <a:lnTo>
                    <a:pt x="314368" y="142272"/>
                  </a:lnTo>
                  <a:lnTo>
                    <a:pt x="313492" y="142726"/>
                  </a:lnTo>
                  <a:lnTo>
                    <a:pt x="312934" y="142798"/>
                  </a:lnTo>
                  <a:lnTo>
                    <a:pt x="312735" y="142845"/>
                  </a:lnTo>
                  <a:lnTo>
                    <a:pt x="312010" y="142921"/>
                  </a:lnTo>
                  <a:lnTo>
                    <a:pt x="311532" y="142972"/>
                  </a:lnTo>
                  <a:lnTo>
                    <a:pt x="311320" y="142993"/>
                  </a:lnTo>
                  <a:lnTo>
                    <a:pt x="310768" y="143056"/>
                  </a:lnTo>
                  <a:lnTo>
                    <a:pt x="310142" y="143127"/>
                  </a:lnTo>
                  <a:lnTo>
                    <a:pt x="309656" y="143181"/>
                  </a:lnTo>
                  <a:lnTo>
                    <a:pt x="309407" y="142972"/>
                  </a:lnTo>
                  <a:lnTo>
                    <a:pt x="307582" y="141557"/>
                  </a:lnTo>
                  <a:lnTo>
                    <a:pt x="306608" y="140802"/>
                  </a:lnTo>
                  <a:lnTo>
                    <a:pt x="306313" y="140855"/>
                  </a:lnTo>
                  <a:lnTo>
                    <a:pt x="305994" y="140914"/>
                  </a:lnTo>
                  <a:lnTo>
                    <a:pt x="305888" y="141061"/>
                  </a:lnTo>
                  <a:lnTo>
                    <a:pt x="305638" y="141407"/>
                  </a:lnTo>
                  <a:lnTo>
                    <a:pt x="305470" y="141547"/>
                  </a:lnTo>
                  <a:lnTo>
                    <a:pt x="305124" y="141751"/>
                  </a:lnTo>
                  <a:lnTo>
                    <a:pt x="304656" y="141990"/>
                  </a:lnTo>
                  <a:lnTo>
                    <a:pt x="304414" y="142064"/>
                  </a:lnTo>
                  <a:lnTo>
                    <a:pt x="304251" y="142122"/>
                  </a:lnTo>
                  <a:lnTo>
                    <a:pt x="303974" y="142206"/>
                  </a:lnTo>
                  <a:lnTo>
                    <a:pt x="303707" y="142384"/>
                  </a:lnTo>
                  <a:lnTo>
                    <a:pt x="303608" y="142687"/>
                  </a:lnTo>
                  <a:lnTo>
                    <a:pt x="303501" y="143018"/>
                  </a:lnTo>
                  <a:lnTo>
                    <a:pt x="303282" y="143405"/>
                  </a:lnTo>
                  <a:lnTo>
                    <a:pt x="303152" y="143634"/>
                  </a:lnTo>
                  <a:lnTo>
                    <a:pt x="302992" y="143710"/>
                  </a:lnTo>
                  <a:lnTo>
                    <a:pt x="302679" y="143680"/>
                  </a:lnTo>
                  <a:lnTo>
                    <a:pt x="302521" y="143663"/>
                  </a:lnTo>
                  <a:lnTo>
                    <a:pt x="301707" y="142248"/>
                  </a:lnTo>
                  <a:lnTo>
                    <a:pt x="301590" y="142044"/>
                  </a:lnTo>
                  <a:lnTo>
                    <a:pt x="301403" y="141721"/>
                  </a:lnTo>
                  <a:lnTo>
                    <a:pt x="301278" y="141494"/>
                  </a:lnTo>
                  <a:lnTo>
                    <a:pt x="300817" y="140670"/>
                  </a:lnTo>
                  <a:lnTo>
                    <a:pt x="300658" y="140387"/>
                  </a:lnTo>
                  <a:lnTo>
                    <a:pt x="300740" y="139851"/>
                  </a:lnTo>
                  <a:lnTo>
                    <a:pt x="300575" y="139472"/>
                  </a:lnTo>
                  <a:lnTo>
                    <a:pt x="300473" y="139234"/>
                  </a:lnTo>
                  <a:lnTo>
                    <a:pt x="300354" y="138963"/>
                  </a:lnTo>
                  <a:lnTo>
                    <a:pt x="300297" y="138827"/>
                  </a:lnTo>
                  <a:lnTo>
                    <a:pt x="300131" y="138442"/>
                  </a:lnTo>
                  <a:lnTo>
                    <a:pt x="299978" y="138095"/>
                  </a:lnTo>
                  <a:lnTo>
                    <a:pt x="299917" y="137959"/>
                  </a:lnTo>
                  <a:lnTo>
                    <a:pt x="298371" y="137026"/>
                  </a:lnTo>
                  <a:lnTo>
                    <a:pt x="298177" y="136878"/>
                  </a:lnTo>
                  <a:lnTo>
                    <a:pt x="298022" y="136761"/>
                  </a:lnTo>
                  <a:lnTo>
                    <a:pt x="297511" y="136367"/>
                  </a:lnTo>
                  <a:lnTo>
                    <a:pt x="297277" y="136143"/>
                  </a:lnTo>
                  <a:lnTo>
                    <a:pt x="297134" y="135967"/>
                  </a:lnTo>
                  <a:lnTo>
                    <a:pt x="296770" y="135524"/>
                  </a:lnTo>
                  <a:lnTo>
                    <a:pt x="296498" y="135163"/>
                  </a:lnTo>
                  <a:lnTo>
                    <a:pt x="296310" y="134914"/>
                  </a:lnTo>
                  <a:lnTo>
                    <a:pt x="295836" y="134341"/>
                  </a:lnTo>
                  <a:lnTo>
                    <a:pt x="295651" y="134112"/>
                  </a:lnTo>
                  <a:lnTo>
                    <a:pt x="295541" y="133957"/>
                  </a:lnTo>
                  <a:lnTo>
                    <a:pt x="295378" y="133606"/>
                  </a:lnTo>
                  <a:lnTo>
                    <a:pt x="295180" y="133181"/>
                  </a:lnTo>
                  <a:lnTo>
                    <a:pt x="294966" y="132720"/>
                  </a:lnTo>
                  <a:lnTo>
                    <a:pt x="294768" y="132288"/>
                  </a:lnTo>
                  <a:lnTo>
                    <a:pt x="294681" y="132137"/>
                  </a:lnTo>
                  <a:lnTo>
                    <a:pt x="294579" y="131919"/>
                  </a:lnTo>
                  <a:lnTo>
                    <a:pt x="294516" y="131774"/>
                  </a:lnTo>
                  <a:lnTo>
                    <a:pt x="294233" y="131924"/>
                  </a:lnTo>
                  <a:lnTo>
                    <a:pt x="293844" y="132137"/>
                  </a:lnTo>
                  <a:lnTo>
                    <a:pt x="293437" y="132359"/>
                  </a:lnTo>
                  <a:lnTo>
                    <a:pt x="292995" y="132596"/>
                  </a:lnTo>
                  <a:lnTo>
                    <a:pt x="292533" y="132827"/>
                  </a:lnTo>
                  <a:lnTo>
                    <a:pt x="292399" y="132898"/>
                  </a:lnTo>
                  <a:lnTo>
                    <a:pt x="292195" y="133008"/>
                  </a:lnTo>
                  <a:lnTo>
                    <a:pt x="292025" y="133099"/>
                  </a:lnTo>
                  <a:lnTo>
                    <a:pt x="291867" y="133183"/>
                  </a:lnTo>
                  <a:lnTo>
                    <a:pt x="291684" y="133066"/>
                  </a:lnTo>
                  <a:lnTo>
                    <a:pt x="291437" y="132907"/>
                  </a:lnTo>
                  <a:lnTo>
                    <a:pt x="291170" y="132738"/>
                  </a:lnTo>
                  <a:lnTo>
                    <a:pt x="290994" y="132629"/>
                  </a:lnTo>
                  <a:lnTo>
                    <a:pt x="290770" y="132435"/>
                  </a:lnTo>
                  <a:lnTo>
                    <a:pt x="290765" y="132262"/>
                  </a:lnTo>
                  <a:lnTo>
                    <a:pt x="290755" y="131896"/>
                  </a:lnTo>
                  <a:lnTo>
                    <a:pt x="290745" y="131504"/>
                  </a:lnTo>
                  <a:lnTo>
                    <a:pt x="290739" y="131288"/>
                  </a:lnTo>
                  <a:lnTo>
                    <a:pt x="290253" y="130898"/>
                  </a:lnTo>
                  <a:lnTo>
                    <a:pt x="289902" y="130613"/>
                  </a:lnTo>
                  <a:lnTo>
                    <a:pt x="289602" y="130369"/>
                  </a:lnTo>
                  <a:lnTo>
                    <a:pt x="289396" y="130407"/>
                  </a:lnTo>
                  <a:lnTo>
                    <a:pt x="289241" y="130427"/>
                  </a:lnTo>
                  <a:lnTo>
                    <a:pt x="289017" y="130458"/>
                  </a:lnTo>
                  <a:lnTo>
                    <a:pt x="288653" y="130519"/>
                  </a:lnTo>
                  <a:lnTo>
                    <a:pt x="288246" y="130621"/>
                  </a:lnTo>
                  <a:lnTo>
                    <a:pt x="287816" y="130692"/>
                  </a:lnTo>
                  <a:lnTo>
                    <a:pt x="287645" y="130751"/>
                  </a:lnTo>
                  <a:lnTo>
                    <a:pt x="287378" y="130829"/>
                  </a:lnTo>
                  <a:lnTo>
                    <a:pt x="287062" y="130919"/>
                  </a:lnTo>
                  <a:lnTo>
                    <a:pt x="286910" y="130962"/>
                  </a:lnTo>
                  <a:lnTo>
                    <a:pt x="286493" y="131084"/>
                  </a:lnTo>
                  <a:lnTo>
                    <a:pt x="286210" y="131237"/>
                  </a:lnTo>
                  <a:lnTo>
                    <a:pt x="285973" y="131369"/>
                  </a:lnTo>
                  <a:lnTo>
                    <a:pt x="285650" y="131557"/>
                  </a:lnTo>
                  <a:lnTo>
                    <a:pt x="285213" y="131807"/>
                  </a:lnTo>
                  <a:lnTo>
                    <a:pt x="285009" y="131916"/>
                  </a:lnTo>
                  <a:lnTo>
                    <a:pt x="284879" y="131964"/>
                  </a:lnTo>
                  <a:lnTo>
                    <a:pt x="284683" y="132048"/>
                  </a:lnTo>
                  <a:lnTo>
                    <a:pt x="284342" y="132191"/>
                  </a:lnTo>
                  <a:lnTo>
                    <a:pt x="283951" y="132389"/>
                  </a:lnTo>
                  <a:lnTo>
                    <a:pt x="283800" y="132458"/>
                  </a:lnTo>
                  <a:lnTo>
                    <a:pt x="283518" y="132590"/>
                  </a:lnTo>
                  <a:lnTo>
                    <a:pt x="283073" y="132799"/>
                  </a:lnTo>
                  <a:lnTo>
                    <a:pt x="282678" y="132982"/>
                  </a:lnTo>
                  <a:lnTo>
                    <a:pt x="282129" y="133237"/>
                  </a:lnTo>
                  <a:lnTo>
                    <a:pt x="281627" y="133471"/>
                  </a:lnTo>
                  <a:lnTo>
                    <a:pt x="281068" y="133730"/>
                  </a:lnTo>
                  <a:lnTo>
                    <a:pt x="280559" y="133967"/>
                  </a:lnTo>
                  <a:lnTo>
                    <a:pt x="280014" y="134221"/>
                  </a:lnTo>
                  <a:lnTo>
                    <a:pt x="279459" y="134481"/>
                  </a:lnTo>
                  <a:lnTo>
                    <a:pt x="278923" y="134730"/>
                  </a:lnTo>
                  <a:lnTo>
                    <a:pt x="278347" y="135000"/>
                  </a:lnTo>
                  <a:lnTo>
                    <a:pt x="277821" y="135234"/>
                  </a:lnTo>
                  <a:lnTo>
                    <a:pt x="277551" y="135326"/>
                  </a:lnTo>
                  <a:lnTo>
                    <a:pt x="277050" y="135422"/>
                  </a:lnTo>
                  <a:lnTo>
                    <a:pt x="276775" y="135476"/>
                  </a:lnTo>
                  <a:lnTo>
                    <a:pt x="276523" y="135527"/>
                  </a:lnTo>
                  <a:lnTo>
                    <a:pt x="276317" y="135580"/>
                  </a:lnTo>
                  <a:lnTo>
                    <a:pt x="276078" y="135641"/>
                  </a:lnTo>
                  <a:lnTo>
                    <a:pt x="275917" y="135684"/>
                  </a:lnTo>
                  <a:lnTo>
                    <a:pt x="275706" y="135717"/>
                  </a:lnTo>
                  <a:lnTo>
                    <a:pt x="275353" y="135773"/>
                  </a:lnTo>
                  <a:lnTo>
                    <a:pt x="275116" y="135814"/>
                  </a:lnTo>
                  <a:lnTo>
                    <a:pt x="274785" y="135867"/>
                  </a:lnTo>
                  <a:lnTo>
                    <a:pt x="274429" y="135901"/>
                  </a:lnTo>
                  <a:lnTo>
                    <a:pt x="274284" y="135939"/>
                  </a:lnTo>
                  <a:lnTo>
                    <a:pt x="274134" y="135979"/>
                  </a:lnTo>
                  <a:lnTo>
                    <a:pt x="273767" y="136079"/>
                  </a:lnTo>
                  <a:lnTo>
                    <a:pt x="273622" y="136117"/>
                  </a:lnTo>
                  <a:lnTo>
                    <a:pt x="273180" y="136249"/>
                  </a:lnTo>
                  <a:lnTo>
                    <a:pt x="273007" y="136300"/>
                  </a:lnTo>
                  <a:lnTo>
                    <a:pt x="272622" y="136414"/>
                  </a:lnTo>
                  <a:lnTo>
                    <a:pt x="272447" y="136465"/>
                  </a:lnTo>
                  <a:lnTo>
                    <a:pt x="272088" y="136585"/>
                  </a:lnTo>
                  <a:lnTo>
                    <a:pt x="271918" y="136644"/>
                  </a:lnTo>
                  <a:lnTo>
                    <a:pt x="271712" y="136583"/>
                  </a:lnTo>
                  <a:lnTo>
                    <a:pt x="271371" y="136488"/>
                  </a:lnTo>
                  <a:lnTo>
                    <a:pt x="271020" y="136397"/>
                  </a:lnTo>
                  <a:lnTo>
                    <a:pt x="270709" y="136315"/>
                  </a:lnTo>
                  <a:lnTo>
                    <a:pt x="270569" y="136310"/>
                  </a:lnTo>
                  <a:lnTo>
                    <a:pt x="270428" y="136229"/>
                  </a:lnTo>
                  <a:lnTo>
                    <a:pt x="270391" y="136059"/>
                  </a:lnTo>
                  <a:lnTo>
                    <a:pt x="270286" y="135652"/>
                  </a:lnTo>
                  <a:lnTo>
                    <a:pt x="270168" y="135497"/>
                  </a:lnTo>
                  <a:lnTo>
                    <a:pt x="269994" y="135219"/>
                  </a:lnTo>
                  <a:lnTo>
                    <a:pt x="269953" y="135046"/>
                  </a:lnTo>
                  <a:lnTo>
                    <a:pt x="269854" y="134626"/>
                  </a:lnTo>
                  <a:lnTo>
                    <a:pt x="269813" y="134455"/>
                  </a:lnTo>
                  <a:lnTo>
                    <a:pt x="269714" y="134239"/>
                  </a:lnTo>
                  <a:lnTo>
                    <a:pt x="269483" y="134234"/>
                  </a:lnTo>
                  <a:lnTo>
                    <a:pt x="269208" y="134236"/>
                  </a:lnTo>
                  <a:lnTo>
                    <a:pt x="269012" y="134239"/>
                  </a:lnTo>
                  <a:lnTo>
                    <a:pt x="268872" y="134242"/>
                  </a:lnTo>
                  <a:lnTo>
                    <a:pt x="268740" y="134168"/>
                  </a:lnTo>
                  <a:lnTo>
                    <a:pt x="268529" y="134048"/>
                  </a:lnTo>
                  <a:lnTo>
                    <a:pt x="268386" y="133969"/>
                  </a:lnTo>
                  <a:lnTo>
                    <a:pt x="267770" y="133890"/>
                  </a:lnTo>
                  <a:lnTo>
                    <a:pt x="267475" y="133865"/>
                  </a:lnTo>
                  <a:lnTo>
                    <a:pt x="267180" y="133842"/>
                  </a:lnTo>
                  <a:lnTo>
                    <a:pt x="266770" y="133809"/>
                  </a:lnTo>
                  <a:lnTo>
                    <a:pt x="266539" y="133789"/>
                  </a:lnTo>
                  <a:lnTo>
                    <a:pt x="266358" y="133761"/>
                  </a:lnTo>
                  <a:lnTo>
                    <a:pt x="265918" y="133742"/>
                  </a:lnTo>
                  <a:lnTo>
                    <a:pt x="265775" y="133735"/>
                  </a:lnTo>
                  <a:lnTo>
                    <a:pt x="265786" y="133605"/>
                  </a:lnTo>
                  <a:lnTo>
                    <a:pt x="265801" y="133333"/>
                  </a:lnTo>
                  <a:lnTo>
                    <a:pt x="265821" y="132997"/>
                  </a:lnTo>
                  <a:lnTo>
                    <a:pt x="265834" y="132768"/>
                  </a:lnTo>
                  <a:lnTo>
                    <a:pt x="265849" y="132572"/>
                  </a:lnTo>
                  <a:lnTo>
                    <a:pt x="265768" y="132387"/>
                  </a:lnTo>
                  <a:lnTo>
                    <a:pt x="265691" y="132214"/>
                  </a:lnTo>
                  <a:lnTo>
                    <a:pt x="265628" y="132069"/>
                  </a:lnTo>
                  <a:lnTo>
                    <a:pt x="265557" y="131898"/>
                  </a:lnTo>
                  <a:lnTo>
                    <a:pt x="265475" y="131712"/>
                  </a:lnTo>
                  <a:lnTo>
                    <a:pt x="265233" y="131740"/>
                  </a:lnTo>
                  <a:lnTo>
                    <a:pt x="264976" y="131771"/>
                  </a:lnTo>
                  <a:lnTo>
                    <a:pt x="264745" y="131801"/>
                  </a:lnTo>
                  <a:lnTo>
                    <a:pt x="264412" y="131842"/>
                  </a:lnTo>
                  <a:lnTo>
                    <a:pt x="264195" y="131868"/>
                  </a:lnTo>
                  <a:lnTo>
                    <a:pt x="264058" y="131786"/>
                  </a:lnTo>
                  <a:lnTo>
                    <a:pt x="263837" y="131654"/>
                  </a:lnTo>
                  <a:lnTo>
                    <a:pt x="263503" y="131458"/>
                  </a:lnTo>
                  <a:lnTo>
                    <a:pt x="263323" y="131351"/>
                  </a:lnTo>
                  <a:lnTo>
                    <a:pt x="263114" y="131229"/>
                  </a:lnTo>
                  <a:lnTo>
                    <a:pt x="262770" y="131082"/>
                  </a:lnTo>
                  <a:lnTo>
                    <a:pt x="262605" y="131107"/>
                  </a:lnTo>
                  <a:lnTo>
                    <a:pt x="262335" y="131150"/>
                  </a:lnTo>
                  <a:lnTo>
                    <a:pt x="262208" y="131168"/>
                  </a:lnTo>
                  <a:lnTo>
                    <a:pt x="262071" y="131191"/>
                  </a:lnTo>
                  <a:lnTo>
                    <a:pt x="261737" y="131260"/>
                  </a:lnTo>
                  <a:lnTo>
                    <a:pt x="261607" y="131384"/>
                  </a:lnTo>
                  <a:lnTo>
                    <a:pt x="261358" y="131621"/>
                  </a:lnTo>
                  <a:lnTo>
                    <a:pt x="261167" y="131807"/>
                  </a:lnTo>
                  <a:lnTo>
                    <a:pt x="260954" y="132013"/>
                  </a:lnTo>
                  <a:lnTo>
                    <a:pt x="260758" y="132199"/>
                  </a:lnTo>
                  <a:lnTo>
                    <a:pt x="260602" y="132346"/>
                  </a:lnTo>
                  <a:lnTo>
                    <a:pt x="260310" y="132626"/>
                  </a:lnTo>
                  <a:lnTo>
                    <a:pt x="260078" y="132848"/>
                  </a:lnTo>
                  <a:lnTo>
                    <a:pt x="259900" y="133018"/>
                  </a:lnTo>
                  <a:lnTo>
                    <a:pt x="259628" y="133283"/>
                  </a:lnTo>
                  <a:lnTo>
                    <a:pt x="259465" y="133440"/>
                  </a:lnTo>
                  <a:lnTo>
                    <a:pt x="258918" y="133965"/>
                  </a:lnTo>
                  <a:lnTo>
                    <a:pt x="258742" y="133980"/>
                  </a:lnTo>
                  <a:lnTo>
                    <a:pt x="258170" y="134028"/>
                  </a:lnTo>
                  <a:lnTo>
                    <a:pt x="257768" y="134026"/>
                  </a:lnTo>
                  <a:lnTo>
                    <a:pt x="257521" y="134023"/>
                  </a:lnTo>
                  <a:lnTo>
                    <a:pt x="257406" y="133876"/>
                  </a:lnTo>
                  <a:lnTo>
                    <a:pt x="257294" y="133731"/>
                  </a:lnTo>
                  <a:lnTo>
                    <a:pt x="257154" y="133552"/>
                  </a:lnTo>
                  <a:lnTo>
                    <a:pt x="256793" y="133092"/>
                  </a:lnTo>
                  <a:lnTo>
                    <a:pt x="256406" y="132598"/>
                  </a:lnTo>
                  <a:lnTo>
                    <a:pt x="256032" y="132046"/>
                  </a:lnTo>
                  <a:lnTo>
                    <a:pt x="255811" y="132046"/>
                  </a:lnTo>
                  <a:lnTo>
                    <a:pt x="255432" y="132043"/>
                  </a:lnTo>
                  <a:lnTo>
                    <a:pt x="255073" y="132043"/>
                  </a:lnTo>
                  <a:lnTo>
                    <a:pt x="254857" y="132046"/>
                  </a:lnTo>
                  <a:lnTo>
                    <a:pt x="254287" y="132071"/>
                  </a:lnTo>
                  <a:lnTo>
                    <a:pt x="254004" y="132087"/>
                  </a:lnTo>
                  <a:lnTo>
                    <a:pt x="253791" y="132097"/>
                  </a:lnTo>
                  <a:lnTo>
                    <a:pt x="253648" y="132105"/>
                  </a:lnTo>
                  <a:lnTo>
                    <a:pt x="253506" y="132125"/>
                  </a:lnTo>
                  <a:lnTo>
                    <a:pt x="253366" y="132143"/>
                  </a:lnTo>
                  <a:lnTo>
                    <a:pt x="253119" y="132176"/>
                  </a:lnTo>
                  <a:lnTo>
                    <a:pt x="252648" y="132247"/>
                  </a:lnTo>
                  <a:lnTo>
                    <a:pt x="252501" y="132272"/>
                  </a:lnTo>
                  <a:lnTo>
                    <a:pt x="252109" y="132334"/>
                  </a:lnTo>
                  <a:lnTo>
                    <a:pt x="251895" y="132364"/>
                  </a:lnTo>
                  <a:lnTo>
                    <a:pt x="251490" y="132425"/>
                  </a:lnTo>
                  <a:lnTo>
                    <a:pt x="251348" y="132448"/>
                  </a:lnTo>
                  <a:lnTo>
                    <a:pt x="251065" y="132491"/>
                  </a:lnTo>
                  <a:lnTo>
                    <a:pt x="250778" y="132537"/>
                  </a:lnTo>
                  <a:lnTo>
                    <a:pt x="250567" y="132573"/>
                  </a:lnTo>
                  <a:lnTo>
                    <a:pt x="250348" y="132603"/>
                  </a:lnTo>
                  <a:lnTo>
                    <a:pt x="250185" y="132629"/>
                  </a:lnTo>
                  <a:lnTo>
                    <a:pt x="249727" y="132690"/>
                  </a:lnTo>
                  <a:lnTo>
                    <a:pt x="249572" y="132713"/>
                  </a:lnTo>
                  <a:lnTo>
                    <a:pt x="249160" y="132771"/>
                  </a:lnTo>
                  <a:lnTo>
                    <a:pt x="248920" y="132817"/>
                  </a:lnTo>
                  <a:lnTo>
                    <a:pt x="248577" y="132883"/>
                  </a:lnTo>
                  <a:lnTo>
                    <a:pt x="248404" y="132916"/>
                  </a:lnTo>
                  <a:lnTo>
                    <a:pt x="248020" y="132982"/>
                  </a:lnTo>
                  <a:lnTo>
                    <a:pt x="247768" y="133028"/>
                  </a:lnTo>
                  <a:lnTo>
                    <a:pt x="247470" y="132998"/>
                  </a:lnTo>
                  <a:lnTo>
                    <a:pt x="247213" y="132972"/>
                  </a:lnTo>
                  <a:lnTo>
                    <a:pt x="246928" y="132916"/>
                  </a:lnTo>
                  <a:lnTo>
                    <a:pt x="246717" y="132883"/>
                  </a:lnTo>
                  <a:lnTo>
                    <a:pt x="246569" y="132909"/>
                  </a:lnTo>
                  <a:lnTo>
                    <a:pt x="246251" y="132888"/>
                  </a:lnTo>
                  <a:lnTo>
                    <a:pt x="245981" y="132865"/>
                  </a:lnTo>
                  <a:lnTo>
                    <a:pt x="245801" y="132850"/>
                  </a:lnTo>
                  <a:lnTo>
                    <a:pt x="245567" y="132822"/>
                  </a:lnTo>
                  <a:lnTo>
                    <a:pt x="245315" y="132853"/>
                  </a:lnTo>
                  <a:lnTo>
                    <a:pt x="244938" y="132896"/>
                  </a:lnTo>
                  <a:lnTo>
                    <a:pt x="244305" y="132972"/>
                  </a:lnTo>
                  <a:lnTo>
                    <a:pt x="243852" y="133041"/>
                  </a:lnTo>
                  <a:lnTo>
                    <a:pt x="243254" y="133125"/>
                  </a:lnTo>
                  <a:lnTo>
                    <a:pt x="242661" y="133211"/>
                  </a:lnTo>
                  <a:lnTo>
                    <a:pt x="242032" y="133295"/>
                  </a:lnTo>
                  <a:lnTo>
                    <a:pt x="241760" y="133336"/>
                  </a:lnTo>
                  <a:lnTo>
                    <a:pt x="241467" y="133334"/>
                  </a:lnTo>
                  <a:lnTo>
                    <a:pt x="240839" y="133377"/>
                  </a:lnTo>
                  <a:lnTo>
                    <a:pt x="240605" y="133354"/>
                  </a:lnTo>
                  <a:lnTo>
                    <a:pt x="240378" y="133334"/>
                  </a:lnTo>
                  <a:lnTo>
                    <a:pt x="240226" y="133336"/>
                  </a:lnTo>
                  <a:lnTo>
                    <a:pt x="240058" y="133346"/>
                  </a:lnTo>
                  <a:lnTo>
                    <a:pt x="239811" y="133362"/>
                  </a:lnTo>
                  <a:lnTo>
                    <a:pt x="239597" y="133346"/>
                  </a:lnTo>
                  <a:lnTo>
                    <a:pt x="239236" y="133374"/>
                  </a:lnTo>
                  <a:lnTo>
                    <a:pt x="239055" y="133392"/>
                  </a:lnTo>
                  <a:lnTo>
                    <a:pt x="238444" y="133397"/>
                  </a:lnTo>
                  <a:lnTo>
                    <a:pt x="238261" y="133217"/>
                  </a:lnTo>
                  <a:lnTo>
                    <a:pt x="238108" y="133066"/>
                  </a:lnTo>
                  <a:lnTo>
                    <a:pt x="237597" y="132565"/>
                  </a:lnTo>
                  <a:lnTo>
                    <a:pt x="237213" y="132188"/>
                  </a:lnTo>
                  <a:lnTo>
                    <a:pt x="236849" y="131830"/>
                  </a:lnTo>
                  <a:lnTo>
                    <a:pt x="237205" y="131395"/>
                  </a:lnTo>
                  <a:lnTo>
                    <a:pt x="236663" y="130247"/>
                  </a:lnTo>
                  <a:lnTo>
                    <a:pt x="235946" y="130151"/>
                  </a:lnTo>
                  <a:lnTo>
                    <a:pt x="235665" y="129772"/>
                  </a:lnTo>
                  <a:lnTo>
                    <a:pt x="235465" y="129503"/>
                  </a:lnTo>
                  <a:lnTo>
                    <a:pt x="235119" y="129049"/>
                  </a:lnTo>
                  <a:lnTo>
                    <a:pt x="234964" y="128906"/>
                  </a:lnTo>
                  <a:lnTo>
                    <a:pt x="234546" y="128532"/>
                  </a:lnTo>
                  <a:lnTo>
                    <a:pt x="234224" y="128340"/>
                  </a:lnTo>
                  <a:lnTo>
                    <a:pt x="233922" y="128136"/>
                  </a:lnTo>
                  <a:lnTo>
                    <a:pt x="233268" y="127754"/>
                  </a:lnTo>
                  <a:lnTo>
                    <a:pt x="232991" y="127581"/>
                  </a:lnTo>
                  <a:lnTo>
                    <a:pt x="232732" y="127423"/>
                  </a:lnTo>
                  <a:lnTo>
                    <a:pt x="231996" y="126965"/>
                  </a:lnTo>
                  <a:lnTo>
                    <a:pt x="231761" y="126821"/>
                  </a:lnTo>
                  <a:lnTo>
                    <a:pt x="231630" y="126741"/>
                  </a:lnTo>
                  <a:lnTo>
                    <a:pt x="231184" y="126709"/>
                  </a:lnTo>
                  <a:lnTo>
                    <a:pt x="231056" y="126698"/>
                  </a:lnTo>
                  <a:lnTo>
                    <a:pt x="230555" y="125997"/>
                  </a:lnTo>
                  <a:lnTo>
                    <a:pt x="230366" y="125731"/>
                  </a:lnTo>
                  <a:lnTo>
                    <a:pt x="229497" y="124739"/>
                  </a:lnTo>
                  <a:lnTo>
                    <a:pt x="228271" y="125627"/>
                  </a:lnTo>
                  <a:lnTo>
                    <a:pt x="227163" y="127287"/>
                  </a:lnTo>
                  <a:lnTo>
                    <a:pt x="226394" y="127152"/>
                  </a:lnTo>
                  <a:lnTo>
                    <a:pt x="225915" y="127068"/>
                  </a:lnTo>
                  <a:lnTo>
                    <a:pt x="224630" y="127391"/>
                  </a:lnTo>
                  <a:lnTo>
                    <a:pt x="226346" y="125038"/>
                  </a:lnTo>
                  <a:lnTo>
                    <a:pt x="226733" y="124589"/>
                  </a:lnTo>
                  <a:lnTo>
                    <a:pt x="226925" y="124467"/>
                  </a:lnTo>
                  <a:lnTo>
                    <a:pt x="227145" y="124307"/>
                  </a:lnTo>
                  <a:lnTo>
                    <a:pt x="227401" y="124035"/>
                  </a:lnTo>
                  <a:lnTo>
                    <a:pt x="228281" y="123048"/>
                  </a:lnTo>
                  <a:lnTo>
                    <a:pt x="228596" y="122720"/>
                  </a:lnTo>
                  <a:lnTo>
                    <a:pt x="232494" y="120617"/>
                  </a:lnTo>
                  <a:lnTo>
                    <a:pt x="232729" y="116925"/>
                  </a:lnTo>
                  <a:lnTo>
                    <a:pt x="231943" y="116963"/>
                  </a:lnTo>
                  <a:close/>
                </a:path>
              </a:pathLst>
            </a:custGeom>
            <a:solidFill>
              <a:srgbClr val="AFC4CE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8"/>
            <p:cNvSpPr/>
            <p:nvPr/>
          </p:nvSpPr>
          <p:spPr>
            <a:xfrm>
              <a:off x="3579528" y="5408197"/>
              <a:ext cx="188325" cy="278760"/>
            </a:xfrm>
            <a:custGeom>
              <a:avLst/>
              <a:pathLst>
                <a:path w="188325" h="278760">
                  <a:moveTo>
                    <a:pt x="0" y="278760"/>
                  </a:moveTo>
                  <a:lnTo>
                    <a:pt x="9161" y="242046"/>
                  </a:lnTo>
                  <a:lnTo>
                    <a:pt x="26754" y="237165"/>
                  </a:lnTo>
                  <a:lnTo>
                    <a:pt x="32686" y="235522"/>
                  </a:lnTo>
                  <a:lnTo>
                    <a:pt x="39909" y="233520"/>
                  </a:lnTo>
                  <a:lnTo>
                    <a:pt x="43171" y="232617"/>
                  </a:lnTo>
                  <a:lnTo>
                    <a:pt x="44999" y="232110"/>
                  </a:lnTo>
                  <a:lnTo>
                    <a:pt x="50886" y="230480"/>
                  </a:lnTo>
                  <a:lnTo>
                    <a:pt x="55982" y="228120"/>
                  </a:lnTo>
                  <a:lnTo>
                    <a:pt x="60744" y="225915"/>
                  </a:lnTo>
                  <a:lnTo>
                    <a:pt x="73193" y="221843"/>
                  </a:lnTo>
                  <a:lnTo>
                    <a:pt x="75302" y="219827"/>
                  </a:lnTo>
                  <a:lnTo>
                    <a:pt x="75980" y="219179"/>
                  </a:lnTo>
                  <a:lnTo>
                    <a:pt x="77226" y="217988"/>
                  </a:lnTo>
                  <a:lnTo>
                    <a:pt x="81227" y="211617"/>
                  </a:lnTo>
                  <a:lnTo>
                    <a:pt x="82874" y="206986"/>
                  </a:lnTo>
                  <a:lnTo>
                    <a:pt x="87582" y="193753"/>
                  </a:lnTo>
                  <a:lnTo>
                    <a:pt x="95884" y="192358"/>
                  </a:lnTo>
                  <a:lnTo>
                    <a:pt x="98111" y="191983"/>
                  </a:lnTo>
                  <a:lnTo>
                    <a:pt x="100242" y="191098"/>
                  </a:lnTo>
                  <a:lnTo>
                    <a:pt x="101294" y="190661"/>
                  </a:lnTo>
                  <a:lnTo>
                    <a:pt x="103116" y="189855"/>
                  </a:lnTo>
                  <a:lnTo>
                    <a:pt x="104991" y="189514"/>
                  </a:lnTo>
                  <a:lnTo>
                    <a:pt x="107650" y="189121"/>
                  </a:lnTo>
                  <a:lnTo>
                    <a:pt x="109714" y="187352"/>
                  </a:lnTo>
                  <a:lnTo>
                    <a:pt x="110944" y="186873"/>
                  </a:lnTo>
                  <a:lnTo>
                    <a:pt x="113257" y="185972"/>
                  </a:lnTo>
                  <a:lnTo>
                    <a:pt x="115297" y="185171"/>
                  </a:lnTo>
                  <a:lnTo>
                    <a:pt x="119190" y="190080"/>
                  </a:lnTo>
                  <a:lnTo>
                    <a:pt x="119985" y="191890"/>
                  </a:lnTo>
                  <a:lnTo>
                    <a:pt x="121911" y="196272"/>
                  </a:lnTo>
                  <a:lnTo>
                    <a:pt x="122453" y="198190"/>
                  </a:lnTo>
                  <a:lnTo>
                    <a:pt x="124381" y="205006"/>
                  </a:lnTo>
                  <a:lnTo>
                    <a:pt x="124965" y="207070"/>
                  </a:lnTo>
                  <a:lnTo>
                    <a:pt x="127263" y="210540"/>
                  </a:lnTo>
                  <a:lnTo>
                    <a:pt x="128714" y="214694"/>
                  </a:lnTo>
                  <a:lnTo>
                    <a:pt x="130480" y="218692"/>
                  </a:lnTo>
                  <a:lnTo>
                    <a:pt x="130956" y="219769"/>
                  </a:lnTo>
                  <a:lnTo>
                    <a:pt x="131589" y="221204"/>
                  </a:lnTo>
                  <a:lnTo>
                    <a:pt x="131124" y="221739"/>
                  </a:lnTo>
                  <a:lnTo>
                    <a:pt x="130883" y="222016"/>
                  </a:lnTo>
                  <a:lnTo>
                    <a:pt x="130594" y="222083"/>
                  </a:lnTo>
                  <a:lnTo>
                    <a:pt x="130324" y="222551"/>
                  </a:lnTo>
                  <a:lnTo>
                    <a:pt x="129937" y="222730"/>
                  </a:lnTo>
                  <a:lnTo>
                    <a:pt x="130340" y="224098"/>
                  </a:lnTo>
                  <a:lnTo>
                    <a:pt x="130986" y="226309"/>
                  </a:lnTo>
                  <a:lnTo>
                    <a:pt x="130291" y="232111"/>
                  </a:lnTo>
                  <a:lnTo>
                    <a:pt x="130423" y="234386"/>
                  </a:lnTo>
                  <a:lnTo>
                    <a:pt x="130482" y="235371"/>
                  </a:lnTo>
                  <a:lnTo>
                    <a:pt x="130585" y="237584"/>
                  </a:lnTo>
                  <a:lnTo>
                    <a:pt x="129880" y="240042"/>
                  </a:lnTo>
                  <a:lnTo>
                    <a:pt x="129821" y="240249"/>
                  </a:lnTo>
                  <a:lnTo>
                    <a:pt x="129252" y="242234"/>
                  </a:lnTo>
                  <a:lnTo>
                    <a:pt x="128999" y="248947"/>
                  </a:lnTo>
                  <a:lnTo>
                    <a:pt x="128851" y="249714"/>
                  </a:lnTo>
                  <a:lnTo>
                    <a:pt x="128774" y="250001"/>
                  </a:lnTo>
                  <a:lnTo>
                    <a:pt x="129003" y="250225"/>
                  </a:lnTo>
                  <a:lnTo>
                    <a:pt x="129495" y="249905"/>
                  </a:lnTo>
                  <a:lnTo>
                    <a:pt x="132780" y="249567"/>
                  </a:lnTo>
                  <a:lnTo>
                    <a:pt x="133701" y="249810"/>
                  </a:lnTo>
                  <a:lnTo>
                    <a:pt x="134031" y="250296"/>
                  </a:lnTo>
                  <a:lnTo>
                    <a:pt x="134946" y="250404"/>
                  </a:lnTo>
                  <a:lnTo>
                    <a:pt x="135269" y="250287"/>
                  </a:lnTo>
                  <a:lnTo>
                    <a:pt x="140236" y="253635"/>
                  </a:lnTo>
                  <a:lnTo>
                    <a:pt x="141053" y="251227"/>
                  </a:lnTo>
                  <a:lnTo>
                    <a:pt x="143264" y="247982"/>
                  </a:lnTo>
                  <a:lnTo>
                    <a:pt x="147760" y="249458"/>
                  </a:lnTo>
                  <a:lnTo>
                    <a:pt x="148168" y="250167"/>
                  </a:lnTo>
                  <a:lnTo>
                    <a:pt x="148552" y="250595"/>
                  </a:lnTo>
                  <a:lnTo>
                    <a:pt x="148896" y="250346"/>
                  </a:lnTo>
                  <a:lnTo>
                    <a:pt x="149109" y="250191"/>
                  </a:lnTo>
                  <a:lnTo>
                    <a:pt x="150586" y="249018"/>
                  </a:lnTo>
                  <a:lnTo>
                    <a:pt x="151065" y="248669"/>
                  </a:lnTo>
                  <a:lnTo>
                    <a:pt x="152091" y="247978"/>
                  </a:lnTo>
                  <a:lnTo>
                    <a:pt x="152673" y="247585"/>
                  </a:lnTo>
                  <a:lnTo>
                    <a:pt x="153434" y="247036"/>
                  </a:lnTo>
                  <a:lnTo>
                    <a:pt x="153990" y="246681"/>
                  </a:lnTo>
                  <a:lnTo>
                    <a:pt x="154258" y="246383"/>
                  </a:lnTo>
                  <a:lnTo>
                    <a:pt x="154538" y="246096"/>
                  </a:lnTo>
                  <a:lnTo>
                    <a:pt x="155577" y="246060"/>
                  </a:lnTo>
                  <a:lnTo>
                    <a:pt x="157765" y="246656"/>
                  </a:lnTo>
                  <a:lnTo>
                    <a:pt x="158682" y="242367"/>
                  </a:lnTo>
                  <a:lnTo>
                    <a:pt x="158726" y="242144"/>
                  </a:lnTo>
                  <a:lnTo>
                    <a:pt x="158750" y="241918"/>
                  </a:lnTo>
                  <a:lnTo>
                    <a:pt x="158750" y="241607"/>
                  </a:lnTo>
                  <a:lnTo>
                    <a:pt x="159153" y="240672"/>
                  </a:lnTo>
                  <a:lnTo>
                    <a:pt x="159473" y="240675"/>
                  </a:lnTo>
                  <a:lnTo>
                    <a:pt x="159187" y="239308"/>
                  </a:lnTo>
                  <a:lnTo>
                    <a:pt x="159356" y="239220"/>
                  </a:lnTo>
                  <a:lnTo>
                    <a:pt x="159514" y="239115"/>
                  </a:lnTo>
                  <a:lnTo>
                    <a:pt x="159661" y="238993"/>
                  </a:lnTo>
                  <a:lnTo>
                    <a:pt x="161399" y="238715"/>
                  </a:lnTo>
                  <a:lnTo>
                    <a:pt x="161673" y="238650"/>
                  </a:lnTo>
                  <a:lnTo>
                    <a:pt x="161703" y="238519"/>
                  </a:lnTo>
                  <a:lnTo>
                    <a:pt x="161713" y="238385"/>
                  </a:lnTo>
                  <a:lnTo>
                    <a:pt x="161702" y="238251"/>
                  </a:lnTo>
                  <a:lnTo>
                    <a:pt x="161639" y="238034"/>
                  </a:lnTo>
                  <a:lnTo>
                    <a:pt x="161472" y="237482"/>
                  </a:lnTo>
                  <a:lnTo>
                    <a:pt x="161419" y="237314"/>
                  </a:lnTo>
                  <a:lnTo>
                    <a:pt x="161386" y="237141"/>
                  </a:lnTo>
                  <a:lnTo>
                    <a:pt x="161373" y="236965"/>
                  </a:lnTo>
                  <a:lnTo>
                    <a:pt x="161459" y="236625"/>
                  </a:lnTo>
                  <a:lnTo>
                    <a:pt x="162032" y="235795"/>
                  </a:lnTo>
                  <a:lnTo>
                    <a:pt x="162717" y="235001"/>
                  </a:lnTo>
                  <a:lnTo>
                    <a:pt x="162683" y="234776"/>
                  </a:lnTo>
                  <a:lnTo>
                    <a:pt x="162669" y="234549"/>
                  </a:lnTo>
                  <a:lnTo>
                    <a:pt x="162673" y="234358"/>
                  </a:lnTo>
                  <a:lnTo>
                    <a:pt x="162698" y="234216"/>
                  </a:lnTo>
                  <a:lnTo>
                    <a:pt x="162742" y="234079"/>
                  </a:lnTo>
                  <a:lnTo>
                    <a:pt x="162929" y="233780"/>
                  </a:lnTo>
                  <a:lnTo>
                    <a:pt x="163798" y="232864"/>
                  </a:lnTo>
                  <a:lnTo>
                    <a:pt x="163861" y="232735"/>
                  </a:lnTo>
                  <a:lnTo>
                    <a:pt x="163906" y="232598"/>
                  </a:lnTo>
                  <a:lnTo>
                    <a:pt x="163931" y="232456"/>
                  </a:lnTo>
                  <a:lnTo>
                    <a:pt x="163936" y="232313"/>
                  </a:lnTo>
                  <a:lnTo>
                    <a:pt x="163918" y="232157"/>
                  </a:lnTo>
                  <a:lnTo>
                    <a:pt x="163843" y="231716"/>
                  </a:lnTo>
                  <a:lnTo>
                    <a:pt x="163810" y="231440"/>
                  </a:lnTo>
                  <a:lnTo>
                    <a:pt x="163797" y="231161"/>
                  </a:lnTo>
                  <a:lnTo>
                    <a:pt x="163800" y="230971"/>
                  </a:lnTo>
                  <a:lnTo>
                    <a:pt x="163803" y="230744"/>
                  </a:lnTo>
                  <a:lnTo>
                    <a:pt x="163775" y="230433"/>
                  </a:lnTo>
                  <a:lnTo>
                    <a:pt x="163756" y="230206"/>
                  </a:lnTo>
                  <a:lnTo>
                    <a:pt x="163757" y="229978"/>
                  </a:lnTo>
                  <a:lnTo>
                    <a:pt x="163778" y="229752"/>
                  </a:lnTo>
                  <a:lnTo>
                    <a:pt x="163803" y="229605"/>
                  </a:lnTo>
                  <a:lnTo>
                    <a:pt x="163810" y="229414"/>
                  </a:lnTo>
                  <a:lnTo>
                    <a:pt x="163796" y="229225"/>
                  </a:lnTo>
                  <a:lnTo>
                    <a:pt x="164682" y="225087"/>
                  </a:lnTo>
                  <a:lnTo>
                    <a:pt x="163757" y="223101"/>
                  </a:lnTo>
                  <a:lnTo>
                    <a:pt x="165868" y="220228"/>
                  </a:lnTo>
                  <a:lnTo>
                    <a:pt x="166799" y="217261"/>
                  </a:lnTo>
                  <a:lnTo>
                    <a:pt x="167107" y="216145"/>
                  </a:lnTo>
                  <a:lnTo>
                    <a:pt x="168113" y="211001"/>
                  </a:lnTo>
                  <a:lnTo>
                    <a:pt x="169935" y="209319"/>
                  </a:lnTo>
                  <a:lnTo>
                    <a:pt x="169971" y="209162"/>
                  </a:lnTo>
                  <a:lnTo>
                    <a:pt x="170027" y="209011"/>
                  </a:lnTo>
                  <a:lnTo>
                    <a:pt x="170101" y="208869"/>
                  </a:lnTo>
                  <a:lnTo>
                    <a:pt x="170422" y="208512"/>
                  </a:lnTo>
                  <a:lnTo>
                    <a:pt x="170948" y="208005"/>
                  </a:lnTo>
                  <a:lnTo>
                    <a:pt x="171053" y="207682"/>
                  </a:lnTo>
                  <a:lnTo>
                    <a:pt x="171108" y="207531"/>
                  </a:lnTo>
                  <a:lnTo>
                    <a:pt x="171181" y="207387"/>
                  </a:lnTo>
                  <a:lnTo>
                    <a:pt x="171300" y="207219"/>
                  </a:lnTo>
                  <a:lnTo>
                    <a:pt x="173353" y="203688"/>
                  </a:lnTo>
                  <a:lnTo>
                    <a:pt x="174679" y="201043"/>
                  </a:lnTo>
                  <a:lnTo>
                    <a:pt x="174778" y="200896"/>
                  </a:lnTo>
                  <a:lnTo>
                    <a:pt x="176002" y="199325"/>
                  </a:lnTo>
                  <a:lnTo>
                    <a:pt x="177874" y="196742"/>
                  </a:lnTo>
                  <a:lnTo>
                    <a:pt x="178357" y="196382"/>
                  </a:lnTo>
                  <a:lnTo>
                    <a:pt x="178445" y="196090"/>
                  </a:lnTo>
                  <a:lnTo>
                    <a:pt x="178513" y="195792"/>
                  </a:lnTo>
                  <a:lnTo>
                    <a:pt x="178561" y="195491"/>
                  </a:lnTo>
                  <a:lnTo>
                    <a:pt x="178589" y="195187"/>
                  </a:lnTo>
                  <a:lnTo>
                    <a:pt x="178597" y="194881"/>
                  </a:lnTo>
                  <a:lnTo>
                    <a:pt x="178578" y="194499"/>
                  </a:lnTo>
                  <a:lnTo>
                    <a:pt x="178557" y="194339"/>
                  </a:lnTo>
                  <a:lnTo>
                    <a:pt x="178675" y="193505"/>
                  </a:lnTo>
                  <a:lnTo>
                    <a:pt x="179179" y="192649"/>
                  </a:lnTo>
                  <a:lnTo>
                    <a:pt x="178832" y="192317"/>
                  </a:lnTo>
                  <a:lnTo>
                    <a:pt x="178748" y="192180"/>
                  </a:lnTo>
                  <a:lnTo>
                    <a:pt x="178681" y="192034"/>
                  </a:lnTo>
                  <a:lnTo>
                    <a:pt x="178633" y="191880"/>
                  </a:lnTo>
                  <a:lnTo>
                    <a:pt x="178605" y="191722"/>
                  </a:lnTo>
                  <a:lnTo>
                    <a:pt x="178598" y="191587"/>
                  </a:lnTo>
                  <a:lnTo>
                    <a:pt x="178611" y="191372"/>
                  </a:lnTo>
                  <a:lnTo>
                    <a:pt x="178605" y="191156"/>
                  </a:lnTo>
                  <a:lnTo>
                    <a:pt x="178578" y="190942"/>
                  </a:lnTo>
                  <a:lnTo>
                    <a:pt x="178532" y="190731"/>
                  </a:lnTo>
                  <a:lnTo>
                    <a:pt x="178465" y="190526"/>
                  </a:lnTo>
                  <a:lnTo>
                    <a:pt x="178380" y="190328"/>
                  </a:lnTo>
                  <a:lnTo>
                    <a:pt x="178276" y="190138"/>
                  </a:lnTo>
                  <a:lnTo>
                    <a:pt x="178155" y="189960"/>
                  </a:lnTo>
                  <a:lnTo>
                    <a:pt x="177749" y="189431"/>
                  </a:lnTo>
                  <a:lnTo>
                    <a:pt x="177706" y="189304"/>
                  </a:lnTo>
                  <a:lnTo>
                    <a:pt x="176981" y="188464"/>
                  </a:lnTo>
                  <a:lnTo>
                    <a:pt x="177200" y="187789"/>
                  </a:lnTo>
                  <a:lnTo>
                    <a:pt x="177468" y="186560"/>
                  </a:lnTo>
                  <a:lnTo>
                    <a:pt x="177976" y="185077"/>
                  </a:lnTo>
                  <a:lnTo>
                    <a:pt x="179363" y="182498"/>
                  </a:lnTo>
                  <a:lnTo>
                    <a:pt x="179360" y="181326"/>
                  </a:lnTo>
                  <a:lnTo>
                    <a:pt x="179215" y="179796"/>
                  </a:lnTo>
                  <a:lnTo>
                    <a:pt x="179498" y="176835"/>
                  </a:lnTo>
                  <a:lnTo>
                    <a:pt x="179410" y="175895"/>
                  </a:lnTo>
                  <a:lnTo>
                    <a:pt x="179458" y="175488"/>
                  </a:lnTo>
                  <a:lnTo>
                    <a:pt x="179515" y="174877"/>
                  </a:lnTo>
                  <a:lnTo>
                    <a:pt x="179536" y="174650"/>
                  </a:lnTo>
                  <a:lnTo>
                    <a:pt x="179445" y="173870"/>
                  </a:lnTo>
                  <a:lnTo>
                    <a:pt x="179353" y="172672"/>
                  </a:lnTo>
                  <a:lnTo>
                    <a:pt x="179693" y="170712"/>
                  </a:lnTo>
                  <a:lnTo>
                    <a:pt x="180469" y="167820"/>
                  </a:lnTo>
                  <a:lnTo>
                    <a:pt x="180653" y="166417"/>
                  </a:lnTo>
                  <a:lnTo>
                    <a:pt x="180973" y="163657"/>
                  </a:lnTo>
                  <a:lnTo>
                    <a:pt x="180964" y="163496"/>
                  </a:lnTo>
                  <a:lnTo>
                    <a:pt x="180985" y="163275"/>
                  </a:lnTo>
                  <a:lnTo>
                    <a:pt x="181013" y="163116"/>
                  </a:lnTo>
                  <a:lnTo>
                    <a:pt x="181019" y="162894"/>
                  </a:lnTo>
                  <a:lnTo>
                    <a:pt x="181025" y="162718"/>
                  </a:lnTo>
                  <a:lnTo>
                    <a:pt x="181052" y="162544"/>
                  </a:lnTo>
                  <a:lnTo>
                    <a:pt x="181099" y="162374"/>
                  </a:lnTo>
                  <a:lnTo>
                    <a:pt x="181633" y="161537"/>
                  </a:lnTo>
                  <a:lnTo>
                    <a:pt x="181821" y="161217"/>
                  </a:lnTo>
                  <a:lnTo>
                    <a:pt x="182044" y="160738"/>
                  </a:lnTo>
                  <a:lnTo>
                    <a:pt x="182091" y="160603"/>
                  </a:lnTo>
                  <a:lnTo>
                    <a:pt x="183274" y="158703"/>
                  </a:lnTo>
                  <a:lnTo>
                    <a:pt x="183892" y="157385"/>
                  </a:lnTo>
                  <a:lnTo>
                    <a:pt x="184586" y="156718"/>
                  </a:lnTo>
                  <a:lnTo>
                    <a:pt x="185593" y="155562"/>
                  </a:lnTo>
                  <a:lnTo>
                    <a:pt x="187734" y="154019"/>
                  </a:lnTo>
                  <a:lnTo>
                    <a:pt x="187867" y="153904"/>
                  </a:lnTo>
                  <a:lnTo>
                    <a:pt x="187986" y="153773"/>
                  </a:lnTo>
                  <a:lnTo>
                    <a:pt x="188089" y="153630"/>
                  </a:lnTo>
                  <a:lnTo>
                    <a:pt x="188175" y="153476"/>
                  </a:lnTo>
                  <a:lnTo>
                    <a:pt x="188242" y="153314"/>
                  </a:lnTo>
                  <a:lnTo>
                    <a:pt x="188291" y="153144"/>
                  </a:lnTo>
                  <a:lnTo>
                    <a:pt x="188319" y="152970"/>
                  </a:lnTo>
                  <a:lnTo>
                    <a:pt x="188325" y="152720"/>
                  </a:lnTo>
                  <a:lnTo>
                    <a:pt x="188032" y="146211"/>
                  </a:lnTo>
                  <a:lnTo>
                    <a:pt x="187853" y="136895"/>
                  </a:lnTo>
                  <a:lnTo>
                    <a:pt x="187816" y="134974"/>
                  </a:lnTo>
                  <a:lnTo>
                    <a:pt x="188068" y="133042"/>
                  </a:lnTo>
                  <a:lnTo>
                    <a:pt x="187864" y="127094"/>
                  </a:lnTo>
                  <a:lnTo>
                    <a:pt x="187750" y="123674"/>
                  </a:lnTo>
                  <a:lnTo>
                    <a:pt x="186732" y="121040"/>
                  </a:lnTo>
                  <a:lnTo>
                    <a:pt x="184290" y="116038"/>
                  </a:lnTo>
                  <a:lnTo>
                    <a:pt x="184630" y="115244"/>
                  </a:lnTo>
                  <a:lnTo>
                    <a:pt x="184590" y="115103"/>
                  </a:lnTo>
                  <a:lnTo>
                    <a:pt x="183061" y="111610"/>
                  </a:lnTo>
                  <a:lnTo>
                    <a:pt x="182884" y="108475"/>
                  </a:lnTo>
                  <a:lnTo>
                    <a:pt x="182740" y="105949"/>
                  </a:lnTo>
                  <a:lnTo>
                    <a:pt x="182612" y="103689"/>
                  </a:lnTo>
                  <a:lnTo>
                    <a:pt x="182500" y="103418"/>
                  </a:lnTo>
                  <a:lnTo>
                    <a:pt x="180909" y="99545"/>
                  </a:lnTo>
                  <a:lnTo>
                    <a:pt x="181172" y="91162"/>
                  </a:lnTo>
                  <a:lnTo>
                    <a:pt x="181048" y="90055"/>
                  </a:lnTo>
                  <a:lnTo>
                    <a:pt x="180937" y="89067"/>
                  </a:lnTo>
                  <a:lnTo>
                    <a:pt x="180495" y="85117"/>
                  </a:lnTo>
                  <a:lnTo>
                    <a:pt x="179750" y="81709"/>
                  </a:lnTo>
                  <a:lnTo>
                    <a:pt x="178890" y="79598"/>
                  </a:lnTo>
                  <a:lnTo>
                    <a:pt x="177400" y="75938"/>
                  </a:lnTo>
                  <a:lnTo>
                    <a:pt x="175853" y="67842"/>
                  </a:lnTo>
                  <a:lnTo>
                    <a:pt x="174537" y="61017"/>
                  </a:lnTo>
                  <a:lnTo>
                    <a:pt x="173934" y="57845"/>
                  </a:lnTo>
                  <a:lnTo>
                    <a:pt x="173802" y="57146"/>
                  </a:lnTo>
                  <a:lnTo>
                    <a:pt x="173771" y="56983"/>
                  </a:lnTo>
                  <a:lnTo>
                    <a:pt x="173108" y="53481"/>
                  </a:lnTo>
                  <a:lnTo>
                    <a:pt x="173807" y="50471"/>
                  </a:lnTo>
                  <a:lnTo>
                    <a:pt x="174360" y="48084"/>
                  </a:lnTo>
                  <a:lnTo>
                    <a:pt x="175931" y="46061"/>
                  </a:lnTo>
                  <a:lnTo>
                    <a:pt x="177127" y="44479"/>
                  </a:lnTo>
                  <a:lnTo>
                    <a:pt x="177307" y="43808"/>
                  </a:lnTo>
                  <a:lnTo>
                    <a:pt x="177373" y="43219"/>
                  </a:lnTo>
                  <a:lnTo>
                    <a:pt x="177439" y="42583"/>
                  </a:lnTo>
                  <a:lnTo>
                    <a:pt x="177503" y="41956"/>
                  </a:lnTo>
                  <a:lnTo>
                    <a:pt x="177547" y="41440"/>
                  </a:lnTo>
                  <a:lnTo>
                    <a:pt x="177614" y="40898"/>
                  </a:lnTo>
                  <a:lnTo>
                    <a:pt x="177679" y="39930"/>
                  </a:lnTo>
                  <a:lnTo>
                    <a:pt x="177734" y="39186"/>
                  </a:lnTo>
                  <a:lnTo>
                    <a:pt x="177786" y="38390"/>
                  </a:lnTo>
                  <a:lnTo>
                    <a:pt x="177879" y="37060"/>
                  </a:lnTo>
                  <a:lnTo>
                    <a:pt x="177951" y="36079"/>
                  </a:lnTo>
                  <a:lnTo>
                    <a:pt x="177999" y="35426"/>
                  </a:lnTo>
                  <a:lnTo>
                    <a:pt x="178458" y="34756"/>
                  </a:lnTo>
                  <a:lnTo>
                    <a:pt x="178535" y="34326"/>
                  </a:lnTo>
                  <a:lnTo>
                    <a:pt x="178611" y="33933"/>
                  </a:lnTo>
                  <a:lnTo>
                    <a:pt x="178375" y="33456"/>
                  </a:lnTo>
                  <a:lnTo>
                    <a:pt x="178180" y="33328"/>
                  </a:lnTo>
                  <a:lnTo>
                    <a:pt x="178031" y="33226"/>
                  </a:lnTo>
                  <a:lnTo>
                    <a:pt x="177886" y="33123"/>
                  </a:lnTo>
                  <a:lnTo>
                    <a:pt x="177663" y="32998"/>
                  </a:lnTo>
                  <a:lnTo>
                    <a:pt x="177391" y="32814"/>
                  </a:lnTo>
                  <a:lnTo>
                    <a:pt x="177155" y="32702"/>
                  </a:lnTo>
                  <a:lnTo>
                    <a:pt x="177004" y="32655"/>
                  </a:lnTo>
                  <a:lnTo>
                    <a:pt x="176808" y="32527"/>
                  </a:lnTo>
                  <a:lnTo>
                    <a:pt x="176526" y="32251"/>
                  </a:lnTo>
                  <a:lnTo>
                    <a:pt x="176191" y="32055"/>
                  </a:lnTo>
                  <a:lnTo>
                    <a:pt x="175892" y="31915"/>
                  </a:lnTo>
                  <a:lnTo>
                    <a:pt x="175689" y="31829"/>
                  </a:lnTo>
                  <a:lnTo>
                    <a:pt x="175459" y="31755"/>
                  </a:lnTo>
                  <a:lnTo>
                    <a:pt x="175189" y="31667"/>
                  </a:lnTo>
                  <a:lnTo>
                    <a:pt x="174986" y="31603"/>
                  </a:lnTo>
                  <a:lnTo>
                    <a:pt x="174724" y="31526"/>
                  </a:lnTo>
                  <a:lnTo>
                    <a:pt x="174396" y="31347"/>
                  </a:lnTo>
                  <a:lnTo>
                    <a:pt x="174230" y="31258"/>
                  </a:lnTo>
                  <a:lnTo>
                    <a:pt x="173838" y="31126"/>
                  </a:lnTo>
                  <a:lnTo>
                    <a:pt x="173668" y="31068"/>
                  </a:lnTo>
                  <a:lnTo>
                    <a:pt x="173526" y="31022"/>
                  </a:lnTo>
                  <a:lnTo>
                    <a:pt x="173308" y="30953"/>
                  </a:lnTo>
                  <a:lnTo>
                    <a:pt x="172572" y="30785"/>
                  </a:lnTo>
                  <a:lnTo>
                    <a:pt x="172262" y="30674"/>
                  </a:lnTo>
                  <a:lnTo>
                    <a:pt x="171727" y="30461"/>
                  </a:lnTo>
                  <a:lnTo>
                    <a:pt x="171043" y="30326"/>
                  </a:lnTo>
                  <a:lnTo>
                    <a:pt x="170496" y="30108"/>
                  </a:lnTo>
                  <a:lnTo>
                    <a:pt x="170170" y="30028"/>
                  </a:lnTo>
                  <a:lnTo>
                    <a:pt x="169948" y="29976"/>
                  </a:lnTo>
                  <a:lnTo>
                    <a:pt x="169658" y="29990"/>
                  </a:lnTo>
                  <a:lnTo>
                    <a:pt x="169413" y="29999"/>
                  </a:lnTo>
                  <a:lnTo>
                    <a:pt x="169260" y="30005"/>
                  </a:lnTo>
                  <a:lnTo>
                    <a:pt x="168826" y="29949"/>
                  </a:lnTo>
                  <a:lnTo>
                    <a:pt x="168623" y="29934"/>
                  </a:lnTo>
                  <a:lnTo>
                    <a:pt x="168480" y="29713"/>
                  </a:lnTo>
                  <a:lnTo>
                    <a:pt x="167988" y="28953"/>
                  </a:lnTo>
                  <a:lnTo>
                    <a:pt x="167808" y="28721"/>
                  </a:lnTo>
                  <a:lnTo>
                    <a:pt x="167526" y="28795"/>
                  </a:lnTo>
                  <a:lnTo>
                    <a:pt x="167299" y="28827"/>
                  </a:lnTo>
                  <a:lnTo>
                    <a:pt x="166969" y="28863"/>
                  </a:lnTo>
                  <a:lnTo>
                    <a:pt x="166723" y="28882"/>
                  </a:lnTo>
                  <a:lnTo>
                    <a:pt x="166341" y="28749"/>
                  </a:lnTo>
                  <a:lnTo>
                    <a:pt x="165869" y="28518"/>
                  </a:lnTo>
                  <a:lnTo>
                    <a:pt x="165453" y="28314"/>
                  </a:lnTo>
                  <a:lnTo>
                    <a:pt x="165277" y="28291"/>
                  </a:lnTo>
                  <a:lnTo>
                    <a:pt x="165015" y="28236"/>
                  </a:lnTo>
                  <a:lnTo>
                    <a:pt x="164868" y="28206"/>
                  </a:lnTo>
                  <a:lnTo>
                    <a:pt x="165226" y="30585"/>
                  </a:lnTo>
                  <a:lnTo>
                    <a:pt x="165208" y="30727"/>
                  </a:lnTo>
                  <a:lnTo>
                    <a:pt x="165025" y="31214"/>
                  </a:lnTo>
                  <a:lnTo>
                    <a:pt x="164884" y="31436"/>
                  </a:lnTo>
                  <a:lnTo>
                    <a:pt x="164687" y="31630"/>
                  </a:lnTo>
                  <a:lnTo>
                    <a:pt x="164349" y="31779"/>
                  </a:lnTo>
                  <a:lnTo>
                    <a:pt x="163972" y="32068"/>
                  </a:lnTo>
                  <a:lnTo>
                    <a:pt x="163744" y="32188"/>
                  </a:lnTo>
                  <a:lnTo>
                    <a:pt x="163502" y="32374"/>
                  </a:lnTo>
                  <a:lnTo>
                    <a:pt x="163338" y="32519"/>
                  </a:lnTo>
                  <a:lnTo>
                    <a:pt x="163165" y="32661"/>
                  </a:lnTo>
                  <a:lnTo>
                    <a:pt x="162878" y="32924"/>
                  </a:lnTo>
                  <a:lnTo>
                    <a:pt x="162557" y="33085"/>
                  </a:lnTo>
                  <a:lnTo>
                    <a:pt x="162130" y="33383"/>
                  </a:lnTo>
                  <a:lnTo>
                    <a:pt x="161844" y="33536"/>
                  </a:lnTo>
                  <a:lnTo>
                    <a:pt x="161390" y="33771"/>
                  </a:lnTo>
                  <a:lnTo>
                    <a:pt x="160805" y="34076"/>
                  </a:lnTo>
                  <a:lnTo>
                    <a:pt x="160520" y="34387"/>
                  </a:lnTo>
                  <a:lnTo>
                    <a:pt x="160143" y="35003"/>
                  </a:lnTo>
                  <a:lnTo>
                    <a:pt x="159841" y="35351"/>
                  </a:lnTo>
                  <a:lnTo>
                    <a:pt x="159433" y="35732"/>
                  </a:lnTo>
                  <a:lnTo>
                    <a:pt x="159001" y="35995"/>
                  </a:lnTo>
                  <a:lnTo>
                    <a:pt x="158779" y="36170"/>
                  </a:lnTo>
                  <a:lnTo>
                    <a:pt x="158367" y="36411"/>
                  </a:lnTo>
                  <a:lnTo>
                    <a:pt x="158140" y="36532"/>
                  </a:lnTo>
                  <a:lnTo>
                    <a:pt x="157200" y="37086"/>
                  </a:lnTo>
                  <a:lnTo>
                    <a:pt x="156980" y="37208"/>
                  </a:lnTo>
                  <a:lnTo>
                    <a:pt x="156657" y="37380"/>
                  </a:lnTo>
                  <a:lnTo>
                    <a:pt x="156475" y="37451"/>
                  </a:lnTo>
                  <a:lnTo>
                    <a:pt x="156131" y="37555"/>
                  </a:lnTo>
                  <a:lnTo>
                    <a:pt x="155983" y="37392"/>
                  </a:lnTo>
                  <a:lnTo>
                    <a:pt x="155723" y="37120"/>
                  </a:lnTo>
                  <a:lnTo>
                    <a:pt x="155489" y="36909"/>
                  </a:lnTo>
                  <a:lnTo>
                    <a:pt x="155139" y="36802"/>
                  </a:lnTo>
                  <a:lnTo>
                    <a:pt x="154589" y="37081"/>
                  </a:lnTo>
                  <a:lnTo>
                    <a:pt x="154297" y="37045"/>
                  </a:lnTo>
                  <a:lnTo>
                    <a:pt x="154131" y="36999"/>
                  </a:lnTo>
                  <a:lnTo>
                    <a:pt x="153896" y="36997"/>
                  </a:lnTo>
                  <a:lnTo>
                    <a:pt x="153647" y="36967"/>
                  </a:lnTo>
                  <a:lnTo>
                    <a:pt x="153493" y="36946"/>
                  </a:lnTo>
                  <a:lnTo>
                    <a:pt x="153184" y="36929"/>
                  </a:lnTo>
                  <a:lnTo>
                    <a:pt x="153030" y="37004"/>
                  </a:lnTo>
                  <a:lnTo>
                    <a:pt x="152755" y="37138"/>
                  </a:lnTo>
                  <a:lnTo>
                    <a:pt x="152604" y="37212"/>
                  </a:lnTo>
                  <a:lnTo>
                    <a:pt x="152070" y="37475"/>
                  </a:lnTo>
                  <a:lnTo>
                    <a:pt x="151942" y="37543"/>
                  </a:lnTo>
                  <a:lnTo>
                    <a:pt x="151761" y="37683"/>
                  </a:lnTo>
                  <a:lnTo>
                    <a:pt x="151438" y="38046"/>
                  </a:lnTo>
                  <a:lnTo>
                    <a:pt x="151000" y="38349"/>
                  </a:lnTo>
                  <a:lnTo>
                    <a:pt x="151296" y="38901"/>
                  </a:lnTo>
                  <a:lnTo>
                    <a:pt x="151662" y="39551"/>
                  </a:lnTo>
                  <a:lnTo>
                    <a:pt x="151808" y="39850"/>
                  </a:lnTo>
                  <a:lnTo>
                    <a:pt x="151867" y="40037"/>
                  </a:lnTo>
                  <a:lnTo>
                    <a:pt x="152019" y="40274"/>
                  </a:lnTo>
                  <a:lnTo>
                    <a:pt x="152071" y="40482"/>
                  </a:lnTo>
                  <a:lnTo>
                    <a:pt x="152107" y="40631"/>
                  </a:lnTo>
                  <a:lnTo>
                    <a:pt x="152165" y="40923"/>
                  </a:lnTo>
                  <a:lnTo>
                    <a:pt x="152214" y="41094"/>
                  </a:lnTo>
                  <a:lnTo>
                    <a:pt x="152260" y="41376"/>
                  </a:lnTo>
                  <a:lnTo>
                    <a:pt x="152317" y="41692"/>
                  </a:lnTo>
                  <a:lnTo>
                    <a:pt x="152351" y="42041"/>
                  </a:lnTo>
                  <a:lnTo>
                    <a:pt x="152436" y="42536"/>
                  </a:lnTo>
                  <a:lnTo>
                    <a:pt x="152477" y="42693"/>
                  </a:lnTo>
                  <a:lnTo>
                    <a:pt x="152542" y="43155"/>
                  </a:lnTo>
                  <a:lnTo>
                    <a:pt x="152588" y="43433"/>
                  </a:lnTo>
                  <a:lnTo>
                    <a:pt x="152601" y="43613"/>
                  </a:lnTo>
                  <a:lnTo>
                    <a:pt x="152576" y="43818"/>
                  </a:lnTo>
                  <a:lnTo>
                    <a:pt x="152560" y="44010"/>
                  </a:lnTo>
                  <a:lnTo>
                    <a:pt x="152609" y="44334"/>
                  </a:lnTo>
                  <a:lnTo>
                    <a:pt x="152151" y="44287"/>
                  </a:lnTo>
                  <a:lnTo>
                    <a:pt x="151459" y="44540"/>
                  </a:lnTo>
                  <a:lnTo>
                    <a:pt x="150413" y="44507"/>
                  </a:lnTo>
                  <a:lnTo>
                    <a:pt x="150213" y="44951"/>
                  </a:lnTo>
                  <a:lnTo>
                    <a:pt x="149907" y="45615"/>
                  </a:lnTo>
                  <a:lnTo>
                    <a:pt x="150073" y="45958"/>
                  </a:lnTo>
                  <a:lnTo>
                    <a:pt x="148687" y="47930"/>
                  </a:lnTo>
                  <a:lnTo>
                    <a:pt x="148793" y="48772"/>
                  </a:lnTo>
                  <a:lnTo>
                    <a:pt x="148655" y="48811"/>
                  </a:lnTo>
                  <a:lnTo>
                    <a:pt x="148473" y="48865"/>
                  </a:lnTo>
                  <a:lnTo>
                    <a:pt x="148263" y="48962"/>
                  </a:lnTo>
                  <a:lnTo>
                    <a:pt x="148089" y="49051"/>
                  </a:lnTo>
                  <a:lnTo>
                    <a:pt x="147786" y="49224"/>
                  </a:lnTo>
                  <a:lnTo>
                    <a:pt x="147603" y="49329"/>
                  </a:lnTo>
                  <a:lnTo>
                    <a:pt x="147036" y="49533"/>
                  </a:lnTo>
                  <a:lnTo>
                    <a:pt x="145891" y="50013"/>
                  </a:lnTo>
                  <a:lnTo>
                    <a:pt x="145720" y="50138"/>
                  </a:lnTo>
                  <a:lnTo>
                    <a:pt x="145516" y="50320"/>
                  </a:lnTo>
                  <a:lnTo>
                    <a:pt x="145376" y="50500"/>
                  </a:lnTo>
                  <a:lnTo>
                    <a:pt x="145265" y="50630"/>
                  </a:lnTo>
                  <a:lnTo>
                    <a:pt x="145083" y="50683"/>
                  </a:lnTo>
                  <a:lnTo>
                    <a:pt x="144675" y="50833"/>
                  </a:lnTo>
                  <a:lnTo>
                    <a:pt x="144490" y="50623"/>
                  </a:lnTo>
                  <a:lnTo>
                    <a:pt x="144270" y="50338"/>
                  </a:lnTo>
                  <a:lnTo>
                    <a:pt x="144124" y="50167"/>
                  </a:lnTo>
                  <a:lnTo>
                    <a:pt x="143948" y="49979"/>
                  </a:lnTo>
                  <a:lnTo>
                    <a:pt x="143780" y="49783"/>
                  </a:lnTo>
                  <a:lnTo>
                    <a:pt x="143425" y="49313"/>
                  </a:lnTo>
                  <a:lnTo>
                    <a:pt x="142816" y="49253"/>
                  </a:lnTo>
                  <a:lnTo>
                    <a:pt x="142661" y="48962"/>
                  </a:lnTo>
                  <a:lnTo>
                    <a:pt x="142534" y="48509"/>
                  </a:lnTo>
                  <a:lnTo>
                    <a:pt x="142594" y="48365"/>
                  </a:lnTo>
                  <a:lnTo>
                    <a:pt x="142734" y="47834"/>
                  </a:lnTo>
                  <a:lnTo>
                    <a:pt x="142752" y="46870"/>
                  </a:lnTo>
                  <a:lnTo>
                    <a:pt x="142744" y="46510"/>
                  </a:lnTo>
                  <a:lnTo>
                    <a:pt x="142741" y="46276"/>
                  </a:lnTo>
                  <a:lnTo>
                    <a:pt x="142739" y="46113"/>
                  </a:lnTo>
                  <a:lnTo>
                    <a:pt x="142766" y="45869"/>
                  </a:lnTo>
                  <a:lnTo>
                    <a:pt x="142783" y="45704"/>
                  </a:lnTo>
                  <a:lnTo>
                    <a:pt x="142812" y="45352"/>
                  </a:lnTo>
                  <a:lnTo>
                    <a:pt x="142825" y="45052"/>
                  </a:lnTo>
                  <a:lnTo>
                    <a:pt x="142811" y="44410"/>
                  </a:lnTo>
                  <a:lnTo>
                    <a:pt x="142857" y="43984"/>
                  </a:lnTo>
                  <a:lnTo>
                    <a:pt x="142870" y="43691"/>
                  </a:lnTo>
                  <a:lnTo>
                    <a:pt x="142886" y="43444"/>
                  </a:lnTo>
                  <a:lnTo>
                    <a:pt x="142882" y="43284"/>
                  </a:lnTo>
                  <a:lnTo>
                    <a:pt x="142868" y="42829"/>
                  </a:lnTo>
                  <a:lnTo>
                    <a:pt x="142950" y="42105"/>
                  </a:lnTo>
                  <a:lnTo>
                    <a:pt x="143656" y="42265"/>
                  </a:lnTo>
                  <a:lnTo>
                    <a:pt x="143808" y="42291"/>
                  </a:lnTo>
                  <a:lnTo>
                    <a:pt x="143938" y="42328"/>
                  </a:lnTo>
                  <a:lnTo>
                    <a:pt x="144066" y="42342"/>
                  </a:lnTo>
                  <a:lnTo>
                    <a:pt x="146637" y="41583"/>
                  </a:lnTo>
                  <a:lnTo>
                    <a:pt x="146463" y="41433"/>
                  </a:lnTo>
                  <a:lnTo>
                    <a:pt x="146649" y="40977"/>
                  </a:lnTo>
                  <a:lnTo>
                    <a:pt x="143218" y="32559"/>
                  </a:lnTo>
                  <a:lnTo>
                    <a:pt x="140650" y="28442"/>
                  </a:lnTo>
                  <a:lnTo>
                    <a:pt x="140295" y="28154"/>
                  </a:lnTo>
                  <a:lnTo>
                    <a:pt x="139867" y="28124"/>
                  </a:lnTo>
                  <a:lnTo>
                    <a:pt x="139500" y="28271"/>
                  </a:lnTo>
                  <a:lnTo>
                    <a:pt x="139250" y="28261"/>
                  </a:lnTo>
                  <a:lnTo>
                    <a:pt x="138978" y="28269"/>
                  </a:lnTo>
                  <a:lnTo>
                    <a:pt x="138698" y="28262"/>
                  </a:lnTo>
                  <a:lnTo>
                    <a:pt x="138423" y="28263"/>
                  </a:lnTo>
                  <a:lnTo>
                    <a:pt x="138075" y="28248"/>
                  </a:lnTo>
                  <a:lnTo>
                    <a:pt x="137749" y="28127"/>
                  </a:lnTo>
                  <a:lnTo>
                    <a:pt x="137517" y="28099"/>
                  </a:lnTo>
                  <a:lnTo>
                    <a:pt x="137075" y="27992"/>
                  </a:lnTo>
                  <a:lnTo>
                    <a:pt x="136783" y="27882"/>
                  </a:lnTo>
                  <a:lnTo>
                    <a:pt x="136650" y="27847"/>
                  </a:lnTo>
                  <a:lnTo>
                    <a:pt x="136423" y="27866"/>
                  </a:lnTo>
                  <a:lnTo>
                    <a:pt x="136279" y="27850"/>
                  </a:lnTo>
                  <a:lnTo>
                    <a:pt x="135863" y="27694"/>
                  </a:lnTo>
                  <a:lnTo>
                    <a:pt x="135112" y="27064"/>
                  </a:lnTo>
                  <a:lnTo>
                    <a:pt x="134834" y="26792"/>
                  </a:lnTo>
                  <a:lnTo>
                    <a:pt x="134650" y="26566"/>
                  </a:lnTo>
                  <a:lnTo>
                    <a:pt x="134101" y="25988"/>
                  </a:lnTo>
                  <a:lnTo>
                    <a:pt x="133757" y="25586"/>
                  </a:lnTo>
                  <a:lnTo>
                    <a:pt x="133472" y="25268"/>
                  </a:lnTo>
                  <a:lnTo>
                    <a:pt x="131772" y="23619"/>
                  </a:lnTo>
                  <a:lnTo>
                    <a:pt x="129874" y="21952"/>
                  </a:lnTo>
                  <a:lnTo>
                    <a:pt x="128949" y="20696"/>
                  </a:lnTo>
                  <a:lnTo>
                    <a:pt x="128818" y="20660"/>
                  </a:lnTo>
                  <a:lnTo>
                    <a:pt x="128650" y="20620"/>
                  </a:lnTo>
                  <a:lnTo>
                    <a:pt x="128393" y="19709"/>
                  </a:lnTo>
                  <a:lnTo>
                    <a:pt x="128376" y="19204"/>
                  </a:lnTo>
                  <a:lnTo>
                    <a:pt x="128350" y="19035"/>
                  </a:lnTo>
                  <a:lnTo>
                    <a:pt x="128386" y="18806"/>
                  </a:lnTo>
                  <a:lnTo>
                    <a:pt x="128290" y="18431"/>
                  </a:lnTo>
                  <a:lnTo>
                    <a:pt x="128280" y="18304"/>
                  </a:lnTo>
                  <a:lnTo>
                    <a:pt x="128297" y="18151"/>
                  </a:lnTo>
                  <a:lnTo>
                    <a:pt x="128448" y="17696"/>
                  </a:lnTo>
                  <a:lnTo>
                    <a:pt x="128522" y="16844"/>
                  </a:lnTo>
                  <a:lnTo>
                    <a:pt x="128489" y="16484"/>
                  </a:lnTo>
                  <a:lnTo>
                    <a:pt x="128287" y="16008"/>
                  </a:lnTo>
                  <a:lnTo>
                    <a:pt x="128495" y="15761"/>
                  </a:lnTo>
                  <a:lnTo>
                    <a:pt x="128605" y="15345"/>
                  </a:lnTo>
                  <a:lnTo>
                    <a:pt x="128627" y="14994"/>
                  </a:lnTo>
                  <a:lnTo>
                    <a:pt x="128663" y="14800"/>
                  </a:lnTo>
                  <a:lnTo>
                    <a:pt x="128713" y="14626"/>
                  </a:lnTo>
                  <a:lnTo>
                    <a:pt x="128979" y="14142"/>
                  </a:lnTo>
                  <a:lnTo>
                    <a:pt x="128983" y="13885"/>
                  </a:lnTo>
                  <a:lnTo>
                    <a:pt x="129323" y="13153"/>
                  </a:lnTo>
                  <a:lnTo>
                    <a:pt x="129526" y="12358"/>
                  </a:lnTo>
                  <a:lnTo>
                    <a:pt x="129598" y="11964"/>
                  </a:lnTo>
                  <a:lnTo>
                    <a:pt x="129094" y="11462"/>
                  </a:lnTo>
                  <a:lnTo>
                    <a:pt x="128958" y="11313"/>
                  </a:lnTo>
                  <a:lnTo>
                    <a:pt x="128880" y="11142"/>
                  </a:lnTo>
                  <a:lnTo>
                    <a:pt x="128777" y="10838"/>
                  </a:lnTo>
                  <a:lnTo>
                    <a:pt x="128607" y="10593"/>
                  </a:lnTo>
                  <a:lnTo>
                    <a:pt x="128438" y="10290"/>
                  </a:lnTo>
                  <a:lnTo>
                    <a:pt x="128392" y="10140"/>
                  </a:lnTo>
                  <a:lnTo>
                    <a:pt x="128365" y="9788"/>
                  </a:lnTo>
                  <a:lnTo>
                    <a:pt x="128339" y="9617"/>
                  </a:lnTo>
                  <a:lnTo>
                    <a:pt x="128314" y="9467"/>
                  </a:lnTo>
                  <a:lnTo>
                    <a:pt x="128215" y="9207"/>
                  </a:lnTo>
                  <a:lnTo>
                    <a:pt x="128060" y="8708"/>
                  </a:lnTo>
                  <a:lnTo>
                    <a:pt x="128008" y="8560"/>
                  </a:lnTo>
                  <a:lnTo>
                    <a:pt x="127975" y="8267"/>
                  </a:lnTo>
                  <a:lnTo>
                    <a:pt x="127878" y="7759"/>
                  </a:lnTo>
                  <a:lnTo>
                    <a:pt x="127494" y="7432"/>
                  </a:lnTo>
                  <a:lnTo>
                    <a:pt x="127327" y="7314"/>
                  </a:lnTo>
                  <a:lnTo>
                    <a:pt x="127086" y="7190"/>
                  </a:lnTo>
                  <a:lnTo>
                    <a:pt x="126892" y="7100"/>
                  </a:lnTo>
                  <a:lnTo>
                    <a:pt x="126674" y="7072"/>
                  </a:lnTo>
                  <a:lnTo>
                    <a:pt x="126387" y="6418"/>
                  </a:lnTo>
                  <a:lnTo>
                    <a:pt x="126173" y="6350"/>
                  </a:lnTo>
                  <a:lnTo>
                    <a:pt x="125712" y="5740"/>
                  </a:lnTo>
                  <a:lnTo>
                    <a:pt x="125718" y="4164"/>
                  </a:lnTo>
                  <a:lnTo>
                    <a:pt x="125510" y="4256"/>
                  </a:lnTo>
                  <a:lnTo>
                    <a:pt x="125375" y="4294"/>
                  </a:lnTo>
                  <a:lnTo>
                    <a:pt x="112887" y="0"/>
                  </a:lnTo>
                  <a:lnTo>
                    <a:pt x="112803" y="287"/>
                  </a:lnTo>
                  <a:lnTo>
                    <a:pt x="112554" y="775"/>
                  </a:lnTo>
                  <a:lnTo>
                    <a:pt x="112435" y="998"/>
                  </a:lnTo>
                  <a:lnTo>
                    <a:pt x="111925" y="1611"/>
                  </a:lnTo>
                  <a:lnTo>
                    <a:pt x="111432" y="1999"/>
                  </a:lnTo>
                  <a:lnTo>
                    <a:pt x="110650" y="2621"/>
                  </a:lnTo>
                  <a:lnTo>
                    <a:pt x="110794" y="2959"/>
                  </a:lnTo>
                  <a:lnTo>
                    <a:pt x="110843" y="3122"/>
                  </a:lnTo>
                  <a:lnTo>
                    <a:pt x="110947" y="3473"/>
                  </a:lnTo>
                  <a:lnTo>
                    <a:pt x="111000" y="3684"/>
                  </a:lnTo>
                  <a:lnTo>
                    <a:pt x="111023" y="3870"/>
                  </a:lnTo>
                  <a:lnTo>
                    <a:pt x="111041" y="4010"/>
                  </a:lnTo>
                  <a:lnTo>
                    <a:pt x="111072" y="4280"/>
                  </a:lnTo>
                  <a:lnTo>
                    <a:pt x="111110" y="4575"/>
                  </a:lnTo>
                  <a:lnTo>
                    <a:pt x="111130" y="4748"/>
                  </a:lnTo>
                  <a:lnTo>
                    <a:pt x="111224" y="5002"/>
                  </a:lnTo>
                  <a:lnTo>
                    <a:pt x="111285" y="5277"/>
                  </a:lnTo>
                  <a:lnTo>
                    <a:pt x="111369" y="5644"/>
                  </a:lnTo>
                  <a:lnTo>
                    <a:pt x="111379" y="6023"/>
                  </a:lnTo>
                  <a:lnTo>
                    <a:pt x="111369" y="6165"/>
                  </a:lnTo>
                  <a:lnTo>
                    <a:pt x="111331" y="6712"/>
                  </a:lnTo>
                  <a:lnTo>
                    <a:pt x="111214" y="7221"/>
                  </a:lnTo>
                  <a:lnTo>
                    <a:pt x="111072" y="7695"/>
                  </a:lnTo>
                  <a:lnTo>
                    <a:pt x="110944" y="8048"/>
                  </a:lnTo>
                  <a:lnTo>
                    <a:pt x="110789" y="8376"/>
                  </a:lnTo>
                  <a:lnTo>
                    <a:pt x="110715" y="8534"/>
                  </a:lnTo>
                  <a:lnTo>
                    <a:pt x="110512" y="8911"/>
                  </a:lnTo>
                  <a:lnTo>
                    <a:pt x="110410" y="9119"/>
                  </a:lnTo>
                  <a:lnTo>
                    <a:pt x="110237" y="9478"/>
                  </a:lnTo>
                  <a:lnTo>
                    <a:pt x="109995" y="10196"/>
                  </a:lnTo>
                  <a:lnTo>
                    <a:pt x="109952" y="10371"/>
                  </a:lnTo>
                  <a:lnTo>
                    <a:pt x="109871" y="10723"/>
                  </a:lnTo>
                  <a:lnTo>
                    <a:pt x="109728" y="11216"/>
                  </a:lnTo>
                  <a:lnTo>
                    <a:pt x="109690" y="11379"/>
                  </a:lnTo>
                  <a:lnTo>
                    <a:pt x="109519" y="12140"/>
                  </a:lnTo>
                  <a:lnTo>
                    <a:pt x="109344" y="12883"/>
                  </a:lnTo>
                  <a:lnTo>
                    <a:pt x="109285" y="13234"/>
                  </a:lnTo>
                  <a:lnTo>
                    <a:pt x="109214" y="13669"/>
                  </a:lnTo>
                  <a:lnTo>
                    <a:pt x="109143" y="13959"/>
                  </a:lnTo>
                  <a:lnTo>
                    <a:pt x="109115" y="14135"/>
                  </a:lnTo>
                  <a:lnTo>
                    <a:pt x="109016" y="14684"/>
                  </a:lnTo>
                  <a:lnTo>
                    <a:pt x="108888" y="15259"/>
                  </a:lnTo>
                  <a:lnTo>
                    <a:pt x="108822" y="15720"/>
                  </a:lnTo>
                  <a:lnTo>
                    <a:pt x="108782" y="15952"/>
                  </a:lnTo>
                  <a:lnTo>
                    <a:pt x="108705" y="16310"/>
                  </a:lnTo>
                  <a:lnTo>
                    <a:pt x="108657" y="16646"/>
                  </a:lnTo>
                  <a:lnTo>
                    <a:pt x="108606" y="17112"/>
                  </a:lnTo>
                  <a:lnTo>
                    <a:pt x="108560" y="17776"/>
                  </a:lnTo>
                  <a:lnTo>
                    <a:pt x="108522" y="18198"/>
                  </a:lnTo>
                  <a:lnTo>
                    <a:pt x="108479" y="18903"/>
                  </a:lnTo>
                  <a:lnTo>
                    <a:pt x="108451" y="19198"/>
                  </a:lnTo>
                  <a:lnTo>
                    <a:pt x="108364" y="20081"/>
                  </a:lnTo>
                  <a:lnTo>
                    <a:pt x="108324" y="20728"/>
                  </a:lnTo>
                  <a:lnTo>
                    <a:pt x="108334" y="21102"/>
                  </a:lnTo>
                  <a:lnTo>
                    <a:pt x="108331" y="21326"/>
                  </a:lnTo>
                  <a:lnTo>
                    <a:pt x="108359" y="21817"/>
                  </a:lnTo>
                  <a:lnTo>
                    <a:pt x="108418" y="22728"/>
                  </a:lnTo>
                  <a:lnTo>
                    <a:pt x="108438" y="23066"/>
                  </a:lnTo>
                  <a:lnTo>
                    <a:pt x="108453" y="23572"/>
                  </a:lnTo>
                  <a:lnTo>
                    <a:pt x="108000" y="23524"/>
                  </a:lnTo>
                  <a:lnTo>
                    <a:pt x="107723" y="23494"/>
                  </a:lnTo>
                  <a:lnTo>
                    <a:pt x="107288" y="23435"/>
                  </a:lnTo>
                  <a:lnTo>
                    <a:pt x="107089" y="23407"/>
                  </a:lnTo>
                  <a:lnTo>
                    <a:pt x="106685" y="23351"/>
                  </a:lnTo>
                  <a:lnTo>
                    <a:pt x="103568" y="23043"/>
                  </a:lnTo>
                  <a:lnTo>
                    <a:pt x="103258" y="22761"/>
                  </a:lnTo>
                  <a:lnTo>
                    <a:pt x="103026" y="22557"/>
                  </a:lnTo>
                  <a:lnTo>
                    <a:pt x="102817" y="22589"/>
                  </a:lnTo>
                  <a:lnTo>
                    <a:pt x="102405" y="22558"/>
                  </a:lnTo>
                  <a:lnTo>
                    <a:pt x="101956" y="22630"/>
                  </a:lnTo>
                  <a:lnTo>
                    <a:pt x="101616" y="22723"/>
                  </a:lnTo>
                  <a:lnTo>
                    <a:pt x="101265" y="22795"/>
                  </a:lnTo>
                  <a:lnTo>
                    <a:pt x="100935" y="22867"/>
                  </a:lnTo>
                  <a:lnTo>
                    <a:pt x="100722" y="22915"/>
                  </a:lnTo>
                  <a:lnTo>
                    <a:pt x="100477" y="23083"/>
                  </a:lnTo>
                  <a:lnTo>
                    <a:pt x="100055" y="23153"/>
                  </a:lnTo>
                  <a:lnTo>
                    <a:pt x="99897" y="23117"/>
                  </a:lnTo>
                  <a:lnTo>
                    <a:pt x="99718" y="23119"/>
                  </a:lnTo>
                  <a:lnTo>
                    <a:pt x="99581" y="23080"/>
                  </a:lnTo>
                  <a:lnTo>
                    <a:pt x="99140" y="23040"/>
                  </a:lnTo>
                  <a:lnTo>
                    <a:pt x="98081" y="22673"/>
                  </a:lnTo>
                  <a:lnTo>
                    <a:pt x="97449" y="22463"/>
                  </a:lnTo>
                  <a:lnTo>
                    <a:pt x="97383" y="22309"/>
                  </a:lnTo>
                  <a:lnTo>
                    <a:pt x="97026" y="22084"/>
                  </a:lnTo>
                  <a:lnTo>
                    <a:pt x="96969" y="21835"/>
                  </a:lnTo>
                  <a:lnTo>
                    <a:pt x="96856" y="21509"/>
                  </a:lnTo>
                  <a:lnTo>
                    <a:pt x="96776" y="21325"/>
                  </a:lnTo>
                  <a:lnTo>
                    <a:pt x="96295" y="20244"/>
                  </a:lnTo>
                  <a:lnTo>
                    <a:pt x="96056" y="19813"/>
                  </a:lnTo>
                  <a:lnTo>
                    <a:pt x="95886" y="19479"/>
                  </a:lnTo>
                  <a:lnTo>
                    <a:pt x="95473" y="17978"/>
                  </a:lnTo>
                  <a:lnTo>
                    <a:pt x="95366" y="17748"/>
                  </a:lnTo>
                  <a:lnTo>
                    <a:pt x="95128" y="17477"/>
                  </a:lnTo>
                  <a:lnTo>
                    <a:pt x="94803" y="17272"/>
                  </a:lnTo>
                  <a:lnTo>
                    <a:pt x="94559" y="17239"/>
                  </a:lnTo>
                  <a:lnTo>
                    <a:pt x="94392" y="17280"/>
                  </a:lnTo>
                  <a:lnTo>
                    <a:pt x="93537" y="17848"/>
                  </a:lnTo>
                  <a:lnTo>
                    <a:pt x="93298" y="18023"/>
                  </a:lnTo>
                  <a:lnTo>
                    <a:pt x="92915" y="18229"/>
                  </a:lnTo>
                  <a:lnTo>
                    <a:pt x="92682" y="18333"/>
                  </a:lnTo>
                  <a:lnTo>
                    <a:pt x="92325" y="18565"/>
                  </a:lnTo>
                  <a:lnTo>
                    <a:pt x="91725" y="19118"/>
                  </a:lnTo>
                  <a:lnTo>
                    <a:pt x="91232" y="19763"/>
                  </a:lnTo>
                  <a:lnTo>
                    <a:pt x="90879" y="19996"/>
                  </a:lnTo>
                  <a:lnTo>
                    <a:pt x="90712" y="20071"/>
                  </a:lnTo>
                  <a:lnTo>
                    <a:pt x="90361" y="19996"/>
                  </a:lnTo>
                  <a:lnTo>
                    <a:pt x="90205" y="19830"/>
                  </a:lnTo>
                  <a:lnTo>
                    <a:pt x="90062" y="19596"/>
                  </a:lnTo>
                  <a:lnTo>
                    <a:pt x="89996" y="19275"/>
                  </a:lnTo>
                  <a:lnTo>
                    <a:pt x="90052" y="18994"/>
                  </a:lnTo>
                  <a:lnTo>
                    <a:pt x="90609" y="17646"/>
                  </a:lnTo>
                  <a:lnTo>
                    <a:pt x="90803" y="16935"/>
                  </a:lnTo>
                  <a:lnTo>
                    <a:pt x="90646" y="16757"/>
                  </a:lnTo>
                  <a:lnTo>
                    <a:pt x="90440" y="16684"/>
                  </a:lnTo>
                  <a:lnTo>
                    <a:pt x="90232" y="16797"/>
                  </a:lnTo>
                  <a:lnTo>
                    <a:pt x="89928" y="16945"/>
                  </a:lnTo>
                  <a:lnTo>
                    <a:pt x="89729" y="16995"/>
                  </a:lnTo>
                  <a:lnTo>
                    <a:pt x="89393" y="17153"/>
                  </a:lnTo>
                  <a:lnTo>
                    <a:pt x="89012" y="17331"/>
                  </a:lnTo>
                  <a:lnTo>
                    <a:pt x="88828" y="17432"/>
                  </a:lnTo>
                  <a:lnTo>
                    <a:pt x="88644" y="17496"/>
                  </a:lnTo>
                  <a:lnTo>
                    <a:pt x="88087" y="17412"/>
                  </a:lnTo>
                  <a:lnTo>
                    <a:pt x="87867" y="17363"/>
                  </a:lnTo>
                  <a:lnTo>
                    <a:pt x="87726" y="17337"/>
                  </a:lnTo>
                  <a:lnTo>
                    <a:pt x="87557" y="17318"/>
                  </a:lnTo>
                  <a:lnTo>
                    <a:pt x="87364" y="17313"/>
                  </a:lnTo>
                  <a:lnTo>
                    <a:pt x="87125" y="17304"/>
                  </a:lnTo>
                  <a:lnTo>
                    <a:pt x="86923" y="17357"/>
                  </a:lnTo>
                  <a:lnTo>
                    <a:pt x="86744" y="17413"/>
                  </a:lnTo>
                  <a:lnTo>
                    <a:pt x="86391" y="17410"/>
                  </a:lnTo>
                  <a:lnTo>
                    <a:pt x="85931" y="17390"/>
                  </a:lnTo>
                  <a:lnTo>
                    <a:pt x="85465" y="17565"/>
                  </a:lnTo>
                  <a:lnTo>
                    <a:pt x="84939" y="17741"/>
                  </a:lnTo>
                  <a:lnTo>
                    <a:pt x="84565" y="17686"/>
                  </a:lnTo>
                  <a:lnTo>
                    <a:pt x="83930" y="17667"/>
                  </a:lnTo>
                  <a:lnTo>
                    <a:pt x="83243" y="17529"/>
                  </a:lnTo>
                  <a:lnTo>
                    <a:pt x="82714" y="18754"/>
                  </a:lnTo>
                  <a:lnTo>
                    <a:pt x="81799" y="19407"/>
                  </a:lnTo>
                  <a:lnTo>
                    <a:pt x="76103" y="16240"/>
                  </a:lnTo>
                  <a:lnTo>
                    <a:pt x="71567" y="15192"/>
                  </a:lnTo>
                  <a:lnTo>
                    <a:pt x="71391" y="16385"/>
                  </a:lnTo>
                  <a:lnTo>
                    <a:pt x="71347" y="16546"/>
                  </a:lnTo>
                  <a:lnTo>
                    <a:pt x="71289" y="16808"/>
                  </a:lnTo>
                  <a:lnTo>
                    <a:pt x="71233" y="17070"/>
                  </a:lnTo>
                  <a:lnTo>
                    <a:pt x="69671" y="19689"/>
                  </a:lnTo>
                  <a:lnTo>
                    <a:pt x="69606" y="19913"/>
                  </a:lnTo>
                  <a:lnTo>
                    <a:pt x="69456" y="20222"/>
                  </a:lnTo>
                  <a:lnTo>
                    <a:pt x="72795" y="28289"/>
                  </a:lnTo>
                  <a:lnTo>
                    <a:pt x="70182" y="31782"/>
                  </a:lnTo>
                  <a:lnTo>
                    <a:pt x="70661" y="32099"/>
                  </a:lnTo>
                  <a:lnTo>
                    <a:pt x="70538" y="32336"/>
                  </a:lnTo>
                  <a:lnTo>
                    <a:pt x="70304" y="32828"/>
                  </a:lnTo>
                  <a:lnTo>
                    <a:pt x="70115" y="32603"/>
                  </a:lnTo>
                  <a:lnTo>
                    <a:pt x="69980" y="32450"/>
                  </a:lnTo>
                  <a:lnTo>
                    <a:pt x="69533" y="31994"/>
                  </a:lnTo>
                  <a:lnTo>
                    <a:pt x="69509" y="32230"/>
                  </a:lnTo>
                  <a:lnTo>
                    <a:pt x="69469" y="32467"/>
                  </a:lnTo>
                  <a:lnTo>
                    <a:pt x="69497" y="32919"/>
                  </a:lnTo>
                  <a:lnTo>
                    <a:pt x="69546" y="33113"/>
                  </a:lnTo>
                  <a:lnTo>
                    <a:pt x="69446" y="33471"/>
                  </a:lnTo>
                  <a:lnTo>
                    <a:pt x="69362" y="33622"/>
                  </a:lnTo>
                  <a:lnTo>
                    <a:pt x="69184" y="33928"/>
                  </a:lnTo>
                  <a:lnTo>
                    <a:pt x="68298" y="33062"/>
                  </a:lnTo>
                  <a:lnTo>
                    <a:pt x="68037" y="33269"/>
                  </a:lnTo>
                  <a:lnTo>
                    <a:pt x="67754" y="33145"/>
                  </a:lnTo>
                  <a:lnTo>
                    <a:pt x="67603" y="32888"/>
                  </a:lnTo>
                  <a:lnTo>
                    <a:pt x="67635" y="32488"/>
                  </a:lnTo>
                  <a:lnTo>
                    <a:pt x="67666" y="32253"/>
                  </a:lnTo>
                  <a:lnTo>
                    <a:pt x="67675" y="32118"/>
                  </a:lnTo>
                  <a:lnTo>
                    <a:pt x="67471" y="31969"/>
                  </a:lnTo>
                  <a:lnTo>
                    <a:pt x="66648" y="32064"/>
                  </a:lnTo>
                  <a:lnTo>
                    <a:pt x="65570" y="33374"/>
                  </a:lnTo>
                  <a:lnTo>
                    <a:pt x="65440" y="33374"/>
                  </a:lnTo>
                  <a:lnTo>
                    <a:pt x="64105" y="36252"/>
                  </a:lnTo>
                  <a:lnTo>
                    <a:pt x="63498" y="36438"/>
                  </a:lnTo>
                  <a:lnTo>
                    <a:pt x="62703" y="36090"/>
                  </a:lnTo>
                  <a:lnTo>
                    <a:pt x="62628" y="35712"/>
                  </a:lnTo>
                  <a:lnTo>
                    <a:pt x="61745" y="36491"/>
                  </a:lnTo>
                  <a:lnTo>
                    <a:pt x="61738" y="36618"/>
                  </a:lnTo>
                  <a:lnTo>
                    <a:pt x="61060" y="38501"/>
                  </a:lnTo>
                  <a:lnTo>
                    <a:pt x="60870" y="38428"/>
                  </a:lnTo>
                  <a:lnTo>
                    <a:pt x="60331" y="38287"/>
                  </a:lnTo>
                  <a:lnTo>
                    <a:pt x="59686" y="38082"/>
                  </a:lnTo>
                  <a:lnTo>
                    <a:pt x="58986" y="37769"/>
                  </a:lnTo>
                  <a:lnTo>
                    <a:pt x="58771" y="37592"/>
                  </a:lnTo>
                  <a:lnTo>
                    <a:pt x="58299" y="38398"/>
                  </a:lnTo>
                  <a:lnTo>
                    <a:pt x="58214" y="38532"/>
                  </a:lnTo>
                  <a:lnTo>
                    <a:pt x="58047" y="38718"/>
                  </a:lnTo>
                  <a:lnTo>
                    <a:pt x="57705" y="38604"/>
                  </a:lnTo>
                  <a:lnTo>
                    <a:pt x="58246" y="40778"/>
                  </a:lnTo>
                  <a:lnTo>
                    <a:pt x="53657" y="45996"/>
                  </a:lnTo>
                  <a:lnTo>
                    <a:pt x="51527" y="47825"/>
                  </a:lnTo>
                  <a:lnTo>
                    <a:pt x="51644" y="48022"/>
                  </a:lnTo>
                  <a:lnTo>
                    <a:pt x="51969" y="48425"/>
                  </a:lnTo>
                  <a:lnTo>
                    <a:pt x="51873" y="48911"/>
                  </a:lnTo>
                  <a:lnTo>
                    <a:pt x="51772" y="49217"/>
                  </a:lnTo>
                  <a:lnTo>
                    <a:pt x="51333" y="51701"/>
                  </a:lnTo>
                  <a:lnTo>
                    <a:pt x="51377" y="51828"/>
                  </a:lnTo>
                  <a:lnTo>
                    <a:pt x="43345" y="54779"/>
                  </a:lnTo>
                  <a:lnTo>
                    <a:pt x="43095" y="54878"/>
                  </a:lnTo>
                  <a:lnTo>
                    <a:pt x="43226" y="55050"/>
                  </a:lnTo>
                  <a:lnTo>
                    <a:pt x="42982" y="55123"/>
                  </a:lnTo>
                  <a:lnTo>
                    <a:pt x="42830" y="54988"/>
                  </a:lnTo>
                  <a:lnTo>
                    <a:pt x="42770" y="55127"/>
                  </a:lnTo>
                  <a:lnTo>
                    <a:pt x="40560" y="56940"/>
                  </a:lnTo>
                  <a:lnTo>
                    <a:pt x="40554" y="57273"/>
                  </a:lnTo>
                  <a:lnTo>
                    <a:pt x="40597" y="57461"/>
                  </a:lnTo>
                  <a:lnTo>
                    <a:pt x="41398" y="57641"/>
                  </a:lnTo>
                  <a:lnTo>
                    <a:pt x="41579" y="57754"/>
                  </a:lnTo>
                  <a:lnTo>
                    <a:pt x="40320" y="67429"/>
                  </a:lnTo>
                  <a:lnTo>
                    <a:pt x="39882" y="70244"/>
                  </a:lnTo>
                  <a:lnTo>
                    <a:pt x="39897" y="70436"/>
                  </a:lnTo>
                  <a:lnTo>
                    <a:pt x="39914" y="70629"/>
                  </a:lnTo>
                  <a:lnTo>
                    <a:pt x="39948" y="70999"/>
                  </a:lnTo>
                  <a:lnTo>
                    <a:pt x="40273" y="71766"/>
                  </a:lnTo>
                  <a:lnTo>
                    <a:pt x="40422" y="72140"/>
                  </a:lnTo>
                  <a:lnTo>
                    <a:pt x="40475" y="72273"/>
                  </a:lnTo>
                  <a:lnTo>
                    <a:pt x="40516" y="72407"/>
                  </a:lnTo>
                  <a:lnTo>
                    <a:pt x="36311" y="75192"/>
                  </a:lnTo>
                  <a:lnTo>
                    <a:pt x="36567" y="75696"/>
                  </a:lnTo>
                  <a:lnTo>
                    <a:pt x="36466" y="75811"/>
                  </a:lnTo>
                  <a:lnTo>
                    <a:pt x="36237" y="75802"/>
                  </a:lnTo>
                  <a:lnTo>
                    <a:pt x="35998" y="75792"/>
                  </a:lnTo>
                  <a:lnTo>
                    <a:pt x="35783" y="75851"/>
                  </a:lnTo>
                  <a:lnTo>
                    <a:pt x="35638" y="75919"/>
                  </a:lnTo>
                  <a:lnTo>
                    <a:pt x="35378" y="76111"/>
                  </a:lnTo>
                  <a:lnTo>
                    <a:pt x="34912" y="76589"/>
                  </a:lnTo>
                  <a:lnTo>
                    <a:pt x="34932" y="76792"/>
                  </a:lnTo>
                  <a:lnTo>
                    <a:pt x="34720" y="77022"/>
                  </a:lnTo>
                  <a:lnTo>
                    <a:pt x="34411" y="77229"/>
                  </a:lnTo>
                  <a:lnTo>
                    <a:pt x="34184" y="77462"/>
                  </a:lnTo>
                  <a:lnTo>
                    <a:pt x="33846" y="77879"/>
                  </a:lnTo>
                  <a:lnTo>
                    <a:pt x="33574" y="78055"/>
                  </a:lnTo>
                  <a:lnTo>
                    <a:pt x="33460" y="78224"/>
                  </a:lnTo>
                  <a:lnTo>
                    <a:pt x="32982" y="78602"/>
                  </a:lnTo>
                  <a:lnTo>
                    <a:pt x="32763" y="78754"/>
                  </a:lnTo>
                  <a:lnTo>
                    <a:pt x="32431" y="78861"/>
                  </a:lnTo>
                  <a:lnTo>
                    <a:pt x="32055" y="78409"/>
                  </a:lnTo>
                  <a:lnTo>
                    <a:pt x="31534" y="78180"/>
                  </a:lnTo>
                  <a:lnTo>
                    <a:pt x="31487" y="78009"/>
                  </a:lnTo>
                  <a:lnTo>
                    <a:pt x="31407" y="77855"/>
                  </a:lnTo>
                  <a:lnTo>
                    <a:pt x="31087" y="77210"/>
                  </a:lnTo>
                  <a:lnTo>
                    <a:pt x="30819" y="77045"/>
                  </a:lnTo>
                  <a:lnTo>
                    <a:pt x="30796" y="76903"/>
                  </a:lnTo>
                  <a:lnTo>
                    <a:pt x="30769" y="76493"/>
                  </a:lnTo>
                  <a:lnTo>
                    <a:pt x="30606" y="76077"/>
                  </a:lnTo>
                  <a:lnTo>
                    <a:pt x="30426" y="74350"/>
                  </a:lnTo>
                  <a:lnTo>
                    <a:pt x="30383" y="73976"/>
                  </a:lnTo>
                  <a:lnTo>
                    <a:pt x="29816" y="73272"/>
                  </a:lnTo>
                  <a:lnTo>
                    <a:pt x="29323" y="72966"/>
                  </a:lnTo>
                  <a:lnTo>
                    <a:pt x="28530" y="72495"/>
                  </a:lnTo>
                  <a:lnTo>
                    <a:pt x="28310" y="72881"/>
                  </a:lnTo>
                  <a:lnTo>
                    <a:pt x="28055" y="73247"/>
                  </a:lnTo>
                  <a:lnTo>
                    <a:pt x="27895" y="73325"/>
                  </a:lnTo>
                  <a:lnTo>
                    <a:pt x="26833" y="73739"/>
                  </a:lnTo>
                  <a:lnTo>
                    <a:pt x="26469" y="73701"/>
                  </a:lnTo>
                  <a:lnTo>
                    <a:pt x="26058" y="73776"/>
                  </a:lnTo>
                  <a:lnTo>
                    <a:pt x="25402" y="71994"/>
                  </a:lnTo>
                  <a:lnTo>
                    <a:pt x="24550" y="69680"/>
                  </a:lnTo>
                  <a:lnTo>
                    <a:pt x="24268" y="68304"/>
                  </a:lnTo>
                  <a:lnTo>
                    <a:pt x="23674" y="65405"/>
                  </a:lnTo>
                  <a:lnTo>
                    <a:pt x="20800" y="62128"/>
                  </a:lnTo>
                  <a:lnTo>
                    <a:pt x="17836" y="60091"/>
                  </a:lnTo>
                  <a:lnTo>
                    <a:pt x="16988" y="61585"/>
                  </a:lnTo>
                  <a:lnTo>
                    <a:pt x="15487" y="64228"/>
                  </a:lnTo>
                  <a:lnTo>
                    <a:pt x="12630" y="69259"/>
                  </a:lnTo>
                  <a:lnTo>
                    <a:pt x="8450" y="76620"/>
                  </a:lnTo>
                  <a:lnTo>
                    <a:pt x="5823" y="81246"/>
                  </a:lnTo>
                  <a:lnTo>
                    <a:pt x="4437" y="88131"/>
                  </a:lnTo>
                  <a:lnTo>
                    <a:pt x="4828" y="91544"/>
                  </a:lnTo>
                  <a:lnTo>
                    <a:pt x="5010" y="93133"/>
                  </a:lnTo>
                  <a:lnTo>
                    <a:pt x="5108" y="93996"/>
                  </a:lnTo>
                  <a:lnTo>
                    <a:pt x="7508" y="96574"/>
                  </a:lnTo>
                  <a:lnTo>
                    <a:pt x="10534" y="99825"/>
                  </a:lnTo>
                  <a:lnTo>
                    <a:pt x="11783" y="105286"/>
                  </a:lnTo>
                  <a:lnTo>
                    <a:pt x="11715" y="106037"/>
                  </a:lnTo>
                  <a:lnTo>
                    <a:pt x="11377" y="109776"/>
                  </a:lnTo>
                  <a:lnTo>
                    <a:pt x="11325" y="110358"/>
                  </a:lnTo>
                  <a:lnTo>
                    <a:pt x="10861" y="111092"/>
                  </a:lnTo>
                  <a:lnTo>
                    <a:pt x="8699" y="114518"/>
                  </a:lnTo>
                  <a:lnTo>
                    <a:pt x="9590" y="125719"/>
                  </a:lnTo>
                  <a:lnTo>
                    <a:pt x="9693" y="127008"/>
                  </a:lnTo>
                  <a:lnTo>
                    <a:pt x="9087" y="135134"/>
                  </a:lnTo>
                  <a:lnTo>
                    <a:pt x="9936" y="137328"/>
                  </a:lnTo>
                  <a:lnTo>
                    <a:pt x="10911" y="139849"/>
                  </a:lnTo>
                  <a:lnTo>
                    <a:pt x="11800" y="142755"/>
                  </a:lnTo>
                  <a:lnTo>
                    <a:pt x="12272" y="144299"/>
                  </a:lnTo>
                  <a:lnTo>
                    <a:pt x="15293" y="154178"/>
                  </a:lnTo>
                  <a:lnTo>
                    <a:pt x="17047" y="157404"/>
                  </a:lnTo>
                  <a:lnTo>
                    <a:pt x="16442" y="163410"/>
                  </a:lnTo>
                  <a:lnTo>
                    <a:pt x="16394" y="163877"/>
                  </a:lnTo>
                  <a:lnTo>
                    <a:pt x="15528" y="172465"/>
                  </a:lnTo>
                  <a:lnTo>
                    <a:pt x="15385" y="173882"/>
                  </a:lnTo>
                  <a:lnTo>
                    <a:pt x="15363" y="174100"/>
                  </a:lnTo>
                  <a:lnTo>
                    <a:pt x="13228" y="176806"/>
                  </a:lnTo>
                  <a:lnTo>
                    <a:pt x="10861" y="179805"/>
                  </a:lnTo>
                  <a:lnTo>
                    <a:pt x="14305" y="190198"/>
                  </a:lnTo>
                  <a:lnTo>
                    <a:pt x="17253" y="199095"/>
                  </a:lnTo>
                  <a:lnTo>
                    <a:pt x="14750" y="204747"/>
                  </a:lnTo>
                  <a:lnTo>
                    <a:pt x="13062" y="210295"/>
                  </a:lnTo>
                  <a:lnTo>
                    <a:pt x="8793" y="224315"/>
                  </a:lnTo>
                  <a:close/>
                </a:path>
              </a:pathLst>
            </a:custGeom>
            <a:solidFill>
              <a:srgbClr val="AAC0CB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9"/>
            <p:cNvSpPr/>
            <p:nvPr/>
          </p:nvSpPr>
          <p:spPr>
            <a:xfrm>
              <a:off x="3554116" y="5170042"/>
              <a:ext cx="236492" cy="319401"/>
            </a:xfrm>
            <a:custGeom>
              <a:avLst/>
              <a:pathLst>
                <a:path w="236492" h="319401">
                  <a:moveTo>
                    <a:pt x="194287" y="104517"/>
                  </a:moveTo>
                  <a:lnTo>
                    <a:pt x="194344" y="104323"/>
                  </a:lnTo>
                  <a:lnTo>
                    <a:pt x="194588" y="103793"/>
                  </a:lnTo>
                  <a:lnTo>
                    <a:pt x="195059" y="102581"/>
                  </a:lnTo>
                  <a:lnTo>
                    <a:pt x="195087" y="102358"/>
                  </a:lnTo>
                  <a:lnTo>
                    <a:pt x="195010" y="100237"/>
                  </a:lnTo>
                  <a:lnTo>
                    <a:pt x="195113" y="100017"/>
                  </a:lnTo>
                  <a:lnTo>
                    <a:pt x="195570" y="99100"/>
                  </a:lnTo>
                  <a:lnTo>
                    <a:pt x="195343" y="98993"/>
                  </a:lnTo>
                  <a:lnTo>
                    <a:pt x="195200" y="98892"/>
                  </a:lnTo>
                  <a:lnTo>
                    <a:pt x="195046" y="98812"/>
                  </a:lnTo>
                  <a:lnTo>
                    <a:pt x="194829" y="98739"/>
                  </a:lnTo>
                  <a:lnTo>
                    <a:pt x="194657" y="98634"/>
                  </a:lnTo>
                  <a:lnTo>
                    <a:pt x="194432" y="98312"/>
                  </a:lnTo>
                  <a:lnTo>
                    <a:pt x="194296" y="98085"/>
                  </a:lnTo>
                  <a:lnTo>
                    <a:pt x="193893" y="97793"/>
                  </a:lnTo>
                  <a:lnTo>
                    <a:pt x="193569" y="97499"/>
                  </a:lnTo>
                  <a:lnTo>
                    <a:pt x="193258" y="97219"/>
                  </a:lnTo>
                  <a:lnTo>
                    <a:pt x="192845" y="96788"/>
                  </a:lnTo>
                  <a:lnTo>
                    <a:pt x="192769" y="96659"/>
                  </a:lnTo>
                  <a:lnTo>
                    <a:pt x="192057" y="96304"/>
                  </a:lnTo>
                  <a:lnTo>
                    <a:pt x="191888" y="96216"/>
                  </a:lnTo>
                  <a:lnTo>
                    <a:pt x="191697" y="96119"/>
                  </a:lnTo>
                  <a:lnTo>
                    <a:pt x="191254" y="95844"/>
                  </a:lnTo>
                  <a:lnTo>
                    <a:pt x="191078" y="95722"/>
                  </a:lnTo>
                  <a:lnTo>
                    <a:pt x="190754" y="95602"/>
                  </a:lnTo>
                  <a:lnTo>
                    <a:pt x="190460" y="95470"/>
                  </a:lnTo>
                  <a:lnTo>
                    <a:pt x="189828" y="95242"/>
                  </a:lnTo>
                  <a:lnTo>
                    <a:pt x="189655" y="95014"/>
                  </a:lnTo>
                  <a:lnTo>
                    <a:pt x="189270" y="94572"/>
                  </a:lnTo>
                  <a:lnTo>
                    <a:pt x="189076" y="94388"/>
                  </a:lnTo>
                  <a:lnTo>
                    <a:pt x="188648" y="94028"/>
                  </a:lnTo>
                  <a:lnTo>
                    <a:pt x="188398" y="93828"/>
                  </a:lnTo>
                  <a:lnTo>
                    <a:pt x="188107" y="93580"/>
                  </a:lnTo>
                  <a:lnTo>
                    <a:pt x="187606" y="93156"/>
                  </a:lnTo>
                  <a:lnTo>
                    <a:pt x="187114" y="92737"/>
                  </a:lnTo>
                  <a:lnTo>
                    <a:pt x="186713" y="92404"/>
                  </a:lnTo>
                  <a:lnTo>
                    <a:pt x="186285" y="92031"/>
                  </a:lnTo>
                  <a:lnTo>
                    <a:pt x="185897" y="91717"/>
                  </a:lnTo>
                  <a:lnTo>
                    <a:pt x="185664" y="91509"/>
                  </a:lnTo>
                  <a:lnTo>
                    <a:pt x="184900" y="90859"/>
                  </a:lnTo>
                  <a:lnTo>
                    <a:pt x="184679" y="90669"/>
                  </a:lnTo>
                  <a:lnTo>
                    <a:pt x="183957" y="89694"/>
                  </a:lnTo>
                  <a:lnTo>
                    <a:pt x="183902" y="89280"/>
                  </a:lnTo>
                  <a:lnTo>
                    <a:pt x="183834" y="88933"/>
                  </a:lnTo>
                  <a:lnTo>
                    <a:pt x="183743" y="88744"/>
                  </a:lnTo>
                  <a:lnTo>
                    <a:pt x="183640" y="88509"/>
                  </a:lnTo>
                  <a:lnTo>
                    <a:pt x="183525" y="88250"/>
                  </a:lnTo>
                  <a:lnTo>
                    <a:pt x="183396" y="88034"/>
                  </a:lnTo>
                  <a:lnTo>
                    <a:pt x="183283" y="87760"/>
                  </a:lnTo>
                  <a:lnTo>
                    <a:pt x="183149" y="87480"/>
                  </a:lnTo>
                  <a:lnTo>
                    <a:pt x="182926" y="87121"/>
                  </a:lnTo>
                  <a:lnTo>
                    <a:pt x="182751" y="86736"/>
                  </a:lnTo>
                  <a:lnTo>
                    <a:pt x="182677" y="86510"/>
                  </a:lnTo>
                  <a:lnTo>
                    <a:pt x="182641" y="86375"/>
                  </a:lnTo>
                  <a:lnTo>
                    <a:pt x="182435" y="86027"/>
                  </a:lnTo>
                  <a:lnTo>
                    <a:pt x="182164" y="85675"/>
                  </a:lnTo>
                  <a:lnTo>
                    <a:pt x="181981" y="85462"/>
                  </a:lnTo>
                  <a:lnTo>
                    <a:pt x="181637" y="85061"/>
                  </a:lnTo>
                  <a:lnTo>
                    <a:pt x="181461" y="84839"/>
                  </a:lnTo>
                  <a:lnTo>
                    <a:pt x="181091" y="84405"/>
                  </a:lnTo>
                  <a:lnTo>
                    <a:pt x="180496" y="83362"/>
                  </a:lnTo>
                  <a:lnTo>
                    <a:pt x="179889" y="82219"/>
                  </a:lnTo>
                  <a:lnTo>
                    <a:pt x="179792" y="82033"/>
                  </a:lnTo>
                  <a:lnTo>
                    <a:pt x="179376" y="81225"/>
                  </a:lnTo>
                  <a:lnTo>
                    <a:pt x="178951" y="80467"/>
                  </a:lnTo>
                  <a:lnTo>
                    <a:pt x="178770" y="80142"/>
                  </a:lnTo>
                  <a:lnTo>
                    <a:pt x="178617" y="79832"/>
                  </a:lnTo>
                  <a:lnTo>
                    <a:pt x="178138" y="79836"/>
                  </a:lnTo>
                  <a:lnTo>
                    <a:pt x="177817" y="79846"/>
                  </a:lnTo>
                  <a:lnTo>
                    <a:pt x="177138" y="79843"/>
                  </a:lnTo>
                  <a:lnTo>
                    <a:pt x="176951" y="79822"/>
                  </a:lnTo>
                  <a:lnTo>
                    <a:pt x="176738" y="79786"/>
                  </a:lnTo>
                  <a:lnTo>
                    <a:pt x="176060" y="79668"/>
                  </a:lnTo>
                  <a:lnTo>
                    <a:pt x="175471" y="79462"/>
                  </a:lnTo>
                  <a:lnTo>
                    <a:pt x="174897" y="78771"/>
                  </a:lnTo>
                  <a:lnTo>
                    <a:pt x="174504" y="78282"/>
                  </a:lnTo>
                  <a:lnTo>
                    <a:pt x="173059" y="77455"/>
                  </a:lnTo>
                  <a:lnTo>
                    <a:pt x="172868" y="77365"/>
                  </a:lnTo>
                  <a:lnTo>
                    <a:pt x="172752" y="76126"/>
                  </a:lnTo>
                  <a:lnTo>
                    <a:pt x="172443" y="75259"/>
                  </a:lnTo>
                  <a:lnTo>
                    <a:pt x="172379" y="75115"/>
                  </a:lnTo>
                  <a:lnTo>
                    <a:pt x="172171" y="74692"/>
                  </a:lnTo>
                  <a:lnTo>
                    <a:pt x="171995" y="74351"/>
                  </a:lnTo>
                  <a:lnTo>
                    <a:pt x="171568" y="73651"/>
                  </a:lnTo>
                  <a:lnTo>
                    <a:pt x="171291" y="69250"/>
                  </a:lnTo>
                  <a:lnTo>
                    <a:pt x="171190" y="69105"/>
                  </a:lnTo>
                  <a:lnTo>
                    <a:pt x="171057" y="68898"/>
                  </a:lnTo>
                  <a:lnTo>
                    <a:pt x="170604" y="68258"/>
                  </a:lnTo>
                  <a:lnTo>
                    <a:pt x="170431" y="68020"/>
                  </a:lnTo>
                  <a:lnTo>
                    <a:pt x="170202" y="67721"/>
                  </a:lnTo>
                  <a:lnTo>
                    <a:pt x="170072" y="67568"/>
                  </a:lnTo>
                  <a:lnTo>
                    <a:pt x="169933" y="67450"/>
                  </a:lnTo>
                  <a:lnTo>
                    <a:pt x="169624" y="67108"/>
                  </a:lnTo>
                  <a:lnTo>
                    <a:pt x="169361" y="66834"/>
                  </a:lnTo>
                  <a:lnTo>
                    <a:pt x="169194" y="66653"/>
                  </a:lnTo>
                  <a:lnTo>
                    <a:pt x="169141" y="66454"/>
                  </a:lnTo>
                  <a:lnTo>
                    <a:pt x="168947" y="65942"/>
                  </a:lnTo>
                  <a:lnTo>
                    <a:pt x="168876" y="65654"/>
                  </a:lnTo>
                  <a:lnTo>
                    <a:pt x="168737" y="65307"/>
                  </a:lnTo>
                  <a:lnTo>
                    <a:pt x="168623" y="64945"/>
                  </a:lnTo>
                  <a:lnTo>
                    <a:pt x="168553" y="64708"/>
                  </a:lnTo>
                  <a:lnTo>
                    <a:pt x="168492" y="64467"/>
                  </a:lnTo>
                  <a:lnTo>
                    <a:pt x="168380" y="64138"/>
                  </a:lnTo>
                  <a:lnTo>
                    <a:pt x="168237" y="63646"/>
                  </a:lnTo>
                  <a:lnTo>
                    <a:pt x="168223" y="63490"/>
                  </a:lnTo>
                  <a:lnTo>
                    <a:pt x="168165" y="63276"/>
                  </a:lnTo>
                  <a:lnTo>
                    <a:pt x="168021" y="62851"/>
                  </a:lnTo>
                  <a:lnTo>
                    <a:pt x="167962" y="62552"/>
                  </a:lnTo>
                  <a:lnTo>
                    <a:pt x="167735" y="61643"/>
                  </a:lnTo>
                  <a:lnTo>
                    <a:pt x="167651" y="61255"/>
                  </a:lnTo>
                  <a:lnTo>
                    <a:pt x="167597" y="60377"/>
                  </a:lnTo>
                  <a:lnTo>
                    <a:pt x="167585" y="60171"/>
                  </a:lnTo>
                  <a:lnTo>
                    <a:pt x="167572" y="59921"/>
                  </a:lnTo>
                  <a:lnTo>
                    <a:pt x="167537" y="59222"/>
                  </a:lnTo>
                  <a:lnTo>
                    <a:pt x="167491" y="59039"/>
                  </a:lnTo>
                  <a:lnTo>
                    <a:pt x="167436" y="58820"/>
                  </a:lnTo>
                  <a:lnTo>
                    <a:pt x="167355" y="58497"/>
                  </a:lnTo>
                  <a:lnTo>
                    <a:pt x="167259" y="58243"/>
                  </a:lnTo>
                  <a:lnTo>
                    <a:pt x="166963" y="57439"/>
                  </a:lnTo>
                  <a:lnTo>
                    <a:pt x="166832" y="57074"/>
                  </a:lnTo>
                  <a:lnTo>
                    <a:pt x="166598" y="56457"/>
                  </a:lnTo>
                  <a:lnTo>
                    <a:pt x="166320" y="55747"/>
                  </a:lnTo>
                  <a:lnTo>
                    <a:pt x="166249" y="55549"/>
                  </a:lnTo>
                  <a:lnTo>
                    <a:pt x="166048" y="54907"/>
                  </a:lnTo>
                  <a:lnTo>
                    <a:pt x="166013" y="54762"/>
                  </a:lnTo>
                  <a:lnTo>
                    <a:pt x="165967" y="54594"/>
                  </a:lnTo>
                  <a:lnTo>
                    <a:pt x="165728" y="53693"/>
                  </a:lnTo>
                  <a:lnTo>
                    <a:pt x="165663" y="53461"/>
                  </a:lnTo>
                  <a:lnTo>
                    <a:pt x="165490" y="52847"/>
                  </a:lnTo>
                  <a:lnTo>
                    <a:pt x="165433" y="52643"/>
                  </a:lnTo>
                  <a:lnTo>
                    <a:pt x="165282" y="52110"/>
                  </a:lnTo>
                  <a:lnTo>
                    <a:pt x="165226" y="51934"/>
                  </a:lnTo>
                  <a:lnTo>
                    <a:pt x="164657" y="50116"/>
                  </a:lnTo>
                  <a:lnTo>
                    <a:pt x="163922" y="47762"/>
                  </a:lnTo>
                  <a:lnTo>
                    <a:pt x="163625" y="46799"/>
                  </a:lnTo>
                  <a:lnTo>
                    <a:pt x="163571" y="46625"/>
                  </a:lnTo>
                  <a:lnTo>
                    <a:pt x="163498" y="46384"/>
                  </a:lnTo>
                  <a:lnTo>
                    <a:pt x="163428" y="46169"/>
                  </a:lnTo>
                  <a:lnTo>
                    <a:pt x="163320" y="45806"/>
                  </a:lnTo>
                  <a:lnTo>
                    <a:pt x="163188" y="45510"/>
                  </a:lnTo>
                  <a:lnTo>
                    <a:pt x="163024" y="45168"/>
                  </a:lnTo>
                  <a:lnTo>
                    <a:pt x="162931" y="44969"/>
                  </a:lnTo>
                  <a:lnTo>
                    <a:pt x="162654" y="44364"/>
                  </a:lnTo>
                  <a:lnTo>
                    <a:pt x="162593" y="44211"/>
                  </a:lnTo>
                  <a:lnTo>
                    <a:pt x="162451" y="43854"/>
                  </a:lnTo>
                  <a:lnTo>
                    <a:pt x="162387" y="43701"/>
                  </a:lnTo>
                  <a:lnTo>
                    <a:pt x="162064" y="42932"/>
                  </a:lnTo>
                  <a:lnTo>
                    <a:pt x="161555" y="42790"/>
                  </a:lnTo>
                  <a:lnTo>
                    <a:pt x="160808" y="42512"/>
                  </a:lnTo>
                  <a:lnTo>
                    <a:pt x="159995" y="42205"/>
                  </a:lnTo>
                  <a:lnTo>
                    <a:pt x="159274" y="42019"/>
                  </a:lnTo>
                  <a:lnTo>
                    <a:pt x="159011" y="41939"/>
                  </a:lnTo>
                  <a:lnTo>
                    <a:pt x="158865" y="41830"/>
                  </a:lnTo>
                  <a:lnTo>
                    <a:pt x="158693" y="41698"/>
                  </a:lnTo>
                  <a:lnTo>
                    <a:pt x="158565" y="41627"/>
                  </a:lnTo>
                  <a:lnTo>
                    <a:pt x="158418" y="41545"/>
                  </a:lnTo>
                  <a:lnTo>
                    <a:pt x="158117" y="41279"/>
                  </a:lnTo>
                  <a:lnTo>
                    <a:pt x="157877" y="41055"/>
                  </a:lnTo>
                  <a:lnTo>
                    <a:pt x="157511" y="40791"/>
                  </a:lnTo>
                  <a:lnTo>
                    <a:pt x="156620" y="40235"/>
                  </a:lnTo>
                  <a:lnTo>
                    <a:pt x="156265" y="40024"/>
                  </a:lnTo>
                  <a:lnTo>
                    <a:pt x="155928" y="39778"/>
                  </a:lnTo>
                  <a:lnTo>
                    <a:pt x="155534" y="39070"/>
                  </a:lnTo>
                  <a:lnTo>
                    <a:pt x="154393" y="37224"/>
                  </a:lnTo>
                  <a:lnTo>
                    <a:pt x="153870" y="36380"/>
                  </a:lnTo>
                  <a:lnTo>
                    <a:pt x="153733" y="36159"/>
                  </a:lnTo>
                  <a:lnTo>
                    <a:pt x="153615" y="35965"/>
                  </a:lnTo>
                  <a:lnTo>
                    <a:pt x="153508" y="35815"/>
                  </a:lnTo>
                  <a:lnTo>
                    <a:pt x="153058" y="35044"/>
                  </a:lnTo>
                  <a:lnTo>
                    <a:pt x="152610" y="34644"/>
                  </a:lnTo>
                  <a:lnTo>
                    <a:pt x="152033" y="34155"/>
                  </a:lnTo>
                  <a:lnTo>
                    <a:pt x="151159" y="33415"/>
                  </a:lnTo>
                  <a:lnTo>
                    <a:pt x="147678" y="30289"/>
                  </a:lnTo>
                  <a:lnTo>
                    <a:pt x="147505" y="30207"/>
                  </a:lnTo>
                  <a:lnTo>
                    <a:pt x="146321" y="29647"/>
                  </a:lnTo>
                  <a:lnTo>
                    <a:pt x="144267" y="28824"/>
                  </a:lnTo>
                  <a:lnTo>
                    <a:pt x="145220" y="24386"/>
                  </a:lnTo>
                  <a:lnTo>
                    <a:pt x="145694" y="21456"/>
                  </a:lnTo>
                  <a:lnTo>
                    <a:pt x="145830" y="20618"/>
                  </a:lnTo>
                  <a:lnTo>
                    <a:pt x="146201" y="18329"/>
                  </a:lnTo>
                  <a:lnTo>
                    <a:pt x="145940" y="12192"/>
                  </a:lnTo>
                  <a:lnTo>
                    <a:pt x="142170" y="5825"/>
                  </a:lnTo>
                  <a:lnTo>
                    <a:pt x="138516" y="617"/>
                  </a:lnTo>
                  <a:lnTo>
                    <a:pt x="138339" y="316"/>
                  </a:lnTo>
                  <a:lnTo>
                    <a:pt x="138169" y="0"/>
                  </a:lnTo>
                  <a:lnTo>
                    <a:pt x="133381" y="4965"/>
                  </a:lnTo>
                  <a:lnTo>
                    <a:pt x="133230" y="5178"/>
                  </a:lnTo>
                  <a:lnTo>
                    <a:pt x="132994" y="5538"/>
                  </a:lnTo>
                  <a:lnTo>
                    <a:pt x="131233" y="9729"/>
                  </a:lnTo>
                  <a:lnTo>
                    <a:pt x="131274" y="9913"/>
                  </a:lnTo>
                  <a:lnTo>
                    <a:pt x="131299" y="10374"/>
                  </a:lnTo>
                  <a:lnTo>
                    <a:pt x="131223" y="10834"/>
                  </a:lnTo>
                  <a:lnTo>
                    <a:pt x="131348" y="11110"/>
                  </a:lnTo>
                  <a:lnTo>
                    <a:pt x="131760" y="11686"/>
                  </a:lnTo>
                  <a:lnTo>
                    <a:pt x="131741" y="11899"/>
                  </a:lnTo>
                  <a:lnTo>
                    <a:pt x="131730" y="12060"/>
                  </a:lnTo>
                  <a:lnTo>
                    <a:pt x="131601" y="12365"/>
                  </a:lnTo>
                  <a:lnTo>
                    <a:pt x="131394" y="12831"/>
                  </a:lnTo>
                  <a:lnTo>
                    <a:pt x="131197" y="12914"/>
                  </a:lnTo>
                  <a:lnTo>
                    <a:pt x="130356" y="13273"/>
                  </a:lnTo>
                  <a:lnTo>
                    <a:pt x="130332" y="13629"/>
                  </a:lnTo>
                  <a:lnTo>
                    <a:pt x="130498" y="14278"/>
                  </a:lnTo>
                  <a:lnTo>
                    <a:pt x="130457" y="14479"/>
                  </a:lnTo>
                  <a:lnTo>
                    <a:pt x="130274" y="14754"/>
                  </a:lnTo>
                  <a:lnTo>
                    <a:pt x="129733" y="16316"/>
                  </a:lnTo>
                  <a:lnTo>
                    <a:pt x="129699" y="16466"/>
                  </a:lnTo>
                  <a:lnTo>
                    <a:pt x="129650" y="16649"/>
                  </a:lnTo>
                  <a:lnTo>
                    <a:pt x="129613" y="16816"/>
                  </a:lnTo>
                  <a:lnTo>
                    <a:pt x="129523" y="17243"/>
                  </a:lnTo>
                  <a:lnTo>
                    <a:pt x="129457" y="17580"/>
                  </a:lnTo>
                  <a:lnTo>
                    <a:pt x="129410" y="17887"/>
                  </a:lnTo>
                  <a:lnTo>
                    <a:pt x="129368" y="18134"/>
                  </a:lnTo>
                  <a:lnTo>
                    <a:pt x="129272" y="18649"/>
                  </a:lnTo>
                  <a:lnTo>
                    <a:pt x="129102" y="19128"/>
                  </a:lnTo>
                  <a:lnTo>
                    <a:pt x="129079" y="19552"/>
                  </a:lnTo>
                  <a:lnTo>
                    <a:pt x="129086" y="19765"/>
                  </a:lnTo>
                  <a:lnTo>
                    <a:pt x="129134" y="20253"/>
                  </a:lnTo>
                  <a:lnTo>
                    <a:pt x="129057" y="20659"/>
                  </a:lnTo>
                  <a:lnTo>
                    <a:pt x="129006" y="20918"/>
                  </a:lnTo>
                  <a:lnTo>
                    <a:pt x="128957" y="21167"/>
                  </a:lnTo>
                  <a:lnTo>
                    <a:pt x="128934" y="21336"/>
                  </a:lnTo>
                  <a:lnTo>
                    <a:pt x="129269" y="21538"/>
                  </a:lnTo>
                  <a:lnTo>
                    <a:pt x="129452" y="22033"/>
                  </a:lnTo>
                  <a:lnTo>
                    <a:pt x="129346" y="22343"/>
                  </a:lnTo>
                  <a:lnTo>
                    <a:pt x="129180" y="22860"/>
                  </a:lnTo>
                  <a:lnTo>
                    <a:pt x="128986" y="23329"/>
                  </a:lnTo>
                  <a:lnTo>
                    <a:pt x="128427" y="23994"/>
                  </a:lnTo>
                  <a:lnTo>
                    <a:pt x="128116" y="24281"/>
                  </a:lnTo>
                  <a:lnTo>
                    <a:pt x="128137" y="24512"/>
                  </a:lnTo>
                  <a:lnTo>
                    <a:pt x="126926" y="24223"/>
                  </a:lnTo>
                  <a:lnTo>
                    <a:pt x="125851" y="23990"/>
                  </a:lnTo>
                  <a:lnTo>
                    <a:pt x="125433" y="23936"/>
                  </a:lnTo>
                  <a:lnTo>
                    <a:pt x="125303" y="23909"/>
                  </a:lnTo>
                  <a:lnTo>
                    <a:pt x="124970" y="23837"/>
                  </a:lnTo>
                  <a:lnTo>
                    <a:pt x="124617" y="23762"/>
                  </a:lnTo>
                  <a:lnTo>
                    <a:pt x="124444" y="23838"/>
                  </a:lnTo>
                  <a:lnTo>
                    <a:pt x="123927" y="24063"/>
                  </a:lnTo>
                  <a:lnTo>
                    <a:pt x="123791" y="24124"/>
                  </a:lnTo>
                  <a:lnTo>
                    <a:pt x="123606" y="24194"/>
                  </a:lnTo>
                  <a:lnTo>
                    <a:pt x="123078" y="24452"/>
                  </a:lnTo>
                  <a:lnTo>
                    <a:pt x="122638" y="24655"/>
                  </a:lnTo>
                  <a:lnTo>
                    <a:pt x="122393" y="24738"/>
                  </a:lnTo>
                  <a:lnTo>
                    <a:pt x="122038" y="24926"/>
                  </a:lnTo>
                  <a:lnTo>
                    <a:pt x="121734" y="25060"/>
                  </a:lnTo>
                  <a:lnTo>
                    <a:pt x="121212" y="25292"/>
                  </a:lnTo>
                  <a:lnTo>
                    <a:pt x="121005" y="25384"/>
                  </a:lnTo>
                  <a:lnTo>
                    <a:pt x="120438" y="25646"/>
                  </a:lnTo>
                  <a:lnTo>
                    <a:pt x="120268" y="25732"/>
                  </a:lnTo>
                  <a:lnTo>
                    <a:pt x="120135" y="25767"/>
                  </a:lnTo>
                  <a:lnTo>
                    <a:pt x="119736" y="25959"/>
                  </a:lnTo>
                  <a:lnTo>
                    <a:pt x="119593" y="26027"/>
                  </a:lnTo>
                  <a:lnTo>
                    <a:pt x="119367" y="26116"/>
                  </a:lnTo>
                  <a:lnTo>
                    <a:pt x="119216" y="26187"/>
                  </a:lnTo>
                  <a:lnTo>
                    <a:pt x="118976" y="26300"/>
                  </a:lnTo>
                  <a:lnTo>
                    <a:pt x="118775" y="26391"/>
                  </a:lnTo>
                  <a:lnTo>
                    <a:pt x="118377" y="26557"/>
                  </a:lnTo>
                  <a:lnTo>
                    <a:pt x="118017" y="26721"/>
                  </a:lnTo>
                  <a:lnTo>
                    <a:pt x="117661" y="26882"/>
                  </a:lnTo>
                  <a:lnTo>
                    <a:pt x="117328" y="27024"/>
                  </a:lnTo>
                  <a:lnTo>
                    <a:pt x="117181" y="27070"/>
                  </a:lnTo>
                  <a:lnTo>
                    <a:pt x="116996" y="27158"/>
                  </a:lnTo>
                  <a:lnTo>
                    <a:pt x="116663" y="27306"/>
                  </a:lnTo>
                  <a:lnTo>
                    <a:pt x="116393" y="27426"/>
                  </a:lnTo>
                  <a:lnTo>
                    <a:pt x="115944" y="27633"/>
                  </a:lnTo>
                  <a:lnTo>
                    <a:pt x="115814" y="27690"/>
                  </a:lnTo>
                  <a:lnTo>
                    <a:pt x="115359" y="27891"/>
                  </a:lnTo>
                  <a:lnTo>
                    <a:pt x="115159" y="27980"/>
                  </a:lnTo>
                  <a:lnTo>
                    <a:pt x="114790" y="28142"/>
                  </a:lnTo>
                  <a:lnTo>
                    <a:pt x="114032" y="28466"/>
                  </a:lnTo>
                  <a:lnTo>
                    <a:pt x="113787" y="28483"/>
                  </a:lnTo>
                  <a:lnTo>
                    <a:pt x="113515" y="28567"/>
                  </a:lnTo>
                  <a:lnTo>
                    <a:pt x="113387" y="28853"/>
                  </a:lnTo>
                  <a:lnTo>
                    <a:pt x="113086" y="29063"/>
                  </a:lnTo>
                  <a:lnTo>
                    <a:pt x="112982" y="28925"/>
                  </a:lnTo>
                  <a:lnTo>
                    <a:pt x="112782" y="28781"/>
                  </a:lnTo>
                  <a:lnTo>
                    <a:pt x="112635" y="28632"/>
                  </a:lnTo>
                  <a:lnTo>
                    <a:pt x="112587" y="28466"/>
                  </a:lnTo>
                  <a:lnTo>
                    <a:pt x="112448" y="28203"/>
                  </a:lnTo>
                  <a:lnTo>
                    <a:pt x="112238" y="28285"/>
                  </a:lnTo>
                  <a:lnTo>
                    <a:pt x="111982" y="28569"/>
                  </a:lnTo>
                  <a:lnTo>
                    <a:pt x="111387" y="29165"/>
                  </a:lnTo>
                  <a:lnTo>
                    <a:pt x="111143" y="29351"/>
                  </a:lnTo>
                  <a:lnTo>
                    <a:pt x="110836" y="29585"/>
                  </a:lnTo>
                  <a:lnTo>
                    <a:pt x="110601" y="29741"/>
                  </a:lnTo>
                  <a:lnTo>
                    <a:pt x="110295" y="29876"/>
                  </a:lnTo>
                  <a:lnTo>
                    <a:pt x="110032" y="30055"/>
                  </a:lnTo>
                  <a:lnTo>
                    <a:pt x="109865" y="30143"/>
                  </a:lnTo>
                  <a:lnTo>
                    <a:pt x="108829" y="30687"/>
                  </a:lnTo>
                  <a:lnTo>
                    <a:pt x="107961" y="31115"/>
                  </a:lnTo>
                  <a:lnTo>
                    <a:pt x="107789" y="31200"/>
                  </a:lnTo>
                  <a:lnTo>
                    <a:pt x="103927" y="35712"/>
                  </a:lnTo>
                  <a:lnTo>
                    <a:pt x="103569" y="36098"/>
                  </a:lnTo>
                  <a:lnTo>
                    <a:pt x="102689" y="34897"/>
                  </a:lnTo>
                  <a:lnTo>
                    <a:pt x="102415" y="34825"/>
                  </a:lnTo>
                  <a:lnTo>
                    <a:pt x="102256" y="34826"/>
                  </a:lnTo>
                  <a:lnTo>
                    <a:pt x="101995" y="34800"/>
                  </a:lnTo>
                  <a:lnTo>
                    <a:pt x="101585" y="34732"/>
                  </a:lnTo>
                  <a:lnTo>
                    <a:pt x="101046" y="34638"/>
                  </a:lnTo>
                  <a:lnTo>
                    <a:pt x="100116" y="34486"/>
                  </a:lnTo>
                  <a:lnTo>
                    <a:pt x="99268" y="34357"/>
                  </a:lnTo>
                  <a:lnTo>
                    <a:pt x="99103" y="34334"/>
                  </a:lnTo>
                  <a:lnTo>
                    <a:pt x="98717" y="34271"/>
                  </a:lnTo>
                  <a:lnTo>
                    <a:pt x="98196" y="34196"/>
                  </a:lnTo>
                  <a:lnTo>
                    <a:pt x="97651" y="34110"/>
                  </a:lnTo>
                  <a:lnTo>
                    <a:pt x="97380" y="34051"/>
                  </a:lnTo>
                  <a:lnTo>
                    <a:pt x="96939" y="33996"/>
                  </a:lnTo>
                  <a:lnTo>
                    <a:pt x="96524" y="33937"/>
                  </a:lnTo>
                  <a:lnTo>
                    <a:pt x="95473" y="33039"/>
                  </a:lnTo>
                  <a:lnTo>
                    <a:pt x="95206" y="32983"/>
                  </a:lnTo>
                  <a:lnTo>
                    <a:pt x="95031" y="32969"/>
                  </a:lnTo>
                  <a:lnTo>
                    <a:pt x="94871" y="32978"/>
                  </a:lnTo>
                  <a:lnTo>
                    <a:pt x="94640" y="33039"/>
                  </a:lnTo>
                  <a:lnTo>
                    <a:pt x="93993" y="33182"/>
                  </a:lnTo>
                  <a:lnTo>
                    <a:pt x="93196" y="33247"/>
                  </a:lnTo>
                  <a:lnTo>
                    <a:pt x="92996" y="33255"/>
                  </a:lnTo>
                  <a:lnTo>
                    <a:pt x="92713" y="33251"/>
                  </a:lnTo>
                  <a:lnTo>
                    <a:pt x="92196" y="33211"/>
                  </a:lnTo>
                  <a:lnTo>
                    <a:pt x="91931" y="33174"/>
                  </a:lnTo>
                  <a:lnTo>
                    <a:pt x="91718" y="33153"/>
                  </a:lnTo>
                  <a:lnTo>
                    <a:pt x="91563" y="33150"/>
                  </a:lnTo>
                  <a:lnTo>
                    <a:pt x="91390" y="33123"/>
                  </a:lnTo>
                  <a:lnTo>
                    <a:pt x="86933" y="30215"/>
                  </a:lnTo>
                  <a:lnTo>
                    <a:pt x="86373" y="30079"/>
                  </a:lnTo>
                  <a:lnTo>
                    <a:pt x="86157" y="30002"/>
                  </a:lnTo>
                  <a:lnTo>
                    <a:pt x="85447" y="29692"/>
                  </a:lnTo>
                  <a:lnTo>
                    <a:pt x="85292" y="29621"/>
                  </a:lnTo>
                  <a:lnTo>
                    <a:pt x="85044" y="29527"/>
                  </a:lnTo>
                  <a:lnTo>
                    <a:pt x="84906" y="29534"/>
                  </a:lnTo>
                  <a:lnTo>
                    <a:pt x="84069" y="29670"/>
                  </a:lnTo>
                  <a:lnTo>
                    <a:pt x="83940" y="29620"/>
                  </a:lnTo>
                  <a:lnTo>
                    <a:pt x="83716" y="29370"/>
                  </a:lnTo>
                  <a:lnTo>
                    <a:pt x="83582" y="29222"/>
                  </a:lnTo>
                  <a:lnTo>
                    <a:pt x="83380" y="29111"/>
                  </a:lnTo>
                  <a:lnTo>
                    <a:pt x="83155" y="28927"/>
                  </a:lnTo>
                  <a:lnTo>
                    <a:pt x="82596" y="28523"/>
                  </a:lnTo>
                  <a:lnTo>
                    <a:pt x="82398" y="28335"/>
                  </a:lnTo>
                  <a:lnTo>
                    <a:pt x="82262" y="28287"/>
                  </a:lnTo>
                  <a:lnTo>
                    <a:pt x="82064" y="28250"/>
                  </a:lnTo>
                  <a:lnTo>
                    <a:pt x="81782" y="28192"/>
                  </a:lnTo>
                  <a:lnTo>
                    <a:pt x="81305" y="28026"/>
                  </a:lnTo>
                  <a:lnTo>
                    <a:pt x="81032" y="27699"/>
                  </a:lnTo>
                  <a:lnTo>
                    <a:pt x="80596" y="27175"/>
                  </a:lnTo>
                  <a:lnTo>
                    <a:pt x="80050" y="26394"/>
                  </a:lnTo>
                  <a:lnTo>
                    <a:pt x="79610" y="25679"/>
                  </a:lnTo>
                  <a:lnTo>
                    <a:pt x="79003" y="24745"/>
                  </a:lnTo>
                  <a:lnTo>
                    <a:pt x="78682" y="24259"/>
                  </a:lnTo>
                  <a:lnTo>
                    <a:pt x="78373" y="23798"/>
                  </a:lnTo>
                  <a:lnTo>
                    <a:pt x="77993" y="23184"/>
                  </a:lnTo>
                  <a:lnTo>
                    <a:pt x="77871" y="22908"/>
                  </a:lnTo>
                  <a:lnTo>
                    <a:pt x="77803" y="22759"/>
                  </a:lnTo>
                  <a:lnTo>
                    <a:pt x="77543" y="22073"/>
                  </a:lnTo>
                  <a:lnTo>
                    <a:pt x="77448" y="21863"/>
                  </a:lnTo>
                  <a:lnTo>
                    <a:pt x="77112" y="21235"/>
                  </a:lnTo>
                  <a:lnTo>
                    <a:pt x="76942" y="20999"/>
                  </a:lnTo>
                  <a:lnTo>
                    <a:pt x="76805" y="20803"/>
                  </a:lnTo>
                  <a:lnTo>
                    <a:pt x="76634" y="20669"/>
                  </a:lnTo>
                  <a:lnTo>
                    <a:pt x="76135" y="20040"/>
                  </a:lnTo>
                  <a:lnTo>
                    <a:pt x="75923" y="19730"/>
                  </a:lnTo>
                  <a:lnTo>
                    <a:pt x="75836" y="19597"/>
                  </a:lnTo>
                  <a:lnTo>
                    <a:pt x="75692" y="19437"/>
                  </a:lnTo>
                  <a:lnTo>
                    <a:pt x="75522" y="19245"/>
                  </a:lnTo>
                  <a:lnTo>
                    <a:pt x="74576" y="26744"/>
                  </a:lnTo>
                  <a:lnTo>
                    <a:pt x="71845" y="28034"/>
                  </a:lnTo>
                  <a:lnTo>
                    <a:pt x="71874" y="28243"/>
                  </a:lnTo>
                  <a:lnTo>
                    <a:pt x="72198" y="30579"/>
                  </a:lnTo>
                  <a:lnTo>
                    <a:pt x="72353" y="31658"/>
                  </a:lnTo>
                  <a:lnTo>
                    <a:pt x="72961" y="35916"/>
                  </a:lnTo>
                  <a:lnTo>
                    <a:pt x="73623" y="38954"/>
                  </a:lnTo>
                  <a:lnTo>
                    <a:pt x="71438" y="40164"/>
                  </a:lnTo>
                  <a:lnTo>
                    <a:pt x="70612" y="40623"/>
                  </a:lnTo>
                  <a:lnTo>
                    <a:pt x="67980" y="44332"/>
                  </a:lnTo>
                  <a:lnTo>
                    <a:pt x="68677" y="44668"/>
                  </a:lnTo>
                  <a:lnTo>
                    <a:pt x="69992" y="45301"/>
                  </a:lnTo>
                  <a:lnTo>
                    <a:pt x="74672" y="44602"/>
                  </a:lnTo>
                  <a:lnTo>
                    <a:pt x="76730" y="45475"/>
                  </a:lnTo>
                  <a:lnTo>
                    <a:pt x="81146" y="47342"/>
                  </a:lnTo>
                  <a:lnTo>
                    <a:pt x="82416" y="47475"/>
                  </a:lnTo>
                  <a:lnTo>
                    <a:pt x="86355" y="48186"/>
                  </a:lnTo>
                  <a:lnTo>
                    <a:pt x="86892" y="48283"/>
                  </a:lnTo>
                  <a:lnTo>
                    <a:pt x="87047" y="48202"/>
                  </a:lnTo>
                  <a:lnTo>
                    <a:pt x="87351" y="48037"/>
                  </a:lnTo>
                  <a:lnTo>
                    <a:pt x="88427" y="47467"/>
                  </a:lnTo>
                  <a:lnTo>
                    <a:pt x="90383" y="49133"/>
                  </a:lnTo>
                  <a:lnTo>
                    <a:pt x="98113" y="55768"/>
                  </a:lnTo>
                  <a:lnTo>
                    <a:pt x="98710" y="56277"/>
                  </a:lnTo>
                  <a:lnTo>
                    <a:pt x="99573" y="57000"/>
                  </a:lnTo>
                  <a:lnTo>
                    <a:pt x="99109" y="62147"/>
                  </a:lnTo>
                  <a:lnTo>
                    <a:pt x="100512" y="64426"/>
                  </a:lnTo>
                  <a:lnTo>
                    <a:pt x="101427" y="67437"/>
                  </a:lnTo>
                  <a:lnTo>
                    <a:pt x="103004" y="71319"/>
                  </a:lnTo>
                  <a:lnTo>
                    <a:pt x="101844" y="72432"/>
                  </a:lnTo>
                  <a:lnTo>
                    <a:pt x="101548" y="72711"/>
                  </a:lnTo>
                  <a:lnTo>
                    <a:pt x="101325" y="72909"/>
                  </a:lnTo>
                  <a:lnTo>
                    <a:pt x="100643" y="73495"/>
                  </a:lnTo>
                  <a:lnTo>
                    <a:pt x="100484" y="73644"/>
                  </a:lnTo>
                  <a:lnTo>
                    <a:pt x="99927" y="74155"/>
                  </a:lnTo>
                  <a:lnTo>
                    <a:pt x="99025" y="75023"/>
                  </a:lnTo>
                  <a:lnTo>
                    <a:pt x="98582" y="75468"/>
                  </a:lnTo>
                  <a:lnTo>
                    <a:pt x="97845" y="76222"/>
                  </a:lnTo>
                  <a:lnTo>
                    <a:pt x="97641" y="76420"/>
                  </a:lnTo>
                  <a:lnTo>
                    <a:pt x="96837" y="77235"/>
                  </a:lnTo>
                  <a:lnTo>
                    <a:pt x="96675" y="77398"/>
                  </a:lnTo>
                  <a:lnTo>
                    <a:pt x="95360" y="78776"/>
                  </a:lnTo>
                  <a:lnTo>
                    <a:pt x="95011" y="78854"/>
                  </a:lnTo>
                  <a:lnTo>
                    <a:pt x="94652" y="78550"/>
                  </a:lnTo>
                  <a:lnTo>
                    <a:pt x="94073" y="78025"/>
                  </a:lnTo>
                  <a:lnTo>
                    <a:pt x="93920" y="78089"/>
                  </a:lnTo>
                  <a:lnTo>
                    <a:pt x="93720" y="78392"/>
                  </a:lnTo>
                  <a:lnTo>
                    <a:pt x="93478" y="78770"/>
                  </a:lnTo>
                  <a:lnTo>
                    <a:pt x="92717" y="79974"/>
                  </a:lnTo>
                  <a:lnTo>
                    <a:pt x="90734" y="79889"/>
                  </a:lnTo>
                  <a:lnTo>
                    <a:pt x="81249" y="79366"/>
                  </a:lnTo>
                  <a:lnTo>
                    <a:pt x="78465" y="79024"/>
                  </a:lnTo>
                  <a:lnTo>
                    <a:pt x="77191" y="77971"/>
                  </a:lnTo>
                  <a:lnTo>
                    <a:pt x="75602" y="76659"/>
                  </a:lnTo>
                  <a:lnTo>
                    <a:pt x="74878" y="76060"/>
                  </a:lnTo>
                  <a:lnTo>
                    <a:pt x="73450" y="74889"/>
                  </a:lnTo>
                  <a:lnTo>
                    <a:pt x="72681" y="74259"/>
                  </a:lnTo>
                  <a:lnTo>
                    <a:pt x="73035" y="73164"/>
                  </a:lnTo>
                  <a:lnTo>
                    <a:pt x="73232" y="72768"/>
                  </a:lnTo>
                  <a:lnTo>
                    <a:pt x="73121" y="72467"/>
                  </a:lnTo>
                  <a:lnTo>
                    <a:pt x="72864" y="71930"/>
                  </a:lnTo>
                  <a:lnTo>
                    <a:pt x="72730" y="71717"/>
                  </a:lnTo>
                  <a:lnTo>
                    <a:pt x="72596" y="71643"/>
                  </a:lnTo>
                  <a:lnTo>
                    <a:pt x="72418" y="71546"/>
                  </a:lnTo>
                  <a:lnTo>
                    <a:pt x="72229" y="71505"/>
                  </a:lnTo>
                  <a:lnTo>
                    <a:pt x="72008" y="71524"/>
                  </a:lnTo>
                  <a:lnTo>
                    <a:pt x="71768" y="71646"/>
                  </a:lnTo>
                  <a:lnTo>
                    <a:pt x="71601" y="71729"/>
                  </a:lnTo>
                  <a:lnTo>
                    <a:pt x="71370" y="71971"/>
                  </a:lnTo>
                  <a:lnTo>
                    <a:pt x="71234" y="72337"/>
                  </a:lnTo>
                  <a:lnTo>
                    <a:pt x="71043" y="72462"/>
                  </a:lnTo>
                  <a:lnTo>
                    <a:pt x="70951" y="72721"/>
                  </a:lnTo>
                  <a:lnTo>
                    <a:pt x="70927" y="72936"/>
                  </a:lnTo>
                  <a:lnTo>
                    <a:pt x="70960" y="73368"/>
                  </a:lnTo>
                  <a:lnTo>
                    <a:pt x="70897" y="73515"/>
                  </a:lnTo>
                  <a:lnTo>
                    <a:pt x="70760" y="73799"/>
                  </a:lnTo>
                  <a:lnTo>
                    <a:pt x="70564" y="74045"/>
                  </a:lnTo>
                  <a:lnTo>
                    <a:pt x="70436" y="74058"/>
                  </a:lnTo>
                  <a:lnTo>
                    <a:pt x="69761" y="73840"/>
                  </a:lnTo>
                  <a:lnTo>
                    <a:pt x="69506" y="73674"/>
                  </a:lnTo>
                  <a:lnTo>
                    <a:pt x="69328" y="73590"/>
                  </a:lnTo>
                  <a:lnTo>
                    <a:pt x="69137" y="73494"/>
                  </a:lnTo>
                  <a:lnTo>
                    <a:pt x="68962" y="73718"/>
                  </a:lnTo>
                  <a:lnTo>
                    <a:pt x="68799" y="73842"/>
                  </a:lnTo>
                  <a:lnTo>
                    <a:pt x="68654" y="73929"/>
                  </a:lnTo>
                  <a:lnTo>
                    <a:pt x="68511" y="74015"/>
                  </a:lnTo>
                  <a:lnTo>
                    <a:pt x="68295" y="74061"/>
                  </a:lnTo>
                  <a:lnTo>
                    <a:pt x="68156" y="74151"/>
                  </a:lnTo>
                  <a:lnTo>
                    <a:pt x="68024" y="74440"/>
                  </a:lnTo>
                  <a:lnTo>
                    <a:pt x="67887" y="74864"/>
                  </a:lnTo>
                  <a:lnTo>
                    <a:pt x="67734" y="74835"/>
                  </a:lnTo>
                  <a:lnTo>
                    <a:pt x="67263" y="74498"/>
                  </a:lnTo>
                  <a:lnTo>
                    <a:pt x="65312" y="74577"/>
                  </a:lnTo>
                  <a:lnTo>
                    <a:pt x="64882" y="74667"/>
                  </a:lnTo>
                  <a:lnTo>
                    <a:pt x="64476" y="74743"/>
                  </a:lnTo>
                  <a:lnTo>
                    <a:pt x="64327" y="74757"/>
                  </a:lnTo>
                  <a:lnTo>
                    <a:pt x="63634" y="74992"/>
                  </a:lnTo>
                  <a:lnTo>
                    <a:pt x="63438" y="75042"/>
                  </a:lnTo>
                  <a:lnTo>
                    <a:pt x="63050" y="75122"/>
                  </a:lnTo>
                  <a:lnTo>
                    <a:pt x="62713" y="75193"/>
                  </a:lnTo>
                  <a:lnTo>
                    <a:pt x="62547" y="75233"/>
                  </a:lnTo>
                  <a:lnTo>
                    <a:pt x="62215" y="75356"/>
                  </a:lnTo>
                  <a:lnTo>
                    <a:pt x="61336" y="74546"/>
                  </a:lnTo>
                  <a:lnTo>
                    <a:pt x="61078" y="74521"/>
                  </a:lnTo>
                  <a:lnTo>
                    <a:pt x="60691" y="74587"/>
                  </a:lnTo>
                  <a:lnTo>
                    <a:pt x="60452" y="74552"/>
                  </a:lnTo>
                  <a:lnTo>
                    <a:pt x="60001" y="75062"/>
                  </a:lnTo>
                  <a:lnTo>
                    <a:pt x="59862" y="75648"/>
                  </a:lnTo>
                  <a:lnTo>
                    <a:pt x="59787" y="75875"/>
                  </a:lnTo>
                  <a:lnTo>
                    <a:pt x="59407" y="76039"/>
                  </a:lnTo>
                  <a:lnTo>
                    <a:pt x="58988" y="76088"/>
                  </a:lnTo>
                  <a:lnTo>
                    <a:pt x="58168" y="76263"/>
                  </a:lnTo>
                  <a:lnTo>
                    <a:pt x="57680" y="76813"/>
                  </a:lnTo>
                  <a:lnTo>
                    <a:pt x="57421" y="77053"/>
                  </a:lnTo>
                  <a:lnTo>
                    <a:pt x="57358" y="77273"/>
                  </a:lnTo>
                  <a:lnTo>
                    <a:pt x="57063" y="77391"/>
                  </a:lnTo>
                  <a:lnTo>
                    <a:pt x="56976" y="77518"/>
                  </a:lnTo>
                  <a:lnTo>
                    <a:pt x="56272" y="77860"/>
                  </a:lnTo>
                  <a:lnTo>
                    <a:pt x="56147" y="77994"/>
                  </a:lnTo>
                  <a:lnTo>
                    <a:pt x="56188" y="77722"/>
                  </a:lnTo>
                  <a:lnTo>
                    <a:pt x="56186" y="77571"/>
                  </a:lnTo>
                  <a:lnTo>
                    <a:pt x="56174" y="77375"/>
                  </a:lnTo>
                  <a:lnTo>
                    <a:pt x="56133" y="77128"/>
                  </a:lnTo>
                  <a:lnTo>
                    <a:pt x="56068" y="76828"/>
                  </a:lnTo>
                  <a:lnTo>
                    <a:pt x="56071" y="76659"/>
                  </a:lnTo>
                  <a:lnTo>
                    <a:pt x="55913" y="76481"/>
                  </a:lnTo>
                  <a:lnTo>
                    <a:pt x="55898" y="76160"/>
                  </a:lnTo>
                  <a:lnTo>
                    <a:pt x="55974" y="75475"/>
                  </a:lnTo>
                  <a:lnTo>
                    <a:pt x="55833" y="75235"/>
                  </a:lnTo>
                  <a:lnTo>
                    <a:pt x="55550" y="75260"/>
                  </a:lnTo>
                  <a:lnTo>
                    <a:pt x="55344" y="75272"/>
                  </a:lnTo>
                  <a:lnTo>
                    <a:pt x="55120" y="75314"/>
                  </a:lnTo>
                  <a:lnTo>
                    <a:pt x="54731" y="75420"/>
                  </a:lnTo>
                  <a:lnTo>
                    <a:pt x="54509" y="75505"/>
                  </a:lnTo>
                  <a:lnTo>
                    <a:pt x="54194" y="75947"/>
                  </a:lnTo>
                  <a:lnTo>
                    <a:pt x="52791" y="74488"/>
                  </a:lnTo>
                  <a:lnTo>
                    <a:pt x="52458" y="74492"/>
                  </a:lnTo>
                  <a:lnTo>
                    <a:pt x="52043" y="74592"/>
                  </a:lnTo>
                  <a:lnTo>
                    <a:pt x="51878" y="74411"/>
                  </a:lnTo>
                  <a:lnTo>
                    <a:pt x="51071" y="74964"/>
                  </a:lnTo>
                  <a:lnTo>
                    <a:pt x="50647" y="75035"/>
                  </a:lnTo>
                  <a:lnTo>
                    <a:pt x="49874" y="74855"/>
                  </a:lnTo>
                  <a:lnTo>
                    <a:pt x="49888" y="74630"/>
                  </a:lnTo>
                  <a:lnTo>
                    <a:pt x="49918" y="73983"/>
                  </a:lnTo>
                  <a:lnTo>
                    <a:pt x="49636" y="73580"/>
                  </a:lnTo>
                  <a:lnTo>
                    <a:pt x="49198" y="73546"/>
                  </a:lnTo>
                  <a:lnTo>
                    <a:pt x="48446" y="73195"/>
                  </a:lnTo>
                  <a:lnTo>
                    <a:pt x="48307" y="73232"/>
                  </a:lnTo>
                  <a:lnTo>
                    <a:pt x="47986" y="73394"/>
                  </a:lnTo>
                  <a:lnTo>
                    <a:pt x="45520" y="73883"/>
                  </a:lnTo>
                  <a:lnTo>
                    <a:pt x="45557" y="74029"/>
                  </a:lnTo>
                  <a:lnTo>
                    <a:pt x="45749" y="74439"/>
                  </a:lnTo>
                  <a:lnTo>
                    <a:pt x="44481" y="73756"/>
                  </a:lnTo>
                  <a:lnTo>
                    <a:pt x="44364" y="73603"/>
                  </a:lnTo>
                  <a:lnTo>
                    <a:pt x="43173" y="73394"/>
                  </a:lnTo>
                  <a:lnTo>
                    <a:pt x="42906" y="73429"/>
                  </a:lnTo>
                  <a:lnTo>
                    <a:pt x="42512" y="73444"/>
                  </a:lnTo>
                  <a:lnTo>
                    <a:pt x="42368" y="73446"/>
                  </a:lnTo>
                  <a:lnTo>
                    <a:pt x="42158" y="73440"/>
                  </a:lnTo>
                  <a:lnTo>
                    <a:pt x="41977" y="73399"/>
                  </a:lnTo>
                  <a:lnTo>
                    <a:pt x="41768" y="73543"/>
                  </a:lnTo>
                  <a:lnTo>
                    <a:pt x="41499" y="73705"/>
                  </a:lnTo>
                  <a:lnTo>
                    <a:pt x="40987" y="73717"/>
                  </a:lnTo>
                  <a:lnTo>
                    <a:pt x="40827" y="73657"/>
                  </a:lnTo>
                  <a:lnTo>
                    <a:pt x="40433" y="73591"/>
                  </a:lnTo>
                  <a:lnTo>
                    <a:pt x="40214" y="73645"/>
                  </a:lnTo>
                  <a:lnTo>
                    <a:pt x="40014" y="73687"/>
                  </a:lnTo>
                  <a:lnTo>
                    <a:pt x="39719" y="73689"/>
                  </a:lnTo>
                  <a:lnTo>
                    <a:pt x="39566" y="73961"/>
                  </a:lnTo>
                  <a:lnTo>
                    <a:pt x="38940" y="73962"/>
                  </a:lnTo>
                  <a:lnTo>
                    <a:pt x="38750" y="73989"/>
                  </a:lnTo>
                  <a:lnTo>
                    <a:pt x="38148" y="73987"/>
                  </a:lnTo>
                  <a:lnTo>
                    <a:pt x="37890" y="73970"/>
                  </a:lnTo>
                  <a:lnTo>
                    <a:pt x="37749" y="73953"/>
                  </a:lnTo>
                  <a:lnTo>
                    <a:pt x="37560" y="73946"/>
                  </a:lnTo>
                  <a:lnTo>
                    <a:pt x="37310" y="74007"/>
                  </a:lnTo>
                  <a:lnTo>
                    <a:pt x="36908" y="74180"/>
                  </a:lnTo>
                  <a:lnTo>
                    <a:pt x="36633" y="74309"/>
                  </a:lnTo>
                  <a:lnTo>
                    <a:pt x="36022" y="74958"/>
                  </a:lnTo>
                  <a:lnTo>
                    <a:pt x="35432" y="75392"/>
                  </a:lnTo>
                  <a:lnTo>
                    <a:pt x="34954" y="75346"/>
                  </a:lnTo>
                  <a:lnTo>
                    <a:pt x="34658" y="75452"/>
                  </a:lnTo>
                  <a:lnTo>
                    <a:pt x="34125" y="75440"/>
                  </a:lnTo>
                  <a:lnTo>
                    <a:pt x="33887" y="75420"/>
                  </a:lnTo>
                  <a:lnTo>
                    <a:pt x="33346" y="75387"/>
                  </a:lnTo>
                  <a:lnTo>
                    <a:pt x="33127" y="75421"/>
                  </a:lnTo>
                  <a:lnTo>
                    <a:pt x="32804" y="75482"/>
                  </a:lnTo>
                  <a:lnTo>
                    <a:pt x="32572" y="75552"/>
                  </a:lnTo>
                  <a:lnTo>
                    <a:pt x="31727" y="75914"/>
                  </a:lnTo>
                  <a:lnTo>
                    <a:pt x="30880" y="76141"/>
                  </a:lnTo>
                  <a:lnTo>
                    <a:pt x="30722" y="76232"/>
                  </a:lnTo>
                  <a:lnTo>
                    <a:pt x="30548" y="76231"/>
                  </a:lnTo>
                  <a:lnTo>
                    <a:pt x="30011" y="75980"/>
                  </a:lnTo>
                  <a:lnTo>
                    <a:pt x="29807" y="75834"/>
                  </a:lnTo>
                  <a:lnTo>
                    <a:pt x="29523" y="75703"/>
                  </a:lnTo>
                  <a:lnTo>
                    <a:pt x="29699" y="75518"/>
                  </a:lnTo>
                  <a:lnTo>
                    <a:pt x="29629" y="75209"/>
                  </a:lnTo>
                  <a:lnTo>
                    <a:pt x="29610" y="74786"/>
                  </a:lnTo>
                  <a:lnTo>
                    <a:pt x="29638" y="74606"/>
                  </a:lnTo>
                  <a:lnTo>
                    <a:pt x="29097" y="74743"/>
                  </a:lnTo>
                  <a:lnTo>
                    <a:pt x="28274" y="74832"/>
                  </a:lnTo>
                  <a:lnTo>
                    <a:pt x="28081" y="74856"/>
                  </a:lnTo>
                  <a:lnTo>
                    <a:pt x="27875" y="74905"/>
                  </a:lnTo>
                  <a:lnTo>
                    <a:pt x="27604" y="74894"/>
                  </a:lnTo>
                  <a:lnTo>
                    <a:pt x="27277" y="74918"/>
                  </a:lnTo>
                  <a:lnTo>
                    <a:pt x="27132" y="74902"/>
                  </a:lnTo>
                  <a:lnTo>
                    <a:pt x="26806" y="74758"/>
                  </a:lnTo>
                  <a:lnTo>
                    <a:pt x="25816" y="74766"/>
                  </a:lnTo>
                  <a:lnTo>
                    <a:pt x="25647" y="74757"/>
                  </a:lnTo>
                  <a:lnTo>
                    <a:pt x="25249" y="74601"/>
                  </a:lnTo>
                  <a:lnTo>
                    <a:pt x="22905" y="73319"/>
                  </a:lnTo>
                  <a:lnTo>
                    <a:pt x="22904" y="71375"/>
                  </a:lnTo>
                  <a:lnTo>
                    <a:pt x="24737" y="68604"/>
                  </a:lnTo>
                  <a:lnTo>
                    <a:pt x="26085" y="64381"/>
                  </a:lnTo>
                  <a:lnTo>
                    <a:pt x="26316" y="63656"/>
                  </a:lnTo>
                  <a:lnTo>
                    <a:pt x="27098" y="58190"/>
                  </a:lnTo>
                  <a:lnTo>
                    <a:pt x="21913" y="58867"/>
                  </a:lnTo>
                  <a:lnTo>
                    <a:pt x="21416" y="59247"/>
                  </a:lnTo>
                  <a:lnTo>
                    <a:pt x="20295" y="59705"/>
                  </a:lnTo>
                  <a:lnTo>
                    <a:pt x="20142" y="60110"/>
                  </a:lnTo>
                  <a:lnTo>
                    <a:pt x="19966" y="60270"/>
                  </a:lnTo>
                  <a:lnTo>
                    <a:pt x="19875" y="60075"/>
                  </a:lnTo>
                  <a:lnTo>
                    <a:pt x="19742" y="59950"/>
                  </a:lnTo>
                  <a:lnTo>
                    <a:pt x="19644" y="59713"/>
                  </a:lnTo>
                  <a:lnTo>
                    <a:pt x="18765" y="59251"/>
                  </a:lnTo>
                  <a:lnTo>
                    <a:pt x="18294" y="58869"/>
                  </a:lnTo>
                  <a:lnTo>
                    <a:pt x="17714" y="58366"/>
                  </a:lnTo>
                  <a:lnTo>
                    <a:pt x="17373" y="58083"/>
                  </a:lnTo>
                  <a:lnTo>
                    <a:pt x="16948" y="57722"/>
                  </a:lnTo>
                  <a:lnTo>
                    <a:pt x="16686" y="57516"/>
                  </a:lnTo>
                  <a:lnTo>
                    <a:pt x="16417" y="57280"/>
                  </a:lnTo>
                  <a:lnTo>
                    <a:pt x="15842" y="56796"/>
                  </a:lnTo>
                  <a:lnTo>
                    <a:pt x="15516" y="56523"/>
                  </a:lnTo>
                  <a:lnTo>
                    <a:pt x="15156" y="56219"/>
                  </a:lnTo>
                  <a:lnTo>
                    <a:pt x="14641" y="55780"/>
                  </a:lnTo>
                  <a:lnTo>
                    <a:pt x="14348" y="55534"/>
                  </a:lnTo>
                  <a:lnTo>
                    <a:pt x="14145" y="55372"/>
                  </a:lnTo>
                  <a:lnTo>
                    <a:pt x="13987" y="55229"/>
                  </a:lnTo>
                  <a:lnTo>
                    <a:pt x="13309" y="54682"/>
                  </a:lnTo>
                  <a:lnTo>
                    <a:pt x="12788" y="54237"/>
                  </a:lnTo>
                  <a:lnTo>
                    <a:pt x="12405" y="53911"/>
                  </a:lnTo>
                  <a:lnTo>
                    <a:pt x="12258" y="53775"/>
                  </a:lnTo>
                  <a:lnTo>
                    <a:pt x="11787" y="53392"/>
                  </a:lnTo>
                  <a:lnTo>
                    <a:pt x="11556" y="53200"/>
                  </a:lnTo>
                  <a:lnTo>
                    <a:pt x="11279" y="52952"/>
                  </a:lnTo>
                  <a:lnTo>
                    <a:pt x="11017" y="52740"/>
                  </a:lnTo>
                  <a:lnTo>
                    <a:pt x="10538" y="52343"/>
                  </a:lnTo>
                  <a:lnTo>
                    <a:pt x="10105" y="52014"/>
                  </a:lnTo>
                  <a:lnTo>
                    <a:pt x="9643" y="51718"/>
                  </a:lnTo>
                  <a:lnTo>
                    <a:pt x="9102" y="51692"/>
                  </a:lnTo>
                  <a:lnTo>
                    <a:pt x="8476" y="51675"/>
                  </a:lnTo>
                  <a:lnTo>
                    <a:pt x="8157" y="51660"/>
                  </a:lnTo>
                  <a:lnTo>
                    <a:pt x="7926" y="51651"/>
                  </a:lnTo>
                  <a:lnTo>
                    <a:pt x="7737" y="51646"/>
                  </a:lnTo>
                  <a:lnTo>
                    <a:pt x="6094" y="51646"/>
                  </a:lnTo>
                  <a:lnTo>
                    <a:pt x="5964" y="51657"/>
                  </a:lnTo>
                  <a:lnTo>
                    <a:pt x="5456" y="51636"/>
                  </a:lnTo>
                  <a:lnTo>
                    <a:pt x="5253" y="51634"/>
                  </a:lnTo>
                  <a:lnTo>
                    <a:pt x="5089" y="51631"/>
                  </a:lnTo>
                  <a:lnTo>
                    <a:pt x="4582" y="51613"/>
                  </a:lnTo>
                  <a:lnTo>
                    <a:pt x="4226" y="51596"/>
                  </a:lnTo>
                  <a:lnTo>
                    <a:pt x="3887" y="51590"/>
                  </a:lnTo>
                  <a:lnTo>
                    <a:pt x="3697" y="51578"/>
                  </a:lnTo>
                  <a:lnTo>
                    <a:pt x="3358" y="51572"/>
                  </a:lnTo>
                  <a:lnTo>
                    <a:pt x="2725" y="51548"/>
                  </a:lnTo>
                  <a:lnTo>
                    <a:pt x="2023" y="51523"/>
                  </a:lnTo>
                  <a:lnTo>
                    <a:pt x="1827" y="51523"/>
                  </a:lnTo>
                  <a:lnTo>
                    <a:pt x="1954" y="49461"/>
                  </a:lnTo>
                  <a:lnTo>
                    <a:pt x="1676" y="49375"/>
                  </a:lnTo>
                  <a:lnTo>
                    <a:pt x="1501" y="49291"/>
                  </a:lnTo>
                  <a:lnTo>
                    <a:pt x="1032" y="49182"/>
                  </a:lnTo>
                  <a:lnTo>
                    <a:pt x="412" y="49146"/>
                  </a:lnTo>
                  <a:lnTo>
                    <a:pt x="425" y="49399"/>
                  </a:lnTo>
                  <a:lnTo>
                    <a:pt x="446" y="49600"/>
                  </a:lnTo>
                  <a:lnTo>
                    <a:pt x="484" y="50466"/>
                  </a:lnTo>
                  <a:lnTo>
                    <a:pt x="467" y="50678"/>
                  </a:lnTo>
                  <a:lnTo>
                    <a:pt x="461" y="51089"/>
                  </a:lnTo>
                  <a:lnTo>
                    <a:pt x="479" y="51262"/>
                  </a:lnTo>
                  <a:lnTo>
                    <a:pt x="545" y="51548"/>
                  </a:lnTo>
                  <a:lnTo>
                    <a:pt x="560" y="51915"/>
                  </a:lnTo>
                  <a:lnTo>
                    <a:pt x="547" y="52320"/>
                  </a:lnTo>
                  <a:lnTo>
                    <a:pt x="596" y="52723"/>
                  </a:lnTo>
                  <a:lnTo>
                    <a:pt x="629" y="52910"/>
                  </a:lnTo>
                  <a:lnTo>
                    <a:pt x="639" y="53438"/>
                  </a:lnTo>
                  <a:lnTo>
                    <a:pt x="657" y="53572"/>
                  </a:lnTo>
                  <a:lnTo>
                    <a:pt x="676" y="53769"/>
                  </a:lnTo>
                  <a:lnTo>
                    <a:pt x="697" y="54092"/>
                  </a:lnTo>
                  <a:lnTo>
                    <a:pt x="669" y="54615"/>
                  </a:lnTo>
                  <a:lnTo>
                    <a:pt x="704" y="54969"/>
                  </a:lnTo>
                  <a:lnTo>
                    <a:pt x="694" y="56454"/>
                  </a:lnTo>
                  <a:lnTo>
                    <a:pt x="755" y="56595"/>
                  </a:lnTo>
                  <a:lnTo>
                    <a:pt x="813" y="56731"/>
                  </a:lnTo>
                  <a:lnTo>
                    <a:pt x="921" y="56981"/>
                  </a:lnTo>
                  <a:lnTo>
                    <a:pt x="1018" y="57287"/>
                  </a:lnTo>
                  <a:lnTo>
                    <a:pt x="1107" y="57426"/>
                  </a:lnTo>
                  <a:lnTo>
                    <a:pt x="1286" y="57871"/>
                  </a:lnTo>
                  <a:lnTo>
                    <a:pt x="1365" y="58049"/>
                  </a:lnTo>
                  <a:lnTo>
                    <a:pt x="1469" y="58340"/>
                  </a:lnTo>
                  <a:lnTo>
                    <a:pt x="1632" y="58712"/>
                  </a:lnTo>
                  <a:lnTo>
                    <a:pt x="1829" y="59130"/>
                  </a:lnTo>
                  <a:lnTo>
                    <a:pt x="1944" y="59389"/>
                  </a:lnTo>
                  <a:lnTo>
                    <a:pt x="2388" y="60019"/>
                  </a:lnTo>
                  <a:lnTo>
                    <a:pt x="2628" y="60456"/>
                  </a:lnTo>
                  <a:lnTo>
                    <a:pt x="2755" y="60821"/>
                  </a:lnTo>
                  <a:lnTo>
                    <a:pt x="2847" y="61243"/>
                  </a:lnTo>
                  <a:lnTo>
                    <a:pt x="3169" y="61803"/>
                  </a:lnTo>
                  <a:lnTo>
                    <a:pt x="3213" y="61994"/>
                  </a:lnTo>
                  <a:lnTo>
                    <a:pt x="3327" y="62387"/>
                  </a:lnTo>
                  <a:lnTo>
                    <a:pt x="3394" y="62640"/>
                  </a:lnTo>
                  <a:lnTo>
                    <a:pt x="3437" y="62800"/>
                  </a:lnTo>
                  <a:lnTo>
                    <a:pt x="3493" y="63081"/>
                  </a:lnTo>
                  <a:lnTo>
                    <a:pt x="3516" y="63215"/>
                  </a:lnTo>
                  <a:lnTo>
                    <a:pt x="3725" y="63938"/>
                  </a:lnTo>
                  <a:lnTo>
                    <a:pt x="3778" y="64161"/>
                  </a:lnTo>
                  <a:lnTo>
                    <a:pt x="4014" y="64504"/>
                  </a:lnTo>
                  <a:lnTo>
                    <a:pt x="4468" y="65164"/>
                  </a:lnTo>
                  <a:lnTo>
                    <a:pt x="4524" y="65325"/>
                  </a:lnTo>
                  <a:lnTo>
                    <a:pt x="4786" y="65596"/>
                  </a:lnTo>
                  <a:lnTo>
                    <a:pt x="5330" y="66266"/>
                  </a:lnTo>
                  <a:lnTo>
                    <a:pt x="5383" y="66475"/>
                  </a:lnTo>
                  <a:lnTo>
                    <a:pt x="5521" y="66868"/>
                  </a:lnTo>
                  <a:lnTo>
                    <a:pt x="5592" y="67064"/>
                  </a:lnTo>
                  <a:lnTo>
                    <a:pt x="5673" y="67460"/>
                  </a:lnTo>
                  <a:lnTo>
                    <a:pt x="5710" y="67595"/>
                  </a:lnTo>
                  <a:lnTo>
                    <a:pt x="5882" y="68153"/>
                  </a:lnTo>
                  <a:lnTo>
                    <a:pt x="5900" y="68387"/>
                  </a:lnTo>
                  <a:lnTo>
                    <a:pt x="5919" y="68576"/>
                  </a:lnTo>
                  <a:lnTo>
                    <a:pt x="5919" y="68872"/>
                  </a:lnTo>
                  <a:lnTo>
                    <a:pt x="5952" y="69063"/>
                  </a:lnTo>
                  <a:lnTo>
                    <a:pt x="6061" y="69499"/>
                  </a:lnTo>
                  <a:lnTo>
                    <a:pt x="6144" y="69816"/>
                  </a:lnTo>
                  <a:lnTo>
                    <a:pt x="6228" y="70217"/>
                  </a:lnTo>
                  <a:lnTo>
                    <a:pt x="6486" y="71087"/>
                  </a:lnTo>
                  <a:lnTo>
                    <a:pt x="6551" y="71231"/>
                  </a:lnTo>
                  <a:lnTo>
                    <a:pt x="6699" y="71552"/>
                  </a:lnTo>
                  <a:lnTo>
                    <a:pt x="6782" y="71733"/>
                  </a:lnTo>
                  <a:lnTo>
                    <a:pt x="6858" y="71871"/>
                  </a:lnTo>
                  <a:lnTo>
                    <a:pt x="6961" y="72081"/>
                  </a:lnTo>
                  <a:lnTo>
                    <a:pt x="7083" y="72331"/>
                  </a:lnTo>
                  <a:lnTo>
                    <a:pt x="7231" y="72625"/>
                  </a:lnTo>
                  <a:lnTo>
                    <a:pt x="7450" y="73089"/>
                  </a:lnTo>
                  <a:lnTo>
                    <a:pt x="7526" y="73263"/>
                  </a:lnTo>
                  <a:lnTo>
                    <a:pt x="7588" y="73405"/>
                  </a:lnTo>
                  <a:lnTo>
                    <a:pt x="7768" y="73868"/>
                  </a:lnTo>
                  <a:lnTo>
                    <a:pt x="7959" y="74371"/>
                  </a:lnTo>
                  <a:lnTo>
                    <a:pt x="8068" y="74641"/>
                  </a:lnTo>
                  <a:lnTo>
                    <a:pt x="8162" y="74877"/>
                  </a:lnTo>
                  <a:lnTo>
                    <a:pt x="8354" y="75331"/>
                  </a:lnTo>
                  <a:lnTo>
                    <a:pt x="8405" y="75464"/>
                  </a:lnTo>
                  <a:lnTo>
                    <a:pt x="8577" y="76008"/>
                  </a:lnTo>
                  <a:lnTo>
                    <a:pt x="8657" y="76259"/>
                  </a:lnTo>
                  <a:lnTo>
                    <a:pt x="8728" y="76491"/>
                  </a:lnTo>
                  <a:lnTo>
                    <a:pt x="8832" y="76729"/>
                  </a:lnTo>
                  <a:lnTo>
                    <a:pt x="8902" y="76898"/>
                  </a:lnTo>
                  <a:lnTo>
                    <a:pt x="9061" y="77267"/>
                  </a:lnTo>
                  <a:lnTo>
                    <a:pt x="9165" y="77519"/>
                  </a:lnTo>
                  <a:lnTo>
                    <a:pt x="9328" y="77885"/>
                  </a:lnTo>
                  <a:lnTo>
                    <a:pt x="9511" y="78350"/>
                  </a:lnTo>
                  <a:lnTo>
                    <a:pt x="9602" y="78585"/>
                  </a:lnTo>
                  <a:lnTo>
                    <a:pt x="9684" y="78805"/>
                  </a:lnTo>
                  <a:lnTo>
                    <a:pt x="9841" y="79223"/>
                  </a:lnTo>
                  <a:lnTo>
                    <a:pt x="9908" y="79401"/>
                  </a:lnTo>
                  <a:lnTo>
                    <a:pt x="10098" y="79894"/>
                  </a:lnTo>
                  <a:lnTo>
                    <a:pt x="10424" y="80601"/>
                  </a:lnTo>
                  <a:lnTo>
                    <a:pt x="10498" y="80729"/>
                  </a:lnTo>
                  <a:lnTo>
                    <a:pt x="10661" y="81036"/>
                  </a:lnTo>
                  <a:lnTo>
                    <a:pt x="10763" y="81224"/>
                  </a:lnTo>
                  <a:lnTo>
                    <a:pt x="10957" y="81584"/>
                  </a:lnTo>
                  <a:lnTo>
                    <a:pt x="11070" y="81800"/>
                  </a:lnTo>
                  <a:lnTo>
                    <a:pt x="11192" y="82016"/>
                  </a:lnTo>
                  <a:lnTo>
                    <a:pt x="11372" y="82348"/>
                  </a:lnTo>
                  <a:lnTo>
                    <a:pt x="11447" y="82484"/>
                  </a:lnTo>
                  <a:lnTo>
                    <a:pt x="11559" y="82682"/>
                  </a:lnTo>
                  <a:lnTo>
                    <a:pt x="11655" y="82849"/>
                  </a:lnTo>
                  <a:lnTo>
                    <a:pt x="11748" y="83019"/>
                  </a:lnTo>
                  <a:lnTo>
                    <a:pt x="11914" y="83313"/>
                  </a:lnTo>
                  <a:lnTo>
                    <a:pt x="12213" y="83868"/>
                  </a:lnTo>
                  <a:lnTo>
                    <a:pt x="12353" y="84116"/>
                  </a:lnTo>
                  <a:lnTo>
                    <a:pt x="12523" y="84429"/>
                  </a:lnTo>
                  <a:lnTo>
                    <a:pt x="12594" y="84558"/>
                  </a:lnTo>
                  <a:lnTo>
                    <a:pt x="12727" y="84780"/>
                  </a:lnTo>
                  <a:lnTo>
                    <a:pt x="12816" y="84944"/>
                  </a:lnTo>
                  <a:lnTo>
                    <a:pt x="12924" y="85143"/>
                  </a:lnTo>
                  <a:lnTo>
                    <a:pt x="13077" y="85424"/>
                  </a:lnTo>
                  <a:lnTo>
                    <a:pt x="13204" y="85652"/>
                  </a:lnTo>
                  <a:lnTo>
                    <a:pt x="13357" y="85914"/>
                  </a:lnTo>
                  <a:lnTo>
                    <a:pt x="13684" y="86512"/>
                  </a:lnTo>
                  <a:lnTo>
                    <a:pt x="13785" y="86694"/>
                  </a:lnTo>
                  <a:lnTo>
                    <a:pt x="13942" y="86982"/>
                  </a:lnTo>
                  <a:lnTo>
                    <a:pt x="14024" y="87133"/>
                  </a:lnTo>
                  <a:lnTo>
                    <a:pt x="14109" y="87289"/>
                  </a:lnTo>
                  <a:lnTo>
                    <a:pt x="14224" y="87510"/>
                  </a:lnTo>
                  <a:lnTo>
                    <a:pt x="14549" y="88111"/>
                  </a:lnTo>
                  <a:lnTo>
                    <a:pt x="14851" y="88638"/>
                  </a:lnTo>
                  <a:lnTo>
                    <a:pt x="14966" y="88838"/>
                  </a:lnTo>
                  <a:lnTo>
                    <a:pt x="15043" y="88971"/>
                  </a:lnTo>
                  <a:lnTo>
                    <a:pt x="14974" y="89421"/>
                  </a:lnTo>
                  <a:lnTo>
                    <a:pt x="14529" y="89903"/>
                  </a:lnTo>
                  <a:lnTo>
                    <a:pt x="14168" y="90631"/>
                  </a:lnTo>
                  <a:lnTo>
                    <a:pt x="13965" y="91029"/>
                  </a:lnTo>
                  <a:lnTo>
                    <a:pt x="13692" y="91469"/>
                  </a:lnTo>
                  <a:lnTo>
                    <a:pt x="13588" y="91702"/>
                  </a:lnTo>
                  <a:lnTo>
                    <a:pt x="13516" y="91980"/>
                  </a:lnTo>
                  <a:lnTo>
                    <a:pt x="13402" y="93631"/>
                  </a:lnTo>
                  <a:lnTo>
                    <a:pt x="13380" y="93852"/>
                  </a:lnTo>
                  <a:lnTo>
                    <a:pt x="13438" y="94042"/>
                  </a:lnTo>
                  <a:lnTo>
                    <a:pt x="15588" y="97518"/>
                  </a:lnTo>
                  <a:lnTo>
                    <a:pt x="16235" y="99305"/>
                  </a:lnTo>
                  <a:lnTo>
                    <a:pt x="16778" y="99919"/>
                  </a:lnTo>
                  <a:lnTo>
                    <a:pt x="17106" y="100183"/>
                  </a:lnTo>
                  <a:lnTo>
                    <a:pt x="17477" y="100473"/>
                  </a:lnTo>
                  <a:lnTo>
                    <a:pt x="17795" y="100689"/>
                  </a:lnTo>
                  <a:lnTo>
                    <a:pt x="17944" y="100834"/>
                  </a:lnTo>
                  <a:lnTo>
                    <a:pt x="18457" y="101225"/>
                  </a:lnTo>
                  <a:lnTo>
                    <a:pt x="18843" y="101731"/>
                  </a:lnTo>
                  <a:lnTo>
                    <a:pt x="19965" y="101942"/>
                  </a:lnTo>
                  <a:lnTo>
                    <a:pt x="19998" y="101765"/>
                  </a:lnTo>
                  <a:lnTo>
                    <a:pt x="20073" y="101626"/>
                  </a:lnTo>
                  <a:lnTo>
                    <a:pt x="20274" y="101495"/>
                  </a:lnTo>
                  <a:lnTo>
                    <a:pt x="20572" y="101428"/>
                  </a:lnTo>
                  <a:lnTo>
                    <a:pt x="20805" y="101463"/>
                  </a:lnTo>
                  <a:lnTo>
                    <a:pt x="20995" y="101592"/>
                  </a:lnTo>
                  <a:lnTo>
                    <a:pt x="21435" y="101615"/>
                  </a:lnTo>
                  <a:lnTo>
                    <a:pt x="21534" y="101433"/>
                  </a:lnTo>
                  <a:lnTo>
                    <a:pt x="22718" y="101820"/>
                  </a:lnTo>
                  <a:lnTo>
                    <a:pt x="25705" y="103860"/>
                  </a:lnTo>
                  <a:lnTo>
                    <a:pt x="26028" y="104137"/>
                  </a:lnTo>
                  <a:lnTo>
                    <a:pt x="27424" y="105238"/>
                  </a:lnTo>
                  <a:lnTo>
                    <a:pt x="27551" y="105340"/>
                  </a:lnTo>
                  <a:lnTo>
                    <a:pt x="27758" y="105495"/>
                  </a:lnTo>
                  <a:lnTo>
                    <a:pt x="27973" y="105725"/>
                  </a:lnTo>
                  <a:lnTo>
                    <a:pt x="28580" y="106208"/>
                  </a:lnTo>
                  <a:lnTo>
                    <a:pt x="28973" y="106574"/>
                  </a:lnTo>
                  <a:lnTo>
                    <a:pt x="29202" y="106723"/>
                  </a:lnTo>
                  <a:lnTo>
                    <a:pt x="29947" y="107629"/>
                  </a:lnTo>
                  <a:lnTo>
                    <a:pt x="30903" y="108774"/>
                  </a:lnTo>
                  <a:lnTo>
                    <a:pt x="31197" y="109107"/>
                  </a:lnTo>
                  <a:lnTo>
                    <a:pt x="31534" y="109485"/>
                  </a:lnTo>
                  <a:lnTo>
                    <a:pt x="31761" y="109847"/>
                  </a:lnTo>
                  <a:lnTo>
                    <a:pt x="31933" y="110053"/>
                  </a:lnTo>
                  <a:lnTo>
                    <a:pt x="32778" y="110723"/>
                  </a:lnTo>
                  <a:lnTo>
                    <a:pt x="33273" y="111285"/>
                  </a:lnTo>
                  <a:lnTo>
                    <a:pt x="33800" y="111822"/>
                  </a:lnTo>
                  <a:lnTo>
                    <a:pt x="34242" y="112000"/>
                  </a:lnTo>
                  <a:lnTo>
                    <a:pt x="35221" y="112841"/>
                  </a:lnTo>
                  <a:lnTo>
                    <a:pt x="37253" y="115212"/>
                  </a:lnTo>
                  <a:lnTo>
                    <a:pt x="37500" y="115324"/>
                  </a:lnTo>
                  <a:lnTo>
                    <a:pt x="38001" y="115463"/>
                  </a:lnTo>
                  <a:lnTo>
                    <a:pt x="38085" y="115896"/>
                  </a:lnTo>
                  <a:lnTo>
                    <a:pt x="38179" y="116563"/>
                  </a:lnTo>
                  <a:lnTo>
                    <a:pt x="38628" y="116663"/>
                  </a:lnTo>
                  <a:lnTo>
                    <a:pt x="38855" y="116714"/>
                  </a:lnTo>
                  <a:lnTo>
                    <a:pt x="39117" y="116771"/>
                  </a:lnTo>
                  <a:lnTo>
                    <a:pt x="39457" y="116849"/>
                  </a:lnTo>
                  <a:lnTo>
                    <a:pt x="39905" y="116957"/>
                  </a:lnTo>
                  <a:lnTo>
                    <a:pt x="40412" y="117109"/>
                  </a:lnTo>
                  <a:lnTo>
                    <a:pt x="40626" y="117214"/>
                  </a:lnTo>
                  <a:lnTo>
                    <a:pt x="41032" y="117140"/>
                  </a:lnTo>
                  <a:lnTo>
                    <a:pt x="41848" y="117060"/>
                  </a:lnTo>
                  <a:lnTo>
                    <a:pt x="43321" y="117947"/>
                  </a:lnTo>
                  <a:lnTo>
                    <a:pt x="43616" y="118095"/>
                  </a:lnTo>
                  <a:lnTo>
                    <a:pt x="43915" y="118384"/>
                  </a:lnTo>
                  <a:lnTo>
                    <a:pt x="44376" y="118833"/>
                  </a:lnTo>
                  <a:lnTo>
                    <a:pt x="44791" y="119113"/>
                  </a:lnTo>
                  <a:lnTo>
                    <a:pt x="45024" y="119207"/>
                  </a:lnTo>
                  <a:lnTo>
                    <a:pt x="45160" y="119217"/>
                  </a:lnTo>
                  <a:lnTo>
                    <a:pt x="45328" y="119232"/>
                  </a:lnTo>
                  <a:lnTo>
                    <a:pt x="45757" y="119253"/>
                  </a:lnTo>
                  <a:lnTo>
                    <a:pt x="46033" y="119299"/>
                  </a:lnTo>
                  <a:lnTo>
                    <a:pt x="46241" y="119332"/>
                  </a:lnTo>
                  <a:lnTo>
                    <a:pt x="46673" y="119122"/>
                  </a:lnTo>
                  <a:lnTo>
                    <a:pt x="46961" y="119143"/>
                  </a:lnTo>
                  <a:lnTo>
                    <a:pt x="47222" y="119177"/>
                  </a:lnTo>
                  <a:lnTo>
                    <a:pt x="47653" y="120472"/>
                  </a:lnTo>
                  <a:lnTo>
                    <a:pt x="47824" y="120952"/>
                  </a:lnTo>
                  <a:lnTo>
                    <a:pt x="48146" y="121847"/>
                  </a:lnTo>
                  <a:lnTo>
                    <a:pt x="48226" y="122078"/>
                  </a:lnTo>
                  <a:lnTo>
                    <a:pt x="48358" y="122396"/>
                  </a:lnTo>
                  <a:lnTo>
                    <a:pt x="48604" y="122924"/>
                  </a:lnTo>
                  <a:lnTo>
                    <a:pt x="48795" y="123157"/>
                  </a:lnTo>
                  <a:lnTo>
                    <a:pt x="49197" y="123483"/>
                  </a:lnTo>
                  <a:lnTo>
                    <a:pt x="49428" y="123564"/>
                  </a:lnTo>
                  <a:lnTo>
                    <a:pt x="49775" y="123699"/>
                  </a:lnTo>
                  <a:lnTo>
                    <a:pt x="50286" y="123802"/>
                  </a:lnTo>
                  <a:lnTo>
                    <a:pt x="51043" y="124129"/>
                  </a:lnTo>
                  <a:lnTo>
                    <a:pt x="51174" y="124306"/>
                  </a:lnTo>
                  <a:lnTo>
                    <a:pt x="51438" y="124862"/>
                  </a:lnTo>
                  <a:lnTo>
                    <a:pt x="51835" y="125125"/>
                  </a:lnTo>
                  <a:lnTo>
                    <a:pt x="51948" y="125281"/>
                  </a:lnTo>
                  <a:lnTo>
                    <a:pt x="51984" y="125478"/>
                  </a:lnTo>
                  <a:lnTo>
                    <a:pt x="52059" y="125848"/>
                  </a:lnTo>
                  <a:lnTo>
                    <a:pt x="51777" y="125945"/>
                  </a:lnTo>
                  <a:lnTo>
                    <a:pt x="51507" y="126095"/>
                  </a:lnTo>
                  <a:lnTo>
                    <a:pt x="51389" y="126328"/>
                  </a:lnTo>
                  <a:lnTo>
                    <a:pt x="51492" y="126589"/>
                  </a:lnTo>
                  <a:lnTo>
                    <a:pt x="51659" y="126855"/>
                  </a:lnTo>
                  <a:lnTo>
                    <a:pt x="51610" y="127057"/>
                  </a:lnTo>
                  <a:lnTo>
                    <a:pt x="51565" y="127277"/>
                  </a:lnTo>
                  <a:lnTo>
                    <a:pt x="51646" y="127558"/>
                  </a:lnTo>
                  <a:lnTo>
                    <a:pt x="51707" y="127735"/>
                  </a:lnTo>
                  <a:lnTo>
                    <a:pt x="52105" y="127982"/>
                  </a:lnTo>
                  <a:lnTo>
                    <a:pt x="52242" y="129152"/>
                  </a:lnTo>
                  <a:lnTo>
                    <a:pt x="52554" y="128981"/>
                  </a:lnTo>
                  <a:lnTo>
                    <a:pt x="52725" y="128555"/>
                  </a:lnTo>
                  <a:lnTo>
                    <a:pt x="53503" y="128437"/>
                  </a:lnTo>
                  <a:lnTo>
                    <a:pt x="53662" y="128413"/>
                  </a:lnTo>
                  <a:lnTo>
                    <a:pt x="54861" y="128343"/>
                  </a:lnTo>
                  <a:lnTo>
                    <a:pt x="57254" y="128886"/>
                  </a:lnTo>
                  <a:lnTo>
                    <a:pt x="58108" y="129051"/>
                  </a:lnTo>
                  <a:lnTo>
                    <a:pt x="58821" y="129238"/>
                  </a:lnTo>
                  <a:lnTo>
                    <a:pt x="63498" y="129360"/>
                  </a:lnTo>
                  <a:lnTo>
                    <a:pt x="65128" y="131008"/>
                  </a:lnTo>
                  <a:lnTo>
                    <a:pt x="66363" y="131882"/>
                  </a:lnTo>
                  <a:lnTo>
                    <a:pt x="66753" y="131943"/>
                  </a:lnTo>
                  <a:lnTo>
                    <a:pt x="66806" y="132251"/>
                  </a:lnTo>
                  <a:lnTo>
                    <a:pt x="66775" y="132605"/>
                  </a:lnTo>
                  <a:lnTo>
                    <a:pt x="66637" y="132924"/>
                  </a:lnTo>
                  <a:lnTo>
                    <a:pt x="67041" y="133606"/>
                  </a:lnTo>
                  <a:lnTo>
                    <a:pt x="67237" y="133623"/>
                  </a:lnTo>
                  <a:lnTo>
                    <a:pt x="67610" y="133603"/>
                  </a:lnTo>
                  <a:lnTo>
                    <a:pt x="69905" y="132981"/>
                  </a:lnTo>
                  <a:lnTo>
                    <a:pt x="70053" y="132902"/>
                  </a:lnTo>
                  <a:lnTo>
                    <a:pt x="70351" y="132711"/>
                  </a:lnTo>
                  <a:lnTo>
                    <a:pt x="70562" y="132626"/>
                  </a:lnTo>
                  <a:lnTo>
                    <a:pt x="70629" y="132414"/>
                  </a:lnTo>
                  <a:lnTo>
                    <a:pt x="70861" y="132161"/>
                  </a:lnTo>
                  <a:lnTo>
                    <a:pt x="70992" y="132124"/>
                  </a:lnTo>
                  <a:lnTo>
                    <a:pt x="71373" y="132089"/>
                  </a:lnTo>
                  <a:lnTo>
                    <a:pt x="71593" y="132130"/>
                  </a:lnTo>
                  <a:lnTo>
                    <a:pt x="71808" y="132251"/>
                  </a:lnTo>
                  <a:lnTo>
                    <a:pt x="73289" y="133732"/>
                  </a:lnTo>
                  <a:lnTo>
                    <a:pt x="73305" y="133897"/>
                  </a:lnTo>
                  <a:lnTo>
                    <a:pt x="73323" y="134053"/>
                  </a:lnTo>
                  <a:lnTo>
                    <a:pt x="73606" y="134499"/>
                  </a:lnTo>
                  <a:lnTo>
                    <a:pt x="73974" y="134794"/>
                  </a:lnTo>
                  <a:lnTo>
                    <a:pt x="74238" y="135002"/>
                  </a:lnTo>
                  <a:lnTo>
                    <a:pt x="75272" y="135824"/>
                  </a:lnTo>
                  <a:lnTo>
                    <a:pt x="75045" y="136550"/>
                  </a:lnTo>
                  <a:lnTo>
                    <a:pt x="74922" y="136710"/>
                  </a:lnTo>
                  <a:lnTo>
                    <a:pt x="74783" y="136852"/>
                  </a:lnTo>
                  <a:lnTo>
                    <a:pt x="74390" y="137249"/>
                  </a:lnTo>
                  <a:lnTo>
                    <a:pt x="73838" y="137828"/>
                  </a:lnTo>
                  <a:lnTo>
                    <a:pt x="73651" y="138137"/>
                  </a:lnTo>
                  <a:lnTo>
                    <a:pt x="73546" y="138466"/>
                  </a:lnTo>
                  <a:lnTo>
                    <a:pt x="73456" y="139005"/>
                  </a:lnTo>
                  <a:lnTo>
                    <a:pt x="73413" y="139239"/>
                  </a:lnTo>
                  <a:lnTo>
                    <a:pt x="73412" y="139463"/>
                  </a:lnTo>
                  <a:lnTo>
                    <a:pt x="73469" y="139662"/>
                  </a:lnTo>
                  <a:lnTo>
                    <a:pt x="74780" y="141034"/>
                  </a:lnTo>
                  <a:lnTo>
                    <a:pt x="74938" y="141491"/>
                  </a:lnTo>
                  <a:lnTo>
                    <a:pt x="75007" y="141715"/>
                  </a:lnTo>
                  <a:lnTo>
                    <a:pt x="75159" y="142344"/>
                  </a:lnTo>
                  <a:lnTo>
                    <a:pt x="75687" y="143602"/>
                  </a:lnTo>
                  <a:lnTo>
                    <a:pt x="75825" y="143887"/>
                  </a:lnTo>
                  <a:lnTo>
                    <a:pt x="75939" y="144232"/>
                  </a:lnTo>
                  <a:lnTo>
                    <a:pt x="76860" y="147028"/>
                  </a:lnTo>
                  <a:lnTo>
                    <a:pt x="77595" y="149058"/>
                  </a:lnTo>
                  <a:lnTo>
                    <a:pt x="77731" y="149101"/>
                  </a:lnTo>
                  <a:lnTo>
                    <a:pt x="77893" y="149126"/>
                  </a:lnTo>
                  <a:lnTo>
                    <a:pt x="78045" y="149158"/>
                  </a:lnTo>
                  <a:lnTo>
                    <a:pt x="78175" y="149194"/>
                  </a:lnTo>
                  <a:lnTo>
                    <a:pt x="81492" y="149947"/>
                  </a:lnTo>
                  <a:lnTo>
                    <a:pt x="81862" y="150543"/>
                  </a:lnTo>
                  <a:lnTo>
                    <a:pt x="81714" y="151254"/>
                  </a:lnTo>
                  <a:lnTo>
                    <a:pt x="81340" y="155851"/>
                  </a:lnTo>
                  <a:lnTo>
                    <a:pt x="81334" y="155993"/>
                  </a:lnTo>
                  <a:lnTo>
                    <a:pt x="81316" y="156207"/>
                  </a:lnTo>
                  <a:lnTo>
                    <a:pt x="81219" y="156529"/>
                  </a:lnTo>
                  <a:lnTo>
                    <a:pt x="81177" y="156695"/>
                  </a:lnTo>
                  <a:lnTo>
                    <a:pt x="81118" y="156919"/>
                  </a:lnTo>
                  <a:lnTo>
                    <a:pt x="80991" y="157768"/>
                  </a:lnTo>
                  <a:lnTo>
                    <a:pt x="80522" y="158143"/>
                  </a:lnTo>
                  <a:lnTo>
                    <a:pt x="80426" y="160082"/>
                  </a:lnTo>
                  <a:lnTo>
                    <a:pt x="82399" y="162226"/>
                  </a:lnTo>
                  <a:lnTo>
                    <a:pt x="82443" y="162368"/>
                  </a:lnTo>
                  <a:lnTo>
                    <a:pt x="82483" y="162883"/>
                  </a:lnTo>
                  <a:lnTo>
                    <a:pt x="82856" y="163613"/>
                  </a:lnTo>
                  <a:lnTo>
                    <a:pt x="82852" y="164672"/>
                  </a:lnTo>
                  <a:lnTo>
                    <a:pt x="83200" y="166167"/>
                  </a:lnTo>
                  <a:lnTo>
                    <a:pt x="83295" y="166398"/>
                  </a:lnTo>
                  <a:lnTo>
                    <a:pt x="83358" y="166704"/>
                  </a:lnTo>
                  <a:lnTo>
                    <a:pt x="83346" y="166846"/>
                  </a:lnTo>
                  <a:lnTo>
                    <a:pt x="83404" y="167027"/>
                  </a:lnTo>
                  <a:lnTo>
                    <a:pt x="85049" y="168179"/>
                  </a:lnTo>
                  <a:lnTo>
                    <a:pt x="85536" y="168917"/>
                  </a:lnTo>
                  <a:lnTo>
                    <a:pt x="87380" y="170817"/>
                  </a:lnTo>
                  <a:lnTo>
                    <a:pt x="87519" y="171383"/>
                  </a:lnTo>
                  <a:lnTo>
                    <a:pt x="87775" y="171598"/>
                  </a:lnTo>
                  <a:lnTo>
                    <a:pt x="88518" y="173032"/>
                  </a:lnTo>
                  <a:lnTo>
                    <a:pt x="88843" y="173049"/>
                  </a:lnTo>
                  <a:lnTo>
                    <a:pt x="89107" y="173226"/>
                  </a:lnTo>
                  <a:lnTo>
                    <a:pt x="89241" y="173283"/>
                  </a:lnTo>
                  <a:lnTo>
                    <a:pt x="89937" y="173771"/>
                  </a:lnTo>
                  <a:lnTo>
                    <a:pt x="90086" y="173857"/>
                  </a:lnTo>
                  <a:lnTo>
                    <a:pt x="90295" y="174038"/>
                  </a:lnTo>
                  <a:lnTo>
                    <a:pt x="90423" y="174149"/>
                  </a:lnTo>
                  <a:lnTo>
                    <a:pt x="90727" y="174415"/>
                  </a:lnTo>
                  <a:lnTo>
                    <a:pt x="91457" y="174642"/>
                  </a:lnTo>
                  <a:lnTo>
                    <a:pt x="92247" y="174698"/>
                  </a:lnTo>
                  <a:lnTo>
                    <a:pt x="92434" y="174679"/>
                  </a:lnTo>
                  <a:lnTo>
                    <a:pt x="92865" y="174792"/>
                  </a:lnTo>
                  <a:lnTo>
                    <a:pt x="93109" y="174814"/>
                  </a:lnTo>
                  <a:lnTo>
                    <a:pt x="94190" y="173808"/>
                  </a:lnTo>
                  <a:lnTo>
                    <a:pt x="94471" y="173662"/>
                  </a:lnTo>
                  <a:lnTo>
                    <a:pt x="94998" y="173779"/>
                  </a:lnTo>
                  <a:lnTo>
                    <a:pt x="95310" y="173878"/>
                  </a:lnTo>
                  <a:lnTo>
                    <a:pt x="95637" y="174515"/>
                  </a:lnTo>
                  <a:lnTo>
                    <a:pt x="95702" y="174660"/>
                  </a:lnTo>
                  <a:lnTo>
                    <a:pt x="96460" y="176564"/>
                  </a:lnTo>
                  <a:lnTo>
                    <a:pt x="96523" y="176845"/>
                  </a:lnTo>
                  <a:lnTo>
                    <a:pt x="96664" y="177158"/>
                  </a:lnTo>
                  <a:lnTo>
                    <a:pt x="96841" y="177675"/>
                  </a:lnTo>
                  <a:lnTo>
                    <a:pt x="96933" y="177942"/>
                  </a:lnTo>
                  <a:lnTo>
                    <a:pt x="96949" y="178077"/>
                  </a:lnTo>
                  <a:lnTo>
                    <a:pt x="96953" y="178240"/>
                  </a:lnTo>
                  <a:lnTo>
                    <a:pt x="96979" y="178441"/>
                  </a:lnTo>
                  <a:lnTo>
                    <a:pt x="96976" y="178647"/>
                  </a:lnTo>
                  <a:lnTo>
                    <a:pt x="96962" y="178811"/>
                  </a:lnTo>
                  <a:lnTo>
                    <a:pt x="96951" y="179056"/>
                  </a:lnTo>
                  <a:lnTo>
                    <a:pt x="96918" y="179331"/>
                  </a:lnTo>
                  <a:lnTo>
                    <a:pt x="96878" y="179550"/>
                  </a:lnTo>
                  <a:lnTo>
                    <a:pt x="96783" y="179748"/>
                  </a:lnTo>
                  <a:lnTo>
                    <a:pt x="96821" y="180040"/>
                  </a:lnTo>
                  <a:lnTo>
                    <a:pt x="96982" y="181007"/>
                  </a:lnTo>
                  <a:lnTo>
                    <a:pt x="97150" y="181833"/>
                  </a:lnTo>
                  <a:lnTo>
                    <a:pt x="97843" y="182955"/>
                  </a:lnTo>
                  <a:lnTo>
                    <a:pt x="98043" y="183230"/>
                  </a:lnTo>
                  <a:lnTo>
                    <a:pt x="98285" y="184123"/>
                  </a:lnTo>
                  <a:lnTo>
                    <a:pt x="97604" y="185437"/>
                  </a:lnTo>
                  <a:lnTo>
                    <a:pt x="95670" y="187261"/>
                  </a:lnTo>
                  <a:lnTo>
                    <a:pt x="95501" y="187443"/>
                  </a:lnTo>
                  <a:lnTo>
                    <a:pt x="95081" y="187968"/>
                  </a:lnTo>
                  <a:lnTo>
                    <a:pt x="94811" y="188589"/>
                  </a:lnTo>
                  <a:lnTo>
                    <a:pt x="94579" y="188892"/>
                  </a:lnTo>
                  <a:lnTo>
                    <a:pt x="94454" y="189064"/>
                  </a:lnTo>
                  <a:lnTo>
                    <a:pt x="94279" y="189408"/>
                  </a:lnTo>
                  <a:lnTo>
                    <a:pt x="93900" y="190202"/>
                  </a:lnTo>
                  <a:lnTo>
                    <a:pt x="93810" y="190586"/>
                  </a:lnTo>
                  <a:lnTo>
                    <a:pt x="93725" y="190856"/>
                  </a:lnTo>
                  <a:lnTo>
                    <a:pt x="93161" y="192760"/>
                  </a:lnTo>
                  <a:lnTo>
                    <a:pt x="92998" y="193293"/>
                  </a:lnTo>
                  <a:lnTo>
                    <a:pt x="92389" y="196137"/>
                  </a:lnTo>
                  <a:lnTo>
                    <a:pt x="92103" y="197422"/>
                  </a:lnTo>
                  <a:lnTo>
                    <a:pt x="91974" y="198434"/>
                  </a:lnTo>
                  <a:lnTo>
                    <a:pt x="91471" y="200835"/>
                  </a:lnTo>
                  <a:lnTo>
                    <a:pt x="91226" y="201757"/>
                  </a:lnTo>
                  <a:lnTo>
                    <a:pt x="91291" y="202935"/>
                  </a:lnTo>
                  <a:lnTo>
                    <a:pt x="91342" y="203854"/>
                  </a:lnTo>
                  <a:lnTo>
                    <a:pt x="91378" y="204517"/>
                  </a:lnTo>
                  <a:lnTo>
                    <a:pt x="90896" y="206017"/>
                  </a:lnTo>
                  <a:lnTo>
                    <a:pt x="91065" y="207142"/>
                  </a:lnTo>
                  <a:lnTo>
                    <a:pt x="91117" y="207491"/>
                  </a:lnTo>
                  <a:lnTo>
                    <a:pt x="91462" y="208832"/>
                  </a:lnTo>
                  <a:lnTo>
                    <a:pt x="92442" y="210706"/>
                  </a:lnTo>
                  <a:lnTo>
                    <a:pt x="92633" y="211190"/>
                  </a:lnTo>
                  <a:lnTo>
                    <a:pt x="93109" y="212869"/>
                  </a:lnTo>
                  <a:lnTo>
                    <a:pt x="93867" y="215645"/>
                  </a:lnTo>
                  <a:lnTo>
                    <a:pt x="94146" y="215847"/>
                  </a:lnTo>
                  <a:lnTo>
                    <a:pt x="94278" y="216170"/>
                  </a:lnTo>
                  <a:lnTo>
                    <a:pt x="94344" y="216526"/>
                  </a:lnTo>
                  <a:lnTo>
                    <a:pt x="93654" y="217543"/>
                  </a:lnTo>
                  <a:lnTo>
                    <a:pt x="92098" y="218069"/>
                  </a:lnTo>
                  <a:lnTo>
                    <a:pt x="90045" y="218406"/>
                  </a:lnTo>
                  <a:lnTo>
                    <a:pt x="89228" y="218546"/>
                  </a:lnTo>
                  <a:lnTo>
                    <a:pt x="89020" y="218683"/>
                  </a:lnTo>
                  <a:lnTo>
                    <a:pt x="88567" y="219002"/>
                  </a:lnTo>
                  <a:lnTo>
                    <a:pt x="87853" y="219712"/>
                  </a:lnTo>
                  <a:lnTo>
                    <a:pt x="87791" y="220306"/>
                  </a:lnTo>
                  <a:lnTo>
                    <a:pt x="87769" y="220522"/>
                  </a:lnTo>
                  <a:lnTo>
                    <a:pt x="87558" y="220686"/>
                  </a:lnTo>
                  <a:lnTo>
                    <a:pt x="87447" y="220857"/>
                  </a:lnTo>
                  <a:lnTo>
                    <a:pt x="87080" y="221199"/>
                  </a:lnTo>
                  <a:lnTo>
                    <a:pt x="86748" y="221391"/>
                  </a:lnTo>
                  <a:lnTo>
                    <a:pt x="86311" y="222028"/>
                  </a:lnTo>
                  <a:lnTo>
                    <a:pt x="84447" y="221764"/>
                  </a:lnTo>
                  <a:lnTo>
                    <a:pt x="84195" y="221852"/>
                  </a:lnTo>
                  <a:lnTo>
                    <a:pt x="84000" y="221836"/>
                  </a:lnTo>
                  <a:lnTo>
                    <a:pt x="83429" y="222110"/>
                  </a:lnTo>
                  <a:lnTo>
                    <a:pt x="82976" y="222387"/>
                  </a:lnTo>
                  <a:lnTo>
                    <a:pt x="82438" y="222638"/>
                  </a:lnTo>
                  <a:lnTo>
                    <a:pt x="82014" y="222430"/>
                  </a:lnTo>
                  <a:lnTo>
                    <a:pt x="81352" y="221550"/>
                  </a:lnTo>
                  <a:lnTo>
                    <a:pt x="81274" y="221229"/>
                  </a:lnTo>
                  <a:lnTo>
                    <a:pt x="81242" y="221097"/>
                  </a:lnTo>
                  <a:lnTo>
                    <a:pt x="81223" y="220937"/>
                  </a:lnTo>
                  <a:lnTo>
                    <a:pt x="81257" y="220764"/>
                  </a:lnTo>
                  <a:lnTo>
                    <a:pt x="80798" y="220562"/>
                  </a:lnTo>
                  <a:lnTo>
                    <a:pt x="79182" y="220219"/>
                  </a:lnTo>
                  <a:lnTo>
                    <a:pt x="78806" y="220154"/>
                  </a:lnTo>
                  <a:lnTo>
                    <a:pt x="78388" y="220081"/>
                  </a:lnTo>
                  <a:lnTo>
                    <a:pt x="78169" y="220043"/>
                  </a:lnTo>
                  <a:lnTo>
                    <a:pt x="77912" y="219999"/>
                  </a:lnTo>
                  <a:lnTo>
                    <a:pt x="77726" y="219967"/>
                  </a:lnTo>
                  <a:lnTo>
                    <a:pt x="77466" y="219922"/>
                  </a:lnTo>
                  <a:lnTo>
                    <a:pt x="77162" y="219799"/>
                  </a:lnTo>
                  <a:lnTo>
                    <a:pt x="77126" y="219670"/>
                  </a:lnTo>
                  <a:lnTo>
                    <a:pt x="76970" y="218897"/>
                  </a:lnTo>
                  <a:lnTo>
                    <a:pt x="75998" y="217813"/>
                  </a:lnTo>
                  <a:lnTo>
                    <a:pt x="74473" y="218302"/>
                  </a:lnTo>
                  <a:lnTo>
                    <a:pt x="74003" y="218206"/>
                  </a:lnTo>
                  <a:lnTo>
                    <a:pt x="73710" y="218186"/>
                  </a:lnTo>
                  <a:lnTo>
                    <a:pt x="72940" y="217893"/>
                  </a:lnTo>
                  <a:lnTo>
                    <a:pt x="72138" y="217343"/>
                  </a:lnTo>
                  <a:lnTo>
                    <a:pt x="71894" y="217312"/>
                  </a:lnTo>
                  <a:lnTo>
                    <a:pt x="70712" y="217761"/>
                  </a:lnTo>
                  <a:lnTo>
                    <a:pt x="70277" y="216825"/>
                  </a:lnTo>
                  <a:lnTo>
                    <a:pt x="69949" y="216288"/>
                  </a:lnTo>
                  <a:lnTo>
                    <a:pt x="69906" y="216160"/>
                  </a:lnTo>
                  <a:lnTo>
                    <a:pt x="69468" y="215854"/>
                  </a:lnTo>
                  <a:lnTo>
                    <a:pt x="67124" y="213213"/>
                  </a:lnTo>
                  <a:lnTo>
                    <a:pt x="66982" y="211891"/>
                  </a:lnTo>
                  <a:lnTo>
                    <a:pt x="66877" y="210906"/>
                  </a:lnTo>
                  <a:lnTo>
                    <a:pt x="66758" y="209792"/>
                  </a:lnTo>
                  <a:lnTo>
                    <a:pt x="66677" y="209040"/>
                  </a:lnTo>
                  <a:lnTo>
                    <a:pt x="66658" y="208861"/>
                  </a:lnTo>
                  <a:lnTo>
                    <a:pt x="66017" y="202876"/>
                  </a:lnTo>
                  <a:lnTo>
                    <a:pt x="65963" y="202370"/>
                  </a:lnTo>
                  <a:lnTo>
                    <a:pt x="65285" y="202366"/>
                  </a:lnTo>
                  <a:lnTo>
                    <a:pt x="64120" y="202360"/>
                  </a:lnTo>
                  <a:lnTo>
                    <a:pt x="63391" y="202356"/>
                  </a:lnTo>
                  <a:lnTo>
                    <a:pt x="59959" y="202336"/>
                  </a:lnTo>
                  <a:lnTo>
                    <a:pt x="56106" y="199890"/>
                  </a:lnTo>
                  <a:lnTo>
                    <a:pt x="55723" y="199648"/>
                  </a:lnTo>
                  <a:lnTo>
                    <a:pt x="55348" y="196963"/>
                  </a:lnTo>
                  <a:lnTo>
                    <a:pt x="55328" y="196813"/>
                  </a:lnTo>
                  <a:lnTo>
                    <a:pt x="55308" y="196677"/>
                  </a:lnTo>
                  <a:lnTo>
                    <a:pt x="55024" y="194638"/>
                  </a:lnTo>
                  <a:lnTo>
                    <a:pt x="54956" y="194152"/>
                  </a:lnTo>
                  <a:lnTo>
                    <a:pt x="54722" y="192478"/>
                  </a:lnTo>
                  <a:lnTo>
                    <a:pt x="54513" y="192357"/>
                  </a:lnTo>
                  <a:lnTo>
                    <a:pt x="54002" y="192062"/>
                  </a:lnTo>
                  <a:lnTo>
                    <a:pt x="53944" y="191850"/>
                  </a:lnTo>
                  <a:lnTo>
                    <a:pt x="51818" y="188411"/>
                  </a:lnTo>
                  <a:lnTo>
                    <a:pt x="52126" y="187731"/>
                  </a:lnTo>
                  <a:lnTo>
                    <a:pt x="51879" y="187266"/>
                  </a:lnTo>
                  <a:lnTo>
                    <a:pt x="52138" y="186756"/>
                  </a:lnTo>
                  <a:lnTo>
                    <a:pt x="52408" y="186392"/>
                  </a:lnTo>
                  <a:lnTo>
                    <a:pt x="52758" y="186146"/>
                  </a:lnTo>
                  <a:lnTo>
                    <a:pt x="53241" y="185372"/>
                  </a:lnTo>
                  <a:lnTo>
                    <a:pt x="53313" y="185132"/>
                  </a:lnTo>
                  <a:lnTo>
                    <a:pt x="53373" y="184670"/>
                  </a:lnTo>
                  <a:lnTo>
                    <a:pt x="53226" y="184435"/>
                  </a:lnTo>
                  <a:lnTo>
                    <a:pt x="53587" y="182356"/>
                  </a:lnTo>
                  <a:lnTo>
                    <a:pt x="53680" y="181952"/>
                  </a:lnTo>
                  <a:lnTo>
                    <a:pt x="53701" y="181784"/>
                  </a:lnTo>
                  <a:lnTo>
                    <a:pt x="53688" y="181241"/>
                  </a:lnTo>
                  <a:lnTo>
                    <a:pt x="53596" y="180840"/>
                  </a:lnTo>
                  <a:lnTo>
                    <a:pt x="53432" y="180202"/>
                  </a:lnTo>
                  <a:lnTo>
                    <a:pt x="53525" y="179858"/>
                  </a:lnTo>
                  <a:lnTo>
                    <a:pt x="53187" y="179213"/>
                  </a:lnTo>
                  <a:lnTo>
                    <a:pt x="53193" y="179061"/>
                  </a:lnTo>
                  <a:lnTo>
                    <a:pt x="53111" y="178402"/>
                  </a:lnTo>
                  <a:lnTo>
                    <a:pt x="52524" y="177297"/>
                  </a:lnTo>
                  <a:lnTo>
                    <a:pt x="52313" y="176498"/>
                  </a:lnTo>
                  <a:lnTo>
                    <a:pt x="52119" y="176343"/>
                  </a:lnTo>
                  <a:lnTo>
                    <a:pt x="51917" y="176113"/>
                  </a:lnTo>
                  <a:lnTo>
                    <a:pt x="51774" y="175435"/>
                  </a:lnTo>
                  <a:lnTo>
                    <a:pt x="51606" y="174788"/>
                  </a:lnTo>
                  <a:lnTo>
                    <a:pt x="51137" y="173792"/>
                  </a:lnTo>
                  <a:lnTo>
                    <a:pt x="50809" y="173301"/>
                  </a:lnTo>
                  <a:lnTo>
                    <a:pt x="50683" y="173112"/>
                  </a:lnTo>
                  <a:lnTo>
                    <a:pt x="44633" y="168267"/>
                  </a:lnTo>
                  <a:lnTo>
                    <a:pt x="43732" y="167576"/>
                  </a:lnTo>
                  <a:lnTo>
                    <a:pt x="43614" y="167339"/>
                  </a:lnTo>
                  <a:lnTo>
                    <a:pt x="43323" y="166902"/>
                  </a:lnTo>
                  <a:lnTo>
                    <a:pt x="42880" y="167325"/>
                  </a:lnTo>
                  <a:lnTo>
                    <a:pt x="42762" y="167464"/>
                  </a:lnTo>
                  <a:lnTo>
                    <a:pt x="42221" y="167645"/>
                  </a:lnTo>
                  <a:lnTo>
                    <a:pt x="41798" y="167143"/>
                  </a:lnTo>
                  <a:lnTo>
                    <a:pt x="41772" y="166996"/>
                  </a:lnTo>
                  <a:lnTo>
                    <a:pt x="41668" y="166417"/>
                  </a:lnTo>
                  <a:lnTo>
                    <a:pt x="41440" y="166279"/>
                  </a:lnTo>
                  <a:lnTo>
                    <a:pt x="41092" y="166067"/>
                  </a:lnTo>
                  <a:lnTo>
                    <a:pt x="40721" y="165830"/>
                  </a:lnTo>
                  <a:lnTo>
                    <a:pt x="39679" y="165685"/>
                  </a:lnTo>
                  <a:lnTo>
                    <a:pt x="39049" y="165654"/>
                  </a:lnTo>
                  <a:lnTo>
                    <a:pt x="38727" y="165673"/>
                  </a:lnTo>
                  <a:lnTo>
                    <a:pt x="38424" y="165733"/>
                  </a:lnTo>
                  <a:lnTo>
                    <a:pt x="37935" y="165685"/>
                  </a:lnTo>
                  <a:lnTo>
                    <a:pt x="36698" y="163828"/>
                  </a:lnTo>
                  <a:lnTo>
                    <a:pt x="35625" y="162432"/>
                  </a:lnTo>
                  <a:lnTo>
                    <a:pt x="34250" y="160393"/>
                  </a:lnTo>
                  <a:lnTo>
                    <a:pt x="34162" y="160151"/>
                  </a:lnTo>
                  <a:lnTo>
                    <a:pt x="34122" y="160022"/>
                  </a:lnTo>
                  <a:lnTo>
                    <a:pt x="34082" y="159891"/>
                  </a:lnTo>
                  <a:lnTo>
                    <a:pt x="34039" y="159758"/>
                  </a:lnTo>
                  <a:lnTo>
                    <a:pt x="34000" y="159628"/>
                  </a:lnTo>
                  <a:lnTo>
                    <a:pt x="33960" y="159499"/>
                  </a:lnTo>
                  <a:lnTo>
                    <a:pt x="33920" y="159369"/>
                  </a:lnTo>
                  <a:lnTo>
                    <a:pt x="33839" y="159110"/>
                  </a:lnTo>
                  <a:lnTo>
                    <a:pt x="33801" y="158979"/>
                  </a:lnTo>
                  <a:lnTo>
                    <a:pt x="33758" y="158850"/>
                  </a:lnTo>
                  <a:lnTo>
                    <a:pt x="33718" y="158720"/>
                  </a:lnTo>
                  <a:lnTo>
                    <a:pt x="33678" y="158586"/>
                  </a:lnTo>
                  <a:lnTo>
                    <a:pt x="33638" y="158458"/>
                  </a:lnTo>
                  <a:lnTo>
                    <a:pt x="33599" y="158324"/>
                  </a:lnTo>
                  <a:lnTo>
                    <a:pt x="33555" y="158195"/>
                  </a:lnTo>
                  <a:lnTo>
                    <a:pt x="33515" y="158064"/>
                  </a:lnTo>
                  <a:lnTo>
                    <a:pt x="33470" y="157916"/>
                  </a:lnTo>
                  <a:lnTo>
                    <a:pt x="33427" y="157766"/>
                  </a:lnTo>
                  <a:lnTo>
                    <a:pt x="33387" y="157636"/>
                  </a:lnTo>
                  <a:lnTo>
                    <a:pt x="33344" y="157505"/>
                  </a:lnTo>
                  <a:lnTo>
                    <a:pt x="33265" y="157249"/>
                  </a:lnTo>
                  <a:lnTo>
                    <a:pt x="33206" y="157056"/>
                  </a:lnTo>
                  <a:lnTo>
                    <a:pt x="32940" y="156118"/>
                  </a:lnTo>
                  <a:lnTo>
                    <a:pt x="31676" y="156802"/>
                  </a:lnTo>
                  <a:lnTo>
                    <a:pt x="29662" y="155881"/>
                  </a:lnTo>
                  <a:lnTo>
                    <a:pt x="28157" y="156388"/>
                  </a:lnTo>
                  <a:lnTo>
                    <a:pt x="28022" y="156374"/>
                  </a:lnTo>
                  <a:lnTo>
                    <a:pt x="27888" y="156359"/>
                  </a:lnTo>
                  <a:lnTo>
                    <a:pt x="27756" y="156345"/>
                  </a:lnTo>
                  <a:lnTo>
                    <a:pt x="27623" y="156331"/>
                  </a:lnTo>
                  <a:lnTo>
                    <a:pt x="27363" y="156303"/>
                  </a:lnTo>
                  <a:lnTo>
                    <a:pt x="26896" y="156409"/>
                  </a:lnTo>
                  <a:lnTo>
                    <a:pt x="26808" y="156818"/>
                  </a:lnTo>
                  <a:lnTo>
                    <a:pt x="26637" y="157594"/>
                  </a:lnTo>
                  <a:lnTo>
                    <a:pt x="26624" y="157728"/>
                  </a:lnTo>
                  <a:lnTo>
                    <a:pt x="26620" y="158126"/>
                  </a:lnTo>
                  <a:lnTo>
                    <a:pt x="26629" y="158490"/>
                  </a:lnTo>
                  <a:lnTo>
                    <a:pt x="26531" y="160437"/>
                  </a:lnTo>
                  <a:lnTo>
                    <a:pt x="26439" y="160687"/>
                  </a:lnTo>
                  <a:lnTo>
                    <a:pt x="26490" y="160992"/>
                  </a:lnTo>
                  <a:lnTo>
                    <a:pt x="26324" y="161073"/>
                  </a:lnTo>
                  <a:lnTo>
                    <a:pt x="24159" y="168266"/>
                  </a:lnTo>
                  <a:lnTo>
                    <a:pt x="22734" y="169638"/>
                  </a:lnTo>
                  <a:lnTo>
                    <a:pt x="16484" y="172327"/>
                  </a:lnTo>
                  <a:lnTo>
                    <a:pt x="16234" y="172417"/>
                  </a:lnTo>
                  <a:lnTo>
                    <a:pt x="15072" y="173040"/>
                  </a:lnTo>
                  <a:lnTo>
                    <a:pt x="14944" y="173084"/>
                  </a:lnTo>
                  <a:lnTo>
                    <a:pt x="14728" y="173104"/>
                  </a:lnTo>
                  <a:lnTo>
                    <a:pt x="14539" y="173804"/>
                  </a:lnTo>
                  <a:lnTo>
                    <a:pt x="13881" y="174585"/>
                  </a:lnTo>
                  <a:lnTo>
                    <a:pt x="13389" y="175263"/>
                  </a:lnTo>
                  <a:lnTo>
                    <a:pt x="13318" y="176015"/>
                  </a:lnTo>
                  <a:lnTo>
                    <a:pt x="13260" y="176280"/>
                  </a:lnTo>
                  <a:lnTo>
                    <a:pt x="13186" y="177708"/>
                  </a:lnTo>
                  <a:lnTo>
                    <a:pt x="14118" y="181152"/>
                  </a:lnTo>
                  <a:lnTo>
                    <a:pt x="14220" y="181322"/>
                  </a:lnTo>
                  <a:lnTo>
                    <a:pt x="15945" y="184150"/>
                  </a:lnTo>
                  <a:lnTo>
                    <a:pt x="16021" y="184414"/>
                  </a:lnTo>
                  <a:lnTo>
                    <a:pt x="16050" y="184548"/>
                  </a:lnTo>
                  <a:lnTo>
                    <a:pt x="16105" y="185039"/>
                  </a:lnTo>
                  <a:lnTo>
                    <a:pt x="16342" y="186435"/>
                  </a:lnTo>
                  <a:lnTo>
                    <a:pt x="16337" y="186573"/>
                  </a:lnTo>
                  <a:lnTo>
                    <a:pt x="16328" y="187516"/>
                  </a:lnTo>
                  <a:lnTo>
                    <a:pt x="16323" y="187680"/>
                  </a:lnTo>
                  <a:lnTo>
                    <a:pt x="14101" y="192136"/>
                  </a:lnTo>
                  <a:lnTo>
                    <a:pt x="8641" y="199417"/>
                  </a:lnTo>
                  <a:lnTo>
                    <a:pt x="8682" y="199804"/>
                  </a:lnTo>
                  <a:lnTo>
                    <a:pt x="8647" y="200066"/>
                  </a:lnTo>
                  <a:lnTo>
                    <a:pt x="11070" y="209442"/>
                  </a:lnTo>
                  <a:lnTo>
                    <a:pt x="10992" y="209832"/>
                  </a:lnTo>
                  <a:lnTo>
                    <a:pt x="10828" y="215356"/>
                  </a:lnTo>
                  <a:lnTo>
                    <a:pt x="10849" y="215523"/>
                  </a:lnTo>
                  <a:lnTo>
                    <a:pt x="10818" y="215744"/>
                  </a:lnTo>
                  <a:lnTo>
                    <a:pt x="10793" y="215872"/>
                  </a:lnTo>
                  <a:lnTo>
                    <a:pt x="10773" y="216161"/>
                  </a:lnTo>
                  <a:lnTo>
                    <a:pt x="10839" y="216360"/>
                  </a:lnTo>
                  <a:lnTo>
                    <a:pt x="10912" y="216560"/>
                  </a:lnTo>
                  <a:lnTo>
                    <a:pt x="10983" y="216760"/>
                  </a:lnTo>
                  <a:lnTo>
                    <a:pt x="11108" y="217110"/>
                  </a:lnTo>
                  <a:lnTo>
                    <a:pt x="11177" y="217349"/>
                  </a:lnTo>
                  <a:lnTo>
                    <a:pt x="11092" y="217688"/>
                  </a:lnTo>
                  <a:lnTo>
                    <a:pt x="9305" y="221509"/>
                  </a:lnTo>
                  <a:lnTo>
                    <a:pt x="9256" y="221651"/>
                  </a:lnTo>
                  <a:lnTo>
                    <a:pt x="9031" y="222139"/>
                  </a:lnTo>
                  <a:lnTo>
                    <a:pt x="8633" y="221991"/>
                  </a:lnTo>
                  <a:lnTo>
                    <a:pt x="8392" y="221788"/>
                  </a:lnTo>
                  <a:lnTo>
                    <a:pt x="7516" y="221192"/>
                  </a:lnTo>
                  <a:lnTo>
                    <a:pt x="7017" y="221521"/>
                  </a:lnTo>
                  <a:lnTo>
                    <a:pt x="6804" y="221775"/>
                  </a:lnTo>
                  <a:lnTo>
                    <a:pt x="6196" y="222060"/>
                  </a:lnTo>
                  <a:lnTo>
                    <a:pt x="6531" y="226406"/>
                  </a:lnTo>
                  <a:lnTo>
                    <a:pt x="5785" y="227310"/>
                  </a:lnTo>
                  <a:lnTo>
                    <a:pt x="4569" y="228726"/>
                  </a:lnTo>
                  <a:lnTo>
                    <a:pt x="4060" y="229019"/>
                  </a:lnTo>
                  <a:lnTo>
                    <a:pt x="4112" y="229483"/>
                  </a:lnTo>
                  <a:lnTo>
                    <a:pt x="3863" y="230431"/>
                  </a:lnTo>
                  <a:lnTo>
                    <a:pt x="4822" y="230685"/>
                  </a:lnTo>
                  <a:lnTo>
                    <a:pt x="4836" y="230815"/>
                  </a:lnTo>
                  <a:lnTo>
                    <a:pt x="4848" y="231376"/>
                  </a:lnTo>
                  <a:lnTo>
                    <a:pt x="4733" y="231914"/>
                  </a:lnTo>
                  <a:lnTo>
                    <a:pt x="4683" y="232269"/>
                  </a:lnTo>
                  <a:lnTo>
                    <a:pt x="4740" y="233235"/>
                  </a:lnTo>
                  <a:lnTo>
                    <a:pt x="4816" y="233530"/>
                  </a:lnTo>
                  <a:lnTo>
                    <a:pt x="4895" y="233758"/>
                  </a:lnTo>
                  <a:lnTo>
                    <a:pt x="3258" y="242237"/>
                  </a:lnTo>
                  <a:lnTo>
                    <a:pt x="0" y="243681"/>
                  </a:lnTo>
                  <a:lnTo>
                    <a:pt x="341" y="244593"/>
                  </a:lnTo>
                  <a:lnTo>
                    <a:pt x="531" y="244891"/>
                  </a:lnTo>
                  <a:lnTo>
                    <a:pt x="1419" y="245956"/>
                  </a:lnTo>
                  <a:lnTo>
                    <a:pt x="2425" y="246855"/>
                  </a:lnTo>
                  <a:lnTo>
                    <a:pt x="2933" y="247227"/>
                  </a:lnTo>
                  <a:lnTo>
                    <a:pt x="3241" y="247451"/>
                  </a:lnTo>
                  <a:lnTo>
                    <a:pt x="3948" y="247834"/>
                  </a:lnTo>
                  <a:lnTo>
                    <a:pt x="4482" y="248024"/>
                  </a:lnTo>
                  <a:lnTo>
                    <a:pt x="7812" y="248963"/>
                  </a:lnTo>
                  <a:lnTo>
                    <a:pt x="10125" y="249616"/>
                  </a:lnTo>
                  <a:lnTo>
                    <a:pt x="11163" y="251166"/>
                  </a:lnTo>
                  <a:lnTo>
                    <a:pt x="12348" y="252936"/>
                  </a:lnTo>
                  <a:lnTo>
                    <a:pt x="13801" y="255108"/>
                  </a:lnTo>
                  <a:lnTo>
                    <a:pt x="15289" y="257373"/>
                  </a:lnTo>
                  <a:lnTo>
                    <a:pt x="16232" y="258760"/>
                  </a:lnTo>
                  <a:lnTo>
                    <a:pt x="15775" y="264853"/>
                  </a:lnTo>
                  <a:lnTo>
                    <a:pt x="15872" y="265196"/>
                  </a:lnTo>
                  <a:lnTo>
                    <a:pt x="16799" y="268472"/>
                  </a:lnTo>
                  <a:lnTo>
                    <a:pt x="17437" y="270725"/>
                  </a:lnTo>
                  <a:lnTo>
                    <a:pt x="15500" y="272666"/>
                  </a:lnTo>
                  <a:lnTo>
                    <a:pt x="15434" y="273151"/>
                  </a:lnTo>
                  <a:lnTo>
                    <a:pt x="15162" y="275144"/>
                  </a:lnTo>
                  <a:lnTo>
                    <a:pt x="15711" y="276028"/>
                  </a:lnTo>
                  <a:lnTo>
                    <a:pt x="16780" y="277748"/>
                  </a:lnTo>
                  <a:lnTo>
                    <a:pt x="16764" y="278385"/>
                  </a:lnTo>
                  <a:lnTo>
                    <a:pt x="15590" y="280520"/>
                  </a:lnTo>
                  <a:lnTo>
                    <a:pt x="14799" y="281957"/>
                  </a:lnTo>
                  <a:lnTo>
                    <a:pt x="14941" y="283319"/>
                  </a:lnTo>
                  <a:lnTo>
                    <a:pt x="14984" y="283735"/>
                  </a:lnTo>
                  <a:lnTo>
                    <a:pt x="15335" y="287093"/>
                  </a:lnTo>
                  <a:lnTo>
                    <a:pt x="14503" y="289479"/>
                  </a:lnTo>
                  <a:lnTo>
                    <a:pt x="14422" y="289712"/>
                  </a:lnTo>
                  <a:lnTo>
                    <a:pt x="13768" y="291588"/>
                  </a:lnTo>
                  <a:lnTo>
                    <a:pt x="13670" y="291871"/>
                  </a:lnTo>
                  <a:lnTo>
                    <a:pt x="13562" y="292179"/>
                  </a:lnTo>
                  <a:lnTo>
                    <a:pt x="13105" y="293490"/>
                  </a:lnTo>
                  <a:lnTo>
                    <a:pt x="12897" y="294087"/>
                  </a:lnTo>
                  <a:lnTo>
                    <a:pt x="11780" y="297293"/>
                  </a:lnTo>
                  <a:lnTo>
                    <a:pt x="10849" y="301704"/>
                  </a:lnTo>
                  <a:lnTo>
                    <a:pt x="15022" y="306991"/>
                  </a:lnTo>
                  <a:lnTo>
                    <a:pt x="19106" y="312167"/>
                  </a:lnTo>
                  <a:lnTo>
                    <a:pt x="22720" y="314322"/>
                  </a:lnTo>
                  <a:lnTo>
                    <a:pt x="23883" y="315015"/>
                  </a:lnTo>
                  <a:lnTo>
                    <a:pt x="26922" y="316828"/>
                  </a:lnTo>
                  <a:lnTo>
                    <a:pt x="31236" y="319401"/>
                  </a:lnTo>
                  <a:lnTo>
                    <a:pt x="33863" y="314774"/>
                  </a:lnTo>
                  <a:lnTo>
                    <a:pt x="38043" y="307413"/>
                  </a:lnTo>
                  <a:lnTo>
                    <a:pt x="40900" y="302381"/>
                  </a:lnTo>
                  <a:lnTo>
                    <a:pt x="42400" y="299739"/>
                  </a:lnTo>
                  <a:lnTo>
                    <a:pt x="43249" y="298245"/>
                  </a:lnTo>
                  <a:lnTo>
                    <a:pt x="46213" y="300282"/>
                  </a:lnTo>
                  <a:lnTo>
                    <a:pt x="49086" y="303559"/>
                  </a:lnTo>
                  <a:lnTo>
                    <a:pt x="49680" y="306458"/>
                  </a:lnTo>
                  <a:lnTo>
                    <a:pt x="49962" y="307834"/>
                  </a:lnTo>
                  <a:lnTo>
                    <a:pt x="50814" y="310148"/>
                  </a:lnTo>
                  <a:lnTo>
                    <a:pt x="51471" y="311930"/>
                  </a:lnTo>
                  <a:lnTo>
                    <a:pt x="51882" y="311856"/>
                  </a:lnTo>
                  <a:lnTo>
                    <a:pt x="53166" y="311500"/>
                  </a:lnTo>
                  <a:lnTo>
                    <a:pt x="53337" y="311475"/>
                  </a:lnTo>
                  <a:lnTo>
                    <a:pt x="53658" y="311178"/>
                  </a:lnTo>
                  <a:lnTo>
                    <a:pt x="53751" y="310959"/>
                  </a:lnTo>
                  <a:lnTo>
                    <a:pt x="53942" y="310649"/>
                  </a:lnTo>
                  <a:lnTo>
                    <a:pt x="55094" y="311334"/>
                  </a:lnTo>
                  <a:lnTo>
                    <a:pt x="55896" y="311933"/>
                  </a:lnTo>
                  <a:lnTo>
                    <a:pt x="55814" y="312315"/>
                  </a:lnTo>
                  <a:lnTo>
                    <a:pt x="56011" y="314086"/>
                  </a:lnTo>
                  <a:lnTo>
                    <a:pt x="56129" y="314370"/>
                  </a:lnTo>
                  <a:lnTo>
                    <a:pt x="56194" y="314882"/>
                  </a:lnTo>
                  <a:lnTo>
                    <a:pt x="56208" y="315057"/>
                  </a:lnTo>
                  <a:lnTo>
                    <a:pt x="56293" y="315245"/>
                  </a:lnTo>
                  <a:lnTo>
                    <a:pt x="56875" y="315692"/>
                  </a:lnTo>
                  <a:lnTo>
                    <a:pt x="56820" y="316009"/>
                  </a:lnTo>
                  <a:lnTo>
                    <a:pt x="56900" y="316164"/>
                  </a:lnTo>
                  <a:lnTo>
                    <a:pt x="57340" y="316501"/>
                  </a:lnTo>
                  <a:lnTo>
                    <a:pt x="57647" y="316803"/>
                  </a:lnTo>
                  <a:lnTo>
                    <a:pt x="57844" y="317015"/>
                  </a:lnTo>
                  <a:lnTo>
                    <a:pt x="58246" y="316865"/>
                  </a:lnTo>
                  <a:lnTo>
                    <a:pt x="58737" y="316476"/>
                  </a:lnTo>
                  <a:lnTo>
                    <a:pt x="58873" y="316378"/>
                  </a:lnTo>
                  <a:lnTo>
                    <a:pt x="58986" y="316209"/>
                  </a:lnTo>
                  <a:lnTo>
                    <a:pt x="59429" y="315913"/>
                  </a:lnTo>
                  <a:lnTo>
                    <a:pt x="59697" y="315514"/>
                  </a:lnTo>
                  <a:lnTo>
                    <a:pt x="59905" y="315328"/>
                  </a:lnTo>
                  <a:lnTo>
                    <a:pt x="60229" y="315126"/>
                  </a:lnTo>
                  <a:lnTo>
                    <a:pt x="60345" y="314946"/>
                  </a:lnTo>
                  <a:lnTo>
                    <a:pt x="60579" y="314365"/>
                  </a:lnTo>
                  <a:lnTo>
                    <a:pt x="60859" y="314230"/>
                  </a:lnTo>
                  <a:lnTo>
                    <a:pt x="61051" y="314073"/>
                  </a:lnTo>
                  <a:lnTo>
                    <a:pt x="61195" y="314005"/>
                  </a:lnTo>
                  <a:lnTo>
                    <a:pt x="61410" y="313946"/>
                  </a:lnTo>
                  <a:lnTo>
                    <a:pt x="61708" y="313944"/>
                  </a:lnTo>
                  <a:lnTo>
                    <a:pt x="61978" y="313989"/>
                  </a:lnTo>
                  <a:lnTo>
                    <a:pt x="61972" y="313624"/>
                  </a:lnTo>
                  <a:lnTo>
                    <a:pt x="65953" y="310699"/>
                  </a:lnTo>
                  <a:lnTo>
                    <a:pt x="65928" y="310561"/>
                  </a:lnTo>
                  <a:lnTo>
                    <a:pt x="65888" y="310427"/>
                  </a:lnTo>
                  <a:lnTo>
                    <a:pt x="65735" y="310052"/>
                  </a:lnTo>
                  <a:lnTo>
                    <a:pt x="65402" y="309281"/>
                  </a:lnTo>
                  <a:lnTo>
                    <a:pt x="65339" y="308945"/>
                  </a:lnTo>
                  <a:lnTo>
                    <a:pt x="65326" y="308783"/>
                  </a:lnTo>
                  <a:lnTo>
                    <a:pt x="65303" y="308528"/>
                  </a:lnTo>
                  <a:lnTo>
                    <a:pt x="65657" y="305722"/>
                  </a:lnTo>
                  <a:lnTo>
                    <a:pt x="67134" y="295980"/>
                  </a:lnTo>
                  <a:lnTo>
                    <a:pt x="66992" y="295908"/>
                  </a:lnTo>
                  <a:lnTo>
                    <a:pt x="66200" y="295668"/>
                  </a:lnTo>
                  <a:lnTo>
                    <a:pt x="65997" y="295570"/>
                  </a:lnTo>
                  <a:lnTo>
                    <a:pt x="65978" y="295271"/>
                  </a:lnTo>
                  <a:lnTo>
                    <a:pt x="68174" y="293447"/>
                  </a:lnTo>
                  <a:lnTo>
                    <a:pt x="68182" y="293282"/>
                  </a:lnTo>
                  <a:lnTo>
                    <a:pt x="68351" y="293114"/>
                  </a:lnTo>
                  <a:lnTo>
                    <a:pt x="68394" y="293277"/>
                  </a:lnTo>
                  <a:lnTo>
                    <a:pt x="68639" y="293204"/>
                  </a:lnTo>
                  <a:lnTo>
                    <a:pt x="68552" y="292976"/>
                  </a:lnTo>
                  <a:lnTo>
                    <a:pt x="76837" y="290114"/>
                  </a:lnTo>
                  <a:lnTo>
                    <a:pt x="76790" y="289982"/>
                  </a:lnTo>
                  <a:lnTo>
                    <a:pt x="76799" y="287843"/>
                  </a:lnTo>
                  <a:lnTo>
                    <a:pt x="77202" y="287225"/>
                  </a:lnTo>
                  <a:lnTo>
                    <a:pt x="77311" y="286943"/>
                  </a:lnTo>
                  <a:lnTo>
                    <a:pt x="77192" y="286369"/>
                  </a:lnTo>
                  <a:lnTo>
                    <a:pt x="77056" y="286176"/>
                  </a:lnTo>
                  <a:lnTo>
                    <a:pt x="79191" y="284580"/>
                  </a:lnTo>
                  <a:lnTo>
                    <a:pt x="83790" y="278958"/>
                  </a:lnTo>
                  <a:lnTo>
                    <a:pt x="82606" y="276869"/>
                  </a:lnTo>
                  <a:lnTo>
                    <a:pt x="83117" y="276758"/>
                  </a:lnTo>
                  <a:lnTo>
                    <a:pt x="83522" y="276822"/>
                  </a:lnTo>
                  <a:lnTo>
                    <a:pt x="83627" y="276687"/>
                  </a:lnTo>
                  <a:lnTo>
                    <a:pt x="83868" y="276174"/>
                  </a:lnTo>
                  <a:lnTo>
                    <a:pt x="84265" y="275833"/>
                  </a:lnTo>
                  <a:lnTo>
                    <a:pt x="84961" y="276175"/>
                  </a:lnTo>
                  <a:lnTo>
                    <a:pt x="85605" y="276419"/>
                  </a:lnTo>
                  <a:lnTo>
                    <a:pt x="86125" y="276525"/>
                  </a:lnTo>
                  <a:lnTo>
                    <a:pt x="86283" y="276582"/>
                  </a:lnTo>
                  <a:lnTo>
                    <a:pt x="87140" y="274902"/>
                  </a:lnTo>
                  <a:lnTo>
                    <a:pt x="87150" y="274773"/>
                  </a:lnTo>
                  <a:lnTo>
                    <a:pt x="88003" y="273736"/>
                  </a:lnTo>
                  <a:lnTo>
                    <a:pt x="88093" y="274116"/>
                  </a:lnTo>
                  <a:lnTo>
                    <a:pt x="88765" y="274649"/>
                  </a:lnTo>
                  <a:lnTo>
                    <a:pt x="89390" y="274438"/>
                  </a:lnTo>
                  <a:lnTo>
                    <a:pt x="90724" y="271530"/>
                  </a:lnTo>
                  <a:lnTo>
                    <a:pt x="90853" y="271528"/>
                  </a:lnTo>
                  <a:lnTo>
                    <a:pt x="91864" y="270159"/>
                  </a:lnTo>
                  <a:lnTo>
                    <a:pt x="92479" y="270100"/>
                  </a:lnTo>
                  <a:lnTo>
                    <a:pt x="92883" y="270123"/>
                  </a:lnTo>
                  <a:lnTo>
                    <a:pt x="93088" y="270273"/>
                  </a:lnTo>
                  <a:lnTo>
                    <a:pt x="93078" y="270407"/>
                  </a:lnTo>
                  <a:lnTo>
                    <a:pt x="93040" y="270726"/>
                  </a:lnTo>
                  <a:lnTo>
                    <a:pt x="93016" y="271043"/>
                  </a:lnTo>
                  <a:lnTo>
                    <a:pt x="93167" y="271299"/>
                  </a:lnTo>
                  <a:lnTo>
                    <a:pt x="93672" y="271475"/>
                  </a:lnTo>
                  <a:lnTo>
                    <a:pt x="94577" y="272512"/>
                  </a:lnTo>
                  <a:lnTo>
                    <a:pt x="94625" y="271945"/>
                  </a:lnTo>
                  <a:lnTo>
                    <a:pt x="94774" y="271776"/>
                  </a:lnTo>
                  <a:lnTo>
                    <a:pt x="94859" y="271625"/>
                  </a:lnTo>
                  <a:lnTo>
                    <a:pt x="94958" y="271267"/>
                  </a:lnTo>
                  <a:lnTo>
                    <a:pt x="94831" y="270750"/>
                  </a:lnTo>
                  <a:lnTo>
                    <a:pt x="94891" y="270566"/>
                  </a:lnTo>
                  <a:lnTo>
                    <a:pt x="94922" y="270384"/>
                  </a:lnTo>
                  <a:lnTo>
                    <a:pt x="95308" y="270473"/>
                  </a:lnTo>
                  <a:lnTo>
                    <a:pt x="95393" y="270604"/>
                  </a:lnTo>
                  <a:lnTo>
                    <a:pt x="95527" y="270757"/>
                  </a:lnTo>
                  <a:lnTo>
                    <a:pt x="95826" y="270802"/>
                  </a:lnTo>
                  <a:lnTo>
                    <a:pt x="95950" y="270490"/>
                  </a:lnTo>
                  <a:lnTo>
                    <a:pt x="95725" y="269980"/>
                  </a:lnTo>
                  <a:lnTo>
                    <a:pt x="98182" y="266660"/>
                  </a:lnTo>
                  <a:lnTo>
                    <a:pt x="94724" y="258729"/>
                  </a:lnTo>
                  <a:lnTo>
                    <a:pt x="94869" y="258377"/>
                  </a:lnTo>
                  <a:lnTo>
                    <a:pt x="95018" y="258067"/>
                  </a:lnTo>
                  <a:lnTo>
                    <a:pt x="96605" y="255396"/>
                  </a:lnTo>
                  <a:lnTo>
                    <a:pt x="96654" y="255189"/>
                  </a:lnTo>
                  <a:lnTo>
                    <a:pt x="96701" y="254962"/>
                  </a:lnTo>
                  <a:lnTo>
                    <a:pt x="96759" y="254700"/>
                  </a:lnTo>
                  <a:lnTo>
                    <a:pt x="96939" y="253511"/>
                  </a:lnTo>
                  <a:lnTo>
                    <a:pt x="101254" y="254247"/>
                  </a:lnTo>
                  <a:lnTo>
                    <a:pt x="106669" y="257633"/>
                  </a:lnTo>
                  <a:lnTo>
                    <a:pt x="107211" y="257561"/>
                  </a:lnTo>
                  <a:lnTo>
                    <a:pt x="108126" y="256908"/>
                  </a:lnTo>
                  <a:lnTo>
                    <a:pt x="108656" y="255683"/>
                  </a:lnTo>
                  <a:lnTo>
                    <a:pt x="109655" y="255959"/>
                  </a:lnTo>
                  <a:lnTo>
                    <a:pt x="110114" y="255870"/>
                  </a:lnTo>
                  <a:lnTo>
                    <a:pt x="110682" y="255800"/>
                  </a:lnTo>
                  <a:lnTo>
                    <a:pt x="110878" y="255719"/>
                  </a:lnTo>
                  <a:lnTo>
                    <a:pt x="111660" y="255571"/>
                  </a:lnTo>
                  <a:lnTo>
                    <a:pt x="111890" y="255566"/>
                  </a:lnTo>
                  <a:lnTo>
                    <a:pt x="112156" y="255567"/>
                  </a:lnTo>
                  <a:lnTo>
                    <a:pt x="112335" y="255511"/>
                  </a:lnTo>
                  <a:lnTo>
                    <a:pt x="112640" y="255458"/>
                  </a:lnTo>
                  <a:lnTo>
                    <a:pt x="112776" y="255467"/>
                  </a:lnTo>
                  <a:lnTo>
                    <a:pt x="112969" y="255472"/>
                  </a:lnTo>
                  <a:lnTo>
                    <a:pt x="113138" y="255491"/>
                  </a:lnTo>
                  <a:lnTo>
                    <a:pt x="113365" y="255514"/>
                  </a:lnTo>
                  <a:lnTo>
                    <a:pt x="113891" y="255707"/>
                  </a:lnTo>
                  <a:lnTo>
                    <a:pt x="114057" y="255650"/>
                  </a:lnTo>
                  <a:lnTo>
                    <a:pt x="114241" y="255586"/>
                  </a:lnTo>
                  <a:lnTo>
                    <a:pt x="114425" y="255486"/>
                  </a:lnTo>
                  <a:lnTo>
                    <a:pt x="114805" y="255307"/>
                  </a:lnTo>
                  <a:lnTo>
                    <a:pt x="115142" y="255149"/>
                  </a:lnTo>
                  <a:lnTo>
                    <a:pt x="115410" y="255005"/>
                  </a:lnTo>
                  <a:lnTo>
                    <a:pt x="115719" y="254890"/>
                  </a:lnTo>
                  <a:lnTo>
                    <a:pt x="115852" y="254838"/>
                  </a:lnTo>
                  <a:lnTo>
                    <a:pt x="116058" y="254911"/>
                  </a:lnTo>
                  <a:lnTo>
                    <a:pt x="116214" y="255094"/>
                  </a:lnTo>
                  <a:lnTo>
                    <a:pt x="116022" y="255801"/>
                  </a:lnTo>
                  <a:lnTo>
                    <a:pt x="115464" y="257148"/>
                  </a:lnTo>
                  <a:lnTo>
                    <a:pt x="115408" y="257429"/>
                  </a:lnTo>
                  <a:lnTo>
                    <a:pt x="115475" y="257751"/>
                  </a:lnTo>
                  <a:lnTo>
                    <a:pt x="115618" y="257984"/>
                  </a:lnTo>
                  <a:lnTo>
                    <a:pt x="115870" y="258196"/>
                  </a:lnTo>
                  <a:lnTo>
                    <a:pt x="116125" y="258226"/>
                  </a:lnTo>
                  <a:lnTo>
                    <a:pt x="116391" y="258105"/>
                  </a:lnTo>
                  <a:lnTo>
                    <a:pt x="116644" y="257917"/>
                  </a:lnTo>
                  <a:lnTo>
                    <a:pt x="117137" y="257272"/>
                  </a:lnTo>
                  <a:lnTo>
                    <a:pt x="117737" y="256719"/>
                  </a:lnTo>
                  <a:lnTo>
                    <a:pt x="118094" y="256488"/>
                  </a:lnTo>
                  <a:lnTo>
                    <a:pt x="118327" y="256383"/>
                  </a:lnTo>
                  <a:lnTo>
                    <a:pt x="118710" y="256177"/>
                  </a:lnTo>
                  <a:lnTo>
                    <a:pt x="118950" y="256002"/>
                  </a:lnTo>
                  <a:lnTo>
                    <a:pt x="119805" y="255434"/>
                  </a:lnTo>
                  <a:lnTo>
                    <a:pt x="119972" y="255393"/>
                  </a:lnTo>
                  <a:lnTo>
                    <a:pt x="120215" y="255426"/>
                  </a:lnTo>
                  <a:lnTo>
                    <a:pt x="120540" y="255632"/>
                  </a:lnTo>
                  <a:lnTo>
                    <a:pt x="120779" y="255902"/>
                  </a:lnTo>
                  <a:lnTo>
                    <a:pt x="120885" y="256132"/>
                  </a:lnTo>
                  <a:lnTo>
                    <a:pt x="121298" y="257633"/>
                  </a:lnTo>
                  <a:lnTo>
                    <a:pt x="121469" y="257967"/>
                  </a:lnTo>
                  <a:lnTo>
                    <a:pt x="122139" y="259345"/>
                  </a:lnTo>
                  <a:lnTo>
                    <a:pt x="122189" y="259479"/>
                  </a:lnTo>
                  <a:lnTo>
                    <a:pt x="122269" y="259663"/>
                  </a:lnTo>
                  <a:lnTo>
                    <a:pt x="122381" y="259989"/>
                  </a:lnTo>
                  <a:lnTo>
                    <a:pt x="122531" y="260268"/>
                  </a:lnTo>
                  <a:lnTo>
                    <a:pt x="122795" y="260464"/>
                  </a:lnTo>
                  <a:lnTo>
                    <a:pt x="122967" y="260660"/>
                  </a:lnTo>
                  <a:lnTo>
                    <a:pt x="123493" y="260827"/>
                  </a:lnTo>
                  <a:lnTo>
                    <a:pt x="124837" y="261223"/>
                  </a:lnTo>
                  <a:lnTo>
                    <a:pt x="124994" y="261234"/>
                  </a:lnTo>
                  <a:lnTo>
                    <a:pt x="125131" y="261274"/>
                  </a:lnTo>
                  <a:lnTo>
                    <a:pt x="125309" y="261271"/>
                  </a:lnTo>
                  <a:lnTo>
                    <a:pt x="125601" y="261327"/>
                  </a:lnTo>
                  <a:lnTo>
                    <a:pt x="125889" y="261237"/>
                  </a:lnTo>
                  <a:lnTo>
                    <a:pt x="126135" y="261069"/>
                  </a:lnTo>
                  <a:lnTo>
                    <a:pt x="126395" y="261009"/>
                  </a:lnTo>
                  <a:lnTo>
                    <a:pt x="126678" y="260949"/>
                  </a:lnTo>
                  <a:lnTo>
                    <a:pt x="127074" y="260865"/>
                  </a:lnTo>
                  <a:lnTo>
                    <a:pt x="127621" y="260735"/>
                  </a:lnTo>
                  <a:lnTo>
                    <a:pt x="128099" y="260728"/>
                  </a:lnTo>
                  <a:lnTo>
                    <a:pt x="128286" y="260730"/>
                  </a:lnTo>
                  <a:lnTo>
                    <a:pt x="128533" y="260784"/>
                  </a:lnTo>
                  <a:lnTo>
                    <a:pt x="128833" y="261040"/>
                  </a:lnTo>
                  <a:lnTo>
                    <a:pt x="131764" y="261482"/>
                  </a:lnTo>
                  <a:lnTo>
                    <a:pt x="132097" y="261505"/>
                  </a:lnTo>
                  <a:lnTo>
                    <a:pt x="132502" y="261561"/>
                  </a:lnTo>
                  <a:lnTo>
                    <a:pt x="132700" y="261589"/>
                  </a:lnTo>
                  <a:lnTo>
                    <a:pt x="133136" y="261648"/>
                  </a:lnTo>
                  <a:lnTo>
                    <a:pt x="133413" y="261678"/>
                  </a:lnTo>
                  <a:lnTo>
                    <a:pt x="133866" y="261727"/>
                  </a:lnTo>
                  <a:lnTo>
                    <a:pt x="133851" y="261220"/>
                  </a:lnTo>
                  <a:lnTo>
                    <a:pt x="133830" y="260882"/>
                  </a:lnTo>
                  <a:lnTo>
                    <a:pt x="133772" y="259971"/>
                  </a:lnTo>
                  <a:lnTo>
                    <a:pt x="133744" y="259480"/>
                  </a:lnTo>
                  <a:lnTo>
                    <a:pt x="133746" y="259256"/>
                  </a:lnTo>
                  <a:lnTo>
                    <a:pt x="133736" y="258882"/>
                  </a:lnTo>
                  <a:lnTo>
                    <a:pt x="133777" y="258236"/>
                  </a:lnTo>
                  <a:lnTo>
                    <a:pt x="133863" y="257353"/>
                  </a:lnTo>
                  <a:lnTo>
                    <a:pt x="133891" y="257057"/>
                  </a:lnTo>
                  <a:lnTo>
                    <a:pt x="133934" y="256353"/>
                  </a:lnTo>
                  <a:lnTo>
                    <a:pt x="133973" y="255930"/>
                  </a:lnTo>
                  <a:lnTo>
                    <a:pt x="134018" y="255266"/>
                  </a:lnTo>
                  <a:lnTo>
                    <a:pt x="134069" y="254800"/>
                  </a:lnTo>
                  <a:lnTo>
                    <a:pt x="134118" y="254465"/>
                  </a:lnTo>
                  <a:lnTo>
                    <a:pt x="134194" y="254106"/>
                  </a:lnTo>
                  <a:lnTo>
                    <a:pt x="134235" y="253874"/>
                  </a:lnTo>
                  <a:lnTo>
                    <a:pt x="134314" y="253317"/>
                  </a:lnTo>
                  <a:lnTo>
                    <a:pt x="134428" y="252839"/>
                  </a:lnTo>
                  <a:lnTo>
                    <a:pt x="134527" y="252289"/>
                  </a:lnTo>
                  <a:lnTo>
                    <a:pt x="134555" y="252113"/>
                  </a:lnTo>
                  <a:lnTo>
                    <a:pt x="134627" y="251823"/>
                  </a:lnTo>
                  <a:lnTo>
                    <a:pt x="134698" y="251388"/>
                  </a:lnTo>
                  <a:lnTo>
                    <a:pt x="134756" y="251037"/>
                  </a:lnTo>
                  <a:lnTo>
                    <a:pt x="134955" y="250200"/>
                  </a:lnTo>
                  <a:lnTo>
                    <a:pt x="135102" y="249533"/>
                  </a:lnTo>
                  <a:lnTo>
                    <a:pt x="135141" y="249370"/>
                  </a:lnTo>
                  <a:lnTo>
                    <a:pt x="135283" y="248877"/>
                  </a:lnTo>
                  <a:lnTo>
                    <a:pt x="135364" y="248526"/>
                  </a:lnTo>
                  <a:lnTo>
                    <a:pt x="135476" y="248159"/>
                  </a:lnTo>
                  <a:lnTo>
                    <a:pt x="135649" y="247632"/>
                  </a:lnTo>
                  <a:lnTo>
                    <a:pt x="135822" y="247274"/>
                  </a:lnTo>
                  <a:lnTo>
                    <a:pt x="135924" y="247065"/>
                  </a:lnTo>
                  <a:lnTo>
                    <a:pt x="136128" y="246688"/>
                  </a:lnTo>
                  <a:lnTo>
                    <a:pt x="136202" y="246531"/>
                  </a:lnTo>
                  <a:lnTo>
                    <a:pt x="136390" y="246134"/>
                  </a:lnTo>
                  <a:lnTo>
                    <a:pt x="136484" y="245849"/>
                  </a:lnTo>
                  <a:lnTo>
                    <a:pt x="136657" y="245276"/>
                  </a:lnTo>
                  <a:lnTo>
                    <a:pt x="136744" y="244867"/>
                  </a:lnTo>
                  <a:lnTo>
                    <a:pt x="136782" y="244319"/>
                  </a:lnTo>
                  <a:lnTo>
                    <a:pt x="136792" y="244177"/>
                  </a:lnTo>
                  <a:lnTo>
                    <a:pt x="136782" y="243798"/>
                  </a:lnTo>
                  <a:lnTo>
                    <a:pt x="136698" y="243431"/>
                  </a:lnTo>
                  <a:lnTo>
                    <a:pt x="136637" y="243157"/>
                  </a:lnTo>
                  <a:lnTo>
                    <a:pt x="136543" y="242902"/>
                  </a:lnTo>
                  <a:lnTo>
                    <a:pt x="136522" y="242729"/>
                  </a:lnTo>
                  <a:lnTo>
                    <a:pt x="136484" y="242434"/>
                  </a:lnTo>
                  <a:lnTo>
                    <a:pt x="136454" y="242164"/>
                  </a:lnTo>
                  <a:lnTo>
                    <a:pt x="136436" y="242024"/>
                  </a:lnTo>
                  <a:lnTo>
                    <a:pt x="136413" y="241838"/>
                  </a:lnTo>
                  <a:lnTo>
                    <a:pt x="136324" y="241510"/>
                  </a:lnTo>
                  <a:lnTo>
                    <a:pt x="136255" y="241276"/>
                  </a:lnTo>
                  <a:lnTo>
                    <a:pt x="136181" y="241032"/>
                  </a:lnTo>
                  <a:lnTo>
                    <a:pt x="136149" y="240706"/>
                  </a:lnTo>
                  <a:lnTo>
                    <a:pt x="136944" y="240076"/>
                  </a:lnTo>
                  <a:lnTo>
                    <a:pt x="137709" y="239407"/>
                  </a:lnTo>
                  <a:lnTo>
                    <a:pt x="137848" y="239152"/>
                  </a:lnTo>
                  <a:lnTo>
                    <a:pt x="137966" y="238930"/>
                  </a:lnTo>
                  <a:lnTo>
                    <a:pt x="138216" y="238441"/>
                  </a:lnTo>
                  <a:lnTo>
                    <a:pt x="150595" y="242472"/>
                  </a:lnTo>
                  <a:lnTo>
                    <a:pt x="150787" y="242448"/>
                  </a:lnTo>
                  <a:lnTo>
                    <a:pt x="150975" y="242421"/>
                  </a:lnTo>
                  <a:lnTo>
                    <a:pt x="151065" y="243586"/>
                  </a:lnTo>
                  <a:lnTo>
                    <a:pt x="151218" y="244023"/>
                  </a:lnTo>
                  <a:lnTo>
                    <a:pt x="151615" y="244522"/>
                  </a:lnTo>
                  <a:lnTo>
                    <a:pt x="151981" y="245048"/>
                  </a:lnTo>
                  <a:lnTo>
                    <a:pt x="152086" y="245227"/>
                  </a:lnTo>
                  <a:lnTo>
                    <a:pt x="152305" y="245254"/>
                  </a:lnTo>
                  <a:lnTo>
                    <a:pt x="152568" y="245370"/>
                  </a:lnTo>
                  <a:lnTo>
                    <a:pt x="152739" y="245468"/>
                  </a:lnTo>
                  <a:lnTo>
                    <a:pt x="153031" y="245709"/>
                  </a:lnTo>
                  <a:lnTo>
                    <a:pt x="153390" y="246241"/>
                  </a:lnTo>
                  <a:lnTo>
                    <a:pt x="153391" y="246496"/>
                  </a:lnTo>
                  <a:lnTo>
                    <a:pt x="153421" y="246714"/>
                  </a:lnTo>
                  <a:lnTo>
                    <a:pt x="153581" y="247089"/>
                  </a:lnTo>
                  <a:lnTo>
                    <a:pt x="153651" y="247395"/>
                  </a:lnTo>
                  <a:lnTo>
                    <a:pt x="153727" y="247622"/>
                  </a:lnTo>
                  <a:lnTo>
                    <a:pt x="153751" y="247771"/>
                  </a:lnTo>
                  <a:lnTo>
                    <a:pt x="153778" y="247942"/>
                  </a:lnTo>
                  <a:lnTo>
                    <a:pt x="153805" y="248295"/>
                  </a:lnTo>
                  <a:lnTo>
                    <a:pt x="153851" y="248444"/>
                  </a:lnTo>
                  <a:lnTo>
                    <a:pt x="154019" y="248747"/>
                  </a:lnTo>
                  <a:lnTo>
                    <a:pt x="154190" y="248992"/>
                  </a:lnTo>
                  <a:lnTo>
                    <a:pt x="154293" y="249296"/>
                  </a:lnTo>
                  <a:lnTo>
                    <a:pt x="154370" y="249467"/>
                  </a:lnTo>
                  <a:lnTo>
                    <a:pt x="154851" y="250149"/>
                  </a:lnTo>
                  <a:lnTo>
                    <a:pt x="155006" y="250244"/>
                  </a:lnTo>
                  <a:lnTo>
                    <a:pt x="154939" y="250512"/>
                  </a:lnTo>
                  <a:lnTo>
                    <a:pt x="154461" y="251897"/>
                  </a:lnTo>
                  <a:lnTo>
                    <a:pt x="154396" y="252039"/>
                  </a:lnTo>
                  <a:lnTo>
                    <a:pt x="154349" y="252385"/>
                  </a:lnTo>
                  <a:lnTo>
                    <a:pt x="154120" y="252789"/>
                  </a:lnTo>
                  <a:lnTo>
                    <a:pt x="154076" y="252954"/>
                  </a:lnTo>
                  <a:lnTo>
                    <a:pt x="154039" y="253148"/>
                  </a:lnTo>
                  <a:lnTo>
                    <a:pt x="154018" y="253499"/>
                  </a:lnTo>
                  <a:lnTo>
                    <a:pt x="153907" y="253915"/>
                  </a:lnTo>
                  <a:lnTo>
                    <a:pt x="153812" y="254400"/>
                  </a:lnTo>
                  <a:lnTo>
                    <a:pt x="153902" y="254638"/>
                  </a:lnTo>
                  <a:lnTo>
                    <a:pt x="154039" y="255271"/>
                  </a:lnTo>
                  <a:lnTo>
                    <a:pt x="153810" y="255966"/>
                  </a:lnTo>
                  <a:lnTo>
                    <a:pt x="153710" y="256305"/>
                  </a:lnTo>
                  <a:lnTo>
                    <a:pt x="153692" y="256458"/>
                  </a:lnTo>
                  <a:lnTo>
                    <a:pt x="153702" y="256585"/>
                  </a:lnTo>
                  <a:lnTo>
                    <a:pt x="153801" y="257049"/>
                  </a:lnTo>
                  <a:lnTo>
                    <a:pt x="153762" y="257189"/>
                  </a:lnTo>
                  <a:lnTo>
                    <a:pt x="153788" y="257358"/>
                  </a:lnTo>
                  <a:lnTo>
                    <a:pt x="153959" y="258643"/>
                  </a:lnTo>
                  <a:lnTo>
                    <a:pt x="154063" y="258774"/>
                  </a:lnTo>
                  <a:lnTo>
                    <a:pt x="154230" y="258814"/>
                  </a:lnTo>
                  <a:lnTo>
                    <a:pt x="154972" y="259672"/>
                  </a:lnTo>
                  <a:lnTo>
                    <a:pt x="156892" y="261732"/>
                  </a:lnTo>
                  <a:lnTo>
                    <a:pt x="158615" y="263185"/>
                  </a:lnTo>
                  <a:lnTo>
                    <a:pt x="159040" y="263619"/>
                  </a:lnTo>
                  <a:lnTo>
                    <a:pt x="159278" y="263835"/>
                  </a:lnTo>
                  <a:lnTo>
                    <a:pt x="159911" y="264537"/>
                  </a:lnTo>
                  <a:lnTo>
                    <a:pt x="160067" y="264726"/>
                  </a:lnTo>
                  <a:lnTo>
                    <a:pt x="160354" y="265053"/>
                  </a:lnTo>
                  <a:lnTo>
                    <a:pt x="160975" y="265720"/>
                  </a:lnTo>
                  <a:lnTo>
                    <a:pt x="161407" y="265913"/>
                  </a:lnTo>
                  <a:lnTo>
                    <a:pt x="161692" y="266005"/>
                  </a:lnTo>
                  <a:lnTo>
                    <a:pt x="161934" y="266015"/>
                  </a:lnTo>
                  <a:lnTo>
                    <a:pt x="162062" y="266001"/>
                  </a:lnTo>
                  <a:lnTo>
                    <a:pt x="162342" y="266086"/>
                  </a:lnTo>
                  <a:lnTo>
                    <a:pt x="162733" y="266221"/>
                  </a:lnTo>
                  <a:lnTo>
                    <a:pt x="162983" y="266260"/>
                  </a:lnTo>
                  <a:lnTo>
                    <a:pt x="163317" y="266355"/>
                  </a:lnTo>
                  <a:lnTo>
                    <a:pt x="163684" y="266413"/>
                  </a:lnTo>
                  <a:lnTo>
                    <a:pt x="163835" y="266418"/>
                  </a:lnTo>
                  <a:lnTo>
                    <a:pt x="164110" y="266416"/>
                  </a:lnTo>
                  <a:lnTo>
                    <a:pt x="164424" y="266422"/>
                  </a:lnTo>
                  <a:lnTo>
                    <a:pt x="164750" y="266415"/>
                  </a:lnTo>
                  <a:lnTo>
                    <a:pt x="164987" y="266398"/>
                  </a:lnTo>
                  <a:lnTo>
                    <a:pt x="165280" y="266278"/>
                  </a:lnTo>
                  <a:lnTo>
                    <a:pt x="165708" y="266308"/>
                  </a:lnTo>
                  <a:lnTo>
                    <a:pt x="168356" y="270298"/>
                  </a:lnTo>
                  <a:lnTo>
                    <a:pt x="172191" y="279014"/>
                  </a:lnTo>
                  <a:lnTo>
                    <a:pt x="171829" y="279395"/>
                  </a:lnTo>
                  <a:lnTo>
                    <a:pt x="171904" y="279727"/>
                  </a:lnTo>
                  <a:lnTo>
                    <a:pt x="169630" y="280522"/>
                  </a:lnTo>
                  <a:lnTo>
                    <a:pt x="169479" y="280496"/>
                  </a:lnTo>
                  <a:lnTo>
                    <a:pt x="169350" y="280482"/>
                  </a:lnTo>
                  <a:lnTo>
                    <a:pt x="169221" y="280446"/>
                  </a:lnTo>
                  <a:lnTo>
                    <a:pt x="168645" y="280281"/>
                  </a:lnTo>
                  <a:lnTo>
                    <a:pt x="168343" y="280255"/>
                  </a:lnTo>
                  <a:lnTo>
                    <a:pt x="168281" y="280984"/>
                  </a:lnTo>
                  <a:lnTo>
                    <a:pt x="168294" y="281438"/>
                  </a:lnTo>
                  <a:lnTo>
                    <a:pt x="168291" y="281654"/>
                  </a:lnTo>
                  <a:lnTo>
                    <a:pt x="168283" y="281846"/>
                  </a:lnTo>
                  <a:lnTo>
                    <a:pt x="168270" y="282138"/>
                  </a:lnTo>
                  <a:lnTo>
                    <a:pt x="168232" y="283049"/>
                  </a:lnTo>
                  <a:lnTo>
                    <a:pt x="168237" y="283206"/>
                  </a:lnTo>
                  <a:lnTo>
                    <a:pt x="168224" y="283506"/>
                  </a:lnTo>
                  <a:lnTo>
                    <a:pt x="168196" y="283858"/>
                  </a:lnTo>
                  <a:lnTo>
                    <a:pt x="168178" y="284023"/>
                  </a:lnTo>
                  <a:lnTo>
                    <a:pt x="168151" y="284267"/>
                  </a:lnTo>
                  <a:lnTo>
                    <a:pt x="168153" y="284430"/>
                  </a:lnTo>
                  <a:lnTo>
                    <a:pt x="168156" y="284664"/>
                  </a:lnTo>
                  <a:lnTo>
                    <a:pt x="168155" y="285797"/>
                  </a:lnTo>
                  <a:lnTo>
                    <a:pt x="168147" y="285988"/>
                  </a:lnTo>
                  <a:lnTo>
                    <a:pt x="168006" y="286519"/>
                  </a:lnTo>
                  <a:lnTo>
                    <a:pt x="168010" y="286988"/>
                  </a:lnTo>
                  <a:lnTo>
                    <a:pt x="168074" y="287116"/>
                  </a:lnTo>
                  <a:lnTo>
                    <a:pt x="168229" y="287407"/>
                  </a:lnTo>
                  <a:lnTo>
                    <a:pt x="168963" y="287627"/>
                  </a:lnTo>
                  <a:lnTo>
                    <a:pt x="169192" y="287938"/>
                  </a:lnTo>
                  <a:lnTo>
                    <a:pt x="169360" y="288133"/>
                  </a:lnTo>
                  <a:lnTo>
                    <a:pt x="169537" y="288321"/>
                  </a:lnTo>
                  <a:lnTo>
                    <a:pt x="169683" y="288493"/>
                  </a:lnTo>
                  <a:lnTo>
                    <a:pt x="169902" y="288777"/>
                  </a:lnTo>
                  <a:lnTo>
                    <a:pt x="170119" y="289013"/>
                  </a:lnTo>
                  <a:lnTo>
                    <a:pt x="170496" y="288838"/>
                  </a:lnTo>
                  <a:lnTo>
                    <a:pt x="170677" y="288784"/>
                  </a:lnTo>
                  <a:lnTo>
                    <a:pt x="170788" y="288654"/>
                  </a:lnTo>
                  <a:lnTo>
                    <a:pt x="170966" y="288441"/>
                  </a:lnTo>
                  <a:lnTo>
                    <a:pt x="171133" y="288292"/>
                  </a:lnTo>
                  <a:lnTo>
                    <a:pt x="172184" y="287727"/>
                  </a:lnTo>
                  <a:lnTo>
                    <a:pt x="172848" y="287569"/>
                  </a:lnTo>
                  <a:lnTo>
                    <a:pt x="173015" y="287483"/>
                  </a:lnTo>
                  <a:lnTo>
                    <a:pt x="173198" y="287378"/>
                  </a:lnTo>
                  <a:lnTo>
                    <a:pt x="173502" y="287205"/>
                  </a:lnTo>
                  <a:lnTo>
                    <a:pt x="173675" y="287117"/>
                  </a:lnTo>
                  <a:lnTo>
                    <a:pt x="173929" y="287000"/>
                  </a:lnTo>
                  <a:lnTo>
                    <a:pt x="174068" y="286965"/>
                  </a:lnTo>
                  <a:lnTo>
                    <a:pt x="174059" y="286213"/>
                  </a:lnTo>
                  <a:lnTo>
                    <a:pt x="175536" y="284318"/>
                  </a:lnTo>
                  <a:lnTo>
                    <a:pt x="175450" y="283969"/>
                  </a:lnTo>
                  <a:lnTo>
                    <a:pt x="175576" y="283401"/>
                  </a:lnTo>
                  <a:lnTo>
                    <a:pt x="175608" y="282726"/>
                  </a:lnTo>
                  <a:lnTo>
                    <a:pt x="176722" y="282681"/>
                  </a:lnTo>
                  <a:lnTo>
                    <a:pt x="177362" y="282454"/>
                  </a:lnTo>
                  <a:lnTo>
                    <a:pt x="177762" y="282441"/>
                  </a:lnTo>
                  <a:lnTo>
                    <a:pt x="177981" y="282354"/>
                  </a:lnTo>
                  <a:lnTo>
                    <a:pt x="177972" y="282164"/>
                  </a:lnTo>
                  <a:lnTo>
                    <a:pt x="177988" y="281972"/>
                  </a:lnTo>
                  <a:lnTo>
                    <a:pt x="178018" y="281718"/>
                  </a:lnTo>
                  <a:lnTo>
                    <a:pt x="178000" y="281587"/>
                  </a:lnTo>
                  <a:lnTo>
                    <a:pt x="177809" y="281087"/>
                  </a:lnTo>
                  <a:lnTo>
                    <a:pt x="177889" y="280848"/>
                  </a:lnTo>
                  <a:lnTo>
                    <a:pt x="177724" y="280356"/>
                  </a:lnTo>
                  <a:lnTo>
                    <a:pt x="177790" y="280081"/>
                  </a:lnTo>
                  <a:lnTo>
                    <a:pt x="177730" y="279847"/>
                  </a:lnTo>
                  <a:lnTo>
                    <a:pt x="177672" y="279531"/>
                  </a:lnTo>
                  <a:lnTo>
                    <a:pt x="177627" y="279248"/>
                  </a:lnTo>
                  <a:lnTo>
                    <a:pt x="177558" y="278978"/>
                  </a:lnTo>
                  <a:lnTo>
                    <a:pt x="177520" y="278785"/>
                  </a:lnTo>
                  <a:lnTo>
                    <a:pt x="177483" y="278636"/>
                  </a:lnTo>
                  <a:lnTo>
                    <a:pt x="177432" y="278428"/>
                  </a:lnTo>
                  <a:lnTo>
                    <a:pt x="177279" y="278191"/>
                  </a:lnTo>
                  <a:lnTo>
                    <a:pt x="177212" y="277975"/>
                  </a:lnTo>
                  <a:lnTo>
                    <a:pt x="177074" y="277705"/>
                  </a:lnTo>
                  <a:lnTo>
                    <a:pt x="176708" y="277055"/>
                  </a:lnTo>
                  <a:lnTo>
                    <a:pt x="176413" y="276503"/>
                  </a:lnTo>
                  <a:lnTo>
                    <a:pt x="176850" y="276200"/>
                  </a:lnTo>
                  <a:lnTo>
                    <a:pt x="177173" y="275837"/>
                  </a:lnTo>
                  <a:lnTo>
                    <a:pt x="177355" y="275698"/>
                  </a:lnTo>
                  <a:lnTo>
                    <a:pt x="177718" y="275533"/>
                  </a:lnTo>
                  <a:lnTo>
                    <a:pt x="178017" y="275366"/>
                  </a:lnTo>
                  <a:lnTo>
                    <a:pt x="178168" y="275292"/>
                  </a:lnTo>
                  <a:lnTo>
                    <a:pt x="178442" y="275158"/>
                  </a:lnTo>
                  <a:lnTo>
                    <a:pt x="178708" y="275032"/>
                  </a:lnTo>
                  <a:lnTo>
                    <a:pt x="178905" y="275100"/>
                  </a:lnTo>
                  <a:lnTo>
                    <a:pt x="179059" y="275121"/>
                  </a:lnTo>
                  <a:lnTo>
                    <a:pt x="179308" y="275152"/>
                  </a:lnTo>
                  <a:lnTo>
                    <a:pt x="179582" y="275166"/>
                  </a:lnTo>
                  <a:lnTo>
                    <a:pt x="179842" y="275209"/>
                  </a:lnTo>
                  <a:lnTo>
                    <a:pt x="180335" y="275046"/>
                  </a:lnTo>
                  <a:lnTo>
                    <a:pt x="180760" y="274995"/>
                  </a:lnTo>
                  <a:lnTo>
                    <a:pt x="180911" y="275068"/>
                  </a:lnTo>
                  <a:lnTo>
                    <a:pt x="181136" y="275274"/>
                  </a:lnTo>
                  <a:lnTo>
                    <a:pt x="181395" y="275546"/>
                  </a:lnTo>
                  <a:lnTo>
                    <a:pt x="181634" y="275666"/>
                  </a:lnTo>
                  <a:lnTo>
                    <a:pt x="181887" y="275605"/>
                  </a:lnTo>
                  <a:lnTo>
                    <a:pt x="182151" y="275500"/>
                  </a:lnTo>
                  <a:lnTo>
                    <a:pt x="182393" y="275363"/>
                  </a:lnTo>
                  <a:lnTo>
                    <a:pt x="183208" y="274843"/>
                  </a:lnTo>
                  <a:lnTo>
                    <a:pt x="183552" y="274686"/>
                  </a:lnTo>
                  <a:lnTo>
                    <a:pt x="183779" y="274565"/>
                  </a:lnTo>
                  <a:lnTo>
                    <a:pt x="184191" y="274324"/>
                  </a:lnTo>
                  <a:lnTo>
                    <a:pt x="184414" y="274149"/>
                  </a:lnTo>
                  <a:lnTo>
                    <a:pt x="184846" y="273886"/>
                  </a:lnTo>
                  <a:lnTo>
                    <a:pt x="185272" y="273485"/>
                  </a:lnTo>
                  <a:lnTo>
                    <a:pt x="185556" y="273157"/>
                  </a:lnTo>
                  <a:lnTo>
                    <a:pt x="185932" y="272541"/>
                  </a:lnTo>
                  <a:lnTo>
                    <a:pt x="186217" y="272230"/>
                  </a:lnTo>
                  <a:lnTo>
                    <a:pt x="186872" y="271890"/>
                  </a:lnTo>
                  <a:lnTo>
                    <a:pt x="187256" y="271690"/>
                  </a:lnTo>
                  <a:lnTo>
                    <a:pt x="187543" y="271537"/>
                  </a:lnTo>
                  <a:lnTo>
                    <a:pt x="187969" y="271239"/>
                  </a:lnTo>
                  <a:lnTo>
                    <a:pt x="188290" y="271079"/>
                  </a:lnTo>
                  <a:lnTo>
                    <a:pt x="188578" y="270815"/>
                  </a:lnTo>
                  <a:lnTo>
                    <a:pt x="188750" y="270673"/>
                  </a:lnTo>
                  <a:lnTo>
                    <a:pt x="188915" y="270528"/>
                  </a:lnTo>
                  <a:lnTo>
                    <a:pt x="189157" y="270342"/>
                  </a:lnTo>
                  <a:lnTo>
                    <a:pt x="189446" y="270187"/>
                  </a:lnTo>
                  <a:lnTo>
                    <a:pt x="189906" y="269872"/>
                  </a:lnTo>
                  <a:lnTo>
                    <a:pt x="190159" y="269744"/>
                  </a:lnTo>
                  <a:lnTo>
                    <a:pt x="190354" y="269510"/>
                  </a:lnTo>
                  <a:lnTo>
                    <a:pt x="190607" y="269010"/>
                  </a:lnTo>
                  <a:lnTo>
                    <a:pt x="190621" y="268881"/>
                  </a:lnTo>
                  <a:lnTo>
                    <a:pt x="190131" y="266328"/>
                  </a:lnTo>
                  <a:lnTo>
                    <a:pt x="190281" y="266361"/>
                  </a:lnTo>
                  <a:lnTo>
                    <a:pt x="190553" y="266415"/>
                  </a:lnTo>
                  <a:lnTo>
                    <a:pt x="190690" y="266445"/>
                  </a:lnTo>
                  <a:lnTo>
                    <a:pt x="191071" y="266490"/>
                  </a:lnTo>
                  <a:lnTo>
                    <a:pt x="191412" y="266736"/>
                  </a:lnTo>
                  <a:lnTo>
                    <a:pt x="191754" y="266903"/>
                  </a:lnTo>
                  <a:lnTo>
                    <a:pt x="192136" y="267036"/>
                  </a:lnTo>
                  <a:lnTo>
                    <a:pt x="192381" y="267017"/>
                  </a:lnTo>
                  <a:lnTo>
                    <a:pt x="192711" y="266981"/>
                  </a:lnTo>
                  <a:lnTo>
                    <a:pt x="192938" y="266949"/>
                  </a:lnTo>
                  <a:lnTo>
                    <a:pt x="193267" y="266861"/>
                  </a:lnTo>
                  <a:lnTo>
                    <a:pt x="193400" y="267108"/>
                  </a:lnTo>
                  <a:lnTo>
                    <a:pt x="193893" y="267867"/>
                  </a:lnTo>
                  <a:lnTo>
                    <a:pt x="194089" y="268095"/>
                  </a:lnTo>
                  <a:lnTo>
                    <a:pt x="194432" y="268116"/>
                  </a:lnTo>
                  <a:lnTo>
                    <a:pt x="194673" y="268159"/>
                  </a:lnTo>
                  <a:lnTo>
                    <a:pt x="194826" y="268153"/>
                  </a:lnTo>
                  <a:lnTo>
                    <a:pt x="195070" y="268144"/>
                  </a:lnTo>
                  <a:lnTo>
                    <a:pt x="195360" y="268130"/>
                  </a:lnTo>
                  <a:lnTo>
                    <a:pt x="195583" y="268182"/>
                  </a:lnTo>
                  <a:lnTo>
                    <a:pt x="195909" y="268262"/>
                  </a:lnTo>
                  <a:lnTo>
                    <a:pt x="196456" y="268480"/>
                  </a:lnTo>
                  <a:lnTo>
                    <a:pt x="197139" y="268616"/>
                  </a:lnTo>
                  <a:lnTo>
                    <a:pt x="197761" y="268864"/>
                  </a:lnTo>
                  <a:lnTo>
                    <a:pt x="198110" y="268981"/>
                  </a:lnTo>
                  <a:lnTo>
                    <a:pt x="198721" y="269107"/>
                  </a:lnTo>
                  <a:lnTo>
                    <a:pt x="198938" y="269176"/>
                  </a:lnTo>
                  <a:lnTo>
                    <a:pt x="199080" y="269222"/>
                  </a:lnTo>
                  <a:lnTo>
                    <a:pt x="199251" y="269280"/>
                  </a:lnTo>
                  <a:lnTo>
                    <a:pt x="199643" y="269412"/>
                  </a:lnTo>
                  <a:lnTo>
                    <a:pt x="199874" y="269536"/>
                  </a:lnTo>
                  <a:lnTo>
                    <a:pt x="200137" y="269680"/>
                  </a:lnTo>
                  <a:lnTo>
                    <a:pt x="200399" y="269757"/>
                  </a:lnTo>
                  <a:lnTo>
                    <a:pt x="200602" y="269822"/>
                  </a:lnTo>
                  <a:lnTo>
                    <a:pt x="200872" y="269909"/>
                  </a:lnTo>
                  <a:lnTo>
                    <a:pt x="201170" y="270006"/>
                  </a:lnTo>
                  <a:lnTo>
                    <a:pt x="201305" y="270069"/>
                  </a:lnTo>
                  <a:lnTo>
                    <a:pt x="201603" y="270209"/>
                  </a:lnTo>
                  <a:lnTo>
                    <a:pt x="201938" y="270405"/>
                  </a:lnTo>
                  <a:lnTo>
                    <a:pt x="202221" y="270681"/>
                  </a:lnTo>
                  <a:lnTo>
                    <a:pt x="202417" y="270809"/>
                  </a:lnTo>
                  <a:lnTo>
                    <a:pt x="202567" y="270856"/>
                  </a:lnTo>
                  <a:lnTo>
                    <a:pt x="202804" y="270968"/>
                  </a:lnTo>
                  <a:lnTo>
                    <a:pt x="203075" y="271153"/>
                  </a:lnTo>
                  <a:lnTo>
                    <a:pt x="203298" y="271277"/>
                  </a:lnTo>
                  <a:lnTo>
                    <a:pt x="203443" y="271380"/>
                  </a:lnTo>
                  <a:lnTo>
                    <a:pt x="203592" y="271482"/>
                  </a:lnTo>
                  <a:lnTo>
                    <a:pt x="204088" y="271757"/>
                  </a:lnTo>
                  <a:lnTo>
                    <a:pt x="204023" y="272087"/>
                  </a:lnTo>
                  <a:lnTo>
                    <a:pt x="203948" y="272480"/>
                  </a:lnTo>
                  <a:lnTo>
                    <a:pt x="203804" y="272983"/>
                  </a:lnTo>
                  <a:lnTo>
                    <a:pt x="203412" y="273580"/>
                  </a:lnTo>
                  <a:lnTo>
                    <a:pt x="203364" y="274233"/>
                  </a:lnTo>
                  <a:lnTo>
                    <a:pt x="203292" y="275214"/>
                  </a:lnTo>
                  <a:lnTo>
                    <a:pt x="203198" y="276544"/>
                  </a:lnTo>
                  <a:lnTo>
                    <a:pt x="203147" y="277341"/>
                  </a:lnTo>
                  <a:lnTo>
                    <a:pt x="203091" y="278084"/>
                  </a:lnTo>
                  <a:lnTo>
                    <a:pt x="203027" y="279052"/>
                  </a:lnTo>
                  <a:lnTo>
                    <a:pt x="202959" y="279594"/>
                  </a:lnTo>
                  <a:lnTo>
                    <a:pt x="202916" y="280110"/>
                  </a:lnTo>
                  <a:lnTo>
                    <a:pt x="202851" y="280737"/>
                  </a:lnTo>
                  <a:lnTo>
                    <a:pt x="202786" y="281373"/>
                  </a:lnTo>
                  <a:lnTo>
                    <a:pt x="202924" y="282110"/>
                  </a:lnTo>
                  <a:lnTo>
                    <a:pt x="203248" y="281669"/>
                  </a:lnTo>
                  <a:lnTo>
                    <a:pt x="205741" y="280397"/>
                  </a:lnTo>
                  <a:lnTo>
                    <a:pt x="209258" y="278605"/>
                  </a:lnTo>
                  <a:lnTo>
                    <a:pt x="209928" y="278221"/>
                  </a:lnTo>
                  <a:lnTo>
                    <a:pt x="210894" y="277670"/>
                  </a:lnTo>
                  <a:lnTo>
                    <a:pt x="211855" y="277122"/>
                  </a:lnTo>
                  <a:lnTo>
                    <a:pt x="212999" y="277020"/>
                  </a:lnTo>
                  <a:lnTo>
                    <a:pt x="213488" y="276977"/>
                  </a:lnTo>
                  <a:lnTo>
                    <a:pt x="216464" y="276717"/>
                  </a:lnTo>
                  <a:lnTo>
                    <a:pt x="219716" y="276432"/>
                  </a:lnTo>
                  <a:lnTo>
                    <a:pt x="222042" y="276228"/>
                  </a:lnTo>
                  <a:lnTo>
                    <a:pt x="223011" y="276063"/>
                  </a:lnTo>
                  <a:lnTo>
                    <a:pt x="223963" y="274936"/>
                  </a:lnTo>
                  <a:lnTo>
                    <a:pt x="225220" y="272214"/>
                  </a:lnTo>
                  <a:lnTo>
                    <a:pt x="226061" y="269430"/>
                  </a:lnTo>
                  <a:lnTo>
                    <a:pt x="226516" y="266968"/>
                  </a:lnTo>
                  <a:lnTo>
                    <a:pt x="226600" y="266520"/>
                  </a:lnTo>
                  <a:lnTo>
                    <a:pt x="228337" y="263658"/>
                  </a:lnTo>
                  <a:lnTo>
                    <a:pt x="234395" y="263616"/>
                  </a:lnTo>
                  <a:lnTo>
                    <a:pt x="235606" y="263607"/>
                  </a:lnTo>
                  <a:lnTo>
                    <a:pt x="235896" y="263246"/>
                  </a:lnTo>
                  <a:lnTo>
                    <a:pt x="235910" y="263011"/>
                  </a:lnTo>
                  <a:lnTo>
                    <a:pt x="236492" y="261915"/>
                  </a:lnTo>
                  <a:lnTo>
                    <a:pt x="236169" y="261900"/>
                  </a:lnTo>
                  <a:lnTo>
                    <a:pt x="236031" y="262016"/>
                  </a:lnTo>
                  <a:lnTo>
                    <a:pt x="235730" y="262067"/>
                  </a:lnTo>
                  <a:lnTo>
                    <a:pt x="235307" y="261275"/>
                  </a:lnTo>
                  <a:lnTo>
                    <a:pt x="235376" y="259564"/>
                  </a:lnTo>
                  <a:lnTo>
                    <a:pt x="235231" y="258547"/>
                  </a:lnTo>
                  <a:lnTo>
                    <a:pt x="235305" y="258058"/>
                  </a:lnTo>
                  <a:lnTo>
                    <a:pt x="235350" y="257626"/>
                  </a:lnTo>
                  <a:lnTo>
                    <a:pt x="235371" y="257469"/>
                  </a:lnTo>
                  <a:lnTo>
                    <a:pt x="235505" y="257229"/>
                  </a:lnTo>
                  <a:lnTo>
                    <a:pt x="235475" y="257001"/>
                  </a:lnTo>
                  <a:lnTo>
                    <a:pt x="235495" y="256198"/>
                  </a:lnTo>
                  <a:lnTo>
                    <a:pt x="235515" y="255821"/>
                  </a:lnTo>
                  <a:lnTo>
                    <a:pt x="235503" y="255648"/>
                  </a:lnTo>
                  <a:lnTo>
                    <a:pt x="235485" y="255462"/>
                  </a:lnTo>
                  <a:lnTo>
                    <a:pt x="235479" y="255183"/>
                  </a:lnTo>
                  <a:lnTo>
                    <a:pt x="235500" y="254730"/>
                  </a:lnTo>
                  <a:lnTo>
                    <a:pt x="235467" y="253677"/>
                  </a:lnTo>
                  <a:lnTo>
                    <a:pt x="235041" y="253371"/>
                  </a:lnTo>
                  <a:lnTo>
                    <a:pt x="235124" y="252898"/>
                  </a:lnTo>
                  <a:lnTo>
                    <a:pt x="235113" y="252696"/>
                  </a:lnTo>
                  <a:lnTo>
                    <a:pt x="235048" y="252451"/>
                  </a:lnTo>
                  <a:lnTo>
                    <a:pt x="235276" y="251063"/>
                  </a:lnTo>
                  <a:lnTo>
                    <a:pt x="235225" y="250913"/>
                  </a:lnTo>
                  <a:lnTo>
                    <a:pt x="234612" y="249897"/>
                  </a:lnTo>
                  <a:lnTo>
                    <a:pt x="234573" y="249675"/>
                  </a:lnTo>
                  <a:lnTo>
                    <a:pt x="234406" y="249404"/>
                  </a:lnTo>
                  <a:lnTo>
                    <a:pt x="234206" y="249040"/>
                  </a:lnTo>
                  <a:lnTo>
                    <a:pt x="234160" y="248834"/>
                  </a:lnTo>
                  <a:lnTo>
                    <a:pt x="234153" y="248625"/>
                  </a:lnTo>
                  <a:lnTo>
                    <a:pt x="234390" y="246797"/>
                  </a:lnTo>
                  <a:lnTo>
                    <a:pt x="234574" y="246685"/>
                  </a:lnTo>
                  <a:lnTo>
                    <a:pt x="234747" y="246556"/>
                  </a:lnTo>
                  <a:lnTo>
                    <a:pt x="234908" y="246411"/>
                  </a:lnTo>
                  <a:lnTo>
                    <a:pt x="235053" y="246252"/>
                  </a:lnTo>
                  <a:lnTo>
                    <a:pt x="235297" y="245896"/>
                  </a:lnTo>
                  <a:lnTo>
                    <a:pt x="235393" y="245703"/>
                  </a:lnTo>
                  <a:lnTo>
                    <a:pt x="235470" y="245501"/>
                  </a:lnTo>
                  <a:lnTo>
                    <a:pt x="235528" y="245293"/>
                  </a:lnTo>
                  <a:lnTo>
                    <a:pt x="235494" y="243410"/>
                  </a:lnTo>
                  <a:lnTo>
                    <a:pt x="235484" y="243258"/>
                  </a:lnTo>
                  <a:lnTo>
                    <a:pt x="235537" y="243065"/>
                  </a:lnTo>
                  <a:lnTo>
                    <a:pt x="235552" y="242907"/>
                  </a:lnTo>
                  <a:lnTo>
                    <a:pt x="235405" y="242679"/>
                  </a:lnTo>
                  <a:lnTo>
                    <a:pt x="235474" y="242466"/>
                  </a:lnTo>
                  <a:lnTo>
                    <a:pt x="235418" y="240940"/>
                  </a:lnTo>
                  <a:lnTo>
                    <a:pt x="235334" y="240605"/>
                  </a:lnTo>
                  <a:lnTo>
                    <a:pt x="235259" y="240075"/>
                  </a:lnTo>
                  <a:lnTo>
                    <a:pt x="235219" y="239945"/>
                  </a:lnTo>
                  <a:lnTo>
                    <a:pt x="234945" y="238908"/>
                  </a:lnTo>
                  <a:lnTo>
                    <a:pt x="234926" y="238586"/>
                  </a:lnTo>
                  <a:lnTo>
                    <a:pt x="234887" y="238267"/>
                  </a:lnTo>
                  <a:lnTo>
                    <a:pt x="234814" y="237892"/>
                  </a:lnTo>
                  <a:lnTo>
                    <a:pt x="234794" y="237717"/>
                  </a:lnTo>
                  <a:lnTo>
                    <a:pt x="234794" y="237541"/>
                  </a:lnTo>
                  <a:lnTo>
                    <a:pt x="234814" y="237366"/>
                  </a:lnTo>
                  <a:lnTo>
                    <a:pt x="234897" y="237072"/>
                  </a:lnTo>
                  <a:lnTo>
                    <a:pt x="234958" y="236830"/>
                  </a:lnTo>
                  <a:lnTo>
                    <a:pt x="234999" y="236584"/>
                  </a:lnTo>
                  <a:lnTo>
                    <a:pt x="235021" y="236336"/>
                  </a:lnTo>
                  <a:lnTo>
                    <a:pt x="235022" y="236087"/>
                  </a:lnTo>
                  <a:lnTo>
                    <a:pt x="235002" y="235838"/>
                  </a:lnTo>
                  <a:lnTo>
                    <a:pt x="234963" y="235592"/>
                  </a:lnTo>
                  <a:lnTo>
                    <a:pt x="232252" y="231764"/>
                  </a:lnTo>
                  <a:lnTo>
                    <a:pt x="232212" y="231606"/>
                  </a:lnTo>
                  <a:lnTo>
                    <a:pt x="232222" y="231014"/>
                  </a:lnTo>
                  <a:lnTo>
                    <a:pt x="232133" y="230758"/>
                  </a:lnTo>
                  <a:lnTo>
                    <a:pt x="231788" y="229991"/>
                  </a:lnTo>
                  <a:lnTo>
                    <a:pt x="231596" y="229869"/>
                  </a:lnTo>
                  <a:lnTo>
                    <a:pt x="231415" y="229731"/>
                  </a:lnTo>
                  <a:lnTo>
                    <a:pt x="231248" y="229577"/>
                  </a:lnTo>
                  <a:lnTo>
                    <a:pt x="231094" y="229409"/>
                  </a:lnTo>
                  <a:lnTo>
                    <a:pt x="230640" y="228711"/>
                  </a:lnTo>
                  <a:lnTo>
                    <a:pt x="230508" y="228526"/>
                  </a:lnTo>
                  <a:lnTo>
                    <a:pt x="230393" y="228329"/>
                  </a:lnTo>
                  <a:lnTo>
                    <a:pt x="230296" y="228124"/>
                  </a:lnTo>
                  <a:lnTo>
                    <a:pt x="229690" y="226879"/>
                  </a:lnTo>
                  <a:lnTo>
                    <a:pt x="229666" y="226724"/>
                  </a:lnTo>
                  <a:lnTo>
                    <a:pt x="224979" y="224505"/>
                  </a:lnTo>
                  <a:lnTo>
                    <a:pt x="224903" y="224303"/>
                  </a:lnTo>
                  <a:lnTo>
                    <a:pt x="224808" y="224109"/>
                  </a:lnTo>
                  <a:lnTo>
                    <a:pt x="224712" y="223950"/>
                  </a:lnTo>
                  <a:lnTo>
                    <a:pt x="224273" y="223330"/>
                  </a:lnTo>
                  <a:lnTo>
                    <a:pt x="223632" y="222452"/>
                  </a:lnTo>
                  <a:lnTo>
                    <a:pt x="223193" y="221528"/>
                  </a:lnTo>
                  <a:lnTo>
                    <a:pt x="222535" y="220536"/>
                  </a:lnTo>
                  <a:lnTo>
                    <a:pt x="222578" y="220015"/>
                  </a:lnTo>
                  <a:lnTo>
                    <a:pt x="223006" y="219314"/>
                  </a:lnTo>
                  <a:lnTo>
                    <a:pt x="222499" y="218698"/>
                  </a:lnTo>
                  <a:lnTo>
                    <a:pt x="222567" y="217806"/>
                  </a:lnTo>
                  <a:lnTo>
                    <a:pt x="222722" y="217508"/>
                  </a:lnTo>
                  <a:lnTo>
                    <a:pt x="222907" y="217061"/>
                  </a:lnTo>
                  <a:lnTo>
                    <a:pt x="222936" y="216856"/>
                  </a:lnTo>
                  <a:lnTo>
                    <a:pt x="222963" y="216640"/>
                  </a:lnTo>
                  <a:lnTo>
                    <a:pt x="223057" y="216144"/>
                  </a:lnTo>
                  <a:lnTo>
                    <a:pt x="222979" y="215790"/>
                  </a:lnTo>
                  <a:lnTo>
                    <a:pt x="223009" y="215533"/>
                  </a:lnTo>
                  <a:lnTo>
                    <a:pt x="220538" y="197785"/>
                  </a:lnTo>
                  <a:lnTo>
                    <a:pt x="220917" y="197194"/>
                  </a:lnTo>
                  <a:lnTo>
                    <a:pt x="221009" y="197026"/>
                  </a:lnTo>
                  <a:lnTo>
                    <a:pt x="221569" y="196339"/>
                  </a:lnTo>
                  <a:lnTo>
                    <a:pt x="221813" y="196004"/>
                  </a:lnTo>
                  <a:lnTo>
                    <a:pt x="221500" y="195657"/>
                  </a:lnTo>
                  <a:lnTo>
                    <a:pt x="221247" y="195238"/>
                  </a:lnTo>
                  <a:lnTo>
                    <a:pt x="221396" y="194979"/>
                  </a:lnTo>
                  <a:lnTo>
                    <a:pt x="221606" y="194582"/>
                  </a:lnTo>
                  <a:lnTo>
                    <a:pt x="221482" y="194174"/>
                  </a:lnTo>
                  <a:lnTo>
                    <a:pt x="221274" y="193736"/>
                  </a:lnTo>
                  <a:lnTo>
                    <a:pt x="221152" y="193469"/>
                  </a:lnTo>
                  <a:lnTo>
                    <a:pt x="221063" y="193236"/>
                  </a:lnTo>
                  <a:lnTo>
                    <a:pt x="220211" y="192313"/>
                  </a:lnTo>
                  <a:lnTo>
                    <a:pt x="220241" y="192143"/>
                  </a:lnTo>
                  <a:lnTo>
                    <a:pt x="220259" y="191961"/>
                  </a:lnTo>
                  <a:lnTo>
                    <a:pt x="220255" y="191778"/>
                  </a:lnTo>
                  <a:lnTo>
                    <a:pt x="220322" y="191642"/>
                  </a:lnTo>
                  <a:lnTo>
                    <a:pt x="220327" y="191396"/>
                  </a:lnTo>
                  <a:lnTo>
                    <a:pt x="219355" y="190220"/>
                  </a:lnTo>
                  <a:lnTo>
                    <a:pt x="218987" y="189785"/>
                  </a:lnTo>
                  <a:lnTo>
                    <a:pt x="218756" y="189461"/>
                  </a:lnTo>
                  <a:lnTo>
                    <a:pt x="218610" y="189249"/>
                  </a:lnTo>
                  <a:lnTo>
                    <a:pt x="218222" y="188708"/>
                  </a:lnTo>
                  <a:lnTo>
                    <a:pt x="218183" y="188462"/>
                  </a:lnTo>
                  <a:lnTo>
                    <a:pt x="218197" y="188242"/>
                  </a:lnTo>
                  <a:lnTo>
                    <a:pt x="218307" y="187863"/>
                  </a:lnTo>
                  <a:lnTo>
                    <a:pt x="218437" y="187392"/>
                  </a:lnTo>
                  <a:lnTo>
                    <a:pt x="218483" y="187067"/>
                  </a:lnTo>
                  <a:lnTo>
                    <a:pt x="218650" y="185998"/>
                  </a:lnTo>
                  <a:lnTo>
                    <a:pt x="218950" y="185136"/>
                  </a:lnTo>
                  <a:lnTo>
                    <a:pt x="219549" y="183939"/>
                  </a:lnTo>
                  <a:lnTo>
                    <a:pt x="220646" y="181143"/>
                  </a:lnTo>
                  <a:lnTo>
                    <a:pt x="220686" y="180902"/>
                  </a:lnTo>
                  <a:lnTo>
                    <a:pt x="220781" y="180484"/>
                  </a:lnTo>
                  <a:lnTo>
                    <a:pt x="221660" y="179030"/>
                  </a:lnTo>
                  <a:lnTo>
                    <a:pt x="221838" y="178747"/>
                  </a:lnTo>
                  <a:lnTo>
                    <a:pt x="221923" y="178587"/>
                  </a:lnTo>
                  <a:lnTo>
                    <a:pt x="222039" y="178379"/>
                  </a:lnTo>
                  <a:lnTo>
                    <a:pt x="222573" y="177898"/>
                  </a:lnTo>
                  <a:lnTo>
                    <a:pt x="223092" y="177909"/>
                  </a:lnTo>
                  <a:lnTo>
                    <a:pt x="223801" y="177935"/>
                  </a:lnTo>
                  <a:lnTo>
                    <a:pt x="223934" y="177908"/>
                  </a:lnTo>
                  <a:lnTo>
                    <a:pt x="224148" y="177791"/>
                  </a:lnTo>
                  <a:lnTo>
                    <a:pt x="224379" y="177533"/>
                  </a:lnTo>
                  <a:lnTo>
                    <a:pt x="224508" y="177282"/>
                  </a:lnTo>
                  <a:lnTo>
                    <a:pt x="224645" y="176994"/>
                  </a:lnTo>
                  <a:lnTo>
                    <a:pt x="224717" y="176780"/>
                  </a:lnTo>
                  <a:lnTo>
                    <a:pt x="224775" y="176429"/>
                  </a:lnTo>
                  <a:lnTo>
                    <a:pt x="224884" y="175809"/>
                  </a:lnTo>
                  <a:lnTo>
                    <a:pt x="224963" y="175325"/>
                  </a:lnTo>
                  <a:lnTo>
                    <a:pt x="225051" y="174872"/>
                  </a:lnTo>
                  <a:lnTo>
                    <a:pt x="225158" y="174418"/>
                  </a:lnTo>
                  <a:lnTo>
                    <a:pt x="225541" y="171893"/>
                  </a:lnTo>
                  <a:lnTo>
                    <a:pt x="223362" y="170218"/>
                  </a:lnTo>
                  <a:lnTo>
                    <a:pt x="222838" y="169622"/>
                  </a:lnTo>
                  <a:lnTo>
                    <a:pt x="223325" y="167866"/>
                  </a:lnTo>
                  <a:lnTo>
                    <a:pt x="223354" y="167147"/>
                  </a:lnTo>
                  <a:lnTo>
                    <a:pt x="223449" y="166221"/>
                  </a:lnTo>
                  <a:lnTo>
                    <a:pt x="223485" y="164423"/>
                  </a:lnTo>
                  <a:lnTo>
                    <a:pt x="223550" y="164111"/>
                  </a:lnTo>
                  <a:lnTo>
                    <a:pt x="223569" y="163977"/>
                  </a:lnTo>
                  <a:lnTo>
                    <a:pt x="223586" y="163843"/>
                  </a:lnTo>
                  <a:lnTo>
                    <a:pt x="223611" y="163030"/>
                  </a:lnTo>
                  <a:lnTo>
                    <a:pt x="223580" y="162844"/>
                  </a:lnTo>
                  <a:lnTo>
                    <a:pt x="223591" y="162664"/>
                  </a:lnTo>
                  <a:lnTo>
                    <a:pt x="223603" y="162509"/>
                  </a:lnTo>
                  <a:lnTo>
                    <a:pt x="223626" y="162091"/>
                  </a:lnTo>
                  <a:lnTo>
                    <a:pt x="223634" y="161568"/>
                  </a:lnTo>
                  <a:lnTo>
                    <a:pt x="223499" y="161282"/>
                  </a:lnTo>
                  <a:lnTo>
                    <a:pt x="223390" y="161034"/>
                  </a:lnTo>
                  <a:lnTo>
                    <a:pt x="223253" y="160760"/>
                  </a:lnTo>
                  <a:lnTo>
                    <a:pt x="223071" y="160425"/>
                  </a:lnTo>
                  <a:lnTo>
                    <a:pt x="223025" y="160178"/>
                  </a:lnTo>
                  <a:lnTo>
                    <a:pt x="223126" y="159739"/>
                  </a:lnTo>
                  <a:lnTo>
                    <a:pt x="222799" y="159822"/>
                  </a:lnTo>
                  <a:lnTo>
                    <a:pt x="222406" y="160248"/>
                  </a:lnTo>
                  <a:lnTo>
                    <a:pt x="222150" y="160593"/>
                  </a:lnTo>
                  <a:lnTo>
                    <a:pt x="222022" y="160736"/>
                  </a:lnTo>
                  <a:lnTo>
                    <a:pt x="221807" y="161022"/>
                  </a:lnTo>
                  <a:lnTo>
                    <a:pt x="221100" y="161565"/>
                  </a:lnTo>
                  <a:lnTo>
                    <a:pt x="220779" y="161711"/>
                  </a:lnTo>
                  <a:lnTo>
                    <a:pt x="220491" y="161867"/>
                  </a:lnTo>
                  <a:lnTo>
                    <a:pt x="220173" y="162048"/>
                  </a:lnTo>
                  <a:lnTo>
                    <a:pt x="219788" y="162262"/>
                  </a:lnTo>
                  <a:lnTo>
                    <a:pt x="219074" y="162064"/>
                  </a:lnTo>
                  <a:lnTo>
                    <a:pt x="218593" y="161129"/>
                  </a:lnTo>
                  <a:lnTo>
                    <a:pt x="218922" y="160525"/>
                  </a:lnTo>
                  <a:lnTo>
                    <a:pt x="218955" y="159007"/>
                  </a:lnTo>
                  <a:lnTo>
                    <a:pt x="218798" y="157684"/>
                  </a:lnTo>
                  <a:lnTo>
                    <a:pt x="219260" y="156114"/>
                  </a:lnTo>
                  <a:lnTo>
                    <a:pt x="218671" y="154757"/>
                  </a:lnTo>
                  <a:lnTo>
                    <a:pt x="218695" y="154576"/>
                  </a:lnTo>
                  <a:lnTo>
                    <a:pt x="218225" y="153881"/>
                  </a:lnTo>
                  <a:lnTo>
                    <a:pt x="218179" y="153028"/>
                  </a:lnTo>
                  <a:lnTo>
                    <a:pt x="217953" y="152248"/>
                  </a:lnTo>
                  <a:lnTo>
                    <a:pt x="216702" y="149904"/>
                  </a:lnTo>
                  <a:lnTo>
                    <a:pt x="215303" y="148994"/>
                  </a:lnTo>
                  <a:lnTo>
                    <a:pt x="214495" y="148560"/>
                  </a:lnTo>
                  <a:lnTo>
                    <a:pt x="214316" y="148488"/>
                  </a:lnTo>
                  <a:lnTo>
                    <a:pt x="214041" y="148446"/>
                  </a:lnTo>
                  <a:lnTo>
                    <a:pt x="213914" y="148430"/>
                  </a:lnTo>
                  <a:lnTo>
                    <a:pt x="213241" y="148430"/>
                  </a:lnTo>
                  <a:lnTo>
                    <a:pt x="213061" y="148438"/>
                  </a:lnTo>
                  <a:lnTo>
                    <a:pt x="212900" y="148452"/>
                  </a:lnTo>
                  <a:lnTo>
                    <a:pt x="206350" y="143789"/>
                  </a:lnTo>
                  <a:lnTo>
                    <a:pt x="205910" y="143768"/>
                  </a:lnTo>
                  <a:lnTo>
                    <a:pt x="203685" y="142556"/>
                  </a:lnTo>
                  <a:lnTo>
                    <a:pt x="203102" y="142059"/>
                  </a:lnTo>
                  <a:lnTo>
                    <a:pt x="202209" y="141304"/>
                  </a:lnTo>
                  <a:lnTo>
                    <a:pt x="201909" y="141047"/>
                  </a:lnTo>
                  <a:lnTo>
                    <a:pt x="201364" y="140607"/>
                  </a:lnTo>
                  <a:lnTo>
                    <a:pt x="200007" y="139494"/>
                  </a:lnTo>
                  <a:lnTo>
                    <a:pt x="198842" y="138292"/>
                  </a:lnTo>
                  <a:lnTo>
                    <a:pt x="197063" y="136035"/>
                  </a:lnTo>
                  <a:lnTo>
                    <a:pt x="196772" y="135000"/>
                  </a:lnTo>
                  <a:lnTo>
                    <a:pt x="195623" y="133423"/>
                  </a:lnTo>
                  <a:lnTo>
                    <a:pt x="192626" y="129504"/>
                  </a:lnTo>
                  <a:lnTo>
                    <a:pt x="192110" y="116711"/>
                  </a:lnTo>
                  <a:lnTo>
                    <a:pt x="192097" y="116123"/>
                  </a:lnTo>
                  <a:lnTo>
                    <a:pt x="192133" y="115925"/>
                  </a:lnTo>
                  <a:lnTo>
                    <a:pt x="192332" y="115855"/>
                  </a:lnTo>
                  <a:lnTo>
                    <a:pt x="192332" y="114983"/>
                  </a:lnTo>
                  <a:close/>
                </a:path>
              </a:pathLst>
            </a:custGeom>
            <a:solidFill>
              <a:srgbClr val="4C6F7E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tx20"/>
            <p:cNvSpPr/>
            <p:nvPr/>
          </p:nvSpPr>
          <p:spPr>
            <a:xfrm>
              <a:off x="4574847" y="2606721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</a:t>
              </a:r>
            </a:p>
          </p:txBody>
        </p:sp>
        <p:sp>
          <p:nvSpPr>
            <p:cNvPr id="21" name="tx21"/>
            <p:cNvSpPr/>
            <p:nvPr/>
          </p:nvSpPr>
          <p:spPr>
            <a:xfrm>
              <a:off x="5046601" y="2403871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</a:t>
              </a:r>
            </a:p>
          </p:txBody>
        </p:sp>
        <p:sp>
          <p:nvSpPr>
            <p:cNvPr id="22" name="tx22"/>
            <p:cNvSpPr/>
            <p:nvPr/>
          </p:nvSpPr>
          <p:spPr>
            <a:xfrm>
              <a:off x="3270734" y="5213931"/>
              <a:ext cx="20445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n=11</a:t>
              </a:r>
            </a:p>
          </p:txBody>
        </p:sp>
        <p:sp>
          <p:nvSpPr>
            <p:cNvPr id="23" name="tx23"/>
            <p:cNvSpPr/>
            <p:nvPr/>
          </p:nvSpPr>
          <p:spPr>
            <a:xfrm>
              <a:off x="3230762" y="5454301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</a:t>
              </a:r>
            </a:p>
          </p:txBody>
        </p:sp>
        <p:sp>
          <p:nvSpPr>
            <p:cNvPr id="24" name="tx24"/>
            <p:cNvSpPr/>
            <p:nvPr/>
          </p:nvSpPr>
          <p:spPr>
            <a:xfrm>
              <a:off x="3433541" y="5524285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n=33</a:t>
              </a:r>
            </a:p>
          </p:txBody>
        </p:sp>
        <p:sp>
          <p:nvSpPr>
            <p:cNvPr id="25" name="tx25"/>
            <p:cNvSpPr/>
            <p:nvPr/>
          </p:nvSpPr>
          <p:spPr>
            <a:xfrm>
              <a:off x="3522276" y="5311967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n=93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3128385" y="4453253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n=13</a:t>
              </a:r>
            </a:p>
          </p:txBody>
        </p:sp>
        <p:sp>
          <p:nvSpPr>
            <p:cNvPr id="27" name="tx27"/>
            <p:cNvSpPr/>
            <p:nvPr/>
          </p:nvSpPr>
          <p:spPr>
            <a:xfrm>
              <a:off x="3065988" y="5623916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n=13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2782278" y="5543038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n=35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4025227" y="3259237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3515246" y="4207113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n=47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3503694" y="4946765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n=28</a:t>
              </a:r>
            </a:p>
          </p:txBody>
        </p:sp>
        <p:sp>
          <p:nvSpPr>
            <p:cNvPr id="32" name="tx32"/>
            <p:cNvSpPr/>
            <p:nvPr/>
          </p:nvSpPr>
          <p:spPr>
            <a:xfrm>
              <a:off x="2905849" y="4956972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n=25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6037896" y="3342110"/>
              <a:ext cx="5591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pic>
          <p:nvPicPr>
            <p:cNvPr id="34" name="pic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37896" y="3526456"/>
              <a:ext cx="219455" cy="1097280"/>
            </a:xfrm>
            <a:prstGeom prst="rect">
              <a:avLst/>
            </a:prstGeom>
          </p:spPr>
        </p:pic>
        <p:sp>
          <p:nvSpPr>
            <p:cNvPr id="35" name="pl35"/>
            <p:cNvSpPr/>
            <p:nvPr/>
          </p:nvSpPr>
          <p:spPr>
            <a:xfrm>
              <a:off x="6213461" y="434549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6213461" y="404505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6213461" y="3744606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6037896" y="434549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6037896" y="404505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6037896" y="3744606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tx41"/>
            <p:cNvSpPr/>
            <p:nvPr/>
          </p:nvSpPr>
          <p:spPr>
            <a:xfrm>
              <a:off x="6326941" y="430549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42" name="tx42"/>
            <p:cNvSpPr/>
            <p:nvPr/>
          </p:nvSpPr>
          <p:spPr>
            <a:xfrm>
              <a:off x="6326941" y="400504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6326941" y="370460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2546948" y="1669789"/>
              <a:ext cx="112663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Fylkesfordeling</a:t>
              </a:r>
            </a:p>
          </p:txBody>
        </p:sp>
      </p:grpSp>
      <p:sp>
        <p:nvSpPr>
          <p:cNvPr id="4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H3N2 - fylkesfordeling</a:t>
            </a: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57199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483989" y="1669789"/>
              <a:ext cx="4133221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85683" y="377437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85683" y="317875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85683" y="258314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85683" y="198752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85683" y="407218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85683" y="347656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85683" y="2880949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985683" y="228533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112438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323697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534955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746214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957473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168731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379990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2591249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2802507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3013766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3225025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3436283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3647542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3858801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4070059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4281318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2707441" y="3762461"/>
              <a:ext cx="190132" cy="30972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228630" y="2332982"/>
              <a:ext cx="190132" cy="9529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1228630" y="2428280"/>
              <a:ext cx="190132" cy="2382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1228630" y="2452105"/>
              <a:ext cx="190132" cy="4764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1228630" y="2499754"/>
              <a:ext cx="190132" cy="11912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228630" y="2618877"/>
              <a:ext cx="190132" cy="145330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3129958" y="3810110"/>
              <a:ext cx="190132" cy="23824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3129958" y="3833935"/>
              <a:ext cx="190132" cy="23824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4186252" y="4024532"/>
              <a:ext cx="190132" cy="4764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2073665" y="3405091"/>
              <a:ext cx="190132" cy="7147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073665" y="3476565"/>
              <a:ext cx="190132" cy="59561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2918700" y="3762461"/>
              <a:ext cx="190132" cy="30972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3341217" y="3881584"/>
              <a:ext cx="190132" cy="190597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1017372" y="1856488"/>
              <a:ext cx="190132" cy="23824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1017372" y="1880313"/>
              <a:ext cx="190132" cy="95298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1017372" y="1975612"/>
              <a:ext cx="190132" cy="209656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1651148" y="3238318"/>
              <a:ext cx="190132" cy="4764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1651148" y="3285968"/>
              <a:ext cx="190132" cy="23824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1651148" y="3309792"/>
              <a:ext cx="190132" cy="76238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3552476" y="3881584"/>
              <a:ext cx="190132" cy="23824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3552476" y="3905409"/>
              <a:ext cx="190132" cy="16677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3763734" y="3881584"/>
              <a:ext cx="190132" cy="190597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1439889" y="2952423"/>
              <a:ext cx="190132" cy="2382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1439889" y="2976247"/>
              <a:ext cx="190132" cy="109593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3974993" y="3905409"/>
              <a:ext cx="190132" cy="2382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3974993" y="3929233"/>
              <a:ext cx="190132" cy="142947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1862406" y="3285968"/>
              <a:ext cx="190132" cy="2382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1862406" y="3309792"/>
              <a:ext cx="190132" cy="76238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2496182" y="3476565"/>
              <a:ext cx="190132" cy="4764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2496182" y="3524214"/>
              <a:ext cx="190132" cy="2382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2496182" y="3548039"/>
              <a:ext cx="190132" cy="52414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2284924" y="3428916"/>
              <a:ext cx="190132" cy="23824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2284924" y="3452740"/>
              <a:ext cx="190132" cy="61944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tx64"/>
            <p:cNvSpPr/>
            <p:nvPr/>
          </p:nvSpPr>
          <p:spPr>
            <a:xfrm>
              <a:off x="849602" y="4028564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65" name="tx65"/>
            <p:cNvSpPr/>
            <p:nvPr/>
          </p:nvSpPr>
          <p:spPr>
            <a:xfrm>
              <a:off x="781845" y="343294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66" name="tx66"/>
            <p:cNvSpPr/>
            <p:nvPr/>
          </p:nvSpPr>
          <p:spPr>
            <a:xfrm>
              <a:off x="781845" y="2837332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781845" y="224171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597093" y="4464752"/>
              <a:ext cx="63989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Oslo (n=93)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588722" y="4555726"/>
              <a:ext cx="89720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Akershus (n=73)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763220" y="4570953"/>
              <a:ext cx="940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Trøndelag (n=47)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999454" y="4560608"/>
              <a:ext cx="9110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Rogaland (n=35)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1286030" y="4529410"/>
              <a:ext cx="8227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Vestfold (n=33)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1439299" y="4553431"/>
              <a:ext cx="89071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Innlandet (n=28)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1749055" y="4512631"/>
              <a:ext cx="7753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Østfold (n=27)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1890850" y="4541404"/>
              <a:ext cx="8567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 (n=25)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2223475" y="4491133"/>
              <a:ext cx="71451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Agder (n=13)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1885815" y="4718502"/>
              <a:ext cx="135760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Møre og Romsdal (n=13)</a:t>
              </a:r>
            </a:p>
          </p:txBody>
        </p:sp>
        <p:sp>
          <p:nvSpPr>
            <p:cNvPr id="78" name="tx78"/>
            <p:cNvSpPr/>
            <p:nvPr/>
          </p:nvSpPr>
          <p:spPr>
            <a:xfrm rot="-2700000">
              <a:off x="2491924" y="4554950"/>
              <a:ext cx="8950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Buskerud (n=11)</a:t>
              </a:r>
            </a:p>
          </p:txBody>
        </p:sp>
        <p:sp>
          <p:nvSpPr>
            <p:cNvPr id="79" name="tx79"/>
            <p:cNvSpPr/>
            <p:nvPr/>
          </p:nvSpPr>
          <p:spPr>
            <a:xfrm rot="-2700000">
              <a:off x="2770538" y="4527050"/>
              <a:ext cx="81610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Nordland (n=8)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2981953" y="4526985"/>
              <a:ext cx="8159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Telemark (n=8)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3324256" y="4472705"/>
              <a:ext cx="6623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Troms (n=8)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3531612" y="4474322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(n=7)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3604178" y="4531770"/>
              <a:ext cx="82945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Finnmark (n=2)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2400475" y="5329010"/>
              <a:ext cx="59280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Fylke (n)</a:t>
              </a:r>
            </a:p>
          </p:txBody>
        </p:sp>
        <p:sp>
          <p:nvSpPr>
            <p:cNvPr id="85" name="tx85"/>
            <p:cNvSpPr/>
            <p:nvPr/>
          </p:nvSpPr>
          <p:spPr>
            <a:xfrm rot="-5400000">
              <a:off x="352387" y="2909745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86" name="pl86"/>
            <p:cNvSpPr/>
            <p:nvPr/>
          </p:nvSpPr>
          <p:spPr>
            <a:xfrm>
              <a:off x="5118905" y="379522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5118905" y="324129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5118905" y="268737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5118905" y="213345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5118905" y="407218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5118905" y="351825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5118905" y="296433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5118905" y="241041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5118905" y="185648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5245660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5456919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5668177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5879436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6090695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6301953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6513212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6724471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6935729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7146988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358247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569505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7780764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7992023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8203281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8414540" y="1745704"/>
              <a:ext cx="0" cy="2437261"/>
            </a:xfrm>
            <a:custGeom>
              <a:avLst/>
              <a:pathLst>
                <a:path w="0" h="2437261">
                  <a:moveTo>
                    <a:pt x="0" y="243726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6840663" y="1856488"/>
              <a:ext cx="190132" cy="221569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5361852" y="1856488"/>
              <a:ext cx="190132" cy="12140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5361852" y="1977896"/>
              <a:ext cx="190132" cy="3035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5361852" y="2008248"/>
              <a:ext cx="190132" cy="6070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5361852" y="2068952"/>
              <a:ext cx="190132" cy="15175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5361852" y="2220712"/>
              <a:ext cx="190132" cy="185146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7263180" y="1856488"/>
              <a:ext cx="190132" cy="201426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7263180" y="2057915"/>
              <a:ext cx="190132" cy="201426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8319474" y="1856488"/>
              <a:ext cx="190132" cy="221569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6206887" y="1856488"/>
              <a:ext cx="190132" cy="23739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6206887" y="2093884"/>
              <a:ext cx="190132" cy="1978297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7051922" y="1856488"/>
              <a:ext cx="190132" cy="221569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7474439" y="1856488"/>
              <a:ext cx="190132" cy="221569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5150594" y="1856488"/>
              <a:ext cx="190132" cy="23824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5150594" y="1880313"/>
              <a:ext cx="190132" cy="95298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5150594" y="1975612"/>
              <a:ext cx="190132" cy="209656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5784370" y="1856488"/>
              <a:ext cx="190132" cy="12661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5784370" y="1983100"/>
              <a:ext cx="190132" cy="6330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5784370" y="2046405"/>
              <a:ext cx="190132" cy="202577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7685698" y="1856488"/>
              <a:ext cx="190132" cy="27696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7685698" y="2133450"/>
              <a:ext cx="190132" cy="1938731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7896956" y="1856488"/>
              <a:ext cx="190132" cy="221569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5573111" y="1856488"/>
              <a:ext cx="190132" cy="47142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5573111" y="1903631"/>
              <a:ext cx="190132" cy="216855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8108215" y="1856488"/>
              <a:ext cx="190132" cy="31652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8108215" y="2173016"/>
              <a:ext cx="190132" cy="1899165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5995628" y="1856488"/>
              <a:ext cx="190132" cy="6714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rc138"/>
            <p:cNvSpPr/>
            <p:nvPr/>
          </p:nvSpPr>
          <p:spPr>
            <a:xfrm>
              <a:off x="5995628" y="1923631"/>
              <a:ext cx="190132" cy="214855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9" name="rc139"/>
            <p:cNvSpPr/>
            <p:nvPr/>
          </p:nvSpPr>
          <p:spPr>
            <a:xfrm>
              <a:off x="6629404" y="1856488"/>
              <a:ext cx="190132" cy="17725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rc140"/>
            <p:cNvSpPr/>
            <p:nvPr/>
          </p:nvSpPr>
          <p:spPr>
            <a:xfrm>
              <a:off x="6629404" y="2033744"/>
              <a:ext cx="190132" cy="8862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1" name="rc141"/>
            <p:cNvSpPr/>
            <p:nvPr/>
          </p:nvSpPr>
          <p:spPr>
            <a:xfrm>
              <a:off x="6629404" y="2122372"/>
              <a:ext cx="190132" cy="194980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2" name="rc142"/>
            <p:cNvSpPr/>
            <p:nvPr/>
          </p:nvSpPr>
          <p:spPr>
            <a:xfrm>
              <a:off x="6418146" y="1856488"/>
              <a:ext cx="190132" cy="82062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3" name="rc143"/>
            <p:cNvSpPr/>
            <p:nvPr/>
          </p:nvSpPr>
          <p:spPr>
            <a:xfrm>
              <a:off x="6418146" y="1938551"/>
              <a:ext cx="190132" cy="213363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4" name="tx144"/>
            <p:cNvSpPr/>
            <p:nvPr/>
          </p:nvSpPr>
          <p:spPr>
            <a:xfrm>
              <a:off x="4874559" y="4028564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45" name="tx145"/>
            <p:cNvSpPr/>
            <p:nvPr/>
          </p:nvSpPr>
          <p:spPr>
            <a:xfrm>
              <a:off x="4806802" y="347464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46" name="tx146"/>
            <p:cNvSpPr/>
            <p:nvPr/>
          </p:nvSpPr>
          <p:spPr>
            <a:xfrm>
              <a:off x="4806802" y="2920718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47" name="tx147"/>
            <p:cNvSpPr/>
            <p:nvPr/>
          </p:nvSpPr>
          <p:spPr>
            <a:xfrm>
              <a:off x="4806802" y="236679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48" name="tx148"/>
            <p:cNvSpPr/>
            <p:nvPr/>
          </p:nvSpPr>
          <p:spPr>
            <a:xfrm>
              <a:off x="4739045" y="1812872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4730315" y="4464752"/>
              <a:ext cx="63989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Oslo (n=93)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4721944" y="4555726"/>
              <a:ext cx="89720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Akershus (n=73)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4896442" y="4570953"/>
              <a:ext cx="940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Trøndelag (n=47)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5132676" y="4560608"/>
              <a:ext cx="9110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Rogaland (n=35)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5419252" y="4529410"/>
              <a:ext cx="8227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Vestfold (n=33)</a:t>
              </a:r>
            </a:p>
          </p:txBody>
        </p:sp>
        <p:sp>
          <p:nvSpPr>
            <p:cNvPr id="154" name="tx154"/>
            <p:cNvSpPr/>
            <p:nvPr/>
          </p:nvSpPr>
          <p:spPr>
            <a:xfrm rot="-2700000">
              <a:off x="5572520" y="4553431"/>
              <a:ext cx="89071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Innlandet (n=28)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2700000">
              <a:off x="5882277" y="4512631"/>
              <a:ext cx="7753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Østfold (n=27)</a:t>
              </a:r>
            </a:p>
          </p:txBody>
        </p:sp>
        <p:sp>
          <p:nvSpPr>
            <p:cNvPr id="156" name="tx156"/>
            <p:cNvSpPr/>
            <p:nvPr/>
          </p:nvSpPr>
          <p:spPr>
            <a:xfrm rot="-2700000">
              <a:off x="6024072" y="4541404"/>
              <a:ext cx="85670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 (n=25)</a:t>
              </a:r>
            </a:p>
          </p:txBody>
        </p:sp>
        <p:sp>
          <p:nvSpPr>
            <p:cNvPr id="157" name="tx157"/>
            <p:cNvSpPr/>
            <p:nvPr/>
          </p:nvSpPr>
          <p:spPr>
            <a:xfrm rot="-2700000">
              <a:off x="6356697" y="4491133"/>
              <a:ext cx="71451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Agder (n=13)</a:t>
              </a:r>
            </a:p>
          </p:txBody>
        </p:sp>
        <p:sp>
          <p:nvSpPr>
            <p:cNvPr id="158" name="tx158"/>
            <p:cNvSpPr/>
            <p:nvPr/>
          </p:nvSpPr>
          <p:spPr>
            <a:xfrm rot="-2700000">
              <a:off x="6019037" y="4718502"/>
              <a:ext cx="135760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Møre og Romsdal (n=13)</a:t>
              </a:r>
            </a:p>
          </p:txBody>
        </p:sp>
        <p:sp>
          <p:nvSpPr>
            <p:cNvPr id="159" name="tx159"/>
            <p:cNvSpPr/>
            <p:nvPr/>
          </p:nvSpPr>
          <p:spPr>
            <a:xfrm rot="-2700000">
              <a:off x="6625146" y="4554950"/>
              <a:ext cx="8950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Buskerud (n=11)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6903760" y="4527050"/>
              <a:ext cx="81610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Nordland (n=8)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7115175" y="4526985"/>
              <a:ext cx="8159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Telemark (n=8)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7457478" y="4472705"/>
              <a:ext cx="6623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Troms (n=8)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7664834" y="4474322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(n=7)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2700000">
              <a:off x="7737400" y="4531770"/>
              <a:ext cx="82945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Finnmark (n=2)</a:t>
              </a:r>
            </a:p>
          </p:txBody>
        </p:sp>
        <p:sp>
          <p:nvSpPr>
            <p:cNvPr id="165" name="tx165"/>
            <p:cNvSpPr/>
            <p:nvPr/>
          </p:nvSpPr>
          <p:spPr>
            <a:xfrm>
              <a:off x="6533697" y="5329010"/>
              <a:ext cx="59280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Fylke (n)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5400000">
              <a:off x="4279915" y="2909745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67" name="tx167"/>
            <p:cNvSpPr/>
            <p:nvPr/>
          </p:nvSpPr>
          <p:spPr>
            <a:xfrm>
              <a:off x="2999511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68" name="rc168"/>
            <p:cNvSpPr/>
            <p:nvPr/>
          </p:nvSpPr>
          <p:spPr>
            <a:xfrm>
              <a:off x="3720844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9" name="rc169"/>
            <p:cNvSpPr/>
            <p:nvPr/>
          </p:nvSpPr>
          <p:spPr>
            <a:xfrm>
              <a:off x="4254619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0" name="rc170"/>
            <p:cNvSpPr/>
            <p:nvPr/>
          </p:nvSpPr>
          <p:spPr>
            <a:xfrm>
              <a:off x="4889985" y="5695105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1" name="rc171"/>
            <p:cNvSpPr/>
            <p:nvPr/>
          </p:nvSpPr>
          <p:spPr>
            <a:xfrm>
              <a:off x="5525350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2" name="rc172"/>
            <p:cNvSpPr/>
            <p:nvPr/>
          </p:nvSpPr>
          <p:spPr>
            <a:xfrm>
              <a:off x="6160715" y="5695105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3" name="tx173"/>
            <p:cNvSpPr/>
            <p:nvPr/>
          </p:nvSpPr>
          <p:spPr>
            <a:xfrm>
              <a:off x="4006397" y="5751398"/>
              <a:ext cx="16248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174" name="tx174"/>
            <p:cNvSpPr/>
            <p:nvPr/>
          </p:nvSpPr>
          <p:spPr>
            <a:xfrm>
              <a:off x="4540172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175" name="tx175"/>
            <p:cNvSpPr/>
            <p:nvPr/>
          </p:nvSpPr>
          <p:spPr>
            <a:xfrm>
              <a:off x="5175538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176" name="tx176"/>
            <p:cNvSpPr/>
            <p:nvPr/>
          </p:nvSpPr>
          <p:spPr>
            <a:xfrm>
              <a:off x="5810903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177" name="tx177"/>
            <p:cNvSpPr/>
            <p:nvPr/>
          </p:nvSpPr>
          <p:spPr>
            <a:xfrm>
              <a:off x="6446268" y="5751398"/>
              <a:ext cx="811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</p:grpSp>
      <p:sp>
        <p:nvSpPr>
          <p:cNvPr id="17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H3N2 etter Fylke (antall + %)</a:t>
            </a: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91078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517867" y="1669789"/>
              <a:ext cx="4099343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53440" y="385118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53440" y="296148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53440" y="207178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53440" y="429603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53440" y="340633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53440" y="251663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381360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927894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474429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020963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567497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114031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2228488" y="3877875"/>
              <a:ext cx="491880" cy="889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2228488" y="3886772"/>
              <a:ext cx="491880" cy="40926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2775022" y="4135889"/>
              <a:ext cx="491880" cy="16014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3321557" y="4180374"/>
              <a:ext cx="491880" cy="115661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3868091" y="4233756"/>
              <a:ext cx="491880" cy="889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3868091" y="4242653"/>
              <a:ext cx="491880" cy="5338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1681954" y="3646553"/>
              <a:ext cx="491880" cy="3558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681954" y="3682141"/>
              <a:ext cx="491880" cy="889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681954" y="3691038"/>
              <a:ext cx="491880" cy="8897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681954" y="3699935"/>
              <a:ext cx="491880" cy="59610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135420" y="1867148"/>
              <a:ext cx="491880" cy="3558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1135420" y="1902736"/>
              <a:ext cx="491880" cy="1779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1135420" y="1920530"/>
              <a:ext cx="491880" cy="2669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135420" y="1947221"/>
              <a:ext cx="491880" cy="13345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1135420" y="2080677"/>
              <a:ext cx="491880" cy="221535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tx34"/>
            <p:cNvSpPr/>
            <p:nvPr/>
          </p:nvSpPr>
          <p:spPr>
            <a:xfrm>
              <a:off x="917359" y="4252419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781845" y="3362716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781845" y="2473014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37" name="tx37"/>
            <p:cNvSpPr/>
            <p:nvPr/>
          </p:nvSpPr>
          <p:spPr>
            <a:xfrm rot="-2700000">
              <a:off x="576923" y="4819013"/>
              <a:ext cx="9785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Østlandet (n=273)</a:t>
              </a:r>
            </a:p>
          </p:txBody>
        </p:sp>
        <p:sp>
          <p:nvSpPr>
            <p:cNvPr id="38" name="tx38"/>
            <p:cNvSpPr/>
            <p:nvPr/>
          </p:nvSpPr>
          <p:spPr>
            <a:xfrm rot="-2700000">
              <a:off x="1140784" y="4811836"/>
              <a:ext cx="9582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Vestlandet (n=73)</a:t>
              </a:r>
            </a:p>
          </p:txBody>
        </p:sp>
        <p:sp>
          <p:nvSpPr>
            <p:cNvPr id="39" name="tx39"/>
            <p:cNvSpPr/>
            <p:nvPr/>
          </p:nvSpPr>
          <p:spPr>
            <a:xfrm rot="-2700000">
              <a:off x="1658518" y="4823765"/>
              <a:ext cx="99203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Midt-Norge (n=47)</a:t>
              </a:r>
            </a:p>
          </p:txBody>
        </p:sp>
        <p:sp>
          <p:nvSpPr>
            <p:cNvPr id="40" name="tx40"/>
            <p:cNvSpPr/>
            <p:nvPr/>
          </p:nvSpPr>
          <p:spPr>
            <a:xfrm rot="-2700000">
              <a:off x="2176096" y="4835759"/>
              <a:ext cx="10259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Nord-Norge (n=18)</a:t>
              </a:r>
            </a:p>
          </p:txBody>
        </p:sp>
        <p:sp>
          <p:nvSpPr>
            <p:cNvPr id="41" name="tx41"/>
            <p:cNvSpPr/>
            <p:nvPr/>
          </p:nvSpPr>
          <p:spPr>
            <a:xfrm rot="-2700000">
              <a:off x="2815118" y="4797449"/>
              <a:ext cx="91760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Sørlandet (n=13)</a:t>
              </a:r>
            </a:p>
          </p:txBody>
        </p:sp>
        <p:sp>
          <p:nvSpPr>
            <p:cNvPr id="42" name="tx42"/>
            <p:cNvSpPr/>
            <p:nvPr/>
          </p:nvSpPr>
          <p:spPr>
            <a:xfrm rot="-2700000">
              <a:off x="3575584" y="4708836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(n=7)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2324054" y="5329010"/>
              <a:ext cx="84728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Landsdel (n)</a:t>
              </a:r>
            </a:p>
          </p:txBody>
        </p:sp>
        <p:sp>
          <p:nvSpPr>
            <p:cNvPr id="44" name="tx44"/>
            <p:cNvSpPr/>
            <p:nvPr/>
          </p:nvSpPr>
          <p:spPr>
            <a:xfrm rot="-5400000">
              <a:off x="352387" y="3027002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45" name="pl45"/>
            <p:cNvSpPr/>
            <p:nvPr/>
          </p:nvSpPr>
          <p:spPr>
            <a:xfrm>
              <a:off x="5152783" y="399242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5152783" y="338520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5152783" y="277798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152783" y="217075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152783" y="429603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152783" y="368881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152783" y="308159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152783" y="247437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152783" y="186714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480704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6027238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6573772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7120306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7666840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8213375" y="1745704"/>
              <a:ext cx="0" cy="2671775"/>
            </a:xfrm>
            <a:custGeom>
              <a:avLst/>
              <a:pathLst>
                <a:path w="0" h="2671775">
                  <a:moveTo>
                    <a:pt x="0" y="2671775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6327832" y="1867148"/>
              <a:ext cx="491880" cy="5167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6327832" y="1918827"/>
              <a:ext cx="491880" cy="237720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6874366" y="1867148"/>
              <a:ext cx="491880" cy="2428887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7420900" y="1867148"/>
              <a:ext cx="491880" cy="2428887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7967434" y="1867148"/>
              <a:ext cx="491880" cy="34698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7967434" y="2214132"/>
              <a:ext cx="491880" cy="208190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5781298" y="1867148"/>
              <a:ext cx="491880" cy="13308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5781298" y="2000238"/>
              <a:ext cx="491880" cy="3327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781298" y="2033510"/>
              <a:ext cx="491880" cy="33272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5781298" y="2066783"/>
              <a:ext cx="491880" cy="222925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5234763" y="1867148"/>
              <a:ext cx="491880" cy="3558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234763" y="1902736"/>
              <a:ext cx="491880" cy="1779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234763" y="1920530"/>
              <a:ext cx="491880" cy="2669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234763" y="1947221"/>
              <a:ext cx="491880" cy="13345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234763" y="2080677"/>
              <a:ext cx="491880" cy="221535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tx75"/>
            <p:cNvSpPr/>
            <p:nvPr/>
          </p:nvSpPr>
          <p:spPr>
            <a:xfrm>
              <a:off x="4908437" y="4252419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76" name="tx76"/>
            <p:cNvSpPr/>
            <p:nvPr/>
          </p:nvSpPr>
          <p:spPr>
            <a:xfrm>
              <a:off x="4840680" y="364519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4840680" y="303797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4840680" y="2430753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4772923" y="1823531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80" name="tx80"/>
            <p:cNvSpPr/>
            <p:nvPr/>
          </p:nvSpPr>
          <p:spPr>
            <a:xfrm rot="-2700000">
              <a:off x="4676266" y="4819013"/>
              <a:ext cx="9785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Østlandet (n=273)</a:t>
              </a:r>
            </a:p>
          </p:txBody>
        </p:sp>
        <p:sp>
          <p:nvSpPr>
            <p:cNvPr id="81" name="tx81"/>
            <p:cNvSpPr/>
            <p:nvPr/>
          </p:nvSpPr>
          <p:spPr>
            <a:xfrm rot="-2700000">
              <a:off x="5240127" y="4811836"/>
              <a:ext cx="9582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Vestlandet (n=73)</a:t>
              </a:r>
            </a:p>
          </p:txBody>
        </p:sp>
        <p:sp>
          <p:nvSpPr>
            <p:cNvPr id="82" name="tx82"/>
            <p:cNvSpPr/>
            <p:nvPr/>
          </p:nvSpPr>
          <p:spPr>
            <a:xfrm rot="-2700000">
              <a:off x="5757861" y="4823765"/>
              <a:ext cx="99203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Midt-Norge (n=47)</a:t>
              </a:r>
            </a:p>
          </p:txBody>
        </p:sp>
        <p:sp>
          <p:nvSpPr>
            <p:cNvPr id="83" name="tx83"/>
            <p:cNvSpPr/>
            <p:nvPr/>
          </p:nvSpPr>
          <p:spPr>
            <a:xfrm rot="-2700000">
              <a:off x="6275439" y="4835759"/>
              <a:ext cx="10259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Nord-Norge (n=18)</a:t>
              </a:r>
            </a:p>
          </p:txBody>
        </p:sp>
        <p:sp>
          <p:nvSpPr>
            <p:cNvPr id="84" name="tx84"/>
            <p:cNvSpPr/>
            <p:nvPr/>
          </p:nvSpPr>
          <p:spPr>
            <a:xfrm rot="-2700000">
              <a:off x="6914461" y="4797449"/>
              <a:ext cx="91760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Sørlandet (n=13)</a:t>
              </a:r>
            </a:p>
          </p:txBody>
        </p:sp>
        <p:sp>
          <p:nvSpPr>
            <p:cNvPr id="85" name="tx85"/>
            <p:cNvSpPr/>
            <p:nvPr/>
          </p:nvSpPr>
          <p:spPr>
            <a:xfrm rot="-2700000">
              <a:off x="7674928" y="4708836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(n=7)</a:t>
              </a:r>
            </a:p>
          </p:txBody>
        </p:sp>
        <p:sp>
          <p:nvSpPr>
            <p:cNvPr id="86" name="tx86"/>
            <p:cNvSpPr/>
            <p:nvPr/>
          </p:nvSpPr>
          <p:spPr>
            <a:xfrm>
              <a:off x="6423398" y="5329010"/>
              <a:ext cx="84728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Landsdel (n)</a:t>
              </a:r>
            </a:p>
          </p:txBody>
        </p:sp>
        <p:sp>
          <p:nvSpPr>
            <p:cNvPr id="87" name="tx87"/>
            <p:cNvSpPr/>
            <p:nvPr/>
          </p:nvSpPr>
          <p:spPr>
            <a:xfrm rot="-5400000">
              <a:off x="4313793" y="3027002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3033389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89" name="rc89"/>
            <p:cNvSpPr/>
            <p:nvPr/>
          </p:nvSpPr>
          <p:spPr>
            <a:xfrm>
              <a:off x="3754722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4288498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4923863" y="5695105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5559228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6194594" y="5695105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tx94"/>
            <p:cNvSpPr/>
            <p:nvPr/>
          </p:nvSpPr>
          <p:spPr>
            <a:xfrm>
              <a:off x="4040275" y="5751398"/>
              <a:ext cx="16248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4574051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5209416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97" name="tx97"/>
            <p:cNvSpPr/>
            <p:nvPr/>
          </p:nvSpPr>
          <p:spPr>
            <a:xfrm>
              <a:off x="5844782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6480147" y="5751398"/>
              <a:ext cx="811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</p:grpSp>
      <p:sp>
        <p:nvSpPr>
          <p:cNvPr id="9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H3N2 etter Landsdel (antall + %)</a:t>
            </a: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91078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517867" y="1669789"/>
              <a:ext cx="4099343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53440" y="403432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53440" y="316379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53440" y="229326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53440" y="446958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53440" y="359906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53440" y="272853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53440" y="185800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444422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096059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747696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399333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050970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3757733" y="3895040"/>
              <a:ext cx="586473" cy="57454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2454459" y="3024511"/>
              <a:ext cx="586473" cy="5223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2454459" y="3076743"/>
              <a:ext cx="586473" cy="1741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454459" y="3094153"/>
              <a:ext cx="586473" cy="5223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2454459" y="3146385"/>
              <a:ext cx="586473" cy="132320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1151185" y="1875413"/>
              <a:ext cx="586473" cy="5223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1151185" y="1927644"/>
              <a:ext cx="586473" cy="1741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51185" y="1945055"/>
              <a:ext cx="586473" cy="1741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151185" y="1962466"/>
              <a:ext cx="586473" cy="121874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151185" y="2084340"/>
              <a:ext cx="586473" cy="238524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3106096" y="3355312"/>
              <a:ext cx="586473" cy="1741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3106096" y="3372722"/>
              <a:ext cx="586473" cy="5223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106096" y="3424954"/>
              <a:ext cx="586473" cy="104463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802822" y="2693710"/>
              <a:ext cx="586473" cy="3482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1802822" y="2728531"/>
              <a:ext cx="586473" cy="5223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1802822" y="2780763"/>
              <a:ext cx="586473" cy="1741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1802822" y="2798173"/>
              <a:ext cx="586473" cy="5223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802822" y="2850405"/>
              <a:ext cx="586473" cy="161918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tx37"/>
            <p:cNvSpPr/>
            <p:nvPr/>
          </p:nvSpPr>
          <p:spPr>
            <a:xfrm>
              <a:off x="917359" y="4425972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38" name="tx38"/>
            <p:cNvSpPr/>
            <p:nvPr/>
          </p:nvSpPr>
          <p:spPr>
            <a:xfrm>
              <a:off x="849602" y="355544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39" name="tx39"/>
            <p:cNvSpPr/>
            <p:nvPr/>
          </p:nvSpPr>
          <p:spPr>
            <a:xfrm>
              <a:off x="781845" y="2684914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40" name="tx40"/>
            <p:cNvSpPr/>
            <p:nvPr/>
          </p:nvSpPr>
          <p:spPr>
            <a:xfrm>
              <a:off x="781845" y="1814385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150</a:t>
              </a:r>
            </a:p>
          </p:txBody>
        </p:sp>
        <p:sp>
          <p:nvSpPr>
            <p:cNvPr id="41" name="tx41"/>
            <p:cNvSpPr/>
            <p:nvPr/>
          </p:nvSpPr>
          <p:spPr>
            <a:xfrm rot="-2700000">
              <a:off x="819028" y="4926668"/>
              <a:ext cx="76882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25-59 (n=149)</a:t>
              </a:r>
            </a:p>
          </p:txBody>
        </p:sp>
        <p:sp>
          <p:nvSpPr>
            <p:cNvPr id="42" name="tx42"/>
            <p:cNvSpPr/>
            <p:nvPr/>
          </p:nvSpPr>
          <p:spPr>
            <a:xfrm rot="-2700000">
              <a:off x="1560265" y="4889554"/>
              <a:ext cx="66385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60+ (n=102)</a:t>
              </a:r>
            </a:p>
          </p:txBody>
        </p:sp>
        <p:sp>
          <p:nvSpPr>
            <p:cNvPr id="43" name="tx43"/>
            <p:cNvSpPr/>
            <p:nvPr/>
          </p:nvSpPr>
          <p:spPr>
            <a:xfrm rot="-2700000">
              <a:off x="2180136" y="4902712"/>
              <a:ext cx="7010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15-24 (n=83)</a:t>
              </a:r>
            </a:p>
          </p:txBody>
        </p:sp>
        <p:sp>
          <p:nvSpPr>
            <p:cNvPr id="44" name="tx44"/>
            <p:cNvSpPr/>
            <p:nvPr/>
          </p:nvSpPr>
          <p:spPr>
            <a:xfrm rot="-2700000">
              <a:off x="2889608" y="4878756"/>
              <a:ext cx="6333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5-14 (n=64)</a:t>
              </a:r>
            </a:p>
          </p:txBody>
        </p:sp>
        <p:sp>
          <p:nvSpPr>
            <p:cNvPr id="45" name="tx45"/>
            <p:cNvSpPr/>
            <p:nvPr/>
          </p:nvSpPr>
          <p:spPr>
            <a:xfrm rot="-2700000">
              <a:off x="3599079" y="4854801"/>
              <a:ext cx="5655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0-4 (n=33)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2180082" y="5329010"/>
              <a:ext cx="113522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Aldersgruppe (n)</a:t>
              </a:r>
            </a:p>
          </p:txBody>
        </p:sp>
        <p:sp>
          <p:nvSpPr>
            <p:cNvPr id="47" name="tx47"/>
            <p:cNvSpPr/>
            <p:nvPr/>
          </p:nvSpPr>
          <p:spPr>
            <a:xfrm rot="-5400000">
              <a:off x="352387" y="3117911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48" name="pl48"/>
            <p:cNvSpPr/>
            <p:nvPr/>
          </p:nvSpPr>
          <p:spPr>
            <a:xfrm>
              <a:off x="5152783" y="414531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152783" y="349677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5152783" y="284822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152783" y="219968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152783" y="446958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5152783" y="382104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52783" y="317250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52783" y="252395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5152783" y="187541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5543765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6195402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6847039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7498676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8150313" y="1745704"/>
              <a:ext cx="0" cy="2853593"/>
            </a:xfrm>
            <a:custGeom>
              <a:avLst/>
              <a:pathLst>
                <a:path w="0" h="2853593">
                  <a:moveTo>
                    <a:pt x="0" y="28535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7857076" y="1875413"/>
              <a:ext cx="586473" cy="259417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6553803" y="1875413"/>
              <a:ext cx="586473" cy="9376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6553803" y="1969178"/>
              <a:ext cx="586473" cy="312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6553803" y="2000433"/>
              <a:ext cx="586473" cy="9376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6553803" y="2094199"/>
              <a:ext cx="586473" cy="237539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5250529" y="1875413"/>
              <a:ext cx="586473" cy="5223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250529" y="1927644"/>
              <a:ext cx="586473" cy="1741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5250529" y="1945055"/>
              <a:ext cx="586473" cy="1741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5250529" y="1962466"/>
              <a:ext cx="586473" cy="121874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5250529" y="2084340"/>
              <a:ext cx="586473" cy="238524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7205439" y="1875413"/>
              <a:ext cx="586473" cy="405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7205439" y="1915947"/>
              <a:ext cx="586473" cy="121602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7205439" y="2037549"/>
              <a:ext cx="586473" cy="243204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5902166" y="1875413"/>
              <a:ext cx="586473" cy="5086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902166" y="1926279"/>
              <a:ext cx="586473" cy="7629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902166" y="2002578"/>
              <a:ext cx="586473" cy="2543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5902166" y="2028011"/>
              <a:ext cx="586473" cy="7629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5902166" y="2104311"/>
              <a:ext cx="586473" cy="236527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tx80"/>
            <p:cNvSpPr/>
            <p:nvPr/>
          </p:nvSpPr>
          <p:spPr>
            <a:xfrm>
              <a:off x="4908437" y="4425972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4840680" y="3777428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4840680" y="3128884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4840680" y="2480340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4772923" y="1831796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85" name="tx85"/>
            <p:cNvSpPr/>
            <p:nvPr/>
          </p:nvSpPr>
          <p:spPr>
            <a:xfrm rot="-2700000">
              <a:off x="4918372" y="4926668"/>
              <a:ext cx="76882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25-59 (n=149)</a:t>
              </a:r>
            </a:p>
          </p:txBody>
        </p:sp>
        <p:sp>
          <p:nvSpPr>
            <p:cNvPr id="86" name="tx86"/>
            <p:cNvSpPr/>
            <p:nvPr/>
          </p:nvSpPr>
          <p:spPr>
            <a:xfrm rot="-2700000">
              <a:off x="5659609" y="4889554"/>
              <a:ext cx="66385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60+ (n=102)</a:t>
              </a:r>
            </a:p>
          </p:txBody>
        </p:sp>
        <p:sp>
          <p:nvSpPr>
            <p:cNvPr id="87" name="tx87"/>
            <p:cNvSpPr/>
            <p:nvPr/>
          </p:nvSpPr>
          <p:spPr>
            <a:xfrm rot="-2700000">
              <a:off x="6279480" y="4902712"/>
              <a:ext cx="7010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15-24 (n=83)</a:t>
              </a:r>
            </a:p>
          </p:txBody>
        </p:sp>
        <p:sp>
          <p:nvSpPr>
            <p:cNvPr id="88" name="tx88"/>
            <p:cNvSpPr/>
            <p:nvPr/>
          </p:nvSpPr>
          <p:spPr>
            <a:xfrm rot="-2700000">
              <a:off x="6988951" y="4878756"/>
              <a:ext cx="6333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5-14 (n=64)</a:t>
              </a:r>
            </a:p>
          </p:txBody>
        </p:sp>
        <p:sp>
          <p:nvSpPr>
            <p:cNvPr id="89" name="tx89"/>
            <p:cNvSpPr/>
            <p:nvPr/>
          </p:nvSpPr>
          <p:spPr>
            <a:xfrm rot="-2700000">
              <a:off x="7698422" y="4854801"/>
              <a:ext cx="5655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0-4 (n=33)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6279425" y="5329010"/>
              <a:ext cx="113522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Aldersgruppe (n)</a:t>
              </a:r>
            </a:p>
          </p:txBody>
        </p:sp>
        <p:sp>
          <p:nvSpPr>
            <p:cNvPr id="91" name="tx91"/>
            <p:cNvSpPr/>
            <p:nvPr/>
          </p:nvSpPr>
          <p:spPr>
            <a:xfrm rot="-5400000">
              <a:off x="4313793" y="3117911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3033389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93" name="rc93"/>
            <p:cNvSpPr/>
            <p:nvPr/>
          </p:nvSpPr>
          <p:spPr>
            <a:xfrm>
              <a:off x="3754722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4288498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4923863" y="5695105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5559228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6194594" y="5695105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tx98"/>
            <p:cNvSpPr/>
            <p:nvPr/>
          </p:nvSpPr>
          <p:spPr>
            <a:xfrm>
              <a:off x="4040275" y="5751398"/>
              <a:ext cx="16248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99" name="tx99"/>
            <p:cNvSpPr/>
            <p:nvPr/>
          </p:nvSpPr>
          <p:spPr>
            <a:xfrm>
              <a:off x="4574051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100" name="tx100"/>
            <p:cNvSpPr/>
            <p:nvPr/>
          </p:nvSpPr>
          <p:spPr>
            <a:xfrm>
              <a:off x="5209416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101" name="tx101"/>
            <p:cNvSpPr/>
            <p:nvPr/>
          </p:nvSpPr>
          <p:spPr>
            <a:xfrm>
              <a:off x="5844782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102" name="tx102"/>
            <p:cNvSpPr/>
            <p:nvPr/>
          </p:nvSpPr>
          <p:spPr>
            <a:xfrm>
              <a:off x="6480147" y="5751398"/>
              <a:ext cx="811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</p:grpSp>
      <p:sp>
        <p:nvSpPr>
          <p:cNvPr id="10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H3N2 etter Aldersgruppe (antall + %)</a:t>
            </a: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91078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517867" y="1669789"/>
              <a:ext cx="4099343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53440" y="374674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53440" y="303132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53440" y="231589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53440" y="410446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53440" y="338903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53440" y="267361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53440" y="195818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688786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747696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806606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3330096" y="3954221"/>
              <a:ext cx="953018" cy="15023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2271186" y="3417652"/>
              <a:ext cx="953018" cy="715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2271186" y="3424806"/>
              <a:ext cx="953018" cy="1430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2271186" y="3439115"/>
              <a:ext cx="953018" cy="7154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2271186" y="3446269"/>
              <a:ext cx="953018" cy="28617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271186" y="3474886"/>
              <a:ext cx="953018" cy="62957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1212276" y="1858026"/>
              <a:ext cx="953018" cy="572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1212276" y="1915260"/>
              <a:ext cx="953018" cy="1430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1212276" y="1929568"/>
              <a:ext cx="953018" cy="14308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212276" y="1943877"/>
              <a:ext cx="953018" cy="858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212276" y="2029728"/>
              <a:ext cx="953018" cy="207473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tx28"/>
            <p:cNvSpPr/>
            <p:nvPr/>
          </p:nvSpPr>
          <p:spPr>
            <a:xfrm>
              <a:off x="917359" y="4060843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781845" y="3345418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781845" y="2629993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781845" y="1914568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300</a:t>
              </a:r>
            </a:p>
          </p:txBody>
        </p:sp>
        <p:sp>
          <p:nvSpPr>
            <p:cNvPr id="32" name="tx32"/>
            <p:cNvSpPr/>
            <p:nvPr/>
          </p:nvSpPr>
          <p:spPr>
            <a:xfrm rot="-2700000">
              <a:off x="693909" y="4697197"/>
              <a:ext cx="120170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POLIKLINISK (n=314)</a:t>
              </a:r>
            </a:p>
          </p:txBody>
        </p:sp>
        <p:sp>
          <p:nvSpPr>
            <p:cNvPr id="33" name="tx33"/>
            <p:cNvSpPr/>
            <p:nvPr/>
          </p:nvSpPr>
          <p:spPr>
            <a:xfrm rot="-2700000">
              <a:off x="1660565" y="4735410"/>
              <a:ext cx="130978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INNELIGGENDE (n=96)</a:t>
              </a:r>
            </a:p>
          </p:txBody>
        </p:sp>
        <p:sp>
          <p:nvSpPr>
            <p:cNvPr id="34" name="tx34"/>
            <p:cNvSpPr/>
            <p:nvPr/>
          </p:nvSpPr>
          <p:spPr>
            <a:xfrm rot="-2700000">
              <a:off x="3012158" y="4614177"/>
              <a:ext cx="96688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IKKESATT (n=21)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2175830" y="5329010"/>
              <a:ext cx="114373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Pasientstatus (n)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352387" y="2926653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5152783" y="3823656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5152783" y="326204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152783" y="2700439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152783" y="213883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5152783" y="410446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5152783" y="354285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5152783" y="298124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5152783" y="241963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5152783" y="1858026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5788129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6847039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7905949" y="1745704"/>
              <a:ext cx="0" cy="2471078"/>
            </a:xfrm>
            <a:custGeom>
              <a:avLst/>
              <a:pathLst>
                <a:path w="0" h="2471078">
                  <a:moveTo>
                    <a:pt x="0" y="247107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7429440" y="1858026"/>
              <a:ext cx="953018" cy="224643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6370530" y="1858026"/>
              <a:ext cx="953018" cy="2340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6370530" y="1881426"/>
              <a:ext cx="953018" cy="4680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6370530" y="1928227"/>
              <a:ext cx="953018" cy="2340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6370530" y="1951627"/>
              <a:ext cx="953018" cy="9360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6370530" y="2045228"/>
              <a:ext cx="953018" cy="2059231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5311620" y="1858026"/>
              <a:ext cx="953018" cy="572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5311620" y="1915260"/>
              <a:ext cx="953018" cy="1430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5311620" y="1929568"/>
              <a:ext cx="953018" cy="14308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5311620" y="1943877"/>
              <a:ext cx="953018" cy="858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5311620" y="2029728"/>
              <a:ext cx="953018" cy="207473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tx60"/>
            <p:cNvSpPr/>
            <p:nvPr/>
          </p:nvSpPr>
          <p:spPr>
            <a:xfrm>
              <a:off x="4908437" y="4060843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4840680" y="349923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4840680" y="2937626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4840680" y="237601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4772923" y="1814409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65" name="tx65"/>
            <p:cNvSpPr/>
            <p:nvPr/>
          </p:nvSpPr>
          <p:spPr>
            <a:xfrm rot="-2700000">
              <a:off x="4793252" y="4697197"/>
              <a:ext cx="120170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POLIKLINISK (n=314)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5759908" y="4735410"/>
              <a:ext cx="130978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INNELIGGENDE (n=96)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7111502" y="4614177"/>
              <a:ext cx="96688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IKKESATT (n=21)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275173" y="5329010"/>
              <a:ext cx="114373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Pasientstatus (n)</a:t>
              </a:r>
            </a:p>
          </p:txBody>
        </p:sp>
        <p:sp>
          <p:nvSpPr>
            <p:cNvPr id="69" name="tx69"/>
            <p:cNvSpPr/>
            <p:nvPr/>
          </p:nvSpPr>
          <p:spPr>
            <a:xfrm rot="-5400000">
              <a:off x="4313793" y="2926653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3033389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71" name="rc71"/>
            <p:cNvSpPr/>
            <p:nvPr/>
          </p:nvSpPr>
          <p:spPr>
            <a:xfrm>
              <a:off x="3754722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4288498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4923863" y="5695105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559228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6194594" y="5695105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tx76"/>
            <p:cNvSpPr/>
            <p:nvPr/>
          </p:nvSpPr>
          <p:spPr>
            <a:xfrm>
              <a:off x="4040275" y="5751398"/>
              <a:ext cx="16248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77" name="tx77"/>
            <p:cNvSpPr/>
            <p:nvPr/>
          </p:nvSpPr>
          <p:spPr>
            <a:xfrm>
              <a:off x="4574051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5209416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5844782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6480147" y="5751398"/>
              <a:ext cx="811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</p:grpSp>
      <p:sp>
        <p:nvSpPr>
          <p:cNvPr id="8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H3N2 etter Pasientstatus (antall + %)</a:t>
            </a: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91078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517867" y="1669789"/>
              <a:ext cx="4099343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53440" y="3851891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53440" y="314653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53440" y="244118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053440" y="420456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053440" y="349921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1053440" y="279386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1053440" y="2088506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977579" y="1745704"/>
              <a:ext cx="0" cy="2575953"/>
            </a:xfrm>
            <a:custGeom>
              <a:avLst/>
              <a:pathLst>
                <a:path w="0" h="2575953">
                  <a:moveTo>
                    <a:pt x="0" y="257595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517812" y="1745704"/>
              <a:ext cx="0" cy="2575953"/>
            </a:xfrm>
            <a:custGeom>
              <a:avLst/>
              <a:pathLst>
                <a:path w="0" h="2575953">
                  <a:moveTo>
                    <a:pt x="0" y="257595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rc16"/>
            <p:cNvSpPr/>
            <p:nvPr/>
          </p:nvSpPr>
          <p:spPr>
            <a:xfrm>
              <a:off x="1284475" y="1862793"/>
              <a:ext cx="1386209" cy="4937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1284475" y="1912167"/>
              <a:ext cx="1386209" cy="2821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1284475" y="1940382"/>
              <a:ext cx="1386209" cy="2116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1284475" y="1961542"/>
              <a:ext cx="1386209" cy="9874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1284475" y="2060292"/>
              <a:ext cx="1386209" cy="214427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2824707" y="3506268"/>
              <a:ext cx="1386209" cy="1410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824707" y="3520375"/>
              <a:ext cx="1386209" cy="14107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2824707" y="3534482"/>
              <a:ext cx="1386209" cy="67008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tx24"/>
            <p:cNvSpPr/>
            <p:nvPr/>
          </p:nvSpPr>
          <p:spPr>
            <a:xfrm>
              <a:off x="917359" y="4160951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25" name="tx25"/>
            <p:cNvSpPr/>
            <p:nvPr/>
          </p:nvSpPr>
          <p:spPr>
            <a:xfrm>
              <a:off x="781845" y="3455597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781845" y="2750243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200</a:t>
              </a:r>
            </a:p>
          </p:txBody>
        </p:sp>
        <p:sp>
          <p:nvSpPr>
            <p:cNvPr id="27" name="tx27"/>
            <p:cNvSpPr/>
            <p:nvPr/>
          </p:nvSpPr>
          <p:spPr>
            <a:xfrm>
              <a:off x="781845" y="2044889"/>
              <a:ext cx="20327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300</a:t>
              </a:r>
            </a:p>
          </p:txBody>
        </p:sp>
        <p:sp>
          <p:nvSpPr>
            <p:cNvPr id="28" name="tx28"/>
            <p:cNvSpPr/>
            <p:nvPr/>
          </p:nvSpPr>
          <p:spPr>
            <a:xfrm rot="-2700000">
              <a:off x="1017044" y="4787848"/>
              <a:ext cx="11614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Non-Sentinel (n=332)</a:t>
              </a:r>
            </a:p>
          </p:txBody>
        </p:sp>
        <p:sp>
          <p:nvSpPr>
            <p:cNvPr id="29" name="tx29"/>
            <p:cNvSpPr/>
            <p:nvPr/>
          </p:nvSpPr>
          <p:spPr>
            <a:xfrm rot="-2700000">
              <a:off x="2840516" y="4670526"/>
              <a:ext cx="82963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Sentinel (n=99)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1921718" y="5329010"/>
              <a:ext cx="165195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Prøvekategorigruppe (n)</a:t>
              </a:r>
            </a:p>
          </p:txBody>
        </p:sp>
        <p:sp>
          <p:nvSpPr>
            <p:cNvPr id="31" name="tx31"/>
            <p:cNvSpPr/>
            <p:nvPr/>
          </p:nvSpPr>
          <p:spPr>
            <a:xfrm rot="-5400000">
              <a:off x="352387" y="2979091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32" name="pl32"/>
            <p:cNvSpPr/>
            <p:nvPr/>
          </p:nvSpPr>
          <p:spPr>
            <a:xfrm>
              <a:off x="5152783" y="3911846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5152783" y="3326402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5152783" y="274095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5152783" y="2155515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5152783" y="4204568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5152783" y="3619124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5152783" y="3033680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152783" y="2448237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152783" y="1862793"/>
              <a:ext cx="3388511" cy="0"/>
            </a:xfrm>
            <a:custGeom>
              <a:avLst/>
              <a:pathLst>
                <a:path w="3388511" h="0">
                  <a:moveTo>
                    <a:pt x="0" y="0"/>
                  </a:moveTo>
                  <a:lnTo>
                    <a:pt x="3388511" y="0"/>
                  </a:lnTo>
                  <a:lnTo>
                    <a:pt x="3388511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6076923" y="1745704"/>
              <a:ext cx="0" cy="2575953"/>
            </a:xfrm>
            <a:custGeom>
              <a:avLst/>
              <a:pathLst>
                <a:path w="0" h="2575953">
                  <a:moveTo>
                    <a:pt x="0" y="257595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7617156" y="1745704"/>
              <a:ext cx="0" cy="2575953"/>
            </a:xfrm>
            <a:custGeom>
              <a:avLst/>
              <a:pathLst>
                <a:path w="0" h="2575953">
                  <a:moveTo>
                    <a:pt x="0" y="257595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5383818" y="1862793"/>
              <a:ext cx="1386209" cy="4937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383818" y="1912167"/>
              <a:ext cx="1386209" cy="2821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383818" y="1940382"/>
              <a:ext cx="1386209" cy="2116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5383818" y="1961542"/>
              <a:ext cx="1386209" cy="9874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5383818" y="2060292"/>
              <a:ext cx="1386209" cy="214427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6924051" y="1862793"/>
              <a:ext cx="1386209" cy="47308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6924051" y="1910101"/>
              <a:ext cx="1386209" cy="47308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6924051" y="1957410"/>
              <a:ext cx="1386209" cy="224715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tx51"/>
            <p:cNvSpPr/>
            <p:nvPr/>
          </p:nvSpPr>
          <p:spPr>
            <a:xfrm>
              <a:off x="4908437" y="4160951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4840680" y="357550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4840680" y="2990064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4840680" y="2404620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4772923" y="1819176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56" name="tx56"/>
            <p:cNvSpPr/>
            <p:nvPr/>
          </p:nvSpPr>
          <p:spPr>
            <a:xfrm rot="-2700000">
              <a:off x="5116387" y="4787848"/>
              <a:ext cx="11614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Non-Sentinel (n=332)</a:t>
              </a:r>
            </a:p>
          </p:txBody>
        </p:sp>
        <p:sp>
          <p:nvSpPr>
            <p:cNvPr id="57" name="tx57"/>
            <p:cNvSpPr/>
            <p:nvPr/>
          </p:nvSpPr>
          <p:spPr>
            <a:xfrm rot="-2700000">
              <a:off x="6939859" y="4670526"/>
              <a:ext cx="82963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Sentinel (n=99)</a:t>
              </a:r>
            </a:p>
          </p:txBody>
        </p:sp>
        <p:sp>
          <p:nvSpPr>
            <p:cNvPr id="58" name="tx58"/>
            <p:cNvSpPr/>
            <p:nvPr/>
          </p:nvSpPr>
          <p:spPr>
            <a:xfrm>
              <a:off x="6021062" y="5329010"/>
              <a:ext cx="165195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Prøvekategorigruppe (n)</a:t>
              </a:r>
            </a:p>
          </p:txBody>
        </p:sp>
        <p:sp>
          <p:nvSpPr>
            <p:cNvPr id="59" name="tx59"/>
            <p:cNvSpPr/>
            <p:nvPr/>
          </p:nvSpPr>
          <p:spPr>
            <a:xfrm rot="-5400000">
              <a:off x="4313793" y="2979091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60" name="tx60"/>
            <p:cNvSpPr/>
            <p:nvPr/>
          </p:nvSpPr>
          <p:spPr>
            <a:xfrm>
              <a:off x="3033389" y="5740425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61" name="rc61"/>
            <p:cNvSpPr/>
            <p:nvPr/>
          </p:nvSpPr>
          <p:spPr>
            <a:xfrm>
              <a:off x="3754722" y="5695105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4288498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4923863" y="5695105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5559228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6194594" y="5695105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tx66"/>
            <p:cNvSpPr/>
            <p:nvPr/>
          </p:nvSpPr>
          <p:spPr>
            <a:xfrm>
              <a:off x="4040275" y="5751398"/>
              <a:ext cx="16248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67" name="tx67"/>
            <p:cNvSpPr/>
            <p:nvPr/>
          </p:nvSpPr>
          <p:spPr>
            <a:xfrm>
              <a:off x="4574051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5209416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J.2.3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5844782" y="5751398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80147" y="5751398"/>
              <a:ext cx="811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</p:grpSp>
      <p:sp>
        <p:nvSpPr>
          <p:cNvPr id="7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H3N2 etter Prøvekategorigruppe (antall + %)</a:t>
            </a: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2985357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2832189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2679021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52585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237268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24935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63622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01061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397485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771874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158743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54561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389504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281910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65629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1478984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2240242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614631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3001500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3388368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3737798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4124667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1092116" y="3908245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1092116" y="375507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1092116" y="360191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092116" y="344874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092116" y="329557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124935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63622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01061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2397485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2771874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3158743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354561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389504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4281910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465629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1478984" y="3295574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1853373" y="3295574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2240242" y="3295574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3001500" y="3295574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3388368" y="3295574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3737798" y="3295574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1092116" y="483113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1092116" y="467796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1092116" y="452479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1092116" y="437163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1092116" y="421846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124935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163622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201061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2397485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2771874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3158743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354561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389504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281910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65629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2240242" y="4524798"/>
              <a:ext cx="314486" cy="30633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2240242" y="4218462"/>
              <a:ext cx="314486" cy="30633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3001500" y="4218462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3388368" y="4218462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3737798" y="4218462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4124667" y="4218462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889458" y="2985357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4889458" y="2832189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4889458" y="2679021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4889458" y="252585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4889458" y="237268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504670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5433570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580795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619482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6569216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6956085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80"/>
            <p:cNvSpPr/>
            <p:nvPr/>
          </p:nvSpPr>
          <p:spPr>
            <a:xfrm>
              <a:off x="7342953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7692383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807925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845364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4889458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5276326" y="2372686"/>
              <a:ext cx="314486" cy="20422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5276326" y="2576910"/>
              <a:ext cx="314486" cy="408447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5650715" y="2832189"/>
              <a:ext cx="314486" cy="153167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5650715" y="2372686"/>
              <a:ext cx="314486" cy="1531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5650715" y="2525854"/>
              <a:ext cx="314486" cy="30633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6037584" y="2372686"/>
              <a:ext cx="314486" cy="43762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6037584" y="2416448"/>
              <a:ext cx="314486" cy="43762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6037584" y="2460210"/>
              <a:ext cx="314486" cy="52514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6411973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6798841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rc95"/>
            <p:cNvSpPr/>
            <p:nvPr/>
          </p:nvSpPr>
          <p:spPr>
            <a:xfrm>
              <a:off x="7185710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" name="rc96"/>
            <p:cNvSpPr/>
            <p:nvPr/>
          </p:nvSpPr>
          <p:spPr>
            <a:xfrm>
              <a:off x="7535140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7" name="rc97"/>
            <p:cNvSpPr/>
            <p:nvPr/>
          </p:nvSpPr>
          <p:spPr>
            <a:xfrm>
              <a:off x="7922008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8" name="rc98"/>
            <p:cNvSpPr/>
            <p:nvPr/>
          </p:nvSpPr>
          <p:spPr>
            <a:xfrm>
              <a:off x="8296397" y="2372686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4889458" y="3908245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4889458" y="375507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4889458" y="360191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4889458" y="344874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4889458" y="329557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504670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5433570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580795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619482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6569216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6956085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10"/>
            <p:cNvSpPr/>
            <p:nvPr/>
          </p:nvSpPr>
          <p:spPr>
            <a:xfrm>
              <a:off x="7342953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7692383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807925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l113"/>
            <p:cNvSpPr/>
            <p:nvPr/>
          </p:nvSpPr>
          <p:spPr>
            <a:xfrm>
              <a:off x="845364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4889458" y="3295574"/>
              <a:ext cx="314486" cy="49013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4889458" y="3785711"/>
              <a:ext cx="314486" cy="122534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5276326" y="3869953"/>
              <a:ext cx="314486" cy="3829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5276326" y="3295574"/>
              <a:ext cx="314486" cy="3829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5276326" y="3333866"/>
              <a:ext cx="314486" cy="19145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5276326" y="3525326"/>
              <a:ext cx="314486" cy="344627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5650715" y="3893302"/>
              <a:ext cx="314486" cy="1494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5650715" y="3295574"/>
              <a:ext cx="314486" cy="1494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5650715" y="3310517"/>
              <a:ext cx="314486" cy="58278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6037584" y="3901994"/>
              <a:ext cx="314486" cy="62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6037584" y="3295574"/>
              <a:ext cx="314486" cy="1875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6037584" y="3314329"/>
              <a:ext cx="314486" cy="625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6037584" y="3320581"/>
              <a:ext cx="314486" cy="581412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6411973" y="3295574"/>
              <a:ext cx="314486" cy="2188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6411973" y="3317455"/>
              <a:ext cx="314486" cy="59079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6798841" y="3890226"/>
              <a:ext cx="314486" cy="180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6798841" y="3295574"/>
              <a:ext cx="314486" cy="180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6798841" y="3313594"/>
              <a:ext cx="314486" cy="57663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7185710" y="3295574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7535140" y="3883739"/>
              <a:ext cx="314486" cy="24506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7535140" y="3295574"/>
              <a:ext cx="314486" cy="588164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7922008" y="3295574"/>
              <a:ext cx="314486" cy="7207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rc136"/>
            <p:cNvSpPr/>
            <p:nvPr/>
          </p:nvSpPr>
          <p:spPr>
            <a:xfrm>
              <a:off x="7922008" y="3367653"/>
              <a:ext cx="314486" cy="540592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7" name="rc137"/>
            <p:cNvSpPr/>
            <p:nvPr/>
          </p:nvSpPr>
          <p:spPr>
            <a:xfrm>
              <a:off x="8296397" y="3295574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4889458" y="483113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4889458" y="467796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l140"/>
            <p:cNvSpPr/>
            <p:nvPr/>
          </p:nvSpPr>
          <p:spPr>
            <a:xfrm>
              <a:off x="4889458" y="452479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l141"/>
            <p:cNvSpPr/>
            <p:nvPr/>
          </p:nvSpPr>
          <p:spPr>
            <a:xfrm>
              <a:off x="4889458" y="437163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4889458" y="421846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l143"/>
            <p:cNvSpPr/>
            <p:nvPr/>
          </p:nvSpPr>
          <p:spPr>
            <a:xfrm>
              <a:off x="504670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5433570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l145"/>
            <p:cNvSpPr/>
            <p:nvPr/>
          </p:nvSpPr>
          <p:spPr>
            <a:xfrm>
              <a:off x="580795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l146"/>
            <p:cNvSpPr/>
            <p:nvPr/>
          </p:nvSpPr>
          <p:spPr>
            <a:xfrm>
              <a:off x="619482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l147"/>
            <p:cNvSpPr/>
            <p:nvPr/>
          </p:nvSpPr>
          <p:spPr>
            <a:xfrm>
              <a:off x="6569216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l148"/>
            <p:cNvSpPr/>
            <p:nvPr/>
          </p:nvSpPr>
          <p:spPr>
            <a:xfrm>
              <a:off x="6956085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l149"/>
            <p:cNvSpPr/>
            <p:nvPr/>
          </p:nvSpPr>
          <p:spPr>
            <a:xfrm>
              <a:off x="7342953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l150"/>
            <p:cNvSpPr/>
            <p:nvPr/>
          </p:nvSpPr>
          <p:spPr>
            <a:xfrm>
              <a:off x="7692383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1"/>
            <p:cNvSpPr/>
            <p:nvPr/>
          </p:nvSpPr>
          <p:spPr>
            <a:xfrm>
              <a:off x="807925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2"/>
            <p:cNvSpPr/>
            <p:nvPr/>
          </p:nvSpPr>
          <p:spPr>
            <a:xfrm>
              <a:off x="845364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rc153"/>
            <p:cNvSpPr/>
            <p:nvPr/>
          </p:nvSpPr>
          <p:spPr>
            <a:xfrm>
              <a:off x="5276326" y="4218462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4" name="rc154"/>
            <p:cNvSpPr/>
            <p:nvPr/>
          </p:nvSpPr>
          <p:spPr>
            <a:xfrm>
              <a:off x="5650715" y="4218462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5" name="rc155"/>
            <p:cNvSpPr/>
            <p:nvPr/>
          </p:nvSpPr>
          <p:spPr>
            <a:xfrm>
              <a:off x="6037584" y="4218462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6" name="rc156"/>
            <p:cNvSpPr/>
            <p:nvPr/>
          </p:nvSpPr>
          <p:spPr>
            <a:xfrm>
              <a:off x="6411973" y="4218462"/>
              <a:ext cx="314486" cy="43762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7" name="rc157"/>
            <p:cNvSpPr/>
            <p:nvPr/>
          </p:nvSpPr>
          <p:spPr>
            <a:xfrm>
              <a:off x="6411973" y="4262224"/>
              <a:ext cx="314486" cy="56890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8" name="rc158"/>
            <p:cNvSpPr/>
            <p:nvPr/>
          </p:nvSpPr>
          <p:spPr>
            <a:xfrm>
              <a:off x="6798841" y="4218462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9" name="rc159"/>
            <p:cNvSpPr/>
            <p:nvPr/>
          </p:nvSpPr>
          <p:spPr>
            <a:xfrm>
              <a:off x="7922008" y="4218462"/>
              <a:ext cx="314486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0" name="tx160"/>
            <p:cNvSpPr/>
            <p:nvPr/>
          </p:nvSpPr>
          <p:spPr>
            <a:xfrm>
              <a:off x="2780190" y="4057695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161" name="tx161"/>
            <p:cNvSpPr/>
            <p:nvPr/>
          </p:nvSpPr>
          <p:spPr>
            <a:xfrm>
              <a:off x="6474754" y="4057695"/>
              <a:ext cx="5508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Trøndelag</a:t>
              </a:r>
            </a:p>
          </p:txBody>
        </p:sp>
        <p:sp>
          <p:nvSpPr>
            <p:cNvPr id="162" name="tx162"/>
            <p:cNvSpPr/>
            <p:nvPr/>
          </p:nvSpPr>
          <p:spPr>
            <a:xfrm>
              <a:off x="2688750" y="3134806"/>
              <a:ext cx="5281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Sørlandet</a:t>
              </a:r>
            </a:p>
          </p:txBody>
        </p:sp>
        <p:sp>
          <p:nvSpPr>
            <p:cNvPr id="163" name="tx163"/>
            <p:cNvSpPr/>
            <p:nvPr/>
          </p:nvSpPr>
          <p:spPr>
            <a:xfrm>
              <a:off x="6489475" y="3134806"/>
              <a:ext cx="5213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Østlandet</a:t>
              </a:r>
            </a:p>
          </p:txBody>
        </p:sp>
        <p:sp>
          <p:nvSpPr>
            <p:cNvPr id="164" name="tx164"/>
            <p:cNvSpPr/>
            <p:nvPr/>
          </p:nvSpPr>
          <p:spPr>
            <a:xfrm>
              <a:off x="2634572" y="2211918"/>
              <a:ext cx="6365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Nord-Norge</a:t>
              </a:r>
            </a:p>
          </p:txBody>
        </p:sp>
        <p:sp>
          <p:nvSpPr>
            <p:cNvPr id="165" name="tx165"/>
            <p:cNvSpPr/>
            <p:nvPr/>
          </p:nvSpPr>
          <p:spPr>
            <a:xfrm>
              <a:off x="6465747" y="2211918"/>
              <a:ext cx="56884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Vestlandet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2700000">
              <a:off x="840707" y="5068727"/>
              <a:ext cx="5148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67" name="tx167"/>
            <p:cNvSpPr/>
            <p:nvPr/>
          </p:nvSpPr>
          <p:spPr>
            <a:xfrm rot="-2700000">
              <a:off x="1233430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68" name="tx168"/>
            <p:cNvSpPr/>
            <p:nvPr/>
          </p:nvSpPr>
          <p:spPr>
            <a:xfrm rot="-2700000">
              <a:off x="1636775" y="5054308"/>
              <a:ext cx="4741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69" name="tx169"/>
            <p:cNvSpPr/>
            <p:nvPr/>
          </p:nvSpPr>
          <p:spPr>
            <a:xfrm rot="-2700000">
              <a:off x="1994687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2700000">
              <a:off x="2369076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2700000">
              <a:off x="2784823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72" name="tx172"/>
            <p:cNvSpPr/>
            <p:nvPr/>
          </p:nvSpPr>
          <p:spPr>
            <a:xfrm rot="-2700000">
              <a:off x="3165916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3480770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3896439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4253579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76" name="tx176"/>
            <p:cNvSpPr/>
            <p:nvPr/>
          </p:nvSpPr>
          <p:spPr>
            <a:xfrm rot="-2700000">
              <a:off x="4638049" y="5068727"/>
              <a:ext cx="5148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77" name="tx177"/>
            <p:cNvSpPr/>
            <p:nvPr/>
          </p:nvSpPr>
          <p:spPr>
            <a:xfrm rot="-2700000">
              <a:off x="5030772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78" name="tx178"/>
            <p:cNvSpPr/>
            <p:nvPr/>
          </p:nvSpPr>
          <p:spPr>
            <a:xfrm rot="-2700000">
              <a:off x="5434117" y="5054308"/>
              <a:ext cx="4741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79" name="tx179"/>
            <p:cNvSpPr/>
            <p:nvPr/>
          </p:nvSpPr>
          <p:spPr>
            <a:xfrm rot="-2700000">
              <a:off x="5792029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80" name="tx180"/>
            <p:cNvSpPr/>
            <p:nvPr/>
          </p:nvSpPr>
          <p:spPr>
            <a:xfrm rot="-2700000">
              <a:off x="6166418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81" name="tx181"/>
            <p:cNvSpPr/>
            <p:nvPr/>
          </p:nvSpPr>
          <p:spPr>
            <a:xfrm rot="-2700000">
              <a:off x="6582165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82" name="tx182"/>
            <p:cNvSpPr/>
            <p:nvPr/>
          </p:nvSpPr>
          <p:spPr>
            <a:xfrm rot="-2700000">
              <a:off x="6963258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83" name="tx183"/>
            <p:cNvSpPr/>
            <p:nvPr/>
          </p:nvSpPr>
          <p:spPr>
            <a:xfrm rot="-2700000">
              <a:off x="7278112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84" name="tx184"/>
            <p:cNvSpPr/>
            <p:nvPr/>
          </p:nvSpPr>
          <p:spPr>
            <a:xfrm rot="-2700000">
              <a:off x="7693781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85" name="tx185"/>
            <p:cNvSpPr/>
            <p:nvPr/>
          </p:nvSpPr>
          <p:spPr>
            <a:xfrm rot="-2700000">
              <a:off x="8050921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86" name="tx186"/>
            <p:cNvSpPr/>
            <p:nvPr/>
          </p:nvSpPr>
          <p:spPr>
            <a:xfrm>
              <a:off x="847770" y="2941740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87" name="tx187"/>
            <p:cNvSpPr/>
            <p:nvPr/>
          </p:nvSpPr>
          <p:spPr>
            <a:xfrm>
              <a:off x="780013" y="278857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88" name="tx188"/>
            <p:cNvSpPr/>
            <p:nvPr/>
          </p:nvSpPr>
          <p:spPr>
            <a:xfrm>
              <a:off x="780013" y="263540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89" name="tx189"/>
            <p:cNvSpPr/>
            <p:nvPr/>
          </p:nvSpPr>
          <p:spPr>
            <a:xfrm>
              <a:off x="780013" y="248223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90" name="tx190"/>
            <p:cNvSpPr/>
            <p:nvPr/>
          </p:nvSpPr>
          <p:spPr>
            <a:xfrm>
              <a:off x="712256" y="2329069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91" name="tx191"/>
            <p:cNvSpPr/>
            <p:nvPr/>
          </p:nvSpPr>
          <p:spPr>
            <a:xfrm>
              <a:off x="847770" y="3864629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92" name="tx192"/>
            <p:cNvSpPr/>
            <p:nvPr/>
          </p:nvSpPr>
          <p:spPr>
            <a:xfrm>
              <a:off x="780013" y="371146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93" name="tx193"/>
            <p:cNvSpPr/>
            <p:nvPr/>
          </p:nvSpPr>
          <p:spPr>
            <a:xfrm>
              <a:off x="780013" y="3558293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94" name="tx194"/>
            <p:cNvSpPr/>
            <p:nvPr/>
          </p:nvSpPr>
          <p:spPr>
            <a:xfrm>
              <a:off x="780013" y="340512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95" name="tx195"/>
            <p:cNvSpPr/>
            <p:nvPr/>
          </p:nvSpPr>
          <p:spPr>
            <a:xfrm>
              <a:off x="712256" y="3251957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96" name="tx196"/>
            <p:cNvSpPr/>
            <p:nvPr/>
          </p:nvSpPr>
          <p:spPr>
            <a:xfrm>
              <a:off x="847770" y="4787517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97" name="tx197"/>
            <p:cNvSpPr/>
            <p:nvPr/>
          </p:nvSpPr>
          <p:spPr>
            <a:xfrm>
              <a:off x="780013" y="4634349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98" name="tx198"/>
            <p:cNvSpPr/>
            <p:nvPr/>
          </p:nvSpPr>
          <p:spPr>
            <a:xfrm>
              <a:off x="780013" y="448118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99" name="tx199"/>
            <p:cNvSpPr/>
            <p:nvPr/>
          </p:nvSpPr>
          <p:spPr>
            <a:xfrm>
              <a:off x="780013" y="4328013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200" name="tx200"/>
            <p:cNvSpPr/>
            <p:nvPr/>
          </p:nvSpPr>
          <p:spPr>
            <a:xfrm>
              <a:off x="712256" y="4174845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01" name="tx201"/>
            <p:cNvSpPr/>
            <p:nvPr/>
          </p:nvSpPr>
          <p:spPr>
            <a:xfrm>
              <a:off x="4618465" y="5385947"/>
              <a:ext cx="46606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202" name="tx202"/>
            <p:cNvSpPr/>
            <p:nvPr/>
          </p:nvSpPr>
          <p:spPr>
            <a:xfrm rot="-5400000">
              <a:off x="-89911" y="3547320"/>
              <a:ext cx="13552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prøver (%)</a:t>
              </a:r>
            </a:p>
          </p:txBody>
        </p:sp>
        <p:sp>
          <p:nvSpPr>
            <p:cNvPr id="203" name="tx203"/>
            <p:cNvSpPr/>
            <p:nvPr/>
          </p:nvSpPr>
          <p:spPr>
            <a:xfrm>
              <a:off x="3374709" y="5810014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204" name="rc204"/>
            <p:cNvSpPr/>
            <p:nvPr/>
          </p:nvSpPr>
          <p:spPr>
            <a:xfrm>
              <a:off x="4096042" y="576469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5" name="rc205"/>
            <p:cNvSpPr/>
            <p:nvPr/>
          </p:nvSpPr>
          <p:spPr>
            <a:xfrm>
              <a:off x="4629818" y="5764694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6" name="rc206"/>
            <p:cNvSpPr/>
            <p:nvPr/>
          </p:nvSpPr>
          <p:spPr>
            <a:xfrm>
              <a:off x="5265183" y="5764694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7" name="rc207"/>
            <p:cNvSpPr/>
            <p:nvPr/>
          </p:nvSpPr>
          <p:spPr>
            <a:xfrm>
              <a:off x="5717668" y="5764694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8" name="tx208"/>
            <p:cNvSpPr/>
            <p:nvPr/>
          </p:nvSpPr>
          <p:spPr>
            <a:xfrm>
              <a:off x="4381595" y="5820987"/>
              <a:ext cx="16248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209" name="tx209"/>
            <p:cNvSpPr/>
            <p:nvPr/>
          </p:nvSpPr>
          <p:spPr>
            <a:xfrm>
              <a:off x="4915371" y="5820987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210" name="tx210"/>
            <p:cNvSpPr/>
            <p:nvPr/>
          </p:nvSpPr>
          <p:spPr>
            <a:xfrm>
              <a:off x="5550736" y="5820987"/>
              <a:ext cx="811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  <p:sp>
          <p:nvSpPr>
            <p:cNvPr id="211" name="tx211"/>
            <p:cNvSpPr/>
            <p:nvPr/>
          </p:nvSpPr>
          <p:spPr>
            <a:xfrm>
              <a:off x="6003221" y="5820987"/>
              <a:ext cx="32506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Andre</a:t>
              </a:r>
            </a:p>
          </p:txBody>
        </p:sp>
        <p:sp>
          <p:nvSpPr>
            <p:cNvPr id="212" name="tx212"/>
            <p:cNvSpPr/>
            <p:nvPr/>
          </p:nvSpPr>
          <p:spPr>
            <a:xfrm>
              <a:off x="1092116" y="1921286"/>
              <a:ext cx="363345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Top 3 subklader vises separat; resten samles i 'Andre'</a:t>
              </a:r>
            </a:p>
          </p:txBody>
        </p:sp>
        <p:sp>
          <p:nvSpPr>
            <p:cNvPr id="213" name="tx213"/>
            <p:cNvSpPr/>
            <p:nvPr/>
          </p:nvSpPr>
          <p:spPr>
            <a:xfrm>
              <a:off x="1092116" y="1676115"/>
              <a:ext cx="4715286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 landsdel per måned og subklade - A/H3N2 (andel)</a:t>
              </a:r>
            </a:p>
          </p:txBody>
        </p:sp>
      </p:grpSp>
      <p:sp>
        <p:nvSpPr>
          <p:cNvPr id="21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H3N2 - Pasient landsdel per måned (andel)</a:t>
            </a: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298535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2829063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267277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16476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77056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473074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85631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252335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63557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3031596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3427614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78530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4181326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56456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1312112" y="2972854"/>
              <a:ext cx="321924" cy="1250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2091373" y="2966602"/>
              <a:ext cx="321924" cy="187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2474616" y="2972854"/>
              <a:ext cx="321924" cy="1250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870634" y="2966602"/>
              <a:ext cx="321924" cy="187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3266652" y="2979105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3624346" y="2966602"/>
              <a:ext cx="321924" cy="187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4020364" y="2960350"/>
              <a:ext cx="321924" cy="2500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916094" y="390824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916094" y="375195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916094" y="3595658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9"/>
            <p:cNvSpPr/>
            <p:nvPr/>
          </p:nvSpPr>
          <p:spPr>
            <a:xfrm>
              <a:off x="916094" y="343936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077056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473074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185631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2252335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263557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3031596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3427614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378530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4181326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456456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312112" y="3901994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695355" y="3901994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2091373" y="3883238"/>
              <a:ext cx="321924" cy="2500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870634" y="3889490"/>
              <a:ext cx="321924" cy="187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3266652" y="3901994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3624346" y="3889490"/>
              <a:ext cx="321924" cy="187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916094" y="483113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916094" y="467484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916094" y="4518546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916094" y="436225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1077056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1473074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185631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3"/>
            <p:cNvSpPr/>
            <p:nvPr/>
          </p:nvSpPr>
          <p:spPr>
            <a:xfrm>
              <a:off x="2252335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263557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3031596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3427614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378530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181326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456456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2091373" y="4824882"/>
              <a:ext cx="321924" cy="62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rc61"/>
            <p:cNvSpPr/>
            <p:nvPr/>
          </p:nvSpPr>
          <p:spPr>
            <a:xfrm>
              <a:off x="2091373" y="4818630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2" name="rc62"/>
            <p:cNvSpPr/>
            <p:nvPr/>
          </p:nvSpPr>
          <p:spPr>
            <a:xfrm>
              <a:off x="2870634" y="4824882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3266652" y="4818630"/>
              <a:ext cx="321924" cy="1250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3624346" y="4824882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4020364" y="4824882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801447" y="298535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801447" y="2829063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4801447" y="267277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801447" y="2516476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496240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535842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5741670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613768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4"/>
            <p:cNvSpPr/>
            <p:nvPr/>
          </p:nvSpPr>
          <p:spPr>
            <a:xfrm>
              <a:off x="652093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691694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731296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7"/>
            <p:cNvSpPr/>
            <p:nvPr/>
          </p:nvSpPr>
          <p:spPr>
            <a:xfrm>
              <a:off x="767066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806667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844992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4801447" y="2972854"/>
              <a:ext cx="321924" cy="1250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5197465" y="2947847"/>
              <a:ext cx="321924" cy="1250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5197465" y="2960350"/>
              <a:ext cx="321924" cy="2500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5580708" y="2979105"/>
              <a:ext cx="321924" cy="62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5580708" y="2960350"/>
              <a:ext cx="321924" cy="625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5580708" y="2966602"/>
              <a:ext cx="321924" cy="1250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5976726" y="2897833"/>
              <a:ext cx="321924" cy="625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5976726" y="2904084"/>
              <a:ext cx="321924" cy="625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5976726" y="2910336"/>
              <a:ext cx="321924" cy="7502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6359969" y="2935343"/>
              <a:ext cx="321924" cy="5001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6755987" y="2872826"/>
              <a:ext cx="321924" cy="11253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rc91"/>
            <p:cNvSpPr/>
            <p:nvPr/>
          </p:nvSpPr>
          <p:spPr>
            <a:xfrm>
              <a:off x="7152005" y="2966602"/>
              <a:ext cx="321924" cy="187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2" name="rc92"/>
            <p:cNvSpPr/>
            <p:nvPr/>
          </p:nvSpPr>
          <p:spPr>
            <a:xfrm>
              <a:off x="7509699" y="2891581"/>
              <a:ext cx="321924" cy="9377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3" name="rc93"/>
            <p:cNvSpPr/>
            <p:nvPr/>
          </p:nvSpPr>
          <p:spPr>
            <a:xfrm>
              <a:off x="7905717" y="2972854"/>
              <a:ext cx="321924" cy="1250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4" name="rc94"/>
            <p:cNvSpPr/>
            <p:nvPr/>
          </p:nvSpPr>
          <p:spPr>
            <a:xfrm>
              <a:off x="8288960" y="2979105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4801447" y="390824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4801447" y="375195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4801447" y="3595658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4801447" y="343936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496240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535842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5741670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613768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652093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l104"/>
            <p:cNvSpPr/>
            <p:nvPr/>
          </p:nvSpPr>
          <p:spPr>
            <a:xfrm>
              <a:off x="691694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731296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767066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7"/>
            <p:cNvSpPr/>
            <p:nvPr/>
          </p:nvSpPr>
          <p:spPr>
            <a:xfrm>
              <a:off x="806667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844992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4801447" y="3876987"/>
              <a:ext cx="321924" cy="2500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4801447" y="3901994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5197465" y="3901994"/>
              <a:ext cx="321924" cy="62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5197465" y="3808217"/>
              <a:ext cx="321924" cy="625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5197465" y="3814469"/>
              <a:ext cx="321924" cy="31258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5197465" y="3845728"/>
              <a:ext cx="321924" cy="5626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5580708" y="3901994"/>
              <a:ext cx="321924" cy="62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5580708" y="3651924"/>
              <a:ext cx="321924" cy="625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5580708" y="3658175"/>
              <a:ext cx="321924" cy="243818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5976726" y="3901994"/>
              <a:ext cx="321924" cy="62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5976726" y="3295574"/>
              <a:ext cx="321924" cy="1875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5976726" y="3314329"/>
              <a:ext cx="321924" cy="625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5976726" y="3320581"/>
              <a:ext cx="321924" cy="581412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6359969" y="3733196"/>
              <a:ext cx="321924" cy="625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6359969" y="3739448"/>
              <a:ext cx="321924" cy="168797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6755987" y="3901994"/>
              <a:ext cx="321924" cy="62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6755987" y="3695686"/>
              <a:ext cx="321924" cy="625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6755987" y="3701938"/>
              <a:ext cx="321924" cy="2000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7152005" y="3870735"/>
              <a:ext cx="321924" cy="3751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7509699" y="3901994"/>
              <a:ext cx="321924" cy="625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7509699" y="3751952"/>
              <a:ext cx="321924" cy="15004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7905717" y="3801966"/>
              <a:ext cx="321924" cy="1250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7905717" y="3814469"/>
              <a:ext cx="321924" cy="9377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8288960" y="3889490"/>
              <a:ext cx="321924" cy="1875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4801447" y="483113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l134"/>
            <p:cNvSpPr/>
            <p:nvPr/>
          </p:nvSpPr>
          <p:spPr>
            <a:xfrm>
              <a:off x="4801447" y="467484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4801447" y="4518546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4801447" y="436225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l137"/>
            <p:cNvSpPr/>
            <p:nvPr/>
          </p:nvSpPr>
          <p:spPr>
            <a:xfrm>
              <a:off x="496240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535842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5741670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l140"/>
            <p:cNvSpPr/>
            <p:nvPr/>
          </p:nvSpPr>
          <p:spPr>
            <a:xfrm>
              <a:off x="613768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l141"/>
            <p:cNvSpPr/>
            <p:nvPr/>
          </p:nvSpPr>
          <p:spPr>
            <a:xfrm>
              <a:off x="652093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691694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l143"/>
            <p:cNvSpPr/>
            <p:nvPr/>
          </p:nvSpPr>
          <p:spPr>
            <a:xfrm>
              <a:off x="731296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767066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l145"/>
            <p:cNvSpPr/>
            <p:nvPr/>
          </p:nvSpPr>
          <p:spPr>
            <a:xfrm>
              <a:off x="806667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l146"/>
            <p:cNvSpPr/>
            <p:nvPr/>
          </p:nvSpPr>
          <p:spPr>
            <a:xfrm>
              <a:off x="844992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5197465" y="4824882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rc148"/>
            <p:cNvSpPr/>
            <p:nvPr/>
          </p:nvSpPr>
          <p:spPr>
            <a:xfrm>
              <a:off x="5580708" y="4793623"/>
              <a:ext cx="321924" cy="3751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9" name="rc149"/>
            <p:cNvSpPr/>
            <p:nvPr/>
          </p:nvSpPr>
          <p:spPr>
            <a:xfrm>
              <a:off x="5976726" y="4749861"/>
              <a:ext cx="321924" cy="81272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0" name="rc150"/>
            <p:cNvSpPr/>
            <p:nvPr/>
          </p:nvSpPr>
          <p:spPr>
            <a:xfrm>
              <a:off x="6359969" y="4743609"/>
              <a:ext cx="321924" cy="625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1" name="rc151"/>
            <p:cNvSpPr/>
            <p:nvPr/>
          </p:nvSpPr>
          <p:spPr>
            <a:xfrm>
              <a:off x="6359969" y="4749861"/>
              <a:ext cx="321924" cy="81272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2" name="rc152"/>
            <p:cNvSpPr/>
            <p:nvPr/>
          </p:nvSpPr>
          <p:spPr>
            <a:xfrm>
              <a:off x="6755987" y="4756113"/>
              <a:ext cx="321924" cy="7502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3" name="rc153"/>
            <p:cNvSpPr/>
            <p:nvPr/>
          </p:nvSpPr>
          <p:spPr>
            <a:xfrm>
              <a:off x="7905717" y="4824882"/>
              <a:ext cx="321924" cy="625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4" name="tx154"/>
            <p:cNvSpPr/>
            <p:nvPr/>
          </p:nvSpPr>
          <p:spPr>
            <a:xfrm>
              <a:off x="2648174" y="4057695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155" name="tx155"/>
            <p:cNvSpPr/>
            <p:nvPr/>
          </p:nvSpPr>
          <p:spPr>
            <a:xfrm>
              <a:off x="6430748" y="4057695"/>
              <a:ext cx="5508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Trøndelag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2556734" y="3134806"/>
              <a:ext cx="5281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Sørlandet</a:t>
              </a:r>
            </a:p>
          </p:txBody>
        </p:sp>
        <p:sp>
          <p:nvSpPr>
            <p:cNvPr id="157" name="tx157"/>
            <p:cNvSpPr/>
            <p:nvPr/>
          </p:nvSpPr>
          <p:spPr>
            <a:xfrm>
              <a:off x="6445470" y="3134806"/>
              <a:ext cx="5213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Østlandet</a:t>
              </a:r>
            </a:p>
          </p:txBody>
        </p:sp>
        <p:sp>
          <p:nvSpPr>
            <p:cNvPr id="158" name="tx158"/>
            <p:cNvSpPr/>
            <p:nvPr/>
          </p:nvSpPr>
          <p:spPr>
            <a:xfrm>
              <a:off x="2502556" y="2211918"/>
              <a:ext cx="6365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Nord-Norge</a:t>
              </a:r>
            </a:p>
          </p:txBody>
        </p:sp>
        <p:sp>
          <p:nvSpPr>
            <p:cNvPr id="159" name="tx159"/>
            <p:cNvSpPr/>
            <p:nvPr/>
          </p:nvSpPr>
          <p:spPr>
            <a:xfrm>
              <a:off x="6421741" y="2211918"/>
              <a:ext cx="56884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Vestlandet</a:t>
              </a:r>
            </a:p>
          </p:txBody>
        </p:sp>
        <p:sp>
          <p:nvSpPr>
            <p:cNvPr id="160" name="tx160"/>
            <p:cNvSpPr/>
            <p:nvPr/>
          </p:nvSpPr>
          <p:spPr>
            <a:xfrm rot="-2700000">
              <a:off x="668404" y="5068727"/>
              <a:ext cx="5148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61" name="tx161"/>
            <p:cNvSpPr/>
            <p:nvPr/>
          </p:nvSpPr>
          <p:spPr>
            <a:xfrm rot="-2700000">
              <a:off x="1070276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62" name="tx162"/>
            <p:cNvSpPr/>
            <p:nvPr/>
          </p:nvSpPr>
          <p:spPr>
            <a:xfrm rot="-2700000">
              <a:off x="1482475" y="5054308"/>
              <a:ext cx="4741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63" name="tx163"/>
            <p:cNvSpPr/>
            <p:nvPr/>
          </p:nvSpPr>
          <p:spPr>
            <a:xfrm rot="-2700000">
              <a:off x="1849537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64" name="tx164"/>
            <p:cNvSpPr/>
            <p:nvPr/>
          </p:nvSpPr>
          <p:spPr>
            <a:xfrm rot="-2700000">
              <a:off x="2232780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65" name="tx165"/>
            <p:cNvSpPr/>
            <p:nvPr/>
          </p:nvSpPr>
          <p:spPr>
            <a:xfrm rot="-2700000">
              <a:off x="2657676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66" name="tx166"/>
            <p:cNvSpPr/>
            <p:nvPr/>
          </p:nvSpPr>
          <p:spPr>
            <a:xfrm rot="-2700000">
              <a:off x="3047919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67" name="tx167"/>
            <p:cNvSpPr/>
            <p:nvPr/>
          </p:nvSpPr>
          <p:spPr>
            <a:xfrm rot="-2700000">
              <a:off x="3371037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68" name="tx168"/>
            <p:cNvSpPr/>
            <p:nvPr/>
          </p:nvSpPr>
          <p:spPr>
            <a:xfrm rot="-2700000">
              <a:off x="3795855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69" name="tx169"/>
            <p:cNvSpPr/>
            <p:nvPr/>
          </p:nvSpPr>
          <p:spPr>
            <a:xfrm rot="-2700000">
              <a:off x="4161849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70" name="tx170"/>
            <p:cNvSpPr/>
            <p:nvPr/>
          </p:nvSpPr>
          <p:spPr>
            <a:xfrm rot="-2700000">
              <a:off x="4553757" y="5068727"/>
              <a:ext cx="5148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aug-2025</a:t>
              </a:r>
            </a:p>
          </p:txBody>
        </p:sp>
        <p:sp>
          <p:nvSpPr>
            <p:cNvPr id="171" name="tx171"/>
            <p:cNvSpPr/>
            <p:nvPr/>
          </p:nvSpPr>
          <p:spPr>
            <a:xfrm rot="-2700000">
              <a:off x="4955629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sep-2025</a:t>
              </a:r>
            </a:p>
          </p:txBody>
        </p:sp>
        <p:sp>
          <p:nvSpPr>
            <p:cNvPr id="172" name="tx172"/>
            <p:cNvSpPr/>
            <p:nvPr/>
          </p:nvSpPr>
          <p:spPr>
            <a:xfrm rot="-2700000">
              <a:off x="5367828" y="5054308"/>
              <a:ext cx="47411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okt-2025</a:t>
              </a:r>
            </a:p>
          </p:txBody>
        </p:sp>
        <p:sp>
          <p:nvSpPr>
            <p:cNvPr id="173" name="tx173"/>
            <p:cNvSpPr/>
            <p:nvPr/>
          </p:nvSpPr>
          <p:spPr>
            <a:xfrm rot="-2700000">
              <a:off x="5734890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nov-2025</a:t>
              </a:r>
            </a:p>
          </p:txBody>
        </p:sp>
        <p:sp>
          <p:nvSpPr>
            <p:cNvPr id="174" name="tx174"/>
            <p:cNvSpPr/>
            <p:nvPr/>
          </p:nvSpPr>
          <p:spPr>
            <a:xfrm rot="-2700000">
              <a:off x="6118133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75" name="tx175"/>
            <p:cNvSpPr/>
            <p:nvPr/>
          </p:nvSpPr>
          <p:spPr>
            <a:xfrm rot="-2700000">
              <a:off x="6543029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76" name="tx176"/>
            <p:cNvSpPr/>
            <p:nvPr/>
          </p:nvSpPr>
          <p:spPr>
            <a:xfrm rot="-2700000">
              <a:off x="6933272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77" name="tx177"/>
            <p:cNvSpPr/>
            <p:nvPr/>
          </p:nvSpPr>
          <p:spPr>
            <a:xfrm rot="-2700000">
              <a:off x="7256390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78" name="tx178"/>
            <p:cNvSpPr/>
            <p:nvPr/>
          </p:nvSpPr>
          <p:spPr>
            <a:xfrm rot="-2700000">
              <a:off x="7681208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79" name="tx179"/>
            <p:cNvSpPr/>
            <p:nvPr/>
          </p:nvSpPr>
          <p:spPr>
            <a:xfrm rot="-2700000">
              <a:off x="8047202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80" name="tx180"/>
            <p:cNvSpPr/>
            <p:nvPr/>
          </p:nvSpPr>
          <p:spPr>
            <a:xfrm>
              <a:off x="780013" y="2941740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81" name="tx181"/>
            <p:cNvSpPr/>
            <p:nvPr/>
          </p:nvSpPr>
          <p:spPr>
            <a:xfrm>
              <a:off x="712256" y="2785447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182" name="tx182"/>
            <p:cNvSpPr/>
            <p:nvPr/>
          </p:nvSpPr>
          <p:spPr>
            <a:xfrm>
              <a:off x="712256" y="262915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183" name="tx183"/>
            <p:cNvSpPr/>
            <p:nvPr/>
          </p:nvSpPr>
          <p:spPr>
            <a:xfrm>
              <a:off x="712256" y="2472859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184" name="tx184"/>
            <p:cNvSpPr/>
            <p:nvPr/>
          </p:nvSpPr>
          <p:spPr>
            <a:xfrm>
              <a:off x="780013" y="3864629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85" name="tx185"/>
            <p:cNvSpPr/>
            <p:nvPr/>
          </p:nvSpPr>
          <p:spPr>
            <a:xfrm>
              <a:off x="712256" y="370833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186" name="tx186"/>
            <p:cNvSpPr/>
            <p:nvPr/>
          </p:nvSpPr>
          <p:spPr>
            <a:xfrm>
              <a:off x="712256" y="355204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187" name="tx187"/>
            <p:cNvSpPr/>
            <p:nvPr/>
          </p:nvSpPr>
          <p:spPr>
            <a:xfrm>
              <a:off x="712256" y="3395747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188" name="tx188"/>
            <p:cNvSpPr/>
            <p:nvPr/>
          </p:nvSpPr>
          <p:spPr>
            <a:xfrm>
              <a:off x="780013" y="4787517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89" name="tx189"/>
            <p:cNvSpPr/>
            <p:nvPr/>
          </p:nvSpPr>
          <p:spPr>
            <a:xfrm>
              <a:off x="712256" y="463122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190" name="tx190"/>
            <p:cNvSpPr/>
            <p:nvPr/>
          </p:nvSpPr>
          <p:spPr>
            <a:xfrm>
              <a:off x="712256" y="4474929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191" name="tx191"/>
            <p:cNvSpPr/>
            <p:nvPr/>
          </p:nvSpPr>
          <p:spPr>
            <a:xfrm>
              <a:off x="712256" y="431863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192" name="tx192"/>
            <p:cNvSpPr/>
            <p:nvPr/>
          </p:nvSpPr>
          <p:spPr>
            <a:xfrm>
              <a:off x="4530454" y="5385947"/>
              <a:ext cx="46606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93" name="tx193"/>
            <p:cNvSpPr/>
            <p:nvPr/>
          </p:nvSpPr>
          <p:spPr>
            <a:xfrm rot="-5400000">
              <a:off x="282798" y="3547320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194" name="tx194"/>
            <p:cNvSpPr/>
            <p:nvPr/>
          </p:nvSpPr>
          <p:spPr>
            <a:xfrm>
              <a:off x="3286698" y="5810014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95" name="rc195"/>
            <p:cNvSpPr/>
            <p:nvPr/>
          </p:nvSpPr>
          <p:spPr>
            <a:xfrm>
              <a:off x="4008031" y="576469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6" name="rc196"/>
            <p:cNvSpPr/>
            <p:nvPr/>
          </p:nvSpPr>
          <p:spPr>
            <a:xfrm>
              <a:off x="4541807" y="5764694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7" name="rc197"/>
            <p:cNvSpPr/>
            <p:nvPr/>
          </p:nvSpPr>
          <p:spPr>
            <a:xfrm>
              <a:off x="5177172" y="5764694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8" name="rc198"/>
            <p:cNvSpPr/>
            <p:nvPr/>
          </p:nvSpPr>
          <p:spPr>
            <a:xfrm>
              <a:off x="5629657" y="5764694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9" name="tx199"/>
            <p:cNvSpPr/>
            <p:nvPr/>
          </p:nvSpPr>
          <p:spPr>
            <a:xfrm>
              <a:off x="4293584" y="5820987"/>
              <a:ext cx="16248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</a:t>
              </a:r>
            </a:p>
          </p:txBody>
        </p:sp>
        <p:sp>
          <p:nvSpPr>
            <p:cNvPr id="200" name="tx200"/>
            <p:cNvSpPr/>
            <p:nvPr/>
          </p:nvSpPr>
          <p:spPr>
            <a:xfrm>
              <a:off x="4827360" y="5820987"/>
              <a:ext cx="2640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J.2.4</a:t>
              </a:r>
            </a:p>
          </p:txBody>
        </p:sp>
        <p:sp>
          <p:nvSpPr>
            <p:cNvPr id="201" name="tx201"/>
            <p:cNvSpPr/>
            <p:nvPr/>
          </p:nvSpPr>
          <p:spPr>
            <a:xfrm>
              <a:off x="5462725" y="5820987"/>
              <a:ext cx="8119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</a:t>
              </a:r>
            </a:p>
          </p:txBody>
        </p:sp>
        <p:sp>
          <p:nvSpPr>
            <p:cNvPr id="202" name="tx202"/>
            <p:cNvSpPr/>
            <p:nvPr/>
          </p:nvSpPr>
          <p:spPr>
            <a:xfrm>
              <a:off x="5915210" y="5820987"/>
              <a:ext cx="32506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Andre</a:t>
              </a:r>
            </a:p>
          </p:txBody>
        </p:sp>
        <p:sp>
          <p:nvSpPr>
            <p:cNvPr id="203" name="tx203"/>
            <p:cNvSpPr/>
            <p:nvPr/>
          </p:nvSpPr>
          <p:spPr>
            <a:xfrm>
              <a:off x="916094" y="1921286"/>
              <a:ext cx="363345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Top 3 subklader vises separat; resten samles i 'Andre'</a:t>
              </a:r>
            </a:p>
          </p:txBody>
        </p:sp>
        <p:sp>
          <p:nvSpPr>
            <p:cNvPr id="204" name="tx204"/>
            <p:cNvSpPr/>
            <p:nvPr/>
          </p:nvSpPr>
          <p:spPr>
            <a:xfrm>
              <a:off x="916094" y="1676115"/>
              <a:ext cx="4704953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 landsdel per måned og subklade - A/H3N2 (antall)</a:t>
              </a:r>
            </a:p>
          </p:txBody>
        </p:sp>
      </p:grpSp>
      <p:sp>
        <p:nvSpPr>
          <p:cNvPr id="20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H3N2 - Pasient landsdel per måned (antall)</a:t>
            </a: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2546948" y="1600200"/>
              <a:ext cx="4050103" cy="4525962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5" name="pg5"/>
            <p:cNvSpPr/>
            <p:nvPr/>
          </p:nvSpPr>
          <p:spPr>
            <a:xfrm>
              <a:off x="4289415" y="2298546"/>
              <a:ext cx="716364" cy="683618"/>
            </a:xfrm>
            <a:custGeom>
              <a:avLst/>
              <a:pathLst>
                <a:path w="716364" h="683618">
                  <a:moveTo>
                    <a:pt x="208774" y="615164"/>
                  </a:moveTo>
                  <a:lnTo>
                    <a:pt x="208972" y="615154"/>
                  </a:lnTo>
                  <a:lnTo>
                    <a:pt x="209125" y="615147"/>
                  </a:lnTo>
                  <a:lnTo>
                    <a:pt x="209501" y="615128"/>
                  </a:lnTo>
                  <a:lnTo>
                    <a:pt x="209850" y="615111"/>
                  </a:lnTo>
                  <a:lnTo>
                    <a:pt x="210012" y="615103"/>
                  </a:lnTo>
                  <a:lnTo>
                    <a:pt x="210562" y="615075"/>
                  </a:lnTo>
                  <a:lnTo>
                    <a:pt x="211086" y="615048"/>
                  </a:lnTo>
                  <a:lnTo>
                    <a:pt x="212564" y="614973"/>
                  </a:lnTo>
                  <a:lnTo>
                    <a:pt x="213160" y="614941"/>
                  </a:lnTo>
                  <a:lnTo>
                    <a:pt x="217860" y="614715"/>
                  </a:lnTo>
                  <a:lnTo>
                    <a:pt x="222964" y="614470"/>
                  </a:lnTo>
                  <a:lnTo>
                    <a:pt x="223214" y="614431"/>
                  </a:lnTo>
                  <a:lnTo>
                    <a:pt x="223443" y="614398"/>
                  </a:lnTo>
                  <a:lnTo>
                    <a:pt x="223601" y="614373"/>
                  </a:lnTo>
                  <a:lnTo>
                    <a:pt x="224242" y="614271"/>
                  </a:lnTo>
                  <a:lnTo>
                    <a:pt x="224741" y="614182"/>
                  </a:lnTo>
                  <a:lnTo>
                    <a:pt x="225161" y="614111"/>
                  </a:lnTo>
                  <a:lnTo>
                    <a:pt x="226000" y="613971"/>
                  </a:lnTo>
                  <a:lnTo>
                    <a:pt x="226529" y="613874"/>
                  </a:lnTo>
                  <a:lnTo>
                    <a:pt x="227145" y="613765"/>
                  </a:lnTo>
                  <a:lnTo>
                    <a:pt x="227636" y="613676"/>
                  </a:lnTo>
                  <a:lnTo>
                    <a:pt x="227764" y="613658"/>
                  </a:lnTo>
                  <a:lnTo>
                    <a:pt x="228308" y="613561"/>
                  </a:lnTo>
                  <a:lnTo>
                    <a:pt x="228746" y="613492"/>
                  </a:lnTo>
                  <a:lnTo>
                    <a:pt x="229354" y="613393"/>
                  </a:lnTo>
                  <a:lnTo>
                    <a:pt x="229761" y="613327"/>
                  </a:lnTo>
                  <a:lnTo>
                    <a:pt x="230504" y="613195"/>
                  </a:lnTo>
                  <a:lnTo>
                    <a:pt x="230639" y="613172"/>
                  </a:lnTo>
                  <a:lnTo>
                    <a:pt x="231652" y="612948"/>
                  </a:lnTo>
                  <a:lnTo>
                    <a:pt x="232339" y="612856"/>
                  </a:lnTo>
                  <a:lnTo>
                    <a:pt x="232814" y="612767"/>
                  </a:lnTo>
                  <a:lnTo>
                    <a:pt x="233209" y="612716"/>
                  </a:lnTo>
                  <a:lnTo>
                    <a:pt x="233985" y="612586"/>
                  </a:lnTo>
                  <a:lnTo>
                    <a:pt x="234667" y="612469"/>
                  </a:lnTo>
                  <a:lnTo>
                    <a:pt x="235140" y="612391"/>
                  </a:lnTo>
                  <a:lnTo>
                    <a:pt x="235725" y="612289"/>
                  </a:lnTo>
                  <a:lnTo>
                    <a:pt x="236311" y="612190"/>
                  </a:lnTo>
                  <a:lnTo>
                    <a:pt x="236486" y="612167"/>
                  </a:lnTo>
                  <a:lnTo>
                    <a:pt x="237120" y="612052"/>
                  </a:lnTo>
                  <a:lnTo>
                    <a:pt x="237468" y="611989"/>
                  </a:lnTo>
                  <a:lnTo>
                    <a:pt x="237659" y="611966"/>
                  </a:lnTo>
                  <a:lnTo>
                    <a:pt x="238163" y="611874"/>
                  </a:lnTo>
                  <a:lnTo>
                    <a:pt x="238641" y="611785"/>
                  </a:lnTo>
                  <a:lnTo>
                    <a:pt x="239115" y="611721"/>
                  </a:lnTo>
                  <a:lnTo>
                    <a:pt x="239789" y="611602"/>
                  </a:lnTo>
                  <a:lnTo>
                    <a:pt x="240232" y="611528"/>
                  </a:lnTo>
                  <a:lnTo>
                    <a:pt x="240379" y="611505"/>
                  </a:lnTo>
                  <a:lnTo>
                    <a:pt x="240972" y="611406"/>
                  </a:lnTo>
                  <a:lnTo>
                    <a:pt x="241603" y="611296"/>
                  </a:lnTo>
                  <a:lnTo>
                    <a:pt x="242143" y="611202"/>
                  </a:lnTo>
                  <a:lnTo>
                    <a:pt x="242290" y="611179"/>
                  </a:lnTo>
                  <a:lnTo>
                    <a:pt x="242929" y="611057"/>
                  </a:lnTo>
                  <a:lnTo>
                    <a:pt x="243372" y="610978"/>
                  </a:lnTo>
                  <a:lnTo>
                    <a:pt x="243667" y="610907"/>
                  </a:lnTo>
                  <a:lnTo>
                    <a:pt x="244051" y="610836"/>
                  </a:lnTo>
                  <a:lnTo>
                    <a:pt x="244489" y="610770"/>
                  </a:lnTo>
                  <a:lnTo>
                    <a:pt x="244634" y="610714"/>
                  </a:lnTo>
                  <a:lnTo>
                    <a:pt x="244944" y="610645"/>
                  </a:lnTo>
                  <a:lnTo>
                    <a:pt x="245244" y="610655"/>
                  </a:lnTo>
                  <a:lnTo>
                    <a:pt x="245384" y="610681"/>
                  </a:lnTo>
                  <a:lnTo>
                    <a:pt x="245618" y="610653"/>
                  </a:lnTo>
                  <a:lnTo>
                    <a:pt x="246112" y="610642"/>
                  </a:lnTo>
                  <a:lnTo>
                    <a:pt x="246804" y="610589"/>
                  </a:lnTo>
                  <a:lnTo>
                    <a:pt x="247392" y="610543"/>
                  </a:lnTo>
                  <a:lnTo>
                    <a:pt x="247519" y="610571"/>
                  </a:lnTo>
                  <a:lnTo>
                    <a:pt x="247977" y="610518"/>
                  </a:lnTo>
                  <a:lnTo>
                    <a:pt x="248270" y="610523"/>
                  </a:lnTo>
                  <a:lnTo>
                    <a:pt x="248562" y="610495"/>
                  </a:lnTo>
                  <a:lnTo>
                    <a:pt x="248746" y="610487"/>
                  </a:lnTo>
                  <a:lnTo>
                    <a:pt x="249008" y="610477"/>
                  </a:lnTo>
                  <a:lnTo>
                    <a:pt x="249588" y="610441"/>
                  </a:lnTo>
                  <a:lnTo>
                    <a:pt x="250089" y="610414"/>
                  </a:lnTo>
                  <a:lnTo>
                    <a:pt x="250687" y="610365"/>
                  </a:lnTo>
                  <a:lnTo>
                    <a:pt x="251550" y="610012"/>
                  </a:lnTo>
                  <a:lnTo>
                    <a:pt x="252534" y="611757"/>
                  </a:lnTo>
                  <a:lnTo>
                    <a:pt x="253008" y="612548"/>
                  </a:lnTo>
                  <a:lnTo>
                    <a:pt x="253356" y="613106"/>
                  </a:lnTo>
                  <a:lnTo>
                    <a:pt x="253664" y="613698"/>
                  </a:lnTo>
                  <a:lnTo>
                    <a:pt x="254020" y="614312"/>
                  </a:lnTo>
                  <a:lnTo>
                    <a:pt x="254267" y="614770"/>
                  </a:lnTo>
                  <a:lnTo>
                    <a:pt x="254700" y="615541"/>
                  </a:lnTo>
                  <a:lnTo>
                    <a:pt x="255127" y="616284"/>
                  </a:lnTo>
                  <a:lnTo>
                    <a:pt x="255542" y="616889"/>
                  </a:lnTo>
                  <a:lnTo>
                    <a:pt x="256020" y="617640"/>
                  </a:lnTo>
                  <a:lnTo>
                    <a:pt x="256471" y="618398"/>
                  </a:lnTo>
                  <a:lnTo>
                    <a:pt x="256875" y="619151"/>
                  </a:lnTo>
                  <a:lnTo>
                    <a:pt x="257427" y="620085"/>
                  </a:lnTo>
                  <a:lnTo>
                    <a:pt x="257817" y="620772"/>
                  </a:lnTo>
                  <a:lnTo>
                    <a:pt x="258178" y="621462"/>
                  </a:lnTo>
                  <a:lnTo>
                    <a:pt x="258557" y="622098"/>
                  </a:lnTo>
                  <a:lnTo>
                    <a:pt x="259005" y="622831"/>
                  </a:lnTo>
                  <a:lnTo>
                    <a:pt x="259519" y="623615"/>
                  </a:lnTo>
                  <a:lnTo>
                    <a:pt x="259888" y="624279"/>
                  </a:lnTo>
                  <a:lnTo>
                    <a:pt x="260272" y="624894"/>
                  </a:lnTo>
                  <a:lnTo>
                    <a:pt x="260697" y="625665"/>
                  </a:lnTo>
                  <a:lnTo>
                    <a:pt x="261211" y="626599"/>
                  </a:lnTo>
                  <a:lnTo>
                    <a:pt x="261483" y="627093"/>
                  </a:lnTo>
                  <a:lnTo>
                    <a:pt x="261807" y="627660"/>
                  </a:lnTo>
                  <a:lnTo>
                    <a:pt x="262140" y="628220"/>
                  </a:lnTo>
                  <a:lnTo>
                    <a:pt x="262682" y="629050"/>
                  </a:lnTo>
                  <a:lnTo>
                    <a:pt x="263206" y="629868"/>
                  </a:lnTo>
                  <a:lnTo>
                    <a:pt x="273389" y="624736"/>
                  </a:lnTo>
                  <a:lnTo>
                    <a:pt x="280838" y="620983"/>
                  </a:lnTo>
                  <a:lnTo>
                    <a:pt x="284069" y="619318"/>
                  </a:lnTo>
                  <a:lnTo>
                    <a:pt x="291528" y="615473"/>
                  </a:lnTo>
                  <a:lnTo>
                    <a:pt x="295125" y="618263"/>
                  </a:lnTo>
                  <a:lnTo>
                    <a:pt x="300205" y="622204"/>
                  </a:lnTo>
                  <a:lnTo>
                    <a:pt x="307546" y="628521"/>
                  </a:lnTo>
                  <a:lnTo>
                    <a:pt x="315098" y="635422"/>
                  </a:lnTo>
                  <a:lnTo>
                    <a:pt x="321693" y="634590"/>
                  </a:lnTo>
                  <a:lnTo>
                    <a:pt x="326830" y="633783"/>
                  </a:lnTo>
                  <a:lnTo>
                    <a:pt x="327410" y="633692"/>
                  </a:lnTo>
                  <a:lnTo>
                    <a:pt x="336643" y="632434"/>
                  </a:lnTo>
                  <a:lnTo>
                    <a:pt x="344120" y="631415"/>
                  </a:lnTo>
                  <a:lnTo>
                    <a:pt x="352577" y="630259"/>
                  </a:lnTo>
                  <a:lnTo>
                    <a:pt x="357727" y="632228"/>
                  </a:lnTo>
                  <a:lnTo>
                    <a:pt x="364059" y="634637"/>
                  </a:lnTo>
                  <a:lnTo>
                    <a:pt x="369290" y="636632"/>
                  </a:lnTo>
                  <a:lnTo>
                    <a:pt x="379107" y="640379"/>
                  </a:lnTo>
                  <a:lnTo>
                    <a:pt x="383093" y="641880"/>
                  </a:lnTo>
                  <a:lnTo>
                    <a:pt x="392077" y="645297"/>
                  </a:lnTo>
                  <a:lnTo>
                    <a:pt x="402509" y="649228"/>
                  </a:lnTo>
                  <a:lnTo>
                    <a:pt x="408056" y="651348"/>
                  </a:lnTo>
                  <a:lnTo>
                    <a:pt x="413792" y="653513"/>
                  </a:lnTo>
                  <a:lnTo>
                    <a:pt x="424477" y="657550"/>
                  </a:lnTo>
                  <a:lnTo>
                    <a:pt x="430357" y="659772"/>
                  </a:lnTo>
                  <a:lnTo>
                    <a:pt x="438294" y="662850"/>
                  </a:lnTo>
                  <a:lnTo>
                    <a:pt x="443054" y="664694"/>
                  </a:lnTo>
                  <a:lnTo>
                    <a:pt x="453514" y="668749"/>
                  </a:lnTo>
                  <a:lnTo>
                    <a:pt x="456546" y="663142"/>
                  </a:lnTo>
                  <a:lnTo>
                    <a:pt x="458685" y="659180"/>
                  </a:lnTo>
                  <a:lnTo>
                    <a:pt x="461832" y="654936"/>
                  </a:lnTo>
                  <a:lnTo>
                    <a:pt x="467416" y="647408"/>
                  </a:lnTo>
                  <a:lnTo>
                    <a:pt x="471207" y="642298"/>
                  </a:lnTo>
                  <a:lnTo>
                    <a:pt x="475326" y="636907"/>
                  </a:lnTo>
                  <a:lnTo>
                    <a:pt x="482140" y="627991"/>
                  </a:lnTo>
                  <a:lnTo>
                    <a:pt x="472808" y="623878"/>
                  </a:lnTo>
                  <a:lnTo>
                    <a:pt x="464796" y="620355"/>
                  </a:lnTo>
                  <a:lnTo>
                    <a:pt x="460383" y="618414"/>
                  </a:lnTo>
                  <a:lnTo>
                    <a:pt x="457707" y="616515"/>
                  </a:lnTo>
                  <a:lnTo>
                    <a:pt x="450606" y="611481"/>
                  </a:lnTo>
                  <a:lnTo>
                    <a:pt x="455846" y="606602"/>
                  </a:lnTo>
                  <a:lnTo>
                    <a:pt x="461712" y="601143"/>
                  </a:lnTo>
                  <a:lnTo>
                    <a:pt x="464591" y="596442"/>
                  </a:lnTo>
                  <a:lnTo>
                    <a:pt x="471702" y="584839"/>
                  </a:lnTo>
                  <a:lnTo>
                    <a:pt x="475480" y="578670"/>
                  </a:lnTo>
                  <a:lnTo>
                    <a:pt x="476528" y="574564"/>
                  </a:lnTo>
                  <a:lnTo>
                    <a:pt x="478884" y="565293"/>
                  </a:lnTo>
                  <a:lnTo>
                    <a:pt x="480986" y="557018"/>
                  </a:lnTo>
                  <a:lnTo>
                    <a:pt x="483103" y="549055"/>
                  </a:lnTo>
                  <a:lnTo>
                    <a:pt x="483503" y="547570"/>
                  </a:lnTo>
                  <a:lnTo>
                    <a:pt x="484298" y="544621"/>
                  </a:lnTo>
                  <a:lnTo>
                    <a:pt x="485824" y="538920"/>
                  </a:lnTo>
                  <a:lnTo>
                    <a:pt x="484528" y="531866"/>
                  </a:lnTo>
                  <a:lnTo>
                    <a:pt x="483080" y="523973"/>
                  </a:lnTo>
                  <a:lnTo>
                    <a:pt x="481330" y="513433"/>
                  </a:lnTo>
                  <a:lnTo>
                    <a:pt x="480399" y="507813"/>
                  </a:lnTo>
                  <a:lnTo>
                    <a:pt x="479792" y="504148"/>
                  </a:lnTo>
                  <a:lnTo>
                    <a:pt x="474894" y="499276"/>
                  </a:lnTo>
                  <a:lnTo>
                    <a:pt x="472074" y="496295"/>
                  </a:lnTo>
                  <a:lnTo>
                    <a:pt x="466428" y="489576"/>
                  </a:lnTo>
                  <a:lnTo>
                    <a:pt x="459895" y="481800"/>
                  </a:lnTo>
                  <a:lnTo>
                    <a:pt x="457353" y="478779"/>
                  </a:lnTo>
                  <a:lnTo>
                    <a:pt x="451898" y="472444"/>
                  </a:lnTo>
                  <a:lnTo>
                    <a:pt x="460262" y="471063"/>
                  </a:lnTo>
                  <a:lnTo>
                    <a:pt x="465393" y="470215"/>
                  </a:lnTo>
                  <a:lnTo>
                    <a:pt x="476335" y="468408"/>
                  </a:lnTo>
                  <a:lnTo>
                    <a:pt x="490107" y="466022"/>
                  </a:lnTo>
                  <a:lnTo>
                    <a:pt x="492989" y="465523"/>
                  </a:lnTo>
                  <a:lnTo>
                    <a:pt x="500995" y="464136"/>
                  </a:lnTo>
                  <a:lnTo>
                    <a:pt x="501364" y="464073"/>
                  </a:lnTo>
                  <a:lnTo>
                    <a:pt x="505157" y="459447"/>
                  </a:lnTo>
                  <a:lnTo>
                    <a:pt x="507477" y="456617"/>
                  </a:lnTo>
                  <a:lnTo>
                    <a:pt x="508662" y="455170"/>
                  </a:lnTo>
                  <a:lnTo>
                    <a:pt x="509542" y="454096"/>
                  </a:lnTo>
                  <a:lnTo>
                    <a:pt x="510642" y="452756"/>
                  </a:lnTo>
                  <a:lnTo>
                    <a:pt x="511916" y="451201"/>
                  </a:lnTo>
                  <a:lnTo>
                    <a:pt x="512440" y="450564"/>
                  </a:lnTo>
                  <a:lnTo>
                    <a:pt x="514819" y="447666"/>
                  </a:lnTo>
                  <a:lnTo>
                    <a:pt x="515453" y="446894"/>
                  </a:lnTo>
                  <a:lnTo>
                    <a:pt x="516471" y="445655"/>
                  </a:lnTo>
                  <a:lnTo>
                    <a:pt x="519233" y="447215"/>
                  </a:lnTo>
                  <a:lnTo>
                    <a:pt x="519963" y="447636"/>
                  </a:lnTo>
                  <a:lnTo>
                    <a:pt x="521267" y="448375"/>
                  </a:lnTo>
                  <a:lnTo>
                    <a:pt x="529081" y="452803"/>
                  </a:lnTo>
                  <a:lnTo>
                    <a:pt x="534107" y="455655"/>
                  </a:lnTo>
                  <a:lnTo>
                    <a:pt x="534888" y="456078"/>
                  </a:lnTo>
                  <a:lnTo>
                    <a:pt x="545667" y="461914"/>
                  </a:lnTo>
                  <a:lnTo>
                    <a:pt x="553108" y="465944"/>
                  </a:lnTo>
                  <a:lnTo>
                    <a:pt x="554553" y="457228"/>
                  </a:lnTo>
                  <a:lnTo>
                    <a:pt x="556371" y="446319"/>
                  </a:lnTo>
                  <a:lnTo>
                    <a:pt x="550512" y="441722"/>
                  </a:lnTo>
                  <a:lnTo>
                    <a:pt x="549128" y="436884"/>
                  </a:lnTo>
                  <a:lnTo>
                    <a:pt x="547255" y="433288"/>
                  </a:lnTo>
                  <a:lnTo>
                    <a:pt x="544428" y="427862"/>
                  </a:lnTo>
                  <a:lnTo>
                    <a:pt x="541719" y="422662"/>
                  </a:lnTo>
                  <a:lnTo>
                    <a:pt x="542097" y="418165"/>
                  </a:lnTo>
                  <a:lnTo>
                    <a:pt x="542395" y="414625"/>
                  </a:lnTo>
                  <a:lnTo>
                    <a:pt x="542455" y="413914"/>
                  </a:lnTo>
                  <a:lnTo>
                    <a:pt x="544495" y="410978"/>
                  </a:lnTo>
                  <a:lnTo>
                    <a:pt x="545004" y="410247"/>
                  </a:lnTo>
                  <a:lnTo>
                    <a:pt x="550682" y="402093"/>
                  </a:lnTo>
                  <a:lnTo>
                    <a:pt x="560985" y="392149"/>
                  </a:lnTo>
                  <a:lnTo>
                    <a:pt x="566219" y="387072"/>
                  </a:lnTo>
                  <a:lnTo>
                    <a:pt x="567487" y="385841"/>
                  </a:lnTo>
                  <a:lnTo>
                    <a:pt x="576432" y="387557"/>
                  </a:lnTo>
                  <a:lnTo>
                    <a:pt x="584265" y="389038"/>
                  </a:lnTo>
                  <a:lnTo>
                    <a:pt x="591348" y="390183"/>
                  </a:lnTo>
                  <a:lnTo>
                    <a:pt x="595951" y="390930"/>
                  </a:lnTo>
                  <a:lnTo>
                    <a:pt x="599118" y="391444"/>
                  </a:lnTo>
                  <a:lnTo>
                    <a:pt x="603343" y="392126"/>
                  </a:lnTo>
                  <a:lnTo>
                    <a:pt x="607185" y="397611"/>
                  </a:lnTo>
                  <a:lnTo>
                    <a:pt x="609903" y="401492"/>
                  </a:lnTo>
                  <a:lnTo>
                    <a:pt x="611399" y="403621"/>
                  </a:lnTo>
                  <a:lnTo>
                    <a:pt x="614898" y="408601"/>
                  </a:lnTo>
                  <a:lnTo>
                    <a:pt x="620326" y="415488"/>
                  </a:lnTo>
                  <a:lnTo>
                    <a:pt x="622723" y="418529"/>
                  </a:lnTo>
                  <a:lnTo>
                    <a:pt x="624824" y="421195"/>
                  </a:lnTo>
                  <a:lnTo>
                    <a:pt x="629462" y="427078"/>
                  </a:lnTo>
                  <a:lnTo>
                    <a:pt x="635966" y="434569"/>
                  </a:lnTo>
                  <a:lnTo>
                    <a:pt x="640199" y="439445"/>
                  </a:lnTo>
                  <a:lnTo>
                    <a:pt x="644741" y="444679"/>
                  </a:lnTo>
                  <a:lnTo>
                    <a:pt x="645560" y="445624"/>
                  </a:lnTo>
                  <a:lnTo>
                    <a:pt x="647089" y="445416"/>
                  </a:lnTo>
                  <a:lnTo>
                    <a:pt x="648176" y="445212"/>
                  </a:lnTo>
                  <a:lnTo>
                    <a:pt x="649400" y="444983"/>
                  </a:lnTo>
                  <a:lnTo>
                    <a:pt x="651290" y="444627"/>
                  </a:lnTo>
                  <a:lnTo>
                    <a:pt x="652616" y="444377"/>
                  </a:lnTo>
                  <a:lnTo>
                    <a:pt x="654285" y="444064"/>
                  </a:lnTo>
                  <a:lnTo>
                    <a:pt x="655634" y="443812"/>
                  </a:lnTo>
                  <a:lnTo>
                    <a:pt x="656837" y="443586"/>
                  </a:lnTo>
                  <a:lnTo>
                    <a:pt x="657021" y="443550"/>
                  </a:lnTo>
                  <a:lnTo>
                    <a:pt x="658163" y="443339"/>
                  </a:lnTo>
                  <a:lnTo>
                    <a:pt x="659425" y="443095"/>
                  </a:lnTo>
                  <a:lnTo>
                    <a:pt x="660557" y="442876"/>
                  </a:lnTo>
                  <a:lnTo>
                    <a:pt x="661743" y="442647"/>
                  </a:lnTo>
                  <a:lnTo>
                    <a:pt x="661911" y="442614"/>
                  </a:lnTo>
                  <a:lnTo>
                    <a:pt x="668837" y="441276"/>
                  </a:lnTo>
                  <a:lnTo>
                    <a:pt x="678181" y="439909"/>
                  </a:lnTo>
                  <a:lnTo>
                    <a:pt x="678921" y="439800"/>
                  </a:lnTo>
                  <a:lnTo>
                    <a:pt x="679140" y="439769"/>
                  </a:lnTo>
                  <a:lnTo>
                    <a:pt x="679435" y="439474"/>
                  </a:lnTo>
                  <a:lnTo>
                    <a:pt x="679848" y="439003"/>
                  </a:lnTo>
                  <a:lnTo>
                    <a:pt x="680405" y="438365"/>
                  </a:lnTo>
                  <a:lnTo>
                    <a:pt x="680613" y="438128"/>
                  </a:lnTo>
                  <a:lnTo>
                    <a:pt x="681224" y="437433"/>
                  </a:lnTo>
                  <a:lnTo>
                    <a:pt x="681636" y="436963"/>
                  </a:lnTo>
                  <a:lnTo>
                    <a:pt x="681901" y="436660"/>
                  </a:lnTo>
                  <a:lnTo>
                    <a:pt x="682140" y="436421"/>
                  </a:lnTo>
                  <a:lnTo>
                    <a:pt x="682415" y="436222"/>
                  </a:lnTo>
                  <a:lnTo>
                    <a:pt x="682832" y="435922"/>
                  </a:lnTo>
                  <a:lnTo>
                    <a:pt x="683163" y="435683"/>
                  </a:lnTo>
                  <a:lnTo>
                    <a:pt x="683667" y="435321"/>
                  </a:lnTo>
                  <a:lnTo>
                    <a:pt x="683944" y="435123"/>
                  </a:lnTo>
                  <a:lnTo>
                    <a:pt x="684417" y="434782"/>
                  </a:lnTo>
                  <a:lnTo>
                    <a:pt x="684822" y="434489"/>
                  </a:lnTo>
                  <a:lnTo>
                    <a:pt x="685219" y="434202"/>
                  </a:lnTo>
                  <a:lnTo>
                    <a:pt x="685585" y="433940"/>
                  </a:lnTo>
                  <a:lnTo>
                    <a:pt x="685860" y="433741"/>
                  </a:lnTo>
                  <a:lnTo>
                    <a:pt x="686390" y="433362"/>
                  </a:lnTo>
                  <a:lnTo>
                    <a:pt x="686842" y="433036"/>
                  </a:lnTo>
                  <a:lnTo>
                    <a:pt x="687326" y="432688"/>
                  </a:lnTo>
                  <a:lnTo>
                    <a:pt x="687853" y="432245"/>
                  </a:lnTo>
                  <a:lnTo>
                    <a:pt x="688316" y="431996"/>
                  </a:lnTo>
                  <a:lnTo>
                    <a:pt x="688886" y="431731"/>
                  </a:lnTo>
                  <a:lnTo>
                    <a:pt x="689428" y="431479"/>
                  </a:lnTo>
                  <a:lnTo>
                    <a:pt x="689914" y="431255"/>
                  </a:lnTo>
                  <a:lnTo>
                    <a:pt x="690417" y="431021"/>
                  </a:lnTo>
                  <a:lnTo>
                    <a:pt x="690967" y="430764"/>
                  </a:lnTo>
                  <a:lnTo>
                    <a:pt x="691624" y="430459"/>
                  </a:lnTo>
                  <a:lnTo>
                    <a:pt x="692069" y="430253"/>
                  </a:lnTo>
                  <a:lnTo>
                    <a:pt x="692634" y="429991"/>
                  </a:lnTo>
                  <a:lnTo>
                    <a:pt x="693163" y="429744"/>
                  </a:lnTo>
                  <a:lnTo>
                    <a:pt x="693616" y="429535"/>
                  </a:lnTo>
                  <a:lnTo>
                    <a:pt x="694191" y="429268"/>
                  </a:lnTo>
                  <a:lnTo>
                    <a:pt x="695040" y="426820"/>
                  </a:lnTo>
                  <a:lnTo>
                    <a:pt x="695725" y="424840"/>
                  </a:lnTo>
                  <a:lnTo>
                    <a:pt x="695855" y="424464"/>
                  </a:lnTo>
                  <a:lnTo>
                    <a:pt x="695641" y="423627"/>
                  </a:lnTo>
                  <a:lnTo>
                    <a:pt x="695443" y="422856"/>
                  </a:lnTo>
                  <a:lnTo>
                    <a:pt x="695183" y="421853"/>
                  </a:lnTo>
                  <a:lnTo>
                    <a:pt x="695071" y="421410"/>
                  </a:lnTo>
                  <a:lnTo>
                    <a:pt x="694919" y="420817"/>
                  </a:lnTo>
                  <a:lnTo>
                    <a:pt x="694758" y="420191"/>
                  </a:lnTo>
                  <a:lnTo>
                    <a:pt x="694682" y="419632"/>
                  </a:lnTo>
                  <a:lnTo>
                    <a:pt x="694962" y="419077"/>
                  </a:lnTo>
                  <a:lnTo>
                    <a:pt x="695448" y="418118"/>
                  </a:lnTo>
                  <a:lnTo>
                    <a:pt x="695697" y="417624"/>
                  </a:lnTo>
                  <a:lnTo>
                    <a:pt x="696138" y="416751"/>
                  </a:lnTo>
                  <a:lnTo>
                    <a:pt x="696601" y="415833"/>
                  </a:lnTo>
                  <a:lnTo>
                    <a:pt x="697046" y="414950"/>
                  </a:lnTo>
                  <a:lnTo>
                    <a:pt x="697326" y="414392"/>
                  </a:lnTo>
                  <a:lnTo>
                    <a:pt x="697456" y="414107"/>
                  </a:lnTo>
                  <a:lnTo>
                    <a:pt x="697323" y="413303"/>
                  </a:lnTo>
                  <a:lnTo>
                    <a:pt x="697283" y="413062"/>
                  </a:lnTo>
                  <a:lnTo>
                    <a:pt x="697242" y="412817"/>
                  </a:lnTo>
                  <a:lnTo>
                    <a:pt x="697051" y="412448"/>
                  </a:lnTo>
                  <a:lnTo>
                    <a:pt x="696848" y="412056"/>
                  </a:lnTo>
                  <a:lnTo>
                    <a:pt x="696479" y="411347"/>
                  </a:lnTo>
                  <a:lnTo>
                    <a:pt x="696112" y="410642"/>
                  </a:lnTo>
                  <a:lnTo>
                    <a:pt x="695853" y="410143"/>
                  </a:lnTo>
                  <a:lnTo>
                    <a:pt x="695718" y="409883"/>
                  </a:lnTo>
                  <a:lnTo>
                    <a:pt x="695624" y="409703"/>
                  </a:lnTo>
                  <a:lnTo>
                    <a:pt x="695733" y="408723"/>
                  </a:lnTo>
                  <a:lnTo>
                    <a:pt x="695832" y="407832"/>
                  </a:lnTo>
                  <a:lnTo>
                    <a:pt x="696382" y="402904"/>
                  </a:lnTo>
                  <a:lnTo>
                    <a:pt x="696430" y="402448"/>
                  </a:lnTo>
                  <a:lnTo>
                    <a:pt x="696237" y="401753"/>
                  </a:lnTo>
                  <a:lnTo>
                    <a:pt x="694733" y="396346"/>
                  </a:lnTo>
                  <a:lnTo>
                    <a:pt x="694723" y="395646"/>
                  </a:lnTo>
                  <a:lnTo>
                    <a:pt x="694703" y="394379"/>
                  </a:lnTo>
                  <a:lnTo>
                    <a:pt x="694695" y="393985"/>
                  </a:lnTo>
                  <a:lnTo>
                    <a:pt x="694697" y="393693"/>
                  </a:lnTo>
                  <a:lnTo>
                    <a:pt x="694844" y="392617"/>
                  </a:lnTo>
                  <a:lnTo>
                    <a:pt x="694867" y="392442"/>
                  </a:lnTo>
                  <a:lnTo>
                    <a:pt x="694570" y="391797"/>
                  </a:lnTo>
                  <a:lnTo>
                    <a:pt x="694344" y="391308"/>
                  </a:lnTo>
                  <a:lnTo>
                    <a:pt x="693970" y="390496"/>
                  </a:lnTo>
                  <a:lnTo>
                    <a:pt x="693848" y="390232"/>
                  </a:lnTo>
                  <a:lnTo>
                    <a:pt x="693784" y="390092"/>
                  </a:lnTo>
                  <a:lnTo>
                    <a:pt x="693690" y="389926"/>
                  </a:lnTo>
                  <a:lnTo>
                    <a:pt x="693598" y="389728"/>
                  </a:lnTo>
                  <a:lnTo>
                    <a:pt x="693481" y="389479"/>
                  </a:lnTo>
                  <a:lnTo>
                    <a:pt x="693377" y="389252"/>
                  </a:lnTo>
                  <a:lnTo>
                    <a:pt x="693089" y="388636"/>
                  </a:lnTo>
                  <a:lnTo>
                    <a:pt x="692100" y="386517"/>
                  </a:lnTo>
                  <a:lnTo>
                    <a:pt x="691970" y="386239"/>
                  </a:lnTo>
                  <a:lnTo>
                    <a:pt x="691832" y="386066"/>
                  </a:lnTo>
                  <a:lnTo>
                    <a:pt x="691629" y="385860"/>
                  </a:lnTo>
                  <a:lnTo>
                    <a:pt x="690845" y="385349"/>
                  </a:lnTo>
                  <a:lnTo>
                    <a:pt x="690575" y="385245"/>
                  </a:lnTo>
                  <a:lnTo>
                    <a:pt x="690415" y="385184"/>
                  </a:lnTo>
                  <a:lnTo>
                    <a:pt x="690267" y="385097"/>
                  </a:lnTo>
                  <a:lnTo>
                    <a:pt x="690026" y="385021"/>
                  </a:lnTo>
                  <a:lnTo>
                    <a:pt x="689756" y="384943"/>
                  </a:lnTo>
                  <a:lnTo>
                    <a:pt x="689542" y="384972"/>
                  </a:lnTo>
                  <a:lnTo>
                    <a:pt x="689321" y="384998"/>
                  </a:lnTo>
                  <a:lnTo>
                    <a:pt x="689161" y="385016"/>
                  </a:lnTo>
                  <a:lnTo>
                    <a:pt x="688509" y="384000"/>
                  </a:lnTo>
                  <a:lnTo>
                    <a:pt x="688372" y="383784"/>
                  </a:lnTo>
                  <a:lnTo>
                    <a:pt x="688234" y="383570"/>
                  </a:lnTo>
                  <a:lnTo>
                    <a:pt x="687840" y="382955"/>
                  </a:lnTo>
                  <a:lnTo>
                    <a:pt x="687550" y="382504"/>
                  </a:lnTo>
                  <a:lnTo>
                    <a:pt x="687331" y="382260"/>
                  </a:lnTo>
                  <a:lnTo>
                    <a:pt x="686980" y="381710"/>
                  </a:lnTo>
                  <a:lnTo>
                    <a:pt x="686771" y="381288"/>
                  </a:lnTo>
                  <a:lnTo>
                    <a:pt x="686278" y="380517"/>
                  </a:lnTo>
                  <a:lnTo>
                    <a:pt x="686041" y="380148"/>
                  </a:lnTo>
                  <a:lnTo>
                    <a:pt x="685832" y="379822"/>
                  </a:lnTo>
                  <a:lnTo>
                    <a:pt x="685578" y="379425"/>
                  </a:lnTo>
                  <a:lnTo>
                    <a:pt x="685456" y="379201"/>
                  </a:lnTo>
                  <a:lnTo>
                    <a:pt x="685222" y="378769"/>
                  </a:lnTo>
                  <a:lnTo>
                    <a:pt x="685059" y="378466"/>
                  </a:lnTo>
                  <a:lnTo>
                    <a:pt x="684947" y="378250"/>
                  </a:lnTo>
                  <a:lnTo>
                    <a:pt x="684710" y="377781"/>
                  </a:lnTo>
                  <a:lnTo>
                    <a:pt x="684524" y="377410"/>
                  </a:lnTo>
                  <a:lnTo>
                    <a:pt x="684326" y="377018"/>
                  </a:lnTo>
                  <a:lnTo>
                    <a:pt x="684084" y="376537"/>
                  </a:lnTo>
                  <a:lnTo>
                    <a:pt x="683858" y="376084"/>
                  </a:lnTo>
                  <a:lnTo>
                    <a:pt x="683672" y="375718"/>
                  </a:lnTo>
                  <a:lnTo>
                    <a:pt x="683135" y="374644"/>
                  </a:lnTo>
                  <a:lnTo>
                    <a:pt x="683005" y="374387"/>
                  </a:lnTo>
                  <a:lnTo>
                    <a:pt x="682873" y="374127"/>
                  </a:lnTo>
                  <a:lnTo>
                    <a:pt x="679514" y="369720"/>
                  </a:lnTo>
                  <a:lnTo>
                    <a:pt x="678741" y="368705"/>
                  </a:lnTo>
                  <a:lnTo>
                    <a:pt x="678005" y="367188"/>
                  </a:lnTo>
                  <a:lnTo>
                    <a:pt x="677565" y="366280"/>
                  </a:lnTo>
                  <a:lnTo>
                    <a:pt x="677323" y="365926"/>
                  </a:lnTo>
                  <a:lnTo>
                    <a:pt x="677092" y="365303"/>
                  </a:lnTo>
                  <a:lnTo>
                    <a:pt x="676988" y="365092"/>
                  </a:lnTo>
                  <a:lnTo>
                    <a:pt x="676746" y="364593"/>
                  </a:lnTo>
                  <a:lnTo>
                    <a:pt x="676471" y="364028"/>
                  </a:lnTo>
                  <a:lnTo>
                    <a:pt x="676211" y="363494"/>
                  </a:lnTo>
                  <a:lnTo>
                    <a:pt x="675972" y="363003"/>
                  </a:lnTo>
                  <a:lnTo>
                    <a:pt x="674199" y="359346"/>
                  </a:lnTo>
                  <a:lnTo>
                    <a:pt x="673662" y="359209"/>
                  </a:lnTo>
                  <a:lnTo>
                    <a:pt x="673265" y="359110"/>
                  </a:lnTo>
                  <a:lnTo>
                    <a:pt x="672855" y="359005"/>
                  </a:lnTo>
                  <a:lnTo>
                    <a:pt x="672390" y="358886"/>
                  </a:lnTo>
                  <a:lnTo>
                    <a:pt x="671972" y="358781"/>
                  </a:lnTo>
                  <a:lnTo>
                    <a:pt x="671578" y="358682"/>
                  </a:lnTo>
                  <a:lnTo>
                    <a:pt x="671107" y="358563"/>
                  </a:lnTo>
                  <a:lnTo>
                    <a:pt x="670743" y="358471"/>
                  </a:lnTo>
                  <a:lnTo>
                    <a:pt x="670407" y="358384"/>
                  </a:lnTo>
                  <a:lnTo>
                    <a:pt x="670260" y="358349"/>
                  </a:lnTo>
                  <a:lnTo>
                    <a:pt x="670201" y="357970"/>
                  </a:lnTo>
                  <a:lnTo>
                    <a:pt x="670092" y="357234"/>
                  </a:lnTo>
                  <a:lnTo>
                    <a:pt x="670033" y="356850"/>
                  </a:lnTo>
                  <a:lnTo>
                    <a:pt x="669947" y="356280"/>
                  </a:lnTo>
                  <a:lnTo>
                    <a:pt x="669868" y="355753"/>
                  </a:lnTo>
                  <a:lnTo>
                    <a:pt x="669812" y="355387"/>
                  </a:lnTo>
                  <a:lnTo>
                    <a:pt x="669703" y="354662"/>
                  </a:lnTo>
                  <a:lnTo>
                    <a:pt x="669611" y="354066"/>
                  </a:lnTo>
                  <a:lnTo>
                    <a:pt x="669492" y="353272"/>
                  </a:lnTo>
                  <a:lnTo>
                    <a:pt x="669392" y="352611"/>
                  </a:lnTo>
                  <a:lnTo>
                    <a:pt x="669296" y="351977"/>
                  </a:lnTo>
                  <a:lnTo>
                    <a:pt x="669151" y="351021"/>
                  </a:lnTo>
                  <a:lnTo>
                    <a:pt x="669084" y="350583"/>
                  </a:lnTo>
                  <a:lnTo>
                    <a:pt x="669062" y="350430"/>
                  </a:lnTo>
                  <a:lnTo>
                    <a:pt x="668901" y="350140"/>
                  </a:lnTo>
                  <a:lnTo>
                    <a:pt x="668375" y="349186"/>
                  </a:lnTo>
                  <a:lnTo>
                    <a:pt x="667899" y="348331"/>
                  </a:lnTo>
                  <a:lnTo>
                    <a:pt x="667522" y="347649"/>
                  </a:lnTo>
                  <a:lnTo>
                    <a:pt x="667204" y="347074"/>
                  </a:lnTo>
                  <a:lnTo>
                    <a:pt x="666835" y="346410"/>
                  </a:lnTo>
                  <a:lnTo>
                    <a:pt x="666369" y="345565"/>
                  </a:lnTo>
                  <a:lnTo>
                    <a:pt x="665746" y="344443"/>
                  </a:lnTo>
                  <a:lnTo>
                    <a:pt x="665392" y="343802"/>
                  </a:lnTo>
                  <a:lnTo>
                    <a:pt x="664955" y="343010"/>
                  </a:lnTo>
                  <a:lnTo>
                    <a:pt x="664387" y="341987"/>
                  </a:lnTo>
                  <a:lnTo>
                    <a:pt x="664156" y="341570"/>
                  </a:lnTo>
                  <a:lnTo>
                    <a:pt x="664237" y="340728"/>
                  </a:lnTo>
                  <a:lnTo>
                    <a:pt x="664362" y="339430"/>
                  </a:lnTo>
                  <a:lnTo>
                    <a:pt x="664504" y="337947"/>
                  </a:lnTo>
                  <a:lnTo>
                    <a:pt x="664575" y="337224"/>
                  </a:lnTo>
                  <a:lnTo>
                    <a:pt x="664652" y="336425"/>
                  </a:lnTo>
                  <a:lnTo>
                    <a:pt x="664789" y="335005"/>
                  </a:lnTo>
                  <a:lnTo>
                    <a:pt x="664812" y="334753"/>
                  </a:lnTo>
                  <a:lnTo>
                    <a:pt x="664527" y="334359"/>
                  </a:lnTo>
                  <a:lnTo>
                    <a:pt x="663888" y="333476"/>
                  </a:lnTo>
                  <a:lnTo>
                    <a:pt x="663346" y="332728"/>
                  </a:lnTo>
                  <a:lnTo>
                    <a:pt x="662649" y="331766"/>
                  </a:lnTo>
                  <a:lnTo>
                    <a:pt x="662097" y="331003"/>
                  </a:lnTo>
                  <a:lnTo>
                    <a:pt x="661379" y="330099"/>
                  </a:lnTo>
                  <a:lnTo>
                    <a:pt x="661423" y="329659"/>
                  </a:lnTo>
                  <a:lnTo>
                    <a:pt x="661494" y="327639"/>
                  </a:lnTo>
                  <a:lnTo>
                    <a:pt x="661575" y="326949"/>
                  </a:lnTo>
                  <a:lnTo>
                    <a:pt x="661583" y="326679"/>
                  </a:lnTo>
                  <a:lnTo>
                    <a:pt x="662502" y="326456"/>
                  </a:lnTo>
                  <a:lnTo>
                    <a:pt x="663262" y="326270"/>
                  </a:lnTo>
                  <a:lnTo>
                    <a:pt x="664392" y="325993"/>
                  </a:lnTo>
                  <a:lnTo>
                    <a:pt x="665639" y="325690"/>
                  </a:lnTo>
                  <a:lnTo>
                    <a:pt x="667049" y="325346"/>
                  </a:lnTo>
                  <a:lnTo>
                    <a:pt x="668301" y="325041"/>
                  </a:lnTo>
                  <a:lnTo>
                    <a:pt x="671453" y="324273"/>
                  </a:lnTo>
                  <a:lnTo>
                    <a:pt x="671985" y="323858"/>
                  </a:lnTo>
                  <a:lnTo>
                    <a:pt x="673074" y="323010"/>
                  </a:lnTo>
                  <a:lnTo>
                    <a:pt x="674046" y="322257"/>
                  </a:lnTo>
                  <a:lnTo>
                    <a:pt x="675420" y="321186"/>
                  </a:lnTo>
                  <a:lnTo>
                    <a:pt x="676268" y="320530"/>
                  </a:lnTo>
                  <a:lnTo>
                    <a:pt x="677336" y="319698"/>
                  </a:lnTo>
                  <a:lnTo>
                    <a:pt x="679354" y="318171"/>
                  </a:lnTo>
                  <a:lnTo>
                    <a:pt x="680601" y="317229"/>
                  </a:lnTo>
                  <a:lnTo>
                    <a:pt x="681810" y="316316"/>
                  </a:lnTo>
                  <a:lnTo>
                    <a:pt x="683179" y="315280"/>
                  </a:lnTo>
                  <a:lnTo>
                    <a:pt x="683385" y="315125"/>
                  </a:lnTo>
                  <a:lnTo>
                    <a:pt x="683760" y="315027"/>
                  </a:lnTo>
                  <a:lnTo>
                    <a:pt x="686039" y="314433"/>
                  </a:lnTo>
                  <a:lnTo>
                    <a:pt x="688316" y="313840"/>
                  </a:lnTo>
                  <a:lnTo>
                    <a:pt x="689657" y="313491"/>
                  </a:lnTo>
                  <a:lnTo>
                    <a:pt x="691173" y="313095"/>
                  </a:lnTo>
                  <a:lnTo>
                    <a:pt x="692899" y="312647"/>
                  </a:lnTo>
                  <a:lnTo>
                    <a:pt x="694855" y="312135"/>
                  </a:lnTo>
                  <a:lnTo>
                    <a:pt x="695120" y="312067"/>
                  </a:lnTo>
                  <a:lnTo>
                    <a:pt x="695339" y="312031"/>
                  </a:lnTo>
                  <a:lnTo>
                    <a:pt x="695558" y="312031"/>
                  </a:lnTo>
                  <a:lnTo>
                    <a:pt x="695911" y="312064"/>
                  </a:lnTo>
                  <a:lnTo>
                    <a:pt x="697357" y="312199"/>
                  </a:lnTo>
                  <a:lnTo>
                    <a:pt x="699519" y="312400"/>
                  </a:lnTo>
                  <a:lnTo>
                    <a:pt x="700491" y="312703"/>
                  </a:lnTo>
                  <a:lnTo>
                    <a:pt x="702046" y="313186"/>
                  </a:lnTo>
                  <a:lnTo>
                    <a:pt x="703725" y="313710"/>
                  </a:lnTo>
                  <a:lnTo>
                    <a:pt x="704425" y="313904"/>
                  </a:lnTo>
                  <a:lnTo>
                    <a:pt x="704273" y="313448"/>
                  </a:lnTo>
                  <a:lnTo>
                    <a:pt x="703924" y="312387"/>
                  </a:lnTo>
                  <a:lnTo>
                    <a:pt x="703647" y="311548"/>
                  </a:lnTo>
                  <a:lnTo>
                    <a:pt x="703392" y="310777"/>
                  </a:lnTo>
                  <a:lnTo>
                    <a:pt x="701919" y="306306"/>
                  </a:lnTo>
                  <a:lnTo>
                    <a:pt x="701637" y="305448"/>
                  </a:lnTo>
                  <a:lnTo>
                    <a:pt x="701448" y="304883"/>
                  </a:lnTo>
                  <a:lnTo>
                    <a:pt x="701369" y="304642"/>
                  </a:lnTo>
                  <a:lnTo>
                    <a:pt x="701896" y="304257"/>
                  </a:lnTo>
                  <a:lnTo>
                    <a:pt x="702662" y="303698"/>
                  </a:lnTo>
                  <a:lnTo>
                    <a:pt x="703525" y="303069"/>
                  </a:lnTo>
                  <a:lnTo>
                    <a:pt x="704003" y="302721"/>
                  </a:lnTo>
                  <a:lnTo>
                    <a:pt x="704629" y="302263"/>
                  </a:lnTo>
                  <a:lnTo>
                    <a:pt x="705041" y="301962"/>
                  </a:lnTo>
                  <a:lnTo>
                    <a:pt x="704955" y="301110"/>
                  </a:lnTo>
                  <a:lnTo>
                    <a:pt x="704863" y="300194"/>
                  </a:lnTo>
                  <a:lnTo>
                    <a:pt x="704807" y="299659"/>
                  </a:lnTo>
                  <a:lnTo>
                    <a:pt x="704743" y="299011"/>
                  </a:lnTo>
                  <a:lnTo>
                    <a:pt x="704848" y="298535"/>
                  </a:lnTo>
                  <a:lnTo>
                    <a:pt x="705089" y="297817"/>
                  </a:lnTo>
                  <a:lnTo>
                    <a:pt x="705433" y="296789"/>
                  </a:lnTo>
                  <a:lnTo>
                    <a:pt x="705827" y="295611"/>
                  </a:lnTo>
                  <a:lnTo>
                    <a:pt x="706580" y="293367"/>
                  </a:lnTo>
                  <a:lnTo>
                    <a:pt x="706670" y="293100"/>
                  </a:lnTo>
                  <a:lnTo>
                    <a:pt x="706647" y="292575"/>
                  </a:lnTo>
                  <a:lnTo>
                    <a:pt x="706636" y="292325"/>
                  </a:lnTo>
                  <a:lnTo>
                    <a:pt x="706606" y="291634"/>
                  </a:lnTo>
                  <a:lnTo>
                    <a:pt x="706558" y="290553"/>
                  </a:lnTo>
                  <a:lnTo>
                    <a:pt x="706486" y="288919"/>
                  </a:lnTo>
                  <a:lnTo>
                    <a:pt x="706433" y="287728"/>
                  </a:lnTo>
                  <a:lnTo>
                    <a:pt x="706382" y="286517"/>
                  </a:lnTo>
                  <a:lnTo>
                    <a:pt x="706349" y="285761"/>
                  </a:lnTo>
                  <a:lnTo>
                    <a:pt x="706336" y="285517"/>
                  </a:lnTo>
                  <a:lnTo>
                    <a:pt x="706812" y="285125"/>
                  </a:lnTo>
                  <a:lnTo>
                    <a:pt x="707540" y="284570"/>
                  </a:lnTo>
                  <a:lnTo>
                    <a:pt x="709023" y="283438"/>
                  </a:lnTo>
                  <a:lnTo>
                    <a:pt x="710049" y="282657"/>
                  </a:lnTo>
                  <a:lnTo>
                    <a:pt x="711161" y="281726"/>
                  </a:lnTo>
                  <a:lnTo>
                    <a:pt x="711972" y="281046"/>
                  </a:lnTo>
                  <a:lnTo>
                    <a:pt x="712634" y="280494"/>
                  </a:lnTo>
                  <a:lnTo>
                    <a:pt x="712799" y="280133"/>
                  </a:lnTo>
                  <a:lnTo>
                    <a:pt x="713273" y="279133"/>
                  </a:lnTo>
                  <a:lnTo>
                    <a:pt x="715833" y="273710"/>
                  </a:lnTo>
                  <a:lnTo>
                    <a:pt x="716273" y="272774"/>
                  </a:lnTo>
                  <a:lnTo>
                    <a:pt x="716364" y="272583"/>
                  </a:lnTo>
                  <a:lnTo>
                    <a:pt x="715970" y="272242"/>
                  </a:lnTo>
                  <a:lnTo>
                    <a:pt x="713576" y="270173"/>
                  </a:lnTo>
                  <a:lnTo>
                    <a:pt x="709795" y="267751"/>
                  </a:lnTo>
                  <a:lnTo>
                    <a:pt x="707062" y="270820"/>
                  </a:lnTo>
                  <a:lnTo>
                    <a:pt x="702767" y="274891"/>
                  </a:lnTo>
                  <a:lnTo>
                    <a:pt x="701380" y="274049"/>
                  </a:lnTo>
                  <a:lnTo>
                    <a:pt x="697899" y="271929"/>
                  </a:lnTo>
                  <a:lnTo>
                    <a:pt x="694520" y="269876"/>
                  </a:lnTo>
                  <a:lnTo>
                    <a:pt x="691660" y="268135"/>
                  </a:lnTo>
                  <a:lnTo>
                    <a:pt x="689085" y="266570"/>
                  </a:lnTo>
                  <a:lnTo>
                    <a:pt x="686884" y="265229"/>
                  </a:lnTo>
                  <a:lnTo>
                    <a:pt x="686029" y="264710"/>
                  </a:lnTo>
                  <a:lnTo>
                    <a:pt x="683410" y="263099"/>
                  </a:lnTo>
                  <a:lnTo>
                    <a:pt x="683013" y="262844"/>
                  </a:lnTo>
                  <a:lnTo>
                    <a:pt x="681732" y="260461"/>
                  </a:lnTo>
                  <a:lnTo>
                    <a:pt x="678711" y="254807"/>
                  </a:lnTo>
                  <a:lnTo>
                    <a:pt x="679558" y="248496"/>
                  </a:lnTo>
                  <a:lnTo>
                    <a:pt x="679306" y="247927"/>
                  </a:lnTo>
                  <a:lnTo>
                    <a:pt x="676952" y="242611"/>
                  </a:lnTo>
                  <a:lnTo>
                    <a:pt x="673293" y="240237"/>
                  </a:lnTo>
                  <a:lnTo>
                    <a:pt x="667952" y="237669"/>
                  </a:lnTo>
                  <a:lnTo>
                    <a:pt x="670540" y="229199"/>
                  </a:lnTo>
                  <a:lnTo>
                    <a:pt x="672466" y="225672"/>
                  </a:lnTo>
                  <a:lnTo>
                    <a:pt x="673568" y="223028"/>
                  </a:lnTo>
                  <a:lnTo>
                    <a:pt x="673642" y="222851"/>
                  </a:lnTo>
                  <a:lnTo>
                    <a:pt x="674110" y="221728"/>
                  </a:lnTo>
                  <a:lnTo>
                    <a:pt x="675289" y="220929"/>
                  </a:lnTo>
                  <a:lnTo>
                    <a:pt x="673327" y="216947"/>
                  </a:lnTo>
                  <a:lnTo>
                    <a:pt x="670464" y="216585"/>
                  </a:lnTo>
                  <a:lnTo>
                    <a:pt x="667975" y="216952"/>
                  </a:lnTo>
                  <a:lnTo>
                    <a:pt x="664810" y="214402"/>
                  </a:lnTo>
                  <a:lnTo>
                    <a:pt x="667977" y="210221"/>
                  </a:lnTo>
                  <a:lnTo>
                    <a:pt x="671431" y="205661"/>
                  </a:lnTo>
                  <a:lnTo>
                    <a:pt x="669485" y="203066"/>
                  </a:lnTo>
                  <a:lnTo>
                    <a:pt x="667947" y="201015"/>
                  </a:lnTo>
                  <a:lnTo>
                    <a:pt x="666108" y="200389"/>
                  </a:lnTo>
                  <a:lnTo>
                    <a:pt x="661998" y="199498"/>
                  </a:lnTo>
                  <a:lnTo>
                    <a:pt x="660016" y="200107"/>
                  </a:lnTo>
                  <a:lnTo>
                    <a:pt x="658601" y="200542"/>
                  </a:lnTo>
                  <a:lnTo>
                    <a:pt x="652133" y="198030"/>
                  </a:lnTo>
                  <a:lnTo>
                    <a:pt x="651996" y="197992"/>
                  </a:lnTo>
                  <a:lnTo>
                    <a:pt x="650469" y="197565"/>
                  </a:lnTo>
                  <a:lnTo>
                    <a:pt x="646199" y="195984"/>
                  </a:lnTo>
                  <a:lnTo>
                    <a:pt x="644978" y="194613"/>
                  </a:lnTo>
                  <a:lnTo>
                    <a:pt x="642570" y="192654"/>
                  </a:lnTo>
                  <a:lnTo>
                    <a:pt x="641925" y="192129"/>
                  </a:lnTo>
                  <a:lnTo>
                    <a:pt x="641835" y="187791"/>
                  </a:lnTo>
                  <a:lnTo>
                    <a:pt x="640245" y="186348"/>
                  </a:lnTo>
                  <a:lnTo>
                    <a:pt x="639166" y="183804"/>
                  </a:lnTo>
                  <a:lnTo>
                    <a:pt x="636736" y="180618"/>
                  </a:lnTo>
                  <a:lnTo>
                    <a:pt x="636675" y="180280"/>
                  </a:lnTo>
                  <a:lnTo>
                    <a:pt x="636545" y="180134"/>
                  </a:lnTo>
                  <a:lnTo>
                    <a:pt x="636444" y="179931"/>
                  </a:lnTo>
                  <a:lnTo>
                    <a:pt x="635983" y="179715"/>
                  </a:lnTo>
                  <a:lnTo>
                    <a:pt x="634986" y="178989"/>
                  </a:lnTo>
                  <a:lnTo>
                    <a:pt x="634832" y="178889"/>
                  </a:lnTo>
                  <a:lnTo>
                    <a:pt x="636279" y="171074"/>
                  </a:lnTo>
                  <a:lnTo>
                    <a:pt x="636760" y="170489"/>
                  </a:lnTo>
                  <a:lnTo>
                    <a:pt x="636624" y="169668"/>
                  </a:lnTo>
                  <a:lnTo>
                    <a:pt x="635964" y="166503"/>
                  </a:lnTo>
                  <a:lnTo>
                    <a:pt x="635675" y="164903"/>
                  </a:lnTo>
                  <a:lnTo>
                    <a:pt x="634980" y="164137"/>
                  </a:lnTo>
                  <a:lnTo>
                    <a:pt x="634902" y="164002"/>
                  </a:lnTo>
                  <a:lnTo>
                    <a:pt x="634835" y="163811"/>
                  </a:lnTo>
                  <a:lnTo>
                    <a:pt x="634818" y="163580"/>
                  </a:lnTo>
                  <a:lnTo>
                    <a:pt x="634189" y="163211"/>
                  </a:lnTo>
                  <a:lnTo>
                    <a:pt x="633858" y="163264"/>
                  </a:lnTo>
                  <a:lnTo>
                    <a:pt x="633482" y="163302"/>
                  </a:lnTo>
                  <a:lnTo>
                    <a:pt x="633268" y="163330"/>
                  </a:lnTo>
                  <a:lnTo>
                    <a:pt x="633006" y="163366"/>
                  </a:lnTo>
                  <a:lnTo>
                    <a:pt x="632670" y="163458"/>
                  </a:lnTo>
                  <a:lnTo>
                    <a:pt x="632398" y="163506"/>
                  </a:lnTo>
                  <a:lnTo>
                    <a:pt x="631970" y="163613"/>
                  </a:lnTo>
                  <a:lnTo>
                    <a:pt x="631756" y="163669"/>
                  </a:lnTo>
                  <a:lnTo>
                    <a:pt x="631405" y="163758"/>
                  </a:lnTo>
                  <a:lnTo>
                    <a:pt x="631161" y="163213"/>
                  </a:lnTo>
                  <a:lnTo>
                    <a:pt x="631069" y="163012"/>
                  </a:lnTo>
                  <a:lnTo>
                    <a:pt x="630545" y="161850"/>
                  </a:lnTo>
                  <a:lnTo>
                    <a:pt x="630123" y="160911"/>
                  </a:lnTo>
                  <a:lnTo>
                    <a:pt x="629789" y="160170"/>
                  </a:lnTo>
                  <a:lnTo>
                    <a:pt x="629571" y="159687"/>
                  </a:lnTo>
                  <a:lnTo>
                    <a:pt x="629316" y="159124"/>
                  </a:lnTo>
                  <a:lnTo>
                    <a:pt x="629087" y="158610"/>
                  </a:lnTo>
                  <a:lnTo>
                    <a:pt x="628845" y="158076"/>
                  </a:lnTo>
                  <a:lnTo>
                    <a:pt x="628754" y="157875"/>
                  </a:lnTo>
                  <a:lnTo>
                    <a:pt x="628494" y="157297"/>
                  </a:lnTo>
                  <a:lnTo>
                    <a:pt x="628207" y="156659"/>
                  </a:lnTo>
                  <a:lnTo>
                    <a:pt x="627955" y="156099"/>
                  </a:lnTo>
                  <a:lnTo>
                    <a:pt x="627657" y="155440"/>
                  </a:lnTo>
                  <a:lnTo>
                    <a:pt x="627426" y="154928"/>
                  </a:lnTo>
                  <a:lnTo>
                    <a:pt x="627169" y="154356"/>
                  </a:lnTo>
                  <a:lnTo>
                    <a:pt x="626998" y="153977"/>
                  </a:lnTo>
                  <a:lnTo>
                    <a:pt x="626769" y="153473"/>
                  </a:lnTo>
                  <a:lnTo>
                    <a:pt x="626270" y="152366"/>
                  </a:lnTo>
                  <a:lnTo>
                    <a:pt x="626008" y="151783"/>
                  </a:lnTo>
                  <a:lnTo>
                    <a:pt x="625700" y="151099"/>
                  </a:lnTo>
                  <a:lnTo>
                    <a:pt x="625370" y="150364"/>
                  </a:lnTo>
                  <a:lnTo>
                    <a:pt x="625184" y="149954"/>
                  </a:lnTo>
                  <a:lnTo>
                    <a:pt x="624932" y="149391"/>
                  </a:lnTo>
                  <a:lnTo>
                    <a:pt x="624566" y="148656"/>
                  </a:lnTo>
                  <a:lnTo>
                    <a:pt x="624420" y="148580"/>
                  </a:lnTo>
                  <a:lnTo>
                    <a:pt x="624082" y="148361"/>
                  </a:lnTo>
                  <a:lnTo>
                    <a:pt x="623838" y="148114"/>
                  </a:lnTo>
                  <a:lnTo>
                    <a:pt x="623736" y="147969"/>
                  </a:lnTo>
                  <a:lnTo>
                    <a:pt x="623594" y="147791"/>
                  </a:lnTo>
                  <a:lnTo>
                    <a:pt x="623420" y="147572"/>
                  </a:lnTo>
                  <a:lnTo>
                    <a:pt x="623329" y="147442"/>
                  </a:lnTo>
                  <a:lnTo>
                    <a:pt x="623212" y="147241"/>
                  </a:lnTo>
                  <a:lnTo>
                    <a:pt x="623153" y="147094"/>
                  </a:lnTo>
                  <a:lnTo>
                    <a:pt x="623309" y="146608"/>
                  </a:lnTo>
                  <a:lnTo>
                    <a:pt x="623861" y="145989"/>
                  </a:lnTo>
                  <a:lnTo>
                    <a:pt x="624031" y="145801"/>
                  </a:lnTo>
                  <a:lnTo>
                    <a:pt x="624301" y="145626"/>
                  </a:lnTo>
                  <a:lnTo>
                    <a:pt x="624502" y="145458"/>
                  </a:lnTo>
                  <a:lnTo>
                    <a:pt x="624741" y="145259"/>
                  </a:lnTo>
                  <a:lnTo>
                    <a:pt x="624777" y="144936"/>
                  </a:lnTo>
                  <a:lnTo>
                    <a:pt x="624830" y="144445"/>
                  </a:lnTo>
                  <a:lnTo>
                    <a:pt x="624962" y="143252"/>
                  </a:lnTo>
                  <a:lnTo>
                    <a:pt x="624894" y="142941"/>
                  </a:lnTo>
                  <a:lnTo>
                    <a:pt x="624713" y="142137"/>
                  </a:lnTo>
                  <a:lnTo>
                    <a:pt x="624443" y="140926"/>
                  </a:lnTo>
                  <a:lnTo>
                    <a:pt x="624306" y="140315"/>
                  </a:lnTo>
                  <a:lnTo>
                    <a:pt x="624174" y="139727"/>
                  </a:lnTo>
                  <a:lnTo>
                    <a:pt x="624026" y="139061"/>
                  </a:lnTo>
                  <a:lnTo>
                    <a:pt x="623884" y="138422"/>
                  </a:lnTo>
                  <a:lnTo>
                    <a:pt x="623756" y="137860"/>
                  </a:lnTo>
                  <a:lnTo>
                    <a:pt x="623609" y="137198"/>
                  </a:lnTo>
                  <a:lnTo>
                    <a:pt x="623476" y="136603"/>
                  </a:lnTo>
                  <a:lnTo>
                    <a:pt x="623283" y="135745"/>
                  </a:lnTo>
                  <a:lnTo>
                    <a:pt x="623158" y="135185"/>
                  </a:lnTo>
                  <a:lnTo>
                    <a:pt x="623044" y="134669"/>
                  </a:lnTo>
                  <a:lnTo>
                    <a:pt x="622990" y="134430"/>
                  </a:lnTo>
                  <a:lnTo>
                    <a:pt x="621838" y="134432"/>
                  </a:lnTo>
                  <a:lnTo>
                    <a:pt x="621482" y="134435"/>
                  </a:lnTo>
                  <a:lnTo>
                    <a:pt x="621217" y="134435"/>
                  </a:lnTo>
                  <a:lnTo>
                    <a:pt x="620996" y="134445"/>
                  </a:lnTo>
                  <a:lnTo>
                    <a:pt x="620622" y="134432"/>
                  </a:lnTo>
                  <a:lnTo>
                    <a:pt x="620380" y="134442"/>
                  </a:lnTo>
                  <a:lnTo>
                    <a:pt x="620110" y="134455"/>
                  </a:lnTo>
                  <a:lnTo>
                    <a:pt x="619703" y="134468"/>
                  </a:lnTo>
                  <a:lnTo>
                    <a:pt x="619342" y="134539"/>
                  </a:lnTo>
                  <a:lnTo>
                    <a:pt x="618848" y="134732"/>
                  </a:lnTo>
                  <a:lnTo>
                    <a:pt x="617726" y="135692"/>
                  </a:lnTo>
                  <a:lnTo>
                    <a:pt x="617156" y="136048"/>
                  </a:lnTo>
                  <a:lnTo>
                    <a:pt x="616879" y="136211"/>
                  </a:lnTo>
                  <a:lnTo>
                    <a:pt x="616599" y="136356"/>
                  </a:lnTo>
                  <a:lnTo>
                    <a:pt x="616339" y="136470"/>
                  </a:lnTo>
                  <a:lnTo>
                    <a:pt x="616095" y="136605"/>
                  </a:lnTo>
                  <a:lnTo>
                    <a:pt x="615924" y="136682"/>
                  </a:lnTo>
                  <a:lnTo>
                    <a:pt x="615479" y="136801"/>
                  </a:lnTo>
                  <a:lnTo>
                    <a:pt x="613945" y="137208"/>
                  </a:lnTo>
                  <a:lnTo>
                    <a:pt x="613469" y="137335"/>
                  </a:lnTo>
                  <a:lnTo>
                    <a:pt x="613095" y="137483"/>
                  </a:lnTo>
                  <a:lnTo>
                    <a:pt x="612769" y="137623"/>
                  </a:lnTo>
                  <a:lnTo>
                    <a:pt x="612413" y="137793"/>
                  </a:lnTo>
                  <a:lnTo>
                    <a:pt x="611924" y="138274"/>
                  </a:lnTo>
                  <a:lnTo>
                    <a:pt x="611777" y="138529"/>
                  </a:lnTo>
                  <a:lnTo>
                    <a:pt x="611637" y="138804"/>
                  </a:lnTo>
                  <a:lnTo>
                    <a:pt x="611449" y="139351"/>
                  </a:lnTo>
                  <a:lnTo>
                    <a:pt x="611352" y="139592"/>
                  </a:lnTo>
                  <a:lnTo>
                    <a:pt x="611301" y="139738"/>
                  </a:lnTo>
                  <a:lnTo>
                    <a:pt x="610311" y="140928"/>
                  </a:lnTo>
                  <a:lnTo>
                    <a:pt x="610181" y="140982"/>
                  </a:lnTo>
                  <a:lnTo>
                    <a:pt x="609924" y="141081"/>
                  </a:lnTo>
                  <a:lnTo>
                    <a:pt x="609596" y="141201"/>
                  </a:lnTo>
                  <a:lnTo>
                    <a:pt x="609311" y="141353"/>
                  </a:lnTo>
                  <a:lnTo>
                    <a:pt x="608914" y="141928"/>
                  </a:lnTo>
                  <a:lnTo>
                    <a:pt x="608886" y="142124"/>
                  </a:lnTo>
                  <a:lnTo>
                    <a:pt x="608533" y="141989"/>
                  </a:lnTo>
                  <a:lnTo>
                    <a:pt x="607996" y="141783"/>
                  </a:lnTo>
                  <a:lnTo>
                    <a:pt x="607337" y="141534"/>
                  </a:lnTo>
                  <a:lnTo>
                    <a:pt x="606996" y="141404"/>
                  </a:lnTo>
                  <a:lnTo>
                    <a:pt x="606680" y="141285"/>
                  </a:lnTo>
                  <a:lnTo>
                    <a:pt x="606344" y="141155"/>
                  </a:lnTo>
                  <a:lnTo>
                    <a:pt x="606085" y="141056"/>
                  </a:lnTo>
                  <a:lnTo>
                    <a:pt x="605597" y="140871"/>
                  </a:lnTo>
                  <a:lnTo>
                    <a:pt x="605339" y="140773"/>
                  </a:lnTo>
                  <a:lnTo>
                    <a:pt x="604833" y="140580"/>
                  </a:lnTo>
                  <a:lnTo>
                    <a:pt x="604382" y="140409"/>
                  </a:lnTo>
                  <a:lnTo>
                    <a:pt x="603963" y="140249"/>
                  </a:lnTo>
                  <a:lnTo>
                    <a:pt x="603675" y="140139"/>
                  </a:lnTo>
                  <a:lnTo>
                    <a:pt x="603716" y="140524"/>
                  </a:lnTo>
                  <a:lnTo>
                    <a:pt x="603767" y="141035"/>
                  </a:lnTo>
                  <a:lnTo>
                    <a:pt x="603812" y="141475"/>
                  </a:lnTo>
                  <a:lnTo>
                    <a:pt x="603881" y="142132"/>
                  </a:lnTo>
                  <a:lnTo>
                    <a:pt x="603955" y="142857"/>
                  </a:lnTo>
                  <a:lnTo>
                    <a:pt x="604011" y="143379"/>
                  </a:lnTo>
                  <a:lnTo>
                    <a:pt x="604041" y="143687"/>
                  </a:lnTo>
                  <a:lnTo>
                    <a:pt x="604092" y="144185"/>
                  </a:lnTo>
                  <a:lnTo>
                    <a:pt x="604148" y="144720"/>
                  </a:lnTo>
                  <a:lnTo>
                    <a:pt x="603846" y="145028"/>
                  </a:lnTo>
                  <a:lnTo>
                    <a:pt x="603561" y="145320"/>
                  </a:lnTo>
                  <a:lnTo>
                    <a:pt x="603207" y="145682"/>
                  </a:lnTo>
                  <a:lnTo>
                    <a:pt x="602795" y="146101"/>
                  </a:lnTo>
                  <a:lnTo>
                    <a:pt x="602498" y="146405"/>
                  </a:lnTo>
                  <a:lnTo>
                    <a:pt x="601917" y="147002"/>
                  </a:lnTo>
                  <a:lnTo>
                    <a:pt x="601515" y="147412"/>
                  </a:lnTo>
                  <a:lnTo>
                    <a:pt x="601125" y="147811"/>
                  </a:lnTo>
                  <a:lnTo>
                    <a:pt x="600851" y="148091"/>
                  </a:lnTo>
                  <a:lnTo>
                    <a:pt x="600375" y="148618"/>
                  </a:lnTo>
                  <a:lnTo>
                    <a:pt x="600431" y="148857"/>
                  </a:lnTo>
                  <a:lnTo>
                    <a:pt x="600553" y="149208"/>
                  </a:lnTo>
                  <a:lnTo>
                    <a:pt x="600678" y="149816"/>
                  </a:lnTo>
                  <a:lnTo>
                    <a:pt x="600767" y="150239"/>
                  </a:lnTo>
                  <a:lnTo>
                    <a:pt x="600823" y="150468"/>
                  </a:lnTo>
                  <a:lnTo>
                    <a:pt x="600889" y="150740"/>
                  </a:lnTo>
                  <a:lnTo>
                    <a:pt x="601003" y="151213"/>
                  </a:lnTo>
                  <a:lnTo>
                    <a:pt x="601130" y="151743"/>
                  </a:lnTo>
                  <a:lnTo>
                    <a:pt x="601276" y="152356"/>
                  </a:lnTo>
                  <a:lnTo>
                    <a:pt x="601311" y="152501"/>
                  </a:lnTo>
                  <a:lnTo>
                    <a:pt x="601415" y="152949"/>
                  </a:lnTo>
                  <a:lnTo>
                    <a:pt x="601474" y="153185"/>
                  </a:lnTo>
                  <a:lnTo>
                    <a:pt x="601629" y="153794"/>
                  </a:lnTo>
                  <a:lnTo>
                    <a:pt x="601408" y="153964"/>
                  </a:lnTo>
                  <a:lnTo>
                    <a:pt x="600728" y="154559"/>
                  </a:lnTo>
                  <a:lnTo>
                    <a:pt x="600281" y="154931"/>
                  </a:lnTo>
                  <a:lnTo>
                    <a:pt x="599810" y="155318"/>
                  </a:lnTo>
                  <a:lnTo>
                    <a:pt x="599370" y="155682"/>
                  </a:lnTo>
                  <a:lnTo>
                    <a:pt x="598924" y="156048"/>
                  </a:lnTo>
                  <a:lnTo>
                    <a:pt x="598605" y="156313"/>
                  </a:lnTo>
                  <a:lnTo>
                    <a:pt x="598474" y="156422"/>
                  </a:lnTo>
                  <a:lnTo>
                    <a:pt x="597609" y="157135"/>
                  </a:lnTo>
                  <a:lnTo>
                    <a:pt x="597423" y="157290"/>
                  </a:lnTo>
                  <a:lnTo>
                    <a:pt x="597049" y="156959"/>
                  </a:lnTo>
                  <a:lnTo>
                    <a:pt x="596812" y="156674"/>
                  </a:lnTo>
                  <a:lnTo>
                    <a:pt x="596680" y="156437"/>
                  </a:lnTo>
                  <a:lnTo>
                    <a:pt x="596428" y="156259"/>
                  </a:lnTo>
                  <a:lnTo>
                    <a:pt x="596016" y="156140"/>
                  </a:lnTo>
                  <a:lnTo>
                    <a:pt x="595858" y="155839"/>
                  </a:lnTo>
                  <a:lnTo>
                    <a:pt x="595795" y="155679"/>
                  </a:lnTo>
                  <a:lnTo>
                    <a:pt x="595690" y="155465"/>
                  </a:lnTo>
                  <a:lnTo>
                    <a:pt x="595596" y="154872"/>
                  </a:lnTo>
                  <a:lnTo>
                    <a:pt x="595207" y="154598"/>
                  </a:lnTo>
                  <a:lnTo>
                    <a:pt x="594973" y="154432"/>
                  </a:lnTo>
                  <a:lnTo>
                    <a:pt x="594400" y="153944"/>
                  </a:lnTo>
                  <a:lnTo>
                    <a:pt x="594250" y="153824"/>
                  </a:lnTo>
                  <a:lnTo>
                    <a:pt x="593960" y="153605"/>
                  </a:lnTo>
                  <a:lnTo>
                    <a:pt x="593848" y="153465"/>
                  </a:lnTo>
                  <a:lnTo>
                    <a:pt x="593624" y="153287"/>
                  </a:lnTo>
                  <a:lnTo>
                    <a:pt x="593347" y="153147"/>
                  </a:lnTo>
                  <a:lnTo>
                    <a:pt x="592449" y="152862"/>
                  </a:lnTo>
                  <a:lnTo>
                    <a:pt x="592021" y="152732"/>
                  </a:lnTo>
                  <a:lnTo>
                    <a:pt x="591553" y="152656"/>
                  </a:lnTo>
                  <a:lnTo>
                    <a:pt x="591237" y="152600"/>
                  </a:lnTo>
                  <a:lnTo>
                    <a:pt x="591026" y="152531"/>
                  </a:lnTo>
                  <a:lnTo>
                    <a:pt x="590555" y="152473"/>
                  </a:lnTo>
                  <a:lnTo>
                    <a:pt x="590232" y="152496"/>
                  </a:lnTo>
                  <a:lnTo>
                    <a:pt x="589978" y="152493"/>
                  </a:lnTo>
                  <a:lnTo>
                    <a:pt x="589789" y="152529"/>
                  </a:lnTo>
                  <a:lnTo>
                    <a:pt x="589385" y="152547"/>
                  </a:lnTo>
                  <a:lnTo>
                    <a:pt x="589161" y="152481"/>
                  </a:lnTo>
                  <a:lnTo>
                    <a:pt x="589031" y="152450"/>
                  </a:lnTo>
                  <a:lnTo>
                    <a:pt x="588543" y="152356"/>
                  </a:lnTo>
                  <a:lnTo>
                    <a:pt x="588367" y="152371"/>
                  </a:lnTo>
                  <a:lnTo>
                    <a:pt x="588222" y="152404"/>
                  </a:lnTo>
                  <a:lnTo>
                    <a:pt x="588031" y="152404"/>
                  </a:lnTo>
                  <a:lnTo>
                    <a:pt x="587711" y="152445"/>
                  </a:lnTo>
                  <a:lnTo>
                    <a:pt x="587421" y="152427"/>
                  </a:lnTo>
                  <a:lnTo>
                    <a:pt x="587247" y="152445"/>
                  </a:lnTo>
                  <a:lnTo>
                    <a:pt x="587029" y="152430"/>
                  </a:lnTo>
                  <a:lnTo>
                    <a:pt x="586891" y="152409"/>
                  </a:lnTo>
                  <a:lnTo>
                    <a:pt x="586164" y="151911"/>
                  </a:lnTo>
                  <a:lnTo>
                    <a:pt x="586036" y="151755"/>
                  </a:lnTo>
                  <a:lnTo>
                    <a:pt x="585769" y="151432"/>
                  </a:lnTo>
                  <a:lnTo>
                    <a:pt x="585634" y="151249"/>
                  </a:lnTo>
                  <a:lnTo>
                    <a:pt x="585512" y="151078"/>
                  </a:lnTo>
                  <a:lnTo>
                    <a:pt x="585413" y="150939"/>
                  </a:lnTo>
                  <a:lnTo>
                    <a:pt x="585347" y="150732"/>
                  </a:lnTo>
                  <a:lnTo>
                    <a:pt x="585260" y="150341"/>
                  </a:lnTo>
                  <a:lnTo>
                    <a:pt x="585235" y="150106"/>
                  </a:lnTo>
                  <a:lnTo>
                    <a:pt x="585222" y="149977"/>
                  </a:lnTo>
                  <a:lnTo>
                    <a:pt x="585217" y="149745"/>
                  </a:lnTo>
                  <a:lnTo>
                    <a:pt x="585258" y="149496"/>
                  </a:lnTo>
                  <a:lnTo>
                    <a:pt x="585321" y="149099"/>
                  </a:lnTo>
                  <a:lnTo>
                    <a:pt x="585393" y="148661"/>
                  </a:lnTo>
                  <a:lnTo>
                    <a:pt x="585461" y="148363"/>
                  </a:lnTo>
                  <a:lnTo>
                    <a:pt x="585538" y="148068"/>
                  </a:lnTo>
                  <a:lnTo>
                    <a:pt x="585596" y="147801"/>
                  </a:lnTo>
                  <a:lnTo>
                    <a:pt x="585698" y="147455"/>
                  </a:lnTo>
                  <a:lnTo>
                    <a:pt x="585774" y="147193"/>
                  </a:lnTo>
                  <a:lnTo>
                    <a:pt x="585596" y="147190"/>
                  </a:lnTo>
                  <a:lnTo>
                    <a:pt x="585446" y="147188"/>
                  </a:lnTo>
                  <a:lnTo>
                    <a:pt x="585194" y="147183"/>
                  </a:lnTo>
                  <a:lnTo>
                    <a:pt x="584988" y="147178"/>
                  </a:lnTo>
                  <a:lnTo>
                    <a:pt x="584527" y="147132"/>
                  </a:lnTo>
                  <a:lnTo>
                    <a:pt x="584395" y="147122"/>
                  </a:lnTo>
                  <a:lnTo>
                    <a:pt x="583764" y="146959"/>
                  </a:lnTo>
                  <a:lnTo>
                    <a:pt x="583522" y="146832"/>
                  </a:lnTo>
                  <a:lnTo>
                    <a:pt x="583324" y="146730"/>
                  </a:lnTo>
                  <a:lnTo>
                    <a:pt x="583156" y="146618"/>
                  </a:lnTo>
                  <a:lnTo>
                    <a:pt x="582863" y="146450"/>
                  </a:lnTo>
                  <a:lnTo>
                    <a:pt x="582563" y="146229"/>
                  </a:lnTo>
                  <a:lnTo>
                    <a:pt x="582293" y="146048"/>
                  </a:lnTo>
                  <a:lnTo>
                    <a:pt x="582123" y="145870"/>
                  </a:lnTo>
                  <a:lnTo>
                    <a:pt x="581957" y="145745"/>
                  </a:lnTo>
                  <a:lnTo>
                    <a:pt x="581800" y="145605"/>
                  </a:lnTo>
                  <a:lnTo>
                    <a:pt x="582044" y="144511"/>
                  </a:lnTo>
                  <a:lnTo>
                    <a:pt x="581690" y="144544"/>
                  </a:lnTo>
                  <a:lnTo>
                    <a:pt x="580912" y="144569"/>
                  </a:lnTo>
                  <a:lnTo>
                    <a:pt x="580359" y="144544"/>
                  </a:lnTo>
                  <a:lnTo>
                    <a:pt x="580192" y="144503"/>
                  </a:lnTo>
                  <a:lnTo>
                    <a:pt x="579985" y="144458"/>
                  </a:lnTo>
                  <a:lnTo>
                    <a:pt x="579807" y="144315"/>
                  </a:lnTo>
                  <a:lnTo>
                    <a:pt x="579657" y="144083"/>
                  </a:lnTo>
                  <a:lnTo>
                    <a:pt x="579609" y="143832"/>
                  </a:lnTo>
                  <a:lnTo>
                    <a:pt x="579522" y="143595"/>
                  </a:lnTo>
                  <a:lnTo>
                    <a:pt x="579250" y="143061"/>
                  </a:lnTo>
                  <a:lnTo>
                    <a:pt x="579222" y="142755"/>
                  </a:lnTo>
                  <a:lnTo>
                    <a:pt x="579212" y="142605"/>
                  </a:lnTo>
                  <a:lnTo>
                    <a:pt x="578906" y="142018"/>
                  </a:lnTo>
                  <a:lnTo>
                    <a:pt x="577963" y="141483"/>
                  </a:lnTo>
                  <a:lnTo>
                    <a:pt x="577609" y="141307"/>
                  </a:lnTo>
                  <a:lnTo>
                    <a:pt x="577321" y="141117"/>
                  </a:lnTo>
                  <a:lnTo>
                    <a:pt x="576993" y="140804"/>
                  </a:lnTo>
                  <a:lnTo>
                    <a:pt x="576802" y="140745"/>
                  </a:lnTo>
                  <a:lnTo>
                    <a:pt x="576655" y="140732"/>
                  </a:lnTo>
                  <a:lnTo>
                    <a:pt x="576416" y="140847"/>
                  </a:lnTo>
                  <a:lnTo>
                    <a:pt x="575907" y="140811"/>
                  </a:lnTo>
                  <a:lnTo>
                    <a:pt x="575703" y="140613"/>
                  </a:lnTo>
                  <a:lnTo>
                    <a:pt x="575540" y="140391"/>
                  </a:lnTo>
                  <a:lnTo>
                    <a:pt x="575487" y="140234"/>
                  </a:lnTo>
                  <a:lnTo>
                    <a:pt x="575324" y="139923"/>
                  </a:lnTo>
                  <a:lnTo>
                    <a:pt x="575199" y="139653"/>
                  </a:lnTo>
                  <a:lnTo>
                    <a:pt x="575192" y="139491"/>
                  </a:lnTo>
                  <a:lnTo>
                    <a:pt x="575171" y="139241"/>
                  </a:lnTo>
                  <a:lnTo>
                    <a:pt x="575186" y="138941"/>
                  </a:lnTo>
                  <a:lnTo>
                    <a:pt x="574979" y="138786"/>
                  </a:lnTo>
                  <a:lnTo>
                    <a:pt x="574539" y="138558"/>
                  </a:lnTo>
                  <a:lnTo>
                    <a:pt x="574348" y="138349"/>
                  </a:lnTo>
                  <a:lnTo>
                    <a:pt x="573826" y="137782"/>
                  </a:lnTo>
                  <a:lnTo>
                    <a:pt x="574931" y="136417"/>
                  </a:lnTo>
                  <a:lnTo>
                    <a:pt x="574998" y="136264"/>
                  </a:lnTo>
                  <a:lnTo>
                    <a:pt x="575171" y="135951"/>
                  </a:lnTo>
                  <a:lnTo>
                    <a:pt x="575237" y="135776"/>
                  </a:lnTo>
                  <a:lnTo>
                    <a:pt x="575319" y="135529"/>
                  </a:lnTo>
                  <a:lnTo>
                    <a:pt x="575388" y="135272"/>
                  </a:lnTo>
                  <a:lnTo>
                    <a:pt x="575444" y="134890"/>
                  </a:lnTo>
                  <a:lnTo>
                    <a:pt x="575383" y="134709"/>
                  </a:lnTo>
                  <a:lnTo>
                    <a:pt x="575398" y="134397"/>
                  </a:lnTo>
                  <a:lnTo>
                    <a:pt x="574339" y="134185"/>
                  </a:lnTo>
                  <a:lnTo>
                    <a:pt x="574052" y="134101"/>
                  </a:lnTo>
                  <a:lnTo>
                    <a:pt x="573725" y="134049"/>
                  </a:lnTo>
                  <a:lnTo>
                    <a:pt x="571716" y="133730"/>
                  </a:lnTo>
                  <a:lnTo>
                    <a:pt x="571581" y="133709"/>
                  </a:lnTo>
                  <a:lnTo>
                    <a:pt x="571092" y="133605"/>
                  </a:lnTo>
                  <a:lnTo>
                    <a:pt x="570108" y="133450"/>
                  </a:lnTo>
                  <a:lnTo>
                    <a:pt x="569724" y="133376"/>
                  </a:lnTo>
                  <a:lnTo>
                    <a:pt x="569505" y="133384"/>
                  </a:lnTo>
                  <a:lnTo>
                    <a:pt x="569044" y="133575"/>
                  </a:lnTo>
                  <a:lnTo>
                    <a:pt x="568512" y="133811"/>
                  </a:lnTo>
                  <a:lnTo>
                    <a:pt x="567853" y="134073"/>
                  </a:lnTo>
                  <a:lnTo>
                    <a:pt x="567456" y="134221"/>
                  </a:lnTo>
                  <a:lnTo>
                    <a:pt x="567062" y="134386"/>
                  </a:lnTo>
                  <a:lnTo>
                    <a:pt x="566810" y="134455"/>
                  </a:lnTo>
                  <a:lnTo>
                    <a:pt x="566655" y="135193"/>
                  </a:lnTo>
                  <a:lnTo>
                    <a:pt x="566563" y="135564"/>
                  </a:lnTo>
                  <a:lnTo>
                    <a:pt x="566347" y="136340"/>
                  </a:lnTo>
                  <a:lnTo>
                    <a:pt x="566145" y="136755"/>
                  </a:lnTo>
                  <a:lnTo>
                    <a:pt x="565839" y="137284"/>
                  </a:lnTo>
                  <a:lnTo>
                    <a:pt x="565413" y="137440"/>
                  </a:lnTo>
                  <a:lnTo>
                    <a:pt x="565051" y="137530"/>
                  </a:lnTo>
                  <a:lnTo>
                    <a:pt x="564719" y="137571"/>
                  </a:lnTo>
                  <a:lnTo>
                    <a:pt x="564210" y="137449"/>
                  </a:lnTo>
                  <a:lnTo>
                    <a:pt x="563978" y="137767"/>
                  </a:lnTo>
                  <a:lnTo>
                    <a:pt x="563846" y="137789"/>
                  </a:lnTo>
                  <a:lnTo>
                    <a:pt x="563513" y="137720"/>
                  </a:lnTo>
                  <a:lnTo>
                    <a:pt x="563092" y="137644"/>
                  </a:lnTo>
                  <a:lnTo>
                    <a:pt x="562812" y="137180"/>
                  </a:lnTo>
                  <a:lnTo>
                    <a:pt x="562478" y="137181"/>
                  </a:lnTo>
                  <a:lnTo>
                    <a:pt x="562349" y="136816"/>
                  </a:lnTo>
                  <a:lnTo>
                    <a:pt x="562103" y="136323"/>
                  </a:lnTo>
                  <a:lnTo>
                    <a:pt x="561983" y="136106"/>
                  </a:lnTo>
                  <a:lnTo>
                    <a:pt x="561421" y="135386"/>
                  </a:lnTo>
                  <a:lnTo>
                    <a:pt x="561210" y="135272"/>
                  </a:lnTo>
                  <a:lnTo>
                    <a:pt x="560624" y="135776"/>
                  </a:lnTo>
                  <a:lnTo>
                    <a:pt x="560607" y="135926"/>
                  </a:lnTo>
                  <a:lnTo>
                    <a:pt x="560342" y="135931"/>
                  </a:lnTo>
                  <a:lnTo>
                    <a:pt x="559161" y="136188"/>
                  </a:lnTo>
                  <a:lnTo>
                    <a:pt x="559077" y="136351"/>
                  </a:lnTo>
                  <a:lnTo>
                    <a:pt x="558920" y="136600"/>
                  </a:lnTo>
                  <a:lnTo>
                    <a:pt x="558815" y="136732"/>
                  </a:lnTo>
                  <a:lnTo>
                    <a:pt x="558642" y="136954"/>
                  </a:lnTo>
                  <a:lnTo>
                    <a:pt x="558502" y="137119"/>
                  </a:lnTo>
                  <a:lnTo>
                    <a:pt x="558166" y="137666"/>
                  </a:lnTo>
                  <a:lnTo>
                    <a:pt x="557726" y="138094"/>
                  </a:lnTo>
                  <a:lnTo>
                    <a:pt x="557477" y="138340"/>
                  </a:lnTo>
                  <a:lnTo>
                    <a:pt x="557347" y="138394"/>
                  </a:lnTo>
                  <a:lnTo>
                    <a:pt x="557003" y="138417"/>
                  </a:lnTo>
                  <a:lnTo>
                    <a:pt x="556868" y="138414"/>
                  </a:lnTo>
                  <a:lnTo>
                    <a:pt x="556660" y="138427"/>
                  </a:lnTo>
                  <a:lnTo>
                    <a:pt x="556517" y="138434"/>
                  </a:lnTo>
                  <a:lnTo>
                    <a:pt x="556375" y="138412"/>
                  </a:lnTo>
                  <a:lnTo>
                    <a:pt x="556100" y="138376"/>
                  </a:lnTo>
                  <a:lnTo>
                    <a:pt x="555255" y="137842"/>
                  </a:lnTo>
                  <a:lnTo>
                    <a:pt x="555204" y="137714"/>
                  </a:lnTo>
                  <a:lnTo>
                    <a:pt x="555171" y="137585"/>
                  </a:lnTo>
                  <a:lnTo>
                    <a:pt x="555118" y="137312"/>
                  </a:lnTo>
                  <a:lnTo>
                    <a:pt x="555100" y="137045"/>
                  </a:lnTo>
                  <a:lnTo>
                    <a:pt x="555227" y="136679"/>
                  </a:lnTo>
                  <a:lnTo>
                    <a:pt x="555316" y="136552"/>
                  </a:lnTo>
                  <a:lnTo>
                    <a:pt x="555487" y="136195"/>
                  </a:lnTo>
                  <a:lnTo>
                    <a:pt x="555444" y="136066"/>
                  </a:lnTo>
                  <a:lnTo>
                    <a:pt x="555337" y="135796"/>
                  </a:lnTo>
                  <a:lnTo>
                    <a:pt x="555301" y="135651"/>
                  </a:lnTo>
                  <a:lnTo>
                    <a:pt x="555339" y="135521"/>
                  </a:lnTo>
                  <a:lnTo>
                    <a:pt x="555156" y="135531"/>
                  </a:lnTo>
                  <a:lnTo>
                    <a:pt x="554958" y="135541"/>
                  </a:lnTo>
                  <a:lnTo>
                    <a:pt x="554583" y="135569"/>
                  </a:lnTo>
                  <a:lnTo>
                    <a:pt x="554176" y="135597"/>
                  </a:lnTo>
                  <a:lnTo>
                    <a:pt x="553975" y="135613"/>
                  </a:lnTo>
                  <a:lnTo>
                    <a:pt x="553410" y="135592"/>
                  </a:lnTo>
                  <a:lnTo>
                    <a:pt x="553026" y="135534"/>
                  </a:lnTo>
                  <a:lnTo>
                    <a:pt x="552749" y="135521"/>
                  </a:lnTo>
                  <a:lnTo>
                    <a:pt x="552362" y="135399"/>
                  </a:lnTo>
                  <a:lnTo>
                    <a:pt x="551619" y="135249"/>
                  </a:lnTo>
                  <a:lnTo>
                    <a:pt x="550685" y="135063"/>
                  </a:lnTo>
                  <a:lnTo>
                    <a:pt x="550296" y="134987"/>
                  </a:lnTo>
                  <a:lnTo>
                    <a:pt x="549986" y="134905"/>
                  </a:lnTo>
                  <a:lnTo>
                    <a:pt x="549858" y="134867"/>
                  </a:lnTo>
                  <a:lnTo>
                    <a:pt x="549711" y="134821"/>
                  </a:lnTo>
                  <a:lnTo>
                    <a:pt x="549571" y="134781"/>
                  </a:lnTo>
                  <a:lnTo>
                    <a:pt x="549306" y="134653"/>
                  </a:lnTo>
                  <a:lnTo>
                    <a:pt x="548729" y="134188"/>
                  </a:lnTo>
                  <a:lnTo>
                    <a:pt x="548446" y="133969"/>
                  </a:lnTo>
                  <a:lnTo>
                    <a:pt x="548273" y="133750"/>
                  </a:lnTo>
                  <a:lnTo>
                    <a:pt x="548118" y="133778"/>
                  </a:lnTo>
                  <a:lnTo>
                    <a:pt x="546869" y="133773"/>
                  </a:lnTo>
                  <a:lnTo>
                    <a:pt x="546571" y="133748"/>
                  </a:lnTo>
                  <a:lnTo>
                    <a:pt x="546431" y="133681"/>
                  </a:lnTo>
                  <a:lnTo>
                    <a:pt x="546283" y="133717"/>
                  </a:lnTo>
                  <a:lnTo>
                    <a:pt x="545871" y="133933"/>
                  </a:lnTo>
                  <a:lnTo>
                    <a:pt x="545380" y="133282"/>
                  </a:lnTo>
                  <a:lnTo>
                    <a:pt x="545207" y="133160"/>
                  </a:lnTo>
                  <a:lnTo>
                    <a:pt x="544940" y="132969"/>
                  </a:lnTo>
                  <a:lnTo>
                    <a:pt x="544436" y="132608"/>
                  </a:lnTo>
                  <a:lnTo>
                    <a:pt x="543860" y="132473"/>
                  </a:lnTo>
                  <a:lnTo>
                    <a:pt x="542658" y="131407"/>
                  </a:lnTo>
                  <a:lnTo>
                    <a:pt x="541105" y="130630"/>
                  </a:lnTo>
                  <a:lnTo>
                    <a:pt x="538951" y="129883"/>
                  </a:lnTo>
                  <a:lnTo>
                    <a:pt x="537457" y="129732"/>
                  </a:lnTo>
                  <a:lnTo>
                    <a:pt x="536550" y="129644"/>
                  </a:lnTo>
                  <a:lnTo>
                    <a:pt x="536204" y="129615"/>
                  </a:lnTo>
                  <a:lnTo>
                    <a:pt x="536010" y="129595"/>
                  </a:lnTo>
                  <a:lnTo>
                    <a:pt x="535201" y="129510"/>
                  </a:lnTo>
                  <a:lnTo>
                    <a:pt x="534916" y="129480"/>
                  </a:lnTo>
                  <a:lnTo>
                    <a:pt x="534543" y="129449"/>
                  </a:lnTo>
                  <a:lnTo>
                    <a:pt x="534254" y="129418"/>
                  </a:lnTo>
                  <a:lnTo>
                    <a:pt x="533722" y="129646"/>
                  </a:lnTo>
                  <a:lnTo>
                    <a:pt x="533432" y="129762"/>
                  </a:lnTo>
                  <a:lnTo>
                    <a:pt x="533016" y="129949"/>
                  </a:lnTo>
                  <a:lnTo>
                    <a:pt x="532564" y="129854"/>
                  </a:lnTo>
                  <a:lnTo>
                    <a:pt x="531258" y="129592"/>
                  </a:lnTo>
                  <a:lnTo>
                    <a:pt x="530945" y="129531"/>
                  </a:lnTo>
                  <a:lnTo>
                    <a:pt x="514474" y="127030"/>
                  </a:lnTo>
                  <a:lnTo>
                    <a:pt x="513395" y="124828"/>
                  </a:lnTo>
                  <a:lnTo>
                    <a:pt x="511295" y="120541"/>
                  </a:lnTo>
                  <a:lnTo>
                    <a:pt x="500994" y="99516"/>
                  </a:lnTo>
                  <a:lnTo>
                    <a:pt x="490617" y="78337"/>
                  </a:lnTo>
                  <a:lnTo>
                    <a:pt x="477108" y="50765"/>
                  </a:lnTo>
                  <a:lnTo>
                    <a:pt x="468774" y="33807"/>
                  </a:lnTo>
                  <a:lnTo>
                    <a:pt x="452161" y="0"/>
                  </a:lnTo>
                  <a:lnTo>
                    <a:pt x="397770" y="26663"/>
                  </a:lnTo>
                  <a:lnTo>
                    <a:pt x="391749" y="29614"/>
                  </a:lnTo>
                  <a:lnTo>
                    <a:pt x="380658" y="35051"/>
                  </a:lnTo>
                  <a:lnTo>
                    <a:pt x="352735" y="48763"/>
                  </a:lnTo>
                  <a:lnTo>
                    <a:pt x="342069" y="54001"/>
                  </a:lnTo>
                  <a:lnTo>
                    <a:pt x="331982" y="58954"/>
                  </a:lnTo>
                  <a:lnTo>
                    <a:pt x="303796" y="72795"/>
                  </a:lnTo>
                  <a:lnTo>
                    <a:pt x="303241" y="73072"/>
                  </a:lnTo>
                  <a:lnTo>
                    <a:pt x="300996" y="74269"/>
                  </a:lnTo>
                  <a:lnTo>
                    <a:pt x="298807" y="75565"/>
                  </a:lnTo>
                  <a:lnTo>
                    <a:pt x="258430" y="100733"/>
                  </a:lnTo>
                  <a:lnTo>
                    <a:pt x="256408" y="102054"/>
                  </a:lnTo>
                  <a:lnTo>
                    <a:pt x="254341" y="103537"/>
                  </a:lnTo>
                  <a:lnTo>
                    <a:pt x="252343" y="105112"/>
                  </a:lnTo>
                  <a:lnTo>
                    <a:pt x="250419" y="106775"/>
                  </a:lnTo>
                  <a:lnTo>
                    <a:pt x="248570" y="108523"/>
                  </a:lnTo>
                  <a:lnTo>
                    <a:pt x="246803" y="110352"/>
                  </a:lnTo>
                  <a:lnTo>
                    <a:pt x="245119" y="112259"/>
                  </a:lnTo>
                  <a:lnTo>
                    <a:pt x="243523" y="114240"/>
                  </a:lnTo>
                  <a:lnTo>
                    <a:pt x="242018" y="116291"/>
                  </a:lnTo>
                  <a:lnTo>
                    <a:pt x="240606" y="118407"/>
                  </a:lnTo>
                  <a:lnTo>
                    <a:pt x="226492" y="140632"/>
                  </a:lnTo>
                  <a:lnTo>
                    <a:pt x="217582" y="154663"/>
                  </a:lnTo>
                  <a:lnTo>
                    <a:pt x="217368" y="155003"/>
                  </a:lnTo>
                  <a:lnTo>
                    <a:pt x="208707" y="168856"/>
                  </a:lnTo>
                  <a:lnTo>
                    <a:pt x="191502" y="196374"/>
                  </a:lnTo>
                  <a:lnTo>
                    <a:pt x="190100" y="198617"/>
                  </a:lnTo>
                  <a:lnTo>
                    <a:pt x="176856" y="219800"/>
                  </a:lnTo>
                  <a:lnTo>
                    <a:pt x="176698" y="220054"/>
                  </a:lnTo>
                  <a:lnTo>
                    <a:pt x="175410" y="222248"/>
                  </a:lnTo>
                  <a:lnTo>
                    <a:pt x="174222" y="224497"/>
                  </a:lnTo>
                  <a:lnTo>
                    <a:pt x="157493" y="257965"/>
                  </a:lnTo>
                  <a:lnTo>
                    <a:pt x="150178" y="272600"/>
                  </a:lnTo>
                  <a:lnTo>
                    <a:pt x="140573" y="291815"/>
                  </a:lnTo>
                  <a:lnTo>
                    <a:pt x="134099" y="295932"/>
                  </a:lnTo>
                  <a:lnTo>
                    <a:pt x="128886" y="299247"/>
                  </a:lnTo>
                  <a:lnTo>
                    <a:pt x="125788" y="301217"/>
                  </a:lnTo>
                  <a:lnTo>
                    <a:pt x="121977" y="303641"/>
                  </a:lnTo>
                  <a:lnTo>
                    <a:pt x="117013" y="306798"/>
                  </a:lnTo>
                  <a:lnTo>
                    <a:pt x="114928" y="308124"/>
                  </a:lnTo>
                  <a:lnTo>
                    <a:pt x="103984" y="315084"/>
                  </a:lnTo>
                  <a:lnTo>
                    <a:pt x="93595" y="320355"/>
                  </a:lnTo>
                  <a:lnTo>
                    <a:pt x="62697" y="336033"/>
                  </a:lnTo>
                  <a:lnTo>
                    <a:pt x="77346" y="363259"/>
                  </a:lnTo>
                  <a:lnTo>
                    <a:pt x="90034" y="386840"/>
                  </a:lnTo>
                  <a:lnTo>
                    <a:pt x="87429" y="396639"/>
                  </a:lnTo>
                  <a:lnTo>
                    <a:pt x="84827" y="406427"/>
                  </a:lnTo>
                  <a:lnTo>
                    <a:pt x="83944" y="409747"/>
                  </a:lnTo>
                  <a:lnTo>
                    <a:pt x="82219" y="416239"/>
                  </a:lnTo>
                  <a:lnTo>
                    <a:pt x="75772" y="440491"/>
                  </a:lnTo>
                  <a:lnTo>
                    <a:pt x="71086" y="458117"/>
                  </a:lnTo>
                  <a:lnTo>
                    <a:pt x="69052" y="461714"/>
                  </a:lnTo>
                  <a:lnTo>
                    <a:pt x="59991" y="477737"/>
                  </a:lnTo>
                  <a:lnTo>
                    <a:pt x="58677" y="480062"/>
                  </a:lnTo>
                  <a:lnTo>
                    <a:pt x="52585" y="490834"/>
                  </a:lnTo>
                  <a:lnTo>
                    <a:pt x="52245" y="491435"/>
                  </a:lnTo>
                  <a:lnTo>
                    <a:pt x="49121" y="496959"/>
                  </a:lnTo>
                  <a:lnTo>
                    <a:pt x="46984" y="500738"/>
                  </a:lnTo>
                  <a:lnTo>
                    <a:pt x="45565" y="503248"/>
                  </a:lnTo>
                  <a:lnTo>
                    <a:pt x="48176" y="511969"/>
                  </a:lnTo>
                  <a:lnTo>
                    <a:pt x="52058" y="524940"/>
                  </a:lnTo>
                  <a:lnTo>
                    <a:pt x="43407" y="531479"/>
                  </a:lnTo>
                  <a:lnTo>
                    <a:pt x="40989" y="539011"/>
                  </a:lnTo>
                  <a:lnTo>
                    <a:pt x="35569" y="548070"/>
                  </a:lnTo>
                  <a:lnTo>
                    <a:pt x="33992" y="555474"/>
                  </a:lnTo>
                  <a:lnTo>
                    <a:pt x="34857" y="559368"/>
                  </a:lnTo>
                  <a:lnTo>
                    <a:pt x="42341" y="558715"/>
                  </a:lnTo>
                  <a:lnTo>
                    <a:pt x="43610" y="558604"/>
                  </a:lnTo>
                  <a:lnTo>
                    <a:pt x="46104" y="574406"/>
                  </a:lnTo>
                  <a:lnTo>
                    <a:pt x="45042" y="574589"/>
                  </a:lnTo>
                  <a:lnTo>
                    <a:pt x="41771" y="575310"/>
                  </a:lnTo>
                  <a:lnTo>
                    <a:pt x="41491" y="575357"/>
                  </a:lnTo>
                  <a:lnTo>
                    <a:pt x="40822" y="575703"/>
                  </a:lnTo>
                  <a:lnTo>
                    <a:pt x="40664" y="575797"/>
                  </a:lnTo>
                  <a:lnTo>
                    <a:pt x="39163" y="576543"/>
                  </a:lnTo>
                  <a:lnTo>
                    <a:pt x="38951" y="576606"/>
                  </a:lnTo>
                  <a:lnTo>
                    <a:pt x="38813" y="576681"/>
                  </a:lnTo>
                  <a:lnTo>
                    <a:pt x="38993" y="577075"/>
                  </a:lnTo>
                  <a:lnTo>
                    <a:pt x="38828" y="577414"/>
                  </a:lnTo>
                  <a:lnTo>
                    <a:pt x="38797" y="577565"/>
                  </a:lnTo>
                  <a:lnTo>
                    <a:pt x="38454" y="578163"/>
                  </a:lnTo>
                  <a:lnTo>
                    <a:pt x="38478" y="578481"/>
                  </a:lnTo>
                  <a:lnTo>
                    <a:pt x="38559" y="578768"/>
                  </a:lnTo>
                  <a:lnTo>
                    <a:pt x="38508" y="578917"/>
                  </a:lnTo>
                  <a:lnTo>
                    <a:pt x="38670" y="579205"/>
                  </a:lnTo>
                  <a:lnTo>
                    <a:pt x="38349" y="579775"/>
                  </a:lnTo>
                  <a:lnTo>
                    <a:pt x="38174" y="579874"/>
                  </a:lnTo>
                  <a:lnTo>
                    <a:pt x="37910" y="580157"/>
                  </a:lnTo>
                  <a:lnTo>
                    <a:pt x="37590" y="580248"/>
                  </a:lnTo>
                  <a:lnTo>
                    <a:pt x="37402" y="580104"/>
                  </a:lnTo>
                  <a:lnTo>
                    <a:pt x="37252" y="579847"/>
                  </a:lnTo>
                  <a:lnTo>
                    <a:pt x="37247" y="579697"/>
                  </a:lnTo>
                  <a:lnTo>
                    <a:pt x="37203" y="579473"/>
                  </a:lnTo>
                  <a:lnTo>
                    <a:pt x="35428" y="581742"/>
                  </a:lnTo>
                  <a:lnTo>
                    <a:pt x="35271" y="581943"/>
                  </a:lnTo>
                  <a:lnTo>
                    <a:pt x="35031" y="582250"/>
                  </a:lnTo>
                  <a:lnTo>
                    <a:pt x="34694" y="582316"/>
                  </a:lnTo>
                  <a:lnTo>
                    <a:pt x="34330" y="582387"/>
                  </a:lnTo>
                  <a:lnTo>
                    <a:pt x="34121" y="582428"/>
                  </a:lnTo>
                  <a:lnTo>
                    <a:pt x="33886" y="582183"/>
                  </a:lnTo>
                  <a:lnTo>
                    <a:pt x="33496" y="582294"/>
                  </a:lnTo>
                  <a:lnTo>
                    <a:pt x="33127" y="582052"/>
                  </a:lnTo>
                  <a:lnTo>
                    <a:pt x="32796" y="581951"/>
                  </a:lnTo>
                  <a:lnTo>
                    <a:pt x="32516" y="582052"/>
                  </a:lnTo>
                  <a:lnTo>
                    <a:pt x="31295" y="582561"/>
                  </a:lnTo>
                  <a:lnTo>
                    <a:pt x="30951" y="582892"/>
                  </a:lnTo>
                  <a:lnTo>
                    <a:pt x="30709" y="582943"/>
                  </a:lnTo>
                  <a:lnTo>
                    <a:pt x="30239" y="583236"/>
                  </a:lnTo>
                  <a:lnTo>
                    <a:pt x="30251" y="583541"/>
                  </a:lnTo>
                  <a:lnTo>
                    <a:pt x="30328" y="583694"/>
                  </a:lnTo>
                  <a:lnTo>
                    <a:pt x="30099" y="583974"/>
                  </a:lnTo>
                  <a:lnTo>
                    <a:pt x="30124" y="585017"/>
                  </a:lnTo>
                  <a:lnTo>
                    <a:pt x="30417" y="585704"/>
                  </a:lnTo>
                  <a:lnTo>
                    <a:pt x="30557" y="585780"/>
                  </a:lnTo>
                  <a:lnTo>
                    <a:pt x="30436" y="586216"/>
                  </a:lnTo>
                  <a:lnTo>
                    <a:pt x="29927" y="587943"/>
                  </a:lnTo>
                  <a:lnTo>
                    <a:pt x="29615" y="588299"/>
                  </a:lnTo>
                  <a:lnTo>
                    <a:pt x="29272" y="588503"/>
                  </a:lnTo>
                  <a:lnTo>
                    <a:pt x="28127" y="588656"/>
                  </a:lnTo>
                  <a:lnTo>
                    <a:pt x="28114" y="588376"/>
                  </a:lnTo>
                  <a:lnTo>
                    <a:pt x="26689" y="588376"/>
                  </a:lnTo>
                  <a:lnTo>
                    <a:pt x="26600" y="588554"/>
                  </a:lnTo>
                  <a:lnTo>
                    <a:pt x="26240" y="588455"/>
                  </a:lnTo>
                  <a:lnTo>
                    <a:pt x="25887" y="588605"/>
                  </a:lnTo>
                  <a:lnTo>
                    <a:pt x="25569" y="588630"/>
                  </a:lnTo>
                  <a:lnTo>
                    <a:pt x="24855" y="587932"/>
                  </a:lnTo>
                  <a:lnTo>
                    <a:pt x="24399" y="588414"/>
                  </a:lnTo>
                  <a:lnTo>
                    <a:pt x="22681" y="588242"/>
                  </a:lnTo>
                  <a:lnTo>
                    <a:pt x="22343" y="588181"/>
                  </a:lnTo>
                  <a:lnTo>
                    <a:pt x="21332" y="588064"/>
                  </a:lnTo>
                  <a:lnTo>
                    <a:pt x="20756" y="588693"/>
                  </a:lnTo>
                  <a:lnTo>
                    <a:pt x="20515" y="588797"/>
                  </a:lnTo>
                  <a:lnTo>
                    <a:pt x="20344" y="588705"/>
                  </a:lnTo>
                  <a:lnTo>
                    <a:pt x="20137" y="588681"/>
                  </a:lnTo>
                  <a:lnTo>
                    <a:pt x="19737" y="588744"/>
                  </a:lnTo>
                  <a:lnTo>
                    <a:pt x="19542" y="588592"/>
                  </a:lnTo>
                  <a:lnTo>
                    <a:pt x="19865" y="591900"/>
                  </a:lnTo>
                  <a:lnTo>
                    <a:pt x="19410" y="593087"/>
                  </a:lnTo>
                  <a:lnTo>
                    <a:pt x="18790" y="594703"/>
                  </a:lnTo>
                  <a:lnTo>
                    <a:pt x="18763" y="594945"/>
                  </a:lnTo>
                  <a:lnTo>
                    <a:pt x="18803" y="595105"/>
                  </a:lnTo>
                  <a:lnTo>
                    <a:pt x="20868" y="599089"/>
                  </a:lnTo>
                  <a:lnTo>
                    <a:pt x="20138" y="600341"/>
                  </a:lnTo>
                  <a:lnTo>
                    <a:pt x="20008" y="600691"/>
                  </a:lnTo>
                  <a:lnTo>
                    <a:pt x="19502" y="602072"/>
                  </a:lnTo>
                  <a:lnTo>
                    <a:pt x="19319" y="602578"/>
                  </a:lnTo>
                  <a:lnTo>
                    <a:pt x="19220" y="602853"/>
                  </a:lnTo>
                  <a:lnTo>
                    <a:pt x="19055" y="603308"/>
                  </a:lnTo>
                  <a:lnTo>
                    <a:pt x="19193" y="603986"/>
                  </a:lnTo>
                  <a:lnTo>
                    <a:pt x="19048" y="604207"/>
                  </a:lnTo>
                  <a:lnTo>
                    <a:pt x="18943" y="604530"/>
                  </a:lnTo>
                  <a:lnTo>
                    <a:pt x="18903" y="604724"/>
                  </a:lnTo>
                  <a:lnTo>
                    <a:pt x="18783" y="604996"/>
                  </a:lnTo>
                  <a:lnTo>
                    <a:pt x="18628" y="605087"/>
                  </a:lnTo>
                  <a:lnTo>
                    <a:pt x="18429" y="605189"/>
                  </a:lnTo>
                  <a:lnTo>
                    <a:pt x="18188" y="605266"/>
                  </a:lnTo>
                  <a:lnTo>
                    <a:pt x="17915" y="605469"/>
                  </a:lnTo>
                  <a:lnTo>
                    <a:pt x="17788" y="605614"/>
                  </a:lnTo>
                  <a:lnTo>
                    <a:pt x="16094" y="607731"/>
                  </a:lnTo>
                  <a:lnTo>
                    <a:pt x="15628" y="607902"/>
                  </a:lnTo>
                  <a:lnTo>
                    <a:pt x="15422" y="607953"/>
                  </a:lnTo>
                  <a:lnTo>
                    <a:pt x="15068" y="608031"/>
                  </a:lnTo>
                  <a:lnTo>
                    <a:pt x="14666" y="608047"/>
                  </a:lnTo>
                  <a:lnTo>
                    <a:pt x="14437" y="607932"/>
                  </a:lnTo>
                  <a:lnTo>
                    <a:pt x="14137" y="607790"/>
                  </a:lnTo>
                  <a:lnTo>
                    <a:pt x="13923" y="607652"/>
                  </a:lnTo>
                  <a:lnTo>
                    <a:pt x="13788" y="607416"/>
                  </a:lnTo>
                  <a:lnTo>
                    <a:pt x="13686" y="607146"/>
                  </a:lnTo>
                  <a:lnTo>
                    <a:pt x="13534" y="606945"/>
                  </a:lnTo>
                  <a:lnTo>
                    <a:pt x="13251" y="606828"/>
                  </a:lnTo>
                  <a:lnTo>
                    <a:pt x="13094" y="606757"/>
                  </a:lnTo>
                  <a:lnTo>
                    <a:pt x="12959" y="606769"/>
                  </a:lnTo>
                  <a:lnTo>
                    <a:pt x="12666" y="606912"/>
                  </a:lnTo>
                  <a:lnTo>
                    <a:pt x="12447" y="606914"/>
                  </a:lnTo>
                  <a:lnTo>
                    <a:pt x="12200" y="606624"/>
                  </a:lnTo>
                  <a:lnTo>
                    <a:pt x="11809" y="606296"/>
                  </a:lnTo>
                  <a:lnTo>
                    <a:pt x="11463" y="606016"/>
                  </a:lnTo>
                  <a:lnTo>
                    <a:pt x="11254" y="605904"/>
                  </a:lnTo>
                  <a:lnTo>
                    <a:pt x="10999" y="605960"/>
                  </a:lnTo>
                  <a:lnTo>
                    <a:pt x="10806" y="606161"/>
                  </a:lnTo>
                  <a:lnTo>
                    <a:pt x="10656" y="606339"/>
                  </a:lnTo>
                  <a:lnTo>
                    <a:pt x="10346" y="606601"/>
                  </a:lnTo>
                  <a:lnTo>
                    <a:pt x="10035" y="606858"/>
                  </a:lnTo>
                  <a:lnTo>
                    <a:pt x="9745" y="607194"/>
                  </a:lnTo>
                  <a:lnTo>
                    <a:pt x="9414" y="607365"/>
                  </a:lnTo>
                  <a:lnTo>
                    <a:pt x="9155" y="607624"/>
                  </a:lnTo>
                  <a:lnTo>
                    <a:pt x="8918" y="607795"/>
                  </a:lnTo>
                  <a:lnTo>
                    <a:pt x="8806" y="608006"/>
                  </a:lnTo>
                  <a:lnTo>
                    <a:pt x="8735" y="608212"/>
                  </a:lnTo>
                  <a:lnTo>
                    <a:pt x="8631" y="608477"/>
                  </a:lnTo>
                  <a:lnTo>
                    <a:pt x="8585" y="608668"/>
                  </a:lnTo>
                  <a:lnTo>
                    <a:pt x="8600" y="608953"/>
                  </a:lnTo>
                  <a:lnTo>
                    <a:pt x="8641" y="609220"/>
                  </a:lnTo>
                  <a:lnTo>
                    <a:pt x="8465" y="609375"/>
                  </a:lnTo>
                  <a:lnTo>
                    <a:pt x="8198" y="609581"/>
                  </a:lnTo>
                  <a:lnTo>
                    <a:pt x="7938" y="609869"/>
                  </a:lnTo>
                  <a:lnTo>
                    <a:pt x="7633" y="610110"/>
                  </a:lnTo>
                  <a:lnTo>
                    <a:pt x="7335" y="610360"/>
                  </a:lnTo>
                  <a:lnTo>
                    <a:pt x="5308" y="610547"/>
                  </a:lnTo>
                  <a:lnTo>
                    <a:pt x="5416" y="611126"/>
                  </a:lnTo>
                  <a:lnTo>
                    <a:pt x="5779" y="613046"/>
                  </a:lnTo>
                  <a:lnTo>
                    <a:pt x="5807" y="613200"/>
                  </a:lnTo>
                  <a:lnTo>
                    <a:pt x="6204" y="613955"/>
                  </a:lnTo>
                  <a:lnTo>
                    <a:pt x="6567" y="614644"/>
                  </a:lnTo>
                  <a:lnTo>
                    <a:pt x="6874" y="615228"/>
                  </a:lnTo>
                  <a:lnTo>
                    <a:pt x="6970" y="615410"/>
                  </a:lnTo>
                  <a:lnTo>
                    <a:pt x="7131" y="615716"/>
                  </a:lnTo>
                  <a:lnTo>
                    <a:pt x="7249" y="616382"/>
                  </a:lnTo>
                  <a:lnTo>
                    <a:pt x="7388" y="617167"/>
                  </a:lnTo>
                  <a:lnTo>
                    <a:pt x="7241" y="617434"/>
                  </a:lnTo>
                  <a:lnTo>
                    <a:pt x="6865" y="618121"/>
                  </a:lnTo>
                  <a:lnTo>
                    <a:pt x="7109" y="618566"/>
                  </a:lnTo>
                  <a:lnTo>
                    <a:pt x="7260" y="618558"/>
                  </a:lnTo>
                  <a:lnTo>
                    <a:pt x="7910" y="619228"/>
                  </a:lnTo>
                  <a:lnTo>
                    <a:pt x="8005" y="619477"/>
                  </a:lnTo>
                  <a:lnTo>
                    <a:pt x="8427" y="620582"/>
                  </a:lnTo>
                  <a:lnTo>
                    <a:pt x="8251" y="621362"/>
                  </a:lnTo>
                  <a:lnTo>
                    <a:pt x="7988" y="621844"/>
                  </a:lnTo>
                  <a:lnTo>
                    <a:pt x="7727" y="622724"/>
                  </a:lnTo>
                  <a:lnTo>
                    <a:pt x="7641" y="623597"/>
                  </a:lnTo>
                  <a:lnTo>
                    <a:pt x="6620" y="624353"/>
                  </a:lnTo>
                  <a:lnTo>
                    <a:pt x="5827" y="624957"/>
                  </a:lnTo>
                  <a:lnTo>
                    <a:pt x="4160" y="626698"/>
                  </a:lnTo>
                  <a:lnTo>
                    <a:pt x="3984" y="626691"/>
                  </a:lnTo>
                  <a:lnTo>
                    <a:pt x="3613" y="626642"/>
                  </a:lnTo>
                  <a:lnTo>
                    <a:pt x="3063" y="626602"/>
                  </a:lnTo>
                  <a:lnTo>
                    <a:pt x="2424" y="626492"/>
                  </a:lnTo>
                  <a:lnTo>
                    <a:pt x="2272" y="626518"/>
                  </a:lnTo>
                  <a:lnTo>
                    <a:pt x="1821" y="626879"/>
                  </a:lnTo>
                  <a:lnTo>
                    <a:pt x="1763" y="627021"/>
                  </a:lnTo>
                  <a:lnTo>
                    <a:pt x="1597" y="627281"/>
                  </a:lnTo>
                  <a:lnTo>
                    <a:pt x="1335" y="627502"/>
                  </a:lnTo>
                  <a:lnTo>
                    <a:pt x="1117" y="627759"/>
                  </a:lnTo>
                  <a:lnTo>
                    <a:pt x="865" y="627930"/>
                  </a:lnTo>
                  <a:lnTo>
                    <a:pt x="712" y="628004"/>
                  </a:lnTo>
                  <a:lnTo>
                    <a:pt x="463" y="628052"/>
                  </a:lnTo>
                  <a:lnTo>
                    <a:pt x="15" y="628355"/>
                  </a:lnTo>
                  <a:lnTo>
                    <a:pt x="0" y="628551"/>
                  </a:lnTo>
                  <a:lnTo>
                    <a:pt x="1122" y="629507"/>
                  </a:lnTo>
                  <a:lnTo>
                    <a:pt x="1374" y="629731"/>
                  </a:lnTo>
                  <a:lnTo>
                    <a:pt x="1493" y="629917"/>
                  </a:lnTo>
                  <a:lnTo>
                    <a:pt x="1679" y="630324"/>
                  </a:lnTo>
                  <a:lnTo>
                    <a:pt x="1587" y="630905"/>
                  </a:lnTo>
                  <a:lnTo>
                    <a:pt x="1587" y="631340"/>
                  </a:lnTo>
                  <a:lnTo>
                    <a:pt x="1585" y="631469"/>
                  </a:lnTo>
                  <a:lnTo>
                    <a:pt x="1531" y="631650"/>
                  </a:lnTo>
                  <a:lnTo>
                    <a:pt x="1865" y="632370"/>
                  </a:lnTo>
                  <a:lnTo>
                    <a:pt x="1933" y="632541"/>
                  </a:lnTo>
                  <a:lnTo>
                    <a:pt x="1982" y="632673"/>
                  </a:lnTo>
                  <a:lnTo>
                    <a:pt x="2104" y="632905"/>
                  </a:lnTo>
                  <a:lnTo>
                    <a:pt x="2122" y="633055"/>
                  </a:lnTo>
                  <a:lnTo>
                    <a:pt x="2030" y="633475"/>
                  </a:lnTo>
                  <a:lnTo>
                    <a:pt x="2038" y="633635"/>
                  </a:lnTo>
                  <a:lnTo>
                    <a:pt x="2073" y="633826"/>
                  </a:lnTo>
                  <a:lnTo>
                    <a:pt x="2086" y="634057"/>
                  </a:lnTo>
                  <a:lnTo>
                    <a:pt x="2404" y="634635"/>
                  </a:lnTo>
                  <a:lnTo>
                    <a:pt x="2681" y="634757"/>
                  </a:lnTo>
                  <a:lnTo>
                    <a:pt x="2872" y="634874"/>
                  </a:lnTo>
                  <a:lnTo>
                    <a:pt x="2535" y="635914"/>
                  </a:lnTo>
                  <a:lnTo>
                    <a:pt x="2778" y="636090"/>
                  </a:lnTo>
                  <a:lnTo>
                    <a:pt x="3165" y="636337"/>
                  </a:lnTo>
                  <a:lnTo>
                    <a:pt x="3348" y="636525"/>
                  </a:lnTo>
                  <a:lnTo>
                    <a:pt x="3437" y="636672"/>
                  </a:lnTo>
                  <a:lnTo>
                    <a:pt x="3521" y="636902"/>
                  </a:lnTo>
                  <a:lnTo>
                    <a:pt x="3559" y="637146"/>
                  </a:lnTo>
                  <a:lnTo>
                    <a:pt x="3565" y="637418"/>
                  </a:lnTo>
                  <a:lnTo>
                    <a:pt x="3705" y="637550"/>
                  </a:lnTo>
                  <a:lnTo>
                    <a:pt x="3951" y="637690"/>
                  </a:lnTo>
                  <a:lnTo>
                    <a:pt x="3972" y="637904"/>
                  </a:lnTo>
                  <a:lnTo>
                    <a:pt x="3878" y="638240"/>
                  </a:lnTo>
                  <a:lnTo>
                    <a:pt x="3832" y="638548"/>
                  </a:lnTo>
                  <a:lnTo>
                    <a:pt x="3827" y="638835"/>
                  </a:lnTo>
                  <a:lnTo>
                    <a:pt x="3738" y="639123"/>
                  </a:lnTo>
                  <a:lnTo>
                    <a:pt x="3732" y="639413"/>
                  </a:lnTo>
                  <a:lnTo>
                    <a:pt x="3837" y="639673"/>
                  </a:lnTo>
                  <a:lnTo>
                    <a:pt x="4000" y="639917"/>
                  </a:lnTo>
                  <a:lnTo>
                    <a:pt x="4170" y="640098"/>
                  </a:lnTo>
                  <a:lnTo>
                    <a:pt x="6117" y="640634"/>
                  </a:lnTo>
                  <a:lnTo>
                    <a:pt x="6318" y="640764"/>
                  </a:lnTo>
                  <a:lnTo>
                    <a:pt x="6430" y="640894"/>
                  </a:lnTo>
                  <a:lnTo>
                    <a:pt x="6427" y="641159"/>
                  </a:lnTo>
                  <a:lnTo>
                    <a:pt x="6389" y="641611"/>
                  </a:lnTo>
                  <a:lnTo>
                    <a:pt x="6366" y="642003"/>
                  </a:lnTo>
                  <a:lnTo>
                    <a:pt x="6386" y="642245"/>
                  </a:lnTo>
                  <a:lnTo>
                    <a:pt x="6481" y="642578"/>
                  </a:lnTo>
                  <a:lnTo>
                    <a:pt x="6547" y="642861"/>
                  </a:lnTo>
                  <a:lnTo>
                    <a:pt x="6636" y="643334"/>
                  </a:lnTo>
                  <a:lnTo>
                    <a:pt x="6679" y="643647"/>
                  </a:lnTo>
                  <a:lnTo>
                    <a:pt x="6710" y="643818"/>
                  </a:lnTo>
                  <a:lnTo>
                    <a:pt x="6842" y="643978"/>
                  </a:lnTo>
                  <a:lnTo>
                    <a:pt x="6903" y="644126"/>
                  </a:lnTo>
                  <a:lnTo>
                    <a:pt x="7096" y="644283"/>
                  </a:lnTo>
                  <a:lnTo>
                    <a:pt x="7412" y="644466"/>
                  </a:lnTo>
                  <a:lnTo>
                    <a:pt x="7712" y="644678"/>
                  </a:lnTo>
                  <a:lnTo>
                    <a:pt x="7855" y="644991"/>
                  </a:lnTo>
                  <a:lnTo>
                    <a:pt x="7743" y="645271"/>
                  </a:lnTo>
                  <a:lnTo>
                    <a:pt x="7678" y="645521"/>
                  </a:lnTo>
                  <a:lnTo>
                    <a:pt x="7638" y="645853"/>
                  </a:lnTo>
                  <a:lnTo>
                    <a:pt x="7636" y="646199"/>
                  </a:lnTo>
                  <a:lnTo>
                    <a:pt x="7704" y="646400"/>
                  </a:lnTo>
                  <a:lnTo>
                    <a:pt x="7738" y="646645"/>
                  </a:lnTo>
                  <a:lnTo>
                    <a:pt x="7486" y="648654"/>
                  </a:lnTo>
                  <a:lnTo>
                    <a:pt x="8545" y="651519"/>
                  </a:lnTo>
                  <a:lnTo>
                    <a:pt x="8674" y="651769"/>
                  </a:lnTo>
                  <a:lnTo>
                    <a:pt x="8523" y="653050"/>
                  </a:lnTo>
                  <a:lnTo>
                    <a:pt x="8325" y="653375"/>
                  </a:lnTo>
                  <a:lnTo>
                    <a:pt x="7974" y="653856"/>
                  </a:lnTo>
                  <a:lnTo>
                    <a:pt x="7786" y="654110"/>
                  </a:lnTo>
                  <a:lnTo>
                    <a:pt x="7524" y="654209"/>
                  </a:lnTo>
                  <a:lnTo>
                    <a:pt x="7371" y="654278"/>
                  </a:lnTo>
                  <a:lnTo>
                    <a:pt x="7208" y="654515"/>
                  </a:lnTo>
                  <a:lnTo>
                    <a:pt x="7134" y="654642"/>
                  </a:lnTo>
                  <a:lnTo>
                    <a:pt x="7092" y="654802"/>
                  </a:lnTo>
                  <a:lnTo>
                    <a:pt x="7033" y="654965"/>
                  </a:lnTo>
                  <a:lnTo>
                    <a:pt x="6946" y="655120"/>
                  </a:lnTo>
                  <a:lnTo>
                    <a:pt x="6801" y="655316"/>
                  </a:lnTo>
                  <a:lnTo>
                    <a:pt x="6547" y="655601"/>
                  </a:lnTo>
                  <a:lnTo>
                    <a:pt x="6397" y="655667"/>
                  </a:lnTo>
                  <a:lnTo>
                    <a:pt x="5855" y="655688"/>
                  </a:lnTo>
                  <a:lnTo>
                    <a:pt x="5679" y="655721"/>
                  </a:lnTo>
                  <a:lnTo>
                    <a:pt x="5473" y="655731"/>
                  </a:lnTo>
                  <a:lnTo>
                    <a:pt x="5267" y="655823"/>
                  </a:lnTo>
                  <a:lnTo>
                    <a:pt x="5063" y="655924"/>
                  </a:lnTo>
                  <a:lnTo>
                    <a:pt x="4796" y="656092"/>
                  </a:lnTo>
                  <a:lnTo>
                    <a:pt x="4353" y="656579"/>
                  </a:lnTo>
                  <a:lnTo>
                    <a:pt x="4351" y="656846"/>
                  </a:lnTo>
                  <a:lnTo>
                    <a:pt x="4414" y="657055"/>
                  </a:lnTo>
                  <a:lnTo>
                    <a:pt x="4496" y="657274"/>
                  </a:lnTo>
                  <a:lnTo>
                    <a:pt x="4542" y="657553"/>
                  </a:lnTo>
                  <a:lnTo>
                    <a:pt x="4480" y="657915"/>
                  </a:lnTo>
                  <a:lnTo>
                    <a:pt x="4262" y="658027"/>
                  </a:lnTo>
                  <a:lnTo>
                    <a:pt x="3964" y="658180"/>
                  </a:lnTo>
                  <a:lnTo>
                    <a:pt x="3748" y="658307"/>
                  </a:lnTo>
                  <a:lnTo>
                    <a:pt x="3310" y="658630"/>
                  </a:lnTo>
                  <a:lnTo>
                    <a:pt x="3249" y="658874"/>
                  </a:lnTo>
                  <a:lnTo>
                    <a:pt x="3229" y="659040"/>
                  </a:lnTo>
                  <a:lnTo>
                    <a:pt x="3051" y="659314"/>
                  </a:lnTo>
                  <a:lnTo>
                    <a:pt x="2972" y="659449"/>
                  </a:lnTo>
                  <a:lnTo>
                    <a:pt x="2648" y="659736"/>
                  </a:lnTo>
                  <a:lnTo>
                    <a:pt x="2819" y="660133"/>
                  </a:lnTo>
                  <a:lnTo>
                    <a:pt x="2832" y="660276"/>
                  </a:lnTo>
                  <a:lnTo>
                    <a:pt x="2748" y="660566"/>
                  </a:lnTo>
                  <a:lnTo>
                    <a:pt x="2745" y="660713"/>
                  </a:lnTo>
                  <a:lnTo>
                    <a:pt x="2763" y="660851"/>
                  </a:lnTo>
                  <a:lnTo>
                    <a:pt x="2829" y="660986"/>
                  </a:lnTo>
                  <a:lnTo>
                    <a:pt x="2936" y="661153"/>
                  </a:lnTo>
                  <a:lnTo>
                    <a:pt x="2984" y="661474"/>
                  </a:lnTo>
                  <a:lnTo>
                    <a:pt x="3127" y="661632"/>
                  </a:lnTo>
                  <a:lnTo>
                    <a:pt x="3285" y="661777"/>
                  </a:lnTo>
                  <a:lnTo>
                    <a:pt x="3468" y="661975"/>
                  </a:lnTo>
                  <a:lnTo>
                    <a:pt x="3704" y="662176"/>
                  </a:lnTo>
                  <a:lnTo>
                    <a:pt x="3880" y="662329"/>
                  </a:lnTo>
                  <a:lnTo>
                    <a:pt x="4114" y="662543"/>
                  </a:lnTo>
                  <a:lnTo>
                    <a:pt x="4264" y="662721"/>
                  </a:lnTo>
                  <a:lnTo>
                    <a:pt x="4570" y="662904"/>
                  </a:lnTo>
                  <a:lnTo>
                    <a:pt x="4895" y="663097"/>
                  </a:lnTo>
                  <a:lnTo>
                    <a:pt x="5137" y="663268"/>
                  </a:lnTo>
                  <a:lnTo>
                    <a:pt x="5419" y="663500"/>
                  </a:lnTo>
                  <a:lnTo>
                    <a:pt x="6206" y="664192"/>
                  </a:lnTo>
                  <a:lnTo>
                    <a:pt x="6218" y="663922"/>
                  </a:lnTo>
                  <a:lnTo>
                    <a:pt x="6274" y="663461"/>
                  </a:lnTo>
                  <a:lnTo>
                    <a:pt x="6272" y="663217"/>
                  </a:lnTo>
                  <a:lnTo>
                    <a:pt x="6218" y="663054"/>
                  </a:lnTo>
                  <a:lnTo>
                    <a:pt x="6246" y="662721"/>
                  </a:lnTo>
                  <a:lnTo>
                    <a:pt x="6313" y="662444"/>
                  </a:lnTo>
                  <a:lnTo>
                    <a:pt x="6366" y="662273"/>
                  </a:lnTo>
                  <a:lnTo>
                    <a:pt x="6481" y="662072"/>
                  </a:lnTo>
                  <a:lnTo>
                    <a:pt x="6580" y="661851"/>
                  </a:lnTo>
                  <a:lnTo>
                    <a:pt x="6702" y="661624"/>
                  </a:lnTo>
                  <a:lnTo>
                    <a:pt x="7000" y="661166"/>
                  </a:lnTo>
                  <a:lnTo>
                    <a:pt x="7162" y="660909"/>
                  </a:lnTo>
                  <a:lnTo>
                    <a:pt x="7310" y="660731"/>
                  </a:lnTo>
                  <a:lnTo>
                    <a:pt x="7470" y="660683"/>
                  </a:lnTo>
                  <a:lnTo>
                    <a:pt x="7715" y="660561"/>
                  </a:lnTo>
                  <a:lnTo>
                    <a:pt x="7997" y="660454"/>
                  </a:lnTo>
                  <a:lnTo>
                    <a:pt x="8302" y="660329"/>
                  </a:lnTo>
                  <a:lnTo>
                    <a:pt x="8501" y="660258"/>
                  </a:lnTo>
                  <a:lnTo>
                    <a:pt x="8689" y="660166"/>
                  </a:lnTo>
                  <a:lnTo>
                    <a:pt x="8892" y="660112"/>
                  </a:lnTo>
                  <a:lnTo>
                    <a:pt x="9023" y="659759"/>
                  </a:lnTo>
                  <a:lnTo>
                    <a:pt x="9241" y="659650"/>
                  </a:lnTo>
                  <a:lnTo>
                    <a:pt x="9402" y="659558"/>
                  </a:lnTo>
                  <a:lnTo>
                    <a:pt x="9656" y="659398"/>
                  </a:lnTo>
                  <a:lnTo>
                    <a:pt x="9829" y="659212"/>
                  </a:lnTo>
                  <a:lnTo>
                    <a:pt x="10071" y="658899"/>
                  </a:lnTo>
                  <a:lnTo>
                    <a:pt x="10592" y="658268"/>
                  </a:lnTo>
                  <a:lnTo>
                    <a:pt x="10613" y="658062"/>
                  </a:lnTo>
                  <a:lnTo>
                    <a:pt x="10539" y="657930"/>
                  </a:lnTo>
                  <a:lnTo>
                    <a:pt x="10478" y="657706"/>
                  </a:lnTo>
                  <a:lnTo>
                    <a:pt x="10391" y="657311"/>
                  </a:lnTo>
                  <a:lnTo>
                    <a:pt x="10211" y="656647"/>
                  </a:lnTo>
                  <a:lnTo>
                    <a:pt x="10048" y="656062"/>
                  </a:lnTo>
                  <a:lnTo>
                    <a:pt x="10073" y="655863"/>
                  </a:lnTo>
                  <a:lnTo>
                    <a:pt x="10178" y="655678"/>
                  </a:lnTo>
                  <a:lnTo>
                    <a:pt x="10425" y="655380"/>
                  </a:lnTo>
                  <a:lnTo>
                    <a:pt x="10626" y="655225"/>
                  </a:lnTo>
                  <a:lnTo>
                    <a:pt x="10839" y="655054"/>
                  </a:lnTo>
                  <a:lnTo>
                    <a:pt x="10939" y="654846"/>
                  </a:lnTo>
                  <a:lnTo>
                    <a:pt x="11168" y="654304"/>
                  </a:lnTo>
                  <a:lnTo>
                    <a:pt x="11353" y="654026"/>
                  </a:lnTo>
                  <a:lnTo>
                    <a:pt x="11506" y="653764"/>
                  </a:lnTo>
                  <a:lnTo>
                    <a:pt x="11648" y="653522"/>
                  </a:lnTo>
                  <a:lnTo>
                    <a:pt x="11842" y="653230"/>
                  </a:lnTo>
                  <a:lnTo>
                    <a:pt x="18557" y="646433"/>
                  </a:lnTo>
                  <a:lnTo>
                    <a:pt x="18819" y="646459"/>
                  </a:lnTo>
                  <a:lnTo>
                    <a:pt x="19302" y="646489"/>
                  </a:lnTo>
                  <a:lnTo>
                    <a:pt x="19559" y="646494"/>
                  </a:lnTo>
                  <a:lnTo>
                    <a:pt x="19745" y="646360"/>
                  </a:lnTo>
                  <a:lnTo>
                    <a:pt x="19842" y="646186"/>
                  </a:lnTo>
                  <a:lnTo>
                    <a:pt x="19908" y="645970"/>
                  </a:lnTo>
                  <a:lnTo>
                    <a:pt x="19893" y="645700"/>
                  </a:lnTo>
                  <a:lnTo>
                    <a:pt x="19862" y="645388"/>
                  </a:lnTo>
                  <a:lnTo>
                    <a:pt x="19857" y="645095"/>
                  </a:lnTo>
                  <a:lnTo>
                    <a:pt x="19862" y="644945"/>
                  </a:lnTo>
                  <a:lnTo>
                    <a:pt x="20147" y="644604"/>
                  </a:lnTo>
                  <a:lnTo>
                    <a:pt x="20526" y="644380"/>
                  </a:lnTo>
                  <a:lnTo>
                    <a:pt x="20674" y="644220"/>
                  </a:lnTo>
                  <a:lnTo>
                    <a:pt x="21140" y="643886"/>
                  </a:lnTo>
                  <a:lnTo>
                    <a:pt x="21473" y="643657"/>
                  </a:lnTo>
                  <a:lnTo>
                    <a:pt x="21791" y="643489"/>
                  </a:lnTo>
                  <a:lnTo>
                    <a:pt x="22015" y="643357"/>
                  </a:lnTo>
                  <a:lnTo>
                    <a:pt x="22208" y="643161"/>
                  </a:lnTo>
                  <a:lnTo>
                    <a:pt x="22277" y="642980"/>
                  </a:lnTo>
                  <a:lnTo>
                    <a:pt x="22333" y="642734"/>
                  </a:lnTo>
                  <a:lnTo>
                    <a:pt x="22468" y="642395"/>
                  </a:lnTo>
                  <a:lnTo>
                    <a:pt x="22562" y="642197"/>
                  </a:lnTo>
                  <a:lnTo>
                    <a:pt x="23352" y="641117"/>
                  </a:lnTo>
                  <a:lnTo>
                    <a:pt x="23747" y="640239"/>
                  </a:lnTo>
                  <a:lnTo>
                    <a:pt x="23889" y="639914"/>
                  </a:lnTo>
                  <a:lnTo>
                    <a:pt x="24677" y="638109"/>
                  </a:lnTo>
                  <a:lnTo>
                    <a:pt x="25249" y="638169"/>
                  </a:lnTo>
                  <a:lnTo>
                    <a:pt x="26160" y="638266"/>
                  </a:lnTo>
                  <a:lnTo>
                    <a:pt x="27325" y="638387"/>
                  </a:lnTo>
                  <a:lnTo>
                    <a:pt x="27907" y="638450"/>
                  </a:lnTo>
                  <a:lnTo>
                    <a:pt x="28406" y="638501"/>
                  </a:lnTo>
                  <a:lnTo>
                    <a:pt x="29171" y="638586"/>
                  </a:lnTo>
                  <a:lnTo>
                    <a:pt x="29958" y="638410"/>
                  </a:lnTo>
                  <a:lnTo>
                    <a:pt x="30902" y="638198"/>
                  </a:lnTo>
                  <a:lnTo>
                    <a:pt x="31119" y="638057"/>
                  </a:lnTo>
                  <a:lnTo>
                    <a:pt x="31127" y="637869"/>
                  </a:lnTo>
                  <a:lnTo>
                    <a:pt x="31135" y="637516"/>
                  </a:lnTo>
                  <a:lnTo>
                    <a:pt x="31156" y="636870"/>
                  </a:lnTo>
                  <a:lnTo>
                    <a:pt x="31168" y="636498"/>
                  </a:lnTo>
                  <a:lnTo>
                    <a:pt x="31193" y="636315"/>
                  </a:lnTo>
                  <a:lnTo>
                    <a:pt x="31356" y="635889"/>
                  </a:lnTo>
                  <a:lnTo>
                    <a:pt x="31477" y="635497"/>
                  </a:lnTo>
                  <a:lnTo>
                    <a:pt x="31503" y="635004"/>
                  </a:lnTo>
                  <a:lnTo>
                    <a:pt x="31508" y="634648"/>
                  </a:lnTo>
                  <a:lnTo>
                    <a:pt x="31508" y="634200"/>
                  </a:lnTo>
                  <a:lnTo>
                    <a:pt x="31781" y="633889"/>
                  </a:lnTo>
                  <a:lnTo>
                    <a:pt x="31485" y="633518"/>
                  </a:lnTo>
                  <a:lnTo>
                    <a:pt x="31228" y="633118"/>
                  </a:lnTo>
                  <a:lnTo>
                    <a:pt x="31183" y="632917"/>
                  </a:lnTo>
                  <a:lnTo>
                    <a:pt x="31203" y="632729"/>
                  </a:lnTo>
                  <a:lnTo>
                    <a:pt x="31076" y="632393"/>
                  </a:lnTo>
                  <a:lnTo>
                    <a:pt x="30903" y="631948"/>
                  </a:lnTo>
                  <a:lnTo>
                    <a:pt x="30788" y="631642"/>
                  </a:lnTo>
                  <a:lnTo>
                    <a:pt x="30740" y="631385"/>
                  </a:lnTo>
                  <a:lnTo>
                    <a:pt x="30786" y="631240"/>
                  </a:lnTo>
                  <a:lnTo>
                    <a:pt x="30849" y="631067"/>
                  </a:lnTo>
                  <a:lnTo>
                    <a:pt x="31076" y="630877"/>
                  </a:lnTo>
                  <a:lnTo>
                    <a:pt x="31287" y="630716"/>
                  </a:lnTo>
                  <a:lnTo>
                    <a:pt x="31628" y="630467"/>
                  </a:lnTo>
                  <a:lnTo>
                    <a:pt x="31880" y="630337"/>
                  </a:lnTo>
                  <a:lnTo>
                    <a:pt x="32165" y="630212"/>
                  </a:lnTo>
                  <a:lnTo>
                    <a:pt x="32404" y="630113"/>
                  </a:lnTo>
                  <a:lnTo>
                    <a:pt x="32544" y="630012"/>
                  </a:lnTo>
                  <a:lnTo>
                    <a:pt x="32613" y="629490"/>
                  </a:lnTo>
                  <a:lnTo>
                    <a:pt x="32587" y="629072"/>
                  </a:lnTo>
                  <a:lnTo>
                    <a:pt x="32610" y="628759"/>
                  </a:lnTo>
                  <a:lnTo>
                    <a:pt x="32910" y="628258"/>
                  </a:lnTo>
                  <a:lnTo>
                    <a:pt x="32852" y="627892"/>
                  </a:lnTo>
                  <a:lnTo>
                    <a:pt x="32900" y="627514"/>
                  </a:lnTo>
                  <a:lnTo>
                    <a:pt x="32941" y="627263"/>
                  </a:lnTo>
                  <a:lnTo>
                    <a:pt x="33096" y="626991"/>
                  </a:lnTo>
                  <a:lnTo>
                    <a:pt x="33244" y="626709"/>
                  </a:lnTo>
                  <a:lnTo>
                    <a:pt x="33419" y="626477"/>
                  </a:lnTo>
                  <a:lnTo>
                    <a:pt x="33559" y="626245"/>
                  </a:lnTo>
                  <a:lnTo>
                    <a:pt x="33684" y="625935"/>
                  </a:lnTo>
                  <a:lnTo>
                    <a:pt x="33707" y="625782"/>
                  </a:lnTo>
                  <a:lnTo>
                    <a:pt x="33885" y="625457"/>
                  </a:lnTo>
                  <a:lnTo>
                    <a:pt x="34038" y="625164"/>
                  </a:lnTo>
                  <a:lnTo>
                    <a:pt x="34226" y="624955"/>
                  </a:lnTo>
                  <a:lnTo>
                    <a:pt x="34473" y="624612"/>
                  </a:lnTo>
                  <a:lnTo>
                    <a:pt x="34643" y="624401"/>
                  </a:lnTo>
                  <a:lnTo>
                    <a:pt x="34837" y="624128"/>
                  </a:lnTo>
                  <a:lnTo>
                    <a:pt x="34852" y="623777"/>
                  </a:lnTo>
                  <a:lnTo>
                    <a:pt x="34814" y="623492"/>
                  </a:lnTo>
                  <a:lnTo>
                    <a:pt x="34730" y="623182"/>
                  </a:lnTo>
                  <a:lnTo>
                    <a:pt x="34836" y="622920"/>
                  </a:lnTo>
                  <a:lnTo>
                    <a:pt x="34803" y="622520"/>
                  </a:lnTo>
                  <a:lnTo>
                    <a:pt x="34722" y="622174"/>
                  </a:lnTo>
                  <a:lnTo>
                    <a:pt x="34671" y="621833"/>
                  </a:lnTo>
                  <a:lnTo>
                    <a:pt x="34793" y="621042"/>
                  </a:lnTo>
                  <a:lnTo>
                    <a:pt x="34786" y="620846"/>
                  </a:lnTo>
                  <a:lnTo>
                    <a:pt x="34915" y="620650"/>
                  </a:lnTo>
                  <a:lnTo>
                    <a:pt x="35071" y="620335"/>
                  </a:lnTo>
                  <a:lnTo>
                    <a:pt x="35088" y="620052"/>
                  </a:lnTo>
                  <a:lnTo>
                    <a:pt x="35030" y="619775"/>
                  </a:lnTo>
                  <a:lnTo>
                    <a:pt x="35051" y="619641"/>
                  </a:lnTo>
                  <a:lnTo>
                    <a:pt x="35214" y="619082"/>
                  </a:lnTo>
                  <a:lnTo>
                    <a:pt x="35830" y="618916"/>
                  </a:lnTo>
                  <a:lnTo>
                    <a:pt x="36340" y="618414"/>
                  </a:lnTo>
                  <a:lnTo>
                    <a:pt x="36198" y="617346"/>
                  </a:lnTo>
                  <a:lnTo>
                    <a:pt x="36390" y="616888"/>
                  </a:lnTo>
                  <a:lnTo>
                    <a:pt x="36521" y="616651"/>
                  </a:lnTo>
                  <a:lnTo>
                    <a:pt x="37492" y="616537"/>
                  </a:lnTo>
                  <a:lnTo>
                    <a:pt x="37829" y="616242"/>
                  </a:lnTo>
                  <a:lnTo>
                    <a:pt x="38078" y="615607"/>
                  </a:lnTo>
                  <a:lnTo>
                    <a:pt x="38167" y="615380"/>
                  </a:lnTo>
                  <a:lnTo>
                    <a:pt x="38541" y="615813"/>
                  </a:lnTo>
                  <a:lnTo>
                    <a:pt x="38892" y="616258"/>
                  </a:lnTo>
                  <a:lnTo>
                    <a:pt x="39236" y="616693"/>
                  </a:lnTo>
                  <a:lnTo>
                    <a:pt x="39707" y="617256"/>
                  </a:lnTo>
                  <a:lnTo>
                    <a:pt x="39882" y="617777"/>
                  </a:lnTo>
                  <a:lnTo>
                    <a:pt x="40083" y="618368"/>
                  </a:lnTo>
                  <a:lnTo>
                    <a:pt x="40368" y="618734"/>
                  </a:lnTo>
                  <a:lnTo>
                    <a:pt x="40834" y="619253"/>
                  </a:lnTo>
                  <a:lnTo>
                    <a:pt x="41386" y="619589"/>
                  </a:lnTo>
                  <a:lnTo>
                    <a:pt x="41641" y="619810"/>
                  </a:lnTo>
                  <a:lnTo>
                    <a:pt x="42055" y="620078"/>
                  </a:lnTo>
                  <a:lnTo>
                    <a:pt x="42429" y="620355"/>
                  </a:lnTo>
                  <a:lnTo>
                    <a:pt x="42587" y="620731"/>
                  </a:lnTo>
                  <a:lnTo>
                    <a:pt x="42730" y="621154"/>
                  </a:lnTo>
                  <a:lnTo>
                    <a:pt x="42821" y="621752"/>
                  </a:lnTo>
                  <a:lnTo>
                    <a:pt x="42923" y="622253"/>
                  </a:lnTo>
                  <a:lnTo>
                    <a:pt x="42969" y="622444"/>
                  </a:lnTo>
                  <a:lnTo>
                    <a:pt x="42999" y="622632"/>
                  </a:lnTo>
                  <a:lnTo>
                    <a:pt x="42740" y="622681"/>
                  </a:lnTo>
                  <a:lnTo>
                    <a:pt x="42534" y="622762"/>
                  </a:lnTo>
                  <a:lnTo>
                    <a:pt x="42328" y="622897"/>
                  </a:lnTo>
                  <a:lnTo>
                    <a:pt x="41885" y="623190"/>
                  </a:lnTo>
                  <a:lnTo>
                    <a:pt x="42010" y="623640"/>
                  </a:lnTo>
                  <a:lnTo>
                    <a:pt x="42442" y="624029"/>
                  </a:lnTo>
                  <a:lnTo>
                    <a:pt x="42839" y="624436"/>
                  </a:lnTo>
                  <a:lnTo>
                    <a:pt x="43282" y="624719"/>
                  </a:lnTo>
                  <a:lnTo>
                    <a:pt x="43602" y="624963"/>
                  </a:lnTo>
                  <a:lnTo>
                    <a:pt x="44251" y="625019"/>
                  </a:lnTo>
                  <a:lnTo>
                    <a:pt x="44417" y="625340"/>
                  </a:lnTo>
                  <a:lnTo>
                    <a:pt x="44597" y="625630"/>
                  </a:lnTo>
                  <a:lnTo>
                    <a:pt x="44755" y="625723"/>
                  </a:lnTo>
                  <a:lnTo>
                    <a:pt x="45007" y="626133"/>
                  </a:lnTo>
                  <a:lnTo>
                    <a:pt x="45076" y="626304"/>
                  </a:lnTo>
                  <a:lnTo>
                    <a:pt x="45137" y="626611"/>
                  </a:lnTo>
                  <a:lnTo>
                    <a:pt x="45104" y="627125"/>
                  </a:lnTo>
                  <a:lnTo>
                    <a:pt x="45038" y="627784"/>
                  </a:lnTo>
                  <a:lnTo>
                    <a:pt x="45397" y="628306"/>
                  </a:lnTo>
                  <a:lnTo>
                    <a:pt x="45302" y="628477"/>
                  </a:lnTo>
                  <a:lnTo>
                    <a:pt x="44928" y="628922"/>
                  </a:lnTo>
                  <a:lnTo>
                    <a:pt x="44508" y="629454"/>
                  </a:lnTo>
                  <a:lnTo>
                    <a:pt x="44257" y="629731"/>
                  </a:lnTo>
                  <a:lnTo>
                    <a:pt x="43638" y="630423"/>
                  </a:lnTo>
                  <a:lnTo>
                    <a:pt x="43313" y="630706"/>
                  </a:lnTo>
                  <a:lnTo>
                    <a:pt x="43091" y="630937"/>
                  </a:lnTo>
                  <a:lnTo>
                    <a:pt x="42577" y="631306"/>
                  </a:lnTo>
                  <a:lnTo>
                    <a:pt x="42040" y="631667"/>
                  </a:lnTo>
                  <a:lnTo>
                    <a:pt x="41989" y="631830"/>
                  </a:lnTo>
                  <a:lnTo>
                    <a:pt x="42000" y="632186"/>
                  </a:lnTo>
                  <a:lnTo>
                    <a:pt x="42050" y="632693"/>
                  </a:lnTo>
                  <a:lnTo>
                    <a:pt x="42063" y="633039"/>
                  </a:lnTo>
                  <a:lnTo>
                    <a:pt x="42170" y="633199"/>
                  </a:lnTo>
                  <a:lnTo>
                    <a:pt x="42580" y="633695"/>
                  </a:lnTo>
                  <a:lnTo>
                    <a:pt x="42819" y="633970"/>
                  </a:lnTo>
                  <a:lnTo>
                    <a:pt x="43030" y="634270"/>
                  </a:lnTo>
                  <a:lnTo>
                    <a:pt x="43134" y="634652"/>
                  </a:lnTo>
                  <a:lnTo>
                    <a:pt x="43129" y="634838"/>
                  </a:lnTo>
                  <a:lnTo>
                    <a:pt x="42946" y="635352"/>
                  </a:lnTo>
                  <a:lnTo>
                    <a:pt x="42982" y="635527"/>
                  </a:lnTo>
                  <a:lnTo>
                    <a:pt x="43078" y="635711"/>
                  </a:lnTo>
                  <a:lnTo>
                    <a:pt x="43223" y="635866"/>
                  </a:lnTo>
                  <a:lnTo>
                    <a:pt x="43725" y="636209"/>
                  </a:lnTo>
                  <a:lnTo>
                    <a:pt x="44056" y="636431"/>
                  </a:lnTo>
                  <a:lnTo>
                    <a:pt x="44491" y="636739"/>
                  </a:lnTo>
                  <a:lnTo>
                    <a:pt x="44923" y="637024"/>
                  </a:lnTo>
                  <a:lnTo>
                    <a:pt x="45534" y="637410"/>
                  </a:lnTo>
                  <a:lnTo>
                    <a:pt x="45959" y="637734"/>
                  </a:lnTo>
                  <a:lnTo>
                    <a:pt x="46290" y="637909"/>
                  </a:lnTo>
                  <a:lnTo>
                    <a:pt x="47119" y="638492"/>
                  </a:lnTo>
                  <a:lnTo>
                    <a:pt x="47715" y="638891"/>
                  </a:lnTo>
                  <a:lnTo>
                    <a:pt x="47857" y="638968"/>
                  </a:lnTo>
                  <a:lnTo>
                    <a:pt x="47992" y="638848"/>
                  </a:lnTo>
                  <a:lnTo>
                    <a:pt x="48213" y="638652"/>
                  </a:lnTo>
                  <a:lnTo>
                    <a:pt x="48343" y="638545"/>
                  </a:lnTo>
                  <a:lnTo>
                    <a:pt x="48559" y="638492"/>
                  </a:lnTo>
                  <a:lnTo>
                    <a:pt x="49094" y="638415"/>
                  </a:lnTo>
                  <a:lnTo>
                    <a:pt x="49251" y="638342"/>
                  </a:lnTo>
                  <a:lnTo>
                    <a:pt x="49452" y="638141"/>
                  </a:lnTo>
                  <a:lnTo>
                    <a:pt x="49697" y="637830"/>
                  </a:lnTo>
                  <a:lnTo>
                    <a:pt x="49816" y="637672"/>
                  </a:lnTo>
                  <a:lnTo>
                    <a:pt x="50137" y="637415"/>
                  </a:lnTo>
                  <a:lnTo>
                    <a:pt x="50458" y="637225"/>
                  </a:lnTo>
                  <a:lnTo>
                    <a:pt x="50870" y="637075"/>
                  </a:lnTo>
                  <a:lnTo>
                    <a:pt x="51338" y="636980"/>
                  </a:lnTo>
                  <a:lnTo>
                    <a:pt x="51580" y="636935"/>
                  </a:lnTo>
                  <a:lnTo>
                    <a:pt x="52389" y="636823"/>
                  </a:lnTo>
                  <a:lnTo>
                    <a:pt x="52726" y="636693"/>
                  </a:lnTo>
                  <a:lnTo>
                    <a:pt x="53450" y="636413"/>
                  </a:lnTo>
                  <a:lnTo>
                    <a:pt x="54273" y="636386"/>
                  </a:lnTo>
                  <a:lnTo>
                    <a:pt x="55403" y="636355"/>
                  </a:lnTo>
                  <a:lnTo>
                    <a:pt x="55570" y="640208"/>
                  </a:lnTo>
                  <a:lnTo>
                    <a:pt x="59208" y="641073"/>
                  </a:lnTo>
                  <a:lnTo>
                    <a:pt x="58799" y="642043"/>
                  </a:lnTo>
                  <a:lnTo>
                    <a:pt x="57170" y="645900"/>
                  </a:lnTo>
                  <a:lnTo>
                    <a:pt x="48023" y="667557"/>
                  </a:lnTo>
                  <a:lnTo>
                    <a:pt x="47173" y="669572"/>
                  </a:lnTo>
                  <a:lnTo>
                    <a:pt x="46282" y="682523"/>
                  </a:lnTo>
                  <a:lnTo>
                    <a:pt x="60150" y="683618"/>
                  </a:lnTo>
                  <a:lnTo>
                    <a:pt x="63652" y="681595"/>
                  </a:lnTo>
                  <a:lnTo>
                    <a:pt x="65966" y="680258"/>
                  </a:lnTo>
                  <a:lnTo>
                    <a:pt x="73101" y="676137"/>
                  </a:lnTo>
                  <a:lnTo>
                    <a:pt x="86002" y="673338"/>
                  </a:lnTo>
                  <a:lnTo>
                    <a:pt x="88885" y="671323"/>
                  </a:lnTo>
                  <a:lnTo>
                    <a:pt x="94959" y="667078"/>
                  </a:lnTo>
                  <a:lnTo>
                    <a:pt x="102135" y="665042"/>
                  </a:lnTo>
                  <a:lnTo>
                    <a:pt x="101009" y="661343"/>
                  </a:lnTo>
                  <a:lnTo>
                    <a:pt x="101267" y="660903"/>
                  </a:lnTo>
                  <a:lnTo>
                    <a:pt x="101439" y="660476"/>
                  </a:lnTo>
                  <a:lnTo>
                    <a:pt x="101530" y="660214"/>
                  </a:lnTo>
                  <a:lnTo>
                    <a:pt x="101630" y="659966"/>
                  </a:lnTo>
                  <a:lnTo>
                    <a:pt x="101898" y="659521"/>
                  </a:lnTo>
                  <a:lnTo>
                    <a:pt x="101798" y="659110"/>
                  </a:lnTo>
                  <a:lnTo>
                    <a:pt x="101547" y="658883"/>
                  </a:lnTo>
                  <a:lnTo>
                    <a:pt x="101379" y="658727"/>
                  </a:lnTo>
                  <a:lnTo>
                    <a:pt x="101211" y="658578"/>
                  </a:lnTo>
                  <a:lnTo>
                    <a:pt x="100909" y="658306"/>
                  </a:lnTo>
                  <a:lnTo>
                    <a:pt x="100710" y="658125"/>
                  </a:lnTo>
                  <a:lnTo>
                    <a:pt x="100429" y="657867"/>
                  </a:lnTo>
                  <a:lnTo>
                    <a:pt x="100480" y="657620"/>
                  </a:lnTo>
                  <a:lnTo>
                    <a:pt x="100545" y="657326"/>
                  </a:lnTo>
                  <a:lnTo>
                    <a:pt x="100648" y="656842"/>
                  </a:lnTo>
                  <a:lnTo>
                    <a:pt x="100738" y="656636"/>
                  </a:lnTo>
                  <a:lnTo>
                    <a:pt x="100839" y="656402"/>
                  </a:lnTo>
                  <a:lnTo>
                    <a:pt x="101002" y="656174"/>
                  </a:lnTo>
                  <a:lnTo>
                    <a:pt x="101119" y="656009"/>
                  </a:lnTo>
                  <a:lnTo>
                    <a:pt x="101157" y="655743"/>
                  </a:lnTo>
                  <a:lnTo>
                    <a:pt x="101183" y="655538"/>
                  </a:lnTo>
                  <a:lnTo>
                    <a:pt x="101122" y="655399"/>
                  </a:lnTo>
                  <a:lnTo>
                    <a:pt x="101020" y="655187"/>
                  </a:lnTo>
                  <a:lnTo>
                    <a:pt x="100974" y="655004"/>
                  </a:lnTo>
                  <a:lnTo>
                    <a:pt x="100914" y="654734"/>
                  </a:lnTo>
                  <a:lnTo>
                    <a:pt x="100870" y="654535"/>
                  </a:lnTo>
                  <a:lnTo>
                    <a:pt x="100745" y="654267"/>
                  </a:lnTo>
                  <a:lnTo>
                    <a:pt x="100678" y="654130"/>
                  </a:lnTo>
                  <a:lnTo>
                    <a:pt x="100526" y="653821"/>
                  </a:lnTo>
                  <a:lnTo>
                    <a:pt x="100264" y="653279"/>
                  </a:lnTo>
                  <a:lnTo>
                    <a:pt x="100257" y="652987"/>
                  </a:lnTo>
                  <a:lnTo>
                    <a:pt x="100246" y="652347"/>
                  </a:lnTo>
                  <a:lnTo>
                    <a:pt x="100239" y="651954"/>
                  </a:lnTo>
                  <a:lnTo>
                    <a:pt x="100226" y="651522"/>
                  </a:lnTo>
                  <a:lnTo>
                    <a:pt x="100218" y="651179"/>
                  </a:lnTo>
                  <a:lnTo>
                    <a:pt x="100210" y="650765"/>
                  </a:lnTo>
                  <a:lnTo>
                    <a:pt x="100214" y="650565"/>
                  </a:lnTo>
                  <a:lnTo>
                    <a:pt x="100221" y="650411"/>
                  </a:lnTo>
                  <a:lnTo>
                    <a:pt x="100232" y="650122"/>
                  </a:lnTo>
                  <a:lnTo>
                    <a:pt x="100262" y="649551"/>
                  </a:lnTo>
                  <a:lnTo>
                    <a:pt x="100278" y="649174"/>
                  </a:lnTo>
                  <a:lnTo>
                    <a:pt x="100379" y="648939"/>
                  </a:lnTo>
                  <a:lnTo>
                    <a:pt x="100532" y="648527"/>
                  </a:lnTo>
                  <a:lnTo>
                    <a:pt x="100712" y="648087"/>
                  </a:lnTo>
                  <a:lnTo>
                    <a:pt x="100916" y="647594"/>
                  </a:lnTo>
                  <a:lnTo>
                    <a:pt x="100981" y="647431"/>
                  </a:lnTo>
                  <a:lnTo>
                    <a:pt x="101048" y="647262"/>
                  </a:lnTo>
                  <a:lnTo>
                    <a:pt x="101149" y="647010"/>
                  </a:lnTo>
                  <a:lnTo>
                    <a:pt x="101206" y="646869"/>
                  </a:lnTo>
                  <a:lnTo>
                    <a:pt x="101267" y="646721"/>
                  </a:lnTo>
                  <a:lnTo>
                    <a:pt x="101328" y="646574"/>
                  </a:lnTo>
                  <a:lnTo>
                    <a:pt x="101585" y="646080"/>
                  </a:lnTo>
                  <a:lnTo>
                    <a:pt x="101659" y="645935"/>
                  </a:lnTo>
                  <a:lnTo>
                    <a:pt x="101989" y="645782"/>
                  </a:lnTo>
                  <a:lnTo>
                    <a:pt x="102206" y="645677"/>
                  </a:lnTo>
                  <a:lnTo>
                    <a:pt x="102394" y="645579"/>
                  </a:lnTo>
                  <a:lnTo>
                    <a:pt x="102599" y="645486"/>
                  </a:lnTo>
                  <a:lnTo>
                    <a:pt x="102700" y="645819"/>
                  </a:lnTo>
                  <a:lnTo>
                    <a:pt x="104403" y="646071"/>
                  </a:lnTo>
                  <a:lnTo>
                    <a:pt x="105820" y="646281"/>
                  </a:lnTo>
                  <a:lnTo>
                    <a:pt x="106007" y="646312"/>
                  </a:lnTo>
                  <a:lnTo>
                    <a:pt x="106234" y="646349"/>
                  </a:lnTo>
                  <a:lnTo>
                    <a:pt x="106556" y="646402"/>
                  </a:lnTo>
                  <a:lnTo>
                    <a:pt x="107435" y="646545"/>
                  </a:lnTo>
                  <a:lnTo>
                    <a:pt x="107689" y="646526"/>
                  </a:lnTo>
                  <a:lnTo>
                    <a:pt x="108100" y="646498"/>
                  </a:lnTo>
                  <a:lnTo>
                    <a:pt x="108287" y="646424"/>
                  </a:lnTo>
                  <a:lnTo>
                    <a:pt x="108619" y="646309"/>
                  </a:lnTo>
                  <a:lnTo>
                    <a:pt x="108751" y="646270"/>
                  </a:lnTo>
                  <a:lnTo>
                    <a:pt x="109139" y="646119"/>
                  </a:lnTo>
                  <a:lnTo>
                    <a:pt x="109938" y="645834"/>
                  </a:lnTo>
                  <a:lnTo>
                    <a:pt x="110379" y="645682"/>
                  </a:lnTo>
                  <a:lnTo>
                    <a:pt x="111246" y="645387"/>
                  </a:lnTo>
                  <a:lnTo>
                    <a:pt x="111681" y="645255"/>
                  </a:lnTo>
                  <a:lnTo>
                    <a:pt x="112151" y="645108"/>
                  </a:lnTo>
                  <a:lnTo>
                    <a:pt x="112428" y="644973"/>
                  </a:lnTo>
                  <a:lnTo>
                    <a:pt x="112813" y="644796"/>
                  </a:lnTo>
                  <a:lnTo>
                    <a:pt x="113373" y="644537"/>
                  </a:lnTo>
                  <a:lnTo>
                    <a:pt x="114312" y="644106"/>
                  </a:lnTo>
                  <a:lnTo>
                    <a:pt x="114671" y="643939"/>
                  </a:lnTo>
                  <a:lnTo>
                    <a:pt x="115052" y="643762"/>
                  </a:lnTo>
                  <a:lnTo>
                    <a:pt x="115220" y="643684"/>
                  </a:lnTo>
                  <a:lnTo>
                    <a:pt x="115435" y="643585"/>
                  </a:lnTo>
                  <a:lnTo>
                    <a:pt x="115663" y="643477"/>
                  </a:lnTo>
                  <a:lnTo>
                    <a:pt x="115863" y="643384"/>
                  </a:lnTo>
                  <a:lnTo>
                    <a:pt x="116133" y="643258"/>
                  </a:lnTo>
                  <a:lnTo>
                    <a:pt x="116401" y="643133"/>
                  </a:lnTo>
                  <a:lnTo>
                    <a:pt x="116884" y="642870"/>
                  </a:lnTo>
                  <a:lnTo>
                    <a:pt x="117210" y="642517"/>
                  </a:lnTo>
                  <a:lnTo>
                    <a:pt x="117462" y="642244"/>
                  </a:lnTo>
                  <a:lnTo>
                    <a:pt x="117931" y="641733"/>
                  </a:lnTo>
                  <a:lnTo>
                    <a:pt x="118112" y="641530"/>
                  </a:lnTo>
                  <a:lnTo>
                    <a:pt x="124588" y="633853"/>
                  </a:lnTo>
                  <a:lnTo>
                    <a:pt x="125152" y="632856"/>
                  </a:lnTo>
                  <a:lnTo>
                    <a:pt x="125829" y="632952"/>
                  </a:lnTo>
                  <a:lnTo>
                    <a:pt x="126354" y="632310"/>
                  </a:lnTo>
                  <a:lnTo>
                    <a:pt x="127306" y="631076"/>
                  </a:lnTo>
                  <a:lnTo>
                    <a:pt x="127553" y="630756"/>
                  </a:lnTo>
                  <a:lnTo>
                    <a:pt x="127776" y="630472"/>
                  </a:lnTo>
                  <a:lnTo>
                    <a:pt x="129702" y="628024"/>
                  </a:lnTo>
                  <a:lnTo>
                    <a:pt x="129973" y="627678"/>
                  </a:lnTo>
                  <a:lnTo>
                    <a:pt x="132166" y="624892"/>
                  </a:lnTo>
                  <a:lnTo>
                    <a:pt x="133729" y="625040"/>
                  </a:lnTo>
                  <a:lnTo>
                    <a:pt x="135577" y="625230"/>
                  </a:lnTo>
                  <a:lnTo>
                    <a:pt x="137608" y="625413"/>
                  </a:lnTo>
                  <a:lnTo>
                    <a:pt x="138467" y="625476"/>
                  </a:lnTo>
                  <a:lnTo>
                    <a:pt x="139356" y="625540"/>
                  </a:lnTo>
                  <a:lnTo>
                    <a:pt x="140035" y="625673"/>
                  </a:lnTo>
                  <a:lnTo>
                    <a:pt x="143438" y="625874"/>
                  </a:lnTo>
                  <a:lnTo>
                    <a:pt x="146290" y="626088"/>
                  </a:lnTo>
                  <a:lnTo>
                    <a:pt x="147460" y="626182"/>
                  </a:lnTo>
                  <a:lnTo>
                    <a:pt x="148822" y="626294"/>
                  </a:lnTo>
                  <a:lnTo>
                    <a:pt x="150084" y="626423"/>
                  </a:lnTo>
                  <a:lnTo>
                    <a:pt x="151247" y="626513"/>
                  </a:lnTo>
                  <a:lnTo>
                    <a:pt x="152272" y="626596"/>
                  </a:lnTo>
                  <a:lnTo>
                    <a:pt x="153231" y="626660"/>
                  </a:lnTo>
                  <a:lnTo>
                    <a:pt x="154501" y="626762"/>
                  </a:lnTo>
                  <a:lnTo>
                    <a:pt x="156969" y="627001"/>
                  </a:lnTo>
                  <a:lnTo>
                    <a:pt x="158621" y="627095"/>
                  </a:lnTo>
                  <a:lnTo>
                    <a:pt x="159870" y="627197"/>
                  </a:lnTo>
                  <a:lnTo>
                    <a:pt x="160430" y="627253"/>
                  </a:lnTo>
                  <a:lnTo>
                    <a:pt x="161679" y="627421"/>
                  </a:lnTo>
                  <a:lnTo>
                    <a:pt x="163028" y="627589"/>
                  </a:lnTo>
                  <a:lnTo>
                    <a:pt x="164170" y="627688"/>
                  </a:lnTo>
                  <a:lnTo>
                    <a:pt x="165456" y="627805"/>
                  </a:lnTo>
                  <a:lnTo>
                    <a:pt x="165871" y="627936"/>
                  </a:lnTo>
                  <a:lnTo>
                    <a:pt x="166012" y="627981"/>
                  </a:lnTo>
                  <a:lnTo>
                    <a:pt x="166398" y="628102"/>
                  </a:lnTo>
                  <a:lnTo>
                    <a:pt x="167530" y="627979"/>
                  </a:lnTo>
                  <a:lnTo>
                    <a:pt x="167661" y="627928"/>
                  </a:lnTo>
                  <a:lnTo>
                    <a:pt x="168427" y="627850"/>
                  </a:lnTo>
                  <a:lnTo>
                    <a:pt x="169331" y="627748"/>
                  </a:lnTo>
                  <a:lnTo>
                    <a:pt x="169582" y="627721"/>
                  </a:lnTo>
                  <a:lnTo>
                    <a:pt x="170112" y="627661"/>
                  </a:lnTo>
                  <a:lnTo>
                    <a:pt x="170303" y="627640"/>
                  </a:lnTo>
                  <a:lnTo>
                    <a:pt x="170609" y="627606"/>
                  </a:lnTo>
                  <a:lnTo>
                    <a:pt x="174510" y="627081"/>
                  </a:lnTo>
                  <a:lnTo>
                    <a:pt x="174821" y="627037"/>
                  </a:lnTo>
                  <a:lnTo>
                    <a:pt x="175273" y="626973"/>
                  </a:lnTo>
                  <a:lnTo>
                    <a:pt x="176054" y="626863"/>
                  </a:lnTo>
                  <a:lnTo>
                    <a:pt x="176448" y="626807"/>
                  </a:lnTo>
                  <a:lnTo>
                    <a:pt x="176799" y="626755"/>
                  </a:lnTo>
                  <a:lnTo>
                    <a:pt x="177015" y="626727"/>
                  </a:lnTo>
                  <a:lnTo>
                    <a:pt x="177290" y="626687"/>
                  </a:lnTo>
                  <a:lnTo>
                    <a:pt x="177483" y="626660"/>
                  </a:lnTo>
                  <a:lnTo>
                    <a:pt x="177968" y="626591"/>
                  </a:lnTo>
                  <a:lnTo>
                    <a:pt x="178495" y="626517"/>
                  </a:lnTo>
                  <a:lnTo>
                    <a:pt x="178929" y="626455"/>
                  </a:lnTo>
                  <a:lnTo>
                    <a:pt x="179347" y="626396"/>
                  </a:lnTo>
                  <a:lnTo>
                    <a:pt x="180083" y="626292"/>
                  </a:lnTo>
                  <a:lnTo>
                    <a:pt x="180236" y="626270"/>
                  </a:lnTo>
                  <a:lnTo>
                    <a:pt x="180448" y="626240"/>
                  </a:lnTo>
                  <a:lnTo>
                    <a:pt x="180665" y="626209"/>
                  </a:lnTo>
                  <a:lnTo>
                    <a:pt x="181094" y="626147"/>
                  </a:lnTo>
                  <a:lnTo>
                    <a:pt x="181332" y="626028"/>
                  </a:lnTo>
                  <a:lnTo>
                    <a:pt x="181795" y="625798"/>
                  </a:lnTo>
                  <a:lnTo>
                    <a:pt x="182235" y="625578"/>
                  </a:lnTo>
                  <a:lnTo>
                    <a:pt x="182602" y="625395"/>
                  </a:lnTo>
                  <a:lnTo>
                    <a:pt x="182864" y="625265"/>
                  </a:lnTo>
                  <a:lnTo>
                    <a:pt x="183179" y="625107"/>
                  </a:lnTo>
                  <a:lnTo>
                    <a:pt x="183476" y="624958"/>
                  </a:lnTo>
                  <a:lnTo>
                    <a:pt x="183733" y="624830"/>
                  </a:lnTo>
                  <a:lnTo>
                    <a:pt x="183902" y="624745"/>
                  </a:lnTo>
                  <a:lnTo>
                    <a:pt x="184110" y="624642"/>
                  </a:lnTo>
                  <a:lnTo>
                    <a:pt x="187138" y="623128"/>
                  </a:lnTo>
                  <a:lnTo>
                    <a:pt x="189097" y="622152"/>
                  </a:lnTo>
                  <a:lnTo>
                    <a:pt x="190623" y="621390"/>
                  </a:lnTo>
                  <a:lnTo>
                    <a:pt x="193101" y="620156"/>
                  </a:lnTo>
                  <a:lnTo>
                    <a:pt x="193779" y="619818"/>
                  </a:lnTo>
                  <a:lnTo>
                    <a:pt x="202457" y="615487"/>
                  </a:lnTo>
                  <a:lnTo>
                    <a:pt x="203126" y="615452"/>
                  </a:lnTo>
                  <a:lnTo>
                    <a:pt x="205435" y="615334"/>
                  </a:lnTo>
                  <a:lnTo>
                    <a:pt x="206800" y="615262"/>
                  </a:lnTo>
                  <a:lnTo>
                    <a:pt x="207148" y="615243"/>
                  </a:lnTo>
                  <a:lnTo>
                    <a:pt x="207338" y="615234"/>
                  </a:lnTo>
                  <a:lnTo>
                    <a:pt x="207484" y="615227"/>
                  </a:lnTo>
                  <a:lnTo>
                    <a:pt x="207930" y="615205"/>
                  </a:lnTo>
                  <a:lnTo>
                    <a:pt x="208116" y="615196"/>
                  </a:lnTo>
                  <a:lnTo>
                    <a:pt x="208577" y="615174"/>
                  </a:lnTo>
                  <a:close/>
                </a:path>
              </a:pathLst>
            </a:custGeom>
            <a:solidFill>
              <a:srgbClr val="D4E5E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g6"/>
            <p:cNvSpPr/>
            <p:nvPr/>
          </p:nvSpPr>
          <p:spPr>
            <a:xfrm>
              <a:off x="4741577" y="2020471"/>
              <a:ext cx="1068912" cy="834005"/>
            </a:xfrm>
            <a:custGeom>
              <a:avLst/>
              <a:pathLst>
                <a:path w="1068912" h="834005">
                  <a:moveTo>
                    <a:pt x="835372" y="419316"/>
                  </a:moveTo>
                  <a:lnTo>
                    <a:pt x="842874" y="421229"/>
                  </a:lnTo>
                  <a:lnTo>
                    <a:pt x="845310" y="421855"/>
                  </a:lnTo>
                  <a:lnTo>
                    <a:pt x="853070" y="423417"/>
                  </a:lnTo>
                  <a:lnTo>
                    <a:pt x="857664" y="424343"/>
                  </a:lnTo>
                  <a:lnTo>
                    <a:pt x="865736" y="425981"/>
                  </a:lnTo>
                  <a:lnTo>
                    <a:pt x="868414" y="426509"/>
                  </a:lnTo>
                  <a:lnTo>
                    <a:pt x="870842" y="431475"/>
                  </a:lnTo>
                  <a:lnTo>
                    <a:pt x="873196" y="436291"/>
                  </a:lnTo>
                  <a:lnTo>
                    <a:pt x="875633" y="441277"/>
                  </a:lnTo>
                  <a:lnTo>
                    <a:pt x="877179" y="443633"/>
                  </a:lnTo>
                  <a:lnTo>
                    <a:pt x="879322" y="446904"/>
                  </a:lnTo>
                  <a:lnTo>
                    <a:pt x="880880" y="449285"/>
                  </a:lnTo>
                  <a:lnTo>
                    <a:pt x="883539" y="453359"/>
                  </a:lnTo>
                  <a:lnTo>
                    <a:pt x="885673" y="456622"/>
                  </a:lnTo>
                  <a:lnTo>
                    <a:pt x="889156" y="461941"/>
                  </a:lnTo>
                  <a:lnTo>
                    <a:pt x="891769" y="465906"/>
                  </a:lnTo>
                  <a:lnTo>
                    <a:pt x="894287" y="469731"/>
                  </a:lnTo>
                  <a:lnTo>
                    <a:pt x="894691" y="470346"/>
                  </a:lnTo>
                  <a:lnTo>
                    <a:pt x="898975" y="476895"/>
                  </a:lnTo>
                  <a:lnTo>
                    <a:pt x="902305" y="481980"/>
                  </a:lnTo>
                  <a:lnTo>
                    <a:pt x="900158" y="490831"/>
                  </a:lnTo>
                  <a:lnTo>
                    <a:pt x="899570" y="493259"/>
                  </a:lnTo>
                  <a:lnTo>
                    <a:pt x="898672" y="496957"/>
                  </a:lnTo>
                  <a:lnTo>
                    <a:pt x="896221" y="507053"/>
                  </a:lnTo>
                  <a:lnTo>
                    <a:pt x="892035" y="516030"/>
                  </a:lnTo>
                  <a:lnTo>
                    <a:pt x="888582" y="523464"/>
                  </a:lnTo>
                  <a:lnTo>
                    <a:pt x="885153" y="530825"/>
                  </a:lnTo>
                  <a:lnTo>
                    <a:pt x="880677" y="540374"/>
                  </a:lnTo>
                  <a:lnTo>
                    <a:pt x="876379" y="549535"/>
                  </a:lnTo>
                  <a:lnTo>
                    <a:pt x="873595" y="555320"/>
                  </a:lnTo>
                  <a:lnTo>
                    <a:pt x="869425" y="563990"/>
                  </a:lnTo>
                  <a:lnTo>
                    <a:pt x="871556" y="573617"/>
                  </a:lnTo>
                  <a:lnTo>
                    <a:pt x="872654" y="578576"/>
                  </a:lnTo>
                  <a:lnTo>
                    <a:pt x="872929" y="581963"/>
                  </a:lnTo>
                  <a:lnTo>
                    <a:pt x="873796" y="592648"/>
                  </a:lnTo>
                  <a:lnTo>
                    <a:pt x="874068" y="596001"/>
                  </a:lnTo>
                  <a:lnTo>
                    <a:pt x="878375" y="601151"/>
                  </a:lnTo>
                  <a:lnTo>
                    <a:pt x="881142" y="604460"/>
                  </a:lnTo>
                  <a:lnTo>
                    <a:pt x="883911" y="606043"/>
                  </a:lnTo>
                  <a:lnTo>
                    <a:pt x="890141" y="609607"/>
                  </a:lnTo>
                  <a:lnTo>
                    <a:pt x="891983" y="610523"/>
                  </a:lnTo>
                  <a:lnTo>
                    <a:pt x="893765" y="611407"/>
                  </a:lnTo>
                  <a:lnTo>
                    <a:pt x="895434" y="612237"/>
                  </a:lnTo>
                  <a:lnTo>
                    <a:pt x="897263" y="613145"/>
                  </a:lnTo>
                  <a:lnTo>
                    <a:pt x="898164" y="613592"/>
                  </a:lnTo>
                  <a:lnTo>
                    <a:pt x="898597" y="613808"/>
                  </a:lnTo>
                  <a:lnTo>
                    <a:pt x="900692" y="614849"/>
                  </a:lnTo>
                  <a:lnTo>
                    <a:pt x="900859" y="614932"/>
                  </a:lnTo>
                  <a:lnTo>
                    <a:pt x="901868" y="616074"/>
                  </a:lnTo>
                  <a:lnTo>
                    <a:pt x="902230" y="616485"/>
                  </a:lnTo>
                  <a:lnTo>
                    <a:pt x="903934" y="618413"/>
                  </a:lnTo>
                  <a:lnTo>
                    <a:pt x="905162" y="616840"/>
                  </a:lnTo>
                  <a:lnTo>
                    <a:pt x="907335" y="609225"/>
                  </a:lnTo>
                  <a:lnTo>
                    <a:pt x="910559" y="601574"/>
                  </a:lnTo>
                  <a:lnTo>
                    <a:pt x="912018" y="600066"/>
                  </a:lnTo>
                  <a:lnTo>
                    <a:pt x="917168" y="585398"/>
                  </a:lnTo>
                  <a:lnTo>
                    <a:pt x="916539" y="584427"/>
                  </a:lnTo>
                  <a:lnTo>
                    <a:pt x="916131" y="581954"/>
                  </a:lnTo>
                  <a:lnTo>
                    <a:pt x="916178" y="581805"/>
                  </a:lnTo>
                  <a:lnTo>
                    <a:pt x="916186" y="580435"/>
                  </a:lnTo>
                  <a:lnTo>
                    <a:pt x="916123" y="580300"/>
                  </a:lnTo>
                  <a:lnTo>
                    <a:pt x="915977" y="580001"/>
                  </a:lnTo>
                  <a:lnTo>
                    <a:pt x="915712" y="579533"/>
                  </a:lnTo>
                  <a:lnTo>
                    <a:pt x="915236" y="578387"/>
                  </a:lnTo>
                  <a:lnTo>
                    <a:pt x="915243" y="578257"/>
                  </a:lnTo>
                  <a:lnTo>
                    <a:pt x="915253" y="578106"/>
                  </a:lnTo>
                  <a:lnTo>
                    <a:pt x="915331" y="577322"/>
                  </a:lnTo>
                  <a:lnTo>
                    <a:pt x="915404" y="576718"/>
                  </a:lnTo>
                  <a:lnTo>
                    <a:pt x="915413" y="576561"/>
                  </a:lnTo>
                  <a:lnTo>
                    <a:pt x="915418" y="575772"/>
                  </a:lnTo>
                  <a:lnTo>
                    <a:pt x="915455" y="575641"/>
                  </a:lnTo>
                  <a:lnTo>
                    <a:pt x="915504" y="575472"/>
                  </a:lnTo>
                  <a:lnTo>
                    <a:pt x="915541" y="575337"/>
                  </a:lnTo>
                  <a:lnTo>
                    <a:pt x="915574" y="575202"/>
                  </a:lnTo>
                  <a:lnTo>
                    <a:pt x="915632" y="574926"/>
                  </a:lnTo>
                  <a:lnTo>
                    <a:pt x="915654" y="574793"/>
                  </a:lnTo>
                  <a:lnTo>
                    <a:pt x="915673" y="574651"/>
                  </a:lnTo>
                  <a:lnTo>
                    <a:pt x="915693" y="573076"/>
                  </a:lnTo>
                  <a:lnTo>
                    <a:pt x="915502" y="572880"/>
                  </a:lnTo>
                  <a:lnTo>
                    <a:pt x="915048" y="571390"/>
                  </a:lnTo>
                  <a:lnTo>
                    <a:pt x="915184" y="571340"/>
                  </a:lnTo>
                  <a:lnTo>
                    <a:pt x="916070" y="570847"/>
                  </a:lnTo>
                  <a:lnTo>
                    <a:pt x="916985" y="569560"/>
                  </a:lnTo>
                  <a:lnTo>
                    <a:pt x="917115" y="569456"/>
                  </a:lnTo>
                  <a:lnTo>
                    <a:pt x="917548" y="569100"/>
                  </a:lnTo>
                  <a:lnTo>
                    <a:pt x="917288" y="567888"/>
                  </a:lnTo>
                  <a:lnTo>
                    <a:pt x="917554" y="566722"/>
                  </a:lnTo>
                  <a:lnTo>
                    <a:pt x="917579" y="565852"/>
                  </a:lnTo>
                  <a:lnTo>
                    <a:pt x="917515" y="565062"/>
                  </a:lnTo>
                  <a:lnTo>
                    <a:pt x="917529" y="564666"/>
                  </a:lnTo>
                  <a:lnTo>
                    <a:pt x="917538" y="564405"/>
                  </a:lnTo>
                  <a:lnTo>
                    <a:pt x="917535" y="564126"/>
                  </a:lnTo>
                  <a:lnTo>
                    <a:pt x="917326" y="563230"/>
                  </a:lnTo>
                  <a:lnTo>
                    <a:pt x="917244" y="563038"/>
                  </a:lnTo>
                  <a:lnTo>
                    <a:pt x="916887" y="562133"/>
                  </a:lnTo>
                  <a:lnTo>
                    <a:pt x="916811" y="561402"/>
                  </a:lnTo>
                  <a:lnTo>
                    <a:pt x="916899" y="560492"/>
                  </a:lnTo>
                  <a:lnTo>
                    <a:pt x="916610" y="559916"/>
                  </a:lnTo>
                  <a:lnTo>
                    <a:pt x="916449" y="559592"/>
                  </a:lnTo>
                  <a:lnTo>
                    <a:pt x="916265" y="559228"/>
                  </a:lnTo>
                  <a:lnTo>
                    <a:pt x="916480" y="556266"/>
                  </a:lnTo>
                  <a:lnTo>
                    <a:pt x="916414" y="556121"/>
                  </a:lnTo>
                  <a:lnTo>
                    <a:pt x="916351" y="555988"/>
                  </a:lnTo>
                  <a:lnTo>
                    <a:pt x="916266" y="555811"/>
                  </a:lnTo>
                  <a:lnTo>
                    <a:pt x="916160" y="555502"/>
                  </a:lnTo>
                  <a:lnTo>
                    <a:pt x="916128" y="555365"/>
                  </a:lnTo>
                  <a:lnTo>
                    <a:pt x="916091" y="555186"/>
                  </a:lnTo>
                  <a:lnTo>
                    <a:pt x="916066" y="555054"/>
                  </a:lnTo>
                  <a:lnTo>
                    <a:pt x="916039" y="554886"/>
                  </a:lnTo>
                  <a:lnTo>
                    <a:pt x="916018" y="554737"/>
                  </a:lnTo>
                  <a:lnTo>
                    <a:pt x="915984" y="554249"/>
                  </a:lnTo>
                  <a:lnTo>
                    <a:pt x="915983" y="553898"/>
                  </a:lnTo>
                  <a:lnTo>
                    <a:pt x="915982" y="553720"/>
                  </a:lnTo>
                  <a:lnTo>
                    <a:pt x="915979" y="553513"/>
                  </a:lnTo>
                  <a:lnTo>
                    <a:pt x="915976" y="553351"/>
                  </a:lnTo>
                  <a:lnTo>
                    <a:pt x="915983" y="553196"/>
                  </a:lnTo>
                  <a:lnTo>
                    <a:pt x="915997" y="553045"/>
                  </a:lnTo>
                  <a:lnTo>
                    <a:pt x="916009" y="552893"/>
                  </a:lnTo>
                  <a:lnTo>
                    <a:pt x="916460" y="550945"/>
                  </a:lnTo>
                  <a:lnTo>
                    <a:pt x="916415" y="550727"/>
                  </a:lnTo>
                  <a:lnTo>
                    <a:pt x="916367" y="550501"/>
                  </a:lnTo>
                  <a:lnTo>
                    <a:pt x="916306" y="550224"/>
                  </a:lnTo>
                  <a:lnTo>
                    <a:pt x="916275" y="550085"/>
                  </a:lnTo>
                  <a:lnTo>
                    <a:pt x="916202" y="549828"/>
                  </a:lnTo>
                  <a:lnTo>
                    <a:pt x="916118" y="549628"/>
                  </a:lnTo>
                  <a:lnTo>
                    <a:pt x="916003" y="549388"/>
                  </a:lnTo>
                  <a:lnTo>
                    <a:pt x="915893" y="549203"/>
                  </a:lnTo>
                  <a:lnTo>
                    <a:pt x="915732" y="548982"/>
                  </a:lnTo>
                  <a:lnTo>
                    <a:pt x="915370" y="548603"/>
                  </a:lnTo>
                  <a:lnTo>
                    <a:pt x="915140" y="548414"/>
                  </a:lnTo>
                  <a:lnTo>
                    <a:pt x="915001" y="548299"/>
                  </a:lnTo>
                  <a:lnTo>
                    <a:pt x="914831" y="548173"/>
                  </a:lnTo>
                  <a:lnTo>
                    <a:pt x="914691" y="548090"/>
                  </a:lnTo>
                  <a:lnTo>
                    <a:pt x="914515" y="547995"/>
                  </a:lnTo>
                  <a:lnTo>
                    <a:pt x="914352" y="547919"/>
                  </a:lnTo>
                  <a:lnTo>
                    <a:pt x="914091" y="547807"/>
                  </a:lnTo>
                  <a:lnTo>
                    <a:pt x="913855" y="547721"/>
                  </a:lnTo>
                  <a:lnTo>
                    <a:pt x="913636" y="547648"/>
                  </a:lnTo>
                  <a:lnTo>
                    <a:pt x="911459" y="546183"/>
                  </a:lnTo>
                  <a:lnTo>
                    <a:pt x="911420" y="546031"/>
                  </a:lnTo>
                  <a:lnTo>
                    <a:pt x="911341" y="545710"/>
                  </a:lnTo>
                  <a:lnTo>
                    <a:pt x="911235" y="545236"/>
                  </a:lnTo>
                  <a:lnTo>
                    <a:pt x="911008" y="544254"/>
                  </a:lnTo>
                  <a:lnTo>
                    <a:pt x="910979" y="544115"/>
                  </a:lnTo>
                  <a:lnTo>
                    <a:pt x="910945" y="543916"/>
                  </a:lnTo>
                  <a:lnTo>
                    <a:pt x="910909" y="543711"/>
                  </a:lnTo>
                  <a:lnTo>
                    <a:pt x="910836" y="543286"/>
                  </a:lnTo>
                  <a:lnTo>
                    <a:pt x="910742" y="542903"/>
                  </a:lnTo>
                  <a:lnTo>
                    <a:pt x="910684" y="542719"/>
                  </a:lnTo>
                  <a:lnTo>
                    <a:pt x="910630" y="542552"/>
                  </a:lnTo>
                  <a:lnTo>
                    <a:pt x="910422" y="541970"/>
                  </a:lnTo>
                  <a:lnTo>
                    <a:pt x="910249" y="541446"/>
                  </a:lnTo>
                  <a:lnTo>
                    <a:pt x="910105" y="540963"/>
                  </a:lnTo>
                  <a:lnTo>
                    <a:pt x="910050" y="540748"/>
                  </a:lnTo>
                  <a:lnTo>
                    <a:pt x="909997" y="540501"/>
                  </a:lnTo>
                  <a:lnTo>
                    <a:pt x="909935" y="540113"/>
                  </a:lnTo>
                  <a:lnTo>
                    <a:pt x="909894" y="539704"/>
                  </a:lnTo>
                  <a:lnTo>
                    <a:pt x="909863" y="539434"/>
                  </a:lnTo>
                  <a:lnTo>
                    <a:pt x="909852" y="539211"/>
                  </a:lnTo>
                  <a:lnTo>
                    <a:pt x="909857" y="539045"/>
                  </a:lnTo>
                  <a:lnTo>
                    <a:pt x="909873" y="538893"/>
                  </a:lnTo>
                  <a:lnTo>
                    <a:pt x="909971" y="538439"/>
                  </a:lnTo>
                  <a:lnTo>
                    <a:pt x="910072" y="537971"/>
                  </a:lnTo>
                  <a:lnTo>
                    <a:pt x="910017" y="537569"/>
                  </a:lnTo>
                  <a:lnTo>
                    <a:pt x="909887" y="536488"/>
                  </a:lnTo>
                  <a:lnTo>
                    <a:pt x="909744" y="535580"/>
                  </a:lnTo>
                  <a:lnTo>
                    <a:pt x="909647" y="535160"/>
                  </a:lnTo>
                  <a:lnTo>
                    <a:pt x="909607" y="534951"/>
                  </a:lnTo>
                  <a:lnTo>
                    <a:pt x="909579" y="534748"/>
                  </a:lnTo>
                  <a:lnTo>
                    <a:pt x="909567" y="534562"/>
                  </a:lnTo>
                  <a:lnTo>
                    <a:pt x="909563" y="534383"/>
                  </a:lnTo>
                  <a:lnTo>
                    <a:pt x="909572" y="534195"/>
                  </a:lnTo>
                  <a:lnTo>
                    <a:pt x="909585" y="534011"/>
                  </a:lnTo>
                  <a:lnTo>
                    <a:pt x="909612" y="533830"/>
                  </a:lnTo>
                  <a:lnTo>
                    <a:pt x="909654" y="533616"/>
                  </a:lnTo>
                  <a:lnTo>
                    <a:pt x="909687" y="533471"/>
                  </a:lnTo>
                  <a:lnTo>
                    <a:pt x="909930" y="532983"/>
                  </a:lnTo>
                  <a:lnTo>
                    <a:pt x="910251" y="532620"/>
                  </a:lnTo>
                  <a:lnTo>
                    <a:pt x="910432" y="532462"/>
                  </a:lnTo>
                  <a:lnTo>
                    <a:pt x="910585" y="532331"/>
                  </a:lnTo>
                  <a:lnTo>
                    <a:pt x="910734" y="532219"/>
                  </a:lnTo>
                  <a:lnTo>
                    <a:pt x="910930" y="532089"/>
                  </a:lnTo>
                  <a:lnTo>
                    <a:pt x="911068" y="532008"/>
                  </a:lnTo>
                  <a:lnTo>
                    <a:pt x="911305" y="531885"/>
                  </a:lnTo>
                  <a:lnTo>
                    <a:pt x="911707" y="531680"/>
                  </a:lnTo>
                  <a:lnTo>
                    <a:pt x="911951" y="531553"/>
                  </a:lnTo>
                  <a:lnTo>
                    <a:pt x="912146" y="531439"/>
                  </a:lnTo>
                  <a:lnTo>
                    <a:pt x="912366" y="531257"/>
                  </a:lnTo>
                  <a:lnTo>
                    <a:pt x="912477" y="531119"/>
                  </a:lnTo>
                  <a:lnTo>
                    <a:pt x="912554" y="530990"/>
                  </a:lnTo>
                  <a:lnTo>
                    <a:pt x="912627" y="530845"/>
                  </a:lnTo>
                  <a:lnTo>
                    <a:pt x="912718" y="530635"/>
                  </a:lnTo>
                  <a:lnTo>
                    <a:pt x="912995" y="530020"/>
                  </a:lnTo>
                  <a:lnTo>
                    <a:pt x="913355" y="529593"/>
                  </a:lnTo>
                  <a:lnTo>
                    <a:pt x="913640" y="529145"/>
                  </a:lnTo>
                  <a:lnTo>
                    <a:pt x="914164" y="528964"/>
                  </a:lnTo>
                  <a:lnTo>
                    <a:pt x="914312" y="528831"/>
                  </a:lnTo>
                  <a:lnTo>
                    <a:pt x="914641" y="528461"/>
                  </a:lnTo>
                  <a:lnTo>
                    <a:pt x="914739" y="528328"/>
                  </a:lnTo>
                  <a:lnTo>
                    <a:pt x="914858" y="528150"/>
                  </a:lnTo>
                  <a:lnTo>
                    <a:pt x="914976" y="527963"/>
                  </a:lnTo>
                  <a:lnTo>
                    <a:pt x="916247" y="526522"/>
                  </a:lnTo>
                  <a:lnTo>
                    <a:pt x="916773" y="525707"/>
                  </a:lnTo>
                  <a:lnTo>
                    <a:pt x="917412" y="524928"/>
                  </a:lnTo>
                  <a:lnTo>
                    <a:pt x="917458" y="524710"/>
                  </a:lnTo>
                  <a:lnTo>
                    <a:pt x="919096" y="523907"/>
                  </a:lnTo>
                  <a:lnTo>
                    <a:pt x="920138" y="524423"/>
                  </a:lnTo>
                  <a:lnTo>
                    <a:pt x="921342" y="523837"/>
                  </a:lnTo>
                  <a:lnTo>
                    <a:pt x="921736" y="523532"/>
                  </a:lnTo>
                  <a:lnTo>
                    <a:pt x="921925" y="523411"/>
                  </a:lnTo>
                  <a:lnTo>
                    <a:pt x="922075" y="523328"/>
                  </a:lnTo>
                  <a:lnTo>
                    <a:pt x="922220" y="523254"/>
                  </a:lnTo>
                  <a:lnTo>
                    <a:pt x="922368" y="523181"/>
                  </a:lnTo>
                  <a:lnTo>
                    <a:pt x="922708" y="523052"/>
                  </a:lnTo>
                  <a:lnTo>
                    <a:pt x="922868" y="523002"/>
                  </a:lnTo>
                  <a:lnTo>
                    <a:pt x="923124" y="522932"/>
                  </a:lnTo>
                  <a:lnTo>
                    <a:pt x="924096" y="522846"/>
                  </a:lnTo>
                  <a:lnTo>
                    <a:pt x="924244" y="522831"/>
                  </a:lnTo>
                  <a:lnTo>
                    <a:pt x="924394" y="522805"/>
                  </a:lnTo>
                  <a:lnTo>
                    <a:pt x="924554" y="522765"/>
                  </a:lnTo>
                  <a:lnTo>
                    <a:pt x="924982" y="522516"/>
                  </a:lnTo>
                  <a:lnTo>
                    <a:pt x="926167" y="522026"/>
                  </a:lnTo>
                  <a:lnTo>
                    <a:pt x="926770" y="521878"/>
                  </a:lnTo>
                  <a:lnTo>
                    <a:pt x="927507" y="521542"/>
                  </a:lnTo>
                  <a:lnTo>
                    <a:pt x="928395" y="520379"/>
                  </a:lnTo>
                  <a:lnTo>
                    <a:pt x="928500" y="519931"/>
                  </a:lnTo>
                  <a:lnTo>
                    <a:pt x="929084" y="519438"/>
                  </a:lnTo>
                  <a:lnTo>
                    <a:pt x="929921" y="519485"/>
                  </a:lnTo>
                  <a:lnTo>
                    <a:pt x="930942" y="519282"/>
                  </a:lnTo>
                  <a:lnTo>
                    <a:pt x="931060" y="519657"/>
                  </a:lnTo>
                  <a:lnTo>
                    <a:pt x="931390" y="520582"/>
                  </a:lnTo>
                  <a:lnTo>
                    <a:pt x="932478" y="521770"/>
                  </a:lnTo>
                  <a:lnTo>
                    <a:pt x="932631" y="521840"/>
                  </a:lnTo>
                  <a:lnTo>
                    <a:pt x="932763" y="521887"/>
                  </a:lnTo>
                  <a:lnTo>
                    <a:pt x="932913" y="521922"/>
                  </a:lnTo>
                  <a:lnTo>
                    <a:pt x="933066" y="521948"/>
                  </a:lnTo>
                  <a:lnTo>
                    <a:pt x="933212" y="521959"/>
                  </a:lnTo>
                  <a:lnTo>
                    <a:pt x="933352" y="521954"/>
                  </a:lnTo>
                  <a:lnTo>
                    <a:pt x="933521" y="521936"/>
                  </a:lnTo>
                  <a:lnTo>
                    <a:pt x="933699" y="521903"/>
                  </a:lnTo>
                  <a:lnTo>
                    <a:pt x="933888" y="521854"/>
                  </a:lnTo>
                  <a:lnTo>
                    <a:pt x="934135" y="521776"/>
                  </a:lnTo>
                  <a:lnTo>
                    <a:pt x="934507" y="521654"/>
                  </a:lnTo>
                  <a:lnTo>
                    <a:pt x="934772" y="521557"/>
                  </a:lnTo>
                  <a:lnTo>
                    <a:pt x="935010" y="521462"/>
                  </a:lnTo>
                  <a:lnTo>
                    <a:pt x="935163" y="521391"/>
                  </a:lnTo>
                  <a:lnTo>
                    <a:pt x="935293" y="521321"/>
                  </a:lnTo>
                  <a:lnTo>
                    <a:pt x="936237" y="520376"/>
                  </a:lnTo>
                  <a:lnTo>
                    <a:pt x="936345" y="520197"/>
                  </a:lnTo>
                  <a:lnTo>
                    <a:pt x="936491" y="519940"/>
                  </a:lnTo>
                  <a:lnTo>
                    <a:pt x="936804" y="519337"/>
                  </a:lnTo>
                  <a:lnTo>
                    <a:pt x="937295" y="518396"/>
                  </a:lnTo>
                  <a:lnTo>
                    <a:pt x="937366" y="518253"/>
                  </a:lnTo>
                  <a:lnTo>
                    <a:pt x="937452" y="518076"/>
                  </a:lnTo>
                  <a:lnTo>
                    <a:pt x="937519" y="517922"/>
                  </a:lnTo>
                  <a:lnTo>
                    <a:pt x="937576" y="517788"/>
                  </a:lnTo>
                  <a:lnTo>
                    <a:pt x="937659" y="517595"/>
                  </a:lnTo>
                  <a:lnTo>
                    <a:pt x="937757" y="517378"/>
                  </a:lnTo>
                  <a:lnTo>
                    <a:pt x="938064" y="516795"/>
                  </a:lnTo>
                  <a:lnTo>
                    <a:pt x="938318" y="516411"/>
                  </a:lnTo>
                  <a:lnTo>
                    <a:pt x="938537" y="516096"/>
                  </a:lnTo>
                  <a:lnTo>
                    <a:pt x="938755" y="515806"/>
                  </a:lnTo>
                  <a:lnTo>
                    <a:pt x="938937" y="515568"/>
                  </a:lnTo>
                  <a:lnTo>
                    <a:pt x="939059" y="515419"/>
                  </a:lnTo>
                  <a:lnTo>
                    <a:pt x="939174" y="515273"/>
                  </a:lnTo>
                  <a:lnTo>
                    <a:pt x="939291" y="515111"/>
                  </a:lnTo>
                  <a:lnTo>
                    <a:pt x="939439" y="514885"/>
                  </a:lnTo>
                  <a:lnTo>
                    <a:pt x="939562" y="514684"/>
                  </a:lnTo>
                  <a:lnTo>
                    <a:pt x="939702" y="514434"/>
                  </a:lnTo>
                  <a:lnTo>
                    <a:pt x="939846" y="514174"/>
                  </a:lnTo>
                  <a:lnTo>
                    <a:pt x="939972" y="513905"/>
                  </a:lnTo>
                  <a:lnTo>
                    <a:pt x="940133" y="513482"/>
                  </a:lnTo>
                  <a:lnTo>
                    <a:pt x="940171" y="513331"/>
                  </a:lnTo>
                  <a:lnTo>
                    <a:pt x="940203" y="513151"/>
                  </a:lnTo>
                  <a:lnTo>
                    <a:pt x="940248" y="512752"/>
                  </a:lnTo>
                  <a:lnTo>
                    <a:pt x="940296" y="512486"/>
                  </a:lnTo>
                  <a:lnTo>
                    <a:pt x="940377" y="512205"/>
                  </a:lnTo>
                  <a:lnTo>
                    <a:pt x="940434" y="512057"/>
                  </a:lnTo>
                  <a:lnTo>
                    <a:pt x="940492" y="511923"/>
                  </a:lnTo>
                  <a:lnTo>
                    <a:pt x="940571" y="511764"/>
                  </a:lnTo>
                  <a:lnTo>
                    <a:pt x="940699" y="511526"/>
                  </a:lnTo>
                  <a:lnTo>
                    <a:pt x="941383" y="510562"/>
                  </a:lnTo>
                  <a:lnTo>
                    <a:pt x="941529" y="510428"/>
                  </a:lnTo>
                  <a:lnTo>
                    <a:pt x="941766" y="510201"/>
                  </a:lnTo>
                  <a:lnTo>
                    <a:pt x="941883" y="510073"/>
                  </a:lnTo>
                  <a:lnTo>
                    <a:pt x="942014" y="509925"/>
                  </a:lnTo>
                  <a:lnTo>
                    <a:pt x="942203" y="509700"/>
                  </a:lnTo>
                  <a:lnTo>
                    <a:pt x="942395" y="509458"/>
                  </a:lnTo>
                  <a:lnTo>
                    <a:pt x="942508" y="509311"/>
                  </a:lnTo>
                  <a:lnTo>
                    <a:pt x="942656" y="509112"/>
                  </a:lnTo>
                  <a:lnTo>
                    <a:pt x="942767" y="508931"/>
                  </a:lnTo>
                  <a:lnTo>
                    <a:pt x="943229" y="508183"/>
                  </a:lnTo>
                  <a:lnTo>
                    <a:pt x="943720" y="507451"/>
                  </a:lnTo>
                  <a:lnTo>
                    <a:pt x="944115" y="506822"/>
                  </a:lnTo>
                  <a:lnTo>
                    <a:pt x="944319" y="506447"/>
                  </a:lnTo>
                  <a:lnTo>
                    <a:pt x="944597" y="505942"/>
                  </a:lnTo>
                  <a:lnTo>
                    <a:pt x="944782" y="505607"/>
                  </a:lnTo>
                  <a:lnTo>
                    <a:pt x="944999" y="504530"/>
                  </a:lnTo>
                  <a:lnTo>
                    <a:pt x="944969" y="504386"/>
                  </a:lnTo>
                  <a:lnTo>
                    <a:pt x="944930" y="504253"/>
                  </a:lnTo>
                  <a:lnTo>
                    <a:pt x="944881" y="504122"/>
                  </a:lnTo>
                  <a:lnTo>
                    <a:pt x="944670" y="503401"/>
                  </a:lnTo>
                  <a:lnTo>
                    <a:pt x="944659" y="503082"/>
                  </a:lnTo>
                  <a:lnTo>
                    <a:pt x="944655" y="502909"/>
                  </a:lnTo>
                  <a:lnTo>
                    <a:pt x="944799" y="502319"/>
                  </a:lnTo>
                  <a:lnTo>
                    <a:pt x="944921" y="501825"/>
                  </a:lnTo>
                  <a:lnTo>
                    <a:pt x="945335" y="501303"/>
                  </a:lnTo>
                  <a:lnTo>
                    <a:pt x="945669" y="498476"/>
                  </a:lnTo>
                  <a:lnTo>
                    <a:pt x="947221" y="496655"/>
                  </a:lnTo>
                  <a:lnTo>
                    <a:pt x="948457" y="495950"/>
                  </a:lnTo>
                  <a:lnTo>
                    <a:pt x="949472" y="495242"/>
                  </a:lnTo>
                  <a:lnTo>
                    <a:pt x="950608" y="494291"/>
                  </a:lnTo>
                  <a:lnTo>
                    <a:pt x="950911" y="493661"/>
                  </a:lnTo>
                  <a:lnTo>
                    <a:pt x="951643" y="493627"/>
                  </a:lnTo>
                  <a:lnTo>
                    <a:pt x="951729" y="493429"/>
                  </a:lnTo>
                  <a:lnTo>
                    <a:pt x="951937" y="492577"/>
                  </a:lnTo>
                  <a:lnTo>
                    <a:pt x="952277" y="490584"/>
                  </a:lnTo>
                  <a:lnTo>
                    <a:pt x="952955" y="489748"/>
                  </a:lnTo>
                  <a:lnTo>
                    <a:pt x="953520" y="488822"/>
                  </a:lnTo>
                  <a:lnTo>
                    <a:pt x="954661" y="487570"/>
                  </a:lnTo>
                  <a:lnTo>
                    <a:pt x="954948" y="487182"/>
                  </a:lnTo>
                  <a:lnTo>
                    <a:pt x="955103" y="486918"/>
                  </a:lnTo>
                  <a:lnTo>
                    <a:pt x="956075" y="485117"/>
                  </a:lnTo>
                  <a:lnTo>
                    <a:pt x="956214" y="485011"/>
                  </a:lnTo>
                  <a:lnTo>
                    <a:pt x="956393" y="484880"/>
                  </a:lnTo>
                  <a:lnTo>
                    <a:pt x="956533" y="484781"/>
                  </a:lnTo>
                  <a:lnTo>
                    <a:pt x="958936" y="484470"/>
                  </a:lnTo>
                  <a:lnTo>
                    <a:pt x="960916" y="485165"/>
                  </a:lnTo>
                  <a:lnTo>
                    <a:pt x="961757" y="485145"/>
                  </a:lnTo>
                  <a:lnTo>
                    <a:pt x="963408" y="485192"/>
                  </a:lnTo>
                  <a:lnTo>
                    <a:pt x="963536" y="485247"/>
                  </a:lnTo>
                  <a:lnTo>
                    <a:pt x="965802" y="487696"/>
                  </a:lnTo>
                  <a:lnTo>
                    <a:pt x="965931" y="487709"/>
                  </a:lnTo>
                  <a:lnTo>
                    <a:pt x="966288" y="487740"/>
                  </a:lnTo>
                  <a:lnTo>
                    <a:pt x="968765" y="486733"/>
                  </a:lnTo>
                  <a:lnTo>
                    <a:pt x="969015" y="486391"/>
                  </a:lnTo>
                  <a:lnTo>
                    <a:pt x="969449" y="485755"/>
                  </a:lnTo>
                  <a:lnTo>
                    <a:pt x="969594" y="485628"/>
                  </a:lnTo>
                  <a:lnTo>
                    <a:pt x="969869" y="485380"/>
                  </a:lnTo>
                  <a:lnTo>
                    <a:pt x="970730" y="484525"/>
                  </a:lnTo>
                  <a:lnTo>
                    <a:pt x="970930" y="484313"/>
                  </a:lnTo>
                  <a:lnTo>
                    <a:pt x="971112" y="484115"/>
                  </a:lnTo>
                  <a:lnTo>
                    <a:pt x="971480" y="483703"/>
                  </a:lnTo>
                  <a:lnTo>
                    <a:pt x="972512" y="482410"/>
                  </a:lnTo>
                  <a:lnTo>
                    <a:pt x="972626" y="482241"/>
                  </a:lnTo>
                  <a:lnTo>
                    <a:pt x="972795" y="481982"/>
                  </a:lnTo>
                  <a:lnTo>
                    <a:pt x="972934" y="481755"/>
                  </a:lnTo>
                  <a:lnTo>
                    <a:pt x="973043" y="481571"/>
                  </a:lnTo>
                  <a:lnTo>
                    <a:pt x="973155" y="481382"/>
                  </a:lnTo>
                  <a:lnTo>
                    <a:pt x="973268" y="481183"/>
                  </a:lnTo>
                  <a:lnTo>
                    <a:pt x="973380" y="480979"/>
                  </a:lnTo>
                  <a:lnTo>
                    <a:pt x="973487" y="480781"/>
                  </a:lnTo>
                  <a:lnTo>
                    <a:pt x="973569" y="480625"/>
                  </a:lnTo>
                  <a:lnTo>
                    <a:pt x="973644" y="480476"/>
                  </a:lnTo>
                  <a:lnTo>
                    <a:pt x="973716" y="480326"/>
                  </a:lnTo>
                  <a:lnTo>
                    <a:pt x="973828" y="480078"/>
                  </a:lnTo>
                  <a:lnTo>
                    <a:pt x="974337" y="478820"/>
                  </a:lnTo>
                  <a:lnTo>
                    <a:pt x="974377" y="478677"/>
                  </a:lnTo>
                  <a:lnTo>
                    <a:pt x="974411" y="478546"/>
                  </a:lnTo>
                  <a:lnTo>
                    <a:pt x="974460" y="478345"/>
                  </a:lnTo>
                  <a:lnTo>
                    <a:pt x="974509" y="478110"/>
                  </a:lnTo>
                  <a:lnTo>
                    <a:pt x="974550" y="477895"/>
                  </a:lnTo>
                  <a:lnTo>
                    <a:pt x="974641" y="477396"/>
                  </a:lnTo>
                  <a:lnTo>
                    <a:pt x="974699" y="477058"/>
                  </a:lnTo>
                  <a:lnTo>
                    <a:pt x="974786" y="476502"/>
                  </a:lnTo>
                  <a:lnTo>
                    <a:pt x="974814" y="476306"/>
                  </a:lnTo>
                  <a:lnTo>
                    <a:pt x="974921" y="475543"/>
                  </a:lnTo>
                  <a:lnTo>
                    <a:pt x="974940" y="475404"/>
                  </a:lnTo>
                  <a:lnTo>
                    <a:pt x="974962" y="475272"/>
                  </a:lnTo>
                  <a:lnTo>
                    <a:pt x="974990" y="475104"/>
                  </a:lnTo>
                  <a:lnTo>
                    <a:pt x="975020" y="474945"/>
                  </a:lnTo>
                  <a:lnTo>
                    <a:pt x="975054" y="474774"/>
                  </a:lnTo>
                  <a:lnTo>
                    <a:pt x="975096" y="474562"/>
                  </a:lnTo>
                  <a:lnTo>
                    <a:pt x="975160" y="474284"/>
                  </a:lnTo>
                  <a:lnTo>
                    <a:pt x="975251" y="473856"/>
                  </a:lnTo>
                  <a:lnTo>
                    <a:pt x="975297" y="473670"/>
                  </a:lnTo>
                  <a:lnTo>
                    <a:pt x="975384" y="473388"/>
                  </a:lnTo>
                  <a:lnTo>
                    <a:pt x="975501" y="473045"/>
                  </a:lnTo>
                  <a:lnTo>
                    <a:pt x="975564" y="472847"/>
                  </a:lnTo>
                  <a:lnTo>
                    <a:pt x="975639" y="472589"/>
                  </a:lnTo>
                  <a:lnTo>
                    <a:pt x="975656" y="472446"/>
                  </a:lnTo>
                  <a:lnTo>
                    <a:pt x="975708" y="471907"/>
                  </a:lnTo>
                  <a:lnTo>
                    <a:pt x="975809" y="471461"/>
                  </a:lnTo>
                  <a:lnTo>
                    <a:pt x="975851" y="471321"/>
                  </a:lnTo>
                  <a:lnTo>
                    <a:pt x="975904" y="471156"/>
                  </a:lnTo>
                  <a:lnTo>
                    <a:pt x="975984" y="470943"/>
                  </a:lnTo>
                  <a:lnTo>
                    <a:pt x="976133" y="470562"/>
                  </a:lnTo>
                  <a:lnTo>
                    <a:pt x="976319" y="470120"/>
                  </a:lnTo>
                  <a:lnTo>
                    <a:pt x="976439" y="469851"/>
                  </a:lnTo>
                  <a:lnTo>
                    <a:pt x="976577" y="469567"/>
                  </a:lnTo>
                  <a:lnTo>
                    <a:pt x="976670" y="469394"/>
                  </a:lnTo>
                  <a:lnTo>
                    <a:pt x="976768" y="469219"/>
                  </a:lnTo>
                  <a:lnTo>
                    <a:pt x="976901" y="469020"/>
                  </a:lnTo>
                  <a:lnTo>
                    <a:pt x="977039" y="468821"/>
                  </a:lnTo>
                  <a:lnTo>
                    <a:pt x="977236" y="468548"/>
                  </a:lnTo>
                  <a:lnTo>
                    <a:pt x="977666" y="467926"/>
                  </a:lnTo>
                  <a:lnTo>
                    <a:pt x="978022" y="467392"/>
                  </a:lnTo>
                  <a:lnTo>
                    <a:pt x="978103" y="467259"/>
                  </a:lnTo>
                  <a:lnTo>
                    <a:pt x="978297" y="466912"/>
                  </a:lnTo>
                  <a:lnTo>
                    <a:pt x="978649" y="465984"/>
                  </a:lnTo>
                  <a:lnTo>
                    <a:pt x="978394" y="464898"/>
                  </a:lnTo>
                  <a:lnTo>
                    <a:pt x="978279" y="464731"/>
                  </a:lnTo>
                  <a:lnTo>
                    <a:pt x="977828" y="464049"/>
                  </a:lnTo>
                  <a:lnTo>
                    <a:pt x="977766" y="463919"/>
                  </a:lnTo>
                  <a:lnTo>
                    <a:pt x="977700" y="463778"/>
                  </a:lnTo>
                  <a:lnTo>
                    <a:pt x="977562" y="462424"/>
                  </a:lnTo>
                  <a:lnTo>
                    <a:pt x="977488" y="461630"/>
                  </a:lnTo>
                  <a:lnTo>
                    <a:pt x="977542" y="461344"/>
                  </a:lnTo>
                  <a:lnTo>
                    <a:pt x="977559" y="461212"/>
                  </a:lnTo>
                  <a:lnTo>
                    <a:pt x="977568" y="460951"/>
                  </a:lnTo>
                  <a:lnTo>
                    <a:pt x="977551" y="460790"/>
                  </a:lnTo>
                  <a:lnTo>
                    <a:pt x="977483" y="460495"/>
                  </a:lnTo>
                  <a:lnTo>
                    <a:pt x="977400" y="460271"/>
                  </a:lnTo>
                  <a:lnTo>
                    <a:pt x="977238" y="459864"/>
                  </a:lnTo>
                  <a:lnTo>
                    <a:pt x="977187" y="459730"/>
                  </a:lnTo>
                  <a:lnTo>
                    <a:pt x="977140" y="459589"/>
                  </a:lnTo>
                  <a:lnTo>
                    <a:pt x="977085" y="459396"/>
                  </a:lnTo>
                  <a:lnTo>
                    <a:pt x="977016" y="459120"/>
                  </a:lnTo>
                  <a:lnTo>
                    <a:pt x="976958" y="458882"/>
                  </a:lnTo>
                  <a:lnTo>
                    <a:pt x="976908" y="458671"/>
                  </a:lnTo>
                  <a:lnTo>
                    <a:pt x="976838" y="458420"/>
                  </a:lnTo>
                  <a:lnTo>
                    <a:pt x="976760" y="458166"/>
                  </a:lnTo>
                  <a:lnTo>
                    <a:pt x="976709" y="457999"/>
                  </a:lnTo>
                  <a:lnTo>
                    <a:pt x="976658" y="457852"/>
                  </a:lnTo>
                  <a:lnTo>
                    <a:pt x="976610" y="457719"/>
                  </a:lnTo>
                  <a:lnTo>
                    <a:pt x="976480" y="456948"/>
                  </a:lnTo>
                  <a:lnTo>
                    <a:pt x="976403" y="456586"/>
                  </a:lnTo>
                  <a:lnTo>
                    <a:pt x="976241" y="455851"/>
                  </a:lnTo>
                  <a:lnTo>
                    <a:pt x="976172" y="455507"/>
                  </a:lnTo>
                  <a:lnTo>
                    <a:pt x="976099" y="455120"/>
                  </a:lnTo>
                  <a:lnTo>
                    <a:pt x="976023" y="454649"/>
                  </a:lnTo>
                  <a:lnTo>
                    <a:pt x="975987" y="454394"/>
                  </a:lnTo>
                  <a:lnTo>
                    <a:pt x="975959" y="454167"/>
                  </a:lnTo>
                  <a:lnTo>
                    <a:pt x="975934" y="453960"/>
                  </a:lnTo>
                  <a:lnTo>
                    <a:pt x="975916" y="453788"/>
                  </a:lnTo>
                  <a:lnTo>
                    <a:pt x="975904" y="453627"/>
                  </a:lnTo>
                  <a:lnTo>
                    <a:pt x="975887" y="453238"/>
                  </a:lnTo>
                  <a:lnTo>
                    <a:pt x="975884" y="453062"/>
                  </a:lnTo>
                  <a:lnTo>
                    <a:pt x="975890" y="452749"/>
                  </a:lnTo>
                  <a:lnTo>
                    <a:pt x="975894" y="452607"/>
                  </a:lnTo>
                  <a:lnTo>
                    <a:pt x="975906" y="452368"/>
                  </a:lnTo>
                  <a:lnTo>
                    <a:pt x="975916" y="452224"/>
                  </a:lnTo>
                  <a:lnTo>
                    <a:pt x="975931" y="452039"/>
                  </a:lnTo>
                  <a:lnTo>
                    <a:pt x="975950" y="451828"/>
                  </a:lnTo>
                  <a:lnTo>
                    <a:pt x="975974" y="451618"/>
                  </a:lnTo>
                  <a:lnTo>
                    <a:pt x="975993" y="451477"/>
                  </a:lnTo>
                  <a:lnTo>
                    <a:pt x="976035" y="451234"/>
                  </a:lnTo>
                  <a:lnTo>
                    <a:pt x="976070" y="451062"/>
                  </a:lnTo>
                  <a:lnTo>
                    <a:pt x="976105" y="450912"/>
                  </a:lnTo>
                  <a:lnTo>
                    <a:pt x="977235" y="449410"/>
                  </a:lnTo>
                  <a:lnTo>
                    <a:pt x="977379" y="448734"/>
                  </a:lnTo>
                  <a:lnTo>
                    <a:pt x="977448" y="448415"/>
                  </a:lnTo>
                  <a:lnTo>
                    <a:pt x="977690" y="447774"/>
                  </a:lnTo>
                  <a:lnTo>
                    <a:pt x="978838" y="446916"/>
                  </a:lnTo>
                  <a:lnTo>
                    <a:pt x="979551" y="446448"/>
                  </a:lnTo>
                  <a:lnTo>
                    <a:pt x="979615" y="446110"/>
                  </a:lnTo>
                  <a:lnTo>
                    <a:pt x="979648" y="445876"/>
                  </a:lnTo>
                  <a:lnTo>
                    <a:pt x="979672" y="445609"/>
                  </a:lnTo>
                  <a:lnTo>
                    <a:pt x="979688" y="445343"/>
                  </a:lnTo>
                  <a:lnTo>
                    <a:pt x="979695" y="445143"/>
                  </a:lnTo>
                  <a:lnTo>
                    <a:pt x="979696" y="444977"/>
                  </a:lnTo>
                  <a:lnTo>
                    <a:pt x="979643" y="444414"/>
                  </a:lnTo>
                  <a:lnTo>
                    <a:pt x="979610" y="444269"/>
                  </a:lnTo>
                  <a:lnTo>
                    <a:pt x="979550" y="444008"/>
                  </a:lnTo>
                  <a:lnTo>
                    <a:pt x="979502" y="443798"/>
                  </a:lnTo>
                  <a:lnTo>
                    <a:pt x="979458" y="442915"/>
                  </a:lnTo>
                  <a:lnTo>
                    <a:pt x="979586" y="442404"/>
                  </a:lnTo>
                  <a:lnTo>
                    <a:pt x="979621" y="442235"/>
                  </a:lnTo>
                  <a:lnTo>
                    <a:pt x="979331" y="440955"/>
                  </a:lnTo>
                  <a:lnTo>
                    <a:pt x="978650" y="438963"/>
                  </a:lnTo>
                  <a:lnTo>
                    <a:pt x="978867" y="438307"/>
                  </a:lnTo>
                  <a:lnTo>
                    <a:pt x="978870" y="438177"/>
                  </a:lnTo>
                  <a:lnTo>
                    <a:pt x="978864" y="438010"/>
                  </a:lnTo>
                  <a:lnTo>
                    <a:pt x="978854" y="437875"/>
                  </a:lnTo>
                  <a:lnTo>
                    <a:pt x="978828" y="437614"/>
                  </a:lnTo>
                  <a:lnTo>
                    <a:pt x="978801" y="437420"/>
                  </a:lnTo>
                  <a:lnTo>
                    <a:pt x="978772" y="437272"/>
                  </a:lnTo>
                  <a:lnTo>
                    <a:pt x="978677" y="436854"/>
                  </a:lnTo>
                  <a:lnTo>
                    <a:pt x="978334" y="436028"/>
                  </a:lnTo>
                  <a:lnTo>
                    <a:pt x="978234" y="435855"/>
                  </a:lnTo>
                  <a:lnTo>
                    <a:pt x="978047" y="435558"/>
                  </a:lnTo>
                  <a:lnTo>
                    <a:pt x="977590" y="434895"/>
                  </a:lnTo>
                  <a:lnTo>
                    <a:pt x="977391" y="434613"/>
                  </a:lnTo>
                  <a:lnTo>
                    <a:pt x="976973" y="433857"/>
                  </a:lnTo>
                  <a:lnTo>
                    <a:pt x="976880" y="433516"/>
                  </a:lnTo>
                  <a:lnTo>
                    <a:pt x="976093" y="431595"/>
                  </a:lnTo>
                  <a:lnTo>
                    <a:pt x="975002" y="430767"/>
                  </a:lnTo>
                  <a:lnTo>
                    <a:pt x="974873" y="430572"/>
                  </a:lnTo>
                  <a:lnTo>
                    <a:pt x="974708" y="430323"/>
                  </a:lnTo>
                  <a:lnTo>
                    <a:pt x="974416" y="429862"/>
                  </a:lnTo>
                  <a:lnTo>
                    <a:pt x="974129" y="429406"/>
                  </a:lnTo>
                  <a:lnTo>
                    <a:pt x="974002" y="429188"/>
                  </a:lnTo>
                  <a:lnTo>
                    <a:pt x="973626" y="428399"/>
                  </a:lnTo>
                  <a:lnTo>
                    <a:pt x="973583" y="428268"/>
                  </a:lnTo>
                  <a:lnTo>
                    <a:pt x="973518" y="428050"/>
                  </a:lnTo>
                  <a:lnTo>
                    <a:pt x="973313" y="427384"/>
                  </a:lnTo>
                  <a:lnTo>
                    <a:pt x="972945" y="426733"/>
                  </a:lnTo>
                  <a:lnTo>
                    <a:pt x="972255" y="425839"/>
                  </a:lnTo>
                  <a:lnTo>
                    <a:pt x="972097" y="424937"/>
                  </a:lnTo>
                  <a:lnTo>
                    <a:pt x="971689" y="424174"/>
                  </a:lnTo>
                  <a:lnTo>
                    <a:pt x="971528" y="423475"/>
                  </a:lnTo>
                  <a:lnTo>
                    <a:pt x="971481" y="423336"/>
                  </a:lnTo>
                  <a:lnTo>
                    <a:pt x="971424" y="423178"/>
                  </a:lnTo>
                  <a:lnTo>
                    <a:pt x="971358" y="423005"/>
                  </a:lnTo>
                  <a:lnTo>
                    <a:pt x="971299" y="422865"/>
                  </a:lnTo>
                  <a:lnTo>
                    <a:pt x="971223" y="422697"/>
                  </a:lnTo>
                  <a:lnTo>
                    <a:pt x="971071" y="422386"/>
                  </a:lnTo>
                  <a:lnTo>
                    <a:pt x="970872" y="421895"/>
                  </a:lnTo>
                  <a:lnTo>
                    <a:pt x="970831" y="421725"/>
                  </a:lnTo>
                  <a:lnTo>
                    <a:pt x="970800" y="421588"/>
                  </a:lnTo>
                  <a:lnTo>
                    <a:pt x="970459" y="420834"/>
                  </a:lnTo>
                  <a:lnTo>
                    <a:pt x="970044" y="420068"/>
                  </a:lnTo>
                  <a:lnTo>
                    <a:pt x="969940" y="419876"/>
                  </a:lnTo>
                  <a:lnTo>
                    <a:pt x="969807" y="419642"/>
                  </a:lnTo>
                  <a:lnTo>
                    <a:pt x="969689" y="419448"/>
                  </a:lnTo>
                  <a:lnTo>
                    <a:pt x="969513" y="419165"/>
                  </a:lnTo>
                  <a:lnTo>
                    <a:pt x="969226" y="418721"/>
                  </a:lnTo>
                  <a:lnTo>
                    <a:pt x="969140" y="418581"/>
                  </a:lnTo>
                  <a:lnTo>
                    <a:pt x="969005" y="418336"/>
                  </a:lnTo>
                  <a:lnTo>
                    <a:pt x="968886" y="418103"/>
                  </a:lnTo>
                  <a:lnTo>
                    <a:pt x="968815" y="417961"/>
                  </a:lnTo>
                  <a:lnTo>
                    <a:pt x="968581" y="417410"/>
                  </a:lnTo>
                  <a:lnTo>
                    <a:pt x="968506" y="417195"/>
                  </a:lnTo>
                  <a:lnTo>
                    <a:pt x="968025" y="417338"/>
                  </a:lnTo>
                  <a:lnTo>
                    <a:pt x="967897" y="417377"/>
                  </a:lnTo>
                  <a:lnTo>
                    <a:pt x="967641" y="417453"/>
                  </a:lnTo>
                  <a:lnTo>
                    <a:pt x="967097" y="417616"/>
                  </a:lnTo>
                  <a:lnTo>
                    <a:pt x="965712" y="418029"/>
                  </a:lnTo>
                  <a:lnTo>
                    <a:pt x="965427" y="418114"/>
                  </a:lnTo>
                  <a:lnTo>
                    <a:pt x="964893" y="418273"/>
                  </a:lnTo>
                  <a:lnTo>
                    <a:pt x="964078" y="418516"/>
                  </a:lnTo>
                  <a:lnTo>
                    <a:pt x="963273" y="416520"/>
                  </a:lnTo>
                  <a:lnTo>
                    <a:pt x="962609" y="414872"/>
                  </a:lnTo>
                  <a:lnTo>
                    <a:pt x="962439" y="414444"/>
                  </a:lnTo>
                  <a:lnTo>
                    <a:pt x="963543" y="413320"/>
                  </a:lnTo>
                  <a:lnTo>
                    <a:pt x="964605" y="412239"/>
                  </a:lnTo>
                  <a:lnTo>
                    <a:pt x="964981" y="411962"/>
                  </a:lnTo>
                  <a:lnTo>
                    <a:pt x="965285" y="411737"/>
                  </a:lnTo>
                  <a:lnTo>
                    <a:pt x="965826" y="411338"/>
                  </a:lnTo>
                  <a:lnTo>
                    <a:pt x="966177" y="411080"/>
                  </a:lnTo>
                  <a:lnTo>
                    <a:pt x="966650" y="410731"/>
                  </a:lnTo>
                  <a:lnTo>
                    <a:pt x="966809" y="410612"/>
                  </a:lnTo>
                  <a:lnTo>
                    <a:pt x="967374" y="410196"/>
                  </a:lnTo>
                  <a:lnTo>
                    <a:pt x="968024" y="409716"/>
                  </a:lnTo>
                  <a:lnTo>
                    <a:pt x="968191" y="409772"/>
                  </a:lnTo>
                  <a:lnTo>
                    <a:pt x="968705" y="409945"/>
                  </a:lnTo>
                  <a:lnTo>
                    <a:pt x="969451" y="410196"/>
                  </a:lnTo>
                  <a:lnTo>
                    <a:pt x="970166" y="410436"/>
                  </a:lnTo>
                  <a:lnTo>
                    <a:pt x="970859" y="410670"/>
                  </a:lnTo>
                  <a:lnTo>
                    <a:pt x="971425" y="410859"/>
                  </a:lnTo>
                  <a:lnTo>
                    <a:pt x="971725" y="410959"/>
                  </a:lnTo>
                  <a:lnTo>
                    <a:pt x="973873" y="411682"/>
                  </a:lnTo>
                  <a:lnTo>
                    <a:pt x="974502" y="411893"/>
                  </a:lnTo>
                  <a:lnTo>
                    <a:pt x="975078" y="412087"/>
                  </a:lnTo>
                  <a:lnTo>
                    <a:pt x="976117" y="412436"/>
                  </a:lnTo>
                  <a:lnTo>
                    <a:pt x="976689" y="412725"/>
                  </a:lnTo>
                  <a:lnTo>
                    <a:pt x="977542" y="413155"/>
                  </a:lnTo>
                  <a:lnTo>
                    <a:pt x="978852" y="413815"/>
                  </a:lnTo>
                  <a:lnTo>
                    <a:pt x="979575" y="414180"/>
                  </a:lnTo>
                  <a:lnTo>
                    <a:pt x="981112" y="414955"/>
                  </a:lnTo>
                  <a:lnTo>
                    <a:pt x="981692" y="415247"/>
                  </a:lnTo>
                  <a:lnTo>
                    <a:pt x="982124" y="415465"/>
                  </a:lnTo>
                  <a:lnTo>
                    <a:pt x="983656" y="416238"/>
                  </a:lnTo>
                  <a:lnTo>
                    <a:pt x="983947" y="416385"/>
                  </a:lnTo>
                  <a:lnTo>
                    <a:pt x="984379" y="416603"/>
                  </a:lnTo>
                  <a:lnTo>
                    <a:pt x="984865" y="416847"/>
                  </a:lnTo>
                  <a:lnTo>
                    <a:pt x="985342" y="417088"/>
                  </a:lnTo>
                  <a:lnTo>
                    <a:pt x="985500" y="417168"/>
                  </a:lnTo>
                  <a:lnTo>
                    <a:pt x="986128" y="417530"/>
                  </a:lnTo>
                  <a:lnTo>
                    <a:pt x="987047" y="418060"/>
                  </a:lnTo>
                  <a:lnTo>
                    <a:pt x="987725" y="418451"/>
                  </a:lnTo>
                  <a:lnTo>
                    <a:pt x="989624" y="419546"/>
                  </a:lnTo>
                  <a:lnTo>
                    <a:pt x="991219" y="420467"/>
                  </a:lnTo>
                  <a:lnTo>
                    <a:pt x="992058" y="420950"/>
                  </a:lnTo>
                  <a:lnTo>
                    <a:pt x="992190" y="421026"/>
                  </a:lnTo>
                  <a:lnTo>
                    <a:pt x="993165" y="421589"/>
                  </a:lnTo>
                  <a:lnTo>
                    <a:pt x="993390" y="421719"/>
                  </a:lnTo>
                  <a:lnTo>
                    <a:pt x="994182" y="422177"/>
                  </a:lnTo>
                  <a:lnTo>
                    <a:pt x="994432" y="422322"/>
                  </a:lnTo>
                  <a:lnTo>
                    <a:pt x="994910" y="422598"/>
                  </a:lnTo>
                  <a:lnTo>
                    <a:pt x="995539" y="422962"/>
                  </a:lnTo>
                  <a:lnTo>
                    <a:pt x="996433" y="423479"/>
                  </a:lnTo>
                  <a:lnTo>
                    <a:pt x="997092" y="423860"/>
                  </a:lnTo>
                  <a:lnTo>
                    <a:pt x="997401" y="424039"/>
                  </a:lnTo>
                  <a:lnTo>
                    <a:pt x="998460" y="424652"/>
                  </a:lnTo>
                  <a:lnTo>
                    <a:pt x="998811" y="424854"/>
                  </a:lnTo>
                  <a:lnTo>
                    <a:pt x="999227" y="425096"/>
                  </a:lnTo>
                  <a:lnTo>
                    <a:pt x="999678" y="425456"/>
                  </a:lnTo>
                  <a:lnTo>
                    <a:pt x="1000280" y="425937"/>
                  </a:lnTo>
                  <a:lnTo>
                    <a:pt x="1000706" y="426277"/>
                  </a:lnTo>
                  <a:lnTo>
                    <a:pt x="1001479" y="426892"/>
                  </a:lnTo>
                  <a:lnTo>
                    <a:pt x="1001706" y="427073"/>
                  </a:lnTo>
                  <a:lnTo>
                    <a:pt x="1003126" y="428208"/>
                  </a:lnTo>
                  <a:lnTo>
                    <a:pt x="1003721" y="428684"/>
                  </a:lnTo>
                  <a:lnTo>
                    <a:pt x="1004020" y="428921"/>
                  </a:lnTo>
                  <a:lnTo>
                    <a:pt x="1005463" y="430073"/>
                  </a:lnTo>
                  <a:lnTo>
                    <a:pt x="1006579" y="430964"/>
                  </a:lnTo>
                  <a:lnTo>
                    <a:pt x="1007533" y="431806"/>
                  </a:lnTo>
                  <a:lnTo>
                    <a:pt x="1009641" y="433451"/>
                  </a:lnTo>
                  <a:lnTo>
                    <a:pt x="1010887" y="434426"/>
                  </a:lnTo>
                  <a:lnTo>
                    <a:pt x="1012240" y="436293"/>
                  </a:lnTo>
                  <a:lnTo>
                    <a:pt x="1012884" y="436058"/>
                  </a:lnTo>
                  <a:lnTo>
                    <a:pt x="1013426" y="435861"/>
                  </a:lnTo>
                  <a:lnTo>
                    <a:pt x="1014077" y="435625"/>
                  </a:lnTo>
                  <a:lnTo>
                    <a:pt x="1015237" y="435201"/>
                  </a:lnTo>
                  <a:lnTo>
                    <a:pt x="1016062" y="434900"/>
                  </a:lnTo>
                  <a:lnTo>
                    <a:pt x="1016963" y="434571"/>
                  </a:lnTo>
                  <a:lnTo>
                    <a:pt x="1017861" y="434372"/>
                  </a:lnTo>
                  <a:lnTo>
                    <a:pt x="1018670" y="434192"/>
                  </a:lnTo>
                  <a:lnTo>
                    <a:pt x="1019162" y="434083"/>
                  </a:lnTo>
                  <a:lnTo>
                    <a:pt x="1020282" y="433834"/>
                  </a:lnTo>
                  <a:lnTo>
                    <a:pt x="1020585" y="433768"/>
                  </a:lnTo>
                  <a:lnTo>
                    <a:pt x="1022784" y="433292"/>
                  </a:lnTo>
                  <a:lnTo>
                    <a:pt x="1024814" y="432851"/>
                  </a:lnTo>
                  <a:lnTo>
                    <a:pt x="1026607" y="432481"/>
                  </a:lnTo>
                  <a:lnTo>
                    <a:pt x="1026967" y="432481"/>
                  </a:lnTo>
                  <a:lnTo>
                    <a:pt x="1028328" y="432479"/>
                  </a:lnTo>
                  <a:lnTo>
                    <a:pt x="1028991" y="432479"/>
                  </a:lnTo>
                  <a:lnTo>
                    <a:pt x="1029499" y="432478"/>
                  </a:lnTo>
                  <a:lnTo>
                    <a:pt x="1031124" y="432477"/>
                  </a:lnTo>
                  <a:lnTo>
                    <a:pt x="1032294" y="432514"/>
                  </a:lnTo>
                  <a:lnTo>
                    <a:pt x="1033834" y="432564"/>
                  </a:lnTo>
                  <a:lnTo>
                    <a:pt x="1045869" y="427798"/>
                  </a:lnTo>
                  <a:lnTo>
                    <a:pt x="1049182" y="422903"/>
                  </a:lnTo>
                  <a:lnTo>
                    <a:pt x="1049437" y="422754"/>
                  </a:lnTo>
                  <a:lnTo>
                    <a:pt x="1051364" y="419235"/>
                  </a:lnTo>
                  <a:lnTo>
                    <a:pt x="1050978" y="418171"/>
                  </a:lnTo>
                  <a:lnTo>
                    <a:pt x="1050705" y="416345"/>
                  </a:lnTo>
                  <a:lnTo>
                    <a:pt x="1048968" y="410321"/>
                  </a:lnTo>
                  <a:lnTo>
                    <a:pt x="1048983" y="405418"/>
                  </a:lnTo>
                  <a:lnTo>
                    <a:pt x="1048332" y="403980"/>
                  </a:lnTo>
                  <a:lnTo>
                    <a:pt x="1048165" y="403207"/>
                  </a:lnTo>
                  <a:lnTo>
                    <a:pt x="1048112" y="402798"/>
                  </a:lnTo>
                  <a:lnTo>
                    <a:pt x="1045846" y="397309"/>
                  </a:lnTo>
                  <a:lnTo>
                    <a:pt x="1044047" y="394215"/>
                  </a:lnTo>
                  <a:lnTo>
                    <a:pt x="1034520" y="379425"/>
                  </a:lnTo>
                  <a:lnTo>
                    <a:pt x="1029867" y="367814"/>
                  </a:lnTo>
                  <a:lnTo>
                    <a:pt x="1026407" y="363981"/>
                  </a:lnTo>
                  <a:lnTo>
                    <a:pt x="1026197" y="362412"/>
                  </a:lnTo>
                  <a:lnTo>
                    <a:pt x="1026062" y="362325"/>
                  </a:lnTo>
                  <a:lnTo>
                    <a:pt x="1025625" y="362043"/>
                  </a:lnTo>
                  <a:lnTo>
                    <a:pt x="1024841" y="361736"/>
                  </a:lnTo>
                  <a:lnTo>
                    <a:pt x="1024365" y="361130"/>
                  </a:lnTo>
                  <a:lnTo>
                    <a:pt x="1023491" y="359992"/>
                  </a:lnTo>
                  <a:lnTo>
                    <a:pt x="1023343" y="359443"/>
                  </a:lnTo>
                  <a:lnTo>
                    <a:pt x="1022711" y="358561"/>
                  </a:lnTo>
                  <a:lnTo>
                    <a:pt x="1026106" y="343999"/>
                  </a:lnTo>
                  <a:lnTo>
                    <a:pt x="1036234" y="300490"/>
                  </a:lnTo>
                  <a:lnTo>
                    <a:pt x="1042582" y="288882"/>
                  </a:lnTo>
                  <a:lnTo>
                    <a:pt x="1048000" y="278973"/>
                  </a:lnTo>
                  <a:lnTo>
                    <a:pt x="1052698" y="270383"/>
                  </a:lnTo>
                  <a:lnTo>
                    <a:pt x="1059130" y="258623"/>
                  </a:lnTo>
                  <a:lnTo>
                    <a:pt x="1063177" y="251221"/>
                  </a:lnTo>
                  <a:lnTo>
                    <a:pt x="1068912" y="242851"/>
                  </a:lnTo>
                  <a:lnTo>
                    <a:pt x="1067128" y="223886"/>
                  </a:lnTo>
                  <a:lnTo>
                    <a:pt x="1066373" y="215855"/>
                  </a:lnTo>
                  <a:lnTo>
                    <a:pt x="1067216" y="205249"/>
                  </a:lnTo>
                  <a:lnTo>
                    <a:pt x="1067716" y="198966"/>
                  </a:lnTo>
                  <a:lnTo>
                    <a:pt x="1068034" y="194977"/>
                  </a:lnTo>
                  <a:lnTo>
                    <a:pt x="1068328" y="191270"/>
                  </a:lnTo>
                  <a:lnTo>
                    <a:pt x="1068469" y="188839"/>
                  </a:lnTo>
                  <a:lnTo>
                    <a:pt x="1068505" y="186284"/>
                  </a:lnTo>
                  <a:lnTo>
                    <a:pt x="1068425" y="183729"/>
                  </a:lnTo>
                  <a:lnTo>
                    <a:pt x="1068259" y="181547"/>
                  </a:lnTo>
                  <a:lnTo>
                    <a:pt x="1068231" y="181182"/>
                  </a:lnTo>
                  <a:lnTo>
                    <a:pt x="1067915" y="178603"/>
                  </a:lnTo>
                  <a:lnTo>
                    <a:pt x="1067500" y="176125"/>
                  </a:lnTo>
                  <a:lnTo>
                    <a:pt x="1066964" y="173626"/>
                  </a:lnTo>
                  <a:lnTo>
                    <a:pt x="1066317" y="171154"/>
                  </a:lnTo>
                  <a:lnTo>
                    <a:pt x="1065559" y="168714"/>
                  </a:lnTo>
                  <a:lnTo>
                    <a:pt x="1065490" y="168510"/>
                  </a:lnTo>
                  <a:lnTo>
                    <a:pt x="1065080" y="167329"/>
                  </a:lnTo>
                  <a:lnTo>
                    <a:pt x="1064160" y="164945"/>
                  </a:lnTo>
                  <a:lnTo>
                    <a:pt x="1063134" y="162605"/>
                  </a:lnTo>
                  <a:lnTo>
                    <a:pt x="1062004" y="160313"/>
                  </a:lnTo>
                  <a:lnTo>
                    <a:pt x="1060771" y="158075"/>
                  </a:lnTo>
                  <a:lnTo>
                    <a:pt x="1059440" y="155894"/>
                  </a:lnTo>
                  <a:lnTo>
                    <a:pt x="1058011" y="153776"/>
                  </a:lnTo>
                  <a:lnTo>
                    <a:pt x="1056489" y="151723"/>
                  </a:lnTo>
                  <a:lnTo>
                    <a:pt x="1054876" y="149742"/>
                  </a:lnTo>
                  <a:lnTo>
                    <a:pt x="1053175" y="147835"/>
                  </a:lnTo>
                  <a:lnTo>
                    <a:pt x="1052504" y="147116"/>
                  </a:lnTo>
                  <a:lnTo>
                    <a:pt x="1052030" y="146614"/>
                  </a:lnTo>
                  <a:lnTo>
                    <a:pt x="1050223" y="144807"/>
                  </a:lnTo>
                  <a:lnTo>
                    <a:pt x="1048337" y="143084"/>
                  </a:lnTo>
                  <a:lnTo>
                    <a:pt x="1046375" y="141447"/>
                  </a:lnTo>
                  <a:lnTo>
                    <a:pt x="1044302" y="139795"/>
                  </a:lnTo>
                  <a:lnTo>
                    <a:pt x="1043280" y="138999"/>
                  </a:lnTo>
                  <a:lnTo>
                    <a:pt x="1041212" y="137499"/>
                  </a:lnTo>
                  <a:lnTo>
                    <a:pt x="1039078" y="136094"/>
                  </a:lnTo>
                  <a:lnTo>
                    <a:pt x="1036884" y="134786"/>
                  </a:lnTo>
                  <a:lnTo>
                    <a:pt x="1034632" y="133578"/>
                  </a:lnTo>
                  <a:lnTo>
                    <a:pt x="1030294" y="131375"/>
                  </a:lnTo>
                  <a:lnTo>
                    <a:pt x="1022434" y="127384"/>
                  </a:lnTo>
                  <a:lnTo>
                    <a:pt x="1005778" y="118926"/>
                  </a:lnTo>
                  <a:lnTo>
                    <a:pt x="997290" y="114617"/>
                  </a:lnTo>
                  <a:lnTo>
                    <a:pt x="988135" y="109968"/>
                  </a:lnTo>
                  <a:lnTo>
                    <a:pt x="983620" y="107675"/>
                  </a:lnTo>
                  <a:lnTo>
                    <a:pt x="957653" y="94490"/>
                  </a:lnTo>
                  <a:lnTo>
                    <a:pt x="928555" y="79714"/>
                  </a:lnTo>
                  <a:lnTo>
                    <a:pt x="928095" y="79483"/>
                  </a:lnTo>
                  <a:lnTo>
                    <a:pt x="925783" y="78400"/>
                  </a:lnTo>
                  <a:lnTo>
                    <a:pt x="912827" y="72682"/>
                  </a:lnTo>
                  <a:lnTo>
                    <a:pt x="910695" y="71793"/>
                  </a:lnTo>
                  <a:lnTo>
                    <a:pt x="908299" y="70912"/>
                  </a:lnTo>
                  <a:lnTo>
                    <a:pt x="905866" y="70139"/>
                  </a:lnTo>
                  <a:lnTo>
                    <a:pt x="903400" y="69477"/>
                  </a:lnTo>
                  <a:lnTo>
                    <a:pt x="900392" y="68741"/>
                  </a:lnTo>
                  <a:lnTo>
                    <a:pt x="884128" y="64763"/>
                  </a:lnTo>
                  <a:lnTo>
                    <a:pt x="869611" y="61214"/>
                  </a:lnTo>
                  <a:lnTo>
                    <a:pt x="866884" y="60546"/>
                  </a:lnTo>
                  <a:lnTo>
                    <a:pt x="853862" y="57361"/>
                  </a:lnTo>
                  <a:lnTo>
                    <a:pt x="844282" y="55018"/>
                  </a:lnTo>
                  <a:lnTo>
                    <a:pt x="820068" y="49096"/>
                  </a:lnTo>
                  <a:lnTo>
                    <a:pt x="817800" y="48143"/>
                  </a:lnTo>
                  <a:lnTo>
                    <a:pt x="816205" y="47472"/>
                  </a:lnTo>
                  <a:lnTo>
                    <a:pt x="813766" y="46447"/>
                  </a:lnTo>
                  <a:lnTo>
                    <a:pt x="798672" y="40100"/>
                  </a:lnTo>
                  <a:lnTo>
                    <a:pt x="777147" y="31050"/>
                  </a:lnTo>
                  <a:lnTo>
                    <a:pt x="739247" y="15113"/>
                  </a:lnTo>
                  <a:lnTo>
                    <a:pt x="733734" y="12795"/>
                  </a:lnTo>
                  <a:lnTo>
                    <a:pt x="713861" y="4439"/>
                  </a:lnTo>
                  <a:lnTo>
                    <a:pt x="712213" y="3776"/>
                  </a:lnTo>
                  <a:lnTo>
                    <a:pt x="709812" y="2915"/>
                  </a:lnTo>
                  <a:lnTo>
                    <a:pt x="707375" y="2164"/>
                  </a:lnTo>
                  <a:lnTo>
                    <a:pt x="704906" y="1523"/>
                  </a:lnTo>
                  <a:lnTo>
                    <a:pt x="702411" y="993"/>
                  </a:lnTo>
                  <a:lnTo>
                    <a:pt x="699895" y="577"/>
                  </a:lnTo>
                  <a:lnTo>
                    <a:pt x="697363" y="274"/>
                  </a:lnTo>
                  <a:lnTo>
                    <a:pt x="694819" y="85"/>
                  </a:lnTo>
                  <a:lnTo>
                    <a:pt x="692270" y="11"/>
                  </a:lnTo>
                  <a:lnTo>
                    <a:pt x="690577" y="0"/>
                  </a:lnTo>
                  <a:lnTo>
                    <a:pt x="688872" y="14"/>
                  </a:lnTo>
                  <a:lnTo>
                    <a:pt x="681183" y="194"/>
                  </a:lnTo>
                  <a:lnTo>
                    <a:pt x="670294" y="450"/>
                  </a:lnTo>
                  <a:lnTo>
                    <a:pt x="665150" y="571"/>
                  </a:lnTo>
                  <a:lnTo>
                    <a:pt x="660007" y="691"/>
                  </a:lnTo>
                  <a:lnTo>
                    <a:pt x="659505" y="703"/>
                  </a:lnTo>
                  <a:lnTo>
                    <a:pt x="658747" y="721"/>
                  </a:lnTo>
                  <a:lnTo>
                    <a:pt x="640058" y="1159"/>
                  </a:lnTo>
                  <a:lnTo>
                    <a:pt x="639915" y="1163"/>
                  </a:lnTo>
                  <a:lnTo>
                    <a:pt x="637404" y="1277"/>
                  </a:lnTo>
                  <a:lnTo>
                    <a:pt x="634865" y="1507"/>
                  </a:lnTo>
                  <a:lnTo>
                    <a:pt x="575148" y="8269"/>
                  </a:lnTo>
                  <a:lnTo>
                    <a:pt x="550045" y="11111"/>
                  </a:lnTo>
                  <a:lnTo>
                    <a:pt x="540710" y="12168"/>
                  </a:lnTo>
                  <a:lnTo>
                    <a:pt x="516761" y="14879"/>
                  </a:lnTo>
                  <a:lnTo>
                    <a:pt x="475730" y="19525"/>
                  </a:lnTo>
                  <a:lnTo>
                    <a:pt x="462834" y="20985"/>
                  </a:lnTo>
                  <a:lnTo>
                    <a:pt x="453247" y="22071"/>
                  </a:lnTo>
                  <a:lnTo>
                    <a:pt x="452848" y="22117"/>
                  </a:lnTo>
                  <a:lnTo>
                    <a:pt x="450326" y="22478"/>
                  </a:lnTo>
                  <a:lnTo>
                    <a:pt x="447823" y="22953"/>
                  </a:lnTo>
                  <a:lnTo>
                    <a:pt x="445343" y="23539"/>
                  </a:lnTo>
                  <a:lnTo>
                    <a:pt x="442893" y="24237"/>
                  </a:lnTo>
                  <a:lnTo>
                    <a:pt x="440476" y="25043"/>
                  </a:lnTo>
                  <a:lnTo>
                    <a:pt x="438099" y="25958"/>
                  </a:lnTo>
                  <a:lnTo>
                    <a:pt x="416379" y="34878"/>
                  </a:lnTo>
                  <a:lnTo>
                    <a:pt x="384343" y="48034"/>
                  </a:lnTo>
                  <a:lnTo>
                    <a:pt x="359217" y="58353"/>
                  </a:lnTo>
                  <a:lnTo>
                    <a:pt x="336010" y="63583"/>
                  </a:lnTo>
                  <a:lnTo>
                    <a:pt x="333636" y="64118"/>
                  </a:lnTo>
                  <a:lnTo>
                    <a:pt x="304597" y="70663"/>
                  </a:lnTo>
                  <a:lnTo>
                    <a:pt x="302149" y="71273"/>
                  </a:lnTo>
                  <a:lnTo>
                    <a:pt x="299708" y="71998"/>
                  </a:lnTo>
                  <a:lnTo>
                    <a:pt x="292194" y="74415"/>
                  </a:lnTo>
                  <a:lnTo>
                    <a:pt x="290434" y="75013"/>
                  </a:lnTo>
                  <a:lnTo>
                    <a:pt x="288057" y="75925"/>
                  </a:lnTo>
                  <a:lnTo>
                    <a:pt x="285723" y="76944"/>
                  </a:lnTo>
                  <a:lnTo>
                    <a:pt x="283438" y="78066"/>
                  </a:lnTo>
                  <a:lnTo>
                    <a:pt x="281205" y="79291"/>
                  </a:lnTo>
                  <a:lnTo>
                    <a:pt x="279030" y="80614"/>
                  </a:lnTo>
                  <a:lnTo>
                    <a:pt x="276916" y="82034"/>
                  </a:lnTo>
                  <a:lnTo>
                    <a:pt x="276215" y="82528"/>
                  </a:lnTo>
                  <a:lnTo>
                    <a:pt x="274469" y="83809"/>
                  </a:lnTo>
                  <a:lnTo>
                    <a:pt x="272481" y="85400"/>
                  </a:lnTo>
                  <a:lnTo>
                    <a:pt x="257057" y="98315"/>
                  </a:lnTo>
                  <a:lnTo>
                    <a:pt x="248354" y="105603"/>
                  </a:lnTo>
                  <a:lnTo>
                    <a:pt x="239651" y="112890"/>
                  </a:lnTo>
                  <a:lnTo>
                    <a:pt x="206906" y="140310"/>
                  </a:lnTo>
                  <a:lnTo>
                    <a:pt x="206272" y="140841"/>
                  </a:lnTo>
                  <a:lnTo>
                    <a:pt x="175129" y="166920"/>
                  </a:lnTo>
                  <a:lnTo>
                    <a:pt x="174170" y="167741"/>
                  </a:lnTo>
                  <a:lnTo>
                    <a:pt x="160142" y="180025"/>
                  </a:lnTo>
                  <a:lnTo>
                    <a:pt x="155257" y="184303"/>
                  </a:lnTo>
                  <a:lnTo>
                    <a:pt x="149582" y="189273"/>
                  </a:lnTo>
                  <a:lnTo>
                    <a:pt x="127414" y="208685"/>
                  </a:lnTo>
                  <a:lnTo>
                    <a:pt x="112777" y="221504"/>
                  </a:lnTo>
                  <a:lnTo>
                    <a:pt x="109443" y="224423"/>
                  </a:lnTo>
                  <a:lnTo>
                    <a:pt x="62577" y="247398"/>
                  </a:lnTo>
                  <a:lnTo>
                    <a:pt x="0" y="278074"/>
                  </a:lnTo>
                  <a:lnTo>
                    <a:pt x="16613" y="311881"/>
                  </a:lnTo>
                  <a:lnTo>
                    <a:pt x="24947" y="328840"/>
                  </a:lnTo>
                  <a:lnTo>
                    <a:pt x="38455" y="356412"/>
                  </a:lnTo>
                  <a:lnTo>
                    <a:pt x="48832" y="377591"/>
                  </a:lnTo>
                  <a:lnTo>
                    <a:pt x="59133" y="398616"/>
                  </a:lnTo>
                  <a:lnTo>
                    <a:pt x="61234" y="402902"/>
                  </a:lnTo>
                  <a:lnTo>
                    <a:pt x="62313" y="405105"/>
                  </a:lnTo>
                  <a:lnTo>
                    <a:pt x="78839" y="407615"/>
                  </a:lnTo>
                  <a:lnTo>
                    <a:pt x="79138" y="407675"/>
                  </a:lnTo>
                  <a:lnTo>
                    <a:pt x="80477" y="407944"/>
                  </a:lnTo>
                  <a:lnTo>
                    <a:pt x="80855" y="408023"/>
                  </a:lnTo>
                  <a:lnTo>
                    <a:pt x="81271" y="407836"/>
                  </a:lnTo>
                  <a:lnTo>
                    <a:pt x="81561" y="407720"/>
                  </a:lnTo>
                  <a:lnTo>
                    <a:pt x="82093" y="407492"/>
                  </a:lnTo>
                  <a:lnTo>
                    <a:pt x="82382" y="407524"/>
                  </a:lnTo>
                  <a:lnTo>
                    <a:pt x="82785" y="407558"/>
                  </a:lnTo>
                  <a:lnTo>
                    <a:pt x="83039" y="407585"/>
                  </a:lnTo>
                  <a:lnTo>
                    <a:pt x="83848" y="407669"/>
                  </a:lnTo>
                  <a:lnTo>
                    <a:pt x="84043" y="407690"/>
                  </a:lnTo>
                  <a:lnTo>
                    <a:pt x="84591" y="407735"/>
                  </a:lnTo>
                  <a:lnTo>
                    <a:pt x="85296" y="407806"/>
                  </a:lnTo>
                  <a:lnTo>
                    <a:pt x="86789" y="407957"/>
                  </a:lnTo>
                  <a:lnTo>
                    <a:pt x="88944" y="408705"/>
                  </a:lnTo>
                  <a:lnTo>
                    <a:pt x="90496" y="409482"/>
                  </a:lnTo>
                  <a:lnTo>
                    <a:pt x="91699" y="410547"/>
                  </a:lnTo>
                  <a:lnTo>
                    <a:pt x="92275" y="410682"/>
                  </a:lnTo>
                  <a:lnTo>
                    <a:pt x="92778" y="411043"/>
                  </a:lnTo>
                  <a:lnTo>
                    <a:pt x="93046" y="411234"/>
                  </a:lnTo>
                  <a:lnTo>
                    <a:pt x="93570" y="412013"/>
                  </a:lnTo>
                  <a:lnTo>
                    <a:pt x="93962" y="411881"/>
                  </a:lnTo>
                  <a:lnTo>
                    <a:pt x="94122" y="411791"/>
                  </a:lnTo>
                  <a:lnTo>
                    <a:pt x="94269" y="411756"/>
                  </a:lnTo>
                  <a:lnTo>
                    <a:pt x="94526" y="411868"/>
                  </a:lnTo>
                  <a:lnTo>
                    <a:pt x="95793" y="411892"/>
                  </a:lnTo>
                  <a:lnTo>
                    <a:pt x="95956" y="411853"/>
                  </a:lnTo>
                  <a:lnTo>
                    <a:pt x="96211" y="411908"/>
                  </a:lnTo>
                  <a:lnTo>
                    <a:pt x="96407" y="412120"/>
                  </a:lnTo>
                  <a:lnTo>
                    <a:pt x="96962" y="412611"/>
                  </a:lnTo>
                  <a:lnTo>
                    <a:pt x="97267" y="412835"/>
                  </a:lnTo>
                  <a:lnTo>
                    <a:pt x="97409" y="412855"/>
                  </a:lnTo>
                  <a:lnTo>
                    <a:pt x="97549" y="412896"/>
                  </a:lnTo>
                  <a:lnTo>
                    <a:pt x="97697" y="412942"/>
                  </a:lnTo>
                  <a:lnTo>
                    <a:pt x="97941" y="413015"/>
                  </a:lnTo>
                  <a:lnTo>
                    <a:pt x="98135" y="413061"/>
                  </a:lnTo>
                  <a:lnTo>
                    <a:pt x="98524" y="413138"/>
                  </a:lnTo>
                  <a:lnTo>
                    <a:pt x="99458" y="413323"/>
                  </a:lnTo>
                  <a:lnTo>
                    <a:pt x="100252" y="413512"/>
                  </a:lnTo>
                  <a:lnTo>
                    <a:pt x="100587" y="413596"/>
                  </a:lnTo>
                  <a:lnTo>
                    <a:pt x="101063" y="413662"/>
                  </a:lnTo>
                  <a:lnTo>
                    <a:pt x="101437" y="413715"/>
                  </a:lnTo>
                  <a:lnTo>
                    <a:pt x="101814" y="413687"/>
                  </a:lnTo>
                  <a:lnTo>
                    <a:pt x="102015" y="413672"/>
                  </a:lnTo>
                  <a:lnTo>
                    <a:pt x="102422" y="413644"/>
                  </a:lnTo>
                  <a:lnTo>
                    <a:pt x="102796" y="413616"/>
                  </a:lnTo>
                  <a:lnTo>
                    <a:pt x="102995" y="413606"/>
                  </a:lnTo>
                  <a:lnTo>
                    <a:pt x="103178" y="413596"/>
                  </a:lnTo>
                  <a:lnTo>
                    <a:pt x="103140" y="413725"/>
                  </a:lnTo>
                  <a:lnTo>
                    <a:pt x="103198" y="413962"/>
                  </a:lnTo>
                  <a:lnTo>
                    <a:pt x="103282" y="414140"/>
                  </a:lnTo>
                  <a:lnTo>
                    <a:pt x="103252" y="414478"/>
                  </a:lnTo>
                  <a:lnTo>
                    <a:pt x="103155" y="414626"/>
                  </a:lnTo>
                  <a:lnTo>
                    <a:pt x="102989" y="414860"/>
                  </a:lnTo>
                  <a:lnTo>
                    <a:pt x="102941" y="415252"/>
                  </a:lnTo>
                  <a:lnTo>
                    <a:pt x="102979" y="415532"/>
                  </a:lnTo>
                  <a:lnTo>
                    <a:pt x="103010" y="415659"/>
                  </a:lnTo>
                  <a:lnTo>
                    <a:pt x="103043" y="415789"/>
                  </a:lnTo>
                  <a:lnTo>
                    <a:pt x="103758" y="416384"/>
                  </a:lnTo>
                  <a:lnTo>
                    <a:pt x="104030" y="416458"/>
                  </a:lnTo>
                  <a:lnTo>
                    <a:pt x="104213" y="416486"/>
                  </a:lnTo>
                  <a:lnTo>
                    <a:pt x="104356" y="416509"/>
                  </a:lnTo>
                  <a:lnTo>
                    <a:pt x="104498" y="416501"/>
                  </a:lnTo>
                  <a:lnTo>
                    <a:pt x="104707" y="416489"/>
                  </a:lnTo>
                  <a:lnTo>
                    <a:pt x="105018" y="416499"/>
                  </a:lnTo>
                  <a:lnTo>
                    <a:pt x="105186" y="416468"/>
                  </a:lnTo>
                  <a:lnTo>
                    <a:pt x="105437" y="416280"/>
                  </a:lnTo>
                  <a:lnTo>
                    <a:pt x="105845" y="415868"/>
                  </a:lnTo>
                  <a:lnTo>
                    <a:pt x="106175" y="415435"/>
                  </a:lnTo>
                  <a:lnTo>
                    <a:pt x="106341" y="415194"/>
                  </a:lnTo>
                  <a:lnTo>
                    <a:pt x="106555" y="414934"/>
                  </a:lnTo>
                  <a:lnTo>
                    <a:pt x="106654" y="414807"/>
                  </a:lnTo>
                  <a:lnTo>
                    <a:pt x="106845" y="414565"/>
                  </a:lnTo>
                  <a:lnTo>
                    <a:pt x="106916" y="414425"/>
                  </a:lnTo>
                  <a:lnTo>
                    <a:pt x="108053" y="414104"/>
                  </a:lnTo>
                  <a:lnTo>
                    <a:pt x="108270" y="414000"/>
                  </a:lnTo>
                  <a:lnTo>
                    <a:pt x="108445" y="414000"/>
                  </a:lnTo>
                  <a:lnTo>
                    <a:pt x="108847" y="413270"/>
                  </a:lnTo>
                  <a:lnTo>
                    <a:pt x="109048" y="413346"/>
                  </a:lnTo>
                  <a:lnTo>
                    <a:pt x="109745" y="414041"/>
                  </a:lnTo>
                  <a:lnTo>
                    <a:pt x="109822" y="414181"/>
                  </a:lnTo>
                  <a:lnTo>
                    <a:pt x="110079" y="414690"/>
                  </a:lnTo>
                  <a:lnTo>
                    <a:pt x="110208" y="415110"/>
                  </a:lnTo>
                  <a:lnTo>
                    <a:pt x="110389" y="415256"/>
                  </a:lnTo>
                  <a:lnTo>
                    <a:pt x="110651" y="415254"/>
                  </a:lnTo>
                  <a:lnTo>
                    <a:pt x="110930" y="415719"/>
                  </a:lnTo>
                  <a:lnTo>
                    <a:pt x="111352" y="415795"/>
                  </a:lnTo>
                  <a:lnTo>
                    <a:pt x="111685" y="415864"/>
                  </a:lnTo>
                  <a:lnTo>
                    <a:pt x="111904" y="415828"/>
                  </a:lnTo>
                  <a:lnTo>
                    <a:pt x="112049" y="415524"/>
                  </a:lnTo>
                  <a:lnTo>
                    <a:pt x="112557" y="415646"/>
                  </a:lnTo>
                  <a:lnTo>
                    <a:pt x="112890" y="415605"/>
                  </a:lnTo>
                  <a:lnTo>
                    <a:pt x="113251" y="415514"/>
                  </a:lnTo>
                  <a:lnTo>
                    <a:pt x="113678" y="415358"/>
                  </a:lnTo>
                  <a:lnTo>
                    <a:pt x="113998" y="414805"/>
                  </a:lnTo>
                  <a:lnTo>
                    <a:pt x="114338" y="414023"/>
                  </a:lnTo>
                  <a:lnTo>
                    <a:pt x="114402" y="413639"/>
                  </a:lnTo>
                  <a:lnTo>
                    <a:pt x="114494" y="413267"/>
                  </a:lnTo>
                  <a:lnTo>
                    <a:pt x="114730" y="412507"/>
                  </a:lnTo>
                  <a:lnTo>
                    <a:pt x="114901" y="412461"/>
                  </a:lnTo>
                  <a:lnTo>
                    <a:pt x="115295" y="412295"/>
                  </a:lnTo>
                  <a:lnTo>
                    <a:pt x="115692" y="412148"/>
                  </a:lnTo>
                  <a:lnTo>
                    <a:pt x="116351" y="411886"/>
                  </a:lnTo>
                  <a:lnTo>
                    <a:pt x="116972" y="411608"/>
                  </a:lnTo>
                  <a:lnTo>
                    <a:pt x="117399" y="411456"/>
                  </a:lnTo>
                  <a:lnTo>
                    <a:pt x="117702" y="411486"/>
                  </a:lnTo>
                  <a:lnTo>
                    <a:pt x="117946" y="411524"/>
                  </a:lnTo>
                  <a:lnTo>
                    <a:pt x="118931" y="411680"/>
                  </a:lnTo>
                  <a:lnTo>
                    <a:pt x="119420" y="411784"/>
                  </a:lnTo>
                  <a:lnTo>
                    <a:pt x="119554" y="411804"/>
                  </a:lnTo>
                  <a:lnTo>
                    <a:pt x="121564" y="412124"/>
                  </a:lnTo>
                  <a:lnTo>
                    <a:pt x="121890" y="412176"/>
                  </a:lnTo>
                  <a:lnTo>
                    <a:pt x="122178" y="412260"/>
                  </a:lnTo>
                  <a:lnTo>
                    <a:pt x="123236" y="412471"/>
                  </a:lnTo>
                  <a:lnTo>
                    <a:pt x="123221" y="412784"/>
                  </a:lnTo>
                  <a:lnTo>
                    <a:pt x="123297" y="413117"/>
                  </a:lnTo>
                  <a:lnTo>
                    <a:pt x="123226" y="413346"/>
                  </a:lnTo>
                  <a:lnTo>
                    <a:pt x="123122" y="413672"/>
                  </a:lnTo>
                  <a:lnTo>
                    <a:pt x="123076" y="413850"/>
                  </a:lnTo>
                  <a:lnTo>
                    <a:pt x="122972" y="414094"/>
                  </a:lnTo>
                  <a:lnTo>
                    <a:pt x="122837" y="414339"/>
                  </a:lnTo>
                  <a:lnTo>
                    <a:pt x="121647" y="415718"/>
                  </a:lnTo>
                  <a:lnTo>
                    <a:pt x="121665" y="415856"/>
                  </a:lnTo>
                  <a:lnTo>
                    <a:pt x="122186" y="416424"/>
                  </a:lnTo>
                  <a:lnTo>
                    <a:pt x="122673" y="416798"/>
                  </a:lnTo>
                  <a:lnTo>
                    <a:pt x="123001" y="416878"/>
                  </a:lnTo>
                  <a:lnTo>
                    <a:pt x="123030" y="417177"/>
                  </a:lnTo>
                  <a:lnTo>
                    <a:pt x="122992" y="417433"/>
                  </a:lnTo>
                  <a:lnTo>
                    <a:pt x="123030" y="417565"/>
                  </a:lnTo>
                  <a:lnTo>
                    <a:pt x="123096" y="417856"/>
                  </a:lnTo>
                  <a:lnTo>
                    <a:pt x="123259" y="418181"/>
                  </a:lnTo>
                  <a:lnTo>
                    <a:pt x="123325" y="418308"/>
                  </a:lnTo>
                  <a:lnTo>
                    <a:pt x="123422" y="418512"/>
                  </a:lnTo>
                  <a:lnTo>
                    <a:pt x="123610" y="418753"/>
                  </a:lnTo>
                  <a:lnTo>
                    <a:pt x="124025" y="419026"/>
                  </a:lnTo>
                  <a:lnTo>
                    <a:pt x="124331" y="418886"/>
                  </a:lnTo>
                  <a:lnTo>
                    <a:pt x="124493" y="418807"/>
                  </a:lnTo>
                  <a:lnTo>
                    <a:pt x="124699" y="418825"/>
                  </a:lnTo>
                  <a:lnTo>
                    <a:pt x="125005" y="419049"/>
                  </a:lnTo>
                  <a:lnTo>
                    <a:pt x="125224" y="419229"/>
                  </a:lnTo>
                  <a:lnTo>
                    <a:pt x="125567" y="419440"/>
                  </a:lnTo>
                  <a:lnTo>
                    <a:pt x="126511" y="419853"/>
                  </a:lnTo>
                  <a:lnTo>
                    <a:pt x="127035" y="420402"/>
                  </a:lnTo>
                  <a:lnTo>
                    <a:pt x="127051" y="420680"/>
                  </a:lnTo>
                  <a:lnTo>
                    <a:pt x="127061" y="420830"/>
                  </a:lnTo>
                  <a:lnTo>
                    <a:pt x="127356" y="421494"/>
                  </a:lnTo>
                  <a:lnTo>
                    <a:pt x="127402" y="421779"/>
                  </a:lnTo>
                  <a:lnTo>
                    <a:pt x="127447" y="421906"/>
                  </a:lnTo>
                  <a:lnTo>
                    <a:pt x="127496" y="422158"/>
                  </a:lnTo>
                  <a:lnTo>
                    <a:pt x="127646" y="422390"/>
                  </a:lnTo>
                  <a:lnTo>
                    <a:pt x="127824" y="422532"/>
                  </a:lnTo>
                  <a:lnTo>
                    <a:pt x="128030" y="422578"/>
                  </a:lnTo>
                  <a:lnTo>
                    <a:pt x="128608" y="422652"/>
                  </a:lnTo>
                  <a:lnTo>
                    <a:pt x="129285" y="422619"/>
                  </a:lnTo>
                  <a:lnTo>
                    <a:pt x="129738" y="422606"/>
                  </a:lnTo>
                  <a:lnTo>
                    <a:pt x="129478" y="423555"/>
                  </a:lnTo>
                  <a:lnTo>
                    <a:pt x="129638" y="423680"/>
                  </a:lnTo>
                  <a:lnTo>
                    <a:pt x="129796" y="423820"/>
                  </a:lnTo>
                  <a:lnTo>
                    <a:pt x="129961" y="423944"/>
                  </a:lnTo>
                  <a:lnTo>
                    <a:pt x="130198" y="424166"/>
                  </a:lnTo>
                  <a:lnTo>
                    <a:pt x="130557" y="424415"/>
                  </a:lnTo>
                  <a:lnTo>
                    <a:pt x="130837" y="424585"/>
                  </a:lnTo>
                  <a:lnTo>
                    <a:pt x="130994" y="424692"/>
                  </a:lnTo>
                  <a:lnTo>
                    <a:pt x="131162" y="424804"/>
                  </a:lnTo>
                  <a:lnTo>
                    <a:pt x="131475" y="424967"/>
                  </a:lnTo>
                  <a:lnTo>
                    <a:pt x="132076" y="425183"/>
                  </a:lnTo>
                  <a:lnTo>
                    <a:pt x="132234" y="425196"/>
                  </a:lnTo>
                  <a:lnTo>
                    <a:pt x="132684" y="425247"/>
                  </a:lnTo>
                  <a:lnTo>
                    <a:pt x="132827" y="425252"/>
                  </a:lnTo>
                  <a:lnTo>
                    <a:pt x="133122" y="425257"/>
                  </a:lnTo>
                  <a:lnTo>
                    <a:pt x="133285" y="425262"/>
                  </a:lnTo>
                  <a:lnTo>
                    <a:pt x="133435" y="425265"/>
                  </a:lnTo>
                  <a:lnTo>
                    <a:pt x="133613" y="425267"/>
                  </a:lnTo>
                  <a:lnTo>
                    <a:pt x="133536" y="425530"/>
                  </a:lnTo>
                  <a:lnTo>
                    <a:pt x="133435" y="425876"/>
                  </a:lnTo>
                  <a:lnTo>
                    <a:pt x="133376" y="426143"/>
                  </a:lnTo>
                  <a:lnTo>
                    <a:pt x="133287" y="426496"/>
                  </a:lnTo>
                  <a:lnTo>
                    <a:pt x="133213" y="426843"/>
                  </a:lnTo>
                  <a:lnTo>
                    <a:pt x="133160" y="427173"/>
                  </a:lnTo>
                  <a:lnTo>
                    <a:pt x="133066" y="427692"/>
                  </a:lnTo>
                  <a:lnTo>
                    <a:pt x="133048" y="427919"/>
                  </a:lnTo>
                  <a:lnTo>
                    <a:pt x="133061" y="428051"/>
                  </a:lnTo>
                  <a:lnTo>
                    <a:pt x="133073" y="428181"/>
                  </a:lnTo>
                  <a:lnTo>
                    <a:pt x="133119" y="428603"/>
                  </a:lnTo>
                  <a:lnTo>
                    <a:pt x="133185" y="428807"/>
                  </a:lnTo>
                  <a:lnTo>
                    <a:pt x="133251" y="429013"/>
                  </a:lnTo>
                  <a:lnTo>
                    <a:pt x="133351" y="429153"/>
                  </a:lnTo>
                  <a:lnTo>
                    <a:pt x="133473" y="429323"/>
                  </a:lnTo>
                  <a:lnTo>
                    <a:pt x="133745" y="429672"/>
                  </a:lnTo>
                  <a:lnTo>
                    <a:pt x="133875" y="429830"/>
                  </a:lnTo>
                  <a:lnTo>
                    <a:pt x="134587" y="430463"/>
                  </a:lnTo>
                  <a:lnTo>
                    <a:pt x="134730" y="430484"/>
                  </a:lnTo>
                  <a:lnTo>
                    <a:pt x="134867" y="430504"/>
                  </a:lnTo>
                  <a:lnTo>
                    <a:pt x="135086" y="430519"/>
                  </a:lnTo>
                  <a:lnTo>
                    <a:pt x="135259" y="430502"/>
                  </a:lnTo>
                  <a:lnTo>
                    <a:pt x="135707" y="430507"/>
                  </a:lnTo>
                  <a:lnTo>
                    <a:pt x="135870" y="430479"/>
                  </a:lnTo>
                  <a:lnTo>
                    <a:pt x="136061" y="430479"/>
                  </a:lnTo>
                  <a:lnTo>
                    <a:pt x="136206" y="430446"/>
                  </a:lnTo>
                  <a:lnTo>
                    <a:pt x="136626" y="430443"/>
                  </a:lnTo>
                  <a:lnTo>
                    <a:pt x="136870" y="430525"/>
                  </a:lnTo>
                  <a:lnTo>
                    <a:pt x="137000" y="430555"/>
                  </a:lnTo>
                  <a:lnTo>
                    <a:pt x="137389" y="430649"/>
                  </a:lnTo>
                  <a:lnTo>
                    <a:pt x="137628" y="430603"/>
                  </a:lnTo>
                  <a:lnTo>
                    <a:pt x="137816" y="430568"/>
                  </a:lnTo>
                  <a:lnTo>
                    <a:pt x="138127" y="430565"/>
                  </a:lnTo>
                  <a:lnTo>
                    <a:pt x="138697" y="430545"/>
                  </a:lnTo>
                  <a:lnTo>
                    <a:pt x="138936" y="430634"/>
                  </a:lnTo>
                  <a:lnTo>
                    <a:pt x="139190" y="430710"/>
                  </a:lnTo>
                  <a:lnTo>
                    <a:pt x="139730" y="430751"/>
                  </a:lnTo>
                  <a:lnTo>
                    <a:pt x="140145" y="430873"/>
                  </a:lnTo>
                  <a:lnTo>
                    <a:pt x="141056" y="431166"/>
                  </a:lnTo>
                  <a:lnTo>
                    <a:pt x="141335" y="431290"/>
                  </a:lnTo>
                  <a:lnTo>
                    <a:pt x="141542" y="431430"/>
                  </a:lnTo>
                  <a:lnTo>
                    <a:pt x="141687" y="431540"/>
                  </a:lnTo>
                  <a:lnTo>
                    <a:pt x="141911" y="431728"/>
                  </a:lnTo>
                  <a:lnTo>
                    <a:pt x="142089" y="431899"/>
                  </a:lnTo>
                  <a:lnTo>
                    <a:pt x="142361" y="432117"/>
                  </a:lnTo>
                  <a:lnTo>
                    <a:pt x="142811" y="432507"/>
                  </a:lnTo>
                  <a:lnTo>
                    <a:pt x="143045" y="432672"/>
                  </a:lnTo>
                  <a:lnTo>
                    <a:pt x="143524" y="433351"/>
                  </a:lnTo>
                  <a:lnTo>
                    <a:pt x="143529" y="433540"/>
                  </a:lnTo>
                  <a:lnTo>
                    <a:pt x="143633" y="433754"/>
                  </a:lnTo>
                  <a:lnTo>
                    <a:pt x="143786" y="434084"/>
                  </a:lnTo>
                  <a:lnTo>
                    <a:pt x="144071" y="434306"/>
                  </a:lnTo>
                  <a:lnTo>
                    <a:pt x="144437" y="434321"/>
                  </a:lnTo>
                  <a:lnTo>
                    <a:pt x="144519" y="434512"/>
                  </a:lnTo>
                  <a:lnTo>
                    <a:pt x="144763" y="434906"/>
                  </a:lnTo>
                  <a:lnTo>
                    <a:pt x="145127" y="435252"/>
                  </a:lnTo>
                  <a:lnTo>
                    <a:pt x="145262" y="435364"/>
                  </a:lnTo>
                  <a:lnTo>
                    <a:pt x="145557" y="435120"/>
                  </a:lnTo>
                  <a:lnTo>
                    <a:pt x="146313" y="434497"/>
                  </a:lnTo>
                  <a:lnTo>
                    <a:pt x="146444" y="434388"/>
                  </a:lnTo>
                  <a:lnTo>
                    <a:pt x="146763" y="434122"/>
                  </a:lnTo>
                  <a:lnTo>
                    <a:pt x="147208" y="433756"/>
                  </a:lnTo>
                  <a:lnTo>
                    <a:pt x="147648" y="433392"/>
                  </a:lnTo>
                  <a:lnTo>
                    <a:pt x="148119" y="433005"/>
                  </a:lnTo>
                  <a:lnTo>
                    <a:pt x="148567" y="432634"/>
                  </a:lnTo>
                  <a:lnTo>
                    <a:pt x="149320" y="431972"/>
                  </a:lnTo>
                  <a:lnTo>
                    <a:pt x="149468" y="431868"/>
                  </a:lnTo>
                  <a:lnTo>
                    <a:pt x="149297" y="431201"/>
                  </a:lnTo>
                  <a:lnTo>
                    <a:pt x="149254" y="431023"/>
                  </a:lnTo>
                  <a:lnTo>
                    <a:pt x="149150" y="430575"/>
                  </a:lnTo>
                  <a:lnTo>
                    <a:pt x="149114" y="430430"/>
                  </a:lnTo>
                  <a:lnTo>
                    <a:pt x="148969" y="429817"/>
                  </a:lnTo>
                  <a:lnTo>
                    <a:pt x="148842" y="429288"/>
                  </a:lnTo>
                  <a:lnTo>
                    <a:pt x="148727" y="428815"/>
                  </a:lnTo>
                  <a:lnTo>
                    <a:pt x="148661" y="428542"/>
                  </a:lnTo>
                  <a:lnTo>
                    <a:pt x="148605" y="428313"/>
                  </a:lnTo>
                  <a:lnTo>
                    <a:pt x="148488" y="427789"/>
                  </a:lnTo>
                  <a:lnTo>
                    <a:pt x="148379" y="427206"/>
                  </a:lnTo>
                  <a:lnTo>
                    <a:pt x="148269" y="426932"/>
                  </a:lnTo>
                  <a:lnTo>
                    <a:pt x="148379" y="426537"/>
                  </a:lnTo>
                  <a:lnTo>
                    <a:pt x="148689" y="426166"/>
                  </a:lnTo>
                  <a:lnTo>
                    <a:pt x="148964" y="425886"/>
                  </a:lnTo>
                  <a:lnTo>
                    <a:pt x="149353" y="425486"/>
                  </a:lnTo>
                  <a:lnTo>
                    <a:pt x="149755" y="425077"/>
                  </a:lnTo>
                  <a:lnTo>
                    <a:pt x="150337" y="424480"/>
                  </a:lnTo>
                  <a:lnTo>
                    <a:pt x="150633" y="424176"/>
                  </a:lnTo>
                  <a:lnTo>
                    <a:pt x="151121" y="423679"/>
                  </a:lnTo>
                  <a:lnTo>
                    <a:pt x="151399" y="423395"/>
                  </a:lnTo>
                  <a:lnTo>
                    <a:pt x="151684" y="423102"/>
                  </a:lnTo>
                  <a:lnTo>
                    <a:pt x="151987" y="422794"/>
                  </a:lnTo>
                  <a:lnTo>
                    <a:pt x="151931" y="422260"/>
                  </a:lnTo>
                  <a:lnTo>
                    <a:pt x="151880" y="421761"/>
                  </a:lnTo>
                  <a:lnTo>
                    <a:pt x="151849" y="421453"/>
                  </a:lnTo>
                  <a:lnTo>
                    <a:pt x="151794" y="420932"/>
                  </a:lnTo>
                  <a:lnTo>
                    <a:pt x="151720" y="420206"/>
                  </a:lnTo>
                  <a:lnTo>
                    <a:pt x="151651" y="419550"/>
                  </a:lnTo>
                  <a:lnTo>
                    <a:pt x="151605" y="419110"/>
                  </a:lnTo>
                  <a:lnTo>
                    <a:pt x="151554" y="418598"/>
                  </a:lnTo>
                  <a:lnTo>
                    <a:pt x="151514" y="418214"/>
                  </a:lnTo>
                  <a:lnTo>
                    <a:pt x="151801" y="418323"/>
                  </a:lnTo>
                  <a:lnTo>
                    <a:pt x="152221" y="418484"/>
                  </a:lnTo>
                  <a:lnTo>
                    <a:pt x="152671" y="418654"/>
                  </a:lnTo>
                  <a:lnTo>
                    <a:pt x="153178" y="418848"/>
                  </a:lnTo>
                  <a:lnTo>
                    <a:pt x="153511" y="418975"/>
                  </a:lnTo>
                  <a:lnTo>
                    <a:pt x="153923" y="419130"/>
                  </a:lnTo>
                  <a:lnTo>
                    <a:pt x="154183" y="419229"/>
                  </a:lnTo>
                  <a:lnTo>
                    <a:pt x="154519" y="419359"/>
                  </a:lnTo>
                  <a:lnTo>
                    <a:pt x="154834" y="419479"/>
                  </a:lnTo>
                  <a:lnTo>
                    <a:pt x="155175" y="419608"/>
                  </a:lnTo>
                  <a:lnTo>
                    <a:pt x="155834" y="419858"/>
                  </a:lnTo>
                  <a:lnTo>
                    <a:pt x="156371" y="420064"/>
                  </a:lnTo>
                  <a:lnTo>
                    <a:pt x="156735" y="420130"/>
                  </a:lnTo>
                  <a:lnTo>
                    <a:pt x="157017" y="419555"/>
                  </a:lnTo>
                  <a:lnTo>
                    <a:pt x="157308" y="419318"/>
                  </a:lnTo>
                  <a:lnTo>
                    <a:pt x="157610" y="419206"/>
                  </a:lnTo>
                  <a:lnTo>
                    <a:pt x="157837" y="419130"/>
                  </a:lnTo>
                  <a:lnTo>
                    <a:pt x="158020" y="419056"/>
                  </a:lnTo>
                  <a:lnTo>
                    <a:pt x="159078" y="417993"/>
                  </a:lnTo>
                  <a:lnTo>
                    <a:pt x="159140" y="417812"/>
                  </a:lnTo>
                  <a:lnTo>
                    <a:pt x="159218" y="417621"/>
                  </a:lnTo>
                  <a:lnTo>
                    <a:pt x="159414" y="417056"/>
                  </a:lnTo>
                  <a:lnTo>
                    <a:pt x="159475" y="416878"/>
                  </a:lnTo>
                  <a:lnTo>
                    <a:pt x="159615" y="416603"/>
                  </a:lnTo>
                  <a:lnTo>
                    <a:pt x="160091" y="415995"/>
                  </a:lnTo>
                  <a:lnTo>
                    <a:pt x="160371" y="415840"/>
                  </a:lnTo>
                  <a:lnTo>
                    <a:pt x="160608" y="415697"/>
                  </a:lnTo>
                  <a:lnTo>
                    <a:pt x="161180" y="415446"/>
                  </a:lnTo>
                  <a:lnTo>
                    <a:pt x="161308" y="415410"/>
                  </a:lnTo>
                  <a:lnTo>
                    <a:pt x="161783" y="415283"/>
                  </a:lnTo>
                  <a:lnTo>
                    <a:pt x="163318" y="414876"/>
                  </a:lnTo>
                  <a:lnTo>
                    <a:pt x="163763" y="414756"/>
                  </a:lnTo>
                  <a:lnTo>
                    <a:pt x="164025" y="414636"/>
                  </a:lnTo>
                  <a:lnTo>
                    <a:pt x="164178" y="414545"/>
                  </a:lnTo>
                  <a:lnTo>
                    <a:pt x="164437" y="414430"/>
                  </a:lnTo>
                  <a:lnTo>
                    <a:pt x="164771" y="414257"/>
                  </a:lnTo>
                  <a:lnTo>
                    <a:pt x="165353" y="413909"/>
                  </a:lnTo>
                  <a:lnTo>
                    <a:pt x="166552" y="412868"/>
                  </a:lnTo>
                  <a:lnTo>
                    <a:pt x="166974" y="412682"/>
                  </a:lnTo>
                  <a:lnTo>
                    <a:pt x="167409" y="412575"/>
                  </a:lnTo>
                  <a:lnTo>
                    <a:pt x="167646" y="412530"/>
                  </a:lnTo>
                  <a:lnTo>
                    <a:pt x="168061" y="412524"/>
                  </a:lnTo>
                  <a:lnTo>
                    <a:pt x="168218" y="412517"/>
                  </a:lnTo>
                  <a:lnTo>
                    <a:pt x="168460" y="412507"/>
                  </a:lnTo>
                  <a:lnTo>
                    <a:pt x="168834" y="412519"/>
                  </a:lnTo>
                  <a:lnTo>
                    <a:pt x="169056" y="412509"/>
                  </a:lnTo>
                  <a:lnTo>
                    <a:pt x="169320" y="412509"/>
                  </a:lnTo>
                  <a:lnTo>
                    <a:pt x="169676" y="412507"/>
                  </a:lnTo>
                  <a:lnTo>
                    <a:pt x="170829" y="412504"/>
                  </a:lnTo>
                  <a:lnTo>
                    <a:pt x="170883" y="412743"/>
                  </a:lnTo>
                  <a:lnTo>
                    <a:pt x="170997" y="413260"/>
                  </a:lnTo>
                  <a:lnTo>
                    <a:pt x="171122" y="413820"/>
                  </a:lnTo>
                  <a:lnTo>
                    <a:pt x="171315" y="414677"/>
                  </a:lnTo>
                  <a:lnTo>
                    <a:pt x="171447" y="415273"/>
                  </a:lnTo>
                  <a:lnTo>
                    <a:pt x="171595" y="415934"/>
                  </a:lnTo>
                  <a:lnTo>
                    <a:pt x="171722" y="416497"/>
                  </a:lnTo>
                  <a:lnTo>
                    <a:pt x="171865" y="417135"/>
                  </a:lnTo>
                  <a:lnTo>
                    <a:pt x="172012" y="417802"/>
                  </a:lnTo>
                  <a:lnTo>
                    <a:pt x="172145" y="418390"/>
                  </a:lnTo>
                  <a:lnTo>
                    <a:pt x="172282" y="419000"/>
                  </a:lnTo>
                  <a:lnTo>
                    <a:pt x="172552" y="420212"/>
                  </a:lnTo>
                  <a:lnTo>
                    <a:pt x="172732" y="421016"/>
                  </a:lnTo>
                  <a:lnTo>
                    <a:pt x="172801" y="421326"/>
                  </a:lnTo>
                  <a:lnTo>
                    <a:pt x="172669" y="422519"/>
                  </a:lnTo>
                  <a:lnTo>
                    <a:pt x="172615" y="423011"/>
                  </a:lnTo>
                  <a:lnTo>
                    <a:pt x="172483" y="423413"/>
                  </a:lnTo>
                  <a:lnTo>
                    <a:pt x="172341" y="423532"/>
                  </a:lnTo>
                  <a:lnTo>
                    <a:pt x="172020" y="423776"/>
                  </a:lnTo>
                  <a:lnTo>
                    <a:pt x="171870" y="423876"/>
                  </a:lnTo>
                  <a:lnTo>
                    <a:pt x="171254" y="424509"/>
                  </a:lnTo>
                  <a:lnTo>
                    <a:pt x="170966" y="425011"/>
                  </a:lnTo>
                  <a:lnTo>
                    <a:pt x="170992" y="425168"/>
                  </a:lnTo>
                  <a:lnTo>
                    <a:pt x="171076" y="425382"/>
                  </a:lnTo>
                  <a:lnTo>
                    <a:pt x="171167" y="425517"/>
                  </a:lnTo>
                  <a:lnTo>
                    <a:pt x="171259" y="425647"/>
                  </a:lnTo>
                  <a:lnTo>
                    <a:pt x="171432" y="425866"/>
                  </a:lnTo>
                  <a:lnTo>
                    <a:pt x="171575" y="426044"/>
                  </a:lnTo>
                  <a:lnTo>
                    <a:pt x="171768" y="426283"/>
                  </a:lnTo>
                  <a:lnTo>
                    <a:pt x="172112" y="426580"/>
                  </a:lnTo>
                  <a:lnTo>
                    <a:pt x="172259" y="426654"/>
                  </a:lnTo>
                  <a:lnTo>
                    <a:pt x="172519" y="426911"/>
                  </a:lnTo>
                  <a:lnTo>
                    <a:pt x="172771" y="427466"/>
                  </a:lnTo>
                  <a:lnTo>
                    <a:pt x="173022" y="428028"/>
                  </a:lnTo>
                  <a:lnTo>
                    <a:pt x="173208" y="428438"/>
                  </a:lnTo>
                  <a:lnTo>
                    <a:pt x="173539" y="429173"/>
                  </a:lnTo>
                  <a:lnTo>
                    <a:pt x="173847" y="429858"/>
                  </a:lnTo>
                  <a:lnTo>
                    <a:pt x="174109" y="430441"/>
                  </a:lnTo>
                  <a:lnTo>
                    <a:pt x="174608" y="431547"/>
                  </a:lnTo>
                  <a:lnTo>
                    <a:pt x="174837" y="432051"/>
                  </a:lnTo>
                  <a:lnTo>
                    <a:pt x="175007" y="432430"/>
                  </a:lnTo>
                  <a:lnTo>
                    <a:pt x="175264" y="433003"/>
                  </a:lnTo>
                  <a:lnTo>
                    <a:pt x="175501" y="433526"/>
                  </a:lnTo>
                  <a:lnTo>
                    <a:pt x="175793" y="434173"/>
                  </a:lnTo>
                  <a:lnTo>
                    <a:pt x="176045" y="434733"/>
                  </a:lnTo>
                  <a:lnTo>
                    <a:pt x="176333" y="435372"/>
                  </a:lnTo>
                  <a:lnTo>
                    <a:pt x="176592" y="435949"/>
                  </a:lnTo>
                  <a:lnTo>
                    <a:pt x="176684" y="436150"/>
                  </a:lnTo>
                  <a:lnTo>
                    <a:pt x="176926" y="436685"/>
                  </a:lnTo>
                  <a:lnTo>
                    <a:pt x="177155" y="437199"/>
                  </a:lnTo>
                  <a:lnTo>
                    <a:pt x="177410" y="437763"/>
                  </a:lnTo>
                  <a:lnTo>
                    <a:pt x="177628" y="438245"/>
                  </a:lnTo>
                  <a:lnTo>
                    <a:pt x="177961" y="438985"/>
                  </a:lnTo>
                  <a:lnTo>
                    <a:pt x="178384" y="439924"/>
                  </a:lnTo>
                  <a:lnTo>
                    <a:pt x="178908" y="441087"/>
                  </a:lnTo>
                  <a:lnTo>
                    <a:pt x="179000" y="441288"/>
                  </a:lnTo>
                  <a:lnTo>
                    <a:pt x="179244" y="441832"/>
                  </a:lnTo>
                  <a:lnTo>
                    <a:pt x="179595" y="441743"/>
                  </a:lnTo>
                  <a:lnTo>
                    <a:pt x="179809" y="441687"/>
                  </a:lnTo>
                  <a:lnTo>
                    <a:pt x="180236" y="441581"/>
                  </a:lnTo>
                  <a:lnTo>
                    <a:pt x="180613" y="441491"/>
                  </a:lnTo>
                  <a:lnTo>
                    <a:pt x="180964" y="441430"/>
                  </a:lnTo>
                  <a:lnTo>
                    <a:pt x="181107" y="441405"/>
                  </a:lnTo>
                  <a:lnTo>
                    <a:pt x="181524" y="441374"/>
                  </a:lnTo>
                  <a:lnTo>
                    <a:pt x="181883" y="441308"/>
                  </a:lnTo>
                  <a:lnTo>
                    <a:pt x="182679" y="441476"/>
                  </a:lnTo>
                  <a:lnTo>
                    <a:pt x="182656" y="441654"/>
                  </a:lnTo>
                  <a:lnTo>
                    <a:pt x="182674" y="441886"/>
                  </a:lnTo>
                  <a:lnTo>
                    <a:pt x="182740" y="442077"/>
                  </a:lnTo>
                  <a:lnTo>
                    <a:pt x="183297" y="442807"/>
                  </a:lnTo>
                  <a:lnTo>
                    <a:pt x="183514" y="442977"/>
                  </a:lnTo>
                  <a:lnTo>
                    <a:pt x="183802" y="444577"/>
                  </a:lnTo>
                  <a:lnTo>
                    <a:pt x="184462" y="447742"/>
                  </a:lnTo>
                  <a:lnTo>
                    <a:pt x="184599" y="448564"/>
                  </a:lnTo>
                  <a:lnTo>
                    <a:pt x="182545" y="456702"/>
                  </a:lnTo>
                  <a:lnTo>
                    <a:pt x="182671" y="456964"/>
                  </a:lnTo>
                  <a:lnTo>
                    <a:pt x="183664" y="457705"/>
                  </a:lnTo>
                  <a:lnTo>
                    <a:pt x="184193" y="457820"/>
                  </a:lnTo>
                  <a:lnTo>
                    <a:pt x="184282" y="458005"/>
                  </a:lnTo>
                  <a:lnTo>
                    <a:pt x="184384" y="458209"/>
                  </a:lnTo>
                  <a:lnTo>
                    <a:pt x="184544" y="458555"/>
                  </a:lnTo>
                  <a:lnTo>
                    <a:pt x="184575" y="458692"/>
                  </a:lnTo>
                  <a:lnTo>
                    <a:pt x="187005" y="461878"/>
                  </a:lnTo>
                  <a:lnTo>
                    <a:pt x="188084" y="464423"/>
                  </a:lnTo>
                  <a:lnTo>
                    <a:pt x="189674" y="465866"/>
                  </a:lnTo>
                  <a:lnTo>
                    <a:pt x="189763" y="470204"/>
                  </a:lnTo>
                  <a:lnTo>
                    <a:pt x="190408" y="470729"/>
                  </a:lnTo>
                  <a:lnTo>
                    <a:pt x="192817" y="472687"/>
                  </a:lnTo>
                  <a:lnTo>
                    <a:pt x="194038" y="474059"/>
                  </a:lnTo>
                  <a:lnTo>
                    <a:pt x="198308" y="475639"/>
                  </a:lnTo>
                  <a:lnTo>
                    <a:pt x="199835" y="476066"/>
                  </a:lnTo>
                  <a:lnTo>
                    <a:pt x="199972" y="476105"/>
                  </a:lnTo>
                  <a:lnTo>
                    <a:pt x="206440" y="478616"/>
                  </a:lnTo>
                  <a:lnTo>
                    <a:pt x="207854" y="478182"/>
                  </a:lnTo>
                  <a:lnTo>
                    <a:pt x="209837" y="477573"/>
                  </a:lnTo>
                  <a:lnTo>
                    <a:pt x="213946" y="478464"/>
                  </a:lnTo>
                  <a:lnTo>
                    <a:pt x="215786" y="479090"/>
                  </a:lnTo>
                  <a:lnTo>
                    <a:pt x="217323" y="481140"/>
                  </a:lnTo>
                  <a:lnTo>
                    <a:pt x="219269" y="483736"/>
                  </a:lnTo>
                  <a:lnTo>
                    <a:pt x="215815" y="488296"/>
                  </a:lnTo>
                  <a:lnTo>
                    <a:pt x="212649" y="492476"/>
                  </a:lnTo>
                  <a:lnTo>
                    <a:pt x="215814" y="495026"/>
                  </a:lnTo>
                  <a:lnTo>
                    <a:pt x="218303" y="494660"/>
                  </a:lnTo>
                  <a:lnTo>
                    <a:pt x="221165" y="495021"/>
                  </a:lnTo>
                  <a:lnTo>
                    <a:pt x="223127" y="499003"/>
                  </a:lnTo>
                  <a:lnTo>
                    <a:pt x="221949" y="499802"/>
                  </a:lnTo>
                  <a:lnTo>
                    <a:pt x="221481" y="500925"/>
                  </a:lnTo>
                  <a:lnTo>
                    <a:pt x="221407" y="501102"/>
                  </a:lnTo>
                  <a:lnTo>
                    <a:pt x="220305" y="503746"/>
                  </a:lnTo>
                  <a:lnTo>
                    <a:pt x="218379" y="507273"/>
                  </a:lnTo>
                  <a:lnTo>
                    <a:pt x="215791" y="515744"/>
                  </a:lnTo>
                  <a:lnTo>
                    <a:pt x="221132" y="518311"/>
                  </a:lnTo>
                  <a:lnTo>
                    <a:pt x="224791" y="520685"/>
                  </a:lnTo>
                  <a:lnTo>
                    <a:pt x="227145" y="526002"/>
                  </a:lnTo>
                  <a:lnTo>
                    <a:pt x="227406" y="526635"/>
                  </a:lnTo>
                  <a:lnTo>
                    <a:pt x="226550" y="532882"/>
                  </a:lnTo>
                  <a:lnTo>
                    <a:pt x="229571" y="538536"/>
                  </a:lnTo>
                  <a:lnTo>
                    <a:pt x="230852" y="540918"/>
                  </a:lnTo>
                  <a:lnTo>
                    <a:pt x="231249" y="541174"/>
                  </a:lnTo>
                  <a:lnTo>
                    <a:pt x="233867" y="542785"/>
                  </a:lnTo>
                  <a:lnTo>
                    <a:pt x="234722" y="543304"/>
                  </a:lnTo>
                  <a:lnTo>
                    <a:pt x="236923" y="544645"/>
                  </a:lnTo>
                  <a:lnTo>
                    <a:pt x="239498" y="546210"/>
                  </a:lnTo>
                  <a:lnTo>
                    <a:pt x="242358" y="547950"/>
                  </a:lnTo>
                  <a:lnTo>
                    <a:pt x="245737" y="550004"/>
                  </a:lnTo>
                  <a:lnTo>
                    <a:pt x="249218" y="552123"/>
                  </a:lnTo>
                  <a:lnTo>
                    <a:pt x="250605" y="552966"/>
                  </a:lnTo>
                  <a:lnTo>
                    <a:pt x="254900" y="548894"/>
                  </a:lnTo>
                  <a:lnTo>
                    <a:pt x="257634" y="545825"/>
                  </a:lnTo>
                  <a:lnTo>
                    <a:pt x="261414" y="548248"/>
                  </a:lnTo>
                  <a:lnTo>
                    <a:pt x="263809" y="550317"/>
                  </a:lnTo>
                  <a:lnTo>
                    <a:pt x="264203" y="550658"/>
                  </a:lnTo>
                  <a:lnTo>
                    <a:pt x="264111" y="550848"/>
                  </a:lnTo>
                  <a:lnTo>
                    <a:pt x="263671" y="551785"/>
                  </a:lnTo>
                  <a:lnTo>
                    <a:pt x="261111" y="557207"/>
                  </a:lnTo>
                  <a:lnTo>
                    <a:pt x="260638" y="558207"/>
                  </a:lnTo>
                  <a:lnTo>
                    <a:pt x="260473" y="558569"/>
                  </a:lnTo>
                  <a:lnTo>
                    <a:pt x="259811" y="559121"/>
                  </a:lnTo>
                  <a:lnTo>
                    <a:pt x="258999" y="559800"/>
                  </a:lnTo>
                  <a:lnTo>
                    <a:pt x="257768" y="560823"/>
                  </a:lnTo>
                  <a:lnTo>
                    <a:pt x="256862" y="561513"/>
                  </a:lnTo>
                  <a:lnTo>
                    <a:pt x="255378" y="562645"/>
                  </a:lnTo>
                  <a:lnTo>
                    <a:pt x="254651" y="563200"/>
                  </a:lnTo>
                  <a:lnTo>
                    <a:pt x="254175" y="563591"/>
                  </a:lnTo>
                  <a:lnTo>
                    <a:pt x="254188" y="563836"/>
                  </a:lnTo>
                  <a:lnTo>
                    <a:pt x="254221" y="564591"/>
                  </a:lnTo>
                  <a:lnTo>
                    <a:pt x="254272" y="565803"/>
                  </a:lnTo>
                  <a:lnTo>
                    <a:pt x="254325" y="566993"/>
                  </a:lnTo>
                  <a:lnTo>
                    <a:pt x="254396" y="568627"/>
                  </a:lnTo>
                  <a:lnTo>
                    <a:pt x="254445" y="569708"/>
                  </a:lnTo>
                  <a:lnTo>
                    <a:pt x="254474" y="570400"/>
                  </a:lnTo>
                  <a:lnTo>
                    <a:pt x="254485" y="570650"/>
                  </a:lnTo>
                  <a:lnTo>
                    <a:pt x="254508" y="571174"/>
                  </a:lnTo>
                  <a:lnTo>
                    <a:pt x="254419" y="571441"/>
                  </a:lnTo>
                  <a:lnTo>
                    <a:pt x="253666" y="573686"/>
                  </a:lnTo>
                  <a:lnTo>
                    <a:pt x="253271" y="574864"/>
                  </a:lnTo>
                  <a:lnTo>
                    <a:pt x="252928" y="575892"/>
                  </a:lnTo>
                  <a:lnTo>
                    <a:pt x="252686" y="576609"/>
                  </a:lnTo>
                  <a:lnTo>
                    <a:pt x="252582" y="577085"/>
                  </a:lnTo>
                  <a:lnTo>
                    <a:pt x="252646" y="577734"/>
                  </a:lnTo>
                  <a:lnTo>
                    <a:pt x="252702" y="578268"/>
                  </a:lnTo>
                  <a:lnTo>
                    <a:pt x="252793" y="579184"/>
                  </a:lnTo>
                  <a:lnTo>
                    <a:pt x="252880" y="580037"/>
                  </a:lnTo>
                  <a:lnTo>
                    <a:pt x="252467" y="580337"/>
                  </a:lnTo>
                  <a:lnTo>
                    <a:pt x="251841" y="580795"/>
                  </a:lnTo>
                  <a:lnTo>
                    <a:pt x="251363" y="581144"/>
                  </a:lnTo>
                  <a:lnTo>
                    <a:pt x="250501" y="581772"/>
                  </a:lnTo>
                  <a:lnTo>
                    <a:pt x="249735" y="582332"/>
                  </a:lnTo>
                  <a:lnTo>
                    <a:pt x="249208" y="582716"/>
                  </a:lnTo>
                  <a:lnTo>
                    <a:pt x="249287" y="582958"/>
                  </a:lnTo>
                  <a:lnTo>
                    <a:pt x="249475" y="583523"/>
                  </a:lnTo>
                  <a:lnTo>
                    <a:pt x="249758" y="584380"/>
                  </a:lnTo>
                  <a:lnTo>
                    <a:pt x="251266" y="588959"/>
                  </a:lnTo>
                  <a:lnTo>
                    <a:pt x="251485" y="589622"/>
                  </a:lnTo>
                  <a:lnTo>
                    <a:pt x="251763" y="590462"/>
                  </a:lnTo>
                  <a:lnTo>
                    <a:pt x="252111" y="591523"/>
                  </a:lnTo>
                  <a:lnTo>
                    <a:pt x="252264" y="591978"/>
                  </a:lnTo>
                  <a:lnTo>
                    <a:pt x="251564" y="591785"/>
                  </a:lnTo>
                  <a:lnTo>
                    <a:pt x="249885" y="591261"/>
                  </a:lnTo>
                  <a:lnTo>
                    <a:pt x="248330" y="590777"/>
                  </a:lnTo>
                  <a:lnTo>
                    <a:pt x="247358" y="590474"/>
                  </a:lnTo>
                  <a:lnTo>
                    <a:pt x="245195" y="590273"/>
                  </a:lnTo>
                  <a:lnTo>
                    <a:pt x="243750" y="590139"/>
                  </a:lnTo>
                  <a:lnTo>
                    <a:pt x="243396" y="590105"/>
                  </a:lnTo>
                  <a:lnTo>
                    <a:pt x="243177" y="590105"/>
                  </a:lnTo>
                  <a:lnTo>
                    <a:pt x="242959" y="590141"/>
                  </a:lnTo>
                  <a:lnTo>
                    <a:pt x="242694" y="590210"/>
                  </a:lnTo>
                  <a:lnTo>
                    <a:pt x="240737" y="590721"/>
                  </a:lnTo>
                  <a:lnTo>
                    <a:pt x="239012" y="591169"/>
                  </a:lnTo>
                  <a:lnTo>
                    <a:pt x="237495" y="591566"/>
                  </a:lnTo>
                  <a:lnTo>
                    <a:pt x="236155" y="591915"/>
                  </a:lnTo>
                  <a:lnTo>
                    <a:pt x="233877" y="592507"/>
                  </a:lnTo>
                  <a:lnTo>
                    <a:pt x="231599" y="593102"/>
                  </a:lnTo>
                  <a:lnTo>
                    <a:pt x="231223" y="593200"/>
                  </a:lnTo>
                  <a:lnTo>
                    <a:pt x="231017" y="593355"/>
                  </a:lnTo>
                  <a:lnTo>
                    <a:pt x="229648" y="594390"/>
                  </a:lnTo>
                  <a:lnTo>
                    <a:pt x="228440" y="595304"/>
                  </a:lnTo>
                  <a:lnTo>
                    <a:pt x="227193" y="596245"/>
                  </a:lnTo>
                  <a:lnTo>
                    <a:pt x="225065" y="597856"/>
                  </a:lnTo>
                  <a:lnTo>
                    <a:pt x="224106" y="598604"/>
                  </a:lnTo>
                  <a:lnTo>
                    <a:pt x="223259" y="599261"/>
                  </a:lnTo>
                  <a:lnTo>
                    <a:pt x="221885" y="600332"/>
                  </a:lnTo>
                  <a:lnTo>
                    <a:pt x="220913" y="601085"/>
                  </a:lnTo>
                  <a:lnTo>
                    <a:pt x="219824" y="601932"/>
                  </a:lnTo>
                  <a:lnTo>
                    <a:pt x="219292" y="602347"/>
                  </a:lnTo>
                  <a:lnTo>
                    <a:pt x="216139" y="603116"/>
                  </a:lnTo>
                  <a:lnTo>
                    <a:pt x="214887" y="603421"/>
                  </a:lnTo>
                  <a:lnTo>
                    <a:pt x="213478" y="603764"/>
                  </a:lnTo>
                  <a:lnTo>
                    <a:pt x="212231" y="604067"/>
                  </a:lnTo>
                  <a:lnTo>
                    <a:pt x="211101" y="604345"/>
                  </a:lnTo>
                  <a:lnTo>
                    <a:pt x="210340" y="604530"/>
                  </a:lnTo>
                  <a:lnTo>
                    <a:pt x="209421" y="604754"/>
                  </a:lnTo>
                  <a:lnTo>
                    <a:pt x="209414" y="605024"/>
                  </a:lnTo>
                  <a:lnTo>
                    <a:pt x="209332" y="605713"/>
                  </a:lnTo>
                  <a:lnTo>
                    <a:pt x="209261" y="607734"/>
                  </a:lnTo>
                  <a:lnTo>
                    <a:pt x="209299" y="608291"/>
                  </a:lnTo>
                  <a:lnTo>
                    <a:pt x="209935" y="609077"/>
                  </a:lnTo>
                  <a:lnTo>
                    <a:pt x="210488" y="609840"/>
                  </a:lnTo>
                  <a:lnTo>
                    <a:pt x="211185" y="610802"/>
                  </a:lnTo>
                  <a:lnTo>
                    <a:pt x="211727" y="611550"/>
                  </a:lnTo>
                  <a:lnTo>
                    <a:pt x="212366" y="612433"/>
                  </a:lnTo>
                  <a:lnTo>
                    <a:pt x="212651" y="612828"/>
                  </a:lnTo>
                  <a:lnTo>
                    <a:pt x="212628" y="613080"/>
                  </a:lnTo>
                  <a:lnTo>
                    <a:pt x="212490" y="614499"/>
                  </a:lnTo>
                  <a:lnTo>
                    <a:pt x="212414" y="615298"/>
                  </a:lnTo>
                  <a:lnTo>
                    <a:pt x="212343" y="616021"/>
                  </a:lnTo>
                  <a:lnTo>
                    <a:pt x="212200" y="617505"/>
                  </a:lnTo>
                  <a:lnTo>
                    <a:pt x="212076" y="618802"/>
                  </a:lnTo>
                  <a:lnTo>
                    <a:pt x="211994" y="619645"/>
                  </a:lnTo>
                  <a:lnTo>
                    <a:pt x="212226" y="620062"/>
                  </a:lnTo>
                  <a:lnTo>
                    <a:pt x="212793" y="621085"/>
                  </a:lnTo>
                  <a:lnTo>
                    <a:pt x="213231" y="621876"/>
                  </a:lnTo>
                  <a:lnTo>
                    <a:pt x="213585" y="622517"/>
                  </a:lnTo>
                  <a:lnTo>
                    <a:pt x="214208" y="623640"/>
                  </a:lnTo>
                  <a:lnTo>
                    <a:pt x="214674" y="624484"/>
                  </a:lnTo>
                  <a:lnTo>
                    <a:pt x="215043" y="625148"/>
                  </a:lnTo>
                  <a:lnTo>
                    <a:pt x="215361" y="625724"/>
                  </a:lnTo>
                  <a:lnTo>
                    <a:pt x="215737" y="626405"/>
                  </a:lnTo>
                  <a:lnTo>
                    <a:pt x="216213" y="627260"/>
                  </a:lnTo>
                  <a:lnTo>
                    <a:pt x="216740" y="628215"/>
                  </a:lnTo>
                  <a:lnTo>
                    <a:pt x="216900" y="628505"/>
                  </a:lnTo>
                  <a:lnTo>
                    <a:pt x="216923" y="628657"/>
                  </a:lnTo>
                  <a:lnTo>
                    <a:pt x="216989" y="629095"/>
                  </a:lnTo>
                  <a:lnTo>
                    <a:pt x="217134" y="630052"/>
                  </a:lnTo>
                  <a:lnTo>
                    <a:pt x="217231" y="630685"/>
                  </a:lnTo>
                  <a:lnTo>
                    <a:pt x="217330" y="631347"/>
                  </a:lnTo>
                  <a:lnTo>
                    <a:pt x="217450" y="632141"/>
                  </a:lnTo>
                  <a:lnTo>
                    <a:pt x="217541" y="632736"/>
                  </a:lnTo>
                  <a:lnTo>
                    <a:pt x="217651" y="633461"/>
                  </a:lnTo>
                  <a:lnTo>
                    <a:pt x="217707" y="633828"/>
                  </a:lnTo>
                  <a:lnTo>
                    <a:pt x="217786" y="634355"/>
                  </a:lnTo>
                  <a:lnTo>
                    <a:pt x="217872" y="634925"/>
                  </a:lnTo>
                  <a:lnTo>
                    <a:pt x="217931" y="635309"/>
                  </a:lnTo>
                  <a:lnTo>
                    <a:pt x="218040" y="636044"/>
                  </a:lnTo>
                  <a:lnTo>
                    <a:pt x="218098" y="636423"/>
                  </a:lnTo>
                  <a:lnTo>
                    <a:pt x="218246" y="636459"/>
                  </a:lnTo>
                  <a:lnTo>
                    <a:pt x="218582" y="636545"/>
                  </a:lnTo>
                  <a:lnTo>
                    <a:pt x="218946" y="636637"/>
                  </a:lnTo>
                  <a:lnTo>
                    <a:pt x="219417" y="636757"/>
                  </a:lnTo>
                  <a:lnTo>
                    <a:pt x="219811" y="636856"/>
                  </a:lnTo>
                  <a:lnTo>
                    <a:pt x="220228" y="636960"/>
                  </a:lnTo>
                  <a:lnTo>
                    <a:pt x="220694" y="637080"/>
                  </a:lnTo>
                  <a:lnTo>
                    <a:pt x="221104" y="637184"/>
                  </a:lnTo>
                  <a:lnTo>
                    <a:pt x="221501" y="637283"/>
                  </a:lnTo>
                  <a:lnTo>
                    <a:pt x="222037" y="637421"/>
                  </a:lnTo>
                  <a:lnTo>
                    <a:pt x="223811" y="641077"/>
                  </a:lnTo>
                  <a:lnTo>
                    <a:pt x="224050" y="641568"/>
                  </a:lnTo>
                  <a:lnTo>
                    <a:pt x="224310" y="642103"/>
                  </a:lnTo>
                  <a:lnTo>
                    <a:pt x="224584" y="642668"/>
                  </a:lnTo>
                  <a:lnTo>
                    <a:pt x="224826" y="643166"/>
                  </a:lnTo>
                  <a:lnTo>
                    <a:pt x="224930" y="643378"/>
                  </a:lnTo>
                  <a:lnTo>
                    <a:pt x="225162" y="644001"/>
                  </a:lnTo>
                  <a:lnTo>
                    <a:pt x="225404" y="644355"/>
                  </a:lnTo>
                  <a:lnTo>
                    <a:pt x="225844" y="645263"/>
                  </a:lnTo>
                  <a:lnTo>
                    <a:pt x="226579" y="646780"/>
                  </a:lnTo>
                  <a:lnTo>
                    <a:pt x="227353" y="647795"/>
                  </a:lnTo>
                  <a:lnTo>
                    <a:pt x="230712" y="652202"/>
                  </a:lnTo>
                  <a:lnTo>
                    <a:pt x="230844" y="652462"/>
                  </a:lnTo>
                  <a:lnTo>
                    <a:pt x="230974" y="652719"/>
                  </a:lnTo>
                  <a:lnTo>
                    <a:pt x="231511" y="653792"/>
                  </a:lnTo>
                  <a:lnTo>
                    <a:pt x="231696" y="654159"/>
                  </a:lnTo>
                  <a:lnTo>
                    <a:pt x="231923" y="654612"/>
                  </a:lnTo>
                  <a:lnTo>
                    <a:pt x="232164" y="655093"/>
                  </a:lnTo>
                  <a:lnTo>
                    <a:pt x="232363" y="655484"/>
                  </a:lnTo>
                  <a:lnTo>
                    <a:pt x="232549" y="655856"/>
                  </a:lnTo>
                  <a:lnTo>
                    <a:pt x="232785" y="656324"/>
                  </a:lnTo>
                  <a:lnTo>
                    <a:pt x="232897" y="656540"/>
                  </a:lnTo>
                  <a:lnTo>
                    <a:pt x="233111" y="656935"/>
                  </a:lnTo>
                  <a:lnTo>
                    <a:pt x="233294" y="657276"/>
                  </a:lnTo>
                  <a:lnTo>
                    <a:pt x="233495" y="657619"/>
                  </a:lnTo>
                  <a:lnTo>
                    <a:pt x="233671" y="657897"/>
                  </a:lnTo>
                  <a:lnTo>
                    <a:pt x="233880" y="658222"/>
                  </a:lnTo>
                  <a:lnTo>
                    <a:pt x="234116" y="658591"/>
                  </a:lnTo>
                  <a:lnTo>
                    <a:pt x="234610" y="659362"/>
                  </a:lnTo>
                  <a:lnTo>
                    <a:pt x="234818" y="659785"/>
                  </a:lnTo>
                  <a:lnTo>
                    <a:pt x="235170" y="660334"/>
                  </a:lnTo>
                  <a:lnTo>
                    <a:pt x="235388" y="660579"/>
                  </a:lnTo>
                  <a:lnTo>
                    <a:pt x="235679" y="661029"/>
                  </a:lnTo>
                  <a:lnTo>
                    <a:pt x="236073" y="661645"/>
                  </a:lnTo>
                  <a:lnTo>
                    <a:pt x="236210" y="661858"/>
                  </a:lnTo>
                  <a:lnTo>
                    <a:pt x="236348" y="662075"/>
                  </a:lnTo>
                  <a:lnTo>
                    <a:pt x="236999" y="663090"/>
                  </a:lnTo>
                  <a:lnTo>
                    <a:pt x="237159" y="663072"/>
                  </a:lnTo>
                  <a:lnTo>
                    <a:pt x="237381" y="663047"/>
                  </a:lnTo>
                  <a:lnTo>
                    <a:pt x="237625" y="663023"/>
                  </a:lnTo>
                  <a:lnTo>
                    <a:pt x="237915" y="663105"/>
                  </a:lnTo>
                  <a:lnTo>
                    <a:pt x="238106" y="663172"/>
                  </a:lnTo>
                  <a:lnTo>
                    <a:pt x="238254" y="663258"/>
                  </a:lnTo>
                  <a:lnTo>
                    <a:pt x="238414" y="663319"/>
                  </a:lnTo>
                  <a:lnTo>
                    <a:pt x="238735" y="663456"/>
                  </a:lnTo>
                  <a:lnTo>
                    <a:pt x="239467" y="663935"/>
                  </a:lnTo>
                  <a:lnTo>
                    <a:pt x="239671" y="664141"/>
                  </a:lnTo>
                  <a:lnTo>
                    <a:pt x="239808" y="664314"/>
                  </a:lnTo>
                  <a:lnTo>
                    <a:pt x="239938" y="664591"/>
                  </a:lnTo>
                  <a:lnTo>
                    <a:pt x="240928" y="666711"/>
                  </a:lnTo>
                  <a:lnTo>
                    <a:pt x="241215" y="667327"/>
                  </a:lnTo>
                  <a:lnTo>
                    <a:pt x="241320" y="667553"/>
                  </a:lnTo>
                  <a:lnTo>
                    <a:pt x="241437" y="667802"/>
                  </a:lnTo>
                  <a:lnTo>
                    <a:pt x="241528" y="668001"/>
                  </a:lnTo>
                  <a:lnTo>
                    <a:pt x="241623" y="668166"/>
                  </a:lnTo>
                  <a:lnTo>
                    <a:pt x="241686" y="668306"/>
                  </a:lnTo>
                  <a:lnTo>
                    <a:pt x="241808" y="668571"/>
                  </a:lnTo>
                  <a:lnTo>
                    <a:pt x="242204" y="669430"/>
                  </a:lnTo>
                  <a:lnTo>
                    <a:pt x="242409" y="669871"/>
                  </a:lnTo>
                  <a:lnTo>
                    <a:pt x="242707" y="670517"/>
                  </a:lnTo>
                  <a:lnTo>
                    <a:pt x="242683" y="670692"/>
                  </a:lnTo>
                  <a:lnTo>
                    <a:pt x="242516" y="671909"/>
                  </a:lnTo>
                  <a:lnTo>
                    <a:pt x="242533" y="672059"/>
                  </a:lnTo>
                  <a:lnTo>
                    <a:pt x="242541" y="672454"/>
                  </a:lnTo>
                  <a:lnTo>
                    <a:pt x="242562" y="673721"/>
                  </a:lnTo>
                  <a:lnTo>
                    <a:pt x="242572" y="674421"/>
                  </a:lnTo>
                  <a:lnTo>
                    <a:pt x="244075" y="679828"/>
                  </a:lnTo>
                  <a:lnTo>
                    <a:pt x="244261" y="680596"/>
                  </a:lnTo>
                  <a:lnTo>
                    <a:pt x="244220" y="680978"/>
                  </a:lnTo>
                  <a:lnTo>
                    <a:pt x="243671" y="685907"/>
                  </a:lnTo>
                  <a:lnTo>
                    <a:pt x="243572" y="686798"/>
                  </a:lnTo>
                  <a:lnTo>
                    <a:pt x="243462" y="687777"/>
                  </a:lnTo>
                  <a:lnTo>
                    <a:pt x="243556" y="687958"/>
                  </a:lnTo>
                  <a:lnTo>
                    <a:pt x="243691" y="688217"/>
                  </a:lnTo>
                  <a:lnTo>
                    <a:pt x="243951" y="688716"/>
                  </a:lnTo>
                  <a:lnTo>
                    <a:pt x="244317" y="689421"/>
                  </a:lnTo>
                  <a:lnTo>
                    <a:pt x="244686" y="690131"/>
                  </a:lnTo>
                  <a:lnTo>
                    <a:pt x="244890" y="690523"/>
                  </a:lnTo>
                  <a:lnTo>
                    <a:pt x="245081" y="690892"/>
                  </a:lnTo>
                  <a:lnTo>
                    <a:pt x="245121" y="691136"/>
                  </a:lnTo>
                  <a:lnTo>
                    <a:pt x="245162" y="691378"/>
                  </a:lnTo>
                  <a:lnTo>
                    <a:pt x="245294" y="692182"/>
                  </a:lnTo>
                  <a:lnTo>
                    <a:pt x="245164" y="692467"/>
                  </a:lnTo>
                  <a:lnTo>
                    <a:pt x="244885" y="693024"/>
                  </a:lnTo>
                  <a:lnTo>
                    <a:pt x="244439" y="693907"/>
                  </a:lnTo>
                  <a:lnTo>
                    <a:pt x="243976" y="694826"/>
                  </a:lnTo>
                  <a:lnTo>
                    <a:pt x="243536" y="695699"/>
                  </a:lnTo>
                  <a:lnTo>
                    <a:pt x="243287" y="696192"/>
                  </a:lnTo>
                  <a:lnTo>
                    <a:pt x="242801" y="697151"/>
                  </a:lnTo>
                  <a:lnTo>
                    <a:pt x="242475" y="697798"/>
                  </a:lnTo>
                  <a:lnTo>
                    <a:pt x="242597" y="698266"/>
                  </a:lnTo>
                  <a:lnTo>
                    <a:pt x="242757" y="698892"/>
                  </a:lnTo>
                  <a:lnTo>
                    <a:pt x="242910" y="699485"/>
                  </a:lnTo>
                  <a:lnTo>
                    <a:pt x="243022" y="699928"/>
                  </a:lnTo>
                  <a:lnTo>
                    <a:pt x="243282" y="700930"/>
                  </a:lnTo>
                  <a:lnTo>
                    <a:pt x="243480" y="701701"/>
                  </a:lnTo>
                  <a:lnTo>
                    <a:pt x="243694" y="702538"/>
                  </a:lnTo>
                  <a:lnTo>
                    <a:pt x="243564" y="702915"/>
                  </a:lnTo>
                  <a:lnTo>
                    <a:pt x="242878" y="704894"/>
                  </a:lnTo>
                  <a:lnTo>
                    <a:pt x="242030" y="707342"/>
                  </a:lnTo>
                  <a:lnTo>
                    <a:pt x="241455" y="707610"/>
                  </a:lnTo>
                  <a:lnTo>
                    <a:pt x="241002" y="707818"/>
                  </a:lnTo>
                  <a:lnTo>
                    <a:pt x="240472" y="708065"/>
                  </a:lnTo>
                  <a:lnTo>
                    <a:pt x="239907" y="708327"/>
                  </a:lnTo>
                  <a:lnTo>
                    <a:pt x="239462" y="708533"/>
                  </a:lnTo>
                  <a:lnTo>
                    <a:pt x="238806" y="708839"/>
                  </a:lnTo>
                  <a:lnTo>
                    <a:pt x="238256" y="709096"/>
                  </a:lnTo>
                  <a:lnTo>
                    <a:pt x="237752" y="709330"/>
                  </a:lnTo>
                  <a:lnTo>
                    <a:pt x="237266" y="709554"/>
                  </a:lnTo>
                  <a:lnTo>
                    <a:pt x="236724" y="709806"/>
                  </a:lnTo>
                  <a:lnTo>
                    <a:pt x="236037" y="710131"/>
                  </a:lnTo>
                  <a:lnTo>
                    <a:pt x="235691" y="710320"/>
                  </a:lnTo>
                  <a:lnTo>
                    <a:pt x="235164" y="710762"/>
                  </a:lnTo>
                  <a:lnTo>
                    <a:pt x="234681" y="711111"/>
                  </a:lnTo>
                  <a:lnTo>
                    <a:pt x="234228" y="711437"/>
                  </a:lnTo>
                  <a:lnTo>
                    <a:pt x="233699" y="711816"/>
                  </a:lnTo>
                  <a:lnTo>
                    <a:pt x="233424" y="712014"/>
                  </a:lnTo>
                  <a:lnTo>
                    <a:pt x="233058" y="712276"/>
                  </a:lnTo>
                  <a:lnTo>
                    <a:pt x="232661" y="712564"/>
                  </a:lnTo>
                  <a:lnTo>
                    <a:pt x="232256" y="712856"/>
                  </a:lnTo>
                  <a:lnTo>
                    <a:pt x="231783" y="713197"/>
                  </a:lnTo>
                  <a:lnTo>
                    <a:pt x="231505" y="713396"/>
                  </a:lnTo>
                  <a:lnTo>
                    <a:pt x="231002" y="713757"/>
                  </a:lnTo>
                  <a:lnTo>
                    <a:pt x="230671" y="713996"/>
                  </a:lnTo>
                  <a:lnTo>
                    <a:pt x="230254" y="714297"/>
                  </a:lnTo>
                  <a:lnTo>
                    <a:pt x="229867" y="714589"/>
                  </a:lnTo>
                  <a:lnTo>
                    <a:pt x="229740" y="714734"/>
                  </a:lnTo>
                  <a:lnTo>
                    <a:pt x="229475" y="715037"/>
                  </a:lnTo>
                  <a:lnTo>
                    <a:pt x="229063" y="715508"/>
                  </a:lnTo>
                  <a:lnTo>
                    <a:pt x="228452" y="716202"/>
                  </a:lnTo>
                  <a:lnTo>
                    <a:pt x="228243" y="716439"/>
                  </a:lnTo>
                  <a:lnTo>
                    <a:pt x="227686" y="717078"/>
                  </a:lnTo>
                  <a:lnTo>
                    <a:pt x="227274" y="717549"/>
                  </a:lnTo>
                  <a:lnTo>
                    <a:pt x="226979" y="717844"/>
                  </a:lnTo>
                  <a:lnTo>
                    <a:pt x="226760" y="717874"/>
                  </a:lnTo>
                  <a:lnTo>
                    <a:pt x="226020" y="717984"/>
                  </a:lnTo>
                  <a:lnTo>
                    <a:pt x="216676" y="719350"/>
                  </a:lnTo>
                  <a:lnTo>
                    <a:pt x="209750" y="720688"/>
                  </a:lnTo>
                  <a:lnTo>
                    <a:pt x="209582" y="720722"/>
                  </a:lnTo>
                  <a:lnTo>
                    <a:pt x="208396" y="720951"/>
                  </a:lnTo>
                  <a:lnTo>
                    <a:pt x="207264" y="721169"/>
                  </a:lnTo>
                  <a:lnTo>
                    <a:pt x="206002" y="721414"/>
                  </a:lnTo>
                  <a:lnTo>
                    <a:pt x="204859" y="721625"/>
                  </a:lnTo>
                  <a:lnTo>
                    <a:pt x="204676" y="721661"/>
                  </a:lnTo>
                  <a:lnTo>
                    <a:pt x="203472" y="721887"/>
                  </a:lnTo>
                  <a:lnTo>
                    <a:pt x="202124" y="722139"/>
                  </a:lnTo>
                  <a:lnTo>
                    <a:pt x="200455" y="722452"/>
                  </a:lnTo>
                  <a:lnTo>
                    <a:pt x="199129" y="722701"/>
                  </a:lnTo>
                  <a:lnTo>
                    <a:pt x="197238" y="723057"/>
                  </a:lnTo>
                  <a:lnTo>
                    <a:pt x="196014" y="723286"/>
                  </a:lnTo>
                  <a:lnTo>
                    <a:pt x="194928" y="723490"/>
                  </a:lnTo>
                  <a:lnTo>
                    <a:pt x="193399" y="723698"/>
                  </a:lnTo>
                  <a:lnTo>
                    <a:pt x="196263" y="727478"/>
                  </a:lnTo>
                  <a:lnTo>
                    <a:pt x="198332" y="730207"/>
                  </a:lnTo>
                  <a:lnTo>
                    <a:pt x="201769" y="734743"/>
                  </a:lnTo>
                  <a:lnTo>
                    <a:pt x="206324" y="740759"/>
                  </a:lnTo>
                  <a:lnTo>
                    <a:pt x="214948" y="752094"/>
                  </a:lnTo>
                  <a:lnTo>
                    <a:pt x="216642" y="754329"/>
                  </a:lnTo>
                  <a:lnTo>
                    <a:pt x="218719" y="761826"/>
                  </a:lnTo>
                  <a:lnTo>
                    <a:pt x="219522" y="764729"/>
                  </a:lnTo>
                  <a:lnTo>
                    <a:pt x="222762" y="769001"/>
                  </a:lnTo>
                  <a:lnTo>
                    <a:pt x="227713" y="775529"/>
                  </a:lnTo>
                  <a:lnTo>
                    <a:pt x="228452" y="776504"/>
                  </a:lnTo>
                  <a:lnTo>
                    <a:pt x="237744" y="788746"/>
                  </a:lnTo>
                  <a:lnTo>
                    <a:pt x="239226" y="794944"/>
                  </a:lnTo>
                  <a:lnTo>
                    <a:pt x="240426" y="799922"/>
                  </a:lnTo>
                  <a:lnTo>
                    <a:pt x="242699" y="809784"/>
                  </a:lnTo>
                  <a:lnTo>
                    <a:pt x="244944" y="819508"/>
                  </a:lnTo>
                  <a:lnTo>
                    <a:pt x="247861" y="817654"/>
                  </a:lnTo>
                  <a:lnTo>
                    <a:pt x="250715" y="815839"/>
                  </a:lnTo>
                  <a:lnTo>
                    <a:pt x="260455" y="809649"/>
                  </a:lnTo>
                  <a:lnTo>
                    <a:pt x="266906" y="813180"/>
                  </a:lnTo>
                  <a:lnTo>
                    <a:pt x="268298" y="813941"/>
                  </a:lnTo>
                  <a:lnTo>
                    <a:pt x="271543" y="815214"/>
                  </a:lnTo>
                  <a:lnTo>
                    <a:pt x="273974" y="816159"/>
                  </a:lnTo>
                  <a:lnTo>
                    <a:pt x="276194" y="817025"/>
                  </a:lnTo>
                  <a:lnTo>
                    <a:pt x="277066" y="817366"/>
                  </a:lnTo>
                  <a:lnTo>
                    <a:pt x="278580" y="817957"/>
                  </a:lnTo>
                  <a:lnTo>
                    <a:pt x="280259" y="818616"/>
                  </a:lnTo>
                  <a:lnTo>
                    <a:pt x="283562" y="819908"/>
                  </a:lnTo>
                  <a:lnTo>
                    <a:pt x="289648" y="822294"/>
                  </a:lnTo>
                  <a:lnTo>
                    <a:pt x="297202" y="821159"/>
                  </a:lnTo>
                  <a:lnTo>
                    <a:pt x="305415" y="819925"/>
                  </a:lnTo>
                  <a:lnTo>
                    <a:pt x="311092" y="819072"/>
                  </a:lnTo>
                  <a:lnTo>
                    <a:pt x="314703" y="818531"/>
                  </a:lnTo>
                  <a:lnTo>
                    <a:pt x="315731" y="819617"/>
                  </a:lnTo>
                  <a:lnTo>
                    <a:pt x="317288" y="821259"/>
                  </a:lnTo>
                  <a:lnTo>
                    <a:pt x="321485" y="825683"/>
                  </a:lnTo>
                  <a:lnTo>
                    <a:pt x="329452" y="834005"/>
                  </a:lnTo>
                  <a:lnTo>
                    <a:pt x="334439" y="829715"/>
                  </a:lnTo>
                  <a:lnTo>
                    <a:pt x="335780" y="828562"/>
                  </a:lnTo>
                  <a:lnTo>
                    <a:pt x="343037" y="822267"/>
                  </a:lnTo>
                  <a:lnTo>
                    <a:pt x="343514" y="821853"/>
                  </a:lnTo>
                  <a:lnTo>
                    <a:pt x="345570" y="820067"/>
                  </a:lnTo>
                  <a:lnTo>
                    <a:pt x="347797" y="818133"/>
                  </a:lnTo>
                  <a:lnTo>
                    <a:pt x="350236" y="816149"/>
                  </a:lnTo>
                  <a:lnTo>
                    <a:pt x="355014" y="812282"/>
                  </a:lnTo>
                  <a:lnTo>
                    <a:pt x="365541" y="809073"/>
                  </a:lnTo>
                  <a:lnTo>
                    <a:pt x="369911" y="807742"/>
                  </a:lnTo>
                  <a:lnTo>
                    <a:pt x="378313" y="805183"/>
                  </a:lnTo>
                  <a:lnTo>
                    <a:pt x="382376" y="791622"/>
                  </a:lnTo>
                  <a:lnTo>
                    <a:pt x="382869" y="786105"/>
                  </a:lnTo>
                  <a:lnTo>
                    <a:pt x="383286" y="781442"/>
                  </a:lnTo>
                  <a:lnTo>
                    <a:pt x="384143" y="771819"/>
                  </a:lnTo>
                  <a:lnTo>
                    <a:pt x="387766" y="769258"/>
                  </a:lnTo>
                  <a:lnTo>
                    <a:pt x="393190" y="765437"/>
                  </a:lnTo>
                  <a:lnTo>
                    <a:pt x="401375" y="766112"/>
                  </a:lnTo>
                  <a:lnTo>
                    <a:pt x="404944" y="766407"/>
                  </a:lnTo>
                  <a:lnTo>
                    <a:pt x="408803" y="770447"/>
                  </a:lnTo>
                  <a:lnTo>
                    <a:pt x="416295" y="778279"/>
                  </a:lnTo>
                  <a:lnTo>
                    <a:pt x="424330" y="774277"/>
                  </a:lnTo>
                  <a:lnTo>
                    <a:pt x="425286" y="784513"/>
                  </a:lnTo>
                  <a:lnTo>
                    <a:pt x="427301" y="785013"/>
                  </a:lnTo>
                  <a:lnTo>
                    <a:pt x="427895" y="785161"/>
                  </a:lnTo>
                  <a:lnTo>
                    <a:pt x="431253" y="785995"/>
                  </a:lnTo>
                  <a:lnTo>
                    <a:pt x="432945" y="787457"/>
                  </a:lnTo>
                  <a:lnTo>
                    <a:pt x="436403" y="790439"/>
                  </a:lnTo>
                  <a:lnTo>
                    <a:pt x="439358" y="791456"/>
                  </a:lnTo>
                  <a:lnTo>
                    <a:pt x="442057" y="792391"/>
                  </a:lnTo>
                  <a:lnTo>
                    <a:pt x="444685" y="792751"/>
                  </a:lnTo>
                  <a:lnTo>
                    <a:pt x="452602" y="793839"/>
                  </a:lnTo>
                  <a:lnTo>
                    <a:pt x="455947" y="794299"/>
                  </a:lnTo>
                  <a:lnTo>
                    <a:pt x="459709" y="794787"/>
                  </a:lnTo>
                  <a:lnTo>
                    <a:pt x="462391" y="795266"/>
                  </a:lnTo>
                  <a:lnTo>
                    <a:pt x="464177" y="795587"/>
                  </a:lnTo>
                  <a:lnTo>
                    <a:pt x="471379" y="796872"/>
                  </a:lnTo>
                  <a:lnTo>
                    <a:pt x="474862" y="797497"/>
                  </a:lnTo>
                  <a:lnTo>
                    <a:pt x="482050" y="801094"/>
                  </a:lnTo>
                  <a:lnTo>
                    <a:pt x="487157" y="803645"/>
                  </a:lnTo>
                  <a:lnTo>
                    <a:pt x="494800" y="807468"/>
                  </a:lnTo>
                  <a:lnTo>
                    <a:pt x="496227" y="809996"/>
                  </a:lnTo>
                  <a:lnTo>
                    <a:pt x="497025" y="811409"/>
                  </a:lnTo>
                  <a:lnTo>
                    <a:pt x="497403" y="812079"/>
                  </a:lnTo>
                  <a:lnTo>
                    <a:pt x="499109" y="815112"/>
                  </a:lnTo>
                  <a:lnTo>
                    <a:pt x="501454" y="819349"/>
                  </a:lnTo>
                  <a:lnTo>
                    <a:pt x="505706" y="827025"/>
                  </a:lnTo>
                  <a:lnTo>
                    <a:pt x="510775" y="828397"/>
                  </a:lnTo>
                  <a:lnTo>
                    <a:pt x="510269" y="824036"/>
                  </a:lnTo>
                  <a:lnTo>
                    <a:pt x="510035" y="822033"/>
                  </a:lnTo>
                  <a:lnTo>
                    <a:pt x="509878" y="820676"/>
                  </a:lnTo>
                  <a:lnTo>
                    <a:pt x="528357" y="797943"/>
                  </a:lnTo>
                  <a:lnTo>
                    <a:pt x="527751" y="796058"/>
                  </a:lnTo>
                  <a:lnTo>
                    <a:pt x="525962" y="788639"/>
                  </a:lnTo>
                  <a:lnTo>
                    <a:pt x="525957" y="788512"/>
                  </a:lnTo>
                  <a:lnTo>
                    <a:pt x="525951" y="788352"/>
                  </a:lnTo>
                  <a:lnTo>
                    <a:pt x="525969" y="788215"/>
                  </a:lnTo>
                  <a:lnTo>
                    <a:pt x="525963" y="787920"/>
                  </a:lnTo>
                  <a:lnTo>
                    <a:pt x="525987" y="787673"/>
                  </a:lnTo>
                  <a:lnTo>
                    <a:pt x="525995" y="787433"/>
                  </a:lnTo>
                  <a:lnTo>
                    <a:pt x="526008" y="787092"/>
                  </a:lnTo>
                  <a:lnTo>
                    <a:pt x="526013" y="786603"/>
                  </a:lnTo>
                  <a:lnTo>
                    <a:pt x="526017" y="786456"/>
                  </a:lnTo>
                  <a:lnTo>
                    <a:pt x="526010" y="786064"/>
                  </a:lnTo>
                  <a:lnTo>
                    <a:pt x="525969" y="785857"/>
                  </a:lnTo>
                  <a:lnTo>
                    <a:pt x="525917" y="785605"/>
                  </a:lnTo>
                  <a:lnTo>
                    <a:pt x="525859" y="785412"/>
                  </a:lnTo>
                  <a:lnTo>
                    <a:pt x="525773" y="785160"/>
                  </a:lnTo>
                  <a:lnTo>
                    <a:pt x="525710" y="784918"/>
                  </a:lnTo>
                  <a:lnTo>
                    <a:pt x="525666" y="784748"/>
                  </a:lnTo>
                  <a:lnTo>
                    <a:pt x="525342" y="784121"/>
                  </a:lnTo>
                  <a:lnTo>
                    <a:pt x="525423" y="782899"/>
                  </a:lnTo>
                  <a:lnTo>
                    <a:pt x="525758" y="781718"/>
                  </a:lnTo>
                  <a:lnTo>
                    <a:pt x="525798" y="781585"/>
                  </a:lnTo>
                  <a:lnTo>
                    <a:pt x="525810" y="781343"/>
                  </a:lnTo>
                  <a:lnTo>
                    <a:pt x="525839" y="780642"/>
                  </a:lnTo>
                  <a:lnTo>
                    <a:pt x="525854" y="780429"/>
                  </a:lnTo>
                  <a:lnTo>
                    <a:pt x="526361" y="779927"/>
                  </a:lnTo>
                  <a:lnTo>
                    <a:pt x="525644" y="778069"/>
                  </a:lnTo>
                  <a:lnTo>
                    <a:pt x="525597" y="777834"/>
                  </a:lnTo>
                  <a:lnTo>
                    <a:pt x="525492" y="777527"/>
                  </a:lnTo>
                  <a:lnTo>
                    <a:pt x="525369" y="777252"/>
                  </a:lnTo>
                  <a:lnTo>
                    <a:pt x="525343" y="776774"/>
                  </a:lnTo>
                  <a:lnTo>
                    <a:pt x="525307" y="776616"/>
                  </a:lnTo>
                  <a:lnTo>
                    <a:pt x="525255" y="776345"/>
                  </a:lnTo>
                  <a:lnTo>
                    <a:pt x="525060" y="774736"/>
                  </a:lnTo>
                  <a:lnTo>
                    <a:pt x="525081" y="774607"/>
                  </a:lnTo>
                  <a:lnTo>
                    <a:pt x="525092" y="774424"/>
                  </a:lnTo>
                  <a:lnTo>
                    <a:pt x="525088" y="774281"/>
                  </a:lnTo>
                  <a:lnTo>
                    <a:pt x="524923" y="772367"/>
                  </a:lnTo>
                  <a:lnTo>
                    <a:pt x="524919" y="772209"/>
                  </a:lnTo>
                  <a:lnTo>
                    <a:pt x="524372" y="771463"/>
                  </a:lnTo>
                  <a:lnTo>
                    <a:pt x="524294" y="769978"/>
                  </a:lnTo>
                  <a:lnTo>
                    <a:pt x="524613" y="766821"/>
                  </a:lnTo>
                  <a:lnTo>
                    <a:pt x="524850" y="765794"/>
                  </a:lnTo>
                  <a:lnTo>
                    <a:pt x="524810" y="765649"/>
                  </a:lnTo>
                  <a:lnTo>
                    <a:pt x="524783" y="765480"/>
                  </a:lnTo>
                  <a:lnTo>
                    <a:pt x="524760" y="765277"/>
                  </a:lnTo>
                  <a:lnTo>
                    <a:pt x="524748" y="765140"/>
                  </a:lnTo>
                  <a:lnTo>
                    <a:pt x="524702" y="762848"/>
                  </a:lnTo>
                  <a:lnTo>
                    <a:pt x="524722" y="762604"/>
                  </a:lnTo>
                  <a:lnTo>
                    <a:pt x="524757" y="762464"/>
                  </a:lnTo>
                  <a:lnTo>
                    <a:pt x="524623" y="762186"/>
                  </a:lnTo>
                  <a:lnTo>
                    <a:pt x="524694" y="760964"/>
                  </a:lnTo>
                  <a:lnTo>
                    <a:pt x="524671" y="760592"/>
                  </a:lnTo>
                  <a:lnTo>
                    <a:pt x="526684" y="753917"/>
                  </a:lnTo>
                  <a:lnTo>
                    <a:pt x="526795" y="753756"/>
                  </a:lnTo>
                  <a:lnTo>
                    <a:pt x="526843" y="753540"/>
                  </a:lnTo>
                  <a:lnTo>
                    <a:pt x="527614" y="752605"/>
                  </a:lnTo>
                  <a:lnTo>
                    <a:pt x="527971" y="752380"/>
                  </a:lnTo>
                  <a:lnTo>
                    <a:pt x="529220" y="750937"/>
                  </a:lnTo>
                  <a:lnTo>
                    <a:pt x="529632" y="749975"/>
                  </a:lnTo>
                  <a:lnTo>
                    <a:pt x="529539" y="749374"/>
                  </a:lnTo>
                  <a:lnTo>
                    <a:pt x="531752" y="744641"/>
                  </a:lnTo>
                  <a:lnTo>
                    <a:pt x="532015" y="742711"/>
                  </a:lnTo>
                  <a:lnTo>
                    <a:pt x="532147" y="742206"/>
                  </a:lnTo>
                  <a:lnTo>
                    <a:pt x="533098" y="741060"/>
                  </a:lnTo>
                  <a:lnTo>
                    <a:pt x="533190" y="740919"/>
                  </a:lnTo>
                  <a:lnTo>
                    <a:pt x="533266" y="740777"/>
                  </a:lnTo>
                  <a:lnTo>
                    <a:pt x="533338" y="740649"/>
                  </a:lnTo>
                  <a:lnTo>
                    <a:pt x="534346" y="738913"/>
                  </a:lnTo>
                  <a:lnTo>
                    <a:pt x="534529" y="738752"/>
                  </a:lnTo>
                  <a:lnTo>
                    <a:pt x="534883" y="738449"/>
                  </a:lnTo>
                  <a:lnTo>
                    <a:pt x="535045" y="738320"/>
                  </a:lnTo>
                  <a:lnTo>
                    <a:pt x="535596" y="738034"/>
                  </a:lnTo>
                  <a:lnTo>
                    <a:pt x="535712" y="737901"/>
                  </a:lnTo>
                  <a:lnTo>
                    <a:pt x="535866" y="736805"/>
                  </a:lnTo>
                  <a:lnTo>
                    <a:pt x="535978" y="736666"/>
                  </a:lnTo>
                  <a:lnTo>
                    <a:pt x="536065" y="736450"/>
                  </a:lnTo>
                  <a:lnTo>
                    <a:pt x="536462" y="735993"/>
                  </a:lnTo>
                  <a:lnTo>
                    <a:pt x="536558" y="735824"/>
                  </a:lnTo>
                  <a:lnTo>
                    <a:pt x="536793" y="735660"/>
                  </a:lnTo>
                  <a:lnTo>
                    <a:pt x="537032" y="735479"/>
                  </a:lnTo>
                  <a:lnTo>
                    <a:pt x="537166" y="735377"/>
                  </a:lnTo>
                  <a:lnTo>
                    <a:pt x="537419" y="735172"/>
                  </a:lnTo>
                  <a:lnTo>
                    <a:pt x="539939" y="733099"/>
                  </a:lnTo>
                  <a:lnTo>
                    <a:pt x="540031" y="732942"/>
                  </a:lnTo>
                  <a:lnTo>
                    <a:pt x="540195" y="732777"/>
                  </a:lnTo>
                  <a:lnTo>
                    <a:pt x="541359" y="731791"/>
                  </a:lnTo>
                  <a:lnTo>
                    <a:pt x="541521" y="731670"/>
                  </a:lnTo>
                  <a:lnTo>
                    <a:pt x="541700" y="731509"/>
                  </a:lnTo>
                  <a:lnTo>
                    <a:pt x="541784" y="731366"/>
                  </a:lnTo>
                  <a:lnTo>
                    <a:pt x="541956" y="731108"/>
                  </a:lnTo>
                  <a:lnTo>
                    <a:pt x="542368" y="730651"/>
                  </a:lnTo>
                  <a:lnTo>
                    <a:pt x="542611" y="730483"/>
                  </a:lnTo>
                  <a:lnTo>
                    <a:pt x="542742" y="730326"/>
                  </a:lnTo>
                  <a:lnTo>
                    <a:pt x="542957" y="730126"/>
                  </a:lnTo>
                  <a:lnTo>
                    <a:pt x="543476" y="729651"/>
                  </a:lnTo>
                  <a:lnTo>
                    <a:pt x="543667" y="729025"/>
                  </a:lnTo>
                  <a:lnTo>
                    <a:pt x="543828" y="728735"/>
                  </a:lnTo>
                  <a:lnTo>
                    <a:pt x="544073" y="728469"/>
                  </a:lnTo>
                  <a:lnTo>
                    <a:pt x="544253" y="728373"/>
                  </a:lnTo>
                  <a:lnTo>
                    <a:pt x="544369" y="728243"/>
                  </a:lnTo>
                  <a:lnTo>
                    <a:pt x="544503" y="728125"/>
                  </a:lnTo>
                  <a:lnTo>
                    <a:pt x="544720" y="727983"/>
                  </a:lnTo>
                  <a:lnTo>
                    <a:pt x="544902" y="727865"/>
                  </a:lnTo>
                  <a:lnTo>
                    <a:pt x="545073" y="727725"/>
                  </a:lnTo>
                  <a:lnTo>
                    <a:pt x="545304" y="727539"/>
                  </a:lnTo>
                  <a:lnTo>
                    <a:pt x="545610" y="727299"/>
                  </a:lnTo>
                  <a:lnTo>
                    <a:pt x="545678" y="727168"/>
                  </a:lnTo>
                  <a:lnTo>
                    <a:pt x="545803" y="727013"/>
                  </a:lnTo>
                  <a:lnTo>
                    <a:pt x="545957" y="726841"/>
                  </a:lnTo>
                  <a:lnTo>
                    <a:pt x="545491" y="725636"/>
                  </a:lnTo>
                  <a:lnTo>
                    <a:pt x="545628" y="725573"/>
                  </a:lnTo>
                  <a:lnTo>
                    <a:pt x="545967" y="725387"/>
                  </a:lnTo>
                  <a:lnTo>
                    <a:pt x="546185" y="725156"/>
                  </a:lnTo>
                  <a:lnTo>
                    <a:pt x="546338" y="725065"/>
                  </a:lnTo>
                  <a:lnTo>
                    <a:pt x="546524" y="724988"/>
                  </a:lnTo>
                  <a:lnTo>
                    <a:pt x="546677" y="724945"/>
                  </a:lnTo>
                  <a:lnTo>
                    <a:pt x="546823" y="724963"/>
                  </a:lnTo>
                  <a:lnTo>
                    <a:pt x="547288" y="725129"/>
                  </a:lnTo>
                  <a:lnTo>
                    <a:pt x="547415" y="725174"/>
                  </a:lnTo>
                  <a:lnTo>
                    <a:pt x="548001" y="724441"/>
                  </a:lnTo>
                  <a:lnTo>
                    <a:pt x="549548" y="723511"/>
                  </a:lnTo>
                  <a:lnTo>
                    <a:pt x="549676" y="723358"/>
                  </a:lnTo>
                  <a:lnTo>
                    <a:pt x="549865" y="723168"/>
                  </a:lnTo>
                  <a:lnTo>
                    <a:pt x="549993" y="723063"/>
                  </a:lnTo>
                  <a:lnTo>
                    <a:pt x="550123" y="722978"/>
                  </a:lnTo>
                  <a:lnTo>
                    <a:pt x="550304" y="722878"/>
                  </a:lnTo>
                  <a:lnTo>
                    <a:pt x="550522" y="722781"/>
                  </a:lnTo>
                  <a:lnTo>
                    <a:pt x="550686" y="722688"/>
                  </a:lnTo>
                  <a:lnTo>
                    <a:pt x="551330" y="721823"/>
                  </a:lnTo>
                  <a:lnTo>
                    <a:pt x="551487" y="721720"/>
                  </a:lnTo>
                  <a:lnTo>
                    <a:pt x="551615" y="721582"/>
                  </a:lnTo>
                  <a:lnTo>
                    <a:pt x="551777" y="721403"/>
                  </a:lnTo>
                  <a:lnTo>
                    <a:pt x="552023" y="721213"/>
                  </a:lnTo>
                  <a:lnTo>
                    <a:pt x="552459" y="720792"/>
                  </a:lnTo>
                  <a:lnTo>
                    <a:pt x="552697" y="720501"/>
                  </a:lnTo>
                  <a:lnTo>
                    <a:pt x="552851" y="720434"/>
                  </a:lnTo>
                  <a:lnTo>
                    <a:pt x="554698" y="720992"/>
                  </a:lnTo>
                  <a:lnTo>
                    <a:pt x="555095" y="721817"/>
                  </a:lnTo>
                  <a:lnTo>
                    <a:pt x="555227" y="721870"/>
                  </a:lnTo>
                  <a:lnTo>
                    <a:pt x="555440" y="721957"/>
                  </a:lnTo>
                  <a:lnTo>
                    <a:pt x="556035" y="722007"/>
                  </a:lnTo>
                  <a:lnTo>
                    <a:pt x="563341" y="724210"/>
                  </a:lnTo>
                  <a:lnTo>
                    <a:pt x="563471" y="724230"/>
                  </a:lnTo>
                  <a:lnTo>
                    <a:pt x="564270" y="724364"/>
                  </a:lnTo>
                  <a:lnTo>
                    <a:pt x="564492" y="724464"/>
                  </a:lnTo>
                  <a:lnTo>
                    <a:pt x="564626" y="724505"/>
                  </a:lnTo>
                  <a:lnTo>
                    <a:pt x="564755" y="724529"/>
                  </a:lnTo>
                  <a:lnTo>
                    <a:pt x="568762" y="718837"/>
                  </a:lnTo>
                  <a:lnTo>
                    <a:pt x="570421" y="716607"/>
                  </a:lnTo>
                  <a:lnTo>
                    <a:pt x="570504" y="715642"/>
                  </a:lnTo>
                  <a:lnTo>
                    <a:pt x="570501" y="715514"/>
                  </a:lnTo>
                  <a:lnTo>
                    <a:pt x="570491" y="715363"/>
                  </a:lnTo>
                  <a:lnTo>
                    <a:pt x="570392" y="714251"/>
                  </a:lnTo>
                  <a:lnTo>
                    <a:pt x="570352" y="713786"/>
                  </a:lnTo>
                  <a:lnTo>
                    <a:pt x="570595" y="713050"/>
                  </a:lnTo>
                  <a:lnTo>
                    <a:pt x="570575" y="712901"/>
                  </a:lnTo>
                  <a:lnTo>
                    <a:pt x="570600" y="712772"/>
                  </a:lnTo>
                  <a:lnTo>
                    <a:pt x="570626" y="712618"/>
                  </a:lnTo>
                  <a:lnTo>
                    <a:pt x="570748" y="711872"/>
                  </a:lnTo>
                  <a:lnTo>
                    <a:pt x="571024" y="710938"/>
                  </a:lnTo>
                  <a:lnTo>
                    <a:pt x="571082" y="710756"/>
                  </a:lnTo>
                  <a:lnTo>
                    <a:pt x="571135" y="710574"/>
                  </a:lnTo>
                  <a:lnTo>
                    <a:pt x="571188" y="710333"/>
                  </a:lnTo>
                  <a:lnTo>
                    <a:pt x="571222" y="710110"/>
                  </a:lnTo>
                  <a:lnTo>
                    <a:pt x="571238" y="709852"/>
                  </a:lnTo>
                  <a:lnTo>
                    <a:pt x="571159" y="709566"/>
                  </a:lnTo>
                  <a:lnTo>
                    <a:pt x="571175" y="709411"/>
                  </a:lnTo>
                  <a:lnTo>
                    <a:pt x="571244" y="709232"/>
                  </a:lnTo>
                  <a:lnTo>
                    <a:pt x="571324" y="708991"/>
                  </a:lnTo>
                  <a:lnTo>
                    <a:pt x="571417" y="708694"/>
                  </a:lnTo>
                  <a:lnTo>
                    <a:pt x="571486" y="708487"/>
                  </a:lnTo>
                  <a:lnTo>
                    <a:pt x="571566" y="708315"/>
                  </a:lnTo>
                  <a:lnTo>
                    <a:pt x="571642" y="708154"/>
                  </a:lnTo>
                  <a:lnTo>
                    <a:pt x="571693" y="707996"/>
                  </a:lnTo>
                  <a:lnTo>
                    <a:pt x="571712" y="707830"/>
                  </a:lnTo>
                  <a:lnTo>
                    <a:pt x="571735" y="707688"/>
                  </a:lnTo>
                  <a:lnTo>
                    <a:pt x="571755" y="707498"/>
                  </a:lnTo>
                  <a:lnTo>
                    <a:pt x="571899" y="706984"/>
                  </a:lnTo>
                  <a:lnTo>
                    <a:pt x="571973" y="706738"/>
                  </a:lnTo>
                  <a:lnTo>
                    <a:pt x="572105" y="706371"/>
                  </a:lnTo>
                  <a:lnTo>
                    <a:pt x="572184" y="706146"/>
                  </a:lnTo>
                  <a:lnTo>
                    <a:pt x="572260" y="705965"/>
                  </a:lnTo>
                  <a:lnTo>
                    <a:pt x="572269" y="705745"/>
                  </a:lnTo>
                  <a:lnTo>
                    <a:pt x="572381" y="705484"/>
                  </a:lnTo>
                  <a:lnTo>
                    <a:pt x="572387" y="705344"/>
                  </a:lnTo>
                  <a:lnTo>
                    <a:pt x="572355" y="705200"/>
                  </a:lnTo>
                  <a:lnTo>
                    <a:pt x="572429" y="704937"/>
                  </a:lnTo>
                  <a:lnTo>
                    <a:pt x="572152" y="703920"/>
                  </a:lnTo>
                  <a:lnTo>
                    <a:pt x="572149" y="703758"/>
                  </a:lnTo>
                  <a:lnTo>
                    <a:pt x="572182" y="703442"/>
                  </a:lnTo>
                  <a:lnTo>
                    <a:pt x="572225" y="703289"/>
                  </a:lnTo>
                  <a:lnTo>
                    <a:pt x="572866" y="701916"/>
                  </a:lnTo>
                  <a:lnTo>
                    <a:pt x="572961" y="701575"/>
                  </a:lnTo>
                  <a:lnTo>
                    <a:pt x="573039" y="701124"/>
                  </a:lnTo>
                  <a:lnTo>
                    <a:pt x="573080" y="700840"/>
                  </a:lnTo>
                  <a:lnTo>
                    <a:pt x="573341" y="700328"/>
                  </a:lnTo>
                  <a:lnTo>
                    <a:pt x="573300" y="700073"/>
                  </a:lnTo>
                  <a:lnTo>
                    <a:pt x="573369" y="699378"/>
                  </a:lnTo>
                  <a:lnTo>
                    <a:pt x="573294" y="698100"/>
                  </a:lnTo>
                  <a:lnTo>
                    <a:pt x="573304" y="697954"/>
                  </a:lnTo>
                  <a:lnTo>
                    <a:pt x="573319" y="697795"/>
                  </a:lnTo>
                  <a:lnTo>
                    <a:pt x="573339" y="697666"/>
                  </a:lnTo>
                  <a:lnTo>
                    <a:pt x="572750" y="695310"/>
                  </a:lnTo>
                  <a:lnTo>
                    <a:pt x="572750" y="695176"/>
                  </a:lnTo>
                  <a:lnTo>
                    <a:pt x="572754" y="695035"/>
                  </a:lnTo>
                  <a:lnTo>
                    <a:pt x="573138" y="694222"/>
                  </a:lnTo>
                  <a:lnTo>
                    <a:pt x="573172" y="694040"/>
                  </a:lnTo>
                  <a:lnTo>
                    <a:pt x="573254" y="693303"/>
                  </a:lnTo>
                  <a:lnTo>
                    <a:pt x="573736" y="691440"/>
                  </a:lnTo>
                  <a:lnTo>
                    <a:pt x="575388" y="688674"/>
                  </a:lnTo>
                  <a:lnTo>
                    <a:pt x="575579" y="688391"/>
                  </a:lnTo>
                  <a:lnTo>
                    <a:pt x="575654" y="688187"/>
                  </a:lnTo>
                  <a:lnTo>
                    <a:pt x="575735" y="687996"/>
                  </a:lnTo>
                  <a:lnTo>
                    <a:pt x="575832" y="687810"/>
                  </a:lnTo>
                  <a:lnTo>
                    <a:pt x="576620" y="687414"/>
                  </a:lnTo>
                  <a:lnTo>
                    <a:pt x="576662" y="687283"/>
                  </a:lnTo>
                  <a:lnTo>
                    <a:pt x="576730" y="687070"/>
                  </a:lnTo>
                  <a:lnTo>
                    <a:pt x="576798" y="686869"/>
                  </a:lnTo>
                  <a:lnTo>
                    <a:pt x="576967" y="686159"/>
                  </a:lnTo>
                  <a:lnTo>
                    <a:pt x="577004" y="686024"/>
                  </a:lnTo>
                  <a:lnTo>
                    <a:pt x="577063" y="685880"/>
                  </a:lnTo>
                  <a:lnTo>
                    <a:pt x="577125" y="685538"/>
                  </a:lnTo>
                  <a:lnTo>
                    <a:pt x="577163" y="685393"/>
                  </a:lnTo>
                  <a:lnTo>
                    <a:pt x="577196" y="685249"/>
                  </a:lnTo>
                  <a:lnTo>
                    <a:pt x="577349" y="684650"/>
                  </a:lnTo>
                  <a:lnTo>
                    <a:pt x="577369" y="684295"/>
                  </a:lnTo>
                  <a:lnTo>
                    <a:pt x="577345" y="684158"/>
                  </a:lnTo>
                  <a:lnTo>
                    <a:pt x="577332" y="683907"/>
                  </a:lnTo>
                  <a:lnTo>
                    <a:pt x="577361" y="683754"/>
                  </a:lnTo>
                  <a:lnTo>
                    <a:pt x="577395" y="683597"/>
                  </a:lnTo>
                  <a:lnTo>
                    <a:pt x="577396" y="683242"/>
                  </a:lnTo>
                  <a:lnTo>
                    <a:pt x="577354" y="683051"/>
                  </a:lnTo>
                  <a:lnTo>
                    <a:pt x="577308" y="682899"/>
                  </a:lnTo>
                  <a:lnTo>
                    <a:pt x="577106" y="682373"/>
                  </a:lnTo>
                  <a:lnTo>
                    <a:pt x="577069" y="682219"/>
                  </a:lnTo>
                  <a:lnTo>
                    <a:pt x="576653" y="681554"/>
                  </a:lnTo>
                  <a:lnTo>
                    <a:pt x="575562" y="680297"/>
                  </a:lnTo>
                  <a:lnTo>
                    <a:pt x="574658" y="680327"/>
                  </a:lnTo>
                  <a:lnTo>
                    <a:pt x="574461" y="680142"/>
                  </a:lnTo>
                  <a:lnTo>
                    <a:pt x="574267" y="679998"/>
                  </a:lnTo>
                  <a:lnTo>
                    <a:pt x="573988" y="679833"/>
                  </a:lnTo>
                  <a:lnTo>
                    <a:pt x="573923" y="679679"/>
                  </a:lnTo>
                  <a:lnTo>
                    <a:pt x="573875" y="679459"/>
                  </a:lnTo>
                  <a:lnTo>
                    <a:pt x="573878" y="679264"/>
                  </a:lnTo>
                  <a:lnTo>
                    <a:pt x="573892" y="679038"/>
                  </a:lnTo>
                  <a:lnTo>
                    <a:pt x="573835" y="678758"/>
                  </a:lnTo>
                  <a:lnTo>
                    <a:pt x="573653" y="678490"/>
                  </a:lnTo>
                  <a:lnTo>
                    <a:pt x="573364" y="678302"/>
                  </a:lnTo>
                  <a:lnTo>
                    <a:pt x="573122" y="677888"/>
                  </a:lnTo>
                  <a:lnTo>
                    <a:pt x="573043" y="677546"/>
                  </a:lnTo>
                  <a:lnTo>
                    <a:pt x="573087" y="677266"/>
                  </a:lnTo>
                  <a:lnTo>
                    <a:pt x="573056" y="677029"/>
                  </a:lnTo>
                  <a:lnTo>
                    <a:pt x="573235" y="676249"/>
                  </a:lnTo>
                  <a:lnTo>
                    <a:pt x="573165" y="675390"/>
                  </a:lnTo>
                  <a:lnTo>
                    <a:pt x="573084" y="675178"/>
                  </a:lnTo>
                  <a:lnTo>
                    <a:pt x="573036" y="674985"/>
                  </a:lnTo>
                  <a:lnTo>
                    <a:pt x="573009" y="674653"/>
                  </a:lnTo>
                  <a:lnTo>
                    <a:pt x="573106" y="674462"/>
                  </a:lnTo>
                  <a:lnTo>
                    <a:pt x="572004" y="671663"/>
                  </a:lnTo>
                  <a:lnTo>
                    <a:pt x="571916" y="671494"/>
                  </a:lnTo>
                  <a:lnTo>
                    <a:pt x="571632" y="671127"/>
                  </a:lnTo>
                  <a:lnTo>
                    <a:pt x="571364" y="670811"/>
                  </a:lnTo>
                  <a:lnTo>
                    <a:pt x="571196" y="670546"/>
                  </a:lnTo>
                  <a:lnTo>
                    <a:pt x="571011" y="670312"/>
                  </a:lnTo>
                  <a:lnTo>
                    <a:pt x="570881" y="670075"/>
                  </a:lnTo>
                  <a:lnTo>
                    <a:pt x="570619" y="669678"/>
                  </a:lnTo>
                  <a:lnTo>
                    <a:pt x="570376" y="669332"/>
                  </a:lnTo>
                  <a:lnTo>
                    <a:pt x="569811" y="668487"/>
                  </a:lnTo>
                  <a:lnTo>
                    <a:pt x="569728" y="668284"/>
                  </a:lnTo>
                  <a:lnTo>
                    <a:pt x="569582" y="668081"/>
                  </a:lnTo>
                  <a:lnTo>
                    <a:pt x="569342" y="667603"/>
                  </a:lnTo>
                  <a:lnTo>
                    <a:pt x="569155" y="667297"/>
                  </a:lnTo>
                  <a:lnTo>
                    <a:pt x="569047" y="667109"/>
                  </a:lnTo>
                  <a:lnTo>
                    <a:pt x="569007" y="666968"/>
                  </a:lnTo>
                  <a:lnTo>
                    <a:pt x="569048" y="666756"/>
                  </a:lnTo>
                  <a:lnTo>
                    <a:pt x="569202" y="666639"/>
                  </a:lnTo>
                  <a:lnTo>
                    <a:pt x="569366" y="666504"/>
                  </a:lnTo>
                  <a:lnTo>
                    <a:pt x="569547" y="665996"/>
                  </a:lnTo>
                  <a:lnTo>
                    <a:pt x="569367" y="665627"/>
                  </a:lnTo>
                  <a:lnTo>
                    <a:pt x="569267" y="665484"/>
                  </a:lnTo>
                  <a:lnTo>
                    <a:pt x="569230" y="665211"/>
                  </a:lnTo>
                  <a:lnTo>
                    <a:pt x="569197" y="665032"/>
                  </a:lnTo>
                  <a:lnTo>
                    <a:pt x="569090" y="664736"/>
                  </a:lnTo>
                  <a:lnTo>
                    <a:pt x="569037" y="664598"/>
                  </a:lnTo>
                  <a:lnTo>
                    <a:pt x="568961" y="664462"/>
                  </a:lnTo>
                  <a:lnTo>
                    <a:pt x="568901" y="664333"/>
                  </a:lnTo>
                  <a:lnTo>
                    <a:pt x="568556" y="663556"/>
                  </a:lnTo>
                  <a:lnTo>
                    <a:pt x="568494" y="663373"/>
                  </a:lnTo>
                  <a:lnTo>
                    <a:pt x="568446" y="663194"/>
                  </a:lnTo>
                  <a:lnTo>
                    <a:pt x="568416" y="662998"/>
                  </a:lnTo>
                  <a:lnTo>
                    <a:pt x="568398" y="662833"/>
                  </a:lnTo>
                  <a:lnTo>
                    <a:pt x="568385" y="662593"/>
                  </a:lnTo>
                  <a:lnTo>
                    <a:pt x="568401" y="662373"/>
                  </a:lnTo>
                  <a:lnTo>
                    <a:pt x="568447" y="661926"/>
                  </a:lnTo>
                  <a:lnTo>
                    <a:pt x="568454" y="661645"/>
                  </a:lnTo>
                  <a:lnTo>
                    <a:pt x="568436" y="661497"/>
                  </a:lnTo>
                  <a:lnTo>
                    <a:pt x="568512" y="661088"/>
                  </a:lnTo>
                  <a:lnTo>
                    <a:pt x="568589" y="660946"/>
                  </a:lnTo>
                  <a:lnTo>
                    <a:pt x="568482" y="659996"/>
                  </a:lnTo>
                  <a:lnTo>
                    <a:pt x="567163" y="658921"/>
                  </a:lnTo>
                  <a:lnTo>
                    <a:pt x="567138" y="658746"/>
                  </a:lnTo>
                  <a:lnTo>
                    <a:pt x="567148" y="658042"/>
                  </a:lnTo>
                  <a:lnTo>
                    <a:pt x="567106" y="657647"/>
                  </a:lnTo>
                  <a:lnTo>
                    <a:pt x="567118" y="657507"/>
                  </a:lnTo>
                  <a:lnTo>
                    <a:pt x="567091" y="657341"/>
                  </a:lnTo>
                  <a:lnTo>
                    <a:pt x="567263" y="656541"/>
                  </a:lnTo>
                  <a:lnTo>
                    <a:pt x="567513" y="655733"/>
                  </a:lnTo>
                  <a:lnTo>
                    <a:pt x="567543" y="655571"/>
                  </a:lnTo>
                  <a:lnTo>
                    <a:pt x="567563" y="655398"/>
                  </a:lnTo>
                  <a:lnTo>
                    <a:pt x="567595" y="655240"/>
                  </a:lnTo>
                  <a:lnTo>
                    <a:pt x="567627" y="655019"/>
                  </a:lnTo>
                  <a:lnTo>
                    <a:pt x="567645" y="654820"/>
                  </a:lnTo>
                  <a:lnTo>
                    <a:pt x="567629" y="654630"/>
                  </a:lnTo>
                  <a:lnTo>
                    <a:pt x="567599" y="654406"/>
                  </a:lnTo>
                  <a:lnTo>
                    <a:pt x="567569" y="654273"/>
                  </a:lnTo>
                  <a:lnTo>
                    <a:pt x="567526" y="654119"/>
                  </a:lnTo>
                  <a:lnTo>
                    <a:pt x="567453" y="653824"/>
                  </a:lnTo>
                  <a:lnTo>
                    <a:pt x="567432" y="653642"/>
                  </a:lnTo>
                  <a:lnTo>
                    <a:pt x="567430" y="653474"/>
                  </a:lnTo>
                  <a:lnTo>
                    <a:pt x="567451" y="653306"/>
                  </a:lnTo>
                  <a:lnTo>
                    <a:pt x="567477" y="653147"/>
                  </a:lnTo>
                  <a:lnTo>
                    <a:pt x="567525" y="652987"/>
                  </a:lnTo>
                  <a:lnTo>
                    <a:pt x="567600" y="652537"/>
                  </a:lnTo>
                  <a:lnTo>
                    <a:pt x="567632" y="652077"/>
                  </a:lnTo>
                  <a:lnTo>
                    <a:pt x="567988" y="651154"/>
                  </a:lnTo>
                  <a:lnTo>
                    <a:pt x="568039" y="650930"/>
                  </a:lnTo>
                  <a:lnTo>
                    <a:pt x="568057" y="650793"/>
                  </a:lnTo>
                  <a:lnTo>
                    <a:pt x="568033" y="650197"/>
                  </a:lnTo>
                  <a:lnTo>
                    <a:pt x="567730" y="648977"/>
                  </a:lnTo>
                  <a:lnTo>
                    <a:pt x="567617" y="648529"/>
                  </a:lnTo>
                  <a:lnTo>
                    <a:pt x="567500" y="648397"/>
                  </a:lnTo>
                  <a:lnTo>
                    <a:pt x="567362" y="648282"/>
                  </a:lnTo>
                  <a:lnTo>
                    <a:pt x="567231" y="648127"/>
                  </a:lnTo>
                  <a:lnTo>
                    <a:pt x="567135" y="647989"/>
                  </a:lnTo>
                  <a:lnTo>
                    <a:pt x="567093" y="647862"/>
                  </a:lnTo>
                  <a:lnTo>
                    <a:pt x="566987" y="647638"/>
                  </a:lnTo>
                  <a:lnTo>
                    <a:pt x="566570" y="647324"/>
                  </a:lnTo>
                  <a:lnTo>
                    <a:pt x="566011" y="646837"/>
                  </a:lnTo>
                  <a:lnTo>
                    <a:pt x="566028" y="646602"/>
                  </a:lnTo>
                  <a:lnTo>
                    <a:pt x="566071" y="646234"/>
                  </a:lnTo>
                  <a:lnTo>
                    <a:pt x="566056" y="646081"/>
                  </a:lnTo>
                  <a:lnTo>
                    <a:pt x="565928" y="645723"/>
                  </a:lnTo>
                  <a:lnTo>
                    <a:pt x="565906" y="645588"/>
                  </a:lnTo>
                  <a:lnTo>
                    <a:pt x="565859" y="645257"/>
                  </a:lnTo>
                  <a:lnTo>
                    <a:pt x="565822" y="645088"/>
                  </a:lnTo>
                  <a:lnTo>
                    <a:pt x="564827" y="642997"/>
                  </a:lnTo>
                  <a:lnTo>
                    <a:pt x="564592" y="642535"/>
                  </a:lnTo>
                  <a:lnTo>
                    <a:pt x="564061" y="641772"/>
                  </a:lnTo>
                  <a:lnTo>
                    <a:pt x="564016" y="641479"/>
                  </a:lnTo>
                  <a:lnTo>
                    <a:pt x="563962" y="641306"/>
                  </a:lnTo>
                  <a:lnTo>
                    <a:pt x="563880" y="641097"/>
                  </a:lnTo>
                  <a:lnTo>
                    <a:pt x="563779" y="640916"/>
                  </a:lnTo>
                  <a:lnTo>
                    <a:pt x="563712" y="640756"/>
                  </a:lnTo>
                  <a:lnTo>
                    <a:pt x="563602" y="640592"/>
                  </a:lnTo>
                  <a:lnTo>
                    <a:pt x="563438" y="640201"/>
                  </a:lnTo>
                  <a:lnTo>
                    <a:pt x="563324" y="640055"/>
                  </a:lnTo>
                  <a:lnTo>
                    <a:pt x="563273" y="639831"/>
                  </a:lnTo>
                  <a:lnTo>
                    <a:pt x="563041" y="639373"/>
                  </a:lnTo>
                  <a:lnTo>
                    <a:pt x="562946" y="639241"/>
                  </a:lnTo>
                  <a:lnTo>
                    <a:pt x="562886" y="639108"/>
                  </a:lnTo>
                  <a:lnTo>
                    <a:pt x="562838" y="638963"/>
                  </a:lnTo>
                  <a:lnTo>
                    <a:pt x="562744" y="638785"/>
                  </a:lnTo>
                  <a:lnTo>
                    <a:pt x="562684" y="638639"/>
                  </a:lnTo>
                  <a:lnTo>
                    <a:pt x="562640" y="638487"/>
                  </a:lnTo>
                  <a:lnTo>
                    <a:pt x="562588" y="638354"/>
                  </a:lnTo>
                  <a:lnTo>
                    <a:pt x="562489" y="638161"/>
                  </a:lnTo>
                  <a:lnTo>
                    <a:pt x="561677" y="636893"/>
                  </a:lnTo>
                  <a:lnTo>
                    <a:pt x="561406" y="636520"/>
                  </a:lnTo>
                  <a:lnTo>
                    <a:pt x="561289" y="636389"/>
                  </a:lnTo>
                  <a:lnTo>
                    <a:pt x="561179" y="636261"/>
                  </a:lnTo>
                  <a:lnTo>
                    <a:pt x="560747" y="635819"/>
                  </a:lnTo>
                  <a:lnTo>
                    <a:pt x="560530" y="635574"/>
                  </a:lnTo>
                  <a:lnTo>
                    <a:pt x="560407" y="635384"/>
                  </a:lnTo>
                  <a:lnTo>
                    <a:pt x="560291" y="635207"/>
                  </a:lnTo>
                  <a:lnTo>
                    <a:pt x="560201" y="635043"/>
                  </a:lnTo>
                  <a:lnTo>
                    <a:pt x="560130" y="634858"/>
                  </a:lnTo>
                  <a:lnTo>
                    <a:pt x="560174" y="634124"/>
                  </a:lnTo>
                  <a:lnTo>
                    <a:pt x="560213" y="633966"/>
                  </a:lnTo>
                  <a:lnTo>
                    <a:pt x="560218" y="633815"/>
                  </a:lnTo>
                  <a:lnTo>
                    <a:pt x="560186" y="633547"/>
                  </a:lnTo>
                  <a:lnTo>
                    <a:pt x="559856" y="632809"/>
                  </a:lnTo>
                  <a:lnTo>
                    <a:pt x="560787" y="631672"/>
                  </a:lnTo>
                  <a:lnTo>
                    <a:pt x="560846" y="631503"/>
                  </a:lnTo>
                  <a:lnTo>
                    <a:pt x="560897" y="631361"/>
                  </a:lnTo>
                  <a:lnTo>
                    <a:pt x="560981" y="631168"/>
                  </a:lnTo>
                  <a:lnTo>
                    <a:pt x="561088" y="631026"/>
                  </a:lnTo>
                  <a:lnTo>
                    <a:pt x="561385" y="630621"/>
                  </a:lnTo>
                  <a:lnTo>
                    <a:pt x="561425" y="630492"/>
                  </a:lnTo>
                  <a:lnTo>
                    <a:pt x="561348" y="630245"/>
                  </a:lnTo>
                  <a:lnTo>
                    <a:pt x="561264" y="630114"/>
                  </a:lnTo>
                  <a:lnTo>
                    <a:pt x="561102" y="629945"/>
                  </a:lnTo>
                  <a:lnTo>
                    <a:pt x="560968" y="629803"/>
                  </a:lnTo>
                  <a:lnTo>
                    <a:pt x="560815" y="629613"/>
                  </a:lnTo>
                  <a:lnTo>
                    <a:pt x="560728" y="629463"/>
                  </a:lnTo>
                  <a:lnTo>
                    <a:pt x="560630" y="629263"/>
                  </a:lnTo>
                  <a:lnTo>
                    <a:pt x="560560" y="629076"/>
                  </a:lnTo>
                  <a:lnTo>
                    <a:pt x="560514" y="628860"/>
                  </a:lnTo>
                  <a:lnTo>
                    <a:pt x="560329" y="628423"/>
                  </a:lnTo>
                  <a:lnTo>
                    <a:pt x="560257" y="628251"/>
                  </a:lnTo>
                  <a:lnTo>
                    <a:pt x="560245" y="627967"/>
                  </a:lnTo>
                  <a:lnTo>
                    <a:pt x="560267" y="627811"/>
                  </a:lnTo>
                  <a:lnTo>
                    <a:pt x="560380" y="627488"/>
                  </a:lnTo>
                  <a:lnTo>
                    <a:pt x="560586" y="627248"/>
                  </a:lnTo>
                  <a:lnTo>
                    <a:pt x="560660" y="627108"/>
                  </a:lnTo>
                  <a:lnTo>
                    <a:pt x="560699" y="626919"/>
                  </a:lnTo>
                  <a:lnTo>
                    <a:pt x="560748" y="626731"/>
                  </a:lnTo>
                  <a:lnTo>
                    <a:pt x="560770" y="626592"/>
                  </a:lnTo>
                  <a:lnTo>
                    <a:pt x="560779" y="626441"/>
                  </a:lnTo>
                  <a:lnTo>
                    <a:pt x="560551" y="626083"/>
                  </a:lnTo>
                  <a:lnTo>
                    <a:pt x="560388" y="626016"/>
                  </a:lnTo>
                  <a:lnTo>
                    <a:pt x="560107" y="625878"/>
                  </a:lnTo>
                  <a:lnTo>
                    <a:pt x="559967" y="625790"/>
                  </a:lnTo>
                  <a:lnTo>
                    <a:pt x="559805" y="625677"/>
                  </a:lnTo>
                  <a:lnTo>
                    <a:pt x="559167" y="624949"/>
                  </a:lnTo>
                  <a:lnTo>
                    <a:pt x="559175" y="624819"/>
                  </a:lnTo>
                  <a:lnTo>
                    <a:pt x="559242" y="624637"/>
                  </a:lnTo>
                  <a:lnTo>
                    <a:pt x="559284" y="624447"/>
                  </a:lnTo>
                  <a:lnTo>
                    <a:pt x="559322" y="624291"/>
                  </a:lnTo>
                  <a:lnTo>
                    <a:pt x="559340" y="624149"/>
                  </a:lnTo>
                  <a:lnTo>
                    <a:pt x="559333" y="623946"/>
                  </a:lnTo>
                  <a:lnTo>
                    <a:pt x="559322" y="623743"/>
                  </a:lnTo>
                  <a:lnTo>
                    <a:pt x="559274" y="623566"/>
                  </a:lnTo>
                  <a:lnTo>
                    <a:pt x="559196" y="623425"/>
                  </a:lnTo>
                  <a:lnTo>
                    <a:pt x="559118" y="623294"/>
                  </a:lnTo>
                  <a:lnTo>
                    <a:pt x="559039" y="623149"/>
                  </a:lnTo>
                  <a:lnTo>
                    <a:pt x="558989" y="622994"/>
                  </a:lnTo>
                  <a:lnTo>
                    <a:pt x="558957" y="622819"/>
                  </a:lnTo>
                  <a:lnTo>
                    <a:pt x="559010" y="622455"/>
                  </a:lnTo>
                  <a:lnTo>
                    <a:pt x="559280" y="621735"/>
                  </a:lnTo>
                  <a:lnTo>
                    <a:pt x="559259" y="621597"/>
                  </a:lnTo>
                  <a:lnTo>
                    <a:pt x="559118" y="621004"/>
                  </a:lnTo>
                  <a:lnTo>
                    <a:pt x="559022" y="620855"/>
                  </a:lnTo>
                  <a:lnTo>
                    <a:pt x="558317" y="619797"/>
                  </a:lnTo>
                  <a:lnTo>
                    <a:pt x="558315" y="619603"/>
                  </a:lnTo>
                  <a:lnTo>
                    <a:pt x="558344" y="619402"/>
                  </a:lnTo>
                  <a:lnTo>
                    <a:pt x="558345" y="619225"/>
                  </a:lnTo>
                  <a:lnTo>
                    <a:pt x="558335" y="619066"/>
                  </a:lnTo>
                  <a:lnTo>
                    <a:pt x="558266" y="618920"/>
                  </a:lnTo>
                  <a:lnTo>
                    <a:pt x="558211" y="618762"/>
                  </a:lnTo>
                  <a:lnTo>
                    <a:pt x="558208" y="618586"/>
                  </a:lnTo>
                  <a:lnTo>
                    <a:pt x="558234" y="618423"/>
                  </a:lnTo>
                  <a:lnTo>
                    <a:pt x="558491" y="618062"/>
                  </a:lnTo>
                  <a:lnTo>
                    <a:pt x="558648" y="617955"/>
                  </a:lnTo>
                  <a:lnTo>
                    <a:pt x="558812" y="617837"/>
                  </a:lnTo>
                  <a:lnTo>
                    <a:pt x="558973" y="617749"/>
                  </a:lnTo>
                  <a:lnTo>
                    <a:pt x="559285" y="617718"/>
                  </a:lnTo>
                  <a:lnTo>
                    <a:pt x="559801" y="617069"/>
                  </a:lnTo>
                  <a:lnTo>
                    <a:pt x="559832" y="616915"/>
                  </a:lnTo>
                  <a:lnTo>
                    <a:pt x="559907" y="616739"/>
                  </a:lnTo>
                  <a:lnTo>
                    <a:pt x="559975" y="616560"/>
                  </a:lnTo>
                  <a:lnTo>
                    <a:pt x="560046" y="616428"/>
                  </a:lnTo>
                  <a:lnTo>
                    <a:pt x="560118" y="616284"/>
                  </a:lnTo>
                  <a:lnTo>
                    <a:pt x="560238" y="616148"/>
                  </a:lnTo>
                  <a:lnTo>
                    <a:pt x="560496" y="615713"/>
                  </a:lnTo>
                  <a:lnTo>
                    <a:pt x="560513" y="615512"/>
                  </a:lnTo>
                  <a:lnTo>
                    <a:pt x="560566" y="615305"/>
                  </a:lnTo>
                  <a:lnTo>
                    <a:pt x="560655" y="615101"/>
                  </a:lnTo>
                  <a:lnTo>
                    <a:pt x="560647" y="614908"/>
                  </a:lnTo>
                  <a:lnTo>
                    <a:pt x="560595" y="614746"/>
                  </a:lnTo>
                  <a:lnTo>
                    <a:pt x="560521" y="614606"/>
                  </a:lnTo>
                  <a:lnTo>
                    <a:pt x="560443" y="614450"/>
                  </a:lnTo>
                  <a:lnTo>
                    <a:pt x="560346" y="614274"/>
                  </a:lnTo>
                  <a:lnTo>
                    <a:pt x="560211" y="614044"/>
                  </a:lnTo>
                  <a:lnTo>
                    <a:pt x="560060" y="613750"/>
                  </a:lnTo>
                  <a:lnTo>
                    <a:pt x="559975" y="613490"/>
                  </a:lnTo>
                  <a:lnTo>
                    <a:pt x="559962" y="613303"/>
                  </a:lnTo>
                  <a:lnTo>
                    <a:pt x="559989" y="613111"/>
                  </a:lnTo>
                  <a:lnTo>
                    <a:pt x="560040" y="612883"/>
                  </a:lnTo>
                  <a:lnTo>
                    <a:pt x="560124" y="612672"/>
                  </a:lnTo>
                  <a:lnTo>
                    <a:pt x="560330" y="612391"/>
                  </a:lnTo>
                  <a:lnTo>
                    <a:pt x="561108" y="611347"/>
                  </a:lnTo>
                  <a:lnTo>
                    <a:pt x="561032" y="611197"/>
                  </a:lnTo>
                  <a:lnTo>
                    <a:pt x="560926" y="611049"/>
                  </a:lnTo>
                  <a:lnTo>
                    <a:pt x="560757" y="610819"/>
                  </a:lnTo>
                  <a:lnTo>
                    <a:pt x="560653" y="610682"/>
                  </a:lnTo>
                  <a:lnTo>
                    <a:pt x="560467" y="610431"/>
                  </a:lnTo>
                  <a:lnTo>
                    <a:pt x="560431" y="610300"/>
                  </a:lnTo>
                  <a:lnTo>
                    <a:pt x="560400" y="610144"/>
                  </a:lnTo>
                  <a:lnTo>
                    <a:pt x="560403" y="609960"/>
                  </a:lnTo>
                  <a:lnTo>
                    <a:pt x="560450" y="609781"/>
                  </a:lnTo>
                  <a:lnTo>
                    <a:pt x="560550" y="609619"/>
                  </a:lnTo>
                  <a:lnTo>
                    <a:pt x="560916" y="609284"/>
                  </a:lnTo>
                  <a:lnTo>
                    <a:pt x="561130" y="608850"/>
                  </a:lnTo>
                  <a:lnTo>
                    <a:pt x="561081" y="608688"/>
                  </a:lnTo>
                  <a:lnTo>
                    <a:pt x="561020" y="608515"/>
                  </a:lnTo>
                  <a:lnTo>
                    <a:pt x="560970" y="608364"/>
                  </a:lnTo>
                  <a:lnTo>
                    <a:pt x="560917" y="608229"/>
                  </a:lnTo>
                  <a:lnTo>
                    <a:pt x="560716" y="607770"/>
                  </a:lnTo>
                  <a:lnTo>
                    <a:pt x="560651" y="607580"/>
                  </a:lnTo>
                  <a:lnTo>
                    <a:pt x="560590" y="607364"/>
                  </a:lnTo>
                  <a:lnTo>
                    <a:pt x="560401" y="606968"/>
                  </a:lnTo>
                  <a:lnTo>
                    <a:pt x="560139" y="606829"/>
                  </a:lnTo>
                  <a:lnTo>
                    <a:pt x="559458" y="606433"/>
                  </a:lnTo>
                  <a:lnTo>
                    <a:pt x="559416" y="606274"/>
                  </a:lnTo>
                  <a:lnTo>
                    <a:pt x="559397" y="606014"/>
                  </a:lnTo>
                  <a:lnTo>
                    <a:pt x="559368" y="605784"/>
                  </a:lnTo>
                  <a:lnTo>
                    <a:pt x="559427" y="605522"/>
                  </a:lnTo>
                  <a:lnTo>
                    <a:pt x="559557" y="605476"/>
                  </a:lnTo>
                  <a:lnTo>
                    <a:pt x="559734" y="605416"/>
                  </a:lnTo>
                  <a:lnTo>
                    <a:pt x="560019" y="604839"/>
                  </a:lnTo>
                  <a:lnTo>
                    <a:pt x="560156" y="604725"/>
                  </a:lnTo>
                  <a:lnTo>
                    <a:pt x="560329" y="604292"/>
                  </a:lnTo>
                  <a:lnTo>
                    <a:pt x="560309" y="604133"/>
                  </a:lnTo>
                  <a:lnTo>
                    <a:pt x="560294" y="603987"/>
                  </a:lnTo>
                  <a:lnTo>
                    <a:pt x="560236" y="603715"/>
                  </a:lnTo>
                  <a:lnTo>
                    <a:pt x="560076" y="603471"/>
                  </a:lnTo>
                  <a:lnTo>
                    <a:pt x="559947" y="603392"/>
                  </a:lnTo>
                  <a:lnTo>
                    <a:pt x="559661" y="603283"/>
                  </a:lnTo>
                  <a:lnTo>
                    <a:pt x="559418" y="603147"/>
                  </a:lnTo>
                  <a:lnTo>
                    <a:pt x="559343" y="603002"/>
                  </a:lnTo>
                  <a:lnTo>
                    <a:pt x="559235" y="602862"/>
                  </a:lnTo>
                  <a:lnTo>
                    <a:pt x="559151" y="602729"/>
                  </a:lnTo>
                  <a:lnTo>
                    <a:pt x="559062" y="602513"/>
                  </a:lnTo>
                  <a:lnTo>
                    <a:pt x="558976" y="602358"/>
                  </a:lnTo>
                  <a:lnTo>
                    <a:pt x="558931" y="602199"/>
                  </a:lnTo>
                  <a:lnTo>
                    <a:pt x="558973" y="601974"/>
                  </a:lnTo>
                  <a:lnTo>
                    <a:pt x="558959" y="601837"/>
                  </a:lnTo>
                  <a:lnTo>
                    <a:pt x="558939" y="601686"/>
                  </a:lnTo>
                  <a:lnTo>
                    <a:pt x="558926" y="601446"/>
                  </a:lnTo>
                  <a:lnTo>
                    <a:pt x="558921" y="601183"/>
                  </a:lnTo>
                  <a:lnTo>
                    <a:pt x="558906" y="600942"/>
                  </a:lnTo>
                  <a:lnTo>
                    <a:pt x="558882" y="600737"/>
                  </a:lnTo>
                  <a:lnTo>
                    <a:pt x="558871" y="600523"/>
                  </a:lnTo>
                  <a:lnTo>
                    <a:pt x="558882" y="600354"/>
                  </a:lnTo>
                  <a:lnTo>
                    <a:pt x="558870" y="600163"/>
                  </a:lnTo>
                  <a:lnTo>
                    <a:pt x="558865" y="599949"/>
                  </a:lnTo>
                  <a:lnTo>
                    <a:pt x="558911" y="599751"/>
                  </a:lnTo>
                  <a:lnTo>
                    <a:pt x="559014" y="599555"/>
                  </a:lnTo>
                  <a:lnTo>
                    <a:pt x="559098" y="599386"/>
                  </a:lnTo>
                  <a:lnTo>
                    <a:pt x="559214" y="599187"/>
                  </a:lnTo>
                  <a:lnTo>
                    <a:pt x="559355" y="599015"/>
                  </a:lnTo>
                  <a:lnTo>
                    <a:pt x="559456" y="598851"/>
                  </a:lnTo>
                  <a:lnTo>
                    <a:pt x="559545" y="598678"/>
                  </a:lnTo>
                  <a:lnTo>
                    <a:pt x="559614" y="598540"/>
                  </a:lnTo>
                  <a:lnTo>
                    <a:pt x="560019" y="597766"/>
                  </a:lnTo>
                  <a:lnTo>
                    <a:pt x="560002" y="597627"/>
                  </a:lnTo>
                  <a:lnTo>
                    <a:pt x="560022" y="597496"/>
                  </a:lnTo>
                  <a:lnTo>
                    <a:pt x="560196" y="597144"/>
                  </a:lnTo>
                  <a:lnTo>
                    <a:pt x="560174" y="596979"/>
                  </a:lnTo>
                  <a:lnTo>
                    <a:pt x="560136" y="596812"/>
                  </a:lnTo>
                  <a:lnTo>
                    <a:pt x="560091" y="596614"/>
                  </a:lnTo>
                  <a:lnTo>
                    <a:pt x="560038" y="596466"/>
                  </a:lnTo>
                  <a:lnTo>
                    <a:pt x="559986" y="596278"/>
                  </a:lnTo>
                  <a:lnTo>
                    <a:pt x="559992" y="596020"/>
                  </a:lnTo>
                  <a:lnTo>
                    <a:pt x="560042" y="595718"/>
                  </a:lnTo>
                  <a:lnTo>
                    <a:pt x="560258" y="595141"/>
                  </a:lnTo>
                  <a:lnTo>
                    <a:pt x="560144" y="594870"/>
                  </a:lnTo>
                  <a:lnTo>
                    <a:pt x="559908" y="594542"/>
                  </a:lnTo>
                  <a:lnTo>
                    <a:pt x="559840" y="594384"/>
                  </a:lnTo>
                  <a:lnTo>
                    <a:pt x="559781" y="594221"/>
                  </a:lnTo>
                  <a:lnTo>
                    <a:pt x="559711" y="594012"/>
                  </a:lnTo>
                  <a:lnTo>
                    <a:pt x="559662" y="593831"/>
                  </a:lnTo>
                  <a:lnTo>
                    <a:pt x="559609" y="593638"/>
                  </a:lnTo>
                  <a:lnTo>
                    <a:pt x="559587" y="593475"/>
                  </a:lnTo>
                  <a:lnTo>
                    <a:pt x="559833" y="593123"/>
                  </a:lnTo>
                  <a:lnTo>
                    <a:pt x="559961" y="593055"/>
                  </a:lnTo>
                  <a:lnTo>
                    <a:pt x="560093" y="592977"/>
                  </a:lnTo>
                  <a:lnTo>
                    <a:pt x="560413" y="592701"/>
                  </a:lnTo>
                  <a:lnTo>
                    <a:pt x="560542" y="592492"/>
                  </a:lnTo>
                  <a:lnTo>
                    <a:pt x="560692" y="592380"/>
                  </a:lnTo>
                  <a:lnTo>
                    <a:pt x="560893" y="592312"/>
                  </a:lnTo>
                  <a:lnTo>
                    <a:pt x="561217" y="591962"/>
                  </a:lnTo>
                  <a:lnTo>
                    <a:pt x="561263" y="591830"/>
                  </a:lnTo>
                  <a:lnTo>
                    <a:pt x="561316" y="591441"/>
                  </a:lnTo>
                  <a:lnTo>
                    <a:pt x="561075" y="590768"/>
                  </a:lnTo>
                  <a:lnTo>
                    <a:pt x="561068" y="590525"/>
                  </a:lnTo>
                  <a:lnTo>
                    <a:pt x="561024" y="590392"/>
                  </a:lnTo>
                  <a:lnTo>
                    <a:pt x="560987" y="590231"/>
                  </a:lnTo>
                  <a:lnTo>
                    <a:pt x="561053" y="589826"/>
                  </a:lnTo>
                  <a:lnTo>
                    <a:pt x="561215" y="589368"/>
                  </a:lnTo>
                  <a:lnTo>
                    <a:pt x="561198" y="589131"/>
                  </a:lnTo>
                  <a:lnTo>
                    <a:pt x="561237" y="588901"/>
                  </a:lnTo>
                  <a:lnTo>
                    <a:pt x="561708" y="588447"/>
                  </a:lnTo>
                  <a:lnTo>
                    <a:pt x="561875" y="588391"/>
                  </a:lnTo>
                  <a:lnTo>
                    <a:pt x="562367" y="588195"/>
                  </a:lnTo>
                  <a:lnTo>
                    <a:pt x="562512" y="588190"/>
                  </a:lnTo>
                  <a:lnTo>
                    <a:pt x="562666" y="588141"/>
                  </a:lnTo>
                  <a:lnTo>
                    <a:pt x="563598" y="587542"/>
                  </a:lnTo>
                  <a:lnTo>
                    <a:pt x="564193" y="587195"/>
                  </a:lnTo>
                  <a:lnTo>
                    <a:pt x="564302" y="587061"/>
                  </a:lnTo>
                  <a:lnTo>
                    <a:pt x="564379" y="586893"/>
                  </a:lnTo>
                  <a:lnTo>
                    <a:pt x="564415" y="586736"/>
                  </a:lnTo>
                  <a:lnTo>
                    <a:pt x="564394" y="586579"/>
                  </a:lnTo>
                  <a:lnTo>
                    <a:pt x="564243" y="586052"/>
                  </a:lnTo>
                  <a:lnTo>
                    <a:pt x="564172" y="585920"/>
                  </a:lnTo>
                  <a:lnTo>
                    <a:pt x="564030" y="585662"/>
                  </a:lnTo>
                  <a:lnTo>
                    <a:pt x="563967" y="585504"/>
                  </a:lnTo>
                  <a:lnTo>
                    <a:pt x="563905" y="585326"/>
                  </a:lnTo>
                  <a:lnTo>
                    <a:pt x="563875" y="585152"/>
                  </a:lnTo>
                  <a:lnTo>
                    <a:pt x="563856" y="585003"/>
                  </a:lnTo>
                  <a:lnTo>
                    <a:pt x="563846" y="584860"/>
                  </a:lnTo>
                  <a:lnTo>
                    <a:pt x="563847" y="584660"/>
                  </a:lnTo>
                  <a:lnTo>
                    <a:pt x="563862" y="584476"/>
                  </a:lnTo>
                  <a:lnTo>
                    <a:pt x="563859" y="584301"/>
                  </a:lnTo>
                  <a:lnTo>
                    <a:pt x="563839" y="584141"/>
                  </a:lnTo>
                  <a:lnTo>
                    <a:pt x="563830" y="584001"/>
                  </a:lnTo>
                  <a:lnTo>
                    <a:pt x="563815" y="583830"/>
                  </a:lnTo>
                  <a:lnTo>
                    <a:pt x="563507" y="583237"/>
                  </a:lnTo>
                  <a:lnTo>
                    <a:pt x="563351" y="583217"/>
                  </a:lnTo>
                  <a:lnTo>
                    <a:pt x="563148" y="583112"/>
                  </a:lnTo>
                  <a:lnTo>
                    <a:pt x="563081" y="582970"/>
                  </a:lnTo>
                  <a:lnTo>
                    <a:pt x="563059" y="582800"/>
                  </a:lnTo>
                  <a:lnTo>
                    <a:pt x="563070" y="582591"/>
                  </a:lnTo>
                  <a:lnTo>
                    <a:pt x="563142" y="582401"/>
                  </a:lnTo>
                  <a:lnTo>
                    <a:pt x="563432" y="582010"/>
                  </a:lnTo>
                  <a:lnTo>
                    <a:pt x="563512" y="581875"/>
                  </a:lnTo>
                  <a:lnTo>
                    <a:pt x="563543" y="581748"/>
                  </a:lnTo>
                  <a:lnTo>
                    <a:pt x="563657" y="581342"/>
                  </a:lnTo>
                  <a:lnTo>
                    <a:pt x="564078" y="581081"/>
                  </a:lnTo>
                  <a:lnTo>
                    <a:pt x="564210" y="580938"/>
                  </a:lnTo>
                  <a:lnTo>
                    <a:pt x="564323" y="580782"/>
                  </a:lnTo>
                  <a:lnTo>
                    <a:pt x="564372" y="580604"/>
                  </a:lnTo>
                  <a:lnTo>
                    <a:pt x="564432" y="580384"/>
                  </a:lnTo>
                  <a:lnTo>
                    <a:pt x="564446" y="580142"/>
                  </a:lnTo>
                  <a:lnTo>
                    <a:pt x="564439" y="579967"/>
                  </a:lnTo>
                  <a:lnTo>
                    <a:pt x="564395" y="579784"/>
                  </a:lnTo>
                  <a:lnTo>
                    <a:pt x="564369" y="579614"/>
                  </a:lnTo>
                  <a:lnTo>
                    <a:pt x="564400" y="578417"/>
                  </a:lnTo>
                  <a:lnTo>
                    <a:pt x="564467" y="578227"/>
                  </a:lnTo>
                  <a:lnTo>
                    <a:pt x="564951" y="577450"/>
                  </a:lnTo>
                  <a:lnTo>
                    <a:pt x="565488" y="576786"/>
                  </a:lnTo>
                  <a:lnTo>
                    <a:pt x="565385" y="576643"/>
                  </a:lnTo>
                  <a:lnTo>
                    <a:pt x="565304" y="576504"/>
                  </a:lnTo>
                  <a:lnTo>
                    <a:pt x="565227" y="576355"/>
                  </a:lnTo>
                  <a:lnTo>
                    <a:pt x="565159" y="576193"/>
                  </a:lnTo>
                  <a:lnTo>
                    <a:pt x="564135" y="574783"/>
                  </a:lnTo>
                  <a:lnTo>
                    <a:pt x="563420" y="573599"/>
                  </a:lnTo>
                  <a:lnTo>
                    <a:pt x="563244" y="573508"/>
                  </a:lnTo>
                  <a:lnTo>
                    <a:pt x="563091" y="573498"/>
                  </a:lnTo>
                  <a:lnTo>
                    <a:pt x="562952" y="573512"/>
                  </a:lnTo>
                  <a:lnTo>
                    <a:pt x="562810" y="573582"/>
                  </a:lnTo>
                  <a:lnTo>
                    <a:pt x="562671" y="573673"/>
                  </a:lnTo>
                  <a:lnTo>
                    <a:pt x="562427" y="573884"/>
                  </a:lnTo>
                  <a:lnTo>
                    <a:pt x="562249" y="574062"/>
                  </a:lnTo>
                  <a:lnTo>
                    <a:pt x="562030" y="574223"/>
                  </a:lnTo>
                  <a:lnTo>
                    <a:pt x="561887" y="574306"/>
                  </a:lnTo>
                  <a:lnTo>
                    <a:pt x="561422" y="573811"/>
                  </a:lnTo>
                  <a:lnTo>
                    <a:pt x="561394" y="573684"/>
                  </a:lnTo>
                  <a:lnTo>
                    <a:pt x="561268" y="573486"/>
                  </a:lnTo>
                  <a:lnTo>
                    <a:pt x="561040" y="573262"/>
                  </a:lnTo>
                  <a:lnTo>
                    <a:pt x="561021" y="573129"/>
                  </a:lnTo>
                  <a:lnTo>
                    <a:pt x="561290" y="572602"/>
                  </a:lnTo>
                  <a:lnTo>
                    <a:pt x="561446" y="572527"/>
                  </a:lnTo>
                  <a:lnTo>
                    <a:pt x="561634" y="572447"/>
                  </a:lnTo>
                  <a:lnTo>
                    <a:pt x="561843" y="572373"/>
                  </a:lnTo>
                  <a:lnTo>
                    <a:pt x="562056" y="572302"/>
                  </a:lnTo>
                  <a:lnTo>
                    <a:pt x="562271" y="572112"/>
                  </a:lnTo>
                  <a:lnTo>
                    <a:pt x="562234" y="571758"/>
                  </a:lnTo>
                  <a:lnTo>
                    <a:pt x="562173" y="571622"/>
                  </a:lnTo>
                  <a:lnTo>
                    <a:pt x="562110" y="571430"/>
                  </a:lnTo>
                  <a:lnTo>
                    <a:pt x="561503" y="570854"/>
                  </a:lnTo>
                  <a:lnTo>
                    <a:pt x="561340" y="570797"/>
                  </a:lnTo>
                  <a:lnTo>
                    <a:pt x="561047" y="570728"/>
                  </a:lnTo>
                  <a:lnTo>
                    <a:pt x="560823" y="570623"/>
                  </a:lnTo>
                  <a:lnTo>
                    <a:pt x="560539" y="570515"/>
                  </a:lnTo>
                  <a:lnTo>
                    <a:pt x="560286" y="570527"/>
                  </a:lnTo>
                  <a:lnTo>
                    <a:pt x="559988" y="570583"/>
                  </a:lnTo>
                  <a:lnTo>
                    <a:pt x="559684" y="570674"/>
                  </a:lnTo>
                  <a:lnTo>
                    <a:pt x="559333" y="570750"/>
                  </a:lnTo>
                  <a:lnTo>
                    <a:pt x="559176" y="570658"/>
                  </a:lnTo>
                  <a:lnTo>
                    <a:pt x="559013" y="570507"/>
                  </a:lnTo>
                  <a:lnTo>
                    <a:pt x="558893" y="570339"/>
                  </a:lnTo>
                  <a:lnTo>
                    <a:pt x="558878" y="570206"/>
                  </a:lnTo>
                  <a:lnTo>
                    <a:pt x="558946" y="569908"/>
                  </a:lnTo>
                  <a:lnTo>
                    <a:pt x="558959" y="569679"/>
                  </a:lnTo>
                  <a:lnTo>
                    <a:pt x="559045" y="569503"/>
                  </a:lnTo>
                  <a:lnTo>
                    <a:pt x="559141" y="569299"/>
                  </a:lnTo>
                  <a:lnTo>
                    <a:pt x="559319" y="569090"/>
                  </a:lnTo>
                  <a:lnTo>
                    <a:pt x="559467" y="569008"/>
                  </a:lnTo>
                  <a:lnTo>
                    <a:pt x="559626" y="568967"/>
                  </a:lnTo>
                  <a:lnTo>
                    <a:pt x="559788" y="568957"/>
                  </a:lnTo>
                  <a:lnTo>
                    <a:pt x="559917" y="568905"/>
                  </a:lnTo>
                  <a:lnTo>
                    <a:pt x="560057" y="568812"/>
                  </a:lnTo>
                  <a:lnTo>
                    <a:pt x="560164" y="568660"/>
                  </a:lnTo>
                  <a:lnTo>
                    <a:pt x="560224" y="568517"/>
                  </a:lnTo>
                  <a:lnTo>
                    <a:pt x="560251" y="568218"/>
                  </a:lnTo>
                  <a:lnTo>
                    <a:pt x="560257" y="567876"/>
                  </a:lnTo>
                  <a:lnTo>
                    <a:pt x="560216" y="567575"/>
                  </a:lnTo>
                  <a:lnTo>
                    <a:pt x="560117" y="567281"/>
                  </a:lnTo>
                  <a:lnTo>
                    <a:pt x="559921" y="566995"/>
                  </a:lnTo>
                  <a:lnTo>
                    <a:pt x="559786" y="566942"/>
                  </a:lnTo>
                  <a:lnTo>
                    <a:pt x="559532" y="566676"/>
                  </a:lnTo>
                  <a:lnTo>
                    <a:pt x="559550" y="566546"/>
                  </a:lnTo>
                  <a:lnTo>
                    <a:pt x="559539" y="566384"/>
                  </a:lnTo>
                  <a:lnTo>
                    <a:pt x="559525" y="566232"/>
                  </a:lnTo>
                  <a:lnTo>
                    <a:pt x="559531" y="566079"/>
                  </a:lnTo>
                  <a:lnTo>
                    <a:pt x="559598" y="565933"/>
                  </a:lnTo>
                  <a:lnTo>
                    <a:pt x="559721" y="565770"/>
                  </a:lnTo>
                  <a:lnTo>
                    <a:pt x="559831" y="565633"/>
                  </a:lnTo>
                  <a:lnTo>
                    <a:pt x="559958" y="565460"/>
                  </a:lnTo>
                  <a:lnTo>
                    <a:pt x="560043" y="565282"/>
                  </a:lnTo>
                  <a:lnTo>
                    <a:pt x="560142" y="565065"/>
                  </a:lnTo>
                  <a:lnTo>
                    <a:pt x="560232" y="564825"/>
                  </a:lnTo>
                  <a:lnTo>
                    <a:pt x="560311" y="564565"/>
                  </a:lnTo>
                  <a:lnTo>
                    <a:pt x="560308" y="564367"/>
                  </a:lnTo>
                  <a:lnTo>
                    <a:pt x="560295" y="564159"/>
                  </a:lnTo>
                  <a:lnTo>
                    <a:pt x="560287" y="563978"/>
                  </a:lnTo>
                  <a:lnTo>
                    <a:pt x="560266" y="563727"/>
                  </a:lnTo>
                  <a:lnTo>
                    <a:pt x="560231" y="563482"/>
                  </a:lnTo>
                  <a:lnTo>
                    <a:pt x="560232" y="563221"/>
                  </a:lnTo>
                  <a:lnTo>
                    <a:pt x="560298" y="562961"/>
                  </a:lnTo>
                  <a:lnTo>
                    <a:pt x="560404" y="562705"/>
                  </a:lnTo>
                  <a:lnTo>
                    <a:pt x="560540" y="562504"/>
                  </a:lnTo>
                  <a:lnTo>
                    <a:pt x="560647" y="562319"/>
                  </a:lnTo>
                  <a:lnTo>
                    <a:pt x="560703" y="562145"/>
                  </a:lnTo>
                  <a:lnTo>
                    <a:pt x="560743" y="561971"/>
                  </a:lnTo>
                  <a:lnTo>
                    <a:pt x="560699" y="561801"/>
                  </a:lnTo>
                  <a:lnTo>
                    <a:pt x="560650" y="561534"/>
                  </a:lnTo>
                  <a:lnTo>
                    <a:pt x="560666" y="561339"/>
                  </a:lnTo>
                  <a:lnTo>
                    <a:pt x="560763" y="561101"/>
                  </a:lnTo>
                  <a:lnTo>
                    <a:pt x="560822" y="560868"/>
                  </a:lnTo>
                  <a:lnTo>
                    <a:pt x="560859" y="560719"/>
                  </a:lnTo>
                  <a:lnTo>
                    <a:pt x="560856" y="560521"/>
                  </a:lnTo>
                  <a:lnTo>
                    <a:pt x="560829" y="560372"/>
                  </a:lnTo>
                  <a:lnTo>
                    <a:pt x="560740" y="560010"/>
                  </a:lnTo>
                  <a:lnTo>
                    <a:pt x="560718" y="559751"/>
                  </a:lnTo>
                  <a:lnTo>
                    <a:pt x="560723" y="559474"/>
                  </a:lnTo>
                  <a:lnTo>
                    <a:pt x="560691" y="559160"/>
                  </a:lnTo>
                  <a:lnTo>
                    <a:pt x="560567" y="558087"/>
                  </a:lnTo>
                  <a:lnTo>
                    <a:pt x="560586" y="557609"/>
                  </a:lnTo>
                  <a:lnTo>
                    <a:pt x="560568" y="557362"/>
                  </a:lnTo>
                  <a:lnTo>
                    <a:pt x="560553" y="556928"/>
                  </a:lnTo>
                  <a:lnTo>
                    <a:pt x="560570" y="556625"/>
                  </a:lnTo>
                  <a:lnTo>
                    <a:pt x="560643" y="556366"/>
                  </a:lnTo>
                  <a:lnTo>
                    <a:pt x="560733" y="556162"/>
                  </a:lnTo>
                  <a:lnTo>
                    <a:pt x="560837" y="555967"/>
                  </a:lnTo>
                  <a:lnTo>
                    <a:pt x="561074" y="555678"/>
                  </a:lnTo>
                  <a:lnTo>
                    <a:pt x="561283" y="555512"/>
                  </a:lnTo>
                  <a:lnTo>
                    <a:pt x="561507" y="555345"/>
                  </a:lnTo>
                  <a:lnTo>
                    <a:pt x="561803" y="555124"/>
                  </a:lnTo>
                  <a:lnTo>
                    <a:pt x="562119" y="554902"/>
                  </a:lnTo>
                  <a:lnTo>
                    <a:pt x="562436" y="554623"/>
                  </a:lnTo>
                  <a:lnTo>
                    <a:pt x="562732" y="554391"/>
                  </a:lnTo>
                  <a:lnTo>
                    <a:pt x="562983" y="554172"/>
                  </a:lnTo>
                  <a:lnTo>
                    <a:pt x="563136" y="554006"/>
                  </a:lnTo>
                  <a:lnTo>
                    <a:pt x="563185" y="553850"/>
                  </a:lnTo>
                  <a:lnTo>
                    <a:pt x="563042" y="553521"/>
                  </a:lnTo>
                  <a:lnTo>
                    <a:pt x="562988" y="553382"/>
                  </a:lnTo>
                  <a:lnTo>
                    <a:pt x="562875" y="552901"/>
                  </a:lnTo>
                  <a:lnTo>
                    <a:pt x="562885" y="552772"/>
                  </a:lnTo>
                  <a:lnTo>
                    <a:pt x="562874" y="552611"/>
                  </a:lnTo>
                  <a:lnTo>
                    <a:pt x="562879" y="552474"/>
                  </a:lnTo>
                  <a:lnTo>
                    <a:pt x="562597" y="551472"/>
                  </a:lnTo>
                  <a:lnTo>
                    <a:pt x="562313" y="551164"/>
                  </a:lnTo>
                  <a:lnTo>
                    <a:pt x="562148" y="551048"/>
                  </a:lnTo>
                  <a:lnTo>
                    <a:pt x="561976" y="550974"/>
                  </a:lnTo>
                  <a:lnTo>
                    <a:pt x="561783" y="550884"/>
                  </a:lnTo>
                  <a:lnTo>
                    <a:pt x="561655" y="550804"/>
                  </a:lnTo>
                  <a:lnTo>
                    <a:pt x="560760" y="549968"/>
                  </a:lnTo>
                  <a:lnTo>
                    <a:pt x="560763" y="549777"/>
                  </a:lnTo>
                  <a:lnTo>
                    <a:pt x="560731" y="549646"/>
                  </a:lnTo>
                  <a:lnTo>
                    <a:pt x="560546" y="549350"/>
                  </a:lnTo>
                  <a:lnTo>
                    <a:pt x="560550" y="549075"/>
                  </a:lnTo>
                  <a:lnTo>
                    <a:pt x="560578" y="548878"/>
                  </a:lnTo>
                  <a:lnTo>
                    <a:pt x="560603" y="548677"/>
                  </a:lnTo>
                  <a:lnTo>
                    <a:pt x="560621" y="548487"/>
                  </a:lnTo>
                  <a:lnTo>
                    <a:pt x="560632" y="548283"/>
                  </a:lnTo>
                  <a:lnTo>
                    <a:pt x="560668" y="548066"/>
                  </a:lnTo>
                  <a:lnTo>
                    <a:pt x="560721" y="547839"/>
                  </a:lnTo>
                  <a:lnTo>
                    <a:pt x="560794" y="547623"/>
                  </a:lnTo>
                  <a:lnTo>
                    <a:pt x="560855" y="547463"/>
                  </a:lnTo>
                  <a:lnTo>
                    <a:pt x="560926" y="547259"/>
                  </a:lnTo>
                  <a:lnTo>
                    <a:pt x="560982" y="547052"/>
                  </a:lnTo>
                  <a:lnTo>
                    <a:pt x="561033" y="546860"/>
                  </a:lnTo>
                  <a:lnTo>
                    <a:pt x="561090" y="546681"/>
                  </a:lnTo>
                  <a:lnTo>
                    <a:pt x="561101" y="546504"/>
                  </a:lnTo>
                  <a:lnTo>
                    <a:pt x="561118" y="546221"/>
                  </a:lnTo>
                  <a:lnTo>
                    <a:pt x="561152" y="546073"/>
                  </a:lnTo>
                  <a:lnTo>
                    <a:pt x="560934" y="545297"/>
                  </a:lnTo>
                  <a:lnTo>
                    <a:pt x="560757" y="544818"/>
                  </a:lnTo>
                  <a:lnTo>
                    <a:pt x="560845" y="544575"/>
                  </a:lnTo>
                  <a:lnTo>
                    <a:pt x="560904" y="544442"/>
                  </a:lnTo>
                  <a:lnTo>
                    <a:pt x="560929" y="544310"/>
                  </a:lnTo>
                  <a:lnTo>
                    <a:pt x="560942" y="544159"/>
                  </a:lnTo>
                  <a:lnTo>
                    <a:pt x="560963" y="544021"/>
                  </a:lnTo>
                  <a:lnTo>
                    <a:pt x="560950" y="543867"/>
                  </a:lnTo>
                  <a:lnTo>
                    <a:pt x="560904" y="543740"/>
                  </a:lnTo>
                  <a:lnTo>
                    <a:pt x="560854" y="543587"/>
                  </a:lnTo>
                  <a:lnTo>
                    <a:pt x="560833" y="543368"/>
                  </a:lnTo>
                  <a:lnTo>
                    <a:pt x="560825" y="543236"/>
                  </a:lnTo>
                  <a:lnTo>
                    <a:pt x="560873" y="543099"/>
                  </a:lnTo>
                  <a:lnTo>
                    <a:pt x="561008" y="542892"/>
                  </a:lnTo>
                  <a:lnTo>
                    <a:pt x="561102" y="542710"/>
                  </a:lnTo>
                  <a:lnTo>
                    <a:pt x="561175" y="542542"/>
                  </a:lnTo>
                  <a:lnTo>
                    <a:pt x="561287" y="542327"/>
                  </a:lnTo>
                  <a:lnTo>
                    <a:pt x="561405" y="542102"/>
                  </a:lnTo>
                  <a:lnTo>
                    <a:pt x="561541" y="541862"/>
                  </a:lnTo>
                  <a:lnTo>
                    <a:pt x="561677" y="541639"/>
                  </a:lnTo>
                  <a:lnTo>
                    <a:pt x="561750" y="541467"/>
                  </a:lnTo>
                  <a:lnTo>
                    <a:pt x="561819" y="541264"/>
                  </a:lnTo>
                  <a:lnTo>
                    <a:pt x="561879" y="540984"/>
                  </a:lnTo>
                  <a:lnTo>
                    <a:pt x="561897" y="540083"/>
                  </a:lnTo>
                  <a:lnTo>
                    <a:pt x="561903" y="539873"/>
                  </a:lnTo>
                  <a:lnTo>
                    <a:pt x="561858" y="539644"/>
                  </a:lnTo>
                  <a:lnTo>
                    <a:pt x="561772" y="539400"/>
                  </a:lnTo>
                  <a:lnTo>
                    <a:pt x="561679" y="539146"/>
                  </a:lnTo>
                  <a:lnTo>
                    <a:pt x="561630" y="538916"/>
                  </a:lnTo>
                  <a:lnTo>
                    <a:pt x="561522" y="538523"/>
                  </a:lnTo>
                  <a:lnTo>
                    <a:pt x="561417" y="538386"/>
                  </a:lnTo>
                  <a:lnTo>
                    <a:pt x="561319" y="538231"/>
                  </a:lnTo>
                  <a:lnTo>
                    <a:pt x="561009" y="537848"/>
                  </a:lnTo>
                  <a:lnTo>
                    <a:pt x="560801" y="537641"/>
                  </a:lnTo>
                  <a:lnTo>
                    <a:pt x="560668" y="537492"/>
                  </a:lnTo>
                  <a:lnTo>
                    <a:pt x="560464" y="537346"/>
                  </a:lnTo>
                  <a:lnTo>
                    <a:pt x="560249" y="537176"/>
                  </a:lnTo>
                  <a:lnTo>
                    <a:pt x="560117" y="537055"/>
                  </a:lnTo>
                  <a:lnTo>
                    <a:pt x="559987" y="536929"/>
                  </a:lnTo>
                  <a:lnTo>
                    <a:pt x="559798" y="536764"/>
                  </a:lnTo>
                  <a:lnTo>
                    <a:pt x="559659" y="536665"/>
                  </a:lnTo>
                  <a:lnTo>
                    <a:pt x="559469" y="536554"/>
                  </a:lnTo>
                  <a:lnTo>
                    <a:pt x="559232" y="536463"/>
                  </a:lnTo>
                  <a:lnTo>
                    <a:pt x="559004" y="536352"/>
                  </a:lnTo>
                  <a:lnTo>
                    <a:pt x="558762" y="536221"/>
                  </a:lnTo>
                  <a:lnTo>
                    <a:pt x="558529" y="536123"/>
                  </a:lnTo>
                  <a:lnTo>
                    <a:pt x="558349" y="535995"/>
                  </a:lnTo>
                  <a:lnTo>
                    <a:pt x="558179" y="535854"/>
                  </a:lnTo>
                  <a:lnTo>
                    <a:pt x="558006" y="535758"/>
                  </a:lnTo>
                  <a:lnTo>
                    <a:pt x="557791" y="535706"/>
                  </a:lnTo>
                  <a:lnTo>
                    <a:pt x="557561" y="535574"/>
                  </a:lnTo>
                  <a:lnTo>
                    <a:pt x="557384" y="535346"/>
                  </a:lnTo>
                  <a:lnTo>
                    <a:pt x="557286" y="535179"/>
                  </a:lnTo>
                  <a:lnTo>
                    <a:pt x="557253" y="534927"/>
                  </a:lnTo>
                  <a:lnTo>
                    <a:pt x="557277" y="534703"/>
                  </a:lnTo>
                  <a:lnTo>
                    <a:pt x="557331" y="534455"/>
                  </a:lnTo>
                  <a:lnTo>
                    <a:pt x="557380" y="534298"/>
                  </a:lnTo>
                  <a:lnTo>
                    <a:pt x="557370" y="534157"/>
                  </a:lnTo>
                  <a:lnTo>
                    <a:pt x="557334" y="534007"/>
                  </a:lnTo>
                  <a:lnTo>
                    <a:pt x="557317" y="533864"/>
                  </a:lnTo>
                  <a:lnTo>
                    <a:pt x="557274" y="533627"/>
                  </a:lnTo>
                  <a:lnTo>
                    <a:pt x="557215" y="533426"/>
                  </a:lnTo>
                  <a:lnTo>
                    <a:pt x="557141" y="533262"/>
                  </a:lnTo>
                  <a:lnTo>
                    <a:pt x="557129" y="533071"/>
                  </a:lnTo>
                  <a:lnTo>
                    <a:pt x="557207" y="532862"/>
                  </a:lnTo>
                  <a:lnTo>
                    <a:pt x="557331" y="532669"/>
                  </a:lnTo>
                  <a:lnTo>
                    <a:pt x="557567" y="532499"/>
                  </a:lnTo>
                  <a:lnTo>
                    <a:pt x="557781" y="532428"/>
                  </a:lnTo>
                  <a:lnTo>
                    <a:pt x="558017" y="532331"/>
                  </a:lnTo>
                  <a:lnTo>
                    <a:pt x="558249" y="532219"/>
                  </a:lnTo>
                  <a:lnTo>
                    <a:pt x="558499" y="532146"/>
                  </a:lnTo>
                  <a:lnTo>
                    <a:pt x="558702" y="532111"/>
                  </a:lnTo>
                  <a:lnTo>
                    <a:pt x="558906" y="532095"/>
                  </a:lnTo>
                  <a:lnTo>
                    <a:pt x="559068" y="532089"/>
                  </a:lnTo>
                  <a:lnTo>
                    <a:pt x="559265" y="532079"/>
                  </a:lnTo>
                  <a:lnTo>
                    <a:pt x="559489" y="532073"/>
                  </a:lnTo>
                  <a:lnTo>
                    <a:pt x="559641" y="532052"/>
                  </a:lnTo>
                  <a:lnTo>
                    <a:pt x="559824" y="531986"/>
                  </a:lnTo>
                  <a:lnTo>
                    <a:pt x="560011" y="531901"/>
                  </a:lnTo>
                  <a:lnTo>
                    <a:pt x="560488" y="531468"/>
                  </a:lnTo>
                  <a:lnTo>
                    <a:pt x="560622" y="531353"/>
                  </a:lnTo>
                  <a:lnTo>
                    <a:pt x="560748" y="531179"/>
                  </a:lnTo>
                  <a:lnTo>
                    <a:pt x="560822" y="531031"/>
                  </a:lnTo>
                  <a:lnTo>
                    <a:pt x="560915" y="530888"/>
                  </a:lnTo>
                  <a:lnTo>
                    <a:pt x="561197" y="530711"/>
                  </a:lnTo>
                  <a:lnTo>
                    <a:pt x="561346" y="530625"/>
                  </a:lnTo>
                  <a:lnTo>
                    <a:pt x="561422" y="530488"/>
                  </a:lnTo>
                  <a:lnTo>
                    <a:pt x="561498" y="530350"/>
                  </a:lnTo>
                  <a:lnTo>
                    <a:pt x="561615" y="530204"/>
                  </a:lnTo>
                  <a:lnTo>
                    <a:pt x="561897" y="530017"/>
                  </a:lnTo>
                  <a:lnTo>
                    <a:pt x="562199" y="529821"/>
                  </a:lnTo>
                  <a:lnTo>
                    <a:pt x="562281" y="529592"/>
                  </a:lnTo>
                  <a:lnTo>
                    <a:pt x="562526" y="529303"/>
                  </a:lnTo>
                  <a:lnTo>
                    <a:pt x="562909" y="528791"/>
                  </a:lnTo>
                  <a:lnTo>
                    <a:pt x="563085" y="528479"/>
                  </a:lnTo>
                  <a:lnTo>
                    <a:pt x="563271" y="528106"/>
                  </a:lnTo>
                  <a:lnTo>
                    <a:pt x="563439" y="527645"/>
                  </a:lnTo>
                  <a:lnTo>
                    <a:pt x="563566" y="527440"/>
                  </a:lnTo>
                  <a:lnTo>
                    <a:pt x="563678" y="527257"/>
                  </a:lnTo>
                  <a:lnTo>
                    <a:pt x="563794" y="527105"/>
                  </a:lnTo>
                  <a:lnTo>
                    <a:pt x="564015" y="526901"/>
                  </a:lnTo>
                  <a:lnTo>
                    <a:pt x="564195" y="526608"/>
                  </a:lnTo>
                  <a:lnTo>
                    <a:pt x="564304" y="526371"/>
                  </a:lnTo>
                  <a:lnTo>
                    <a:pt x="564436" y="526271"/>
                  </a:lnTo>
                  <a:lnTo>
                    <a:pt x="564620" y="526184"/>
                  </a:lnTo>
                  <a:lnTo>
                    <a:pt x="564905" y="525935"/>
                  </a:lnTo>
                  <a:lnTo>
                    <a:pt x="565053" y="525781"/>
                  </a:lnTo>
                  <a:lnTo>
                    <a:pt x="565193" y="525641"/>
                  </a:lnTo>
                  <a:lnTo>
                    <a:pt x="565342" y="525493"/>
                  </a:lnTo>
                  <a:lnTo>
                    <a:pt x="565436" y="525355"/>
                  </a:lnTo>
                  <a:lnTo>
                    <a:pt x="565451" y="525173"/>
                  </a:lnTo>
                  <a:lnTo>
                    <a:pt x="565494" y="525007"/>
                  </a:lnTo>
                  <a:lnTo>
                    <a:pt x="565514" y="524829"/>
                  </a:lnTo>
                  <a:lnTo>
                    <a:pt x="565517" y="524632"/>
                  </a:lnTo>
                  <a:lnTo>
                    <a:pt x="565619" y="524408"/>
                  </a:lnTo>
                  <a:lnTo>
                    <a:pt x="565668" y="524183"/>
                  </a:lnTo>
                  <a:lnTo>
                    <a:pt x="565632" y="524033"/>
                  </a:lnTo>
                  <a:lnTo>
                    <a:pt x="565724" y="523761"/>
                  </a:lnTo>
                  <a:lnTo>
                    <a:pt x="565828" y="523625"/>
                  </a:lnTo>
                  <a:lnTo>
                    <a:pt x="565892" y="523472"/>
                  </a:lnTo>
                  <a:lnTo>
                    <a:pt x="565921" y="523305"/>
                  </a:lnTo>
                  <a:lnTo>
                    <a:pt x="565931" y="523132"/>
                  </a:lnTo>
                  <a:lnTo>
                    <a:pt x="565921" y="522940"/>
                  </a:lnTo>
                  <a:lnTo>
                    <a:pt x="565903" y="522734"/>
                  </a:lnTo>
                  <a:lnTo>
                    <a:pt x="565949" y="522515"/>
                  </a:lnTo>
                  <a:lnTo>
                    <a:pt x="565906" y="522008"/>
                  </a:lnTo>
                  <a:lnTo>
                    <a:pt x="565785" y="521880"/>
                  </a:lnTo>
                  <a:lnTo>
                    <a:pt x="565686" y="521727"/>
                  </a:lnTo>
                  <a:lnTo>
                    <a:pt x="565603" y="521589"/>
                  </a:lnTo>
                  <a:lnTo>
                    <a:pt x="565540" y="521436"/>
                  </a:lnTo>
                  <a:lnTo>
                    <a:pt x="565531" y="521274"/>
                  </a:lnTo>
                  <a:lnTo>
                    <a:pt x="565761" y="520737"/>
                  </a:lnTo>
                  <a:lnTo>
                    <a:pt x="565803" y="520588"/>
                  </a:lnTo>
                  <a:lnTo>
                    <a:pt x="565836" y="520411"/>
                  </a:lnTo>
                  <a:lnTo>
                    <a:pt x="565856" y="520192"/>
                  </a:lnTo>
                  <a:lnTo>
                    <a:pt x="565870" y="520028"/>
                  </a:lnTo>
                  <a:lnTo>
                    <a:pt x="565883" y="519824"/>
                  </a:lnTo>
                  <a:lnTo>
                    <a:pt x="565875" y="519585"/>
                  </a:lnTo>
                  <a:lnTo>
                    <a:pt x="565772" y="518951"/>
                  </a:lnTo>
                  <a:lnTo>
                    <a:pt x="565823" y="518806"/>
                  </a:lnTo>
                  <a:lnTo>
                    <a:pt x="565917" y="518623"/>
                  </a:lnTo>
                  <a:lnTo>
                    <a:pt x="566052" y="518469"/>
                  </a:lnTo>
                  <a:lnTo>
                    <a:pt x="566210" y="518323"/>
                  </a:lnTo>
                  <a:lnTo>
                    <a:pt x="566424" y="518146"/>
                  </a:lnTo>
                  <a:lnTo>
                    <a:pt x="566599" y="517993"/>
                  </a:lnTo>
                  <a:lnTo>
                    <a:pt x="566736" y="517873"/>
                  </a:lnTo>
                  <a:lnTo>
                    <a:pt x="566830" y="517741"/>
                  </a:lnTo>
                  <a:lnTo>
                    <a:pt x="566959" y="517488"/>
                  </a:lnTo>
                  <a:lnTo>
                    <a:pt x="566978" y="517343"/>
                  </a:lnTo>
                  <a:lnTo>
                    <a:pt x="566963" y="517209"/>
                  </a:lnTo>
                  <a:lnTo>
                    <a:pt x="566947" y="516915"/>
                  </a:lnTo>
                  <a:lnTo>
                    <a:pt x="566976" y="516703"/>
                  </a:lnTo>
                  <a:lnTo>
                    <a:pt x="567000" y="516420"/>
                  </a:lnTo>
                  <a:lnTo>
                    <a:pt x="567015" y="516155"/>
                  </a:lnTo>
                  <a:lnTo>
                    <a:pt x="567103" y="515919"/>
                  </a:lnTo>
                  <a:lnTo>
                    <a:pt x="567185" y="515742"/>
                  </a:lnTo>
                  <a:lnTo>
                    <a:pt x="567158" y="515435"/>
                  </a:lnTo>
                  <a:lnTo>
                    <a:pt x="567119" y="515223"/>
                  </a:lnTo>
                  <a:lnTo>
                    <a:pt x="567116" y="514848"/>
                  </a:lnTo>
                  <a:lnTo>
                    <a:pt x="567186" y="514661"/>
                  </a:lnTo>
                  <a:lnTo>
                    <a:pt x="567241" y="514486"/>
                  </a:lnTo>
                  <a:lnTo>
                    <a:pt x="567312" y="514298"/>
                  </a:lnTo>
                  <a:lnTo>
                    <a:pt x="567297" y="513888"/>
                  </a:lnTo>
                  <a:lnTo>
                    <a:pt x="567096" y="513627"/>
                  </a:lnTo>
                  <a:lnTo>
                    <a:pt x="567021" y="513467"/>
                  </a:lnTo>
                  <a:lnTo>
                    <a:pt x="566784" y="513054"/>
                  </a:lnTo>
                  <a:lnTo>
                    <a:pt x="566476" y="512722"/>
                  </a:lnTo>
                  <a:lnTo>
                    <a:pt x="566334" y="512632"/>
                  </a:lnTo>
                  <a:lnTo>
                    <a:pt x="566149" y="512536"/>
                  </a:lnTo>
                  <a:lnTo>
                    <a:pt x="565901" y="512388"/>
                  </a:lnTo>
                  <a:lnTo>
                    <a:pt x="565752" y="512236"/>
                  </a:lnTo>
                  <a:lnTo>
                    <a:pt x="565633" y="512075"/>
                  </a:lnTo>
                  <a:lnTo>
                    <a:pt x="565055" y="511355"/>
                  </a:lnTo>
                  <a:lnTo>
                    <a:pt x="565255" y="509921"/>
                  </a:lnTo>
                  <a:lnTo>
                    <a:pt x="565053" y="509634"/>
                  </a:lnTo>
                  <a:lnTo>
                    <a:pt x="564840" y="509094"/>
                  </a:lnTo>
                  <a:lnTo>
                    <a:pt x="564841" y="508965"/>
                  </a:lnTo>
                  <a:lnTo>
                    <a:pt x="564854" y="508796"/>
                  </a:lnTo>
                  <a:lnTo>
                    <a:pt x="564870" y="508634"/>
                  </a:lnTo>
                  <a:lnTo>
                    <a:pt x="564889" y="508472"/>
                  </a:lnTo>
                  <a:lnTo>
                    <a:pt x="564915" y="508300"/>
                  </a:lnTo>
                  <a:lnTo>
                    <a:pt x="564917" y="508133"/>
                  </a:lnTo>
                  <a:lnTo>
                    <a:pt x="564889" y="507923"/>
                  </a:lnTo>
                  <a:lnTo>
                    <a:pt x="564853" y="507780"/>
                  </a:lnTo>
                  <a:lnTo>
                    <a:pt x="564734" y="507509"/>
                  </a:lnTo>
                  <a:lnTo>
                    <a:pt x="564672" y="507373"/>
                  </a:lnTo>
                  <a:lnTo>
                    <a:pt x="564614" y="507219"/>
                  </a:lnTo>
                  <a:lnTo>
                    <a:pt x="564554" y="507060"/>
                  </a:lnTo>
                  <a:lnTo>
                    <a:pt x="564483" y="506907"/>
                  </a:lnTo>
                  <a:lnTo>
                    <a:pt x="564376" y="506725"/>
                  </a:lnTo>
                  <a:lnTo>
                    <a:pt x="564210" y="506460"/>
                  </a:lnTo>
                  <a:lnTo>
                    <a:pt x="564141" y="506300"/>
                  </a:lnTo>
                  <a:lnTo>
                    <a:pt x="564040" y="506137"/>
                  </a:lnTo>
                  <a:lnTo>
                    <a:pt x="563920" y="505968"/>
                  </a:lnTo>
                  <a:lnTo>
                    <a:pt x="563780" y="505772"/>
                  </a:lnTo>
                  <a:lnTo>
                    <a:pt x="563707" y="505601"/>
                  </a:lnTo>
                  <a:lnTo>
                    <a:pt x="563619" y="505436"/>
                  </a:lnTo>
                  <a:lnTo>
                    <a:pt x="563585" y="505224"/>
                  </a:lnTo>
                  <a:lnTo>
                    <a:pt x="563601" y="505002"/>
                  </a:lnTo>
                  <a:lnTo>
                    <a:pt x="563557" y="504752"/>
                  </a:lnTo>
                  <a:lnTo>
                    <a:pt x="563489" y="504538"/>
                  </a:lnTo>
                  <a:lnTo>
                    <a:pt x="563420" y="504336"/>
                  </a:lnTo>
                  <a:lnTo>
                    <a:pt x="563257" y="504137"/>
                  </a:lnTo>
                  <a:lnTo>
                    <a:pt x="563029" y="503899"/>
                  </a:lnTo>
                  <a:lnTo>
                    <a:pt x="562830" y="503671"/>
                  </a:lnTo>
                  <a:lnTo>
                    <a:pt x="562596" y="503456"/>
                  </a:lnTo>
                  <a:lnTo>
                    <a:pt x="562355" y="503269"/>
                  </a:lnTo>
                  <a:lnTo>
                    <a:pt x="562081" y="503116"/>
                  </a:lnTo>
                  <a:lnTo>
                    <a:pt x="561780" y="502975"/>
                  </a:lnTo>
                  <a:lnTo>
                    <a:pt x="561521" y="502836"/>
                  </a:lnTo>
                  <a:lnTo>
                    <a:pt x="561331" y="502710"/>
                  </a:lnTo>
                  <a:lnTo>
                    <a:pt x="561095" y="502582"/>
                  </a:lnTo>
                  <a:lnTo>
                    <a:pt x="560959" y="502516"/>
                  </a:lnTo>
                  <a:lnTo>
                    <a:pt x="560789" y="502442"/>
                  </a:lnTo>
                  <a:lnTo>
                    <a:pt x="560627" y="502351"/>
                  </a:lnTo>
                  <a:lnTo>
                    <a:pt x="560434" y="502261"/>
                  </a:lnTo>
                  <a:lnTo>
                    <a:pt x="560192" y="502206"/>
                  </a:lnTo>
                  <a:lnTo>
                    <a:pt x="559999" y="502193"/>
                  </a:lnTo>
                  <a:lnTo>
                    <a:pt x="559669" y="502187"/>
                  </a:lnTo>
                  <a:lnTo>
                    <a:pt x="559384" y="502151"/>
                  </a:lnTo>
                  <a:lnTo>
                    <a:pt x="559085" y="502123"/>
                  </a:lnTo>
                  <a:lnTo>
                    <a:pt x="558621" y="502192"/>
                  </a:lnTo>
                  <a:lnTo>
                    <a:pt x="558257" y="502282"/>
                  </a:lnTo>
                  <a:lnTo>
                    <a:pt x="557908" y="502226"/>
                  </a:lnTo>
                  <a:lnTo>
                    <a:pt x="557545" y="502098"/>
                  </a:lnTo>
                  <a:lnTo>
                    <a:pt x="557112" y="501822"/>
                  </a:lnTo>
                  <a:lnTo>
                    <a:pt x="556818" y="501510"/>
                  </a:lnTo>
                  <a:lnTo>
                    <a:pt x="556541" y="501125"/>
                  </a:lnTo>
                  <a:lnTo>
                    <a:pt x="556328" y="500712"/>
                  </a:lnTo>
                  <a:lnTo>
                    <a:pt x="556247" y="500150"/>
                  </a:lnTo>
                  <a:lnTo>
                    <a:pt x="556302" y="499874"/>
                  </a:lnTo>
                  <a:lnTo>
                    <a:pt x="556327" y="499638"/>
                  </a:lnTo>
                  <a:lnTo>
                    <a:pt x="556389" y="499435"/>
                  </a:lnTo>
                  <a:lnTo>
                    <a:pt x="556426" y="499155"/>
                  </a:lnTo>
                  <a:lnTo>
                    <a:pt x="556450" y="498965"/>
                  </a:lnTo>
                  <a:lnTo>
                    <a:pt x="556527" y="498785"/>
                  </a:lnTo>
                  <a:lnTo>
                    <a:pt x="556685" y="498620"/>
                  </a:lnTo>
                  <a:lnTo>
                    <a:pt x="556826" y="498324"/>
                  </a:lnTo>
                  <a:lnTo>
                    <a:pt x="557008" y="498051"/>
                  </a:lnTo>
                  <a:lnTo>
                    <a:pt x="557281" y="497740"/>
                  </a:lnTo>
                  <a:lnTo>
                    <a:pt x="557472" y="497464"/>
                  </a:lnTo>
                  <a:lnTo>
                    <a:pt x="557663" y="497195"/>
                  </a:lnTo>
                  <a:lnTo>
                    <a:pt x="557808" y="496951"/>
                  </a:lnTo>
                  <a:lnTo>
                    <a:pt x="557893" y="496733"/>
                  </a:lnTo>
                  <a:lnTo>
                    <a:pt x="557957" y="496515"/>
                  </a:lnTo>
                  <a:lnTo>
                    <a:pt x="558027" y="496244"/>
                  </a:lnTo>
                  <a:lnTo>
                    <a:pt x="558061" y="496052"/>
                  </a:lnTo>
                  <a:lnTo>
                    <a:pt x="558193" y="495892"/>
                  </a:lnTo>
                  <a:lnTo>
                    <a:pt x="558345" y="495774"/>
                  </a:lnTo>
                  <a:lnTo>
                    <a:pt x="558514" y="495720"/>
                  </a:lnTo>
                  <a:lnTo>
                    <a:pt x="558744" y="495633"/>
                  </a:lnTo>
                  <a:lnTo>
                    <a:pt x="558955" y="495611"/>
                  </a:lnTo>
                  <a:lnTo>
                    <a:pt x="559142" y="495517"/>
                  </a:lnTo>
                  <a:lnTo>
                    <a:pt x="559363" y="495309"/>
                  </a:lnTo>
                  <a:lnTo>
                    <a:pt x="559595" y="494974"/>
                  </a:lnTo>
                  <a:lnTo>
                    <a:pt x="559758" y="494685"/>
                  </a:lnTo>
                  <a:lnTo>
                    <a:pt x="559945" y="494364"/>
                  </a:lnTo>
                  <a:lnTo>
                    <a:pt x="560141" y="494125"/>
                  </a:lnTo>
                  <a:lnTo>
                    <a:pt x="560259" y="493916"/>
                  </a:lnTo>
                  <a:lnTo>
                    <a:pt x="560312" y="493669"/>
                  </a:lnTo>
                  <a:lnTo>
                    <a:pt x="560297" y="493406"/>
                  </a:lnTo>
                  <a:lnTo>
                    <a:pt x="560270" y="493008"/>
                  </a:lnTo>
                  <a:lnTo>
                    <a:pt x="560264" y="492612"/>
                  </a:lnTo>
                  <a:lnTo>
                    <a:pt x="560313" y="492357"/>
                  </a:lnTo>
                  <a:lnTo>
                    <a:pt x="560452" y="492125"/>
                  </a:lnTo>
                  <a:lnTo>
                    <a:pt x="560667" y="491876"/>
                  </a:lnTo>
                  <a:lnTo>
                    <a:pt x="560738" y="491624"/>
                  </a:lnTo>
                  <a:lnTo>
                    <a:pt x="560751" y="491380"/>
                  </a:lnTo>
                  <a:lnTo>
                    <a:pt x="560719" y="491191"/>
                  </a:lnTo>
                  <a:lnTo>
                    <a:pt x="560593" y="491000"/>
                  </a:lnTo>
                  <a:lnTo>
                    <a:pt x="560450" y="490823"/>
                  </a:lnTo>
                  <a:lnTo>
                    <a:pt x="560373" y="490591"/>
                  </a:lnTo>
                  <a:lnTo>
                    <a:pt x="560416" y="490423"/>
                  </a:lnTo>
                  <a:lnTo>
                    <a:pt x="560595" y="490182"/>
                  </a:lnTo>
                  <a:lnTo>
                    <a:pt x="560844" y="489842"/>
                  </a:lnTo>
                  <a:lnTo>
                    <a:pt x="561038" y="489697"/>
                  </a:lnTo>
                  <a:lnTo>
                    <a:pt x="561219" y="489497"/>
                  </a:lnTo>
                  <a:lnTo>
                    <a:pt x="561310" y="489278"/>
                  </a:lnTo>
                  <a:lnTo>
                    <a:pt x="561384" y="489006"/>
                  </a:lnTo>
                  <a:lnTo>
                    <a:pt x="561458" y="488631"/>
                  </a:lnTo>
                  <a:lnTo>
                    <a:pt x="561542" y="488326"/>
                  </a:lnTo>
                  <a:lnTo>
                    <a:pt x="561552" y="488119"/>
                  </a:lnTo>
                  <a:lnTo>
                    <a:pt x="561472" y="487924"/>
                  </a:lnTo>
                  <a:lnTo>
                    <a:pt x="561479" y="487701"/>
                  </a:lnTo>
                  <a:lnTo>
                    <a:pt x="561620" y="487426"/>
                  </a:lnTo>
                  <a:lnTo>
                    <a:pt x="561820" y="487165"/>
                  </a:lnTo>
                  <a:lnTo>
                    <a:pt x="562049" y="487001"/>
                  </a:lnTo>
                  <a:lnTo>
                    <a:pt x="562217" y="486860"/>
                  </a:lnTo>
                  <a:lnTo>
                    <a:pt x="562338" y="486671"/>
                  </a:lnTo>
                  <a:lnTo>
                    <a:pt x="562532" y="486324"/>
                  </a:lnTo>
                  <a:lnTo>
                    <a:pt x="562715" y="486030"/>
                  </a:lnTo>
                  <a:lnTo>
                    <a:pt x="562893" y="485660"/>
                  </a:lnTo>
                  <a:lnTo>
                    <a:pt x="562936" y="485410"/>
                  </a:lnTo>
                  <a:lnTo>
                    <a:pt x="563053" y="485119"/>
                  </a:lnTo>
                  <a:lnTo>
                    <a:pt x="563182" y="484887"/>
                  </a:lnTo>
                  <a:lnTo>
                    <a:pt x="563350" y="484643"/>
                  </a:lnTo>
                  <a:lnTo>
                    <a:pt x="563550" y="484319"/>
                  </a:lnTo>
                  <a:lnTo>
                    <a:pt x="563638" y="484133"/>
                  </a:lnTo>
                  <a:lnTo>
                    <a:pt x="563649" y="483930"/>
                  </a:lnTo>
                  <a:lnTo>
                    <a:pt x="563641" y="483736"/>
                  </a:lnTo>
                  <a:lnTo>
                    <a:pt x="563716" y="483567"/>
                  </a:lnTo>
                  <a:lnTo>
                    <a:pt x="563873" y="483376"/>
                  </a:lnTo>
                  <a:lnTo>
                    <a:pt x="563990" y="483172"/>
                  </a:lnTo>
                  <a:lnTo>
                    <a:pt x="564207" y="482960"/>
                  </a:lnTo>
                  <a:lnTo>
                    <a:pt x="564378" y="482761"/>
                  </a:lnTo>
                  <a:lnTo>
                    <a:pt x="564459" y="482575"/>
                  </a:lnTo>
                  <a:lnTo>
                    <a:pt x="564467" y="482357"/>
                  </a:lnTo>
                  <a:lnTo>
                    <a:pt x="564574" y="482064"/>
                  </a:lnTo>
                  <a:lnTo>
                    <a:pt x="564716" y="482004"/>
                  </a:lnTo>
                  <a:lnTo>
                    <a:pt x="564894" y="481969"/>
                  </a:lnTo>
                  <a:lnTo>
                    <a:pt x="565088" y="481858"/>
                  </a:lnTo>
                  <a:lnTo>
                    <a:pt x="565232" y="481804"/>
                  </a:lnTo>
                  <a:lnTo>
                    <a:pt x="565525" y="481910"/>
                  </a:lnTo>
                  <a:lnTo>
                    <a:pt x="565684" y="481956"/>
                  </a:lnTo>
                  <a:lnTo>
                    <a:pt x="565843" y="481975"/>
                  </a:lnTo>
                  <a:lnTo>
                    <a:pt x="566106" y="482062"/>
                  </a:lnTo>
                  <a:lnTo>
                    <a:pt x="566329" y="482121"/>
                  </a:lnTo>
                  <a:lnTo>
                    <a:pt x="566540" y="482154"/>
                  </a:lnTo>
                  <a:lnTo>
                    <a:pt x="566834" y="482124"/>
                  </a:lnTo>
                  <a:lnTo>
                    <a:pt x="567171" y="482033"/>
                  </a:lnTo>
                  <a:lnTo>
                    <a:pt x="567487" y="482047"/>
                  </a:lnTo>
                  <a:lnTo>
                    <a:pt x="567719" y="482115"/>
                  </a:lnTo>
                  <a:lnTo>
                    <a:pt x="567861" y="482179"/>
                  </a:lnTo>
                  <a:lnTo>
                    <a:pt x="568000" y="482186"/>
                  </a:lnTo>
                  <a:lnTo>
                    <a:pt x="568192" y="482132"/>
                  </a:lnTo>
                  <a:lnTo>
                    <a:pt x="568430" y="482119"/>
                  </a:lnTo>
                  <a:lnTo>
                    <a:pt x="568739" y="482073"/>
                  </a:lnTo>
                  <a:lnTo>
                    <a:pt x="569068" y="481915"/>
                  </a:lnTo>
                  <a:lnTo>
                    <a:pt x="569256" y="481699"/>
                  </a:lnTo>
                  <a:lnTo>
                    <a:pt x="569368" y="481416"/>
                  </a:lnTo>
                  <a:lnTo>
                    <a:pt x="569420" y="481156"/>
                  </a:lnTo>
                  <a:lnTo>
                    <a:pt x="569533" y="480929"/>
                  </a:lnTo>
                  <a:lnTo>
                    <a:pt x="569727" y="480771"/>
                  </a:lnTo>
                  <a:lnTo>
                    <a:pt x="570051" y="480602"/>
                  </a:lnTo>
                  <a:lnTo>
                    <a:pt x="570277" y="480583"/>
                  </a:lnTo>
                  <a:lnTo>
                    <a:pt x="570459" y="480619"/>
                  </a:lnTo>
                  <a:lnTo>
                    <a:pt x="570622" y="480599"/>
                  </a:lnTo>
                  <a:lnTo>
                    <a:pt x="570786" y="480524"/>
                  </a:lnTo>
                  <a:lnTo>
                    <a:pt x="570883" y="480368"/>
                  </a:lnTo>
                  <a:lnTo>
                    <a:pt x="570954" y="480205"/>
                  </a:lnTo>
                  <a:lnTo>
                    <a:pt x="571062" y="480004"/>
                  </a:lnTo>
                  <a:lnTo>
                    <a:pt x="571196" y="479824"/>
                  </a:lnTo>
                  <a:lnTo>
                    <a:pt x="571228" y="479638"/>
                  </a:lnTo>
                  <a:lnTo>
                    <a:pt x="571376" y="479482"/>
                  </a:lnTo>
                  <a:lnTo>
                    <a:pt x="571620" y="479323"/>
                  </a:lnTo>
                  <a:lnTo>
                    <a:pt x="571916" y="479236"/>
                  </a:lnTo>
                  <a:lnTo>
                    <a:pt x="572162" y="479240"/>
                  </a:lnTo>
                  <a:lnTo>
                    <a:pt x="572388" y="479200"/>
                  </a:lnTo>
                  <a:lnTo>
                    <a:pt x="572570" y="479114"/>
                  </a:lnTo>
                  <a:lnTo>
                    <a:pt x="572799" y="479010"/>
                  </a:lnTo>
                  <a:lnTo>
                    <a:pt x="573031" y="478867"/>
                  </a:lnTo>
                  <a:lnTo>
                    <a:pt x="573197" y="478767"/>
                  </a:lnTo>
                  <a:lnTo>
                    <a:pt x="573406" y="478668"/>
                  </a:lnTo>
                  <a:lnTo>
                    <a:pt x="573626" y="478553"/>
                  </a:lnTo>
                  <a:lnTo>
                    <a:pt x="573810" y="478474"/>
                  </a:lnTo>
                  <a:lnTo>
                    <a:pt x="573967" y="478352"/>
                  </a:lnTo>
                  <a:lnTo>
                    <a:pt x="574135" y="478194"/>
                  </a:lnTo>
                  <a:lnTo>
                    <a:pt x="574276" y="477990"/>
                  </a:lnTo>
                  <a:lnTo>
                    <a:pt x="574501" y="477736"/>
                  </a:lnTo>
                  <a:lnTo>
                    <a:pt x="574772" y="477444"/>
                  </a:lnTo>
                  <a:lnTo>
                    <a:pt x="575158" y="477054"/>
                  </a:lnTo>
                  <a:lnTo>
                    <a:pt x="575381" y="476601"/>
                  </a:lnTo>
                  <a:lnTo>
                    <a:pt x="575693" y="476178"/>
                  </a:lnTo>
                  <a:lnTo>
                    <a:pt x="575973" y="475744"/>
                  </a:lnTo>
                  <a:lnTo>
                    <a:pt x="576224" y="475369"/>
                  </a:lnTo>
                  <a:lnTo>
                    <a:pt x="576333" y="475057"/>
                  </a:lnTo>
                  <a:lnTo>
                    <a:pt x="576439" y="474728"/>
                  </a:lnTo>
                  <a:lnTo>
                    <a:pt x="576563" y="474462"/>
                  </a:lnTo>
                  <a:lnTo>
                    <a:pt x="576726" y="474130"/>
                  </a:lnTo>
                  <a:lnTo>
                    <a:pt x="576852" y="473762"/>
                  </a:lnTo>
                  <a:lnTo>
                    <a:pt x="576953" y="473408"/>
                  </a:lnTo>
                  <a:lnTo>
                    <a:pt x="576978" y="473127"/>
                  </a:lnTo>
                  <a:lnTo>
                    <a:pt x="576976" y="472899"/>
                  </a:lnTo>
                  <a:lnTo>
                    <a:pt x="576976" y="472708"/>
                  </a:lnTo>
                  <a:lnTo>
                    <a:pt x="576943" y="472368"/>
                  </a:lnTo>
                  <a:lnTo>
                    <a:pt x="576880" y="471985"/>
                  </a:lnTo>
                  <a:lnTo>
                    <a:pt x="576806" y="471714"/>
                  </a:lnTo>
                  <a:lnTo>
                    <a:pt x="576743" y="471421"/>
                  </a:lnTo>
                  <a:lnTo>
                    <a:pt x="576720" y="471140"/>
                  </a:lnTo>
                  <a:lnTo>
                    <a:pt x="576709" y="470871"/>
                  </a:lnTo>
                  <a:lnTo>
                    <a:pt x="576733" y="470609"/>
                  </a:lnTo>
                  <a:lnTo>
                    <a:pt x="576759" y="470428"/>
                  </a:lnTo>
                  <a:lnTo>
                    <a:pt x="576831" y="470213"/>
                  </a:lnTo>
                  <a:lnTo>
                    <a:pt x="577007" y="469950"/>
                  </a:lnTo>
                  <a:lnTo>
                    <a:pt x="577232" y="469743"/>
                  </a:lnTo>
                  <a:lnTo>
                    <a:pt x="577486" y="469562"/>
                  </a:lnTo>
                  <a:lnTo>
                    <a:pt x="577794" y="469388"/>
                  </a:lnTo>
                  <a:lnTo>
                    <a:pt x="578096" y="469298"/>
                  </a:lnTo>
                  <a:lnTo>
                    <a:pt x="578373" y="469320"/>
                  </a:lnTo>
                  <a:lnTo>
                    <a:pt x="578612" y="469282"/>
                  </a:lnTo>
                  <a:lnTo>
                    <a:pt x="578852" y="469196"/>
                  </a:lnTo>
                  <a:lnTo>
                    <a:pt x="579136" y="469044"/>
                  </a:lnTo>
                  <a:lnTo>
                    <a:pt x="579395" y="468864"/>
                  </a:lnTo>
                  <a:lnTo>
                    <a:pt x="579607" y="468660"/>
                  </a:lnTo>
                  <a:lnTo>
                    <a:pt x="579735" y="468463"/>
                  </a:lnTo>
                  <a:lnTo>
                    <a:pt x="579794" y="468260"/>
                  </a:lnTo>
                  <a:lnTo>
                    <a:pt x="579812" y="468038"/>
                  </a:lnTo>
                  <a:lnTo>
                    <a:pt x="579815" y="467766"/>
                  </a:lnTo>
                  <a:lnTo>
                    <a:pt x="579798" y="467493"/>
                  </a:lnTo>
                  <a:lnTo>
                    <a:pt x="579761" y="467233"/>
                  </a:lnTo>
                  <a:lnTo>
                    <a:pt x="579675" y="467017"/>
                  </a:lnTo>
                  <a:lnTo>
                    <a:pt x="579635" y="466839"/>
                  </a:lnTo>
                  <a:lnTo>
                    <a:pt x="579473" y="466445"/>
                  </a:lnTo>
                  <a:lnTo>
                    <a:pt x="579058" y="466028"/>
                  </a:lnTo>
                  <a:lnTo>
                    <a:pt x="579110" y="465897"/>
                  </a:lnTo>
                  <a:lnTo>
                    <a:pt x="579149" y="465741"/>
                  </a:lnTo>
                  <a:lnTo>
                    <a:pt x="579211" y="465581"/>
                  </a:lnTo>
                  <a:lnTo>
                    <a:pt x="579302" y="465434"/>
                  </a:lnTo>
                  <a:lnTo>
                    <a:pt x="579332" y="465260"/>
                  </a:lnTo>
                  <a:lnTo>
                    <a:pt x="579323" y="464919"/>
                  </a:lnTo>
                  <a:lnTo>
                    <a:pt x="579373" y="464773"/>
                  </a:lnTo>
                  <a:lnTo>
                    <a:pt x="579454" y="464587"/>
                  </a:lnTo>
                  <a:lnTo>
                    <a:pt x="579472" y="464391"/>
                  </a:lnTo>
                  <a:lnTo>
                    <a:pt x="579518" y="464191"/>
                  </a:lnTo>
                  <a:lnTo>
                    <a:pt x="579587" y="464016"/>
                  </a:lnTo>
                  <a:lnTo>
                    <a:pt x="579656" y="463808"/>
                  </a:lnTo>
                  <a:lnTo>
                    <a:pt x="579735" y="463598"/>
                  </a:lnTo>
                  <a:lnTo>
                    <a:pt x="579846" y="463428"/>
                  </a:lnTo>
                  <a:lnTo>
                    <a:pt x="579978" y="463292"/>
                  </a:lnTo>
                  <a:lnTo>
                    <a:pt x="580089" y="463141"/>
                  </a:lnTo>
                  <a:lnTo>
                    <a:pt x="580223" y="463033"/>
                  </a:lnTo>
                  <a:lnTo>
                    <a:pt x="580382" y="462931"/>
                  </a:lnTo>
                  <a:lnTo>
                    <a:pt x="580511" y="462863"/>
                  </a:lnTo>
                  <a:lnTo>
                    <a:pt x="580659" y="462791"/>
                  </a:lnTo>
                  <a:lnTo>
                    <a:pt x="580805" y="462753"/>
                  </a:lnTo>
                  <a:lnTo>
                    <a:pt x="580981" y="462748"/>
                  </a:lnTo>
                  <a:lnTo>
                    <a:pt x="581224" y="462720"/>
                  </a:lnTo>
                  <a:lnTo>
                    <a:pt x="581442" y="462677"/>
                  </a:lnTo>
                  <a:lnTo>
                    <a:pt x="581627" y="462550"/>
                  </a:lnTo>
                  <a:lnTo>
                    <a:pt x="581761" y="462403"/>
                  </a:lnTo>
                  <a:lnTo>
                    <a:pt x="581831" y="462257"/>
                  </a:lnTo>
                  <a:lnTo>
                    <a:pt x="581906" y="462015"/>
                  </a:lnTo>
                  <a:lnTo>
                    <a:pt x="581898" y="461777"/>
                  </a:lnTo>
                  <a:lnTo>
                    <a:pt x="581863" y="461537"/>
                  </a:lnTo>
                  <a:lnTo>
                    <a:pt x="581884" y="461287"/>
                  </a:lnTo>
                  <a:lnTo>
                    <a:pt x="581899" y="461120"/>
                  </a:lnTo>
                  <a:lnTo>
                    <a:pt x="581954" y="460965"/>
                  </a:lnTo>
                  <a:lnTo>
                    <a:pt x="582242" y="460690"/>
                  </a:lnTo>
                  <a:lnTo>
                    <a:pt x="582346" y="460534"/>
                  </a:lnTo>
                  <a:lnTo>
                    <a:pt x="582400" y="460389"/>
                  </a:lnTo>
                  <a:lnTo>
                    <a:pt x="582438" y="460167"/>
                  </a:lnTo>
                  <a:lnTo>
                    <a:pt x="582443" y="459975"/>
                  </a:lnTo>
                  <a:lnTo>
                    <a:pt x="582441" y="459773"/>
                  </a:lnTo>
                  <a:lnTo>
                    <a:pt x="582434" y="459579"/>
                  </a:lnTo>
                  <a:lnTo>
                    <a:pt x="582420" y="459313"/>
                  </a:lnTo>
                  <a:lnTo>
                    <a:pt x="582409" y="459085"/>
                  </a:lnTo>
                  <a:lnTo>
                    <a:pt x="582386" y="458891"/>
                  </a:lnTo>
                  <a:lnTo>
                    <a:pt x="582377" y="458671"/>
                  </a:lnTo>
                  <a:lnTo>
                    <a:pt x="582432" y="458492"/>
                  </a:lnTo>
                  <a:lnTo>
                    <a:pt x="582631" y="458262"/>
                  </a:lnTo>
                  <a:lnTo>
                    <a:pt x="582761" y="458212"/>
                  </a:lnTo>
                  <a:lnTo>
                    <a:pt x="583012" y="458178"/>
                  </a:lnTo>
                  <a:lnTo>
                    <a:pt x="583313" y="458145"/>
                  </a:lnTo>
                  <a:lnTo>
                    <a:pt x="583495" y="458120"/>
                  </a:lnTo>
                  <a:lnTo>
                    <a:pt x="583720" y="458052"/>
                  </a:lnTo>
                  <a:lnTo>
                    <a:pt x="583895" y="457936"/>
                  </a:lnTo>
                  <a:lnTo>
                    <a:pt x="583992" y="457795"/>
                  </a:lnTo>
                  <a:lnTo>
                    <a:pt x="584047" y="457621"/>
                  </a:lnTo>
                  <a:lnTo>
                    <a:pt x="584049" y="457398"/>
                  </a:lnTo>
                  <a:lnTo>
                    <a:pt x="584050" y="457226"/>
                  </a:lnTo>
                  <a:lnTo>
                    <a:pt x="584036" y="457075"/>
                  </a:lnTo>
                  <a:lnTo>
                    <a:pt x="584022" y="456746"/>
                  </a:lnTo>
                  <a:lnTo>
                    <a:pt x="583984" y="456469"/>
                  </a:lnTo>
                  <a:lnTo>
                    <a:pt x="583954" y="456157"/>
                  </a:lnTo>
                  <a:lnTo>
                    <a:pt x="583951" y="455937"/>
                  </a:lnTo>
                  <a:lnTo>
                    <a:pt x="583913" y="455785"/>
                  </a:lnTo>
                  <a:lnTo>
                    <a:pt x="583849" y="455630"/>
                  </a:lnTo>
                  <a:lnTo>
                    <a:pt x="583781" y="455467"/>
                  </a:lnTo>
                  <a:lnTo>
                    <a:pt x="583674" y="455266"/>
                  </a:lnTo>
                  <a:lnTo>
                    <a:pt x="583595" y="455126"/>
                  </a:lnTo>
                  <a:lnTo>
                    <a:pt x="583501" y="454958"/>
                  </a:lnTo>
                  <a:lnTo>
                    <a:pt x="583379" y="454793"/>
                  </a:lnTo>
                  <a:lnTo>
                    <a:pt x="583270" y="454643"/>
                  </a:lnTo>
                  <a:lnTo>
                    <a:pt x="582986" y="454276"/>
                  </a:lnTo>
                  <a:lnTo>
                    <a:pt x="582897" y="454149"/>
                  </a:lnTo>
                  <a:lnTo>
                    <a:pt x="582826" y="454018"/>
                  </a:lnTo>
                  <a:lnTo>
                    <a:pt x="582771" y="453854"/>
                  </a:lnTo>
                  <a:lnTo>
                    <a:pt x="582737" y="453682"/>
                  </a:lnTo>
                  <a:lnTo>
                    <a:pt x="582714" y="453530"/>
                  </a:lnTo>
                  <a:lnTo>
                    <a:pt x="582680" y="453377"/>
                  </a:lnTo>
                  <a:lnTo>
                    <a:pt x="582634" y="453219"/>
                  </a:lnTo>
                  <a:lnTo>
                    <a:pt x="582579" y="453037"/>
                  </a:lnTo>
                  <a:lnTo>
                    <a:pt x="582544" y="452846"/>
                  </a:lnTo>
                  <a:lnTo>
                    <a:pt x="582521" y="452654"/>
                  </a:lnTo>
                  <a:lnTo>
                    <a:pt x="582507" y="452489"/>
                  </a:lnTo>
                  <a:lnTo>
                    <a:pt x="582506" y="452244"/>
                  </a:lnTo>
                  <a:lnTo>
                    <a:pt x="582532" y="451946"/>
                  </a:lnTo>
                  <a:lnTo>
                    <a:pt x="582548" y="451750"/>
                  </a:lnTo>
                  <a:lnTo>
                    <a:pt x="582910" y="451285"/>
                  </a:lnTo>
                  <a:lnTo>
                    <a:pt x="583063" y="451177"/>
                  </a:lnTo>
                  <a:lnTo>
                    <a:pt x="583227" y="451122"/>
                  </a:lnTo>
                  <a:lnTo>
                    <a:pt x="583408" y="451041"/>
                  </a:lnTo>
                  <a:lnTo>
                    <a:pt x="583585" y="450939"/>
                  </a:lnTo>
                  <a:lnTo>
                    <a:pt x="583767" y="450843"/>
                  </a:lnTo>
                  <a:lnTo>
                    <a:pt x="583942" y="450737"/>
                  </a:lnTo>
                  <a:lnTo>
                    <a:pt x="584114" y="450631"/>
                  </a:lnTo>
                  <a:lnTo>
                    <a:pt x="584265" y="450532"/>
                  </a:lnTo>
                  <a:lnTo>
                    <a:pt x="584475" y="450399"/>
                  </a:lnTo>
                  <a:lnTo>
                    <a:pt x="584661" y="450220"/>
                  </a:lnTo>
                  <a:lnTo>
                    <a:pt x="584801" y="450076"/>
                  </a:lnTo>
                  <a:lnTo>
                    <a:pt x="585015" y="449825"/>
                  </a:lnTo>
                  <a:lnTo>
                    <a:pt x="585146" y="449608"/>
                  </a:lnTo>
                  <a:lnTo>
                    <a:pt x="585342" y="449342"/>
                  </a:lnTo>
                  <a:lnTo>
                    <a:pt x="585498" y="449136"/>
                  </a:lnTo>
                  <a:lnTo>
                    <a:pt x="585639" y="448889"/>
                  </a:lnTo>
                  <a:lnTo>
                    <a:pt x="585730" y="448677"/>
                  </a:lnTo>
                  <a:lnTo>
                    <a:pt x="585838" y="448419"/>
                  </a:lnTo>
                  <a:lnTo>
                    <a:pt x="586172" y="448146"/>
                  </a:lnTo>
                  <a:lnTo>
                    <a:pt x="586393" y="448098"/>
                  </a:lnTo>
                  <a:lnTo>
                    <a:pt x="586629" y="448014"/>
                  </a:lnTo>
                  <a:lnTo>
                    <a:pt x="586842" y="447908"/>
                  </a:lnTo>
                  <a:lnTo>
                    <a:pt x="587043" y="447760"/>
                  </a:lnTo>
                  <a:lnTo>
                    <a:pt x="587206" y="447621"/>
                  </a:lnTo>
                  <a:lnTo>
                    <a:pt x="587382" y="447410"/>
                  </a:lnTo>
                  <a:lnTo>
                    <a:pt x="587555" y="447217"/>
                  </a:lnTo>
                  <a:lnTo>
                    <a:pt x="587789" y="446949"/>
                  </a:lnTo>
                  <a:lnTo>
                    <a:pt x="588010" y="446734"/>
                  </a:lnTo>
                  <a:lnTo>
                    <a:pt x="588205" y="446573"/>
                  </a:lnTo>
                  <a:lnTo>
                    <a:pt x="588373" y="446372"/>
                  </a:lnTo>
                  <a:lnTo>
                    <a:pt x="588478" y="446206"/>
                  </a:lnTo>
                  <a:lnTo>
                    <a:pt x="588585" y="445998"/>
                  </a:lnTo>
                  <a:lnTo>
                    <a:pt x="588685" y="445833"/>
                  </a:lnTo>
                  <a:lnTo>
                    <a:pt x="588791" y="445686"/>
                  </a:lnTo>
                  <a:lnTo>
                    <a:pt x="589044" y="445408"/>
                  </a:lnTo>
                  <a:lnTo>
                    <a:pt x="589178" y="445296"/>
                  </a:lnTo>
                  <a:lnTo>
                    <a:pt x="589355" y="445160"/>
                  </a:lnTo>
                  <a:lnTo>
                    <a:pt x="589551" y="445021"/>
                  </a:lnTo>
                  <a:lnTo>
                    <a:pt x="589781" y="444867"/>
                  </a:lnTo>
                  <a:lnTo>
                    <a:pt x="589955" y="444698"/>
                  </a:lnTo>
                  <a:lnTo>
                    <a:pt x="590088" y="444545"/>
                  </a:lnTo>
                  <a:lnTo>
                    <a:pt x="590174" y="444357"/>
                  </a:lnTo>
                  <a:lnTo>
                    <a:pt x="590261" y="444142"/>
                  </a:lnTo>
                  <a:lnTo>
                    <a:pt x="590303" y="443959"/>
                  </a:lnTo>
                  <a:lnTo>
                    <a:pt x="590342" y="443765"/>
                  </a:lnTo>
                  <a:lnTo>
                    <a:pt x="590353" y="443596"/>
                  </a:lnTo>
                  <a:lnTo>
                    <a:pt x="590349" y="443444"/>
                  </a:lnTo>
                  <a:lnTo>
                    <a:pt x="590397" y="443278"/>
                  </a:lnTo>
                  <a:lnTo>
                    <a:pt x="590473" y="443118"/>
                  </a:lnTo>
                  <a:lnTo>
                    <a:pt x="590599" y="442948"/>
                  </a:lnTo>
                  <a:lnTo>
                    <a:pt x="590689" y="442781"/>
                  </a:lnTo>
                  <a:lnTo>
                    <a:pt x="590745" y="442576"/>
                  </a:lnTo>
                  <a:lnTo>
                    <a:pt x="590789" y="442423"/>
                  </a:lnTo>
                  <a:lnTo>
                    <a:pt x="590877" y="442267"/>
                  </a:lnTo>
                  <a:lnTo>
                    <a:pt x="590991" y="442090"/>
                  </a:lnTo>
                  <a:lnTo>
                    <a:pt x="591123" y="441929"/>
                  </a:lnTo>
                  <a:lnTo>
                    <a:pt x="591226" y="441796"/>
                  </a:lnTo>
                  <a:lnTo>
                    <a:pt x="591356" y="441647"/>
                  </a:lnTo>
                  <a:lnTo>
                    <a:pt x="591615" y="441485"/>
                  </a:lnTo>
                  <a:lnTo>
                    <a:pt x="591860" y="441608"/>
                  </a:lnTo>
                  <a:lnTo>
                    <a:pt x="592011" y="441686"/>
                  </a:lnTo>
                  <a:lnTo>
                    <a:pt x="592141" y="441696"/>
                  </a:lnTo>
                  <a:lnTo>
                    <a:pt x="592279" y="441668"/>
                  </a:lnTo>
                  <a:lnTo>
                    <a:pt x="592505" y="441559"/>
                  </a:lnTo>
                  <a:lnTo>
                    <a:pt x="592755" y="441169"/>
                  </a:lnTo>
                  <a:lnTo>
                    <a:pt x="592795" y="441017"/>
                  </a:lnTo>
                  <a:lnTo>
                    <a:pt x="592862" y="440875"/>
                  </a:lnTo>
                  <a:lnTo>
                    <a:pt x="592937" y="440733"/>
                  </a:lnTo>
                  <a:lnTo>
                    <a:pt x="592966" y="440508"/>
                  </a:lnTo>
                  <a:lnTo>
                    <a:pt x="592967" y="440347"/>
                  </a:lnTo>
                  <a:lnTo>
                    <a:pt x="592978" y="440193"/>
                  </a:lnTo>
                  <a:lnTo>
                    <a:pt x="593016" y="440051"/>
                  </a:lnTo>
                  <a:lnTo>
                    <a:pt x="593130" y="439899"/>
                  </a:lnTo>
                  <a:lnTo>
                    <a:pt x="593293" y="439714"/>
                  </a:lnTo>
                  <a:lnTo>
                    <a:pt x="593488" y="439510"/>
                  </a:lnTo>
                  <a:lnTo>
                    <a:pt x="593657" y="439329"/>
                  </a:lnTo>
                  <a:lnTo>
                    <a:pt x="593794" y="439190"/>
                  </a:lnTo>
                  <a:lnTo>
                    <a:pt x="593912" y="439021"/>
                  </a:lnTo>
                  <a:lnTo>
                    <a:pt x="594032" y="438803"/>
                  </a:lnTo>
                  <a:lnTo>
                    <a:pt x="594150" y="438590"/>
                  </a:lnTo>
                  <a:lnTo>
                    <a:pt x="594250" y="438365"/>
                  </a:lnTo>
                  <a:lnTo>
                    <a:pt x="594313" y="438215"/>
                  </a:lnTo>
                  <a:lnTo>
                    <a:pt x="594377" y="437994"/>
                  </a:lnTo>
                  <a:lnTo>
                    <a:pt x="594400" y="437737"/>
                  </a:lnTo>
                  <a:lnTo>
                    <a:pt x="594418" y="437473"/>
                  </a:lnTo>
                  <a:lnTo>
                    <a:pt x="594415" y="437235"/>
                  </a:lnTo>
                  <a:lnTo>
                    <a:pt x="594424" y="436999"/>
                  </a:lnTo>
                  <a:lnTo>
                    <a:pt x="594449" y="436808"/>
                  </a:lnTo>
                  <a:lnTo>
                    <a:pt x="594489" y="436599"/>
                  </a:lnTo>
                  <a:lnTo>
                    <a:pt x="594594" y="436284"/>
                  </a:lnTo>
                  <a:lnTo>
                    <a:pt x="594682" y="435984"/>
                  </a:lnTo>
                  <a:lnTo>
                    <a:pt x="594746" y="435722"/>
                  </a:lnTo>
                  <a:lnTo>
                    <a:pt x="594800" y="435547"/>
                  </a:lnTo>
                  <a:lnTo>
                    <a:pt x="594888" y="435373"/>
                  </a:lnTo>
                  <a:lnTo>
                    <a:pt x="595003" y="435239"/>
                  </a:lnTo>
                  <a:lnTo>
                    <a:pt x="595093" y="435057"/>
                  </a:lnTo>
                  <a:lnTo>
                    <a:pt x="595147" y="434861"/>
                  </a:lnTo>
                  <a:lnTo>
                    <a:pt x="595156" y="434609"/>
                  </a:lnTo>
                  <a:lnTo>
                    <a:pt x="595148" y="434384"/>
                  </a:lnTo>
                  <a:lnTo>
                    <a:pt x="595129" y="434139"/>
                  </a:lnTo>
                  <a:lnTo>
                    <a:pt x="595076" y="433967"/>
                  </a:lnTo>
                  <a:lnTo>
                    <a:pt x="595022" y="433807"/>
                  </a:lnTo>
                  <a:lnTo>
                    <a:pt x="594960" y="433570"/>
                  </a:lnTo>
                  <a:lnTo>
                    <a:pt x="594935" y="433381"/>
                  </a:lnTo>
                  <a:lnTo>
                    <a:pt x="594943" y="433168"/>
                  </a:lnTo>
                  <a:lnTo>
                    <a:pt x="594956" y="432990"/>
                  </a:lnTo>
                  <a:lnTo>
                    <a:pt x="595002" y="432795"/>
                  </a:lnTo>
                  <a:lnTo>
                    <a:pt x="595075" y="432602"/>
                  </a:lnTo>
                  <a:lnTo>
                    <a:pt x="595166" y="432386"/>
                  </a:lnTo>
                  <a:lnTo>
                    <a:pt x="595281" y="432135"/>
                  </a:lnTo>
                  <a:lnTo>
                    <a:pt x="595428" y="431813"/>
                  </a:lnTo>
                  <a:lnTo>
                    <a:pt x="595515" y="431487"/>
                  </a:lnTo>
                  <a:lnTo>
                    <a:pt x="595574" y="431218"/>
                  </a:lnTo>
                  <a:lnTo>
                    <a:pt x="595630" y="430859"/>
                  </a:lnTo>
                  <a:lnTo>
                    <a:pt x="595601" y="430390"/>
                  </a:lnTo>
                  <a:lnTo>
                    <a:pt x="595614" y="430057"/>
                  </a:lnTo>
                  <a:lnTo>
                    <a:pt x="595597" y="429812"/>
                  </a:lnTo>
                  <a:lnTo>
                    <a:pt x="595551" y="429489"/>
                  </a:lnTo>
                  <a:lnTo>
                    <a:pt x="595549" y="429297"/>
                  </a:lnTo>
                  <a:lnTo>
                    <a:pt x="595542" y="429120"/>
                  </a:lnTo>
                  <a:lnTo>
                    <a:pt x="595563" y="428957"/>
                  </a:lnTo>
                  <a:lnTo>
                    <a:pt x="595582" y="428820"/>
                  </a:lnTo>
                  <a:lnTo>
                    <a:pt x="595597" y="428669"/>
                  </a:lnTo>
                  <a:lnTo>
                    <a:pt x="595617" y="428503"/>
                  </a:lnTo>
                  <a:lnTo>
                    <a:pt x="595632" y="428345"/>
                  </a:lnTo>
                  <a:lnTo>
                    <a:pt x="595634" y="428197"/>
                  </a:lnTo>
                  <a:lnTo>
                    <a:pt x="595615" y="428053"/>
                  </a:lnTo>
                  <a:lnTo>
                    <a:pt x="594911" y="427132"/>
                  </a:lnTo>
                  <a:lnTo>
                    <a:pt x="594571" y="426767"/>
                  </a:lnTo>
                  <a:lnTo>
                    <a:pt x="594467" y="426637"/>
                  </a:lnTo>
                  <a:lnTo>
                    <a:pt x="594353" y="426484"/>
                  </a:lnTo>
                  <a:lnTo>
                    <a:pt x="594289" y="426344"/>
                  </a:lnTo>
                  <a:lnTo>
                    <a:pt x="594234" y="426205"/>
                  </a:lnTo>
                  <a:lnTo>
                    <a:pt x="594199" y="426047"/>
                  </a:lnTo>
                  <a:lnTo>
                    <a:pt x="594151" y="425855"/>
                  </a:lnTo>
                  <a:lnTo>
                    <a:pt x="594105" y="425670"/>
                  </a:lnTo>
                  <a:lnTo>
                    <a:pt x="594072" y="425506"/>
                  </a:lnTo>
                  <a:lnTo>
                    <a:pt x="594053" y="425366"/>
                  </a:lnTo>
                  <a:lnTo>
                    <a:pt x="594012" y="425216"/>
                  </a:lnTo>
                  <a:lnTo>
                    <a:pt x="593963" y="425060"/>
                  </a:lnTo>
                  <a:lnTo>
                    <a:pt x="593951" y="424929"/>
                  </a:lnTo>
                  <a:lnTo>
                    <a:pt x="594002" y="424796"/>
                  </a:lnTo>
                  <a:lnTo>
                    <a:pt x="594184" y="424545"/>
                  </a:lnTo>
                  <a:lnTo>
                    <a:pt x="594309" y="424415"/>
                  </a:lnTo>
                  <a:lnTo>
                    <a:pt x="594472" y="424267"/>
                  </a:lnTo>
                  <a:lnTo>
                    <a:pt x="594660" y="424113"/>
                  </a:lnTo>
                  <a:lnTo>
                    <a:pt x="594819" y="423993"/>
                  </a:lnTo>
                  <a:lnTo>
                    <a:pt x="595097" y="423748"/>
                  </a:lnTo>
                  <a:lnTo>
                    <a:pt x="595205" y="423603"/>
                  </a:lnTo>
                  <a:lnTo>
                    <a:pt x="595372" y="423345"/>
                  </a:lnTo>
                  <a:lnTo>
                    <a:pt x="595479" y="423158"/>
                  </a:lnTo>
                  <a:lnTo>
                    <a:pt x="595625" y="422904"/>
                  </a:lnTo>
                  <a:lnTo>
                    <a:pt x="595953" y="422504"/>
                  </a:lnTo>
                  <a:lnTo>
                    <a:pt x="596055" y="422364"/>
                  </a:lnTo>
                  <a:lnTo>
                    <a:pt x="596140" y="422228"/>
                  </a:lnTo>
                  <a:lnTo>
                    <a:pt x="596244" y="422060"/>
                  </a:lnTo>
                  <a:lnTo>
                    <a:pt x="596322" y="421921"/>
                  </a:lnTo>
                  <a:lnTo>
                    <a:pt x="596410" y="421749"/>
                  </a:lnTo>
                  <a:lnTo>
                    <a:pt x="596481" y="421590"/>
                  </a:lnTo>
                  <a:lnTo>
                    <a:pt x="596544" y="421409"/>
                  </a:lnTo>
                  <a:lnTo>
                    <a:pt x="596590" y="421238"/>
                  </a:lnTo>
                  <a:lnTo>
                    <a:pt x="596651" y="421068"/>
                  </a:lnTo>
                  <a:lnTo>
                    <a:pt x="596720" y="420920"/>
                  </a:lnTo>
                  <a:lnTo>
                    <a:pt x="596808" y="420727"/>
                  </a:lnTo>
                  <a:lnTo>
                    <a:pt x="596887" y="420528"/>
                  </a:lnTo>
                  <a:lnTo>
                    <a:pt x="596959" y="420360"/>
                  </a:lnTo>
                  <a:lnTo>
                    <a:pt x="597047" y="420215"/>
                  </a:lnTo>
                  <a:lnTo>
                    <a:pt x="597139" y="420081"/>
                  </a:lnTo>
                  <a:lnTo>
                    <a:pt x="597261" y="419933"/>
                  </a:lnTo>
                  <a:lnTo>
                    <a:pt x="597357" y="419780"/>
                  </a:lnTo>
                  <a:lnTo>
                    <a:pt x="597493" y="419520"/>
                  </a:lnTo>
                  <a:lnTo>
                    <a:pt x="597559" y="419382"/>
                  </a:lnTo>
                  <a:lnTo>
                    <a:pt x="597605" y="419251"/>
                  </a:lnTo>
                  <a:lnTo>
                    <a:pt x="597627" y="419090"/>
                  </a:lnTo>
                  <a:lnTo>
                    <a:pt x="597637" y="418821"/>
                  </a:lnTo>
                  <a:lnTo>
                    <a:pt x="597665" y="418664"/>
                  </a:lnTo>
                  <a:lnTo>
                    <a:pt x="597692" y="418532"/>
                  </a:lnTo>
                  <a:lnTo>
                    <a:pt x="597703" y="418379"/>
                  </a:lnTo>
                  <a:lnTo>
                    <a:pt x="597707" y="418206"/>
                  </a:lnTo>
                  <a:lnTo>
                    <a:pt x="597674" y="418019"/>
                  </a:lnTo>
                  <a:lnTo>
                    <a:pt x="597634" y="417843"/>
                  </a:lnTo>
                  <a:lnTo>
                    <a:pt x="597600" y="417686"/>
                  </a:lnTo>
                  <a:lnTo>
                    <a:pt x="597514" y="417411"/>
                  </a:lnTo>
                  <a:lnTo>
                    <a:pt x="597445" y="417140"/>
                  </a:lnTo>
                  <a:lnTo>
                    <a:pt x="597402" y="416976"/>
                  </a:lnTo>
                  <a:lnTo>
                    <a:pt x="597370" y="416800"/>
                  </a:lnTo>
                  <a:lnTo>
                    <a:pt x="597352" y="416652"/>
                  </a:lnTo>
                  <a:lnTo>
                    <a:pt x="597337" y="416493"/>
                  </a:lnTo>
                  <a:lnTo>
                    <a:pt x="597316" y="416315"/>
                  </a:lnTo>
                  <a:lnTo>
                    <a:pt x="597288" y="416173"/>
                  </a:lnTo>
                  <a:lnTo>
                    <a:pt x="597257" y="416021"/>
                  </a:lnTo>
                  <a:lnTo>
                    <a:pt x="597198" y="415762"/>
                  </a:lnTo>
                  <a:lnTo>
                    <a:pt x="597147" y="415469"/>
                  </a:lnTo>
                  <a:lnTo>
                    <a:pt x="597134" y="415317"/>
                  </a:lnTo>
                  <a:lnTo>
                    <a:pt x="597134" y="415159"/>
                  </a:lnTo>
                  <a:lnTo>
                    <a:pt x="597139" y="414989"/>
                  </a:lnTo>
                  <a:lnTo>
                    <a:pt x="597149" y="414847"/>
                  </a:lnTo>
                  <a:lnTo>
                    <a:pt x="597163" y="414633"/>
                  </a:lnTo>
                  <a:lnTo>
                    <a:pt x="597179" y="414465"/>
                  </a:lnTo>
                  <a:lnTo>
                    <a:pt x="597199" y="414320"/>
                  </a:lnTo>
                  <a:lnTo>
                    <a:pt x="597244" y="414142"/>
                  </a:lnTo>
                  <a:lnTo>
                    <a:pt x="597305" y="413989"/>
                  </a:lnTo>
                  <a:lnTo>
                    <a:pt x="597351" y="413583"/>
                  </a:lnTo>
                  <a:lnTo>
                    <a:pt x="597357" y="413441"/>
                  </a:lnTo>
                  <a:lnTo>
                    <a:pt x="597393" y="413300"/>
                  </a:lnTo>
                  <a:lnTo>
                    <a:pt x="597469" y="413166"/>
                  </a:lnTo>
                  <a:lnTo>
                    <a:pt x="597660" y="412953"/>
                  </a:lnTo>
                  <a:lnTo>
                    <a:pt x="597865" y="412830"/>
                  </a:lnTo>
                  <a:lnTo>
                    <a:pt x="598065" y="412728"/>
                  </a:lnTo>
                  <a:lnTo>
                    <a:pt x="598241" y="412643"/>
                  </a:lnTo>
                  <a:lnTo>
                    <a:pt x="598428" y="412549"/>
                  </a:lnTo>
                  <a:lnTo>
                    <a:pt x="598634" y="412437"/>
                  </a:lnTo>
                  <a:lnTo>
                    <a:pt x="598901" y="412190"/>
                  </a:lnTo>
                  <a:lnTo>
                    <a:pt x="598992" y="412046"/>
                  </a:lnTo>
                  <a:lnTo>
                    <a:pt x="599155" y="411647"/>
                  </a:lnTo>
                  <a:lnTo>
                    <a:pt x="599272" y="411511"/>
                  </a:lnTo>
                  <a:lnTo>
                    <a:pt x="599426" y="411386"/>
                  </a:lnTo>
                  <a:lnTo>
                    <a:pt x="599599" y="411249"/>
                  </a:lnTo>
                  <a:lnTo>
                    <a:pt x="599739" y="411158"/>
                  </a:lnTo>
                  <a:lnTo>
                    <a:pt x="599884" y="411073"/>
                  </a:lnTo>
                  <a:lnTo>
                    <a:pt x="600025" y="411003"/>
                  </a:lnTo>
                  <a:lnTo>
                    <a:pt x="600165" y="410956"/>
                  </a:lnTo>
                  <a:lnTo>
                    <a:pt x="600325" y="410904"/>
                  </a:lnTo>
                  <a:lnTo>
                    <a:pt x="600493" y="410849"/>
                  </a:lnTo>
                  <a:lnTo>
                    <a:pt x="600627" y="410815"/>
                  </a:lnTo>
                  <a:lnTo>
                    <a:pt x="600785" y="410777"/>
                  </a:lnTo>
                  <a:lnTo>
                    <a:pt x="600972" y="410743"/>
                  </a:lnTo>
                  <a:lnTo>
                    <a:pt x="601182" y="410722"/>
                  </a:lnTo>
                  <a:lnTo>
                    <a:pt x="601368" y="410698"/>
                  </a:lnTo>
                  <a:lnTo>
                    <a:pt x="601535" y="410676"/>
                  </a:lnTo>
                  <a:lnTo>
                    <a:pt x="601718" y="410651"/>
                  </a:lnTo>
                  <a:lnTo>
                    <a:pt x="601975" y="410613"/>
                  </a:lnTo>
                  <a:lnTo>
                    <a:pt x="602160" y="410571"/>
                  </a:lnTo>
                  <a:lnTo>
                    <a:pt x="602368" y="410534"/>
                  </a:lnTo>
                  <a:lnTo>
                    <a:pt x="602577" y="410497"/>
                  </a:lnTo>
                  <a:lnTo>
                    <a:pt x="602798" y="410417"/>
                  </a:lnTo>
                  <a:lnTo>
                    <a:pt x="602991" y="410344"/>
                  </a:lnTo>
                  <a:lnTo>
                    <a:pt x="603166" y="410284"/>
                  </a:lnTo>
                  <a:lnTo>
                    <a:pt x="603354" y="410225"/>
                  </a:lnTo>
                  <a:lnTo>
                    <a:pt x="603554" y="410127"/>
                  </a:lnTo>
                  <a:lnTo>
                    <a:pt x="603764" y="410049"/>
                  </a:lnTo>
                  <a:lnTo>
                    <a:pt x="603972" y="409967"/>
                  </a:lnTo>
                  <a:lnTo>
                    <a:pt x="604132" y="409894"/>
                  </a:lnTo>
                  <a:lnTo>
                    <a:pt x="604302" y="409820"/>
                  </a:lnTo>
                  <a:lnTo>
                    <a:pt x="604459" y="409752"/>
                  </a:lnTo>
                  <a:lnTo>
                    <a:pt x="604652" y="409681"/>
                  </a:lnTo>
                  <a:lnTo>
                    <a:pt x="604823" y="409623"/>
                  </a:lnTo>
                  <a:lnTo>
                    <a:pt x="604982" y="409573"/>
                  </a:lnTo>
                  <a:lnTo>
                    <a:pt x="605142" y="409500"/>
                  </a:lnTo>
                  <a:lnTo>
                    <a:pt x="605289" y="409417"/>
                  </a:lnTo>
                  <a:lnTo>
                    <a:pt x="605655" y="409052"/>
                  </a:lnTo>
                  <a:lnTo>
                    <a:pt x="605776" y="408916"/>
                  </a:lnTo>
                  <a:lnTo>
                    <a:pt x="605950" y="408733"/>
                  </a:lnTo>
                  <a:lnTo>
                    <a:pt x="606094" y="408577"/>
                  </a:lnTo>
                  <a:lnTo>
                    <a:pt x="606240" y="408408"/>
                  </a:lnTo>
                  <a:lnTo>
                    <a:pt x="606382" y="408253"/>
                  </a:lnTo>
                  <a:lnTo>
                    <a:pt x="606533" y="408116"/>
                  </a:lnTo>
                  <a:lnTo>
                    <a:pt x="606725" y="407952"/>
                  </a:lnTo>
                  <a:lnTo>
                    <a:pt x="606868" y="407836"/>
                  </a:lnTo>
                  <a:lnTo>
                    <a:pt x="607082" y="407692"/>
                  </a:lnTo>
                  <a:lnTo>
                    <a:pt x="607233" y="407617"/>
                  </a:lnTo>
                  <a:lnTo>
                    <a:pt x="607435" y="407500"/>
                  </a:lnTo>
                  <a:lnTo>
                    <a:pt x="607608" y="407403"/>
                  </a:lnTo>
                  <a:lnTo>
                    <a:pt x="607808" y="407276"/>
                  </a:lnTo>
                  <a:lnTo>
                    <a:pt x="608024" y="407109"/>
                  </a:lnTo>
                  <a:lnTo>
                    <a:pt x="608229" y="406956"/>
                  </a:lnTo>
                  <a:lnTo>
                    <a:pt x="608408" y="406815"/>
                  </a:lnTo>
                  <a:lnTo>
                    <a:pt x="608673" y="406633"/>
                  </a:lnTo>
                  <a:lnTo>
                    <a:pt x="608979" y="406410"/>
                  </a:lnTo>
                  <a:lnTo>
                    <a:pt x="609375" y="406120"/>
                  </a:lnTo>
                  <a:lnTo>
                    <a:pt x="609644" y="405958"/>
                  </a:lnTo>
                  <a:lnTo>
                    <a:pt x="609921" y="405813"/>
                  </a:lnTo>
                  <a:lnTo>
                    <a:pt x="610159" y="405702"/>
                  </a:lnTo>
                  <a:lnTo>
                    <a:pt x="610577" y="405300"/>
                  </a:lnTo>
                  <a:lnTo>
                    <a:pt x="610783" y="405115"/>
                  </a:lnTo>
                  <a:lnTo>
                    <a:pt x="610980" y="404969"/>
                  </a:lnTo>
                  <a:lnTo>
                    <a:pt x="611180" y="404865"/>
                  </a:lnTo>
                  <a:lnTo>
                    <a:pt x="611378" y="404780"/>
                  </a:lnTo>
                  <a:lnTo>
                    <a:pt x="611561" y="404694"/>
                  </a:lnTo>
                  <a:lnTo>
                    <a:pt x="611753" y="404617"/>
                  </a:lnTo>
                  <a:lnTo>
                    <a:pt x="612028" y="404507"/>
                  </a:lnTo>
                  <a:lnTo>
                    <a:pt x="612297" y="404410"/>
                  </a:lnTo>
                  <a:lnTo>
                    <a:pt x="612516" y="404343"/>
                  </a:lnTo>
                  <a:lnTo>
                    <a:pt x="612765" y="404239"/>
                  </a:lnTo>
                  <a:lnTo>
                    <a:pt x="613034" y="404116"/>
                  </a:lnTo>
                  <a:lnTo>
                    <a:pt x="613221" y="403991"/>
                  </a:lnTo>
                  <a:lnTo>
                    <a:pt x="613411" y="403894"/>
                  </a:lnTo>
                  <a:lnTo>
                    <a:pt x="613610" y="403831"/>
                  </a:lnTo>
                  <a:lnTo>
                    <a:pt x="613821" y="403766"/>
                  </a:lnTo>
                  <a:lnTo>
                    <a:pt x="614107" y="403668"/>
                  </a:lnTo>
                  <a:lnTo>
                    <a:pt x="614389" y="403556"/>
                  </a:lnTo>
                  <a:lnTo>
                    <a:pt x="614553" y="403434"/>
                  </a:lnTo>
                  <a:lnTo>
                    <a:pt x="614834" y="403255"/>
                  </a:lnTo>
                  <a:lnTo>
                    <a:pt x="615094" y="403146"/>
                  </a:lnTo>
                  <a:lnTo>
                    <a:pt x="615482" y="403083"/>
                  </a:lnTo>
                  <a:lnTo>
                    <a:pt x="615730" y="402991"/>
                  </a:lnTo>
                  <a:lnTo>
                    <a:pt x="616002" y="402753"/>
                  </a:lnTo>
                  <a:lnTo>
                    <a:pt x="616181" y="402527"/>
                  </a:lnTo>
                  <a:lnTo>
                    <a:pt x="616327" y="402351"/>
                  </a:lnTo>
                  <a:lnTo>
                    <a:pt x="616569" y="402260"/>
                  </a:lnTo>
                  <a:lnTo>
                    <a:pt x="616772" y="402312"/>
                  </a:lnTo>
                  <a:lnTo>
                    <a:pt x="616935" y="402434"/>
                  </a:lnTo>
                  <a:lnTo>
                    <a:pt x="617115" y="402662"/>
                  </a:lnTo>
                  <a:lnTo>
                    <a:pt x="617212" y="402877"/>
                  </a:lnTo>
                  <a:lnTo>
                    <a:pt x="617323" y="403094"/>
                  </a:lnTo>
                  <a:lnTo>
                    <a:pt x="617413" y="403295"/>
                  </a:lnTo>
                  <a:lnTo>
                    <a:pt x="617538" y="403534"/>
                  </a:lnTo>
                  <a:lnTo>
                    <a:pt x="617684" y="403704"/>
                  </a:lnTo>
                  <a:lnTo>
                    <a:pt x="617880" y="403920"/>
                  </a:lnTo>
                  <a:lnTo>
                    <a:pt x="618118" y="404220"/>
                  </a:lnTo>
                  <a:lnTo>
                    <a:pt x="618272" y="404413"/>
                  </a:lnTo>
                  <a:lnTo>
                    <a:pt x="618465" y="404645"/>
                  </a:lnTo>
                  <a:lnTo>
                    <a:pt x="618582" y="404845"/>
                  </a:lnTo>
                  <a:lnTo>
                    <a:pt x="618755" y="405110"/>
                  </a:lnTo>
                  <a:lnTo>
                    <a:pt x="618931" y="405406"/>
                  </a:lnTo>
                  <a:lnTo>
                    <a:pt x="619062" y="405619"/>
                  </a:lnTo>
                  <a:lnTo>
                    <a:pt x="619177" y="405781"/>
                  </a:lnTo>
                  <a:lnTo>
                    <a:pt x="619324" y="405957"/>
                  </a:lnTo>
                  <a:lnTo>
                    <a:pt x="619448" y="406113"/>
                  </a:lnTo>
                  <a:lnTo>
                    <a:pt x="619594" y="406259"/>
                  </a:lnTo>
                  <a:lnTo>
                    <a:pt x="619762" y="406367"/>
                  </a:lnTo>
                  <a:lnTo>
                    <a:pt x="619957" y="406464"/>
                  </a:lnTo>
                  <a:lnTo>
                    <a:pt x="620167" y="406559"/>
                  </a:lnTo>
                  <a:lnTo>
                    <a:pt x="620392" y="406684"/>
                  </a:lnTo>
                  <a:lnTo>
                    <a:pt x="620612" y="406817"/>
                  </a:lnTo>
                  <a:lnTo>
                    <a:pt x="620940" y="406952"/>
                  </a:lnTo>
                  <a:lnTo>
                    <a:pt x="621151" y="407021"/>
                  </a:lnTo>
                  <a:lnTo>
                    <a:pt x="621415" y="407051"/>
                  </a:lnTo>
                  <a:lnTo>
                    <a:pt x="621644" y="407001"/>
                  </a:lnTo>
                  <a:lnTo>
                    <a:pt x="621893" y="406893"/>
                  </a:lnTo>
                  <a:lnTo>
                    <a:pt x="622130" y="406772"/>
                  </a:lnTo>
                  <a:lnTo>
                    <a:pt x="622316" y="406655"/>
                  </a:lnTo>
                  <a:lnTo>
                    <a:pt x="622533" y="406502"/>
                  </a:lnTo>
                  <a:lnTo>
                    <a:pt x="622706" y="406378"/>
                  </a:lnTo>
                  <a:lnTo>
                    <a:pt x="622952" y="406125"/>
                  </a:lnTo>
                  <a:lnTo>
                    <a:pt x="623072" y="405965"/>
                  </a:lnTo>
                  <a:lnTo>
                    <a:pt x="623186" y="405812"/>
                  </a:lnTo>
                  <a:lnTo>
                    <a:pt x="623340" y="405629"/>
                  </a:lnTo>
                  <a:lnTo>
                    <a:pt x="623480" y="405517"/>
                  </a:lnTo>
                  <a:lnTo>
                    <a:pt x="623638" y="405400"/>
                  </a:lnTo>
                  <a:lnTo>
                    <a:pt x="623809" y="405303"/>
                  </a:lnTo>
                  <a:lnTo>
                    <a:pt x="624020" y="405129"/>
                  </a:lnTo>
                  <a:lnTo>
                    <a:pt x="624246" y="404905"/>
                  </a:lnTo>
                  <a:lnTo>
                    <a:pt x="624451" y="404681"/>
                  </a:lnTo>
                  <a:lnTo>
                    <a:pt x="624646" y="404429"/>
                  </a:lnTo>
                  <a:lnTo>
                    <a:pt x="624823" y="404171"/>
                  </a:lnTo>
                  <a:lnTo>
                    <a:pt x="625033" y="403872"/>
                  </a:lnTo>
                  <a:lnTo>
                    <a:pt x="625219" y="403611"/>
                  </a:lnTo>
                  <a:lnTo>
                    <a:pt x="625366" y="403395"/>
                  </a:lnTo>
                  <a:lnTo>
                    <a:pt x="625586" y="403175"/>
                  </a:lnTo>
                  <a:lnTo>
                    <a:pt x="625796" y="403035"/>
                  </a:lnTo>
                  <a:lnTo>
                    <a:pt x="626047" y="402860"/>
                  </a:lnTo>
                  <a:lnTo>
                    <a:pt x="626228" y="402699"/>
                  </a:lnTo>
                  <a:lnTo>
                    <a:pt x="626429" y="402516"/>
                  </a:lnTo>
                  <a:lnTo>
                    <a:pt x="626629" y="402344"/>
                  </a:lnTo>
                  <a:lnTo>
                    <a:pt x="626840" y="402170"/>
                  </a:lnTo>
                  <a:lnTo>
                    <a:pt x="627062" y="402016"/>
                  </a:lnTo>
                  <a:lnTo>
                    <a:pt x="627276" y="401911"/>
                  </a:lnTo>
                  <a:lnTo>
                    <a:pt x="627485" y="401840"/>
                  </a:lnTo>
                  <a:lnTo>
                    <a:pt x="627746" y="401804"/>
                  </a:lnTo>
                  <a:lnTo>
                    <a:pt x="627989" y="401758"/>
                  </a:lnTo>
                  <a:lnTo>
                    <a:pt x="628235" y="401699"/>
                  </a:lnTo>
                  <a:lnTo>
                    <a:pt x="628434" y="401649"/>
                  </a:lnTo>
                  <a:lnTo>
                    <a:pt x="628666" y="401574"/>
                  </a:lnTo>
                  <a:lnTo>
                    <a:pt x="628975" y="401484"/>
                  </a:lnTo>
                  <a:lnTo>
                    <a:pt x="629398" y="401440"/>
                  </a:lnTo>
                  <a:lnTo>
                    <a:pt x="630242" y="401351"/>
                  </a:lnTo>
                  <a:lnTo>
                    <a:pt x="630855" y="401080"/>
                  </a:lnTo>
                  <a:lnTo>
                    <a:pt x="631195" y="400885"/>
                  </a:lnTo>
                  <a:lnTo>
                    <a:pt x="631375" y="400807"/>
                  </a:lnTo>
                  <a:lnTo>
                    <a:pt x="631601" y="400692"/>
                  </a:lnTo>
                  <a:lnTo>
                    <a:pt x="631883" y="400581"/>
                  </a:lnTo>
                  <a:lnTo>
                    <a:pt x="632118" y="400512"/>
                  </a:lnTo>
                  <a:lnTo>
                    <a:pt x="632327" y="400474"/>
                  </a:lnTo>
                  <a:lnTo>
                    <a:pt x="632558" y="400439"/>
                  </a:lnTo>
                  <a:lnTo>
                    <a:pt x="632829" y="400403"/>
                  </a:lnTo>
                  <a:lnTo>
                    <a:pt x="633091" y="400354"/>
                  </a:lnTo>
                  <a:lnTo>
                    <a:pt x="633344" y="400322"/>
                  </a:lnTo>
                  <a:lnTo>
                    <a:pt x="633558" y="400335"/>
                  </a:lnTo>
                  <a:lnTo>
                    <a:pt x="633795" y="400434"/>
                  </a:lnTo>
                  <a:lnTo>
                    <a:pt x="634072" y="400664"/>
                  </a:lnTo>
                  <a:lnTo>
                    <a:pt x="634168" y="400799"/>
                  </a:lnTo>
                  <a:lnTo>
                    <a:pt x="634230" y="400959"/>
                  </a:lnTo>
                  <a:lnTo>
                    <a:pt x="634252" y="401126"/>
                  </a:lnTo>
                  <a:lnTo>
                    <a:pt x="634243" y="401337"/>
                  </a:lnTo>
                  <a:lnTo>
                    <a:pt x="634245" y="401567"/>
                  </a:lnTo>
                  <a:lnTo>
                    <a:pt x="634257" y="401792"/>
                  </a:lnTo>
                  <a:lnTo>
                    <a:pt x="634294" y="401997"/>
                  </a:lnTo>
                  <a:lnTo>
                    <a:pt x="634349" y="402144"/>
                  </a:lnTo>
                  <a:lnTo>
                    <a:pt x="634437" y="402291"/>
                  </a:lnTo>
                  <a:lnTo>
                    <a:pt x="634519" y="402425"/>
                  </a:lnTo>
                  <a:lnTo>
                    <a:pt x="634545" y="402574"/>
                  </a:lnTo>
                  <a:lnTo>
                    <a:pt x="634556" y="402737"/>
                  </a:lnTo>
                  <a:lnTo>
                    <a:pt x="634539" y="402872"/>
                  </a:lnTo>
                  <a:lnTo>
                    <a:pt x="634578" y="403032"/>
                  </a:lnTo>
                  <a:lnTo>
                    <a:pt x="634567" y="403178"/>
                  </a:lnTo>
                  <a:lnTo>
                    <a:pt x="634557" y="403385"/>
                  </a:lnTo>
                  <a:lnTo>
                    <a:pt x="634509" y="403665"/>
                  </a:lnTo>
                  <a:lnTo>
                    <a:pt x="634470" y="403973"/>
                  </a:lnTo>
                  <a:lnTo>
                    <a:pt x="634501" y="404245"/>
                  </a:lnTo>
                  <a:lnTo>
                    <a:pt x="634611" y="404524"/>
                  </a:lnTo>
                  <a:lnTo>
                    <a:pt x="634731" y="404778"/>
                  </a:lnTo>
                  <a:lnTo>
                    <a:pt x="634881" y="405026"/>
                  </a:lnTo>
                  <a:lnTo>
                    <a:pt x="635050" y="405293"/>
                  </a:lnTo>
                  <a:lnTo>
                    <a:pt x="635209" y="405624"/>
                  </a:lnTo>
                  <a:lnTo>
                    <a:pt x="635356" y="405789"/>
                  </a:lnTo>
                  <a:lnTo>
                    <a:pt x="635647" y="406008"/>
                  </a:lnTo>
                  <a:lnTo>
                    <a:pt x="636038" y="406316"/>
                  </a:lnTo>
                  <a:lnTo>
                    <a:pt x="636316" y="406525"/>
                  </a:lnTo>
                  <a:lnTo>
                    <a:pt x="636554" y="406728"/>
                  </a:lnTo>
                  <a:lnTo>
                    <a:pt x="636873" y="406981"/>
                  </a:lnTo>
                  <a:lnTo>
                    <a:pt x="637184" y="407148"/>
                  </a:lnTo>
                  <a:lnTo>
                    <a:pt x="637403" y="407269"/>
                  </a:lnTo>
                  <a:lnTo>
                    <a:pt x="637774" y="407386"/>
                  </a:lnTo>
                  <a:lnTo>
                    <a:pt x="638161" y="407438"/>
                  </a:lnTo>
                  <a:lnTo>
                    <a:pt x="638633" y="407404"/>
                  </a:lnTo>
                  <a:lnTo>
                    <a:pt x="638977" y="407317"/>
                  </a:lnTo>
                  <a:lnTo>
                    <a:pt x="639321" y="407170"/>
                  </a:lnTo>
                  <a:lnTo>
                    <a:pt x="639730" y="406934"/>
                  </a:lnTo>
                  <a:lnTo>
                    <a:pt x="640174" y="406630"/>
                  </a:lnTo>
                  <a:lnTo>
                    <a:pt x="640324" y="406534"/>
                  </a:lnTo>
                  <a:lnTo>
                    <a:pt x="640477" y="406414"/>
                  </a:lnTo>
                  <a:lnTo>
                    <a:pt x="640610" y="406300"/>
                  </a:lnTo>
                  <a:lnTo>
                    <a:pt x="640761" y="406169"/>
                  </a:lnTo>
                  <a:lnTo>
                    <a:pt x="640941" y="406022"/>
                  </a:lnTo>
                  <a:lnTo>
                    <a:pt x="641098" y="405879"/>
                  </a:lnTo>
                  <a:lnTo>
                    <a:pt x="641308" y="405629"/>
                  </a:lnTo>
                  <a:lnTo>
                    <a:pt x="641427" y="405453"/>
                  </a:lnTo>
                  <a:lnTo>
                    <a:pt x="641513" y="405273"/>
                  </a:lnTo>
                  <a:lnTo>
                    <a:pt x="641572" y="405144"/>
                  </a:lnTo>
                  <a:lnTo>
                    <a:pt x="642258" y="404552"/>
                  </a:lnTo>
                  <a:lnTo>
                    <a:pt x="642426" y="404521"/>
                  </a:lnTo>
                  <a:lnTo>
                    <a:pt x="642581" y="404502"/>
                  </a:lnTo>
                  <a:lnTo>
                    <a:pt x="642741" y="404488"/>
                  </a:lnTo>
                  <a:lnTo>
                    <a:pt x="642919" y="404455"/>
                  </a:lnTo>
                  <a:lnTo>
                    <a:pt x="643085" y="404411"/>
                  </a:lnTo>
                  <a:lnTo>
                    <a:pt x="643254" y="404358"/>
                  </a:lnTo>
                  <a:lnTo>
                    <a:pt x="643435" y="404306"/>
                  </a:lnTo>
                  <a:lnTo>
                    <a:pt x="643624" y="404256"/>
                  </a:lnTo>
                  <a:lnTo>
                    <a:pt x="643811" y="404214"/>
                  </a:lnTo>
                  <a:lnTo>
                    <a:pt x="643976" y="404168"/>
                  </a:lnTo>
                  <a:lnTo>
                    <a:pt x="644148" y="404113"/>
                  </a:lnTo>
                  <a:lnTo>
                    <a:pt x="644310" y="404063"/>
                  </a:lnTo>
                  <a:lnTo>
                    <a:pt x="644477" y="404016"/>
                  </a:lnTo>
                  <a:lnTo>
                    <a:pt x="644755" y="404005"/>
                  </a:lnTo>
                  <a:lnTo>
                    <a:pt x="645205" y="404059"/>
                  </a:lnTo>
                  <a:lnTo>
                    <a:pt x="645347" y="404074"/>
                  </a:lnTo>
                  <a:lnTo>
                    <a:pt x="645543" y="404084"/>
                  </a:lnTo>
                  <a:lnTo>
                    <a:pt x="645724" y="404091"/>
                  </a:lnTo>
                  <a:lnTo>
                    <a:pt x="646005" y="404150"/>
                  </a:lnTo>
                  <a:lnTo>
                    <a:pt x="646153" y="404208"/>
                  </a:lnTo>
                  <a:lnTo>
                    <a:pt x="646353" y="404293"/>
                  </a:lnTo>
                  <a:lnTo>
                    <a:pt x="646536" y="404352"/>
                  </a:lnTo>
                  <a:lnTo>
                    <a:pt x="646733" y="404397"/>
                  </a:lnTo>
                  <a:lnTo>
                    <a:pt x="646890" y="404444"/>
                  </a:lnTo>
                  <a:lnTo>
                    <a:pt x="647093" y="404524"/>
                  </a:lnTo>
                  <a:lnTo>
                    <a:pt x="647258" y="404590"/>
                  </a:lnTo>
                  <a:lnTo>
                    <a:pt x="647446" y="404674"/>
                  </a:lnTo>
                  <a:lnTo>
                    <a:pt x="647625" y="404755"/>
                  </a:lnTo>
                  <a:lnTo>
                    <a:pt x="647755" y="404860"/>
                  </a:lnTo>
                  <a:lnTo>
                    <a:pt x="647952" y="405129"/>
                  </a:lnTo>
                  <a:lnTo>
                    <a:pt x="648080" y="405261"/>
                  </a:lnTo>
                  <a:lnTo>
                    <a:pt x="648229" y="405395"/>
                  </a:lnTo>
                  <a:lnTo>
                    <a:pt x="648379" y="405520"/>
                  </a:lnTo>
                  <a:lnTo>
                    <a:pt x="648509" y="405610"/>
                  </a:lnTo>
                  <a:lnTo>
                    <a:pt x="648669" y="405768"/>
                  </a:lnTo>
                  <a:lnTo>
                    <a:pt x="648816" y="405942"/>
                  </a:lnTo>
                  <a:lnTo>
                    <a:pt x="648936" y="406098"/>
                  </a:lnTo>
                  <a:lnTo>
                    <a:pt x="649150" y="406403"/>
                  </a:lnTo>
                  <a:lnTo>
                    <a:pt x="649275" y="406540"/>
                  </a:lnTo>
                  <a:lnTo>
                    <a:pt x="649727" y="406973"/>
                  </a:lnTo>
                  <a:lnTo>
                    <a:pt x="649855" y="407114"/>
                  </a:lnTo>
                  <a:lnTo>
                    <a:pt x="649945" y="407262"/>
                  </a:lnTo>
                  <a:lnTo>
                    <a:pt x="650056" y="407518"/>
                  </a:lnTo>
                  <a:lnTo>
                    <a:pt x="650112" y="407675"/>
                  </a:lnTo>
                  <a:lnTo>
                    <a:pt x="650212" y="407835"/>
                  </a:lnTo>
                  <a:lnTo>
                    <a:pt x="650320" y="407972"/>
                  </a:lnTo>
                  <a:lnTo>
                    <a:pt x="650463" y="408115"/>
                  </a:lnTo>
                  <a:lnTo>
                    <a:pt x="650605" y="408289"/>
                  </a:lnTo>
                  <a:lnTo>
                    <a:pt x="650736" y="408507"/>
                  </a:lnTo>
                  <a:lnTo>
                    <a:pt x="650842" y="408680"/>
                  </a:lnTo>
                  <a:lnTo>
                    <a:pt x="651018" y="408868"/>
                  </a:lnTo>
                  <a:lnTo>
                    <a:pt x="651180" y="408988"/>
                  </a:lnTo>
                  <a:lnTo>
                    <a:pt x="651361" y="409113"/>
                  </a:lnTo>
                  <a:lnTo>
                    <a:pt x="651527" y="409237"/>
                  </a:lnTo>
                  <a:lnTo>
                    <a:pt x="651926" y="409610"/>
                  </a:lnTo>
                  <a:lnTo>
                    <a:pt x="652058" y="409681"/>
                  </a:lnTo>
                  <a:lnTo>
                    <a:pt x="652230" y="409729"/>
                  </a:lnTo>
                  <a:lnTo>
                    <a:pt x="652397" y="409827"/>
                  </a:lnTo>
                  <a:lnTo>
                    <a:pt x="652539" y="409924"/>
                  </a:lnTo>
                  <a:lnTo>
                    <a:pt x="652679" y="410037"/>
                  </a:lnTo>
                  <a:lnTo>
                    <a:pt x="652936" y="410299"/>
                  </a:lnTo>
                  <a:lnTo>
                    <a:pt x="653072" y="410438"/>
                  </a:lnTo>
                  <a:lnTo>
                    <a:pt x="653216" y="410557"/>
                  </a:lnTo>
                  <a:lnTo>
                    <a:pt x="653488" y="410696"/>
                  </a:lnTo>
                  <a:lnTo>
                    <a:pt x="653623" y="410715"/>
                  </a:lnTo>
                  <a:lnTo>
                    <a:pt x="653763" y="410706"/>
                  </a:lnTo>
                  <a:lnTo>
                    <a:pt x="653941" y="410657"/>
                  </a:lnTo>
                  <a:lnTo>
                    <a:pt x="654149" y="410567"/>
                  </a:lnTo>
                  <a:lnTo>
                    <a:pt x="654331" y="410454"/>
                  </a:lnTo>
                  <a:lnTo>
                    <a:pt x="654502" y="410341"/>
                  </a:lnTo>
                  <a:lnTo>
                    <a:pt x="654703" y="410182"/>
                  </a:lnTo>
                  <a:lnTo>
                    <a:pt x="654832" y="410032"/>
                  </a:lnTo>
                  <a:lnTo>
                    <a:pt x="654982" y="409773"/>
                  </a:lnTo>
                  <a:lnTo>
                    <a:pt x="655108" y="409501"/>
                  </a:lnTo>
                  <a:lnTo>
                    <a:pt x="655269" y="409226"/>
                  </a:lnTo>
                  <a:lnTo>
                    <a:pt x="655417" y="409021"/>
                  </a:lnTo>
                  <a:lnTo>
                    <a:pt x="655499" y="408880"/>
                  </a:lnTo>
                  <a:lnTo>
                    <a:pt x="655563" y="408723"/>
                  </a:lnTo>
                  <a:lnTo>
                    <a:pt x="655637" y="408548"/>
                  </a:lnTo>
                  <a:lnTo>
                    <a:pt x="655701" y="408393"/>
                  </a:lnTo>
                  <a:lnTo>
                    <a:pt x="655894" y="408129"/>
                  </a:lnTo>
                  <a:lnTo>
                    <a:pt x="656062" y="408057"/>
                  </a:lnTo>
                  <a:lnTo>
                    <a:pt x="656219" y="407998"/>
                  </a:lnTo>
                  <a:lnTo>
                    <a:pt x="656412" y="407924"/>
                  </a:lnTo>
                  <a:lnTo>
                    <a:pt x="656589" y="407873"/>
                  </a:lnTo>
                  <a:lnTo>
                    <a:pt x="656833" y="407821"/>
                  </a:lnTo>
                  <a:lnTo>
                    <a:pt x="657056" y="407779"/>
                  </a:lnTo>
                  <a:lnTo>
                    <a:pt x="657248" y="407733"/>
                  </a:lnTo>
                  <a:lnTo>
                    <a:pt x="657485" y="407691"/>
                  </a:lnTo>
                  <a:lnTo>
                    <a:pt x="657719" y="407677"/>
                  </a:lnTo>
                  <a:lnTo>
                    <a:pt x="657936" y="407696"/>
                  </a:lnTo>
                  <a:lnTo>
                    <a:pt x="658168" y="407731"/>
                  </a:lnTo>
                  <a:lnTo>
                    <a:pt x="658337" y="407754"/>
                  </a:lnTo>
                  <a:lnTo>
                    <a:pt x="658652" y="407771"/>
                  </a:lnTo>
                  <a:lnTo>
                    <a:pt x="658927" y="407755"/>
                  </a:lnTo>
                  <a:lnTo>
                    <a:pt x="659159" y="407677"/>
                  </a:lnTo>
                  <a:lnTo>
                    <a:pt x="659336" y="407589"/>
                  </a:lnTo>
                  <a:lnTo>
                    <a:pt x="659526" y="407456"/>
                  </a:lnTo>
                  <a:lnTo>
                    <a:pt x="659722" y="407250"/>
                  </a:lnTo>
                  <a:lnTo>
                    <a:pt x="659943" y="406988"/>
                  </a:lnTo>
                  <a:lnTo>
                    <a:pt x="660111" y="406741"/>
                  </a:lnTo>
                  <a:lnTo>
                    <a:pt x="660230" y="406539"/>
                  </a:lnTo>
                  <a:lnTo>
                    <a:pt x="660363" y="406327"/>
                  </a:lnTo>
                  <a:lnTo>
                    <a:pt x="660456" y="406145"/>
                  </a:lnTo>
                  <a:lnTo>
                    <a:pt x="660549" y="405955"/>
                  </a:lnTo>
                  <a:lnTo>
                    <a:pt x="660620" y="405755"/>
                  </a:lnTo>
                  <a:lnTo>
                    <a:pt x="660675" y="405566"/>
                  </a:lnTo>
                  <a:lnTo>
                    <a:pt x="660716" y="405348"/>
                  </a:lnTo>
                  <a:lnTo>
                    <a:pt x="660746" y="405084"/>
                  </a:lnTo>
                  <a:lnTo>
                    <a:pt x="660803" y="404790"/>
                  </a:lnTo>
                  <a:lnTo>
                    <a:pt x="660885" y="404532"/>
                  </a:lnTo>
                  <a:lnTo>
                    <a:pt x="660971" y="404348"/>
                  </a:lnTo>
                  <a:lnTo>
                    <a:pt x="661037" y="404160"/>
                  </a:lnTo>
                  <a:lnTo>
                    <a:pt x="661084" y="404002"/>
                  </a:lnTo>
                  <a:lnTo>
                    <a:pt x="661144" y="403875"/>
                  </a:lnTo>
                  <a:lnTo>
                    <a:pt x="661182" y="403730"/>
                  </a:lnTo>
                  <a:lnTo>
                    <a:pt x="661207" y="403580"/>
                  </a:lnTo>
                  <a:lnTo>
                    <a:pt x="661221" y="403451"/>
                  </a:lnTo>
                  <a:lnTo>
                    <a:pt x="661525" y="402904"/>
                  </a:lnTo>
                  <a:lnTo>
                    <a:pt x="661662" y="402774"/>
                  </a:lnTo>
                  <a:lnTo>
                    <a:pt x="661851" y="402650"/>
                  </a:lnTo>
                  <a:lnTo>
                    <a:pt x="662058" y="402571"/>
                  </a:lnTo>
                  <a:lnTo>
                    <a:pt x="662269" y="402536"/>
                  </a:lnTo>
                  <a:lnTo>
                    <a:pt x="662499" y="402494"/>
                  </a:lnTo>
                  <a:lnTo>
                    <a:pt x="662681" y="402476"/>
                  </a:lnTo>
                  <a:lnTo>
                    <a:pt x="662839" y="402448"/>
                  </a:lnTo>
                  <a:lnTo>
                    <a:pt x="663019" y="402417"/>
                  </a:lnTo>
                  <a:lnTo>
                    <a:pt x="663166" y="402394"/>
                  </a:lnTo>
                  <a:lnTo>
                    <a:pt x="663352" y="402357"/>
                  </a:lnTo>
                  <a:lnTo>
                    <a:pt x="663566" y="402296"/>
                  </a:lnTo>
                  <a:lnTo>
                    <a:pt x="663764" y="402189"/>
                  </a:lnTo>
                  <a:lnTo>
                    <a:pt x="663928" y="402064"/>
                  </a:lnTo>
                  <a:lnTo>
                    <a:pt x="664100" y="401922"/>
                  </a:lnTo>
                  <a:lnTo>
                    <a:pt x="664301" y="401789"/>
                  </a:lnTo>
                  <a:lnTo>
                    <a:pt x="664448" y="401707"/>
                  </a:lnTo>
                  <a:lnTo>
                    <a:pt x="664603" y="401632"/>
                  </a:lnTo>
                  <a:lnTo>
                    <a:pt x="664861" y="401491"/>
                  </a:lnTo>
                  <a:lnTo>
                    <a:pt x="665121" y="401310"/>
                  </a:lnTo>
                  <a:lnTo>
                    <a:pt x="665282" y="401180"/>
                  </a:lnTo>
                  <a:lnTo>
                    <a:pt x="665434" y="401046"/>
                  </a:lnTo>
                  <a:lnTo>
                    <a:pt x="665575" y="400899"/>
                  </a:lnTo>
                  <a:lnTo>
                    <a:pt x="665703" y="400718"/>
                  </a:lnTo>
                  <a:lnTo>
                    <a:pt x="665836" y="400531"/>
                  </a:lnTo>
                  <a:lnTo>
                    <a:pt x="665979" y="400356"/>
                  </a:lnTo>
                  <a:lnTo>
                    <a:pt x="666146" y="400168"/>
                  </a:lnTo>
                  <a:lnTo>
                    <a:pt x="666313" y="400016"/>
                  </a:lnTo>
                  <a:lnTo>
                    <a:pt x="666499" y="399908"/>
                  </a:lnTo>
                  <a:lnTo>
                    <a:pt x="666707" y="399796"/>
                  </a:lnTo>
                  <a:lnTo>
                    <a:pt x="666907" y="399663"/>
                  </a:lnTo>
                  <a:lnTo>
                    <a:pt x="667137" y="399527"/>
                  </a:lnTo>
                  <a:lnTo>
                    <a:pt x="667350" y="399408"/>
                  </a:lnTo>
                  <a:lnTo>
                    <a:pt x="667580" y="399239"/>
                  </a:lnTo>
                  <a:lnTo>
                    <a:pt x="667788" y="399061"/>
                  </a:lnTo>
                  <a:lnTo>
                    <a:pt x="667939" y="398917"/>
                  </a:lnTo>
                  <a:lnTo>
                    <a:pt x="668113" y="398692"/>
                  </a:lnTo>
                  <a:lnTo>
                    <a:pt x="668318" y="398485"/>
                  </a:lnTo>
                  <a:lnTo>
                    <a:pt x="668497" y="398324"/>
                  </a:lnTo>
                  <a:lnTo>
                    <a:pt x="668658" y="398199"/>
                  </a:lnTo>
                  <a:lnTo>
                    <a:pt x="668838" y="398093"/>
                  </a:lnTo>
                  <a:lnTo>
                    <a:pt x="669005" y="397982"/>
                  </a:lnTo>
                  <a:lnTo>
                    <a:pt x="669183" y="397835"/>
                  </a:lnTo>
                  <a:lnTo>
                    <a:pt x="669349" y="397660"/>
                  </a:lnTo>
                  <a:lnTo>
                    <a:pt x="669461" y="397497"/>
                  </a:lnTo>
                  <a:lnTo>
                    <a:pt x="669603" y="397275"/>
                  </a:lnTo>
                  <a:lnTo>
                    <a:pt x="669771" y="397056"/>
                  </a:lnTo>
                  <a:lnTo>
                    <a:pt x="669935" y="396875"/>
                  </a:lnTo>
                  <a:lnTo>
                    <a:pt x="670132" y="396687"/>
                  </a:lnTo>
                  <a:lnTo>
                    <a:pt x="670450" y="396460"/>
                  </a:lnTo>
                  <a:lnTo>
                    <a:pt x="670606" y="396365"/>
                  </a:lnTo>
                  <a:lnTo>
                    <a:pt x="670755" y="396273"/>
                  </a:lnTo>
                  <a:lnTo>
                    <a:pt x="670921" y="396191"/>
                  </a:lnTo>
                  <a:lnTo>
                    <a:pt x="671059" y="396138"/>
                  </a:lnTo>
                  <a:lnTo>
                    <a:pt x="671211" y="396100"/>
                  </a:lnTo>
                  <a:lnTo>
                    <a:pt x="671382" y="396047"/>
                  </a:lnTo>
                  <a:lnTo>
                    <a:pt x="671553" y="395991"/>
                  </a:lnTo>
                  <a:lnTo>
                    <a:pt x="671769" y="395918"/>
                  </a:lnTo>
                  <a:lnTo>
                    <a:pt x="672029" y="395825"/>
                  </a:lnTo>
                  <a:lnTo>
                    <a:pt x="672250" y="395741"/>
                  </a:lnTo>
                  <a:lnTo>
                    <a:pt x="672426" y="395642"/>
                  </a:lnTo>
                  <a:lnTo>
                    <a:pt x="672630" y="395508"/>
                  </a:lnTo>
                  <a:lnTo>
                    <a:pt x="672811" y="395424"/>
                  </a:lnTo>
                  <a:lnTo>
                    <a:pt x="672996" y="395346"/>
                  </a:lnTo>
                  <a:lnTo>
                    <a:pt x="673241" y="395252"/>
                  </a:lnTo>
                  <a:lnTo>
                    <a:pt x="673449" y="395178"/>
                  </a:lnTo>
                  <a:lnTo>
                    <a:pt x="673638" y="395108"/>
                  </a:lnTo>
                  <a:lnTo>
                    <a:pt x="673903" y="395032"/>
                  </a:lnTo>
                  <a:lnTo>
                    <a:pt x="674226" y="394915"/>
                  </a:lnTo>
                  <a:lnTo>
                    <a:pt x="674490" y="394791"/>
                  </a:lnTo>
                  <a:lnTo>
                    <a:pt x="674926" y="394559"/>
                  </a:lnTo>
                  <a:lnTo>
                    <a:pt x="675130" y="394444"/>
                  </a:lnTo>
                  <a:lnTo>
                    <a:pt x="675354" y="394318"/>
                  </a:lnTo>
                  <a:lnTo>
                    <a:pt x="675595" y="394206"/>
                  </a:lnTo>
                  <a:lnTo>
                    <a:pt x="675759" y="394137"/>
                  </a:lnTo>
                  <a:lnTo>
                    <a:pt x="675927" y="394054"/>
                  </a:lnTo>
                  <a:lnTo>
                    <a:pt x="676056" y="393934"/>
                  </a:lnTo>
                  <a:lnTo>
                    <a:pt x="676194" y="393767"/>
                  </a:lnTo>
                  <a:lnTo>
                    <a:pt x="676340" y="393578"/>
                  </a:lnTo>
                  <a:lnTo>
                    <a:pt x="676513" y="393353"/>
                  </a:lnTo>
                  <a:lnTo>
                    <a:pt x="676636" y="393189"/>
                  </a:lnTo>
                  <a:lnTo>
                    <a:pt x="676745" y="393026"/>
                  </a:lnTo>
                  <a:lnTo>
                    <a:pt x="676826" y="392855"/>
                  </a:lnTo>
                  <a:lnTo>
                    <a:pt x="676902" y="392640"/>
                  </a:lnTo>
                  <a:lnTo>
                    <a:pt x="676928" y="392488"/>
                  </a:lnTo>
                  <a:lnTo>
                    <a:pt x="676907" y="392170"/>
                  </a:lnTo>
                  <a:lnTo>
                    <a:pt x="676834" y="391947"/>
                  </a:lnTo>
                  <a:lnTo>
                    <a:pt x="676724" y="391685"/>
                  </a:lnTo>
                  <a:lnTo>
                    <a:pt x="676639" y="391463"/>
                  </a:lnTo>
                  <a:lnTo>
                    <a:pt x="676532" y="391246"/>
                  </a:lnTo>
                  <a:lnTo>
                    <a:pt x="676429" y="391046"/>
                  </a:lnTo>
                  <a:lnTo>
                    <a:pt x="676300" y="390824"/>
                  </a:lnTo>
                  <a:lnTo>
                    <a:pt x="676191" y="390661"/>
                  </a:lnTo>
                  <a:lnTo>
                    <a:pt x="676035" y="390535"/>
                  </a:lnTo>
                  <a:lnTo>
                    <a:pt x="675886" y="390488"/>
                  </a:lnTo>
                  <a:lnTo>
                    <a:pt x="675719" y="390440"/>
                  </a:lnTo>
                  <a:lnTo>
                    <a:pt x="675529" y="390370"/>
                  </a:lnTo>
                  <a:lnTo>
                    <a:pt x="675368" y="390195"/>
                  </a:lnTo>
                  <a:lnTo>
                    <a:pt x="675245" y="389997"/>
                  </a:lnTo>
                  <a:lnTo>
                    <a:pt x="675123" y="389766"/>
                  </a:lnTo>
                  <a:lnTo>
                    <a:pt x="675006" y="389490"/>
                  </a:lnTo>
                  <a:lnTo>
                    <a:pt x="674920" y="389259"/>
                  </a:lnTo>
                  <a:lnTo>
                    <a:pt x="674857" y="389098"/>
                  </a:lnTo>
                  <a:lnTo>
                    <a:pt x="674788" y="388934"/>
                  </a:lnTo>
                  <a:lnTo>
                    <a:pt x="674637" y="388743"/>
                  </a:lnTo>
                  <a:lnTo>
                    <a:pt x="674392" y="388599"/>
                  </a:lnTo>
                  <a:lnTo>
                    <a:pt x="674235" y="388558"/>
                  </a:lnTo>
                  <a:lnTo>
                    <a:pt x="674048" y="388519"/>
                  </a:lnTo>
                  <a:lnTo>
                    <a:pt x="673818" y="388452"/>
                  </a:lnTo>
                  <a:lnTo>
                    <a:pt x="673591" y="388376"/>
                  </a:lnTo>
                  <a:lnTo>
                    <a:pt x="673421" y="388289"/>
                  </a:lnTo>
                  <a:lnTo>
                    <a:pt x="673244" y="388193"/>
                  </a:lnTo>
                  <a:lnTo>
                    <a:pt x="673088" y="388089"/>
                  </a:lnTo>
                  <a:lnTo>
                    <a:pt x="672998" y="387950"/>
                  </a:lnTo>
                  <a:lnTo>
                    <a:pt x="672948" y="387793"/>
                  </a:lnTo>
                  <a:lnTo>
                    <a:pt x="672931" y="387617"/>
                  </a:lnTo>
                  <a:lnTo>
                    <a:pt x="672930" y="387410"/>
                  </a:lnTo>
                  <a:lnTo>
                    <a:pt x="672931" y="387234"/>
                  </a:lnTo>
                  <a:lnTo>
                    <a:pt x="672917" y="386965"/>
                  </a:lnTo>
                  <a:lnTo>
                    <a:pt x="672921" y="386813"/>
                  </a:lnTo>
                  <a:lnTo>
                    <a:pt x="672996" y="386657"/>
                  </a:lnTo>
                  <a:lnTo>
                    <a:pt x="673143" y="386444"/>
                  </a:lnTo>
                  <a:lnTo>
                    <a:pt x="673240" y="386270"/>
                  </a:lnTo>
                  <a:lnTo>
                    <a:pt x="673353" y="386063"/>
                  </a:lnTo>
                  <a:lnTo>
                    <a:pt x="673558" y="385736"/>
                  </a:lnTo>
                  <a:lnTo>
                    <a:pt x="673698" y="385432"/>
                  </a:lnTo>
                  <a:lnTo>
                    <a:pt x="673802" y="385119"/>
                  </a:lnTo>
                  <a:lnTo>
                    <a:pt x="673964" y="384840"/>
                  </a:lnTo>
                  <a:lnTo>
                    <a:pt x="674173" y="384620"/>
                  </a:lnTo>
                  <a:lnTo>
                    <a:pt x="674582" y="384286"/>
                  </a:lnTo>
                  <a:lnTo>
                    <a:pt x="674760" y="384112"/>
                  </a:lnTo>
                  <a:lnTo>
                    <a:pt x="674937" y="383905"/>
                  </a:lnTo>
                  <a:lnTo>
                    <a:pt x="675126" y="383672"/>
                  </a:lnTo>
                  <a:lnTo>
                    <a:pt x="675433" y="383169"/>
                  </a:lnTo>
                  <a:lnTo>
                    <a:pt x="675673" y="383023"/>
                  </a:lnTo>
                  <a:lnTo>
                    <a:pt x="675922" y="382945"/>
                  </a:lnTo>
                  <a:lnTo>
                    <a:pt x="676148" y="382900"/>
                  </a:lnTo>
                  <a:lnTo>
                    <a:pt x="676339" y="382869"/>
                  </a:lnTo>
                  <a:lnTo>
                    <a:pt x="676530" y="382944"/>
                  </a:lnTo>
                  <a:lnTo>
                    <a:pt x="676718" y="383055"/>
                  </a:lnTo>
                  <a:lnTo>
                    <a:pt x="677029" y="383338"/>
                  </a:lnTo>
                  <a:lnTo>
                    <a:pt x="677169" y="383341"/>
                  </a:lnTo>
                  <a:lnTo>
                    <a:pt x="677346" y="383244"/>
                  </a:lnTo>
                  <a:lnTo>
                    <a:pt x="677518" y="383177"/>
                  </a:lnTo>
                  <a:lnTo>
                    <a:pt x="677796" y="383133"/>
                  </a:lnTo>
                  <a:lnTo>
                    <a:pt x="678055" y="383109"/>
                  </a:lnTo>
                  <a:lnTo>
                    <a:pt x="678329" y="382986"/>
                  </a:lnTo>
                  <a:lnTo>
                    <a:pt x="678574" y="382891"/>
                  </a:lnTo>
                  <a:lnTo>
                    <a:pt x="678859" y="382766"/>
                  </a:lnTo>
                  <a:lnTo>
                    <a:pt x="679118" y="382599"/>
                  </a:lnTo>
                  <a:lnTo>
                    <a:pt x="679347" y="382377"/>
                  </a:lnTo>
                  <a:lnTo>
                    <a:pt x="679616" y="382190"/>
                  </a:lnTo>
                  <a:lnTo>
                    <a:pt x="679855" y="381975"/>
                  </a:lnTo>
                  <a:lnTo>
                    <a:pt x="680027" y="381803"/>
                  </a:lnTo>
                  <a:lnTo>
                    <a:pt x="680154" y="381577"/>
                  </a:lnTo>
                  <a:lnTo>
                    <a:pt x="680322" y="381325"/>
                  </a:lnTo>
                  <a:lnTo>
                    <a:pt x="680474" y="381054"/>
                  </a:lnTo>
                  <a:lnTo>
                    <a:pt x="680639" y="380700"/>
                  </a:lnTo>
                  <a:lnTo>
                    <a:pt x="680817" y="380388"/>
                  </a:lnTo>
                  <a:lnTo>
                    <a:pt x="681056" y="380031"/>
                  </a:lnTo>
                  <a:lnTo>
                    <a:pt x="681235" y="379771"/>
                  </a:lnTo>
                  <a:lnTo>
                    <a:pt x="681550" y="379461"/>
                  </a:lnTo>
                  <a:lnTo>
                    <a:pt x="681841" y="379219"/>
                  </a:lnTo>
                  <a:lnTo>
                    <a:pt x="682030" y="378958"/>
                  </a:lnTo>
                  <a:lnTo>
                    <a:pt x="682174" y="378677"/>
                  </a:lnTo>
                  <a:lnTo>
                    <a:pt x="682274" y="378370"/>
                  </a:lnTo>
                  <a:lnTo>
                    <a:pt x="682419" y="378031"/>
                  </a:lnTo>
                  <a:lnTo>
                    <a:pt x="682531" y="377733"/>
                  </a:lnTo>
                  <a:lnTo>
                    <a:pt x="682616" y="377441"/>
                  </a:lnTo>
                  <a:lnTo>
                    <a:pt x="682728" y="376994"/>
                  </a:lnTo>
                  <a:lnTo>
                    <a:pt x="682792" y="376682"/>
                  </a:lnTo>
                  <a:lnTo>
                    <a:pt x="682882" y="376484"/>
                  </a:lnTo>
                  <a:lnTo>
                    <a:pt x="682924" y="376340"/>
                  </a:lnTo>
                  <a:lnTo>
                    <a:pt x="682916" y="376182"/>
                  </a:lnTo>
                  <a:lnTo>
                    <a:pt x="683057" y="375781"/>
                  </a:lnTo>
                  <a:lnTo>
                    <a:pt x="683070" y="375462"/>
                  </a:lnTo>
                  <a:lnTo>
                    <a:pt x="683095" y="375181"/>
                  </a:lnTo>
                  <a:lnTo>
                    <a:pt x="683410" y="374693"/>
                  </a:lnTo>
                  <a:lnTo>
                    <a:pt x="683620" y="374508"/>
                  </a:lnTo>
                  <a:lnTo>
                    <a:pt x="683789" y="374348"/>
                  </a:lnTo>
                  <a:lnTo>
                    <a:pt x="683912" y="374186"/>
                  </a:lnTo>
                  <a:lnTo>
                    <a:pt x="683987" y="374016"/>
                  </a:lnTo>
                  <a:lnTo>
                    <a:pt x="684148" y="373788"/>
                  </a:lnTo>
                  <a:lnTo>
                    <a:pt x="684348" y="373611"/>
                  </a:lnTo>
                  <a:lnTo>
                    <a:pt x="684573" y="373388"/>
                  </a:lnTo>
                  <a:lnTo>
                    <a:pt x="684805" y="373169"/>
                  </a:lnTo>
                  <a:lnTo>
                    <a:pt x="684981" y="372933"/>
                  </a:lnTo>
                  <a:lnTo>
                    <a:pt x="685142" y="372705"/>
                  </a:lnTo>
                  <a:lnTo>
                    <a:pt x="685384" y="372524"/>
                  </a:lnTo>
                  <a:lnTo>
                    <a:pt x="685683" y="372356"/>
                  </a:lnTo>
                  <a:lnTo>
                    <a:pt x="685922" y="372255"/>
                  </a:lnTo>
                  <a:lnTo>
                    <a:pt x="686130" y="372174"/>
                  </a:lnTo>
                  <a:lnTo>
                    <a:pt x="686450" y="372094"/>
                  </a:lnTo>
                  <a:lnTo>
                    <a:pt x="686688" y="372053"/>
                  </a:lnTo>
                  <a:lnTo>
                    <a:pt x="686974" y="372018"/>
                  </a:lnTo>
                  <a:lnTo>
                    <a:pt x="687211" y="371965"/>
                  </a:lnTo>
                  <a:lnTo>
                    <a:pt x="687488" y="371869"/>
                  </a:lnTo>
                  <a:lnTo>
                    <a:pt x="687740" y="371844"/>
                  </a:lnTo>
                  <a:lnTo>
                    <a:pt x="688017" y="371840"/>
                  </a:lnTo>
                  <a:lnTo>
                    <a:pt x="688206" y="371793"/>
                  </a:lnTo>
                  <a:lnTo>
                    <a:pt x="688355" y="371720"/>
                  </a:lnTo>
                  <a:lnTo>
                    <a:pt x="688532" y="371600"/>
                  </a:lnTo>
                  <a:lnTo>
                    <a:pt x="688740" y="371436"/>
                  </a:lnTo>
                  <a:lnTo>
                    <a:pt x="688990" y="371248"/>
                  </a:lnTo>
                  <a:lnTo>
                    <a:pt x="689233" y="371085"/>
                  </a:lnTo>
                  <a:lnTo>
                    <a:pt x="689589" y="370974"/>
                  </a:lnTo>
                  <a:lnTo>
                    <a:pt x="689957" y="370917"/>
                  </a:lnTo>
                  <a:lnTo>
                    <a:pt x="690199" y="370921"/>
                  </a:lnTo>
                  <a:lnTo>
                    <a:pt x="690518" y="370909"/>
                  </a:lnTo>
                  <a:lnTo>
                    <a:pt x="690903" y="370883"/>
                  </a:lnTo>
                  <a:lnTo>
                    <a:pt x="691173" y="370850"/>
                  </a:lnTo>
                  <a:lnTo>
                    <a:pt x="691443" y="370782"/>
                  </a:lnTo>
                  <a:lnTo>
                    <a:pt x="691727" y="370655"/>
                  </a:lnTo>
                  <a:lnTo>
                    <a:pt x="691980" y="370502"/>
                  </a:lnTo>
                  <a:lnTo>
                    <a:pt x="692171" y="370391"/>
                  </a:lnTo>
                  <a:lnTo>
                    <a:pt x="692455" y="370275"/>
                  </a:lnTo>
                  <a:lnTo>
                    <a:pt x="692763" y="370223"/>
                  </a:lnTo>
                  <a:lnTo>
                    <a:pt x="692992" y="370215"/>
                  </a:lnTo>
                  <a:lnTo>
                    <a:pt x="693250" y="370181"/>
                  </a:lnTo>
                  <a:lnTo>
                    <a:pt x="693533" y="370076"/>
                  </a:lnTo>
                  <a:lnTo>
                    <a:pt x="693779" y="369958"/>
                  </a:lnTo>
                  <a:lnTo>
                    <a:pt x="693996" y="369809"/>
                  </a:lnTo>
                  <a:lnTo>
                    <a:pt x="694177" y="369591"/>
                  </a:lnTo>
                  <a:lnTo>
                    <a:pt x="694353" y="369288"/>
                  </a:lnTo>
                  <a:lnTo>
                    <a:pt x="694478" y="369002"/>
                  </a:lnTo>
                  <a:lnTo>
                    <a:pt x="694580" y="368660"/>
                  </a:lnTo>
                  <a:lnTo>
                    <a:pt x="694610" y="368326"/>
                  </a:lnTo>
                  <a:lnTo>
                    <a:pt x="694581" y="367968"/>
                  </a:lnTo>
                  <a:lnTo>
                    <a:pt x="694552" y="367739"/>
                  </a:lnTo>
                  <a:lnTo>
                    <a:pt x="694591" y="367518"/>
                  </a:lnTo>
                  <a:lnTo>
                    <a:pt x="694665" y="367325"/>
                  </a:lnTo>
                  <a:lnTo>
                    <a:pt x="694812" y="366992"/>
                  </a:lnTo>
                  <a:lnTo>
                    <a:pt x="694952" y="366564"/>
                  </a:lnTo>
                  <a:lnTo>
                    <a:pt x="694980" y="366193"/>
                  </a:lnTo>
                  <a:lnTo>
                    <a:pt x="694957" y="365829"/>
                  </a:lnTo>
                  <a:lnTo>
                    <a:pt x="694951" y="365473"/>
                  </a:lnTo>
                  <a:lnTo>
                    <a:pt x="694952" y="365133"/>
                  </a:lnTo>
                  <a:lnTo>
                    <a:pt x="694931" y="364873"/>
                  </a:lnTo>
                  <a:lnTo>
                    <a:pt x="694861" y="364696"/>
                  </a:lnTo>
                  <a:lnTo>
                    <a:pt x="694706" y="364462"/>
                  </a:lnTo>
                  <a:lnTo>
                    <a:pt x="694598" y="364249"/>
                  </a:lnTo>
                  <a:lnTo>
                    <a:pt x="694423" y="363918"/>
                  </a:lnTo>
                  <a:lnTo>
                    <a:pt x="694345" y="363634"/>
                  </a:lnTo>
                  <a:lnTo>
                    <a:pt x="694308" y="363407"/>
                  </a:lnTo>
                  <a:lnTo>
                    <a:pt x="694286" y="363120"/>
                  </a:lnTo>
                  <a:lnTo>
                    <a:pt x="694320" y="362857"/>
                  </a:lnTo>
                  <a:lnTo>
                    <a:pt x="694383" y="362605"/>
                  </a:lnTo>
                  <a:lnTo>
                    <a:pt x="694438" y="362360"/>
                  </a:lnTo>
                  <a:lnTo>
                    <a:pt x="694536" y="362066"/>
                  </a:lnTo>
                  <a:lnTo>
                    <a:pt x="694565" y="361684"/>
                  </a:lnTo>
                  <a:lnTo>
                    <a:pt x="694597" y="361415"/>
                  </a:lnTo>
                  <a:lnTo>
                    <a:pt x="694633" y="361052"/>
                  </a:lnTo>
                  <a:lnTo>
                    <a:pt x="694677" y="360686"/>
                  </a:lnTo>
                  <a:lnTo>
                    <a:pt x="694686" y="360315"/>
                  </a:lnTo>
                  <a:lnTo>
                    <a:pt x="694684" y="359938"/>
                  </a:lnTo>
                  <a:lnTo>
                    <a:pt x="694716" y="359531"/>
                  </a:lnTo>
                  <a:lnTo>
                    <a:pt x="694802" y="359135"/>
                  </a:lnTo>
                  <a:lnTo>
                    <a:pt x="694987" y="358843"/>
                  </a:lnTo>
                  <a:lnTo>
                    <a:pt x="695206" y="358595"/>
                  </a:lnTo>
                  <a:lnTo>
                    <a:pt x="695400" y="358420"/>
                  </a:lnTo>
                  <a:lnTo>
                    <a:pt x="695671" y="358226"/>
                  </a:lnTo>
                  <a:lnTo>
                    <a:pt x="695852" y="358038"/>
                  </a:lnTo>
                  <a:lnTo>
                    <a:pt x="696058" y="357790"/>
                  </a:lnTo>
                  <a:lnTo>
                    <a:pt x="696168" y="357598"/>
                  </a:lnTo>
                  <a:lnTo>
                    <a:pt x="696279" y="357350"/>
                  </a:lnTo>
                  <a:lnTo>
                    <a:pt x="696274" y="357130"/>
                  </a:lnTo>
                  <a:lnTo>
                    <a:pt x="696258" y="356876"/>
                  </a:lnTo>
                  <a:lnTo>
                    <a:pt x="696289" y="356640"/>
                  </a:lnTo>
                  <a:lnTo>
                    <a:pt x="696426" y="356412"/>
                  </a:lnTo>
                  <a:lnTo>
                    <a:pt x="696640" y="356157"/>
                  </a:lnTo>
                  <a:lnTo>
                    <a:pt x="696859" y="356013"/>
                  </a:lnTo>
                  <a:lnTo>
                    <a:pt x="697169" y="355904"/>
                  </a:lnTo>
                  <a:lnTo>
                    <a:pt x="697450" y="355854"/>
                  </a:lnTo>
                  <a:lnTo>
                    <a:pt x="697695" y="355738"/>
                  </a:lnTo>
                  <a:lnTo>
                    <a:pt x="697916" y="355542"/>
                  </a:lnTo>
                  <a:lnTo>
                    <a:pt x="698052" y="355308"/>
                  </a:lnTo>
                  <a:lnTo>
                    <a:pt x="698151" y="355129"/>
                  </a:lnTo>
                  <a:lnTo>
                    <a:pt x="698316" y="354909"/>
                  </a:lnTo>
                  <a:lnTo>
                    <a:pt x="698502" y="354733"/>
                  </a:lnTo>
                  <a:lnTo>
                    <a:pt x="698719" y="354490"/>
                  </a:lnTo>
                  <a:lnTo>
                    <a:pt x="698919" y="354228"/>
                  </a:lnTo>
                  <a:lnTo>
                    <a:pt x="699166" y="353922"/>
                  </a:lnTo>
                  <a:lnTo>
                    <a:pt x="699418" y="353637"/>
                  </a:lnTo>
                  <a:lnTo>
                    <a:pt x="699727" y="353445"/>
                  </a:lnTo>
                  <a:lnTo>
                    <a:pt x="700081" y="353347"/>
                  </a:lnTo>
                  <a:lnTo>
                    <a:pt x="700471" y="353282"/>
                  </a:lnTo>
                  <a:lnTo>
                    <a:pt x="700803" y="353284"/>
                  </a:lnTo>
                  <a:lnTo>
                    <a:pt x="700978" y="353275"/>
                  </a:lnTo>
                  <a:lnTo>
                    <a:pt x="701206" y="353220"/>
                  </a:lnTo>
                  <a:lnTo>
                    <a:pt x="701483" y="353025"/>
                  </a:lnTo>
                  <a:lnTo>
                    <a:pt x="701734" y="352874"/>
                  </a:lnTo>
                  <a:lnTo>
                    <a:pt x="701983" y="352794"/>
                  </a:lnTo>
                  <a:lnTo>
                    <a:pt x="702248" y="352793"/>
                  </a:lnTo>
                  <a:lnTo>
                    <a:pt x="702491" y="352751"/>
                  </a:lnTo>
                  <a:lnTo>
                    <a:pt x="702778" y="352669"/>
                  </a:lnTo>
                  <a:lnTo>
                    <a:pt x="703049" y="352581"/>
                  </a:lnTo>
                  <a:lnTo>
                    <a:pt x="703322" y="352470"/>
                  </a:lnTo>
                  <a:lnTo>
                    <a:pt x="703559" y="352319"/>
                  </a:lnTo>
                  <a:lnTo>
                    <a:pt x="703798" y="352157"/>
                  </a:lnTo>
                  <a:lnTo>
                    <a:pt x="704054" y="351971"/>
                  </a:lnTo>
                  <a:lnTo>
                    <a:pt x="704315" y="351828"/>
                  </a:lnTo>
                  <a:lnTo>
                    <a:pt x="704513" y="351754"/>
                  </a:lnTo>
                  <a:lnTo>
                    <a:pt x="704698" y="351699"/>
                  </a:lnTo>
                  <a:lnTo>
                    <a:pt x="704913" y="351648"/>
                  </a:lnTo>
                  <a:lnTo>
                    <a:pt x="705235" y="351605"/>
                  </a:lnTo>
                  <a:lnTo>
                    <a:pt x="705504" y="351577"/>
                  </a:lnTo>
                  <a:lnTo>
                    <a:pt x="705705" y="351537"/>
                  </a:lnTo>
                  <a:lnTo>
                    <a:pt x="706030" y="351494"/>
                  </a:lnTo>
                  <a:lnTo>
                    <a:pt x="706344" y="351483"/>
                  </a:lnTo>
                  <a:lnTo>
                    <a:pt x="706629" y="351466"/>
                  </a:lnTo>
                  <a:lnTo>
                    <a:pt x="706940" y="351460"/>
                  </a:lnTo>
                  <a:lnTo>
                    <a:pt x="707228" y="351500"/>
                  </a:lnTo>
                  <a:lnTo>
                    <a:pt x="707440" y="351547"/>
                  </a:lnTo>
                  <a:lnTo>
                    <a:pt x="707671" y="351614"/>
                  </a:lnTo>
                  <a:lnTo>
                    <a:pt x="707889" y="351705"/>
                  </a:lnTo>
                  <a:lnTo>
                    <a:pt x="708121" y="351802"/>
                  </a:lnTo>
                  <a:lnTo>
                    <a:pt x="708353" y="351938"/>
                  </a:lnTo>
                  <a:lnTo>
                    <a:pt x="708594" y="352120"/>
                  </a:lnTo>
                  <a:lnTo>
                    <a:pt x="708806" y="352291"/>
                  </a:lnTo>
                  <a:lnTo>
                    <a:pt x="708978" y="352456"/>
                  </a:lnTo>
                  <a:lnTo>
                    <a:pt x="709189" y="352705"/>
                  </a:lnTo>
                  <a:lnTo>
                    <a:pt x="709440" y="352877"/>
                  </a:lnTo>
                  <a:lnTo>
                    <a:pt x="709734" y="352783"/>
                  </a:lnTo>
                  <a:lnTo>
                    <a:pt x="710062" y="352898"/>
                  </a:lnTo>
                  <a:lnTo>
                    <a:pt x="710249" y="353013"/>
                  </a:lnTo>
                  <a:lnTo>
                    <a:pt x="710397" y="353112"/>
                  </a:lnTo>
                  <a:lnTo>
                    <a:pt x="710512" y="353260"/>
                  </a:lnTo>
                  <a:lnTo>
                    <a:pt x="710646" y="353382"/>
                  </a:lnTo>
                  <a:lnTo>
                    <a:pt x="710898" y="353511"/>
                  </a:lnTo>
                  <a:lnTo>
                    <a:pt x="711091" y="353616"/>
                  </a:lnTo>
                  <a:lnTo>
                    <a:pt x="711299" y="353630"/>
                  </a:lnTo>
                  <a:lnTo>
                    <a:pt x="711560" y="353756"/>
                  </a:lnTo>
                  <a:lnTo>
                    <a:pt x="711831" y="353866"/>
                  </a:lnTo>
                  <a:lnTo>
                    <a:pt x="712064" y="353912"/>
                  </a:lnTo>
                  <a:lnTo>
                    <a:pt x="712250" y="353955"/>
                  </a:lnTo>
                  <a:lnTo>
                    <a:pt x="712503" y="353894"/>
                  </a:lnTo>
                  <a:lnTo>
                    <a:pt x="712713" y="353803"/>
                  </a:lnTo>
                  <a:lnTo>
                    <a:pt x="712860" y="353675"/>
                  </a:lnTo>
                  <a:lnTo>
                    <a:pt x="712957" y="353508"/>
                  </a:lnTo>
                  <a:lnTo>
                    <a:pt x="713186" y="353221"/>
                  </a:lnTo>
                  <a:lnTo>
                    <a:pt x="713361" y="353119"/>
                  </a:lnTo>
                  <a:lnTo>
                    <a:pt x="713730" y="352832"/>
                  </a:lnTo>
                  <a:lnTo>
                    <a:pt x="714002" y="352556"/>
                  </a:lnTo>
                  <a:lnTo>
                    <a:pt x="714294" y="352366"/>
                  </a:lnTo>
                  <a:lnTo>
                    <a:pt x="714514" y="352137"/>
                  </a:lnTo>
                  <a:lnTo>
                    <a:pt x="714642" y="351878"/>
                  </a:lnTo>
                  <a:lnTo>
                    <a:pt x="714759" y="351587"/>
                  </a:lnTo>
                  <a:lnTo>
                    <a:pt x="714951" y="351287"/>
                  </a:lnTo>
                  <a:lnTo>
                    <a:pt x="715273" y="351010"/>
                  </a:lnTo>
                  <a:lnTo>
                    <a:pt x="715520" y="350753"/>
                  </a:lnTo>
                  <a:lnTo>
                    <a:pt x="715701" y="350420"/>
                  </a:lnTo>
                  <a:lnTo>
                    <a:pt x="715822" y="350096"/>
                  </a:lnTo>
                  <a:lnTo>
                    <a:pt x="716081" y="349779"/>
                  </a:lnTo>
                  <a:lnTo>
                    <a:pt x="716306" y="349576"/>
                  </a:lnTo>
                  <a:lnTo>
                    <a:pt x="716541" y="349366"/>
                  </a:lnTo>
                  <a:lnTo>
                    <a:pt x="716841" y="349145"/>
                  </a:lnTo>
                  <a:lnTo>
                    <a:pt x="717114" y="348987"/>
                  </a:lnTo>
                  <a:lnTo>
                    <a:pt x="717313" y="348861"/>
                  </a:lnTo>
                  <a:lnTo>
                    <a:pt x="717544" y="348752"/>
                  </a:lnTo>
                  <a:lnTo>
                    <a:pt x="717945" y="348574"/>
                  </a:lnTo>
                  <a:lnTo>
                    <a:pt x="718292" y="348413"/>
                  </a:lnTo>
                  <a:lnTo>
                    <a:pt x="718628" y="348225"/>
                  </a:lnTo>
                  <a:lnTo>
                    <a:pt x="718843" y="348096"/>
                  </a:lnTo>
                  <a:lnTo>
                    <a:pt x="719183" y="347959"/>
                  </a:lnTo>
                  <a:lnTo>
                    <a:pt x="719528" y="347873"/>
                  </a:lnTo>
                  <a:lnTo>
                    <a:pt x="719967" y="347849"/>
                  </a:lnTo>
                  <a:lnTo>
                    <a:pt x="720361" y="347759"/>
                  </a:lnTo>
                  <a:lnTo>
                    <a:pt x="720791" y="347509"/>
                  </a:lnTo>
                  <a:lnTo>
                    <a:pt x="721061" y="347190"/>
                  </a:lnTo>
                  <a:lnTo>
                    <a:pt x="721488" y="346872"/>
                  </a:lnTo>
                  <a:lnTo>
                    <a:pt x="721718" y="346757"/>
                  </a:lnTo>
                  <a:lnTo>
                    <a:pt x="722032" y="346651"/>
                  </a:lnTo>
                  <a:lnTo>
                    <a:pt x="722394" y="346490"/>
                  </a:lnTo>
                  <a:lnTo>
                    <a:pt x="722647" y="346319"/>
                  </a:lnTo>
                  <a:lnTo>
                    <a:pt x="722936" y="346086"/>
                  </a:lnTo>
                  <a:lnTo>
                    <a:pt x="723211" y="345810"/>
                  </a:lnTo>
                  <a:lnTo>
                    <a:pt x="723351" y="345604"/>
                  </a:lnTo>
                  <a:lnTo>
                    <a:pt x="723794" y="345414"/>
                  </a:lnTo>
                  <a:lnTo>
                    <a:pt x="724072" y="345230"/>
                  </a:lnTo>
                  <a:lnTo>
                    <a:pt x="724278" y="345143"/>
                  </a:lnTo>
                  <a:lnTo>
                    <a:pt x="724618" y="345032"/>
                  </a:lnTo>
                  <a:lnTo>
                    <a:pt x="725026" y="344894"/>
                  </a:lnTo>
                  <a:lnTo>
                    <a:pt x="725423" y="344776"/>
                  </a:lnTo>
                  <a:lnTo>
                    <a:pt x="725798" y="344643"/>
                  </a:lnTo>
                  <a:lnTo>
                    <a:pt x="726170" y="344513"/>
                  </a:lnTo>
                  <a:lnTo>
                    <a:pt x="726536" y="344395"/>
                  </a:lnTo>
                  <a:lnTo>
                    <a:pt x="726895" y="344266"/>
                  </a:lnTo>
                  <a:lnTo>
                    <a:pt x="727244" y="344090"/>
                  </a:lnTo>
                  <a:lnTo>
                    <a:pt x="727577" y="343886"/>
                  </a:lnTo>
                  <a:lnTo>
                    <a:pt x="727834" y="343621"/>
                  </a:lnTo>
                  <a:lnTo>
                    <a:pt x="728095" y="343348"/>
                  </a:lnTo>
                  <a:lnTo>
                    <a:pt x="728419" y="343075"/>
                  </a:lnTo>
                  <a:lnTo>
                    <a:pt x="728702" y="342905"/>
                  </a:lnTo>
                  <a:lnTo>
                    <a:pt x="729009" y="342772"/>
                  </a:lnTo>
                  <a:lnTo>
                    <a:pt x="729405" y="342658"/>
                  </a:lnTo>
                  <a:lnTo>
                    <a:pt x="729623" y="342540"/>
                  </a:lnTo>
                  <a:lnTo>
                    <a:pt x="729820" y="342375"/>
                  </a:lnTo>
                  <a:lnTo>
                    <a:pt x="729999" y="342207"/>
                  </a:lnTo>
                  <a:lnTo>
                    <a:pt x="730255" y="342023"/>
                  </a:lnTo>
                  <a:lnTo>
                    <a:pt x="730539" y="341893"/>
                  </a:lnTo>
                  <a:lnTo>
                    <a:pt x="730921" y="341757"/>
                  </a:lnTo>
                  <a:lnTo>
                    <a:pt x="731126" y="341736"/>
                  </a:lnTo>
                  <a:lnTo>
                    <a:pt x="731292" y="341733"/>
                  </a:lnTo>
                  <a:lnTo>
                    <a:pt x="731530" y="342345"/>
                  </a:lnTo>
                  <a:lnTo>
                    <a:pt x="731658" y="342676"/>
                  </a:lnTo>
                  <a:lnTo>
                    <a:pt x="732479" y="344797"/>
                  </a:lnTo>
                  <a:lnTo>
                    <a:pt x="734674" y="350438"/>
                  </a:lnTo>
                  <a:lnTo>
                    <a:pt x="735243" y="351900"/>
                  </a:lnTo>
                  <a:lnTo>
                    <a:pt x="737327" y="359030"/>
                  </a:lnTo>
                  <a:lnTo>
                    <a:pt x="738363" y="362952"/>
                  </a:lnTo>
                  <a:lnTo>
                    <a:pt x="742012" y="366756"/>
                  </a:lnTo>
                  <a:lnTo>
                    <a:pt x="742691" y="367469"/>
                  </a:lnTo>
                  <a:lnTo>
                    <a:pt x="744535" y="369259"/>
                  </a:lnTo>
                  <a:lnTo>
                    <a:pt x="748830" y="373454"/>
                  </a:lnTo>
                  <a:lnTo>
                    <a:pt x="754002" y="378495"/>
                  </a:lnTo>
                  <a:lnTo>
                    <a:pt x="760822" y="385138"/>
                  </a:lnTo>
                  <a:lnTo>
                    <a:pt x="770413" y="388601"/>
                  </a:lnTo>
                  <a:lnTo>
                    <a:pt x="775610" y="390476"/>
                  </a:lnTo>
                  <a:lnTo>
                    <a:pt x="780932" y="392398"/>
                  </a:lnTo>
                  <a:lnTo>
                    <a:pt x="781184" y="396624"/>
                  </a:lnTo>
                  <a:lnTo>
                    <a:pt x="781473" y="401504"/>
                  </a:lnTo>
                  <a:lnTo>
                    <a:pt x="787992" y="406573"/>
                  </a:lnTo>
                  <a:lnTo>
                    <a:pt x="790449" y="408476"/>
                  </a:lnTo>
                  <a:lnTo>
                    <a:pt x="794664" y="409449"/>
                  </a:lnTo>
                  <a:lnTo>
                    <a:pt x="799443" y="410553"/>
                  </a:lnTo>
                  <a:lnTo>
                    <a:pt x="802248" y="411201"/>
                  </a:lnTo>
                  <a:lnTo>
                    <a:pt x="811671" y="413435"/>
                  </a:lnTo>
                  <a:lnTo>
                    <a:pt x="816031" y="414465"/>
                  </a:lnTo>
                  <a:lnTo>
                    <a:pt x="820744" y="415573"/>
                  </a:lnTo>
                  <a:lnTo>
                    <a:pt x="829001" y="417688"/>
                  </a:lnTo>
                  <a:lnTo>
                    <a:pt x="832883" y="418682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g7"/>
            <p:cNvSpPr/>
            <p:nvPr/>
          </p:nvSpPr>
          <p:spPr>
            <a:xfrm>
              <a:off x="3166528" y="5000861"/>
              <a:ext cx="439840" cy="493244"/>
            </a:xfrm>
            <a:custGeom>
              <a:avLst/>
              <a:pathLst>
                <a:path w="439840" h="493244">
                  <a:moveTo>
                    <a:pt x="64304" y="55784"/>
                  </a:moveTo>
                  <a:lnTo>
                    <a:pt x="60137" y="62382"/>
                  </a:lnTo>
                  <a:lnTo>
                    <a:pt x="54617" y="71240"/>
                  </a:lnTo>
                  <a:lnTo>
                    <a:pt x="52266" y="75487"/>
                  </a:lnTo>
                  <a:lnTo>
                    <a:pt x="53126" y="75873"/>
                  </a:lnTo>
                  <a:lnTo>
                    <a:pt x="54541" y="76512"/>
                  </a:lnTo>
                  <a:lnTo>
                    <a:pt x="54503" y="77772"/>
                  </a:lnTo>
                  <a:lnTo>
                    <a:pt x="54442" y="79662"/>
                  </a:lnTo>
                  <a:lnTo>
                    <a:pt x="54404" y="80874"/>
                  </a:lnTo>
                  <a:lnTo>
                    <a:pt x="54358" y="82276"/>
                  </a:lnTo>
                  <a:lnTo>
                    <a:pt x="54279" y="84752"/>
                  </a:lnTo>
                  <a:lnTo>
                    <a:pt x="53426" y="85843"/>
                  </a:lnTo>
                  <a:lnTo>
                    <a:pt x="52918" y="86484"/>
                  </a:lnTo>
                  <a:lnTo>
                    <a:pt x="52498" y="87110"/>
                  </a:lnTo>
                  <a:lnTo>
                    <a:pt x="52027" y="87818"/>
                  </a:lnTo>
                  <a:lnTo>
                    <a:pt x="51292" y="89235"/>
                  </a:lnTo>
                  <a:lnTo>
                    <a:pt x="50571" y="90627"/>
                  </a:lnTo>
                  <a:lnTo>
                    <a:pt x="47696" y="92337"/>
                  </a:lnTo>
                  <a:lnTo>
                    <a:pt x="38340" y="87802"/>
                  </a:lnTo>
                  <a:lnTo>
                    <a:pt x="33897" y="91210"/>
                  </a:lnTo>
                  <a:lnTo>
                    <a:pt x="32998" y="91899"/>
                  </a:lnTo>
                  <a:lnTo>
                    <a:pt x="31587" y="92982"/>
                  </a:lnTo>
                  <a:lnTo>
                    <a:pt x="31240" y="93247"/>
                  </a:lnTo>
                  <a:lnTo>
                    <a:pt x="16073" y="104881"/>
                  </a:lnTo>
                  <a:lnTo>
                    <a:pt x="11304" y="108764"/>
                  </a:lnTo>
                  <a:lnTo>
                    <a:pt x="11617" y="108818"/>
                  </a:lnTo>
                  <a:lnTo>
                    <a:pt x="26167" y="111268"/>
                  </a:lnTo>
                  <a:lnTo>
                    <a:pt x="37722" y="119536"/>
                  </a:lnTo>
                  <a:lnTo>
                    <a:pt x="37417" y="120719"/>
                  </a:lnTo>
                  <a:lnTo>
                    <a:pt x="37226" y="121258"/>
                  </a:lnTo>
                  <a:lnTo>
                    <a:pt x="37058" y="121795"/>
                  </a:lnTo>
                  <a:lnTo>
                    <a:pt x="36768" y="122724"/>
                  </a:lnTo>
                  <a:lnTo>
                    <a:pt x="36353" y="124055"/>
                  </a:lnTo>
                  <a:lnTo>
                    <a:pt x="35863" y="125665"/>
                  </a:lnTo>
                  <a:lnTo>
                    <a:pt x="35132" y="127963"/>
                  </a:lnTo>
                  <a:lnTo>
                    <a:pt x="34592" y="129688"/>
                  </a:lnTo>
                  <a:lnTo>
                    <a:pt x="34730" y="130971"/>
                  </a:lnTo>
                  <a:lnTo>
                    <a:pt x="34913" y="132665"/>
                  </a:lnTo>
                  <a:lnTo>
                    <a:pt x="35038" y="133846"/>
                  </a:lnTo>
                  <a:lnTo>
                    <a:pt x="35226" y="135604"/>
                  </a:lnTo>
                  <a:lnTo>
                    <a:pt x="35277" y="136780"/>
                  </a:lnTo>
                  <a:lnTo>
                    <a:pt x="35483" y="137996"/>
                  </a:lnTo>
                  <a:lnTo>
                    <a:pt x="35585" y="138531"/>
                  </a:lnTo>
                  <a:lnTo>
                    <a:pt x="35875" y="140085"/>
                  </a:lnTo>
                  <a:lnTo>
                    <a:pt x="35910" y="140284"/>
                  </a:lnTo>
                  <a:lnTo>
                    <a:pt x="36558" y="141393"/>
                  </a:lnTo>
                  <a:lnTo>
                    <a:pt x="36783" y="141780"/>
                  </a:lnTo>
                  <a:lnTo>
                    <a:pt x="38267" y="144314"/>
                  </a:lnTo>
                  <a:lnTo>
                    <a:pt x="39877" y="147072"/>
                  </a:lnTo>
                  <a:lnTo>
                    <a:pt x="40175" y="147286"/>
                  </a:lnTo>
                  <a:lnTo>
                    <a:pt x="41669" y="148365"/>
                  </a:lnTo>
                  <a:lnTo>
                    <a:pt x="43012" y="149337"/>
                  </a:lnTo>
                  <a:lnTo>
                    <a:pt x="44987" y="150767"/>
                  </a:lnTo>
                  <a:lnTo>
                    <a:pt x="45745" y="151312"/>
                  </a:lnTo>
                  <a:lnTo>
                    <a:pt x="46341" y="151747"/>
                  </a:lnTo>
                  <a:lnTo>
                    <a:pt x="47226" y="152396"/>
                  </a:lnTo>
                  <a:lnTo>
                    <a:pt x="47557" y="152619"/>
                  </a:lnTo>
                  <a:lnTo>
                    <a:pt x="47503" y="152819"/>
                  </a:lnTo>
                  <a:lnTo>
                    <a:pt x="47198" y="153910"/>
                  </a:lnTo>
                  <a:lnTo>
                    <a:pt x="46865" y="155057"/>
                  </a:lnTo>
                  <a:lnTo>
                    <a:pt x="46566" y="156174"/>
                  </a:lnTo>
                  <a:lnTo>
                    <a:pt x="46362" y="156864"/>
                  </a:lnTo>
                  <a:lnTo>
                    <a:pt x="46232" y="157301"/>
                  </a:lnTo>
                  <a:lnTo>
                    <a:pt x="45812" y="158563"/>
                  </a:lnTo>
                  <a:lnTo>
                    <a:pt x="45546" y="159176"/>
                  </a:lnTo>
                  <a:lnTo>
                    <a:pt x="45165" y="160324"/>
                  </a:lnTo>
                  <a:lnTo>
                    <a:pt x="44831" y="161391"/>
                  </a:lnTo>
                  <a:lnTo>
                    <a:pt x="44637" y="162062"/>
                  </a:lnTo>
                  <a:lnTo>
                    <a:pt x="44436" y="162497"/>
                  </a:lnTo>
                  <a:lnTo>
                    <a:pt x="44285" y="162970"/>
                  </a:lnTo>
                  <a:lnTo>
                    <a:pt x="44078" y="163609"/>
                  </a:lnTo>
                  <a:lnTo>
                    <a:pt x="43744" y="164715"/>
                  </a:lnTo>
                  <a:lnTo>
                    <a:pt x="43382" y="165869"/>
                  </a:lnTo>
                  <a:lnTo>
                    <a:pt x="43008" y="167020"/>
                  </a:lnTo>
                  <a:lnTo>
                    <a:pt x="42641" y="168118"/>
                  </a:lnTo>
                  <a:lnTo>
                    <a:pt x="42112" y="169793"/>
                  </a:lnTo>
                  <a:lnTo>
                    <a:pt x="41757" y="170895"/>
                  </a:lnTo>
                  <a:lnTo>
                    <a:pt x="41371" y="172065"/>
                  </a:lnTo>
                  <a:lnTo>
                    <a:pt x="41045" y="173164"/>
                  </a:lnTo>
                  <a:lnTo>
                    <a:pt x="40685" y="174247"/>
                  </a:lnTo>
                  <a:lnTo>
                    <a:pt x="40332" y="175339"/>
                  </a:lnTo>
                  <a:lnTo>
                    <a:pt x="39892" y="176817"/>
                  </a:lnTo>
                  <a:lnTo>
                    <a:pt x="39280" y="178731"/>
                  </a:lnTo>
                  <a:lnTo>
                    <a:pt x="39182" y="179268"/>
                  </a:lnTo>
                  <a:lnTo>
                    <a:pt x="38943" y="180586"/>
                  </a:lnTo>
                  <a:lnTo>
                    <a:pt x="38884" y="180907"/>
                  </a:lnTo>
                  <a:lnTo>
                    <a:pt x="38636" y="182269"/>
                  </a:lnTo>
                  <a:lnTo>
                    <a:pt x="38578" y="182574"/>
                  </a:lnTo>
                  <a:lnTo>
                    <a:pt x="38402" y="183501"/>
                  </a:lnTo>
                  <a:lnTo>
                    <a:pt x="38029" y="185463"/>
                  </a:lnTo>
                  <a:lnTo>
                    <a:pt x="37896" y="186138"/>
                  </a:lnTo>
                  <a:lnTo>
                    <a:pt x="37762" y="186867"/>
                  </a:lnTo>
                  <a:lnTo>
                    <a:pt x="37722" y="187077"/>
                  </a:lnTo>
                  <a:lnTo>
                    <a:pt x="37391" y="188813"/>
                  </a:lnTo>
                  <a:lnTo>
                    <a:pt x="36980" y="190975"/>
                  </a:lnTo>
                  <a:lnTo>
                    <a:pt x="36590" y="193025"/>
                  </a:lnTo>
                  <a:lnTo>
                    <a:pt x="36369" y="194185"/>
                  </a:lnTo>
                  <a:lnTo>
                    <a:pt x="36124" y="195474"/>
                  </a:lnTo>
                  <a:lnTo>
                    <a:pt x="35732" y="197533"/>
                  </a:lnTo>
                  <a:lnTo>
                    <a:pt x="35676" y="197831"/>
                  </a:lnTo>
                  <a:lnTo>
                    <a:pt x="35201" y="200325"/>
                  </a:lnTo>
                  <a:lnTo>
                    <a:pt x="35164" y="200517"/>
                  </a:lnTo>
                  <a:lnTo>
                    <a:pt x="35117" y="200767"/>
                  </a:lnTo>
                  <a:lnTo>
                    <a:pt x="34375" y="204666"/>
                  </a:lnTo>
                  <a:lnTo>
                    <a:pt x="34269" y="205223"/>
                  </a:lnTo>
                  <a:lnTo>
                    <a:pt x="34013" y="206570"/>
                  </a:lnTo>
                  <a:lnTo>
                    <a:pt x="33619" y="208641"/>
                  </a:lnTo>
                  <a:lnTo>
                    <a:pt x="33344" y="210089"/>
                  </a:lnTo>
                  <a:lnTo>
                    <a:pt x="33221" y="210736"/>
                  </a:lnTo>
                  <a:lnTo>
                    <a:pt x="33172" y="210994"/>
                  </a:lnTo>
                  <a:lnTo>
                    <a:pt x="32898" y="212433"/>
                  </a:lnTo>
                  <a:lnTo>
                    <a:pt x="32627" y="213859"/>
                  </a:lnTo>
                  <a:lnTo>
                    <a:pt x="32282" y="215671"/>
                  </a:lnTo>
                  <a:lnTo>
                    <a:pt x="31552" y="216581"/>
                  </a:lnTo>
                  <a:lnTo>
                    <a:pt x="30230" y="218231"/>
                  </a:lnTo>
                  <a:lnTo>
                    <a:pt x="29470" y="219179"/>
                  </a:lnTo>
                  <a:lnTo>
                    <a:pt x="28692" y="220151"/>
                  </a:lnTo>
                  <a:lnTo>
                    <a:pt x="28070" y="220927"/>
                  </a:lnTo>
                  <a:lnTo>
                    <a:pt x="26198" y="223264"/>
                  </a:lnTo>
                  <a:lnTo>
                    <a:pt x="24847" y="224949"/>
                  </a:lnTo>
                  <a:lnTo>
                    <a:pt x="24060" y="225932"/>
                  </a:lnTo>
                  <a:lnTo>
                    <a:pt x="22969" y="227293"/>
                  </a:lnTo>
                  <a:lnTo>
                    <a:pt x="22262" y="228175"/>
                  </a:lnTo>
                  <a:lnTo>
                    <a:pt x="21916" y="228607"/>
                  </a:lnTo>
                  <a:lnTo>
                    <a:pt x="21727" y="228843"/>
                  </a:lnTo>
                  <a:lnTo>
                    <a:pt x="15803" y="247715"/>
                  </a:lnTo>
                  <a:lnTo>
                    <a:pt x="0" y="267867"/>
                  </a:lnTo>
                  <a:lnTo>
                    <a:pt x="12761" y="264915"/>
                  </a:lnTo>
                  <a:lnTo>
                    <a:pt x="23107" y="262500"/>
                  </a:lnTo>
                  <a:lnTo>
                    <a:pt x="33033" y="265490"/>
                  </a:lnTo>
                  <a:lnTo>
                    <a:pt x="34395" y="265900"/>
                  </a:lnTo>
                  <a:lnTo>
                    <a:pt x="37420" y="266813"/>
                  </a:lnTo>
                  <a:lnTo>
                    <a:pt x="39476" y="267436"/>
                  </a:lnTo>
                  <a:lnTo>
                    <a:pt x="42985" y="269925"/>
                  </a:lnTo>
                  <a:lnTo>
                    <a:pt x="45852" y="271930"/>
                  </a:lnTo>
                  <a:lnTo>
                    <a:pt x="48138" y="270778"/>
                  </a:lnTo>
                  <a:lnTo>
                    <a:pt x="49990" y="269859"/>
                  </a:lnTo>
                  <a:lnTo>
                    <a:pt x="51822" y="268953"/>
                  </a:lnTo>
                  <a:lnTo>
                    <a:pt x="51962" y="268884"/>
                  </a:lnTo>
                  <a:lnTo>
                    <a:pt x="55685" y="267042"/>
                  </a:lnTo>
                  <a:lnTo>
                    <a:pt x="56115" y="266828"/>
                  </a:lnTo>
                  <a:lnTo>
                    <a:pt x="59463" y="265172"/>
                  </a:lnTo>
                  <a:lnTo>
                    <a:pt x="61619" y="264103"/>
                  </a:lnTo>
                  <a:lnTo>
                    <a:pt x="62138" y="263846"/>
                  </a:lnTo>
                  <a:lnTo>
                    <a:pt x="62690" y="263699"/>
                  </a:lnTo>
                  <a:lnTo>
                    <a:pt x="63990" y="263352"/>
                  </a:lnTo>
                  <a:lnTo>
                    <a:pt x="69716" y="261826"/>
                  </a:lnTo>
                  <a:lnTo>
                    <a:pt x="74500" y="260553"/>
                  </a:lnTo>
                  <a:lnTo>
                    <a:pt x="75454" y="260299"/>
                  </a:lnTo>
                  <a:lnTo>
                    <a:pt x="75772" y="260256"/>
                  </a:lnTo>
                  <a:lnTo>
                    <a:pt x="76141" y="260207"/>
                  </a:lnTo>
                  <a:lnTo>
                    <a:pt x="76393" y="260177"/>
                  </a:lnTo>
                  <a:lnTo>
                    <a:pt x="77904" y="259721"/>
                  </a:lnTo>
                  <a:lnTo>
                    <a:pt x="79561" y="259223"/>
                  </a:lnTo>
                  <a:lnTo>
                    <a:pt x="80675" y="258887"/>
                  </a:lnTo>
                  <a:lnTo>
                    <a:pt x="81589" y="258612"/>
                  </a:lnTo>
                  <a:lnTo>
                    <a:pt x="82176" y="258434"/>
                  </a:lnTo>
                  <a:lnTo>
                    <a:pt x="82332" y="258342"/>
                  </a:lnTo>
                  <a:lnTo>
                    <a:pt x="82828" y="258044"/>
                  </a:lnTo>
                  <a:lnTo>
                    <a:pt x="84294" y="257388"/>
                  </a:lnTo>
                  <a:lnTo>
                    <a:pt x="84640" y="257217"/>
                  </a:lnTo>
                  <a:lnTo>
                    <a:pt x="84988" y="256836"/>
                  </a:lnTo>
                  <a:lnTo>
                    <a:pt x="85388" y="256543"/>
                  </a:lnTo>
                  <a:lnTo>
                    <a:pt x="85515" y="256340"/>
                  </a:lnTo>
                  <a:lnTo>
                    <a:pt x="85581" y="256212"/>
                  </a:lnTo>
                  <a:lnTo>
                    <a:pt x="85790" y="256062"/>
                  </a:lnTo>
                  <a:lnTo>
                    <a:pt x="86108" y="255757"/>
                  </a:lnTo>
                  <a:lnTo>
                    <a:pt x="86637" y="255273"/>
                  </a:lnTo>
                  <a:lnTo>
                    <a:pt x="86797" y="255258"/>
                  </a:lnTo>
                  <a:lnTo>
                    <a:pt x="86968" y="255210"/>
                  </a:lnTo>
                  <a:lnTo>
                    <a:pt x="87210" y="255149"/>
                  </a:lnTo>
                  <a:lnTo>
                    <a:pt x="87502" y="254968"/>
                  </a:lnTo>
                  <a:lnTo>
                    <a:pt x="87937" y="254538"/>
                  </a:lnTo>
                  <a:lnTo>
                    <a:pt x="88682" y="253939"/>
                  </a:lnTo>
                  <a:lnTo>
                    <a:pt x="89171" y="253477"/>
                  </a:lnTo>
                  <a:lnTo>
                    <a:pt x="89311" y="253418"/>
                  </a:lnTo>
                  <a:lnTo>
                    <a:pt x="89551" y="253454"/>
                  </a:lnTo>
                  <a:lnTo>
                    <a:pt x="89698" y="253500"/>
                  </a:lnTo>
                  <a:lnTo>
                    <a:pt x="89892" y="253525"/>
                  </a:lnTo>
                  <a:lnTo>
                    <a:pt x="90222" y="253558"/>
                  </a:lnTo>
                  <a:lnTo>
                    <a:pt x="90370" y="253589"/>
                  </a:lnTo>
                  <a:lnTo>
                    <a:pt x="90629" y="253658"/>
                  </a:lnTo>
                  <a:lnTo>
                    <a:pt x="90828" y="253668"/>
                  </a:lnTo>
                  <a:lnTo>
                    <a:pt x="91090" y="253775"/>
                  </a:lnTo>
                  <a:lnTo>
                    <a:pt x="91240" y="253795"/>
                  </a:lnTo>
                  <a:lnTo>
                    <a:pt x="91406" y="253810"/>
                  </a:lnTo>
                  <a:lnTo>
                    <a:pt x="91599" y="253823"/>
                  </a:lnTo>
                  <a:lnTo>
                    <a:pt x="91729" y="253818"/>
                  </a:lnTo>
                  <a:lnTo>
                    <a:pt x="91869" y="253813"/>
                  </a:lnTo>
                  <a:lnTo>
                    <a:pt x="92042" y="253968"/>
                  </a:lnTo>
                  <a:lnTo>
                    <a:pt x="92187" y="253927"/>
                  </a:lnTo>
                  <a:lnTo>
                    <a:pt x="92535" y="253749"/>
                  </a:lnTo>
                  <a:lnTo>
                    <a:pt x="92701" y="253701"/>
                  </a:lnTo>
                  <a:lnTo>
                    <a:pt x="92892" y="253472"/>
                  </a:lnTo>
                  <a:lnTo>
                    <a:pt x="93179" y="253375"/>
                  </a:lnTo>
                  <a:lnTo>
                    <a:pt x="93334" y="253314"/>
                  </a:lnTo>
                  <a:lnTo>
                    <a:pt x="94014" y="253449"/>
                  </a:lnTo>
                  <a:lnTo>
                    <a:pt x="94240" y="253607"/>
                  </a:lnTo>
                  <a:lnTo>
                    <a:pt x="94416" y="253563"/>
                  </a:lnTo>
                  <a:lnTo>
                    <a:pt x="95072" y="253701"/>
                  </a:lnTo>
                  <a:lnTo>
                    <a:pt x="95312" y="253724"/>
                  </a:lnTo>
                  <a:lnTo>
                    <a:pt x="95680" y="253731"/>
                  </a:lnTo>
                  <a:lnTo>
                    <a:pt x="96055" y="253831"/>
                  </a:lnTo>
                  <a:lnTo>
                    <a:pt x="96184" y="253884"/>
                  </a:lnTo>
                  <a:lnTo>
                    <a:pt x="96436" y="254039"/>
                  </a:lnTo>
                  <a:lnTo>
                    <a:pt x="96708" y="254301"/>
                  </a:lnTo>
                  <a:lnTo>
                    <a:pt x="96815" y="254474"/>
                  </a:lnTo>
                  <a:lnTo>
                    <a:pt x="97052" y="254754"/>
                  </a:lnTo>
                  <a:lnTo>
                    <a:pt x="97207" y="254821"/>
                  </a:lnTo>
                  <a:lnTo>
                    <a:pt x="97551" y="255243"/>
                  </a:lnTo>
                  <a:lnTo>
                    <a:pt x="97772" y="256065"/>
                  </a:lnTo>
                  <a:lnTo>
                    <a:pt x="98016" y="256487"/>
                  </a:lnTo>
                  <a:lnTo>
                    <a:pt x="98334" y="257225"/>
                  </a:lnTo>
                  <a:lnTo>
                    <a:pt x="100663" y="257485"/>
                  </a:lnTo>
                  <a:lnTo>
                    <a:pt x="100574" y="257357"/>
                  </a:lnTo>
                  <a:lnTo>
                    <a:pt x="100459" y="257129"/>
                  </a:lnTo>
                  <a:lnTo>
                    <a:pt x="100431" y="256955"/>
                  </a:lnTo>
                  <a:lnTo>
                    <a:pt x="100049" y="256192"/>
                  </a:lnTo>
                  <a:lnTo>
                    <a:pt x="99800" y="255943"/>
                  </a:lnTo>
                  <a:lnTo>
                    <a:pt x="99749" y="255770"/>
                  </a:lnTo>
                  <a:lnTo>
                    <a:pt x="99640" y="255553"/>
                  </a:lnTo>
                  <a:lnTo>
                    <a:pt x="99520" y="255304"/>
                  </a:lnTo>
                  <a:lnTo>
                    <a:pt x="99444" y="255057"/>
                  </a:lnTo>
                  <a:lnTo>
                    <a:pt x="99141" y="254724"/>
                  </a:lnTo>
                  <a:lnTo>
                    <a:pt x="98617" y="254200"/>
                  </a:lnTo>
                  <a:lnTo>
                    <a:pt x="98477" y="254022"/>
                  </a:lnTo>
                  <a:lnTo>
                    <a:pt x="98200" y="253767"/>
                  </a:lnTo>
                  <a:lnTo>
                    <a:pt x="98212" y="253615"/>
                  </a:lnTo>
                  <a:lnTo>
                    <a:pt x="104161" y="253685"/>
                  </a:lnTo>
                  <a:lnTo>
                    <a:pt x="107161" y="255047"/>
                  </a:lnTo>
                  <a:lnTo>
                    <a:pt x="108334" y="255581"/>
                  </a:lnTo>
                  <a:lnTo>
                    <a:pt x="114395" y="258494"/>
                  </a:lnTo>
                  <a:lnTo>
                    <a:pt x="115633" y="258679"/>
                  </a:lnTo>
                  <a:lnTo>
                    <a:pt x="117404" y="258943"/>
                  </a:lnTo>
                  <a:lnTo>
                    <a:pt x="117829" y="258913"/>
                  </a:lnTo>
                  <a:lnTo>
                    <a:pt x="118308" y="258880"/>
                  </a:lnTo>
                  <a:lnTo>
                    <a:pt x="119322" y="258815"/>
                  </a:lnTo>
                  <a:lnTo>
                    <a:pt x="119940" y="258776"/>
                  </a:lnTo>
                  <a:lnTo>
                    <a:pt x="120398" y="258745"/>
                  </a:lnTo>
                  <a:lnTo>
                    <a:pt x="120873" y="258714"/>
                  </a:lnTo>
                  <a:lnTo>
                    <a:pt x="121632" y="258664"/>
                  </a:lnTo>
                  <a:lnTo>
                    <a:pt x="122346" y="258625"/>
                  </a:lnTo>
                  <a:lnTo>
                    <a:pt x="122895" y="258581"/>
                  </a:lnTo>
                  <a:lnTo>
                    <a:pt x="123253" y="258560"/>
                  </a:lnTo>
                  <a:lnTo>
                    <a:pt x="123805" y="258526"/>
                  </a:lnTo>
                  <a:lnTo>
                    <a:pt x="124784" y="258463"/>
                  </a:lnTo>
                  <a:lnTo>
                    <a:pt x="124967" y="258448"/>
                  </a:lnTo>
                  <a:lnTo>
                    <a:pt x="125187" y="258435"/>
                  </a:lnTo>
                  <a:lnTo>
                    <a:pt x="125372" y="258428"/>
                  </a:lnTo>
                  <a:lnTo>
                    <a:pt x="125566" y="258414"/>
                  </a:lnTo>
                  <a:lnTo>
                    <a:pt x="125763" y="258400"/>
                  </a:lnTo>
                  <a:lnTo>
                    <a:pt x="126328" y="258365"/>
                  </a:lnTo>
                  <a:lnTo>
                    <a:pt x="127045" y="258315"/>
                  </a:lnTo>
                  <a:lnTo>
                    <a:pt x="127717" y="258271"/>
                  </a:lnTo>
                  <a:lnTo>
                    <a:pt x="128091" y="258253"/>
                  </a:lnTo>
                  <a:lnTo>
                    <a:pt x="128282" y="258242"/>
                  </a:lnTo>
                  <a:lnTo>
                    <a:pt x="128639" y="258206"/>
                  </a:lnTo>
                  <a:lnTo>
                    <a:pt x="128778" y="258265"/>
                  </a:lnTo>
                  <a:lnTo>
                    <a:pt x="129171" y="258428"/>
                  </a:lnTo>
                  <a:lnTo>
                    <a:pt x="129524" y="258573"/>
                  </a:lnTo>
                  <a:lnTo>
                    <a:pt x="130316" y="258899"/>
                  </a:lnTo>
                  <a:lnTo>
                    <a:pt x="130593" y="259018"/>
                  </a:lnTo>
                  <a:lnTo>
                    <a:pt x="131279" y="259299"/>
                  </a:lnTo>
                  <a:lnTo>
                    <a:pt x="132009" y="259598"/>
                  </a:lnTo>
                  <a:lnTo>
                    <a:pt x="132508" y="259803"/>
                  </a:lnTo>
                  <a:lnTo>
                    <a:pt x="132944" y="259983"/>
                  </a:lnTo>
                  <a:lnTo>
                    <a:pt x="133593" y="260245"/>
                  </a:lnTo>
                  <a:lnTo>
                    <a:pt x="133748" y="260318"/>
                  </a:lnTo>
                  <a:lnTo>
                    <a:pt x="134352" y="260561"/>
                  </a:lnTo>
                  <a:lnTo>
                    <a:pt x="134719" y="260711"/>
                  </a:lnTo>
                  <a:lnTo>
                    <a:pt x="135491" y="261032"/>
                  </a:lnTo>
                  <a:lnTo>
                    <a:pt x="135698" y="261118"/>
                  </a:lnTo>
                  <a:lnTo>
                    <a:pt x="137978" y="262061"/>
                  </a:lnTo>
                  <a:lnTo>
                    <a:pt x="138701" y="262366"/>
                  </a:lnTo>
                  <a:lnTo>
                    <a:pt x="140773" y="262763"/>
                  </a:lnTo>
                  <a:lnTo>
                    <a:pt x="141284" y="262865"/>
                  </a:lnTo>
                  <a:lnTo>
                    <a:pt x="141857" y="262979"/>
                  </a:lnTo>
                  <a:lnTo>
                    <a:pt x="142724" y="263115"/>
                  </a:lnTo>
                  <a:lnTo>
                    <a:pt x="143172" y="263069"/>
                  </a:lnTo>
                  <a:lnTo>
                    <a:pt x="143475" y="263038"/>
                  </a:lnTo>
                  <a:lnTo>
                    <a:pt x="144123" y="262964"/>
                  </a:lnTo>
                  <a:lnTo>
                    <a:pt x="144917" y="262881"/>
                  </a:lnTo>
                  <a:lnTo>
                    <a:pt x="145503" y="262813"/>
                  </a:lnTo>
                  <a:lnTo>
                    <a:pt x="145864" y="262777"/>
                  </a:lnTo>
                  <a:lnTo>
                    <a:pt x="146962" y="262644"/>
                  </a:lnTo>
                  <a:lnTo>
                    <a:pt x="147387" y="262598"/>
                  </a:lnTo>
                  <a:lnTo>
                    <a:pt x="147659" y="262566"/>
                  </a:lnTo>
                  <a:lnTo>
                    <a:pt x="147883" y="262541"/>
                  </a:lnTo>
                  <a:lnTo>
                    <a:pt x="148415" y="262481"/>
                  </a:lnTo>
                  <a:lnTo>
                    <a:pt x="149142" y="262401"/>
                  </a:lnTo>
                  <a:lnTo>
                    <a:pt x="149806" y="262319"/>
                  </a:lnTo>
                  <a:lnTo>
                    <a:pt x="150539" y="262242"/>
                  </a:lnTo>
                  <a:lnTo>
                    <a:pt x="151427" y="262142"/>
                  </a:lnTo>
                  <a:lnTo>
                    <a:pt x="151812" y="262095"/>
                  </a:lnTo>
                  <a:lnTo>
                    <a:pt x="152688" y="262001"/>
                  </a:lnTo>
                  <a:lnTo>
                    <a:pt x="153239" y="261874"/>
                  </a:lnTo>
                  <a:lnTo>
                    <a:pt x="153985" y="261842"/>
                  </a:lnTo>
                  <a:lnTo>
                    <a:pt x="154321" y="261909"/>
                  </a:lnTo>
                  <a:lnTo>
                    <a:pt x="154473" y="261934"/>
                  </a:lnTo>
                  <a:lnTo>
                    <a:pt x="154961" y="262034"/>
                  </a:lnTo>
                  <a:lnTo>
                    <a:pt x="155115" y="262064"/>
                  </a:lnTo>
                  <a:lnTo>
                    <a:pt x="155261" y="262096"/>
                  </a:lnTo>
                  <a:lnTo>
                    <a:pt x="155430" y="262128"/>
                  </a:lnTo>
                  <a:lnTo>
                    <a:pt x="155708" y="262181"/>
                  </a:lnTo>
                  <a:lnTo>
                    <a:pt x="156134" y="262265"/>
                  </a:lnTo>
                  <a:lnTo>
                    <a:pt x="156746" y="262392"/>
                  </a:lnTo>
                  <a:lnTo>
                    <a:pt x="157192" y="262477"/>
                  </a:lnTo>
                  <a:lnTo>
                    <a:pt x="158051" y="262652"/>
                  </a:lnTo>
                  <a:lnTo>
                    <a:pt x="158347" y="262714"/>
                  </a:lnTo>
                  <a:lnTo>
                    <a:pt x="158767" y="262797"/>
                  </a:lnTo>
                  <a:lnTo>
                    <a:pt x="159855" y="263015"/>
                  </a:lnTo>
                  <a:lnTo>
                    <a:pt x="160551" y="263152"/>
                  </a:lnTo>
                  <a:lnTo>
                    <a:pt x="160967" y="263234"/>
                  </a:lnTo>
                  <a:lnTo>
                    <a:pt x="161200" y="263284"/>
                  </a:lnTo>
                  <a:lnTo>
                    <a:pt x="161806" y="263406"/>
                  </a:lnTo>
                  <a:lnTo>
                    <a:pt x="162587" y="263583"/>
                  </a:lnTo>
                  <a:lnTo>
                    <a:pt x="164028" y="263904"/>
                  </a:lnTo>
                  <a:lnTo>
                    <a:pt x="164598" y="264034"/>
                  </a:lnTo>
                  <a:lnTo>
                    <a:pt x="165537" y="264248"/>
                  </a:lnTo>
                  <a:lnTo>
                    <a:pt x="166082" y="264373"/>
                  </a:lnTo>
                  <a:lnTo>
                    <a:pt x="166448" y="264457"/>
                  </a:lnTo>
                  <a:lnTo>
                    <a:pt x="166953" y="264573"/>
                  </a:lnTo>
                  <a:lnTo>
                    <a:pt x="167163" y="264615"/>
                  </a:lnTo>
                  <a:lnTo>
                    <a:pt x="167414" y="264558"/>
                  </a:lnTo>
                  <a:lnTo>
                    <a:pt x="167913" y="264436"/>
                  </a:lnTo>
                  <a:lnTo>
                    <a:pt x="168194" y="264366"/>
                  </a:lnTo>
                  <a:lnTo>
                    <a:pt x="168354" y="264327"/>
                  </a:lnTo>
                  <a:lnTo>
                    <a:pt x="168655" y="264254"/>
                  </a:lnTo>
                  <a:lnTo>
                    <a:pt x="169312" y="264071"/>
                  </a:lnTo>
                  <a:lnTo>
                    <a:pt x="169596" y="264000"/>
                  </a:lnTo>
                  <a:lnTo>
                    <a:pt x="169830" y="263942"/>
                  </a:lnTo>
                  <a:lnTo>
                    <a:pt x="170249" y="263837"/>
                  </a:lnTo>
                  <a:lnTo>
                    <a:pt x="170720" y="263719"/>
                  </a:lnTo>
                  <a:lnTo>
                    <a:pt x="171584" y="263506"/>
                  </a:lnTo>
                  <a:lnTo>
                    <a:pt x="172279" y="263330"/>
                  </a:lnTo>
                  <a:lnTo>
                    <a:pt x="172872" y="263190"/>
                  </a:lnTo>
                  <a:lnTo>
                    <a:pt x="173899" y="262936"/>
                  </a:lnTo>
                  <a:lnTo>
                    <a:pt x="174211" y="262863"/>
                  </a:lnTo>
                  <a:lnTo>
                    <a:pt x="174788" y="262720"/>
                  </a:lnTo>
                  <a:lnTo>
                    <a:pt x="175166" y="262623"/>
                  </a:lnTo>
                  <a:lnTo>
                    <a:pt x="175621" y="262510"/>
                  </a:lnTo>
                  <a:lnTo>
                    <a:pt x="176329" y="262330"/>
                  </a:lnTo>
                  <a:lnTo>
                    <a:pt x="176515" y="262466"/>
                  </a:lnTo>
                  <a:lnTo>
                    <a:pt x="177196" y="262936"/>
                  </a:lnTo>
                  <a:lnTo>
                    <a:pt x="178131" y="263595"/>
                  </a:lnTo>
                  <a:lnTo>
                    <a:pt x="178701" y="263996"/>
                  </a:lnTo>
                  <a:lnTo>
                    <a:pt x="179218" y="264356"/>
                  </a:lnTo>
                  <a:lnTo>
                    <a:pt x="179463" y="264523"/>
                  </a:lnTo>
                  <a:lnTo>
                    <a:pt x="180151" y="265005"/>
                  </a:lnTo>
                  <a:lnTo>
                    <a:pt x="181216" y="265756"/>
                  </a:lnTo>
                  <a:lnTo>
                    <a:pt x="182476" y="266649"/>
                  </a:lnTo>
                  <a:lnTo>
                    <a:pt x="182774" y="267008"/>
                  </a:lnTo>
                  <a:lnTo>
                    <a:pt x="186497" y="270946"/>
                  </a:lnTo>
                  <a:lnTo>
                    <a:pt x="187689" y="272059"/>
                  </a:lnTo>
                  <a:lnTo>
                    <a:pt x="188403" y="272123"/>
                  </a:lnTo>
                  <a:lnTo>
                    <a:pt x="188745" y="272166"/>
                  </a:lnTo>
                  <a:lnTo>
                    <a:pt x="188892" y="272183"/>
                  </a:lnTo>
                  <a:lnTo>
                    <a:pt x="190314" y="273092"/>
                  </a:lnTo>
                  <a:lnTo>
                    <a:pt x="190902" y="273312"/>
                  </a:lnTo>
                  <a:lnTo>
                    <a:pt x="191473" y="273868"/>
                  </a:lnTo>
                  <a:lnTo>
                    <a:pt x="192186" y="274569"/>
                  </a:lnTo>
                  <a:lnTo>
                    <a:pt x="193520" y="275881"/>
                  </a:lnTo>
                  <a:lnTo>
                    <a:pt x="194232" y="276581"/>
                  </a:lnTo>
                  <a:lnTo>
                    <a:pt x="194626" y="277005"/>
                  </a:lnTo>
                  <a:lnTo>
                    <a:pt x="195206" y="277625"/>
                  </a:lnTo>
                  <a:lnTo>
                    <a:pt x="196902" y="279444"/>
                  </a:lnTo>
                  <a:lnTo>
                    <a:pt x="197174" y="279732"/>
                  </a:lnTo>
                  <a:lnTo>
                    <a:pt x="198312" y="280954"/>
                  </a:lnTo>
                  <a:lnTo>
                    <a:pt x="199813" y="282558"/>
                  </a:lnTo>
                  <a:lnTo>
                    <a:pt x="200525" y="283324"/>
                  </a:lnTo>
                  <a:lnTo>
                    <a:pt x="201064" y="283897"/>
                  </a:lnTo>
                  <a:lnTo>
                    <a:pt x="201593" y="284459"/>
                  </a:lnTo>
                  <a:lnTo>
                    <a:pt x="202087" y="284988"/>
                  </a:lnTo>
                  <a:lnTo>
                    <a:pt x="202292" y="285208"/>
                  </a:lnTo>
                  <a:lnTo>
                    <a:pt x="202422" y="285353"/>
                  </a:lnTo>
                  <a:lnTo>
                    <a:pt x="202979" y="285948"/>
                  </a:lnTo>
                  <a:lnTo>
                    <a:pt x="203272" y="286259"/>
                  </a:lnTo>
                  <a:lnTo>
                    <a:pt x="203535" y="286541"/>
                  </a:lnTo>
                  <a:lnTo>
                    <a:pt x="204406" y="287441"/>
                  </a:lnTo>
                  <a:lnTo>
                    <a:pt x="204971" y="288095"/>
                  </a:lnTo>
                  <a:lnTo>
                    <a:pt x="207038" y="291154"/>
                  </a:lnTo>
                  <a:lnTo>
                    <a:pt x="207286" y="291414"/>
                  </a:lnTo>
                  <a:lnTo>
                    <a:pt x="207603" y="292671"/>
                  </a:lnTo>
                  <a:lnTo>
                    <a:pt x="207743" y="293079"/>
                  </a:lnTo>
                  <a:lnTo>
                    <a:pt x="208138" y="294215"/>
                  </a:lnTo>
                  <a:lnTo>
                    <a:pt x="208246" y="294525"/>
                  </a:lnTo>
                  <a:lnTo>
                    <a:pt x="208494" y="295149"/>
                  </a:lnTo>
                  <a:lnTo>
                    <a:pt x="208755" y="295780"/>
                  </a:lnTo>
                  <a:lnTo>
                    <a:pt x="208978" y="296343"/>
                  </a:lnTo>
                  <a:lnTo>
                    <a:pt x="209128" y="296700"/>
                  </a:lnTo>
                  <a:lnTo>
                    <a:pt x="209239" y="297087"/>
                  </a:lnTo>
                  <a:lnTo>
                    <a:pt x="209330" y="297620"/>
                  </a:lnTo>
                  <a:lnTo>
                    <a:pt x="209377" y="298048"/>
                  </a:lnTo>
                  <a:lnTo>
                    <a:pt x="209371" y="298399"/>
                  </a:lnTo>
                  <a:lnTo>
                    <a:pt x="209348" y="298970"/>
                  </a:lnTo>
                  <a:lnTo>
                    <a:pt x="209372" y="299417"/>
                  </a:lnTo>
                  <a:lnTo>
                    <a:pt x="209382" y="299671"/>
                  </a:lnTo>
                  <a:lnTo>
                    <a:pt x="209398" y="300075"/>
                  </a:lnTo>
                  <a:lnTo>
                    <a:pt x="209405" y="300262"/>
                  </a:lnTo>
                  <a:lnTo>
                    <a:pt x="209445" y="300568"/>
                  </a:lnTo>
                  <a:lnTo>
                    <a:pt x="209450" y="300799"/>
                  </a:lnTo>
                  <a:lnTo>
                    <a:pt x="209453" y="300952"/>
                  </a:lnTo>
                  <a:lnTo>
                    <a:pt x="209454" y="301082"/>
                  </a:lnTo>
                  <a:lnTo>
                    <a:pt x="209416" y="301960"/>
                  </a:lnTo>
                  <a:lnTo>
                    <a:pt x="209405" y="302438"/>
                  </a:lnTo>
                  <a:lnTo>
                    <a:pt x="209384" y="302682"/>
                  </a:lnTo>
                  <a:lnTo>
                    <a:pt x="209424" y="302875"/>
                  </a:lnTo>
                  <a:lnTo>
                    <a:pt x="209512" y="303307"/>
                  </a:lnTo>
                  <a:lnTo>
                    <a:pt x="209487" y="303507"/>
                  </a:lnTo>
                  <a:lnTo>
                    <a:pt x="209457" y="303900"/>
                  </a:lnTo>
                  <a:lnTo>
                    <a:pt x="209419" y="304425"/>
                  </a:lnTo>
                  <a:lnTo>
                    <a:pt x="209373" y="304897"/>
                  </a:lnTo>
                  <a:lnTo>
                    <a:pt x="209330" y="305159"/>
                  </a:lnTo>
                  <a:lnTo>
                    <a:pt x="209354" y="305731"/>
                  </a:lnTo>
                  <a:lnTo>
                    <a:pt x="209363" y="305930"/>
                  </a:lnTo>
                  <a:lnTo>
                    <a:pt x="209345" y="306230"/>
                  </a:lnTo>
                  <a:lnTo>
                    <a:pt x="209344" y="306639"/>
                  </a:lnTo>
                  <a:lnTo>
                    <a:pt x="209172" y="307042"/>
                  </a:lnTo>
                  <a:lnTo>
                    <a:pt x="209399" y="308074"/>
                  </a:lnTo>
                  <a:lnTo>
                    <a:pt x="209407" y="308222"/>
                  </a:lnTo>
                  <a:lnTo>
                    <a:pt x="209430" y="308387"/>
                  </a:lnTo>
                  <a:lnTo>
                    <a:pt x="209550" y="309569"/>
                  </a:lnTo>
                  <a:lnTo>
                    <a:pt x="209494" y="310549"/>
                  </a:lnTo>
                  <a:lnTo>
                    <a:pt x="209463" y="311045"/>
                  </a:lnTo>
                  <a:lnTo>
                    <a:pt x="209423" y="311678"/>
                  </a:lnTo>
                  <a:lnTo>
                    <a:pt x="209371" y="312500"/>
                  </a:lnTo>
                  <a:lnTo>
                    <a:pt x="209362" y="312629"/>
                  </a:lnTo>
                  <a:lnTo>
                    <a:pt x="209406" y="313025"/>
                  </a:lnTo>
                  <a:lnTo>
                    <a:pt x="209434" y="313285"/>
                  </a:lnTo>
                  <a:lnTo>
                    <a:pt x="209476" y="313691"/>
                  </a:lnTo>
                  <a:lnTo>
                    <a:pt x="209508" y="313999"/>
                  </a:lnTo>
                  <a:lnTo>
                    <a:pt x="209583" y="314179"/>
                  </a:lnTo>
                  <a:lnTo>
                    <a:pt x="209693" y="314456"/>
                  </a:lnTo>
                  <a:lnTo>
                    <a:pt x="209763" y="314614"/>
                  </a:lnTo>
                  <a:lnTo>
                    <a:pt x="209830" y="314797"/>
                  </a:lnTo>
                  <a:lnTo>
                    <a:pt x="209956" y="315134"/>
                  </a:lnTo>
                  <a:lnTo>
                    <a:pt x="210057" y="315403"/>
                  </a:lnTo>
                  <a:lnTo>
                    <a:pt x="210128" y="315591"/>
                  </a:lnTo>
                  <a:lnTo>
                    <a:pt x="210220" y="315832"/>
                  </a:lnTo>
                  <a:lnTo>
                    <a:pt x="210368" y="316223"/>
                  </a:lnTo>
                  <a:lnTo>
                    <a:pt x="210488" y="316540"/>
                  </a:lnTo>
                  <a:lnTo>
                    <a:pt x="210497" y="316876"/>
                  </a:lnTo>
                  <a:lnTo>
                    <a:pt x="210874" y="318648"/>
                  </a:lnTo>
                  <a:lnTo>
                    <a:pt x="210626" y="318817"/>
                  </a:lnTo>
                  <a:lnTo>
                    <a:pt x="210386" y="318974"/>
                  </a:lnTo>
                  <a:lnTo>
                    <a:pt x="210024" y="319174"/>
                  </a:lnTo>
                  <a:lnTo>
                    <a:pt x="209695" y="319389"/>
                  </a:lnTo>
                  <a:lnTo>
                    <a:pt x="209556" y="319483"/>
                  </a:lnTo>
                  <a:lnTo>
                    <a:pt x="209377" y="319648"/>
                  </a:lnTo>
                  <a:lnTo>
                    <a:pt x="209074" y="319866"/>
                  </a:lnTo>
                  <a:lnTo>
                    <a:pt x="208743" y="320139"/>
                  </a:lnTo>
                  <a:lnTo>
                    <a:pt x="208598" y="320560"/>
                  </a:lnTo>
                  <a:lnTo>
                    <a:pt x="208756" y="321190"/>
                  </a:lnTo>
                  <a:lnTo>
                    <a:pt x="209008" y="321691"/>
                  </a:lnTo>
                  <a:lnTo>
                    <a:pt x="209046" y="321854"/>
                  </a:lnTo>
                  <a:lnTo>
                    <a:pt x="209056" y="322678"/>
                  </a:lnTo>
                  <a:lnTo>
                    <a:pt x="210849" y="323124"/>
                  </a:lnTo>
                  <a:lnTo>
                    <a:pt x="211083" y="323013"/>
                  </a:lnTo>
                  <a:lnTo>
                    <a:pt x="211342" y="322910"/>
                  </a:lnTo>
                  <a:lnTo>
                    <a:pt x="211644" y="322777"/>
                  </a:lnTo>
                  <a:lnTo>
                    <a:pt x="211793" y="322722"/>
                  </a:lnTo>
                  <a:lnTo>
                    <a:pt x="212055" y="322675"/>
                  </a:lnTo>
                  <a:lnTo>
                    <a:pt x="212353" y="322631"/>
                  </a:lnTo>
                  <a:lnTo>
                    <a:pt x="212926" y="322475"/>
                  </a:lnTo>
                  <a:lnTo>
                    <a:pt x="213164" y="322717"/>
                  </a:lnTo>
                  <a:lnTo>
                    <a:pt x="213493" y="323060"/>
                  </a:lnTo>
                  <a:lnTo>
                    <a:pt x="213675" y="323249"/>
                  </a:lnTo>
                  <a:lnTo>
                    <a:pt x="214060" y="323642"/>
                  </a:lnTo>
                  <a:lnTo>
                    <a:pt x="214207" y="323793"/>
                  </a:lnTo>
                  <a:lnTo>
                    <a:pt x="214432" y="324112"/>
                  </a:lnTo>
                  <a:lnTo>
                    <a:pt x="214630" y="324525"/>
                  </a:lnTo>
                  <a:lnTo>
                    <a:pt x="214704" y="324667"/>
                  </a:lnTo>
                  <a:lnTo>
                    <a:pt x="214819" y="324888"/>
                  </a:lnTo>
                  <a:lnTo>
                    <a:pt x="214926" y="325094"/>
                  </a:lnTo>
                  <a:lnTo>
                    <a:pt x="215090" y="325409"/>
                  </a:lnTo>
                  <a:lnTo>
                    <a:pt x="215264" y="325527"/>
                  </a:lnTo>
                  <a:lnTo>
                    <a:pt x="215522" y="325702"/>
                  </a:lnTo>
                  <a:lnTo>
                    <a:pt x="215830" y="325908"/>
                  </a:lnTo>
                  <a:lnTo>
                    <a:pt x="215988" y="326014"/>
                  </a:lnTo>
                  <a:lnTo>
                    <a:pt x="216224" y="326171"/>
                  </a:lnTo>
                  <a:lnTo>
                    <a:pt x="216402" y="326291"/>
                  </a:lnTo>
                  <a:lnTo>
                    <a:pt x="217025" y="326711"/>
                  </a:lnTo>
                  <a:lnTo>
                    <a:pt x="217534" y="327055"/>
                  </a:lnTo>
                  <a:lnTo>
                    <a:pt x="217683" y="327517"/>
                  </a:lnTo>
                  <a:lnTo>
                    <a:pt x="217821" y="327959"/>
                  </a:lnTo>
                  <a:lnTo>
                    <a:pt x="217917" y="328261"/>
                  </a:lnTo>
                  <a:lnTo>
                    <a:pt x="217886" y="328519"/>
                  </a:lnTo>
                  <a:lnTo>
                    <a:pt x="217863" y="328767"/>
                  </a:lnTo>
                  <a:lnTo>
                    <a:pt x="217882" y="328905"/>
                  </a:lnTo>
                  <a:lnTo>
                    <a:pt x="217940" y="329212"/>
                  </a:lnTo>
                  <a:lnTo>
                    <a:pt x="218098" y="329239"/>
                  </a:lnTo>
                  <a:lnTo>
                    <a:pt x="218257" y="329269"/>
                  </a:lnTo>
                  <a:lnTo>
                    <a:pt x="218551" y="329329"/>
                  </a:lnTo>
                  <a:lnTo>
                    <a:pt x="218828" y="329368"/>
                  </a:lnTo>
                  <a:lnTo>
                    <a:pt x="219057" y="329417"/>
                  </a:lnTo>
                  <a:lnTo>
                    <a:pt x="219194" y="329458"/>
                  </a:lnTo>
                  <a:lnTo>
                    <a:pt x="219523" y="329550"/>
                  </a:lnTo>
                  <a:lnTo>
                    <a:pt x="219797" y="329626"/>
                  </a:lnTo>
                  <a:lnTo>
                    <a:pt x="219992" y="329676"/>
                  </a:lnTo>
                  <a:lnTo>
                    <a:pt x="220279" y="329755"/>
                  </a:lnTo>
                  <a:lnTo>
                    <a:pt x="220935" y="329927"/>
                  </a:lnTo>
                  <a:lnTo>
                    <a:pt x="221197" y="329989"/>
                  </a:lnTo>
                  <a:lnTo>
                    <a:pt x="221443" y="330042"/>
                  </a:lnTo>
                  <a:lnTo>
                    <a:pt x="221580" y="330081"/>
                  </a:lnTo>
                  <a:lnTo>
                    <a:pt x="222658" y="330387"/>
                  </a:lnTo>
                  <a:lnTo>
                    <a:pt x="223260" y="330548"/>
                  </a:lnTo>
                  <a:lnTo>
                    <a:pt x="224338" y="330654"/>
                  </a:lnTo>
                  <a:lnTo>
                    <a:pt x="224582" y="330981"/>
                  </a:lnTo>
                  <a:lnTo>
                    <a:pt x="225027" y="331672"/>
                  </a:lnTo>
                  <a:lnTo>
                    <a:pt x="224980" y="332085"/>
                  </a:lnTo>
                  <a:lnTo>
                    <a:pt x="225180" y="332857"/>
                  </a:lnTo>
                  <a:lnTo>
                    <a:pt x="225237" y="333148"/>
                  </a:lnTo>
                  <a:lnTo>
                    <a:pt x="226495" y="334081"/>
                  </a:lnTo>
                  <a:lnTo>
                    <a:pt x="226854" y="334442"/>
                  </a:lnTo>
                  <a:lnTo>
                    <a:pt x="227303" y="334893"/>
                  </a:lnTo>
                  <a:lnTo>
                    <a:pt x="227659" y="335413"/>
                  </a:lnTo>
                  <a:lnTo>
                    <a:pt x="227955" y="335721"/>
                  </a:lnTo>
                  <a:lnTo>
                    <a:pt x="228074" y="335860"/>
                  </a:lnTo>
                  <a:lnTo>
                    <a:pt x="228174" y="336004"/>
                  </a:lnTo>
                  <a:lnTo>
                    <a:pt x="228320" y="336137"/>
                  </a:lnTo>
                  <a:lnTo>
                    <a:pt x="228475" y="336279"/>
                  </a:lnTo>
                  <a:lnTo>
                    <a:pt x="228593" y="336438"/>
                  </a:lnTo>
                  <a:lnTo>
                    <a:pt x="228809" y="336648"/>
                  </a:lnTo>
                  <a:lnTo>
                    <a:pt x="229166" y="336907"/>
                  </a:lnTo>
                  <a:lnTo>
                    <a:pt x="229302" y="336994"/>
                  </a:lnTo>
                  <a:lnTo>
                    <a:pt x="230087" y="337476"/>
                  </a:lnTo>
                  <a:lnTo>
                    <a:pt x="230511" y="337723"/>
                  </a:lnTo>
                  <a:lnTo>
                    <a:pt x="230899" y="337956"/>
                  </a:lnTo>
                  <a:lnTo>
                    <a:pt x="231252" y="338194"/>
                  </a:lnTo>
                  <a:lnTo>
                    <a:pt x="231386" y="338268"/>
                  </a:lnTo>
                  <a:lnTo>
                    <a:pt x="231795" y="338492"/>
                  </a:lnTo>
                  <a:lnTo>
                    <a:pt x="232074" y="338649"/>
                  </a:lnTo>
                  <a:lnTo>
                    <a:pt x="233328" y="339379"/>
                  </a:lnTo>
                  <a:lnTo>
                    <a:pt x="233734" y="339624"/>
                  </a:lnTo>
                  <a:lnTo>
                    <a:pt x="234256" y="340045"/>
                  </a:lnTo>
                  <a:lnTo>
                    <a:pt x="234456" y="340598"/>
                  </a:lnTo>
                  <a:lnTo>
                    <a:pt x="234850" y="341694"/>
                  </a:lnTo>
                  <a:lnTo>
                    <a:pt x="235005" y="342006"/>
                  </a:lnTo>
                  <a:lnTo>
                    <a:pt x="235307" y="342624"/>
                  </a:lnTo>
                  <a:lnTo>
                    <a:pt x="235560" y="343145"/>
                  </a:lnTo>
                  <a:lnTo>
                    <a:pt x="235808" y="343669"/>
                  </a:lnTo>
                  <a:lnTo>
                    <a:pt x="235643" y="343936"/>
                  </a:lnTo>
                  <a:lnTo>
                    <a:pt x="235248" y="344531"/>
                  </a:lnTo>
                  <a:lnTo>
                    <a:pt x="235059" y="344825"/>
                  </a:lnTo>
                  <a:lnTo>
                    <a:pt x="234740" y="345338"/>
                  </a:lnTo>
                  <a:lnTo>
                    <a:pt x="232791" y="348188"/>
                  </a:lnTo>
                  <a:lnTo>
                    <a:pt x="234024" y="348845"/>
                  </a:lnTo>
                  <a:lnTo>
                    <a:pt x="234723" y="349312"/>
                  </a:lnTo>
                  <a:lnTo>
                    <a:pt x="234669" y="349633"/>
                  </a:lnTo>
                  <a:lnTo>
                    <a:pt x="234606" y="349945"/>
                  </a:lnTo>
                  <a:lnTo>
                    <a:pt x="234577" y="350080"/>
                  </a:lnTo>
                  <a:lnTo>
                    <a:pt x="234524" y="350350"/>
                  </a:lnTo>
                  <a:lnTo>
                    <a:pt x="234489" y="350514"/>
                  </a:lnTo>
                  <a:lnTo>
                    <a:pt x="234410" y="350908"/>
                  </a:lnTo>
                  <a:lnTo>
                    <a:pt x="234329" y="351338"/>
                  </a:lnTo>
                  <a:lnTo>
                    <a:pt x="234305" y="351465"/>
                  </a:lnTo>
                  <a:lnTo>
                    <a:pt x="234244" y="351814"/>
                  </a:lnTo>
                  <a:lnTo>
                    <a:pt x="234202" y="352194"/>
                  </a:lnTo>
                  <a:lnTo>
                    <a:pt x="234193" y="352327"/>
                  </a:lnTo>
                  <a:lnTo>
                    <a:pt x="234170" y="352587"/>
                  </a:lnTo>
                  <a:lnTo>
                    <a:pt x="234131" y="352974"/>
                  </a:lnTo>
                  <a:lnTo>
                    <a:pt x="234088" y="353410"/>
                  </a:lnTo>
                  <a:lnTo>
                    <a:pt x="234072" y="353652"/>
                  </a:lnTo>
                  <a:lnTo>
                    <a:pt x="233842" y="354004"/>
                  </a:lnTo>
                  <a:lnTo>
                    <a:pt x="233798" y="354149"/>
                  </a:lnTo>
                  <a:lnTo>
                    <a:pt x="233396" y="355460"/>
                  </a:lnTo>
                  <a:lnTo>
                    <a:pt x="233215" y="355949"/>
                  </a:lnTo>
                  <a:lnTo>
                    <a:pt x="232935" y="356761"/>
                  </a:lnTo>
                  <a:lnTo>
                    <a:pt x="232801" y="357224"/>
                  </a:lnTo>
                  <a:lnTo>
                    <a:pt x="232574" y="357965"/>
                  </a:lnTo>
                  <a:lnTo>
                    <a:pt x="232636" y="358544"/>
                  </a:lnTo>
                  <a:lnTo>
                    <a:pt x="232915" y="359479"/>
                  </a:lnTo>
                  <a:lnTo>
                    <a:pt x="233000" y="360453"/>
                  </a:lnTo>
                  <a:lnTo>
                    <a:pt x="232975" y="360947"/>
                  </a:lnTo>
                  <a:lnTo>
                    <a:pt x="232929" y="362217"/>
                  </a:lnTo>
                  <a:lnTo>
                    <a:pt x="232945" y="362625"/>
                  </a:lnTo>
                  <a:lnTo>
                    <a:pt x="232964" y="362919"/>
                  </a:lnTo>
                  <a:lnTo>
                    <a:pt x="233003" y="363096"/>
                  </a:lnTo>
                  <a:lnTo>
                    <a:pt x="233040" y="363270"/>
                  </a:lnTo>
                  <a:lnTo>
                    <a:pt x="233371" y="364799"/>
                  </a:lnTo>
                  <a:lnTo>
                    <a:pt x="233285" y="365727"/>
                  </a:lnTo>
                  <a:lnTo>
                    <a:pt x="233192" y="366295"/>
                  </a:lnTo>
                  <a:lnTo>
                    <a:pt x="233034" y="367265"/>
                  </a:lnTo>
                  <a:lnTo>
                    <a:pt x="232625" y="367890"/>
                  </a:lnTo>
                  <a:lnTo>
                    <a:pt x="233284" y="369419"/>
                  </a:lnTo>
                  <a:lnTo>
                    <a:pt x="233662" y="369942"/>
                  </a:lnTo>
                  <a:lnTo>
                    <a:pt x="234430" y="370435"/>
                  </a:lnTo>
                  <a:lnTo>
                    <a:pt x="234710" y="370677"/>
                  </a:lnTo>
                  <a:lnTo>
                    <a:pt x="234849" y="371008"/>
                  </a:lnTo>
                  <a:lnTo>
                    <a:pt x="235095" y="371176"/>
                  </a:lnTo>
                  <a:lnTo>
                    <a:pt x="235425" y="371369"/>
                  </a:lnTo>
                  <a:lnTo>
                    <a:pt x="235611" y="371484"/>
                  </a:lnTo>
                  <a:lnTo>
                    <a:pt x="235914" y="371710"/>
                  </a:lnTo>
                  <a:lnTo>
                    <a:pt x="236460" y="372059"/>
                  </a:lnTo>
                  <a:lnTo>
                    <a:pt x="236664" y="372184"/>
                  </a:lnTo>
                  <a:lnTo>
                    <a:pt x="237139" y="372456"/>
                  </a:lnTo>
                  <a:lnTo>
                    <a:pt x="238196" y="373112"/>
                  </a:lnTo>
                  <a:lnTo>
                    <a:pt x="239337" y="373868"/>
                  </a:lnTo>
                  <a:lnTo>
                    <a:pt x="240190" y="374096"/>
                  </a:lnTo>
                  <a:lnTo>
                    <a:pt x="240730" y="373889"/>
                  </a:lnTo>
                  <a:lnTo>
                    <a:pt x="240995" y="373750"/>
                  </a:lnTo>
                  <a:lnTo>
                    <a:pt x="241662" y="373461"/>
                  </a:lnTo>
                  <a:lnTo>
                    <a:pt x="241906" y="373537"/>
                  </a:lnTo>
                  <a:lnTo>
                    <a:pt x="241965" y="373901"/>
                  </a:lnTo>
                  <a:lnTo>
                    <a:pt x="242008" y="374218"/>
                  </a:lnTo>
                  <a:lnTo>
                    <a:pt x="242334" y="375021"/>
                  </a:lnTo>
                  <a:lnTo>
                    <a:pt x="243208" y="375696"/>
                  </a:lnTo>
                  <a:lnTo>
                    <a:pt x="243568" y="375839"/>
                  </a:lnTo>
                  <a:lnTo>
                    <a:pt x="243818" y="375934"/>
                  </a:lnTo>
                  <a:lnTo>
                    <a:pt x="244303" y="376095"/>
                  </a:lnTo>
                  <a:lnTo>
                    <a:pt x="244667" y="376202"/>
                  </a:lnTo>
                  <a:lnTo>
                    <a:pt x="245254" y="376381"/>
                  </a:lnTo>
                  <a:lnTo>
                    <a:pt x="246032" y="376675"/>
                  </a:lnTo>
                  <a:lnTo>
                    <a:pt x="246959" y="376948"/>
                  </a:lnTo>
                  <a:lnTo>
                    <a:pt x="247401" y="377180"/>
                  </a:lnTo>
                  <a:lnTo>
                    <a:pt x="247837" y="377427"/>
                  </a:lnTo>
                  <a:lnTo>
                    <a:pt x="248423" y="377725"/>
                  </a:lnTo>
                  <a:lnTo>
                    <a:pt x="248994" y="378059"/>
                  </a:lnTo>
                  <a:lnTo>
                    <a:pt x="249330" y="378257"/>
                  </a:lnTo>
                  <a:lnTo>
                    <a:pt x="249722" y="378500"/>
                  </a:lnTo>
                  <a:lnTo>
                    <a:pt x="250007" y="378652"/>
                  </a:lnTo>
                  <a:lnTo>
                    <a:pt x="251154" y="379340"/>
                  </a:lnTo>
                  <a:lnTo>
                    <a:pt x="251512" y="379587"/>
                  </a:lnTo>
                  <a:lnTo>
                    <a:pt x="252266" y="380071"/>
                  </a:lnTo>
                  <a:lnTo>
                    <a:pt x="252461" y="380285"/>
                  </a:lnTo>
                  <a:lnTo>
                    <a:pt x="252757" y="380612"/>
                  </a:lnTo>
                  <a:lnTo>
                    <a:pt x="253136" y="381028"/>
                  </a:lnTo>
                  <a:lnTo>
                    <a:pt x="253705" y="381655"/>
                  </a:lnTo>
                  <a:lnTo>
                    <a:pt x="253988" y="381967"/>
                  </a:lnTo>
                  <a:lnTo>
                    <a:pt x="254600" y="382638"/>
                  </a:lnTo>
                  <a:lnTo>
                    <a:pt x="254832" y="382892"/>
                  </a:lnTo>
                  <a:lnTo>
                    <a:pt x="255138" y="383220"/>
                  </a:lnTo>
                  <a:lnTo>
                    <a:pt x="255388" y="383319"/>
                  </a:lnTo>
                  <a:lnTo>
                    <a:pt x="255848" y="383499"/>
                  </a:lnTo>
                  <a:lnTo>
                    <a:pt x="256358" y="383700"/>
                  </a:lnTo>
                  <a:lnTo>
                    <a:pt x="256664" y="383823"/>
                  </a:lnTo>
                  <a:lnTo>
                    <a:pt x="257119" y="384005"/>
                  </a:lnTo>
                  <a:lnTo>
                    <a:pt x="257270" y="384062"/>
                  </a:lnTo>
                  <a:lnTo>
                    <a:pt x="256750" y="384762"/>
                  </a:lnTo>
                  <a:lnTo>
                    <a:pt x="256597" y="384905"/>
                  </a:lnTo>
                  <a:lnTo>
                    <a:pt x="256298" y="385520"/>
                  </a:lnTo>
                  <a:lnTo>
                    <a:pt x="255962" y="386047"/>
                  </a:lnTo>
                  <a:lnTo>
                    <a:pt x="255399" y="387009"/>
                  </a:lnTo>
                  <a:lnTo>
                    <a:pt x="255136" y="387423"/>
                  </a:lnTo>
                  <a:lnTo>
                    <a:pt x="254997" y="387631"/>
                  </a:lnTo>
                  <a:lnTo>
                    <a:pt x="254905" y="387772"/>
                  </a:lnTo>
                  <a:lnTo>
                    <a:pt x="254803" y="387962"/>
                  </a:lnTo>
                  <a:lnTo>
                    <a:pt x="254718" y="388115"/>
                  </a:lnTo>
                  <a:lnTo>
                    <a:pt x="254628" y="388283"/>
                  </a:lnTo>
                  <a:lnTo>
                    <a:pt x="254558" y="388451"/>
                  </a:lnTo>
                  <a:lnTo>
                    <a:pt x="254468" y="388668"/>
                  </a:lnTo>
                  <a:lnTo>
                    <a:pt x="254341" y="388967"/>
                  </a:lnTo>
                  <a:lnTo>
                    <a:pt x="254249" y="389278"/>
                  </a:lnTo>
                  <a:lnTo>
                    <a:pt x="254109" y="389497"/>
                  </a:lnTo>
                  <a:lnTo>
                    <a:pt x="253734" y="390085"/>
                  </a:lnTo>
                  <a:lnTo>
                    <a:pt x="253581" y="390358"/>
                  </a:lnTo>
                  <a:lnTo>
                    <a:pt x="253449" y="390629"/>
                  </a:lnTo>
                  <a:lnTo>
                    <a:pt x="253401" y="390997"/>
                  </a:lnTo>
                  <a:lnTo>
                    <a:pt x="253390" y="391149"/>
                  </a:lnTo>
                  <a:lnTo>
                    <a:pt x="253372" y="391352"/>
                  </a:lnTo>
                  <a:lnTo>
                    <a:pt x="253339" y="391515"/>
                  </a:lnTo>
                  <a:lnTo>
                    <a:pt x="253283" y="391749"/>
                  </a:lnTo>
                  <a:lnTo>
                    <a:pt x="253247" y="391903"/>
                  </a:lnTo>
                  <a:lnTo>
                    <a:pt x="253233" y="393328"/>
                  </a:lnTo>
                  <a:lnTo>
                    <a:pt x="253214" y="393625"/>
                  </a:lnTo>
                  <a:lnTo>
                    <a:pt x="253216" y="393890"/>
                  </a:lnTo>
                  <a:lnTo>
                    <a:pt x="253171" y="394585"/>
                  </a:lnTo>
                  <a:lnTo>
                    <a:pt x="253185" y="394752"/>
                  </a:lnTo>
                  <a:lnTo>
                    <a:pt x="253198" y="394953"/>
                  </a:lnTo>
                  <a:lnTo>
                    <a:pt x="253167" y="395287"/>
                  </a:lnTo>
                  <a:lnTo>
                    <a:pt x="253222" y="396024"/>
                  </a:lnTo>
                  <a:lnTo>
                    <a:pt x="253214" y="396601"/>
                  </a:lnTo>
                  <a:lnTo>
                    <a:pt x="253189" y="396935"/>
                  </a:lnTo>
                  <a:lnTo>
                    <a:pt x="253130" y="397198"/>
                  </a:lnTo>
                  <a:lnTo>
                    <a:pt x="252978" y="397420"/>
                  </a:lnTo>
                  <a:lnTo>
                    <a:pt x="253006" y="397706"/>
                  </a:lnTo>
                  <a:lnTo>
                    <a:pt x="252388" y="398355"/>
                  </a:lnTo>
                  <a:lnTo>
                    <a:pt x="252239" y="398460"/>
                  </a:lnTo>
                  <a:lnTo>
                    <a:pt x="252044" y="398582"/>
                  </a:lnTo>
                  <a:lnTo>
                    <a:pt x="252161" y="398768"/>
                  </a:lnTo>
                  <a:lnTo>
                    <a:pt x="252315" y="399016"/>
                  </a:lnTo>
                  <a:lnTo>
                    <a:pt x="252398" y="399162"/>
                  </a:lnTo>
                  <a:lnTo>
                    <a:pt x="252458" y="399804"/>
                  </a:lnTo>
                  <a:lnTo>
                    <a:pt x="252269" y="400101"/>
                  </a:lnTo>
                  <a:lnTo>
                    <a:pt x="251993" y="400519"/>
                  </a:lnTo>
                  <a:lnTo>
                    <a:pt x="251842" y="400740"/>
                  </a:lnTo>
                  <a:lnTo>
                    <a:pt x="251841" y="401079"/>
                  </a:lnTo>
                  <a:lnTo>
                    <a:pt x="251877" y="401267"/>
                  </a:lnTo>
                  <a:lnTo>
                    <a:pt x="252012" y="401295"/>
                  </a:lnTo>
                  <a:lnTo>
                    <a:pt x="252145" y="401323"/>
                  </a:lnTo>
                  <a:lnTo>
                    <a:pt x="252368" y="401374"/>
                  </a:lnTo>
                  <a:lnTo>
                    <a:pt x="253029" y="401567"/>
                  </a:lnTo>
                  <a:lnTo>
                    <a:pt x="253263" y="401651"/>
                  </a:lnTo>
                  <a:lnTo>
                    <a:pt x="253494" y="401660"/>
                  </a:lnTo>
                  <a:lnTo>
                    <a:pt x="253652" y="401716"/>
                  </a:lnTo>
                  <a:lnTo>
                    <a:pt x="253847" y="401758"/>
                  </a:lnTo>
                  <a:lnTo>
                    <a:pt x="254032" y="401799"/>
                  </a:lnTo>
                  <a:lnTo>
                    <a:pt x="253839" y="402072"/>
                  </a:lnTo>
                  <a:lnTo>
                    <a:pt x="253401" y="402651"/>
                  </a:lnTo>
                  <a:lnTo>
                    <a:pt x="253247" y="402906"/>
                  </a:lnTo>
                  <a:lnTo>
                    <a:pt x="252752" y="403696"/>
                  </a:lnTo>
                  <a:lnTo>
                    <a:pt x="252503" y="403821"/>
                  </a:lnTo>
                  <a:lnTo>
                    <a:pt x="252175" y="404739"/>
                  </a:lnTo>
                  <a:lnTo>
                    <a:pt x="252116" y="404870"/>
                  </a:lnTo>
                  <a:lnTo>
                    <a:pt x="251930" y="405269"/>
                  </a:lnTo>
                  <a:lnTo>
                    <a:pt x="251823" y="405490"/>
                  </a:lnTo>
                  <a:lnTo>
                    <a:pt x="251719" y="405664"/>
                  </a:lnTo>
                  <a:lnTo>
                    <a:pt x="251599" y="405985"/>
                  </a:lnTo>
                  <a:lnTo>
                    <a:pt x="251392" y="406441"/>
                  </a:lnTo>
                  <a:lnTo>
                    <a:pt x="251330" y="406590"/>
                  </a:lnTo>
                  <a:lnTo>
                    <a:pt x="251044" y="407226"/>
                  </a:lnTo>
                  <a:lnTo>
                    <a:pt x="250708" y="407983"/>
                  </a:lnTo>
                  <a:lnTo>
                    <a:pt x="250345" y="408734"/>
                  </a:lnTo>
                  <a:lnTo>
                    <a:pt x="250648" y="408801"/>
                  </a:lnTo>
                  <a:lnTo>
                    <a:pt x="252955" y="409311"/>
                  </a:lnTo>
                  <a:lnTo>
                    <a:pt x="253762" y="409604"/>
                  </a:lnTo>
                  <a:lnTo>
                    <a:pt x="254483" y="409866"/>
                  </a:lnTo>
                  <a:lnTo>
                    <a:pt x="254739" y="409966"/>
                  </a:lnTo>
                  <a:lnTo>
                    <a:pt x="255535" y="410237"/>
                  </a:lnTo>
                  <a:lnTo>
                    <a:pt x="256262" y="410487"/>
                  </a:lnTo>
                  <a:lnTo>
                    <a:pt x="257392" y="410888"/>
                  </a:lnTo>
                  <a:lnTo>
                    <a:pt x="258018" y="411100"/>
                  </a:lnTo>
                  <a:lnTo>
                    <a:pt x="258415" y="411254"/>
                  </a:lnTo>
                  <a:lnTo>
                    <a:pt x="258939" y="411445"/>
                  </a:lnTo>
                  <a:lnTo>
                    <a:pt x="259160" y="411524"/>
                  </a:lnTo>
                  <a:lnTo>
                    <a:pt x="259738" y="411694"/>
                  </a:lnTo>
                  <a:lnTo>
                    <a:pt x="260439" y="411940"/>
                  </a:lnTo>
                  <a:lnTo>
                    <a:pt x="260394" y="412450"/>
                  </a:lnTo>
                  <a:lnTo>
                    <a:pt x="260311" y="413402"/>
                  </a:lnTo>
                  <a:lnTo>
                    <a:pt x="260224" y="414454"/>
                  </a:lnTo>
                  <a:lnTo>
                    <a:pt x="260204" y="414807"/>
                  </a:lnTo>
                  <a:lnTo>
                    <a:pt x="260158" y="415211"/>
                  </a:lnTo>
                  <a:lnTo>
                    <a:pt x="260115" y="415614"/>
                  </a:lnTo>
                  <a:lnTo>
                    <a:pt x="260093" y="416047"/>
                  </a:lnTo>
                  <a:lnTo>
                    <a:pt x="259968" y="417563"/>
                  </a:lnTo>
                  <a:lnTo>
                    <a:pt x="259954" y="417720"/>
                  </a:lnTo>
                  <a:lnTo>
                    <a:pt x="259880" y="418763"/>
                  </a:lnTo>
                  <a:lnTo>
                    <a:pt x="259855" y="419030"/>
                  </a:lnTo>
                  <a:lnTo>
                    <a:pt x="259843" y="419161"/>
                  </a:lnTo>
                  <a:lnTo>
                    <a:pt x="260363" y="420588"/>
                  </a:lnTo>
                  <a:lnTo>
                    <a:pt x="260477" y="420890"/>
                  </a:lnTo>
                  <a:lnTo>
                    <a:pt x="260526" y="421021"/>
                  </a:lnTo>
                  <a:lnTo>
                    <a:pt x="260690" y="421447"/>
                  </a:lnTo>
                  <a:lnTo>
                    <a:pt x="260802" y="421739"/>
                  </a:lnTo>
                  <a:lnTo>
                    <a:pt x="260982" y="422215"/>
                  </a:lnTo>
                  <a:lnTo>
                    <a:pt x="261179" y="422681"/>
                  </a:lnTo>
                  <a:lnTo>
                    <a:pt x="261375" y="423166"/>
                  </a:lnTo>
                  <a:lnTo>
                    <a:pt x="261569" y="423586"/>
                  </a:lnTo>
                  <a:lnTo>
                    <a:pt x="261703" y="423866"/>
                  </a:lnTo>
                  <a:lnTo>
                    <a:pt x="261932" y="424463"/>
                  </a:lnTo>
                  <a:lnTo>
                    <a:pt x="261950" y="424639"/>
                  </a:lnTo>
                  <a:lnTo>
                    <a:pt x="261962" y="424815"/>
                  </a:lnTo>
                  <a:lnTo>
                    <a:pt x="261976" y="424985"/>
                  </a:lnTo>
                  <a:lnTo>
                    <a:pt x="262005" y="425193"/>
                  </a:lnTo>
                  <a:lnTo>
                    <a:pt x="262066" y="425742"/>
                  </a:lnTo>
                  <a:lnTo>
                    <a:pt x="262109" y="426123"/>
                  </a:lnTo>
                  <a:lnTo>
                    <a:pt x="262146" y="426541"/>
                  </a:lnTo>
                  <a:lnTo>
                    <a:pt x="262183" y="426876"/>
                  </a:lnTo>
                  <a:lnTo>
                    <a:pt x="262209" y="427125"/>
                  </a:lnTo>
                  <a:lnTo>
                    <a:pt x="262283" y="427796"/>
                  </a:lnTo>
                  <a:lnTo>
                    <a:pt x="262302" y="427978"/>
                  </a:lnTo>
                  <a:lnTo>
                    <a:pt x="262334" y="428261"/>
                  </a:lnTo>
                  <a:lnTo>
                    <a:pt x="262652" y="429865"/>
                  </a:lnTo>
                  <a:lnTo>
                    <a:pt x="263142" y="431999"/>
                  </a:lnTo>
                  <a:lnTo>
                    <a:pt x="263214" y="432469"/>
                  </a:lnTo>
                  <a:lnTo>
                    <a:pt x="263252" y="432638"/>
                  </a:lnTo>
                  <a:lnTo>
                    <a:pt x="263302" y="432856"/>
                  </a:lnTo>
                  <a:lnTo>
                    <a:pt x="263412" y="433223"/>
                  </a:lnTo>
                  <a:lnTo>
                    <a:pt x="263527" y="433726"/>
                  </a:lnTo>
                  <a:lnTo>
                    <a:pt x="263569" y="433886"/>
                  </a:lnTo>
                  <a:lnTo>
                    <a:pt x="263657" y="434228"/>
                  </a:lnTo>
                  <a:lnTo>
                    <a:pt x="263737" y="434673"/>
                  </a:lnTo>
                  <a:lnTo>
                    <a:pt x="263790" y="434819"/>
                  </a:lnTo>
                  <a:lnTo>
                    <a:pt x="263912" y="435208"/>
                  </a:lnTo>
                  <a:lnTo>
                    <a:pt x="263986" y="435573"/>
                  </a:lnTo>
                  <a:lnTo>
                    <a:pt x="264050" y="435819"/>
                  </a:lnTo>
                  <a:lnTo>
                    <a:pt x="264406" y="436742"/>
                  </a:lnTo>
                  <a:lnTo>
                    <a:pt x="264691" y="437729"/>
                  </a:lnTo>
                  <a:lnTo>
                    <a:pt x="264743" y="438479"/>
                  </a:lnTo>
                  <a:lnTo>
                    <a:pt x="264919" y="438938"/>
                  </a:lnTo>
                  <a:lnTo>
                    <a:pt x="265091" y="439648"/>
                  </a:lnTo>
                  <a:lnTo>
                    <a:pt x="265210" y="440099"/>
                  </a:lnTo>
                  <a:lnTo>
                    <a:pt x="265283" y="440394"/>
                  </a:lnTo>
                  <a:lnTo>
                    <a:pt x="265336" y="441153"/>
                  </a:lnTo>
                  <a:lnTo>
                    <a:pt x="265384" y="441416"/>
                  </a:lnTo>
                  <a:lnTo>
                    <a:pt x="265895" y="442793"/>
                  </a:lnTo>
                  <a:lnTo>
                    <a:pt x="265918" y="443111"/>
                  </a:lnTo>
                  <a:lnTo>
                    <a:pt x="265961" y="443546"/>
                  </a:lnTo>
                  <a:lnTo>
                    <a:pt x="266009" y="444024"/>
                  </a:lnTo>
                  <a:lnTo>
                    <a:pt x="266027" y="444466"/>
                  </a:lnTo>
                  <a:lnTo>
                    <a:pt x="266038" y="444749"/>
                  </a:lnTo>
                  <a:lnTo>
                    <a:pt x="266043" y="444969"/>
                  </a:lnTo>
                  <a:lnTo>
                    <a:pt x="266071" y="445397"/>
                  </a:lnTo>
                  <a:lnTo>
                    <a:pt x="266111" y="445952"/>
                  </a:lnTo>
                  <a:lnTo>
                    <a:pt x="266471" y="446975"/>
                  </a:lnTo>
                  <a:lnTo>
                    <a:pt x="266628" y="447446"/>
                  </a:lnTo>
                  <a:lnTo>
                    <a:pt x="266704" y="447610"/>
                  </a:lnTo>
                  <a:lnTo>
                    <a:pt x="266831" y="448136"/>
                  </a:lnTo>
                  <a:lnTo>
                    <a:pt x="266902" y="448370"/>
                  </a:lnTo>
                  <a:lnTo>
                    <a:pt x="266969" y="448700"/>
                  </a:lnTo>
                  <a:lnTo>
                    <a:pt x="267217" y="448965"/>
                  </a:lnTo>
                  <a:lnTo>
                    <a:pt x="267723" y="449469"/>
                  </a:lnTo>
                  <a:lnTo>
                    <a:pt x="267867" y="449612"/>
                  </a:lnTo>
                  <a:lnTo>
                    <a:pt x="268367" y="450409"/>
                  </a:lnTo>
                  <a:lnTo>
                    <a:pt x="268906" y="450935"/>
                  </a:lnTo>
                  <a:lnTo>
                    <a:pt x="272729" y="454656"/>
                  </a:lnTo>
                  <a:lnTo>
                    <a:pt x="270226" y="458456"/>
                  </a:lnTo>
                  <a:lnTo>
                    <a:pt x="270008" y="458786"/>
                  </a:lnTo>
                  <a:lnTo>
                    <a:pt x="268803" y="460615"/>
                  </a:lnTo>
                  <a:lnTo>
                    <a:pt x="268674" y="460862"/>
                  </a:lnTo>
                  <a:lnTo>
                    <a:pt x="268397" y="461392"/>
                  </a:lnTo>
                  <a:lnTo>
                    <a:pt x="268167" y="461833"/>
                  </a:lnTo>
                  <a:lnTo>
                    <a:pt x="267962" y="462225"/>
                  </a:lnTo>
                  <a:lnTo>
                    <a:pt x="267753" y="462627"/>
                  </a:lnTo>
                  <a:lnTo>
                    <a:pt x="267510" y="463092"/>
                  </a:lnTo>
                  <a:lnTo>
                    <a:pt x="267314" y="463373"/>
                  </a:lnTo>
                  <a:lnTo>
                    <a:pt x="266752" y="464185"/>
                  </a:lnTo>
                  <a:lnTo>
                    <a:pt x="266564" y="464455"/>
                  </a:lnTo>
                  <a:lnTo>
                    <a:pt x="266222" y="464897"/>
                  </a:lnTo>
                  <a:lnTo>
                    <a:pt x="266043" y="465127"/>
                  </a:lnTo>
                  <a:lnTo>
                    <a:pt x="265887" y="465329"/>
                  </a:lnTo>
                  <a:lnTo>
                    <a:pt x="265482" y="465851"/>
                  </a:lnTo>
                  <a:lnTo>
                    <a:pt x="264992" y="466483"/>
                  </a:lnTo>
                  <a:lnTo>
                    <a:pt x="265002" y="466884"/>
                  </a:lnTo>
                  <a:lnTo>
                    <a:pt x="265015" y="467403"/>
                  </a:lnTo>
                  <a:lnTo>
                    <a:pt x="265026" y="467831"/>
                  </a:lnTo>
                  <a:lnTo>
                    <a:pt x="265034" y="468148"/>
                  </a:lnTo>
                  <a:lnTo>
                    <a:pt x="265046" y="468645"/>
                  </a:lnTo>
                  <a:lnTo>
                    <a:pt x="265058" y="468796"/>
                  </a:lnTo>
                  <a:lnTo>
                    <a:pt x="265106" y="469329"/>
                  </a:lnTo>
                  <a:lnTo>
                    <a:pt x="265138" y="469691"/>
                  </a:lnTo>
                  <a:lnTo>
                    <a:pt x="265216" y="469934"/>
                  </a:lnTo>
                  <a:lnTo>
                    <a:pt x="265351" y="469926"/>
                  </a:lnTo>
                  <a:lnTo>
                    <a:pt x="265488" y="469918"/>
                  </a:lnTo>
                  <a:lnTo>
                    <a:pt x="265626" y="469909"/>
                  </a:lnTo>
                  <a:lnTo>
                    <a:pt x="265778" y="469905"/>
                  </a:lnTo>
                  <a:lnTo>
                    <a:pt x="265916" y="469902"/>
                  </a:lnTo>
                  <a:lnTo>
                    <a:pt x="266053" y="469898"/>
                  </a:lnTo>
                  <a:lnTo>
                    <a:pt x="266219" y="469891"/>
                  </a:lnTo>
                  <a:lnTo>
                    <a:pt x="266681" y="469864"/>
                  </a:lnTo>
                  <a:lnTo>
                    <a:pt x="268628" y="469764"/>
                  </a:lnTo>
                  <a:lnTo>
                    <a:pt x="274020" y="470152"/>
                  </a:lnTo>
                  <a:lnTo>
                    <a:pt x="274245" y="470250"/>
                  </a:lnTo>
                  <a:lnTo>
                    <a:pt x="274397" y="470317"/>
                  </a:lnTo>
                  <a:lnTo>
                    <a:pt x="274650" y="470230"/>
                  </a:lnTo>
                  <a:lnTo>
                    <a:pt x="274796" y="470179"/>
                  </a:lnTo>
                  <a:lnTo>
                    <a:pt x="274963" y="470121"/>
                  </a:lnTo>
                  <a:lnTo>
                    <a:pt x="275095" y="470074"/>
                  </a:lnTo>
                  <a:lnTo>
                    <a:pt x="275420" y="469960"/>
                  </a:lnTo>
                  <a:lnTo>
                    <a:pt x="279415" y="473157"/>
                  </a:lnTo>
                  <a:lnTo>
                    <a:pt x="279569" y="473381"/>
                  </a:lnTo>
                  <a:lnTo>
                    <a:pt x="279725" y="473635"/>
                  </a:lnTo>
                  <a:lnTo>
                    <a:pt x="285836" y="487954"/>
                  </a:lnTo>
                  <a:lnTo>
                    <a:pt x="290564" y="493182"/>
                  </a:lnTo>
                  <a:lnTo>
                    <a:pt x="292602" y="492823"/>
                  </a:lnTo>
                  <a:lnTo>
                    <a:pt x="292735" y="492801"/>
                  </a:lnTo>
                  <a:lnTo>
                    <a:pt x="293868" y="492601"/>
                  </a:lnTo>
                  <a:lnTo>
                    <a:pt x="296801" y="492595"/>
                  </a:lnTo>
                  <a:lnTo>
                    <a:pt x="296993" y="492597"/>
                  </a:lnTo>
                  <a:lnTo>
                    <a:pt x="298114" y="492660"/>
                  </a:lnTo>
                  <a:lnTo>
                    <a:pt x="301903" y="492894"/>
                  </a:lnTo>
                  <a:lnTo>
                    <a:pt x="303420" y="493002"/>
                  </a:lnTo>
                  <a:lnTo>
                    <a:pt x="305236" y="493153"/>
                  </a:lnTo>
                  <a:lnTo>
                    <a:pt x="305420" y="493169"/>
                  </a:lnTo>
                  <a:lnTo>
                    <a:pt x="306270" y="493244"/>
                  </a:lnTo>
                  <a:lnTo>
                    <a:pt x="307498" y="491199"/>
                  </a:lnTo>
                  <a:lnTo>
                    <a:pt x="313490" y="478257"/>
                  </a:lnTo>
                  <a:lnTo>
                    <a:pt x="319052" y="480182"/>
                  </a:lnTo>
                  <a:lnTo>
                    <a:pt x="327943" y="482533"/>
                  </a:lnTo>
                  <a:lnTo>
                    <a:pt x="331088" y="481924"/>
                  </a:lnTo>
                  <a:lnTo>
                    <a:pt x="331603" y="481223"/>
                  </a:lnTo>
                  <a:lnTo>
                    <a:pt x="331611" y="480723"/>
                  </a:lnTo>
                  <a:lnTo>
                    <a:pt x="331641" y="480506"/>
                  </a:lnTo>
                  <a:lnTo>
                    <a:pt x="331710" y="480268"/>
                  </a:lnTo>
                  <a:lnTo>
                    <a:pt x="331851" y="480152"/>
                  </a:lnTo>
                  <a:lnTo>
                    <a:pt x="331882" y="479946"/>
                  </a:lnTo>
                  <a:lnTo>
                    <a:pt x="332627" y="479844"/>
                  </a:lnTo>
                  <a:lnTo>
                    <a:pt x="332904" y="479308"/>
                  </a:lnTo>
                  <a:lnTo>
                    <a:pt x="333351" y="479412"/>
                  </a:lnTo>
                  <a:lnTo>
                    <a:pt x="333766" y="479473"/>
                  </a:lnTo>
                  <a:lnTo>
                    <a:pt x="334262" y="479510"/>
                  </a:lnTo>
                  <a:lnTo>
                    <a:pt x="334649" y="479504"/>
                  </a:lnTo>
                  <a:lnTo>
                    <a:pt x="335053" y="479567"/>
                  </a:lnTo>
                  <a:lnTo>
                    <a:pt x="335203" y="479558"/>
                  </a:lnTo>
                  <a:lnTo>
                    <a:pt x="335484" y="479597"/>
                  </a:lnTo>
                  <a:lnTo>
                    <a:pt x="335850" y="479699"/>
                  </a:lnTo>
                  <a:lnTo>
                    <a:pt x="336005" y="479747"/>
                  </a:lnTo>
                  <a:lnTo>
                    <a:pt x="336587" y="479984"/>
                  </a:lnTo>
                  <a:lnTo>
                    <a:pt x="336899" y="480103"/>
                  </a:lnTo>
                  <a:lnTo>
                    <a:pt x="337094" y="480150"/>
                  </a:lnTo>
                  <a:lnTo>
                    <a:pt x="337301" y="480175"/>
                  </a:lnTo>
                  <a:lnTo>
                    <a:pt x="337744" y="480314"/>
                  </a:lnTo>
                  <a:lnTo>
                    <a:pt x="338325" y="480109"/>
                  </a:lnTo>
                  <a:lnTo>
                    <a:pt x="338693" y="479982"/>
                  </a:lnTo>
                  <a:lnTo>
                    <a:pt x="339064" y="479961"/>
                  </a:lnTo>
                  <a:lnTo>
                    <a:pt x="339263" y="479996"/>
                  </a:lnTo>
                  <a:lnTo>
                    <a:pt x="339758" y="480083"/>
                  </a:lnTo>
                  <a:lnTo>
                    <a:pt x="340333" y="480216"/>
                  </a:lnTo>
                  <a:lnTo>
                    <a:pt x="340587" y="480320"/>
                  </a:lnTo>
                  <a:lnTo>
                    <a:pt x="340633" y="481167"/>
                  </a:lnTo>
                  <a:lnTo>
                    <a:pt x="340636" y="481308"/>
                  </a:lnTo>
                  <a:lnTo>
                    <a:pt x="340656" y="481447"/>
                  </a:lnTo>
                  <a:lnTo>
                    <a:pt x="340715" y="481677"/>
                  </a:lnTo>
                  <a:lnTo>
                    <a:pt x="340800" y="481948"/>
                  </a:lnTo>
                  <a:lnTo>
                    <a:pt x="340877" y="482114"/>
                  </a:lnTo>
                  <a:lnTo>
                    <a:pt x="341003" y="482292"/>
                  </a:lnTo>
                  <a:lnTo>
                    <a:pt x="341253" y="482474"/>
                  </a:lnTo>
                  <a:lnTo>
                    <a:pt x="341406" y="482532"/>
                  </a:lnTo>
                  <a:lnTo>
                    <a:pt x="341584" y="482568"/>
                  </a:lnTo>
                  <a:lnTo>
                    <a:pt x="341763" y="482580"/>
                  </a:lnTo>
                  <a:lnTo>
                    <a:pt x="341932" y="482587"/>
                  </a:lnTo>
                  <a:lnTo>
                    <a:pt x="342690" y="482775"/>
                  </a:lnTo>
                  <a:lnTo>
                    <a:pt x="342840" y="482747"/>
                  </a:lnTo>
                  <a:lnTo>
                    <a:pt x="343023" y="482680"/>
                  </a:lnTo>
                  <a:lnTo>
                    <a:pt x="343162" y="482629"/>
                  </a:lnTo>
                  <a:lnTo>
                    <a:pt x="343460" y="482552"/>
                  </a:lnTo>
                  <a:lnTo>
                    <a:pt x="343556" y="482341"/>
                  </a:lnTo>
                  <a:lnTo>
                    <a:pt x="343923" y="482254"/>
                  </a:lnTo>
                  <a:lnTo>
                    <a:pt x="343852" y="482106"/>
                  </a:lnTo>
                  <a:lnTo>
                    <a:pt x="343916" y="481490"/>
                  </a:lnTo>
                  <a:lnTo>
                    <a:pt x="344066" y="481185"/>
                  </a:lnTo>
                  <a:lnTo>
                    <a:pt x="344517" y="481125"/>
                  </a:lnTo>
                  <a:lnTo>
                    <a:pt x="345476" y="480811"/>
                  </a:lnTo>
                  <a:lnTo>
                    <a:pt x="345795" y="480683"/>
                  </a:lnTo>
                  <a:lnTo>
                    <a:pt x="346023" y="480646"/>
                  </a:lnTo>
                  <a:lnTo>
                    <a:pt x="346240" y="480615"/>
                  </a:lnTo>
                  <a:lnTo>
                    <a:pt x="346381" y="480609"/>
                  </a:lnTo>
                  <a:lnTo>
                    <a:pt x="346667" y="480537"/>
                  </a:lnTo>
                  <a:lnTo>
                    <a:pt x="346986" y="480412"/>
                  </a:lnTo>
                  <a:lnTo>
                    <a:pt x="347456" y="480238"/>
                  </a:lnTo>
                  <a:lnTo>
                    <a:pt x="347728" y="480103"/>
                  </a:lnTo>
                  <a:lnTo>
                    <a:pt x="348202" y="479867"/>
                  </a:lnTo>
                  <a:lnTo>
                    <a:pt x="348473" y="479630"/>
                  </a:lnTo>
                  <a:lnTo>
                    <a:pt x="348693" y="479531"/>
                  </a:lnTo>
                  <a:lnTo>
                    <a:pt x="349130" y="479352"/>
                  </a:lnTo>
                  <a:lnTo>
                    <a:pt x="349521" y="479046"/>
                  </a:lnTo>
                  <a:lnTo>
                    <a:pt x="349474" y="478915"/>
                  </a:lnTo>
                  <a:lnTo>
                    <a:pt x="349375" y="478616"/>
                  </a:lnTo>
                  <a:lnTo>
                    <a:pt x="349308" y="478385"/>
                  </a:lnTo>
                  <a:lnTo>
                    <a:pt x="349189" y="477863"/>
                  </a:lnTo>
                  <a:lnTo>
                    <a:pt x="349082" y="477505"/>
                  </a:lnTo>
                  <a:lnTo>
                    <a:pt x="349031" y="477208"/>
                  </a:lnTo>
                  <a:lnTo>
                    <a:pt x="348998" y="477075"/>
                  </a:lnTo>
                  <a:lnTo>
                    <a:pt x="348884" y="476552"/>
                  </a:lnTo>
                  <a:lnTo>
                    <a:pt x="348851" y="476384"/>
                  </a:lnTo>
                  <a:lnTo>
                    <a:pt x="348814" y="476193"/>
                  </a:lnTo>
                  <a:lnTo>
                    <a:pt x="348705" y="475950"/>
                  </a:lnTo>
                  <a:lnTo>
                    <a:pt x="348652" y="475815"/>
                  </a:lnTo>
                  <a:lnTo>
                    <a:pt x="348439" y="475413"/>
                  </a:lnTo>
                  <a:lnTo>
                    <a:pt x="348300" y="475221"/>
                  </a:lnTo>
                  <a:lnTo>
                    <a:pt x="348240" y="475069"/>
                  </a:lnTo>
                  <a:lnTo>
                    <a:pt x="348126" y="474839"/>
                  </a:lnTo>
                  <a:lnTo>
                    <a:pt x="348051" y="474690"/>
                  </a:lnTo>
                  <a:lnTo>
                    <a:pt x="347866" y="474239"/>
                  </a:lnTo>
                  <a:lnTo>
                    <a:pt x="347820" y="473989"/>
                  </a:lnTo>
                  <a:lnTo>
                    <a:pt x="347744" y="473234"/>
                  </a:lnTo>
                  <a:lnTo>
                    <a:pt x="347728" y="473105"/>
                  </a:lnTo>
                  <a:lnTo>
                    <a:pt x="347706" y="472822"/>
                  </a:lnTo>
                  <a:lnTo>
                    <a:pt x="347638" y="472491"/>
                  </a:lnTo>
                  <a:lnTo>
                    <a:pt x="347466" y="472153"/>
                  </a:lnTo>
                  <a:lnTo>
                    <a:pt x="347355" y="471923"/>
                  </a:lnTo>
                  <a:lnTo>
                    <a:pt x="347280" y="471776"/>
                  </a:lnTo>
                  <a:lnTo>
                    <a:pt x="346912" y="471037"/>
                  </a:lnTo>
                  <a:lnTo>
                    <a:pt x="346760" y="470506"/>
                  </a:lnTo>
                  <a:lnTo>
                    <a:pt x="346605" y="470215"/>
                  </a:lnTo>
                  <a:lnTo>
                    <a:pt x="346490" y="470000"/>
                  </a:lnTo>
                  <a:lnTo>
                    <a:pt x="346394" y="469872"/>
                  </a:lnTo>
                  <a:lnTo>
                    <a:pt x="346290" y="469680"/>
                  </a:lnTo>
                  <a:lnTo>
                    <a:pt x="346158" y="469398"/>
                  </a:lnTo>
                  <a:lnTo>
                    <a:pt x="346062" y="469190"/>
                  </a:lnTo>
                  <a:lnTo>
                    <a:pt x="345923" y="468890"/>
                  </a:lnTo>
                  <a:lnTo>
                    <a:pt x="345789" y="468611"/>
                  </a:lnTo>
                  <a:lnTo>
                    <a:pt x="345619" y="468242"/>
                  </a:lnTo>
                  <a:lnTo>
                    <a:pt x="345384" y="467719"/>
                  </a:lnTo>
                  <a:lnTo>
                    <a:pt x="344954" y="467220"/>
                  </a:lnTo>
                  <a:lnTo>
                    <a:pt x="344733" y="467020"/>
                  </a:lnTo>
                  <a:lnTo>
                    <a:pt x="344430" y="466612"/>
                  </a:lnTo>
                  <a:lnTo>
                    <a:pt x="344303" y="466438"/>
                  </a:lnTo>
                  <a:lnTo>
                    <a:pt x="342529" y="464179"/>
                  </a:lnTo>
                  <a:lnTo>
                    <a:pt x="342312" y="463867"/>
                  </a:lnTo>
                  <a:lnTo>
                    <a:pt x="342080" y="463507"/>
                  </a:lnTo>
                  <a:lnTo>
                    <a:pt x="341909" y="463357"/>
                  </a:lnTo>
                  <a:lnTo>
                    <a:pt x="341494" y="462993"/>
                  </a:lnTo>
                  <a:lnTo>
                    <a:pt x="341261" y="462720"/>
                  </a:lnTo>
                  <a:lnTo>
                    <a:pt x="340519" y="462040"/>
                  </a:lnTo>
                  <a:lnTo>
                    <a:pt x="340381" y="461787"/>
                  </a:lnTo>
                  <a:lnTo>
                    <a:pt x="340303" y="461639"/>
                  </a:lnTo>
                  <a:lnTo>
                    <a:pt x="340215" y="461486"/>
                  </a:lnTo>
                  <a:lnTo>
                    <a:pt x="340120" y="461305"/>
                  </a:lnTo>
                  <a:lnTo>
                    <a:pt x="340051" y="461177"/>
                  </a:lnTo>
                  <a:lnTo>
                    <a:pt x="339124" y="459667"/>
                  </a:lnTo>
                  <a:lnTo>
                    <a:pt x="339005" y="459497"/>
                  </a:lnTo>
                  <a:lnTo>
                    <a:pt x="338899" y="459341"/>
                  </a:lnTo>
                  <a:lnTo>
                    <a:pt x="338844" y="459207"/>
                  </a:lnTo>
                  <a:lnTo>
                    <a:pt x="338665" y="458885"/>
                  </a:lnTo>
                  <a:lnTo>
                    <a:pt x="338585" y="458688"/>
                  </a:lnTo>
                  <a:lnTo>
                    <a:pt x="338349" y="458255"/>
                  </a:lnTo>
                  <a:lnTo>
                    <a:pt x="337941" y="457488"/>
                  </a:lnTo>
                  <a:lnTo>
                    <a:pt x="337900" y="457355"/>
                  </a:lnTo>
                  <a:lnTo>
                    <a:pt x="337733" y="457005"/>
                  </a:lnTo>
                  <a:lnTo>
                    <a:pt x="337664" y="456871"/>
                  </a:lnTo>
                  <a:lnTo>
                    <a:pt x="337594" y="456740"/>
                  </a:lnTo>
                  <a:lnTo>
                    <a:pt x="337397" y="456362"/>
                  </a:lnTo>
                  <a:lnTo>
                    <a:pt x="337255" y="456082"/>
                  </a:lnTo>
                  <a:lnTo>
                    <a:pt x="336955" y="455472"/>
                  </a:lnTo>
                  <a:lnTo>
                    <a:pt x="336613" y="454786"/>
                  </a:lnTo>
                  <a:lnTo>
                    <a:pt x="336363" y="454210"/>
                  </a:lnTo>
                  <a:lnTo>
                    <a:pt x="336056" y="453673"/>
                  </a:lnTo>
                  <a:lnTo>
                    <a:pt x="335344" y="452267"/>
                  </a:lnTo>
                  <a:lnTo>
                    <a:pt x="335148" y="451858"/>
                  </a:lnTo>
                  <a:lnTo>
                    <a:pt x="334917" y="451397"/>
                  </a:lnTo>
                  <a:lnTo>
                    <a:pt x="333749" y="449655"/>
                  </a:lnTo>
                  <a:lnTo>
                    <a:pt x="331196" y="446674"/>
                  </a:lnTo>
                  <a:lnTo>
                    <a:pt x="331331" y="446690"/>
                  </a:lnTo>
                  <a:lnTo>
                    <a:pt x="331611" y="446719"/>
                  </a:lnTo>
                  <a:lnTo>
                    <a:pt x="332700" y="446102"/>
                  </a:lnTo>
                  <a:lnTo>
                    <a:pt x="333682" y="445754"/>
                  </a:lnTo>
                  <a:lnTo>
                    <a:pt x="334120" y="445780"/>
                  </a:lnTo>
                  <a:lnTo>
                    <a:pt x="335041" y="445725"/>
                  </a:lnTo>
                  <a:lnTo>
                    <a:pt x="334698" y="443860"/>
                  </a:lnTo>
                  <a:lnTo>
                    <a:pt x="334679" y="443722"/>
                  </a:lnTo>
                  <a:lnTo>
                    <a:pt x="334525" y="442698"/>
                  </a:lnTo>
                  <a:lnTo>
                    <a:pt x="334492" y="442567"/>
                  </a:lnTo>
                  <a:lnTo>
                    <a:pt x="334303" y="441875"/>
                  </a:lnTo>
                  <a:lnTo>
                    <a:pt x="334271" y="441743"/>
                  </a:lnTo>
                  <a:lnTo>
                    <a:pt x="334131" y="441002"/>
                  </a:lnTo>
                  <a:lnTo>
                    <a:pt x="334384" y="440770"/>
                  </a:lnTo>
                  <a:lnTo>
                    <a:pt x="334611" y="440625"/>
                  </a:lnTo>
                  <a:lnTo>
                    <a:pt x="334895" y="440286"/>
                  </a:lnTo>
                  <a:lnTo>
                    <a:pt x="335062" y="440097"/>
                  </a:lnTo>
                  <a:lnTo>
                    <a:pt x="335431" y="439710"/>
                  </a:lnTo>
                  <a:lnTo>
                    <a:pt x="335683" y="439515"/>
                  </a:lnTo>
                  <a:lnTo>
                    <a:pt x="335947" y="439385"/>
                  </a:lnTo>
                  <a:lnTo>
                    <a:pt x="336151" y="439317"/>
                  </a:lnTo>
                  <a:lnTo>
                    <a:pt x="336431" y="439225"/>
                  </a:lnTo>
                  <a:lnTo>
                    <a:pt x="336688" y="439187"/>
                  </a:lnTo>
                  <a:lnTo>
                    <a:pt x="336897" y="439133"/>
                  </a:lnTo>
                  <a:lnTo>
                    <a:pt x="337118" y="439072"/>
                  </a:lnTo>
                  <a:lnTo>
                    <a:pt x="337319" y="438963"/>
                  </a:lnTo>
                  <a:lnTo>
                    <a:pt x="337600" y="438864"/>
                  </a:lnTo>
                  <a:lnTo>
                    <a:pt x="337875" y="438757"/>
                  </a:lnTo>
                  <a:lnTo>
                    <a:pt x="338003" y="438713"/>
                  </a:lnTo>
                  <a:lnTo>
                    <a:pt x="338950" y="438189"/>
                  </a:lnTo>
                  <a:lnTo>
                    <a:pt x="339316" y="438006"/>
                  </a:lnTo>
                  <a:lnTo>
                    <a:pt x="339687" y="437871"/>
                  </a:lnTo>
                  <a:lnTo>
                    <a:pt x="339818" y="437833"/>
                  </a:lnTo>
                  <a:lnTo>
                    <a:pt x="339947" y="437795"/>
                  </a:lnTo>
                  <a:lnTo>
                    <a:pt x="340080" y="437757"/>
                  </a:lnTo>
                  <a:lnTo>
                    <a:pt x="340865" y="437520"/>
                  </a:lnTo>
                  <a:lnTo>
                    <a:pt x="341325" y="437350"/>
                  </a:lnTo>
                  <a:lnTo>
                    <a:pt x="341285" y="437218"/>
                  </a:lnTo>
                  <a:lnTo>
                    <a:pt x="340880" y="435872"/>
                  </a:lnTo>
                  <a:lnTo>
                    <a:pt x="340841" y="435740"/>
                  </a:lnTo>
                  <a:lnTo>
                    <a:pt x="340775" y="435518"/>
                  </a:lnTo>
                  <a:lnTo>
                    <a:pt x="340651" y="434587"/>
                  </a:lnTo>
                  <a:lnTo>
                    <a:pt x="340644" y="434451"/>
                  </a:lnTo>
                  <a:lnTo>
                    <a:pt x="340648" y="434313"/>
                  </a:lnTo>
                  <a:lnTo>
                    <a:pt x="340887" y="432901"/>
                  </a:lnTo>
                  <a:lnTo>
                    <a:pt x="341571" y="432236"/>
                  </a:lnTo>
                  <a:lnTo>
                    <a:pt x="341702" y="432139"/>
                  </a:lnTo>
                  <a:lnTo>
                    <a:pt x="342091" y="431864"/>
                  </a:lnTo>
                  <a:lnTo>
                    <a:pt x="342622" y="431279"/>
                  </a:lnTo>
                  <a:lnTo>
                    <a:pt x="342596" y="431018"/>
                  </a:lnTo>
                  <a:lnTo>
                    <a:pt x="342510" y="430788"/>
                  </a:lnTo>
                  <a:lnTo>
                    <a:pt x="342303" y="430492"/>
                  </a:lnTo>
                  <a:lnTo>
                    <a:pt x="342143" y="430148"/>
                  </a:lnTo>
                  <a:lnTo>
                    <a:pt x="347723" y="426605"/>
                  </a:lnTo>
                  <a:lnTo>
                    <a:pt x="348360" y="427669"/>
                  </a:lnTo>
                  <a:lnTo>
                    <a:pt x="348446" y="427826"/>
                  </a:lnTo>
                  <a:lnTo>
                    <a:pt x="348510" y="427960"/>
                  </a:lnTo>
                  <a:lnTo>
                    <a:pt x="348781" y="428486"/>
                  </a:lnTo>
                  <a:lnTo>
                    <a:pt x="348907" y="428840"/>
                  </a:lnTo>
                  <a:lnTo>
                    <a:pt x="348973" y="428997"/>
                  </a:lnTo>
                  <a:lnTo>
                    <a:pt x="349052" y="429186"/>
                  </a:lnTo>
                  <a:lnTo>
                    <a:pt x="349370" y="429810"/>
                  </a:lnTo>
                  <a:lnTo>
                    <a:pt x="349395" y="429961"/>
                  </a:lnTo>
                  <a:lnTo>
                    <a:pt x="349469" y="430380"/>
                  </a:lnTo>
                  <a:lnTo>
                    <a:pt x="349767" y="430999"/>
                  </a:lnTo>
                  <a:lnTo>
                    <a:pt x="350012" y="431575"/>
                  </a:lnTo>
                  <a:lnTo>
                    <a:pt x="350922" y="431409"/>
                  </a:lnTo>
                  <a:lnTo>
                    <a:pt x="351378" y="430926"/>
                  </a:lnTo>
                  <a:lnTo>
                    <a:pt x="352068" y="430813"/>
                  </a:lnTo>
                  <a:lnTo>
                    <a:pt x="353300" y="430948"/>
                  </a:lnTo>
                  <a:lnTo>
                    <a:pt x="354594" y="431115"/>
                  </a:lnTo>
                  <a:lnTo>
                    <a:pt x="355721" y="431266"/>
                  </a:lnTo>
                  <a:lnTo>
                    <a:pt x="357301" y="431570"/>
                  </a:lnTo>
                  <a:lnTo>
                    <a:pt x="357829" y="430283"/>
                  </a:lnTo>
                  <a:lnTo>
                    <a:pt x="358335" y="429184"/>
                  </a:lnTo>
                  <a:lnTo>
                    <a:pt x="358968" y="427855"/>
                  </a:lnTo>
                  <a:lnTo>
                    <a:pt x="359401" y="427319"/>
                  </a:lnTo>
                  <a:lnTo>
                    <a:pt x="360111" y="427089"/>
                  </a:lnTo>
                  <a:lnTo>
                    <a:pt x="360476" y="426966"/>
                  </a:lnTo>
                  <a:lnTo>
                    <a:pt x="360770" y="426815"/>
                  </a:lnTo>
                  <a:lnTo>
                    <a:pt x="360917" y="426674"/>
                  </a:lnTo>
                  <a:lnTo>
                    <a:pt x="360991" y="426480"/>
                  </a:lnTo>
                  <a:lnTo>
                    <a:pt x="361037" y="426330"/>
                  </a:lnTo>
                  <a:lnTo>
                    <a:pt x="361094" y="426032"/>
                  </a:lnTo>
                  <a:lnTo>
                    <a:pt x="361130" y="425678"/>
                  </a:lnTo>
                  <a:lnTo>
                    <a:pt x="361195" y="425437"/>
                  </a:lnTo>
                  <a:lnTo>
                    <a:pt x="361214" y="425191"/>
                  </a:lnTo>
                  <a:lnTo>
                    <a:pt x="361285" y="424946"/>
                  </a:lnTo>
                  <a:lnTo>
                    <a:pt x="361333" y="424808"/>
                  </a:lnTo>
                  <a:lnTo>
                    <a:pt x="361242" y="424679"/>
                  </a:lnTo>
                  <a:lnTo>
                    <a:pt x="361503" y="424564"/>
                  </a:lnTo>
                  <a:lnTo>
                    <a:pt x="361587" y="424355"/>
                  </a:lnTo>
                  <a:lnTo>
                    <a:pt x="361698" y="423904"/>
                  </a:lnTo>
                  <a:lnTo>
                    <a:pt x="362908" y="423841"/>
                  </a:lnTo>
                  <a:lnTo>
                    <a:pt x="363614" y="423921"/>
                  </a:lnTo>
                  <a:lnTo>
                    <a:pt x="364682" y="423831"/>
                  </a:lnTo>
                  <a:lnTo>
                    <a:pt x="365719" y="424647"/>
                  </a:lnTo>
                  <a:lnTo>
                    <a:pt x="365952" y="424728"/>
                  </a:lnTo>
                  <a:lnTo>
                    <a:pt x="366159" y="424853"/>
                  </a:lnTo>
                  <a:lnTo>
                    <a:pt x="366621" y="425068"/>
                  </a:lnTo>
                  <a:lnTo>
                    <a:pt x="367200" y="425321"/>
                  </a:lnTo>
                  <a:lnTo>
                    <a:pt x="367386" y="425491"/>
                  </a:lnTo>
                  <a:lnTo>
                    <a:pt x="367566" y="425714"/>
                  </a:lnTo>
                  <a:lnTo>
                    <a:pt x="367709" y="425475"/>
                  </a:lnTo>
                  <a:lnTo>
                    <a:pt x="367607" y="425100"/>
                  </a:lnTo>
                  <a:lnTo>
                    <a:pt x="368391" y="425027"/>
                  </a:lnTo>
                  <a:lnTo>
                    <a:pt x="368542" y="425106"/>
                  </a:lnTo>
                  <a:lnTo>
                    <a:pt x="368763" y="425189"/>
                  </a:lnTo>
                  <a:lnTo>
                    <a:pt x="368903" y="425242"/>
                  </a:lnTo>
                  <a:lnTo>
                    <a:pt x="369797" y="425054"/>
                  </a:lnTo>
                  <a:lnTo>
                    <a:pt x="370649" y="425281"/>
                  </a:lnTo>
                  <a:lnTo>
                    <a:pt x="370931" y="425307"/>
                  </a:lnTo>
                  <a:lnTo>
                    <a:pt x="371109" y="425279"/>
                  </a:lnTo>
                  <a:lnTo>
                    <a:pt x="371389" y="425238"/>
                  </a:lnTo>
                  <a:lnTo>
                    <a:pt x="372915" y="424496"/>
                  </a:lnTo>
                  <a:lnTo>
                    <a:pt x="373522" y="424731"/>
                  </a:lnTo>
                  <a:lnTo>
                    <a:pt x="373687" y="424882"/>
                  </a:lnTo>
                  <a:lnTo>
                    <a:pt x="374285" y="425347"/>
                  </a:lnTo>
                  <a:lnTo>
                    <a:pt x="374460" y="425414"/>
                  </a:lnTo>
                  <a:lnTo>
                    <a:pt x="374589" y="425458"/>
                  </a:lnTo>
                  <a:lnTo>
                    <a:pt x="374729" y="425513"/>
                  </a:lnTo>
                  <a:lnTo>
                    <a:pt x="375641" y="426030"/>
                  </a:lnTo>
                  <a:lnTo>
                    <a:pt x="375851" y="426505"/>
                  </a:lnTo>
                  <a:lnTo>
                    <a:pt x="375892" y="426836"/>
                  </a:lnTo>
                  <a:lnTo>
                    <a:pt x="376670" y="426545"/>
                  </a:lnTo>
                  <a:lnTo>
                    <a:pt x="376851" y="426483"/>
                  </a:lnTo>
                  <a:lnTo>
                    <a:pt x="377476" y="424894"/>
                  </a:lnTo>
                  <a:lnTo>
                    <a:pt x="377810" y="424993"/>
                  </a:lnTo>
                  <a:lnTo>
                    <a:pt x="377982" y="424998"/>
                  </a:lnTo>
                  <a:lnTo>
                    <a:pt x="378178" y="425085"/>
                  </a:lnTo>
                  <a:lnTo>
                    <a:pt x="378207" y="425335"/>
                  </a:lnTo>
                  <a:lnTo>
                    <a:pt x="378511" y="425463"/>
                  </a:lnTo>
                  <a:lnTo>
                    <a:pt x="378797" y="425772"/>
                  </a:lnTo>
                  <a:lnTo>
                    <a:pt x="379072" y="426189"/>
                  </a:lnTo>
                  <a:lnTo>
                    <a:pt x="379253" y="426323"/>
                  </a:lnTo>
                  <a:lnTo>
                    <a:pt x="379590" y="425709"/>
                  </a:lnTo>
                  <a:lnTo>
                    <a:pt x="379714" y="425440"/>
                  </a:lnTo>
                  <a:lnTo>
                    <a:pt x="379918" y="425004"/>
                  </a:lnTo>
                  <a:lnTo>
                    <a:pt x="380745" y="424541"/>
                  </a:lnTo>
                  <a:lnTo>
                    <a:pt x="383144" y="424810"/>
                  </a:lnTo>
                  <a:lnTo>
                    <a:pt x="383429" y="424872"/>
                  </a:lnTo>
                  <a:lnTo>
                    <a:pt x="383839" y="425034"/>
                  </a:lnTo>
                  <a:lnTo>
                    <a:pt x="384088" y="425471"/>
                  </a:lnTo>
                  <a:lnTo>
                    <a:pt x="384391" y="425464"/>
                  </a:lnTo>
                  <a:lnTo>
                    <a:pt x="384543" y="425412"/>
                  </a:lnTo>
                  <a:lnTo>
                    <a:pt x="384792" y="425418"/>
                  </a:lnTo>
                  <a:lnTo>
                    <a:pt x="384925" y="425479"/>
                  </a:lnTo>
                  <a:lnTo>
                    <a:pt x="385270" y="425334"/>
                  </a:lnTo>
                  <a:lnTo>
                    <a:pt x="385491" y="425361"/>
                  </a:lnTo>
                  <a:lnTo>
                    <a:pt x="386018" y="425577"/>
                  </a:lnTo>
                  <a:lnTo>
                    <a:pt x="386237" y="425804"/>
                  </a:lnTo>
                  <a:lnTo>
                    <a:pt x="386502" y="425936"/>
                  </a:lnTo>
                  <a:lnTo>
                    <a:pt x="386664" y="425975"/>
                  </a:lnTo>
                  <a:lnTo>
                    <a:pt x="386836" y="425999"/>
                  </a:lnTo>
                  <a:lnTo>
                    <a:pt x="387213" y="426036"/>
                  </a:lnTo>
                  <a:lnTo>
                    <a:pt x="387451" y="426062"/>
                  </a:lnTo>
                  <a:lnTo>
                    <a:pt x="387763" y="426139"/>
                  </a:lnTo>
                  <a:lnTo>
                    <a:pt x="388068" y="426299"/>
                  </a:lnTo>
                  <a:lnTo>
                    <a:pt x="388214" y="426384"/>
                  </a:lnTo>
                  <a:lnTo>
                    <a:pt x="390360" y="428821"/>
                  </a:lnTo>
                  <a:lnTo>
                    <a:pt x="390588" y="429191"/>
                  </a:lnTo>
                  <a:lnTo>
                    <a:pt x="390751" y="429557"/>
                  </a:lnTo>
                  <a:lnTo>
                    <a:pt x="391086" y="431425"/>
                  </a:lnTo>
                  <a:lnTo>
                    <a:pt x="392196" y="439975"/>
                  </a:lnTo>
                  <a:lnTo>
                    <a:pt x="392225" y="440237"/>
                  </a:lnTo>
                  <a:lnTo>
                    <a:pt x="392061" y="440821"/>
                  </a:lnTo>
                  <a:lnTo>
                    <a:pt x="392014" y="441020"/>
                  </a:lnTo>
                  <a:lnTo>
                    <a:pt x="391951" y="441340"/>
                  </a:lnTo>
                  <a:lnTo>
                    <a:pt x="391876" y="441664"/>
                  </a:lnTo>
                  <a:lnTo>
                    <a:pt x="391727" y="442256"/>
                  </a:lnTo>
                  <a:lnTo>
                    <a:pt x="391678" y="442511"/>
                  </a:lnTo>
                  <a:lnTo>
                    <a:pt x="391637" y="442657"/>
                  </a:lnTo>
                  <a:lnTo>
                    <a:pt x="391554" y="442937"/>
                  </a:lnTo>
                  <a:lnTo>
                    <a:pt x="392102" y="454106"/>
                  </a:lnTo>
                  <a:lnTo>
                    <a:pt x="392138" y="454528"/>
                  </a:lnTo>
                  <a:lnTo>
                    <a:pt x="392124" y="454814"/>
                  </a:lnTo>
                  <a:lnTo>
                    <a:pt x="392109" y="455385"/>
                  </a:lnTo>
                  <a:lnTo>
                    <a:pt x="392140" y="455788"/>
                  </a:lnTo>
                  <a:lnTo>
                    <a:pt x="392163" y="455959"/>
                  </a:lnTo>
                  <a:lnTo>
                    <a:pt x="392207" y="456163"/>
                  </a:lnTo>
                  <a:lnTo>
                    <a:pt x="392295" y="456581"/>
                  </a:lnTo>
                  <a:lnTo>
                    <a:pt x="392517" y="456828"/>
                  </a:lnTo>
                  <a:lnTo>
                    <a:pt x="392694" y="457136"/>
                  </a:lnTo>
                  <a:lnTo>
                    <a:pt x="393602" y="458276"/>
                  </a:lnTo>
                  <a:lnTo>
                    <a:pt x="393167" y="458519"/>
                  </a:lnTo>
                  <a:lnTo>
                    <a:pt x="393129" y="458718"/>
                  </a:lnTo>
                  <a:lnTo>
                    <a:pt x="393215" y="459153"/>
                  </a:lnTo>
                  <a:lnTo>
                    <a:pt x="393350" y="459243"/>
                  </a:lnTo>
                  <a:lnTo>
                    <a:pt x="393390" y="459591"/>
                  </a:lnTo>
                  <a:lnTo>
                    <a:pt x="393578" y="460036"/>
                  </a:lnTo>
                  <a:lnTo>
                    <a:pt x="393845" y="460026"/>
                  </a:lnTo>
                  <a:lnTo>
                    <a:pt x="395050" y="461272"/>
                  </a:lnTo>
                  <a:lnTo>
                    <a:pt x="394837" y="461442"/>
                  </a:lnTo>
                  <a:lnTo>
                    <a:pt x="394704" y="461957"/>
                  </a:lnTo>
                  <a:lnTo>
                    <a:pt x="395170" y="462896"/>
                  </a:lnTo>
                  <a:lnTo>
                    <a:pt x="395813" y="462857"/>
                  </a:lnTo>
                  <a:lnTo>
                    <a:pt x="396020" y="463572"/>
                  </a:lnTo>
                  <a:lnTo>
                    <a:pt x="396558" y="463817"/>
                  </a:lnTo>
                  <a:lnTo>
                    <a:pt x="396536" y="464039"/>
                  </a:lnTo>
                  <a:lnTo>
                    <a:pt x="396741" y="464221"/>
                  </a:lnTo>
                  <a:lnTo>
                    <a:pt x="396813" y="464503"/>
                  </a:lnTo>
                  <a:lnTo>
                    <a:pt x="396666" y="464626"/>
                  </a:lnTo>
                  <a:lnTo>
                    <a:pt x="396943" y="464790"/>
                  </a:lnTo>
                  <a:lnTo>
                    <a:pt x="399368" y="466474"/>
                  </a:lnTo>
                  <a:lnTo>
                    <a:pt x="400485" y="463268"/>
                  </a:lnTo>
                  <a:lnTo>
                    <a:pt x="400693" y="462671"/>
                  </a:lnTo>
                  <a:lnTo>
                    <a:pt x="401150" y="461361"/>
                  </a:lnTo>
                  <a:lnTo>
                    <a:pt x="401258" y="461052"/>
                  </a:lnTo>
                  <a:lnTo>
                    <a:pt x="401356" y="460769"/>
                  </a:lnTo>
                  <a:lnTo>
                    <a:pt x="402010" y="458894"/>
                  </a:lnTo>
                  <a:lnTo>
                    <a:pt x="402092" y="458660"/>
                  </a:lnTo>
                  <a:lnTo>
                    <a:pt x="402923" y="456275"/>
                  </a:lnTo>
                  <a:lnTo>
                    <a:pt x="402573" y="452916"/>
                  </a:lnTo>
                  <a:lnTo>
                    <a:pt x="402529" y="452501"/>
                  </a:lnTo>
                  <a:lnTo>
                    <a:pt x="402387" y="451138"/>
                  </a:lnTo>
                  <a:lnTo>
                    <a:pt x="403178" y="449701"/>
                  </a:lnTo>
                  <a:lnTo>
                    <a:pt x="404352" y="447566"/>
                  </a:lnTo>
                  <a:lnTo>
                    <a:pt x="404368" y="446930"/>
                  </a:lnTo>
                  <a:lnTo>
                    <a:pt x="403299" y="445209"/>
                  </a:lnTo>
                  <a:lnTo>
                    <a:pt x="402750" y="444325"/>
                  </a:lnTo>
                  <a:lnTo>
                    <a:pt x="403022" y="442333"/>
                  </a:lnTo>
                  <a:lnTo>
                    <a:pt x="403089" y="441847"/>
                  </a:lnTo>
                  <a:lnTo>
                    <a:pt x="405025" y="439906"/>
                  </a:lnTo>
                  <a:lnTo>
                    <a:pt x="404387" y="437653"/>
                  </a:lnTo>
                  <a:lnTo>
                    <a:pt x="403460" y="434378"/>
                  </a:lnTo>
                  <a:lnTo>
                    <a:pt x="403363" y="434034"/>
                  </a:lnTo>
                  <a:lnTo>
                    <a:pt x="403820" y="427941"/>
                  </a:lnTo>
                  <a:lnTo>
                    <a:pt x="402877" y="426554"/>
                  </a:lnTo>
                  <a:lnTo>
                    <a:pt x="401389" y="424289"/>
                  </a:lnTo>
                  <a:lnTo>
                    <a:pt x="399936" y="422117"/>
                  </a:lnTo>
                  <a:lnTo>
                    <a:pt x="398751" y="420347"/>
                  </a:lnTo>
                  <a:lnTo>
                    <a:pt x="397714" y="418797"/>
                  </a:lnTo>
                  <a:lnTo>
                    <a:pt x="395400" y="418144"/>
                  </a:lnTo>
                  <a:lnTo>
                    <a:pt x="392070" y="417205"/>
                  </a:lnTo>
                  <a:lnTo>
                    <a:pt x="391536" y="417015"/>
                  </a:lnTo>
                  <a:lnTo>
                    <a:pt x="390829" y="416633"/>
                  </a:lnTo>
                  <a:lnTo>
                    <a:pt x="390522" y="416408"/>
                  </a:lnTo>
                  <a:lnTo>
                    <a:pt x="390013" y="416037"/>
                  </a:lnTo>
                  <a:lnTo>
                    <a:pt x="389007" y="415137"/>
                  </a:lnTo>
                  <a:lnTo>
                    <a:pt x="388119" y="414072"/>
                  </a:lnTo>
                  <a:lnTo>
                    <a:pt x="387929" y="413774"/>
                  </a:lnTo>
                  <a:lnTo>
                    <a:pt x="387588" y="412862"/>
                  </a:lnTo>
                  <a:lnTo>
                    <a:pt x="392530" y="403090"/>
                  </a:lnTo>
                  <a:lnTo>
                    <a:pt x="392445" y="402862"/>
                  </a:lnTo>
                  <a:lnTo>
                    <a:pt x="392378" y="402601"/>
                  </a:lnTo>
                  <a:lnTo>
                    <a:pt x="392245" y="401599"/>
                  </a:lnTo>
                  <a:lnTo>
                    <a:pt x="392298" y="401244"/>
                  </a:lnTo>
                  <a:lnTo>
                    <a:pt x="392408" y="400690"/>
                  </a:lnTo>
                  <a:lnTo>
                    <a:pt x="392436" y="400125"/>
                  </a:lnTo>
                  <a:lnTo>
                    <a:pt x="392424" y="399996"/>
                  </a:lnTo>
                  <a:lnTo>
                    <a:pt x="391682" y="399587"/>
                  </a:lnTo>
                  <a:lnTo>
                    <a:pt x="391451" y="399612"/>
                  </a:lnTo>
                  <a:lnTo>
                    <a:pt x="391700" y="398664"/>
                  </a:lnTo>
                  <a:lnTo>
                    <a:pt x="391649" y="398200"/>
                  </a:lnTo>
                  <a:lnTo>
                    <a:pt x="393243" y="396734"/>
                  </a:lnTo>
                  <a:lnTo>
                    <a:pt x="393757" y="396150"/>
                  </a:lnTo>
                  <a:lnTo>
                    <a:pt x="394028" y="391633"/>
                  </a:lnTo>
                  <a:lnTo>
                    <a:pt x="393891" y="391176"/>
                  </a:lnTo>
                  <a:lnTo>
                    <a:pt x="394392" y="390956"/>
                  </a:lnTo>
                  <a:lnTo>
                    <a:pt x="394605" y="390702"/>
                  </a:lnTo>
                  <a:lnTo>
                    <a:pt x="395104" y="390373"/>
                  </a:lnTo>
                  <a:lnTo>
                    <a:pt x="395980" y="390969"/>
                  </a:lnTo>
                  <a:lnTo>
                    <a:pt x="396222" y="391172"/>
                  </a:lnTo>
                  <a:lnTo>
                    <a:pt x="396649" y="391350"/>
                  </a:lnTo>
                  <a:lnTo>
                    <a:pt x="396844" y="390833"/>
                  </a:lnTo>
                  <a:lnTo>
                    <a:pt x="398476" y="387111"/>
                  </a:lnTo>
                  <a:lnTo>
                    <a:pt x="398749" y="386773"/>
                  </a:lnTo>
                  <a:lnTo>
                    <a:pt x="398765" y="386530"/>
                  </a:lnTo>
                  <a:lnTo>
                    <a:pt x="398696" y="386291"/>
                  </a:lnTo>
                  <a:lnTo>
                    <a:pt x="398571" y="385941"/>
                  </a:lnTo>
                  <a:lnTo>
                    <a:pt x="398500" y="385741"/>
                  </a:lnTo>
                  <a:lnTo>
                    <a:pt x="398427" y="385541"/>
                  </a:lnTo>
                  <a:lnTo>
                    <a:pt x="398361" y="385342"/>
                  </a:lnTo>
                  <a:lnTo>
                    <a:pt x="398381" y="385053"/>
                  </a:lnTo>
                  <a:lnTo>
                    <a:pt x="398406" y="384925"/>
                  </a:lnTo>
                  <a:lnTo>
                    <a:pt x="398437" y="384704"/>
                  </a:lnTo>
                  <a:lnTo>
                    <a:pt x="398574" y="379212"/>
                  </a:lnTo>
                  <a:lnTo>
                    <a:pt x="398580" y="379013"/>
                  </a:lnTo>
                  <a:lnTo>
                    <a:pt x="396250" y="369392"/>
                  </a:lnTo>
                  <a:lnTo>
                    <a:pt x="396235" y="369247"/>
                  </a:lnTo>
                  <a:lnTo>
                    <a:pt x="396267" y="368865"/>
                  </a:lnTo>
                  <a:lnTo>
                    <a:pt x="401688" y="361554"/>
                  </a:lnTo>
                  <a:lnTo>
                    <a:pt x="403895" y="357022"/>
                  </a:lnTo>
                  <a:lnTo>
                    <a:pt x="403911" y="356858"/>
                  </a:lnTo>
                  <a:lnTo>
                    <a:pt x="403920" y="355892"/>
                  </a:lnTo>
                  <a:lnTo>
                    <a:pt x="403925" y="355754"/>
                  </a:lnTo>
                  <a:lnTo>
                    <a:pt x="403686" y="354356"/>
                  </a:lnTo>
                  <a:lnTo>
                    <a:pt x="403667" y="353860"/>
                  </a:lnTo>
                  <a:lnTo>
                    <a:pt x="403638" y="353729"/>
                  </a:lnTo>
                  <a:lnTo>
                    <a:pt x="403572" y="353463"/>
                  </a:lnTo>
                  <a:lnTo>
                    <a:pt x="401978" y="350707"/>
                  </a:lnTo>
                  <a:lnTo>
                    <a:pt x="401808" y="350504"/>
                  </a:lnTo>
                  <a:lnTo>
                    <a:pt x="400587" y="346901"/>
                  </a:lnTo>
                  <a:lnTo>
                    <a:pt x="400872" y="345597"/>
                  </a:lnTo>
                  <a:lnTo>
                    <a:pt x="400845" y="345419"/>
                  </a:lnTo>
                  <a:lnTo>
                    <a:pt x="400950" y="345078"/>
                  </a:lnTo>
                  <a:lnTo>
                    <a:pt x="401274" y="343955"/>
                  </a:lnTo>
                  <a:lnTo>
                    <a:pt x="401494" y="343416"/>
                  </a:lnTo>
                  <a:lnTo>
                    <a:pt x="402136" y="342948"/>
                  </a:lnTo>
                  <a:lnTo>
                    <a:pt x="402316" y="342285"/>
                  </a:lnTo>
                  <a:lnTo>
                    <a:pt x="402532" y="342265"/>
                  </a:lnTo>
                  <a:lnTo>
                    <a:pt x="403613" y="341711"/>
                  </a:lnTo>
                  <a:lnTo>
                    <a:pt x="403822" y="341598"/>
                  </a:lnTo>
                  <a:lnTo>
                    <a:pt x="410142" y="338906"/>
                  </a:lnTo>
                  <a:lnTo>
                    <a:pt x="411649" y="337607"/>
                  </a:lnTo>
                  <a:lnTo>
                    <a:pt x="413745" y="330340"/>
                  </a:lnTo>
                  <a:lnTo>
                    <a:pt x="413944" y="330238"/>
                  </a:lnTo>
                  <a:lnTo>
                    <a:pt x="413994" y="330001"/>
                  </a:lnTo>
                  <a:lnTo>
                    <a:pt x="414027" y="329868"/>
                  </a:lnTo>
                  <a:lnTo>
                    <a:pt x="414316" y="328542"/>
                  </a:lnTo>
                  <a:lnTo>
                    <a:pt x="414202" y="327575"/>
                  </a:lnTo>
                  <a:lnTo>
                    <a:pt x="414208" y="327307"/>
                  </a:lnTo>
                  <a:lnTo>
                    <a:pt x="414212" y="326909"/>
                  </a:lnTo>
                  <a:lnTo>
                    <a:pt x="414282" y="326539"/>
                  </a:lnTo>
                  <a:lnTo>
                    <a:pt x="414396" y="325999"/>
                  </a:lnTo>
                  <a:lnTo>
                    <a:pt x="414818" y="325470"/>
                  </a:lnTo>
                  <a:lnTo>
                    <a:pt x="415046" y="325493"/>
                  </a:lnTo>
                  <a:lnTo>
                    <a:pt x="415211" y="325512"/>
                  </a:lnTo>
                  <a:lnTo>
                    <a:pt x="415344" y="325526"/>
                  </a:lnTo>
                  <a:lnTo>
                    <a:pt x="415477" y="325540"/>
                  </a:lnTo>
                  <a:lnTo>
                    <a:pt x="415610" y="325555"/>
                  </a:lnTo>
                  <a:lnTo>
                    <a:pt x="415851" y="325580"/>
                  </a:lnTo>
                  <a:lnTo>
                    <a:pt x="417250" y="325062"/>
                  </a:lnTo>
                  <a:lnTo>
                    <a:pt x="419264" y="325984"/>
                  </a:lnTo>
                  <a:lnTo>
                    <a:pt x="420528" y="325300"/>
                  </a:lnTo>
                  <a:lnTo>
                    <a:pt x="420794" y="326237"/>
                  </a:lnTo>
                  <a:lnTo>
                    <a:pt x="420892" y="326556"/>
                  </a:lnTo>
                  <a:lnTo>
                    <a:pt x="420932" y="326686"/>
                  </a:lnTo>
                  <a:lnTo>
                    <a:pt x="420975" y="326817"/>
                  </a:lnTo>
                  <a:lnTo>
                    <a:pt x="421015" y="326947"/>
                  </a:lnTo>
                  <a:lnTo>
                    <a:pt x="421058" y="327097"/>
                  </a:lnTo>
                  <a:lnTo>
                    <a:pt x="421103" y="327245"/>
                  </a:lnTo>
                  <a:lnTo>
                    <a:pt x="421143" y="327376"/>
                  </a:lnTo>
                  <a:lnTo>
                    <a:pt x="421187" y="327505"/>
                  </a:lnTo>
                  <a:lnTo>
                    <a:pt x="421226" y="327639"/>
                  </a:lnTo>
                  <a:lnTo>
                    <a:pt x="421266" y="327767"/>
                  </a:lnTo>
                  <a:lnTo>
                    <a:pt x="421307" y="327901"/>
                  </a:lnTo>
                  <a:lnTo>
                    <a:pt x="421346" y="328032"/>
                  </a:lnTo>
                  <a:lnTo>
                    <a:pt x="421389" y="328160"/>
                  </a:lnTo>
                  <a:lnTo>
                    <a:pt x="421468" y="328418"/>
                  </a:lnTo>
                  <a:lnTo>
                    <a:pt x="421508" y="328550"/>
                  </a:lnTo>
                  <a:lnTo>
                    <a:pt x="421548" y="328680"/>
                  </a:lnTo>
                  <a:lnTo>
                    <a:pt x="421588" y="328809"/>
                  </a:lnTo>
                  <a:lnTo>
                    <a:pt x="421627" y="328939"/>
                  </a:lnTo>
                  <a:lnTo>
                    <a:pt x="421670" y="329072"/>
                  </a:lnTo>
                  <a:lnTo>
                    <a:pt x="421710" y="329203"/>
                  </a:lnTo>
                  <a:lnTo>
                    <a:pt x="421785" y="329425"/>
                  </a:lnTo>
                  <a:lnTo>
                    <a:pt x="423125" y="328214"/>
                  </a:lnTo>
                  <a:lnTo>
                    <a:pt x="423587" y="327694"/>
                  </a:lnTo>
                  <a:lnTo>
                    <a:pt x="423771" y="327487"/>
                  </a:lnTo>
                  <a:lnTo>
                    <a:pt x="423951" y="327285"/>
                  </a:lnTo>
                  <a:lnTo>
                    <a:pt x="424184" y="327024"/>
                  </a:lnTo>
                  <a:lnTo>
                    <a:pt x="424458" y="326716"/>
                  </a:lnTo>
                  <a:lnTo>
                    <a:pt x="424920" y="326198"/>
                  </a:lnTo>
                  <a:lnTo>
                    <a:pt x="425561" y="325478"/>
                  </a:lnTo>
                  <a:lnTo>
                    <a:pt x="426019" y="324969"/>
                  </a:lnTo>
                  <a:lnTo>
                    <a:pt x="426454" y="324478"/>
                  </a:lnTo>
                  <a:lnTo>
                    <a:pt x="426915" y="323959"/>
                  </a:lnTo>
                  <a:lnTo>
                    <a:pt x="427285" y="323545"/>
                  </a:lnTo>
                  <a:lnTo>
                    <a:pt x="427560" y="323234"/>
                  </a:lnTo>
                  <a:lnTo>
                    <a:pt x="427835" y="322928"/>
                  </a:lnTo>
                  <a:lnTo>
                    <a:pt x="428107" y="322623"/>
                  </a:lnTo>
                  <a:lnTo>
                    <a:pt x="428291" y="322417"/>
                  </a:lnTo>
                  <a:lnTo>
                    <a:pt x="428566" y="322109"/>
                  </a:lnTo>
                  <a:lnTo>
                    <a:pt x="428753" y="321902"/>
                  </a:lnTo>
                  <a:lnTo>
                    <a:pt x="428939" y="321693"/>
                  </a:lnTo>
                  <a:lnTo>
                    <a:pt x="429110" y="321498"/>
                  </a:lnTo>
                  <a:lnTo>
                    <a:pt x="429280" y="321308"/>
                  </a:lnTo>
                  <a:lnTo>
                    <a:pt x="429554" y="321000"/>
                  </a:lnTo>
                  <a:lnTo>
                    <a:pt x="429738" y="320797"/>
                  </a:lnTo>
                  <a:lnTo>
                    <a:pt x="429922" y="320591"/>
                  </a:lnTo>
                  <a:lnTo>
                    <a:pt x="430106" y="320383"/>
                  </a:lnTo>
                  <a:lnTo>
                    <a:pt x="430382" y="320077"/>
                  </a:lnTo>
                  <a:lnTo>
                    <a:pt x="430567" y="319862"/>
                  </a:lnTo>
                  <a:lnTo>
                    <a:pt x="430783" y="319623"/>
                  </a:lnTo>
                  <a:lnTo>
                    <a:pt x="431062" y="319310"/>
                  </a:lnTo>
                  <a:lnTo>
                    <a:pt x="431247" y="319104"/>
                  </a:lnTo>
                  <a:lnTo>
                    <a:pt x="431441" y="318884"/>
                  </a:lnTo>
                  <a:lnTo>
                    <a:pt x="431625" y="318678"/>
                  </a:lnTo>
                  <a:lnTo>
                    <a:pt x="431904" y="318366"/>
                  </a:lnTo>
                  <a:lnTo>
                    <a:pt x="432087" y="318160"/>
                  </a:lnTo>
                  <a:lnTo>
                    <a:pt x="432269" y="317956"/>
                  </a:lnTo>
                  <a:lnTo>
                    <a:pt x="432454" y="317749"/>
                  </a:lnTo>
                  <a:lnTo>
                    <a:pt x="432637" y="317546"/>
                  </a:lnTo>
                  <a:lnTo>
                    <a:pt x="432911" y="317238"/>
                  </a:lnTo>
                  <a:lnTo>
                    <a:pt x="433093" y="317032"/>
                  </a:lnTo>
                  <a:lnTo>
                    <a:pt x="433275" y="316828"/>
                  </a:lnTo>
                  <a:lnTo>
                    <a:pt x="433462" y="316620"/>
                  </a:lnTo>
                  <a:lnTo>
                    <a:pt x="433647" y="316412"/>
                  </a:lnTo>
                  <a:lnTo>
                    <a:pt x="433828" y="316205"/>
                  </a:lnTo>
                  <a:lnTo>
                    <a:pt x="434011" y="316000"/>
                  </a:lnTo>
                  <a:lnTo>
                    <a:pt x="434272" y="315710"/>
                  </a:lnTo>
                  <a:lnTo>
                    <a:pt x="434407" y="315556"/>
                  </a:lnTo>
                  <a:lnTo>
                    <a:pt x="434590" y="315349"/>
                  </a:lnTo>
                  <a:lnTo>
                    <a:pt x="434858" y="315049"/>
                  </a:lnTo>
                  <a:lnTo>
                    <a:pt x="435129" y="314742"/>
                  </a:lnTo>
                  <a:lnTo>
                    <a:pt x="435402" y="314435"/>
                  </a:lnTo>
                  <a:lnTo>
                    <a:pt x="435586" y="314228"/>
                  </a:lnTo>
                  <a:lnTo>
                    <a:pt x="435771" y="314021"/>
                  </a:lnTo>
                  <a:lnTo>
                    <a:pt x="435948" y="313822"/>
                  </a:lnTo>
                  <a:lnTo>
                    <a:pt x="436080" y="313813"/>
                  </a:lnTo>
                  <a:lnTo>
                    <a:pt x="436220" y="313804"/>
                  </a:lnTo>
                  <a:lnTo>
                    <a:pt x="436481" y="313790"/>
                  </a:lnTo>
                  <a:lnTo>
                    <a:pt x="436755" y="313773"/>
                  </a:lnTo>
                  <a:lnTo>
                    <a:pt x="437031" y="313756"/>
                  </a:lnTo>
                  <a:lnTo>
                    <a:pt x="437303" y="313741"/>
                  </a:lnTo>
                  <a:lnTo>
                    <a:pt x="437574" y="313725"/>
                  </a:lnTo>
                  <a:lnTo>
                    <a:pt x="437844" y="313710"/>
                  </a:lnTo>
                  <a:lnTo>
                    <a:pt x="437982" y="313701"/>
                  </a:lnTo>
                  <a:lnTo>
                    <a:pt x="438116" y="313695"/>
                  </a:lnTo>
                  <a:lnTo>
                    <a:pt x="438306" y="313683"/>
                  </a:lnTo>
                  <a:lnTo>
                    <a:pt x="438215" y="313426"/>
                  </a:lnTo>
                  <a:lnTo>
                    <a:pt x="438127" y="313167"/>
                  </a:lnTo>
                  <a:lnTo>
                    <a:pt x="438038" y="312907"/>
                  </a:lnTo>
                  <a:lnTo>
                    <a:pt x="437954" y="312664"/>
                  </a:lnTo>
                  <a:lnTo>
                    <a:pt x="437886" y="312473"/>
                  </a:lnTo>
                  <a:lnTo>
                    <a:pt x="437772" y="312062"/>
                  </a:lnTo>
                  <a:lnTo>
                    <a:pt x="437764" y="311790"/>
                  </a:lnTo>
                  <a:lnTo>
                    <a:pt x="437761" y="311514"/>
                  </a:lnTo>
                  <a:lnTo>
                    <a:pt x="437753" y="311261"/>
                  </a:lnTo>
                  <a:lnTo>
                    <a:pt x="437762" y="310927"/>
                  </a:lnTo>
                  <a:lnTo>
                    <a:pt x="437775" y="310517"/>
                  </a:lnTo>
                  <a:lnTo>
                    <a:pt x="437784" y="310242"/>
                  </a:lnTo>
                  <a:lnTo>
                    <a:pt x="437788" y="310106"/>
                  </a:lnTo>
                  <a:lnTo>
                    <a:pt x="437796" y="309817"/>
                  </a:lnTo>
                  <a:lnTo>
                    <a:pt x="437807" y="309581"/>
                  </a:lnTo>
                  <a:lnTo>
                    <a:pt x="437815" y="309426"/>
                  </a:lnTo>
                  <a:lnTo>
                    <a:pt x="437843" y="309216"/>
                  </a:lnTo>
                  <a:lnTo>
                    <a:pt x="437888" y="308920"/>
                  </a:lnTo>
                  <a:lnTo>
                    <a:pt x="437810" y="308534"/>
                  </a:lnTo>
                  <a:lnTo>
                    <a:pt x="437730" y="308133"/>
                  </a:lnTo>
                  <a:lnTo>
                    <a:pt x="437647" y="307729"/>
                  </a:lnTo>
                  <a:lnTo>
                    <a:pt x="437594" y="307462"/>
                  </a:lnTo>
                  <a:lnTo>
                    <a:pt x="437484" y="306978"/>
                  </a:lnTo>
                  <a:lnTo>
                    <a:pt x="437349" y="306590"/>
                  </a:lnTo>
                  <a:lnTo>
                    <a:pt x="437212" y="306202"/>
                  </a:lnTo>
                  <a:lnTo>
                    <a:pt x="437077" y="305817"/>
                  </a:lnTo>
                  <a:lnTo>
                    <a:pt x="436989" y="305557"/>
                  </a:lnTo>
                  <a:lnTo>
                    <a:pt x="436900" y="305300"/>
                  </a:lnTo>
                  <a:lnTo>
                    <a:pt x="436715" y="304842"/>
                  </a:lnTo>
                  <a:lnTo>
                    <a:pt x="436607" y="304599"/>
                  </a:lnTo>
                  <a:lnTo>
                    <a:pt x="436475" y="304309"/>
                  </a:lnTo>
                  <a:lnTo>
                    <a:pt x="436361" y="304057"/>
                  </a:lnTo>
                  <a:lnTo>
                    <a:pt x="436248" y="303806"/>
                  </a:lnTo>
                  <a:lnTo>
                    <a:pt x="436149" y="303588"/>
                  </a:lnTo>
                  <a:lnTo>
                    <a:pt x="436047" y="303359"/>
                  </a:lnTo>
                  <a:lnTo>
                    <a:pt x="435913" y="303059"/>
                  </a:lnTo>
                  <a:lnTo>
                    <a:pt x="435843" y="302869"/>
                  </a:lnTo>
                  <a:lnTo>
                    <a:pt x="435746" y="302632"/>
                  </a:lnTo>
                  <a:lnTo>
                    <a:pt x="435674" y="302195"/>
                  </a:lnTo>
                  <a:lnTo>
                    <a:pt x="435875" y="302004"/>
                  </a:lnTo>
                  <a:lnTo>
                    <a:pt x="436276" y="301634"/>
                  </a:lnTo>
                  <a:lnTo>
                    <a:pt x="436774" y="301167"/>
                  </a:lnTo>
                  <a:lnTo>
                    <a:pt x="437175" y="300794"/>
                  </a:lnTo>
                  <a:lnTo>
                    <a:pt x="437579" y="300419"/>
                  </a:lnTo>
                  <a:lnTo>
                    <a:pt x="437978" y="300045"/>
                  </a:lnTo>
                  <a:lnTo>
                    <a:pt x="438382" y="299670"/>
                  </a:lnTo>
                  <a:lnTo>
                    <a:pt x="438680" y="299395"/>
                  </a:lnTo>
                  <a:lnTo>
                    <a:pt x="438983" y="299113"/>
                  </a:lnTo>
                  <a:lnTo>
                    <a:pt x="439284" y="298832"/>
                  </a:lnTo>
                  <a:lnTo>
                    <a:pt x="439484" y="298646"/>
                  </a:lnTo>
                  <a:lnTo>
                    <a:pt x="439840" y="297324"/>
                  </a:lnTo>
                  <a:lnTo>
                    <a:pt x="439428" y="296937"/>
                  </a:lnTo>
                  <a:lnTo>
                    <a:pt x="439273" y="296868"/>
                  </a:lnTo>
                  <a:lnTo>
                    <a:pt x="439234" y="296739"/>
                  </a:lnTo>
                  <a:lnTo>
                    <a:pt x="439153" y="296458"/>
                  </a:lnTo>
                  <a:lnTo>
                    <a:pt x="439198" y="296238"/>
                  </a:lnTo>
                  <a:lnTo>
                    <a:pt x="439247" y="296034"/>
                  </a:lnTo>
                  <a:lnTo>
                    <a:pt x="439015" y="295646"/>
                  </a:lnTo>
                  <a:lnTo>
                    <a:pt x="438954" y="295385"/>
                  </a:lnTo>
                  <a:lnTo>
                    <a:pt x="439198" y="295186"/>
                  </a:lnTo>
                  <a:lnTo>
                    <a:pt x="439432" y="295136"/>
                  </a:lnTo>
                  <a:lnTo>
                    <a:pt x="439647" y="295029"/>
                  </a:lnTo>
                  <a:lnTo>
                    <a:pt x="439572" y="294659"/>
                  </a:lnTo>
                  <a:lnTo>
                    <a:pt x="439536" y="294462"/>
                  </a:lnTo>
                  <a:lnTo>
                    <a:pt x="439198" y="294092"/>
                  </a:lnTo>
                  <a:lnTo>
                    <a:pt x="438866" y="293666"/>
                  </a:lnTo>
                  <a:lnTo>
                    <a:pt x="438762" y="293487"/>
                  </a:lnTo>
                  <a:lnTo>
                    <a:pt x="438420" y="293114"/>
                  </a:lnTo>
                  <a:lnTo>
                    <a:pt x="437874" y="292983"/>
                  </a:lnTo>
                  <a:lnTo>
                    <a:pt x="437363" y="292880"/>
                  </a:lnTo>
                  <a:lnTo>
                    <a:pt x="437016" y="292746"/>
                  </a:lnTo>
                  <a:lnTo>
                    <a:pt x="436785" y="292664"/>
                  </a:lnTo>
                  <a:lnTo>
                    <a:pt x="436383" y="292338"/>
                  </a:lnTo>
                  <a:lnTo>
                    <a:pt x="436192" y="292105"/>
                  </a:lnTo>
                  <a:lnTo>
                    <a:pt x="435947" y="291577"/>
                  </a:lnTo>
                  <a:lnTo>
                    <a:pt x="435814" y="291259"/>
                  </a:lnTo>
                  <a:lnTo>
                    <a:pt x="435734" y="291028"/>
                  </a:lnTo>
                  <a:lnTo>
                    <a:pt x="435412" y="290133"/>
                  </a:lnTo>
                  <a:lnTo>
                    <a:pt x="435242" y="289654"/>
                  </a:lnTo>
                  <a:lnTo>
                    <a:pt x="434810" y="288358"/>
                  </a:lnTo>
                  <a:lnTo>
                    <a:pt x="434549" y="288324"/>
                  </a:lnTo>
                  <a:lnTo>
                    <a:pt x="433971" y="288513"/>
                  </a:lnTo>
                  <a:lnTo>
                    <a:pt x="433829" y="288513"/>
                  </a:lnTo>
                  <a:lnTo>
                    <a:pt x="433621" y="288480"/>
                  </a:lnTo>
                  <a:lnTo>
                    <a:pt x="433345" y="288435"/>
                  </a:lnTo>
                  <a:lnTo>
                    <a:pt x="432916" y="288413"/>
                  </a:lnTo>
                  <a:lnTo>
                    <a:pt x="432748" y="288399"/>
                  </a:lnTo>
                  <a:lnTo>
                    <a:pt x="432608" y="288388"/>
                  </a:lnTo>
                  <a:lnTo>
                    <a:pt x="432284" y="288235"/>
                  </a:lnTo>
                  <a:lnTo>
                    <a:pt x="431964" y="288014"/>
                  </a:lnTo>
                  <a:lnTo>
                    <a:pt x="431433" y="287488"/>
                  </a:lnTo>
                  <a:lnTo>
                    <a:pt x="431124" y="287211"/>
                  </a:lnTo>
                  <a:lnTo>
                    <a:pt x="429679" y="286176"/>
                  </a:lnTo>
                  <a:lnTo>
                    <a:pt x="429333" y="286253"/>
                  </a:lnTo>
                  <a:lnTo>
                    <a:pt x="428431" y="286345"/>
                  </a:lnTo>
                  <a:lnTo>
                    <a:pt x="428214" y="286395"/>
                  </a:lnTo>
                  <a:lnTo>
                    <a:pt x="427887" y="286223"/>
                  </a:lnTo>
                  <a:lnTo>
                    <a:pt x="427493" y="286138"/>
                  </a:lnTo>
                  <a:lnTo>
                    <a:pt x="427045" y="286031"/>
                  </a:lnTo>
                  <a:lnTo>
                    <a:pt x="426705" y="285952"/>
                  </a:lnTo>
                  <a:lnTo>
                    <a:pt x="426443" y="285895"/>
                  </a:lnTo>
                  <a:lnTo>
                    <a:pt x="426216" y="285844"/>
                  </a:lnTo>
                  <a:lnTo>
                    <a:pt x="425705" y="285483"/>
                  </a:lnTo>
                  <a:lnTo>
                    <a:pt x="425661" y="284959"/>
                  </a:lnTo>
                  <a:lnTo>
                    <a:pt x="425589" y="284645"/>
                  </a:lnTo>
                  <a:lnTo>
                    <a:pt x="425089" y="284505"/>
                  </a:lnTo>
                  <a:lnTo>
                    <a:pt x="422948" y="281989"/>
                  </a:lnTo>
                  <a:lnTo>
                    <a:pt x="421999" y="281295"/>
                  </a:lnTo>
                  <a:lnTo>
                    <a:pt x="421529" y="281079"/>
                  </a:lnTo>
                  <a:lnTo>
                    <a:pt x="421027" y="280648"/>
                  </a:lnTo>
                  <a:lnTo>
                    <a:pt x="420861" y="280467"/>
                  </a:lnTo>
                  <a:lnTo>
                    <a:pt x="419972" y="279809"/>
                  </a:lnTo>
                  <a:lnTo>
                    <a:pt x="419521" y="279234"/>
                  </a:lnTo>
                  <a:lnTo>
                    <a:pt x="419236" y="278884"/>
                  </a:lnTo>
                  <a:lnTo>
                    <a:pt x="419122" y="278666"/>
                  </a:lnTo>
                  <a:lnTo>
                    <a:pt x="418606" y="278104"/>
                  </a:lnTo>
                  <a:lnTo>
                    <a:pt x="417793" y="277133"/>
                  </a:lnTo>
                  <a:lnTo>
                    <a:pt x="417019" y="276097"/>
                  </a:lnTo>
                  <a:lnTo>
                    <a:pt x="416713" y="275854"/>
                  </a:lnTo>
                  <a:lnTo>
                    <a:pt x="416327" y="275558"/>
                  </a:lnTo>
                  <a:lnTo>
                    <a:pt x="415731" y="274996"/>
                  </a:lnTo>
                  <a:lnTo>
                    <a:pt x="415454" y="274806"/>
                  </a:lnTo>
                  <a:lnTo>
                    <a:pt x="415346" y="274677"/>
                  </a:lnTo>
                  <a:lnTo>
                    <a:pt x="415139" y="274522"/>
                  </a:lnTo>
                  <a:lnTo>
                    <a:pt x="413787" y="273452"/>
                  </a:lnTo>
                  <a:lnTo>
                    <a:pt x="413435" y="273153"/>
                  </a:lnTo>
                  <a:lnTo>
                    <a:pt x="410461" y="271016"/>
                  </a:lnTo>
                  <a:lnTo>
                    <a:pt x="409288" y="270390"/>
                  </a:lnTo>
                  <a:lnTo>
                    <a:pt x="409123" y="270614"/>
                  </a:lnTo>
                  <a:lnTo>
                    <a:pt x="408822" y="270838"/>
                  </a:lnTo>
                  <a:lnTo>
                    <a:pt x="408583" y="270773"/>
                  </a:lnTo>
                  <a:lnTo>
                    <a:pt x="408295" y="270638"/>
                  </a:lnTo>
                  <a:lnTo>
                    <a:pt x="408066" y="270590"/>
                  </a:lnTo>
                  <a:lnTo>
                    <a:pt x="407862" y="270676"/>
                  </a:lnTo>
                  <a:lnTo>
                    <a:pt x="407661" y="270807"/>
                  </a:lnTo>
                  <a:lnTo>
                    <a:pt x="407586" y="270946"/>
                  </a:lnTo>
                  <a:lnTo>
                    <a:pt x="406561" y="271059"/>
                  </a:lnTo>
                  <a:lnTo>
                    <a:pt x="406212" y="270637"/>
                  </a:lnTo>
                  <a:lnTo>
                    <a:pt x="405674" y="270058"/>
                  </a:lnTo>
                  <a:lnTo>
                    <a:pt x="405532" y="270015"/>
                  </a:lnTo>
                  <a:lnTo>
                    <a:pt x="405203" y="269746"/>
                  </a:lnTo>
                  <a:lnTo>
                    <a:pt x="405066" y="269655"/>
                  </a:lnTo>
                  <a:lnTo>
                    <a:pt x="404524" y="269233"/>
                  </a:lnTo>
                  <a:lnTo>
                    <a:pt x="404233" y="268899"/>
                  </a:lnTo>
                  <a:lnTo>
                    <a:pt x="403235" y="266843"/>
                  </a:lnTo>
                  <a:lnTo>
                    <a:pt x="401072" y="263369"/>
                  </a:lnTo>
                  <a:lnTo>
                    <a:pt x="401026" y="263224"/>
                  </a:lnTo>
                  <a:lnTo>
                    <a:pt x="400968" y="262946"/>
                  </a:lnTo>
                  <a:lnTo>
                    <a:pt x="401040" y="261463"/>
                  </a:lnTo>
                  <a:lnTo>
                    <a:pt x="401104" y="261161"/>
                  </a:lnTo>
                  <a:lnTo>
                    <a:pt x="401176" y="260884"/>
                  </a:lnTo>
                  <a:lnTo>
                    <a:pt x="401408" y="260436"/>
                  </a:lnTo>
                  <a:lnTo>
                    <a:pt x="401609" y="260104"/>
                  </a:lnTo>
                  <a:lnTo>
                    <a:pt x="401824" y="259695"/>
                  </a:lnTo>
                  <a:lnTo>
                    <a:pt x="402117" y="259084"/>
                  </a:lnTo>
                  <a:lnTo>
                    <a:pt x="402766" y="258383"/>
                  </a:lnTo>
                  <a:lnTo>
                    <a:pt x="402631" y="258152"/>
                  </a:lnTo>
                  <a:lnTo>
                    <a:pt x="402550" y="258011"/>
                  </a:lnTo>
                  <a:lnTo>
                    <a:pt x="402438" y="257816"/>
                  </a:lnTo>
                  <a:lnTo>
                    <a:pt x="401993" y="257029"/>
                  </a:lnTo>
                  <a:lnTo>
                    <a:pt x="401805" y="256679"/>
                  </a:lnTo>
                  <a:lnTo>
                    <a:pt x="401697" y="256470"/>
                  </a:lnTo>
                  <a:lnTo>
                    <a:pt x="401609" y="256308"/>
                  </a:lnTo>
                  <a:lnTo>
                    <a:pt x="401523" y="256150"/>
                  </a:lnTo>
                  <a:lnTo>
                    <a:pt x="401373" y="255875"/>
                  </a:lnTo>
                  <a:lnTo>
                    <a:pt x="401071" y="255320"/>
                  </a:lnTo>
                  <a:lnTo>
                    <a:pt x="400883" y="254982"/>
                  </a:lnTo>
                  <a:lnTo>
                    <a:pt x="400789" y="254828"/>
                  </a:lnTo>
                  <a:lnTo>
                    <a:pt x="400605" y="254495"/>
                  </a:lnTo>
                  <a:lnTo>
                    <a:pt x="400512" y="254324"/>
                  </a:lnTo>
                  <a:lnTo>
                    <a:pt x="400404" y="254126"/>
                  </a:lnTo>
                  <a:lnTo>
                    <a:pt x="400311" y="253955"/>
                  </a:lnTo>
                  <a:lnTo>
                    <a:pt x="400182" y="253738"/>
                  </a:lnTo>
                  <a:lnTo>
                    <a:pt x="400035" y="253473"/>
                  </a:lnTo>
                  <a:lnTo>
                    <a:pt x="399883" y="253201"/>
                  </a:lnTo>
                  <a:lnTo>
                    <a:pt x="399671" y="252824"/>
                  </a:lnTo>
                  <a:lnTo>
                    <a:pt x="399416" y="252349"/>
                  </a:lnTo>
                  <a:lnTo>
                    <a:pt x="399331" y="252190"/>
                  </a:lnTo>
                  <a:lnTo>
                    <a:pt x="399243" y="252030"/>
                  </a:lnTo>
                  <a:lnTo>
                    <a:pt x="399144" y="251858"/>
                  </a:lnTo>
                  <a:lnTo>
                    <a:pt x="399035" y="251665"/>
                  </a:lnTo>
                  <a:lnTo>
                    <a:pt x="398854" y="251328"/>
                  </a:lnTo>
                  <a:lnTo>
                    <a:pt x="398774" y="251185"/>
                  </a:lnTo>
                  <a:lnTo>
                    <a:pt x="398652" y="250970"/>
                  </a:lnTo>
                  <a:lnTo>
                    <a:pt x="398425" y="250542"/>
                  </a:lnTo>
                  <a:lnTo>
                    <a:pt x="398351" y="250405"/>
                  </a:lnTo>
                  <a:lnTo>
                    <a:pt x="398175" y="250091"/>
                  </a:lnTo>
                  <a:lnTo>
                    <a:pt x="398086" y="249910"/>
                  </a:lnTo>
                  <a:lnTo>
                    <a:pt x="397788" y="249343"/>
                  </a:lnTo>
                  <a:lnTo>
                    <a:pt x="397650" y="248985"/>
                  </a:lnTo>
                  <a:lnTo>
                    <a:pt x="397496" y="248582"/>
                  </a:lnTo>
                  <a:lnTo>
                    <a:pt x="397426" y="248397"/>
                  </a:lnTo>
                  <a:lnTo>
                    <a:pt x="397257" y="247942"/>
                  </a:lnTo>
                  <a:lnTo>
                    <a:pt x="397152" y="247664"/>
                  </a:lnTo>
                  <a:lnTo>
                    <a:pt x="397013" y="247312"/>
                  </a:lnTo>
                  <a:lnTo>
                    <a:pt x="396916" y="247066"/>
                  </a:lnTo>
                  <a:lnTo>
                    <a:pt x="396728" y="246640"/>
                  </a:lnTo>
                  <a:lnTo>
                    <a:pt x="396649" y="246448"/>
                  </a:lnTo>
                  <a:lnTo>
                    <a:pt x="396490" y="246079"/>
                  </a:lnTo>
                  <a:lnTo>
                    <a:pt x="396395" y="245858"/>
                  </a:lnTo>
                  <a:lnTo>
                    <a:pt x="396287" y="245574"/>
                  </a:lnTo>
                  <a:lnTo>
                    <a:pt x="396244" y="245436"/>
                  </a:lnTo>
                  <a:lnTo>
                    <a:pt x="396164" y="245186"/>
                  </a:lnTo>
                  <a:lnTo>
                    <a:pt x="395993" y="244645"/>
                  </a:lnTo>
                  <a:lnTo>
                    <a:pt x="395821" y="244246"/>
                  </a:lnTo>
                  <a:lnTo>
                    <a:pt x="395750" y="244058"/>
                  </a:lnTo>
                  <a:lnTo>
                    <a:pt x="395610" y="243723"/>
                  </a:lnTo>
                  <a:lnTo>
                    <a:pt x="395407" y="243193"/>
                  </a:lnTo>
                  <a:lnTo>
                    <a:pt x="395279" y="242899"/>
                  </a:lnTo>
                  <a:lnTo>
                    <a:pt x="395176" y="242587"/>
                  </a:lnTo>
                  <a:lnTo>
                    <a:pt x="395114" y="242444"/>
                  </a:lnTo>
                  <a:lnTo>
                    <a:pt x="394921" y="241994"/>
                  </a:lnTo>
                  <a:lnTo>
                    <a:pt x="394769" y="241713"/>
                  </a:lnTo>
                  <a:lnTo>
                    <a:pt x="394659" y="241487"/>
                  </a:lnTo>
                  <a:lnTo>
                    <a:pt x="394549" y="241262"/>
                  </a:lnTo>
                  <a:lnTo>
                    <a:pt x="394446" y="241052"/>
                  </a:lnTo>
                  <a:lnTo>
                    <a:pt x="394370" y="240914"/>
                  </a:lnTo>
                  <a:lnTo>
                    <a:pt x="394202" y="240548"/>
                  </a:lnTo>
                  <a:lnTo>
                    <a:pt x="394139" y="240412"/>
                  </a:lnTo>
                  <a:lnTo>
                    <a:pt x="393845" y="239569"/>
                  </a:lnTo>
                  <a:lnTo>
                    <a:pt x="393816" y="239398"/>
                  </a:lnTo>
                  <a:lnTo>
                    <a:pt x="393677" y="238837"/>
                  </a:lnTo>
                  <a:lnTo>
                    <a:pt x="393635" y="238633"/>
                  </a:lnTo>
                  <a:lnTo>
                    <a:pt x="393527" y="238216"/>
                  </a:lnTo>
                  <a:lnTo>
                    <a:pt x="393507" y="238053"/>
                  </a:lnTo>
                  <a:lnTo>
                    <a:pt x="393507" y="237757"/>
                  </a:lnTo>
                  <a:lnTo>
                    <a:pt x="393483" y="237465"/>
                  </a:lnTo>
                  <a:lnTo>
                    <a:pt x="393425" y="237214"/>
                  </a:lnTo>
                  <a:lnTo>
                    <a:pt x="393298" y="236776"/>
                  </a:lnTo>
                  <a:lnTo>
                    <a:pt x="393215" y="236432"/>
                  </a:lnTo>
                  <a:lnTo>
                    <a:pt x="393159" y="236188"/>
                  </a:lnTo>
                  <a:lnTo>
                    <a:pt x="393046" y="235883"/>
                  </a:lnTo>
                  <a:lnTo>
                    <a:pt x="392972" y="235657"/>
                  </a:lnTo>
                  <a:lnTo>
                    <a:pt x="392502" y="234897"/>
                  </a:lnTo>
                  <a:lnTo>
                    <a:pt x="392332" y="234702"/>
                  </a:lnTo>
                  <a:lnTo>
                    <a:pt x="392112" y="234507"/>
                  </a:lnTo>
                  <a:lnTo>
                    <a:pt x="391682" y="233821"/>
                  </a:lnTo>
                  <a:lnTo>
                    <a:pt x="391465" y="233494"/>
                  </a:lnTo>
                  <a:lnTo>
                    <a:pt x="391366" y="233292"/>
                  </a:lnTo>
                  <a:lnTo>
                    <a:pt x="391135" y="232579"/>
                  </a:lnTo>
                  <a:lnTo>
                    <a:pt x="391104" y="232396"/>
                  </a:lnTo>
                  <a:lnTo>
                    <a:pt x="391065" y="232181"/>
                  </a:lnTo>
                  <a:lnTo>
                    <a:pt x="391025" y="231981"/>
                  </a:lnTo>
                  <a:lnTo>
                    <a:pt x="390968" y="231741"/>
                  </a:lnTo>
                  <a:lnTo>
                    <a:pt x="390869" y="231391"/>
                  </a:lnTo>
                  <a:lnTo>
                    <a:pt x="390793" y="231128"/>
                  </a:lnTo>
                  <a:lnTo>
                    <a:pt x="390487" y="230565"/>
                  </a:lnTo>
                  <a:lnTo>
                    <a:pt x="390373" y="230148"/>
                  </a:lnTo>
                  <a:lnTo>
                    <a:pt x="390292" y="229812"/>
                  </a:lnTo>
                  <a:lnTo>
                    <a:pt x="390053" y="229349"/>
                  </a:lnTo>
                  <a:lnTo>
                    <a:pt x="389818" y="228962"/>
                  </a:lnTo>
                  <a:lnTo>
                    <a:pt x="389532" y="228570"/>
                  </a:lnTo>
                  <a:lnTo>
                    <a:pt x="389417" y="228311"/>
                  </a:lnTo>
                  <a:lnTo>
                    <a:pt x="389192" y="227830"/>
                  </a:lnTo>
                  <a:lnTo>
                    <a:pt x="389002" y="227394"/>
                  </a:lnTo>
                  <a:lnTo>
                    <a:pt x="388953" y="227230"/>
                  </a:lnTo>
                  <a:lnTo>
                    <a:pt x="388817" y="226927"/>
                  </a:lnTo>
                  <a:lnTo>
                    <a:pt x="388695" y="226608"/>
                  </a:lnTo>
                  <a:lnTo>
                    <a:pt x="388606" y="226469"/>
                  </a:lnTo>
                  <a:lnTo>
                    <a:pt x="388461" y="226052"/>
                  </a:lnTo>
                  <a:lnTo>
                    <a:pt x="388402" y="225912"/>
                  </a:lnTo>
                  <a:lnTo>
                    <a:pt x="388343" y="225776"/>
                  </a:lnTo>
                  <a:lnTo>
                    <a:pt x="388298" y="224352"/>
                  </a:lnTo>
                  <a:lnTo>
                    <a:pt x="388292" y="224151"/>
                  </a:lnTo>
                  <a:lnTo>
                    <a:pt x="388270" y="223682"/>
                  </a:lnTo>
                  <a:lnTo>
                    <a:pt x="388291" y="223146"/>
                  </a:lnTo>
                  <a:lnTo>
                    <a:pt x="388264" y="222950"/>
                  </a:lnTo>
                  <a:lnTo>
                    <a:pt x="388246" y="222753"/>
                  </a:lnTo>
                  <a:lnTo>
                    <a:pt x="388217" y="222444"/>
                  </a:lnTo>
                  <a:lnTo>
                    <a:pt x="388217" y="222091"/>
                  </a:lnTo>
                  <a:lnTo>
                    <a:pt x="388184" y="221904"/>
                  </a:lnTo>
                  <a:lnTo>
                    <a:pt x="388135" y="221502"/>
                  </a:lnTo>
                  <a:lnTo>
                    <a:pt x="388138" y="220937"/>
                  </a:lnTo>
                  <a:lnTo>
                    <a:pt x="388100" y="220623"/>
                  </a:lnTo>
                  <a:lnTo>
                    <a:pt x="388067" y="220443"/>
                  </a:lnTo>
                  <a:lnTo>
                    <a:pt x="388049" y="220209"/>
                  </a:lnTo>
                  <a:lnTo>
                    <a:pt x="388062" y="219823"/>
                  </a:lnTo>
                  <a:lnTo>
                    <a:pt x="388075" y="219007"/>
                  </a:lnTo>
                  <a:lnTo>
                    <a:pt x="388034" y="218782"/>
                  </a:lnTo>
                  <a:lnTo>
                    <a:pt x="388013" y="218580"/>
                  </a:lnTo>
                  <a:lnTo>
                    <a:pt x="388000" y="218327"/>
                  </a:lnTo>
                  <a:lnTo>
                    <a:pt x="387997" y="218023"/>
                  </a:lnTo>
                  <a:lnTo>
                    <a:pt x="387955" y="217810"/>
                  </a:lnTo>
                  <a:lnTo>
                    <a:pt x="387921" y="217667"/>
                  </a:lnTo>
                  <a:lnTo>
                    <a:pt x="387834" y="217144"/>
                  </a:lnTo>
                  <a:lnTo>
                    <a:pt x="387734" y="216713"/>
                  </a:lnTo>
                  <a:lnTo>
                    <a:pt x="387653" y="216341"/>
                  </a:lnTo>
                  <a:lnTo>
                    <a:pt x="387553" y="215714"/>
                  </a:lnTo>
                  <a:lnTo>
                    <a:pt x="387554" y="215349"/>
                  </a:lnTo>
                  <a:lnTo>
                    <a:pt x="387563" y="215076"/>
                  </a:lnTo>
                  <a:lnTo>
                    <a:pt x="387570" y="214945"/>
                  </a:lnTo>
                  <a:lnTo>
                    <a:pt x="387591" y="214531"/>
                  </a:lnTo>
                  <a:lnTo>
                    <a:pt x="387608" y="214132"/>
                  </a:lnTo>
                  <a:lnTo>
                    <a:pt x="387595" y="213918"/>
                  </a:lnTo>
                  <a:lnTo>
                    <a:pt x="387632" y="213585"/>
                  </a:lnTo>
                  <a:lnTo>
                    <a:pt x="387599" y="213416"/>
                  </a:lnTo>
                  <a:lnTo>
                    <a:pt x="387537" y="213155"/>
                  </a:lnTo>
                  <a:lnTo>
                    <a:pt x="387508" y="212987"/>
                  </a:lnTo>
                  <a:lnTo>
                    <a:pt x="387552" y="212676"/>
                  </a:lnTo>
                  <a:lnTo>
                    <a:pt x="387450" y="212252"/>
                  </a:lnTo>
                  <a:lnTo>
                    <a:pt x="387396" y="212010"/>
                  </a:lnTo>
                  <a:lnTo>
                    <a:pt x="387359" y="211545"/>
                  </a:lnTo>
                  <a:lnTo>
                    <a:pt x="387311" y="211363"/>
                  </a:lnTo>
                  <a:lnTo>
                    <a:pt x="387221" y="211003"/>
                  </a:lnTo>
                  <a:lnTo>
                    <a:pt x="387172" y="210405"/>
                  </a:lnTo>
                  <a:lnTo>
                    <a:pt x="387165" y="210141"/>
                  </a:lnTo>
                  <a:lnTo>
                    <a:pt x="387132" y="209562"/>
                  </a:lnTo>
                  <a:lnTo>
                    <a:pt x="387066" y="209183"/>
                  </a:lnTo>
                  <a:lnTo>
                    <a:pt x="387046" y="209017"/>
                  </a:lnTo>
                  <a:lnTo>
                    <a:pt x="387021" y="208811"/>
                  </a:lnTo>
                  <a:lnTo>
                    <a:pt x="387014" y="208683"/>
                  </a:lnTo>
                  <a:lnTo>
                    <a:pt x="387013" y="208074"/>
                  </a:lnTo>
                  <a:lnTo>
                    <a:pt x="387052" y="207875"/>
                  </a:lnTo>
                  <a:lnTo>
                    <a:pt x="387050" y="207611"/>
                  </a:lnTo>
                  <a:lnTo>
                    <a:pt x="387012" y="207156"/>
                  </a:lnTo>
                  <a:lnTo>
                    <a:pt x="387002" y="206993"/>
                  </a:lnTo>
                  <a:lnTo>
                    <a:pt x="386964" y="206738"/>
                  </a:lnTo>
                  <a:lnTo>
                    <a:pt x="386940" y="206551"/>
                  </a:lnTo>
                  <a:lnTo>
                    <a:pt x="386950" y="206322"/>
                  </a:lnTo>
                  <a:lnTo>
                    <a:pt x="386864" y="203698"/>
                  </a:lnTo>
                  <a:lnTo>
                    <a:pt x="386858" y="203459"/>
                  </a:lnTo>
                  <a:lnTo>
                    <a:pt x="386853" y="203306"/>
                  </a:lnTo>
                  <a:lnTo>
                    <a:pt x="386764" y="202568"/>
                  </a:lnTo>
                  <a:lnTo>
                    <a:pt x="386676" y="202002"/>
                  </a:lnTo>
                  <a:lnTo>
                    <a:pt x="386509" y="201289"/>
                  </a:lnTo>
                  <a:lnTo>
                    <a:pt x="386563" y="200945"/>
                  </a:lnTo>
                  <a:lnTo>
                    <a:pt x="386601" y="199945"/>
                  </a:lnTo>
                  <a:lnTo>
                    <a:pt x="386530" y="199730"/>
                  </a:lnTo>
                  <a:lnTo>
                    <a:pt x="386445" y="199209"/>
                  </a:lnTo>
                  <a:lnTo>
                    <a:pt x="386475" y="198890"/>
                  </a:lnTo>
                  <a:lnTo>
                    <a:pt x="386488" y="198526"/>
                  </a:lnTo>
                  <a:lnTo>
                    <a:pt x="386493" y="198377"/>
                  </a:lnTo>
                  <a:lnTo>
                    <a:pt x="386513" y="197961"/>
                  </a:lnTo>
                  <a:lnTo>
                    <a:pt x="386645" y="197505"/>
                  </a:lnTo>
                  <a:lnTo>
                    <a:pt x="386758" y="197080"/>
                  </a:lnTo>
                  <a:lnTo>
                    <a:pt x="386832" y="196911"/>
                  </a:lnTo>
                  <a:lnTo>
                    <a:pt x="387072" y="196241"/>
                  </a:lnTo>
                  <a:lnTo>
                    <a:pt x="387059" y="195940"/>
                  </a:lnTo>
                  <a:lnTo>
                    <a:pt x="386981" y="195511"/>
                  </a:lnTo>
                  <a:lnTo>
                    <a:pt x="386911" y="194642"/>
                  </a:lnTo>
                  <a:lnTo>
                    <a:pt x="386826" y="193959"/>
                  </a:lnTo>
                  <a:lnTo>
                    <a:pt x="386605" y="193176"/>
                  </a:lnTo>
                  <a:lnTo>
                    <a:pt x="386455" y="192508"/>
                  </a:lnTo>
                  <a:lnTo>
                    <a:pt x="386409" y="192333"/>
                  </a:lnTo>
                  <a:lnTo>
                    <a:pt x="386366" y="192169"/>
                  </a:lnTo>
                  <a:lnTo>
                    <a:pt x="386344" y="191960"/>
                  </a:lnTo>
                  <a:lnTo>
                    <a:pt x="386298" y="191570"/>
                  </a:lnTo>
                  <a:lnTo>
                    <a:pt x="386229" y="191233"/>
                  </a:lnTo>
                  <a:lnTo>
                    <a:pt x="386341" y="190759"/>
                  </a:lnTo>
                  <a:lnTo>
                    <a:pt x="386260" y="190596"/>
                  </a:lnTo>
                  <a:lnTo>
                    <a:pt x="386081" y="190234"/>
                  </a:lnTo>
                  <a:lnTo>
                    <a:pt x="385754" y="189908"/>
                  </a:lnTo>
                  <a:lnTo>
                    <a:pt x="385640" y="189427"/>
                  </a:lnTo>
                  <a:lnTo>
                    <a:pt x="385530" y="188241"/>
                  </a:lnTo>
                  <a:lnTo>
                    <a:pt x="385495" y="187821"/>
                  </a:lnTo>
                  <a:lnTo>
                    <a:pt x="385472" y="187159"/>
                  </a:lnTo>
                  <a:lnTo>
                    <a:pt x="385335" y="186019"/>
                  </a:lnTo>
                  <a:lnTo>
                    <a:pt x="385332" y="185739"/>
                  </a:lnTo>
                  <a:lnTo>
                    <a:pt x="385275" y="185361"/>
                  </a:lnTo>
                  <a:lnTo>
                    <a:pt x="385259" y="185157"/>
                  </a:lnTo>
                  <a:lnTo>
                    <a:pt x="385225" y="184843"/>
                  </a:lnTo>
                  <a:lnTo>
                    <a:pt x="385213" y="184676"/>
                  </a:lnTo>
                  <a:lnTo>
                    <a:pt x="385149" y="184279"/>
                  </a:lnTo>
                  <a:lnTo>
                    <a:pt x="385219" y="184108"/>
                  </a:lnTo>
                  <a:lnTo>
                    <a:pt x="385238" y="183846"/>
                  </a:lnTo>
                  <a:lnTo>
                    <a:pt x="385265" y="183693"/>
                  </a:lnTo>
                  <a:lnTo>
                    <a:pt x="385238" y="183460"/>
                  </a:lnTo>
                  <a:lnTo>
                    <a:pt x="385000" y="182709"/>
                  </a:lnTo>
                  <a:lnTo>
                    <a:pt x="383126" y="181080"/>
                  </a:lnTo>
                  <a:lnTo>
                    <a:pt x="382697" y="180711"/>
                  </a:lnTo>
                  <a:lnTo>
                    <a:pt x="382432" y="180483"/>
                  </a:lnTo>
                  <a:lnTo>
                    <a:pt x="382027" y="180142"/>
                  </a:lnTo>
                  <a:lnTo>
                    <a:pt x="381593" y="179775"/>
                  </a:lnTo>
                  <a:lnTo>
                    <a:pt x="381010" y="179146"/>
                  </a:lnTo>
                  <a:lnTo>
                    <a:pt x="378871" y="172939"/>
                  </a:lnTo>
                  <a:lnTo>
                    <a:pt x="378488" y="172782"/>
                  </a:lnTo>
                  <a:lnTo>
                    <a:pt x="378239" y="172670"/>
                  </a:lnTo>
                  <a:lnTo>
                    <a:pt x="377866" y="172486"/>
                  </a:lnTo>
                  <a:lnTo>
                    <a:pt x="377700" y="172415"/>
                  </a:lnTo>
                  <a:lnTo>
                    <a:pt x="377526" y="172330"/>
                  </a:lnTo>
                  <a:lnTo>
                    <a:pt x="377344" y="172147"/>
                  </a:lnTo>
                  <a:lnTo>
                    <a:pt x="377277" y="171824"/>
                  </a:lnTo>
                  <a:lnTo>
                    <a:pt x="377231" y="171550"/>
                  </a:lnTo>
                  <a:lnTo>
                    <a:pt x="377202" y="171307"/>
                  </a:lnTo>
                  <a:lnTo>
                    <a:pt x="377184" y="171159"/>
                  </a:lnTo>
                  <a:lnTo>
                    <a:pt x="377255" y="170932"/>
                  </a:lnTo>
                  <a:lnTo>
                    <a:pt x="377204" y="170746"/>
                  </a:lnTo>
                  <a:lnTo>
                    <a:pt x="377165" y="170300"/>
                  </a:lnTo>
                  <a:lnTo>
                    <a:pt x="377095" y="170027"/>
                  </a:lnTo>
                  <a:lnTo>
                    <a:pt x="377050" y="169850"/>
                  </a:lnTo>
                  <a:lnTo>
                    <a:pt x="377004" y="169684"/>
                  </a:lnTo>
                  <a:lnTo>
                    <a:pt x="376956" y="169520"/>
                  </a:lnTo>
                  <a:lnTo>
                    <a:pt x="376881" y="169287"/>
                  </a:lnTo>
                  <a:lnTo>
                    <a:pt x="376830" y="169116"/>
                  </a:lnTo>
                  <a:lnTo>
                    <a:pt x="376751" y="168847"/>
                  </a:lnTo>
                  <a:lnTo>
                    <a:pt x="376702" y="168699"/>
                  </a:lnTo>
                  <a:lnTo>
                    <a:pt x="376623" y="168445"/>
                  </a:lnTo>
                  <a:lnTo>
                    <a:pt x="376531" y="168086"/>
                  </a:lnTo>
                  <a:lnTo>
                    <a:pt x="376433" y="167710"/>
                  </a:lnTo>
                  <a:lnTo>
                    <a:pt x="376376" y="167524"/>
                  </a:lnTo>
                  <a:lnTo>
                    <a:pt x="376315" y="167299"/>
                  </a:lnTo>
                  <a:lnTo>
                    <a:pt x="376273" y="166956"/>
                  </a:lnTo>
                  <a:lnTo>
                    <a:pt x="376213" y="166790"/>
                  </a:lnTo>
                  <a:lnTo>
                    <a:pt x="376166" y="166603"/>
                  </a:lnTo>
                  <a:lnTo>
                    <a:pt x="376136" y="166171"/>
                  </a:lnTo>
                  <a:lnTo>
                    <a:pt x="375820" y="165031"/>
                  </a:lnTo>
                  <a:lnTo>
                    <a:pt x="375763" y="164847"/>
                  </a:lnTo>
                  <a:lnTo>
                    <a:pt x="375659" y="164530"/>
                  </a:lnTo>
                  <a:lnTo>
                    <a:pt x="375602" y="164361"/>
                  </a:lnTo>
                  <a:lnTo>
                    <a:pt x="375521" y="163913"/>
                  </a:lnTo>
                  <a:lnTo>
                    <a:pt x="375494" y="163406"/>
                  </a:lnTo>
                  <a:lnTo>
                    <a:pt x="375458" y="163238"/>
                  </a:lnTo>
                  <a:lnTo>
                    <a:pt x="375421" y="163086"/>
                  </a:lnTo>
                  <a:lnTo>
                    <a:pt x="375373" y="162758"/>
                  </a:lnTo>
                  <a:lnTo>
                    <a:pt x="375297" y="162424"/>
                  </a:lnTo>
                  <a:lnTo>
                    <a:pt x="375188" y="161914"/>
                  </a:lnTo>
                  <a:lnTo>
                    <a:pt x="375158" y="161773"/>
                  </a:lnTo>
                  <a:lnTo>
                    <a:pt x="375127" y="161630"/>
                  </a:lnTo>
                  <a:lnTo>
                    <a:pt x="375048" y="161263"/>
                  </a:lnTo>
                  <a:lnTo>
                    <a:pt x="374640" y="160012"/>
                  </a:lnTo>
                  <a:lnTo>
                    <a:pt x="374610" y="159852"/>
                  </a:lnTo>
                  <a:lnTo>
                    <a:pt x="374431" y="159175"/>
                  </a:lnTo>
                  <a:lnTo>
                    <a:pt x="374330" y="158544"/>
                  </a:lnTo>
                  <a:lnTo>
                    <a:pt x="373745" y="157257"/>
                  </a:lnTo>
                  <a:lnTo>
                    <a:pt x="373556" y="156899"/>
                  </a:lnTo>
                  <a:lnTo>
                    <a:pt x="373243" y="156303"/>
                  </a:lnTo>
                  <a:lnTo>
                    <a:pt x="372905" y="155661"/>
                  </a:lnTo>
                  <a:lnTo>
                    <a:pt x="372836" y="155530"/>
                  </a:lnTo>
                  <a:lnTo>
                    <a:pt x="372516" y="154887"/>
                  </a:lnTo>
                  <a:lnTo>
                    <a:pt x="372210" y="154249"/>
                  </a:lnTo>
                  <a:lnTo>
                    <a:pt x="372137" y="154096"/>
                  </a:lnTo>
                  <a:lnTo>
                    <a:pt x="372061" y="153938"/>
                  </a:lnTo>
                  <a:lnTo>
                    <a:pt x="371950" y="153705"/>
                  </a:lnTo>
                  <a:lnTo>
                    <a:pt x="371786" y="153363"/>
                  </a:lnTo>
                  <a:lnTo>
                    <a:pt x="371692" y="153167"/>
                  </a:lnTo>
                  <a:lnTo>
                    <a:pt x="371508" y="152782"/>
                  </a:lnTo>
                  <a:lnTo>
                    <a:pt x="371372" y="152498"/>
                  </a:lnTo>
                  <a:lnTo>
                    <a:pt x="371169" y="152074"/>
                  </a:lnTo>
                  <a:lnTo>
                    <a:pt x="370592" y="151090"/>
                  </a:lnTo>
                  <a:lnTo>
                    <a:pt x="370280" y="151033"/>
                  </a:lnTo>
                  <a:lnTo>
                    <a:pt x="370067" y="151008"/>
                  </a:lnTo>
                  <a:lnTo>
                    <a:pt x="369784" y="150917"/>
                  </a:lnTo>
                  <a:lnTo>
                    <a:pt x="369651" y="150866"/>
                  </a:lnTo>
                  <a:lnTo>
                    <a:pt x="369491" y="150809"/>
                  </a:lnTo>
                  <a:lnTo>
                    <a:pt x="369344" y="150769"/>
                  </a:lnTo>
                  <a:lnTo>
                    <a:pt x="368825" y="150629"/>
                  </a:lnTo>
                  <a:lnTo>
                    <a:pt x="368552" y="150617"/>
                  </a:lnTo>
                  <a:lnTo>
                    <a:pt x="368106" y="150544"/>
                  </a:lnTo>
                  <a:lnTo>
                    <a:pt x="367814" y="150504"/>
                  </a:lnTo>
                  <a:lnTo>
                    <a:pt x="367396" y="150388"/>
                  </a:lnTo>
                  <a:lnTo>
                    <a:pt x="367037" y="150281"/>
                  </a:lnTo>
                  <a:lnTo>
                    <a:pt x="366698" y="150217"/>
                  </a:lnTo>
                  <a:lnTo>
                    <a:pt x="366440" y="150156"/>
                  </a:lnTo>
                  <a:lnTo>
                    <a:pt x="366030" y="149956"/>
                  </a:lnTo>
                  <a:lnTo>
                    <a:pt x="365878" y="149845"/>
                  </a:lnTo>
                  <a:lnTo>
                    <a:pt x="365701" y="149767"/>
                  </a:lnTo>
                  <a:lnTo>
                    <a:pt x="365182" y="149620"/>
                  </a:lnTo>
                  <a:lnTo>
                    <a:pt x="364870" y="149581"/>
                  </a:lnTo>
                  <a:lnTo>
                    <a:pt x="364710" y="149557"/>
                  </a:lnTo>
                  <a:lnTo>
                    <a:pt x="364449" y="149543"/>
                  </a:lnTo>
                  <a:lnTo>
                    <a:pt x="364187" y="149454"/>
                  </a:lnTo>
                  <a:lnTo>
                    <a:pt x="364002" y="149411"/>
                  </a:lnTo>
                  <a:lnTo>
                    <a:pt x="363431" y="149234"/>
                  </a:lnTo>
                  <a:lnTo>
                    <a:pt x="363146" y="149159"/>
                  </a:lnTo>
                  <a:lnTo>
                    <a:pt x="362858" y="149096"/>
                  </a:lnTo>
                  <a:lnTo>
                    <a:pt x="362590" y="149026"/>
                  </a:lnTo>
                  <a:lnTo>
                    <a:pt x="362356" y="148945"/>
                  </a:lnTo>
                  <a:lnTo>
                    <a:pt x="362210" y="148904"/>
                  </a:lnTo>
                  <a:lnTo>
                    <a:pt x="361899" y="148854"/>
                  </a:lnTo>
                  <a:lnTo>
                    <a:pt x="361199" y="148745"/>
                  </a:lnTo>
                  <a:lnTo>
                    <a:pt x="360704" y="148716"/>
                  </a:lnTo>
                  <a:lnTo>
                    <a:pt x="360543" y="148750"/>
                  </a:lnTo>
                  <a:lnTo>
                    <a:pt x="360388" y="148792"/>
                  </a:lnTo>
                  <a:lnTo>
                    <a:pt x="359919" y="148872"/>
                  </a:lnTo>
                  <a:lnTo>
                    <a:pt x="359754" y="148863"/>
                  </a:lnTo>
                  <a:lnTo>
                    <a:pt x="359602" y="148866"/>
                  </a:lnTo>
                  <a:lnTo>
                    <a:pt x="359294" y="148885"/>
                  </a:lnTo>
                  <a:lnTo>
                    <a:pt x="358953" y="148905"/>
                  </a:lnTo>
                  <a:lnTo>
                    <a:pt x="358526" y="148998"/>
                  </a:lnTo>
                  <a:lnTo>
                    <a:pt x="358257" y="149019"/>
                  </a:lnTo>
                  <a:lnTo>
                    <a:pt x="358118" y="149023"/>
                  </a:lnTo>
                  <a:lnTo>
                    <a:pt x="357925" y="149028"/>
                  </a:lnTo>
                  <a:lnTo>
                    <a:pt x="357733" y="149015"/>
                  </a:lnTo>
                  <a:lnTo>
                    <a:pt x="357208" y="149047"/>
                  </a:lnTo>
                  <a:lnTo>
                    <a:pt x="356923" y="149099"/>
                  </a:lnTo>
                  <a:lnTo>
                    <a:pt x="356337" y="149112"/>
                  </a:lnTo>
                  <a:lnTo>
                    <a:pt x="356158" y="149138"/>
                  </a:lnTo>
                  <a:lnTo>
                    <a:pt x="355561" y="149136"/>
                  </a:lnTo>
                  <a:lnTo>
                    <a:pt x="355219" y="149269"/>
                  </a:lnTo>
                  <a:lnTo>
                    <a:pt x="355041" y="149398"/>
                  </a:lnTo>
                  <a:lnTo>
                    <a:pt x="354849" y="149511"/>
                  </a:lnTo>
                  <a:lnTo>
                    <a:pt x="354492" y="149387"/>
                  </a:lnTo>
                  <a:lnTo>
                    <a:pt x="354252" y="149297"/>
                  </a:lnTo>
                  <a:lnTo>
                    <a:pt x="353443" y="149172"/>
                  </a:lnTo>
                  <a:lnTo>
                    <a:pt x="353271" y="149143"/>
                  </a:lnTo>
                  <a:lnTo>
                    <a:pt x="352727" y="148939"/>
                  </a:lnTo>
                  <a:lnTo>
                    <a:pt x="352395" y="149086"/>
                  </a:lnTo>
                  <a:lnTo>
                    <a:pt x="352469" y="149422"/>
                  </a:lnTo>
                  <a:lnTo>
                    <a:pt x="352487" y="149640"/>
                  </a:lnTo>
                  <a:lnTo>
                    <a:pt x="352521" y="149841"/>
                  </a:lnTo>
                  <a:lnTo>
                    <a:pt x="352583" y="149996"/>
                  </a:lnTo>
                  <a:lnTo>
                    <a:pt x="352681" y="150212"/>
                  </a:lnTo>
                  <a:lnTo>
                    <a:pt x="352835" y="150496"/>
                  </a:lnTo>
                  <a:lnTo>
                    <a:pt x="352925" y="150660"/>
                  </a:lnTo>
                  <a:lnTo>
                    <a:pt x="353145" y="150988"/>
                  </a:lnTo>
                  <a:lnTo>
                    <a:pt x="352389" y="160822"/>
                  </a:lnTo>
                  <a:lnTo>
                    <a:pt x="351487" y="161323"/>
                  </a:lnTo>
                  <a:lnTo>
                    <a:pt x="351060" y="161563"/>
                  </a:lnTo>
                  <a:lnTo>
                    <a:pt x="349811" y="162210"/>
                  </a:lnTo>
                  <a:lnTo>
                    <a:pt x="349013" y="162589"/>
                  </a:lnTo>
                  <a:lnTo>
                    <a:pt x="344758" y="166460"/>
                  </a:lnTo>
                  <a:lnTo>
                    <a:pt x="344600" y="166585"/>
                  </a:lnTo>
                  <a:lnTo>
                    <a:pt x="344319" y="166912"/>
                  </a:lnTo>
                  <a:lnTo>
                    <a:pt x="343005" y="161910"/>
                  </a:lnTo>
                  <a:lnTo>
                    <a:pt x="342298" y="162688"/>
                  </a:lnTo>
                  <a:lnTo>
                    <a:pt x="341689" y="163364"/>
                  </a:lnTo>
                  <a:lnTo>
                    <a:pt x="341483" y="163593"/>
                  </a:lnTo>
                  <a:lnTo>
                    <a:pt x="341300" y="163826"/>
                  </a:lnTo>
                  <a:lnTo>
                    <a:pt x="340957" y="164471"/>
                  </a:lnTo>
                  <a:lnTo>
                    <a:pt x="340809" y="164754"/>
                  </a:lnTo>
                  <a:lnTo>
                    <a:pt x="340399" y="165591"/>
                  </a:lnTo>
                  <a:lnTo>
                    <a:pt x="340267" y="165881"/>
                  </a:lnTo>
                  <a:lnTo>
                    <a:pt x="340207" y="166011"/>
                  </a:lnTo>
                  <a:lnTo>
                    <a:pt x="340103" y="166250"/>
                  </a:lnTo>
                  <a:lnTo>
                    <a:pt x="340004" y="166412"/>
                  </a:lnTo>
                  <a:lnTo>
                    <a:pt x="339868" y="166646"/>
                  </a:lnTo>
                  <a:lnTo>
                    <a:pt x="339745" y="166864"/>
                  </a:lnTo>
                  <a:lnTo>
                    <a:pt x="339666" y="166994"/>
                  </a:lnTo>
                  <a:lnTo>
                    <a:pt x="339553" y="167199"/>
                  </a:lnTo>
                  <a:lnTo>
                    <a:pt x="339441" y="167418"/>
                  </a:lnTo>
                  <a:lnTo>
                    <a:pt x="339288" y="167685"/>
                  </a:lnTo>
                  <a:lnTo>
                    <a:pt x="339158" y="167916"/>
                  </a:lnTo>
                  <a:lnTo>
                    <a:pt x="339053" y="168099"/>
                  </a:lnTo>
                  <a:lnTo>
                    <a:pt x="338935" y="168306"/>
                  </a:lnTo>
                  <a:lnTo>
                    <a:pt x="338850" y="168456"/>
                  </a:lnTo>
                  <a:lnTo>
                    <a:pt x="338770" y="168600"/>
                  </a:lnTo>
                  <a:lnTo>
                    <a:pt x="337639" y="172214"/>
                  </a:lnTo>
                  <a:lnTo>
                    <a:pt x="337738" y="172936"/>
                  </a:lnTo>
                  <a:lnTo>
                    <a:pt x="338277" y="187115"/>
                  </a:lnTo>
                  <a:lnTo>
                    <a:pt x="338112" y="187679"/>
                  </a:lnTo>
                  <a:lnTo>
                    <a:pt x="338321" y="197085"/>
                  </a:lnTo>
                  <a:lnTo>
                    <a:pt x="338405" y="197235"/>
                  </a:lnTo>
                  <a:lnTo>
                    <a:pt x="338443" y="197362"/>
                  </a:lnTo>
                  <a:lnTo>
                    <a:pt x="338430" y="197490"/>
                  </a:lnTo>
                  <a:lnTo>
                    <a:pt x="338402" y="197926"/>
                  </a:lnTo>
                  <a:lnTo>
                    <a:pt x="338327" y="198181"/>
                  </a:lnTo>
                  <a:lnTo>
                    <a:pt x="338325" y="198595"/>
                  </a:lnTo>
                  <a:lnTo>
                    <a:pt x="338054" y="198582"/>
                  </a:lnTo>
                  <a:lnTo>
                    <a:pt x="337785" y="198570"/>
                  </a:lnTo>
                  <a:lnTo>
                    <a:pt x="337629" y="198562"/>
                  </a:lnTo>
                  <a:lnTo>
                    <a:pt x="336669" y="198646"/>
                  </a:lnTo>
                  <a:lnTo>
                    <a:pt x="336095" y="198767"/>
                  </a:lnTo>
                  <a:lnTo>
                    <a:pt x="335727" y="198789"/>
                  </a:lnTo>
                  <a:lnTo>
                    <a:pt x="334658" y="198857"/>
                  </a:lnTo>
                  <a:lnTo>
                    <a:pt x="334159" y="198888"/>
                  </a:lnTo>
                  <a:lnTo>
                    <a:pt x="333821" y="198706"/>
                  </a:lnTo>
                  <a:lnTo>
                    <a:pt x="332363" y="197908"/>
                  </a:lnTo>
                  <a:lnTo>
                    <a:pt x="323686" y="192989"/>
                  </a:lnTo>
                  <a:lnTo>
                    <a:pt x="323490" y="193190"/>
                  </a:lnTo>
                  <a:lnTo>
                    <a:pt x="323177" y="193319"/>
                  </a:lnTo>
                  <a:lnTo>
                    <a:pt x="323032" y="193291"/>
                  </a:lnTo>
                  <a:lnTo>
                    <a:pt x="322867" y="193027"/>
                  </a:lnTo>
                  <a:lnTo>
                    <a:pt x="322992" y="192818"/>
                  </a:lnTo>
                  <a:lnTo>
                    <a:pt x="322898" y="192561"/>
                  </a:lnTo>
                  <a:lnTo>
                    <a:pt x="322862" y="192355"/>
                  </a:lnTo>
                  <a:lnTo>
                    <a:pt x="319597" y="190528"/>
                  </a:lnTo>
                  <a:lnTo>
                    <a:pt x="318661" y="190001"/>
                  </a:lnTo>
                  <a:lnTo>
                    <a:pt x="317770" y="189503"/>
                  </a:lnTo>
                  <a:lnTo>
                    <a:pt x="317508" y="189340"/>
                  </a:lnTo>
                  <a:lnTo>
                    <a:pt x="317302" y="189202"/>
                  </a:lnTo>
                  <a:lnTo>
                    <a:pt x="316630" y="188757"/>
                  </a:lnTo>
                  <a:lnTo>
                    <a:pt x="313671" y="186795"/>
                  </a:lnTo>
                  <a:lnTo>
                    <a:pt x="312444" y="185983"/>
                  </a:lnTo>
                  <a:lnTo>
                    <a:pt x="312134" y="185513"/>
                  </a:lnTo>
                  <a:lnTo>
                    <a:pt x="311948" y="185299"/>
                  </a:lnTo>
                  <a:lnTo>
                    <a:pt x="309699" y="184093"/>
                  </a:lnTo>
                  <a:lnTo>
                    <a:pt x="309434" y="183927"/>
                  </a:lnTo>
                  <a:lnTo>
                    <a:pt x="308953" y="183736"/>
                  </a:lnTo>
                  <a:lnTo>
                    <a:pt x="308816" y="183721"/>
                  </a:lnTo>
                  <a:lnTo>
                    <a:pt x="308605" y="183390"/>
                  </a:lnTo>
                  <a:lnTo>
                    <a:pt x="308897" y="183019"/>
                  </a:lnTo>
                  <a:lnTo>
                    <a:pt x="309035" y="182902"/>
                  </a:lnTo>
                  <a:lnTo>
                    <a:pt x="309210" y="182724"/>
                  </a:lnTo>
                  <a:lnTo>
                    <a:pt x="309338" y="182584"/>
                  </a:lnTo>
                  <a:lnTo>
                    <a:pt x="309447" y="182441"/>
                  </a:lnTo>
                  <a:lnTo>
                    <a:pt x="309757" y="182164"/>
                  </a:lnTo>
                  <a:lnTo>
                    <a:pt x="309897" y="182049"/>
                  </a:lnTo>
                  <a:lnTo>
                    <a:pt x="310025" y="181968"/>
                  </a:lnTo>
                  <a:lnTo>
                    <a:pt x="310131" y="181714"/>
                  </a:lnTo>
                  <a:lnTo>
                    <a:pt x="310126" y="181561"/>
                  </a:lnTo>
                  <a:lnTo>
                    <a:pt x="310121" y="181388"/>
                  </a:lnTo>
                  <a:lnTo>
                    <a:pt x="310076" y="181128"/>
                  </a:lnTo>
                  <a:lnTo>
                    <a:pt x="310050" y="180948"/>
                  </a:lnTo>
                  <a:lnTo>
                    <a:pt x="310045" y="180821"/>
                  </a:lnTo>
                  <a:lnTo>
                    <a:pt x="310081" y="180632"/>
                  </a:lnTo>
                  <a:lnTo>
                    <a:pt x="310106" y="180502"/>
                  </a:lnTo>
                  <a:lnTo>
                    <a:pt x="310032" y="180307"/>
                  </a:lnTo>
                  <a:lnTo>
                    <a:pt x="309877" y="180220"/>
                  </a:lnTo>
                  <a:lnTo>
                    <a:pt x="309699" y="180230"/>
                  </a:lnTo>
                  <a:lnTo>
                    <a:pt x="309452" y="180118"/>
                  </a:lnTo>
                  <a:lnTo>
                    <a:pt x="309332" y="179981"/>
                  </a:lnTo>
                  <a:lnTo>
                    <a:pt x="309289" y="179836"/>
                  </a:lnTo>
                  <a:lnTo>
                    <a:pt x="309294" y="179668"/>
                  </a:lnTo>
                  <a:lnTo>
                    <a:pt x="309429" y="174847"/>
                  </a:lnTo>
                  <a:lnTo>
                    <a:pt x="309359" y="174400"/>
                  </a:lnTo>
                  <a:lnTo>
                    <a:pt x="309333" y="174249"/>
                  </a:lnTo>
                  <a:lnTo>
                    <a:pt x="309096" y="173087"/>
                  </a:lnTo>
                  <a:lnTo>
                    <a:pt x="309053" y="172778"/>
                  </a:lnTo>
                  <a:lnTo>
                    <a:pt x="308742" y="172852"/>
                  </a:lnTo>
                  <a:lnTo>
                    <a:pt x="308591" y="172877"/>
                  </a:lnTo>
                  <a:lnTo>
                    <a:pt x="308353" y="172945"/>
                  </a:lnTo>
                  <a:lnTo>
                    <a:pt x="307653" y="173144"/>
                  </a:lnTo>
                  <a:lnTo>
                    <a:pt x="306362" y="173511"/>
                  </a:lnTo>
                  <a:lnTo>
                    <a:pt x="305561" y="173653"/>
                  </a:lnTo>
                  <a:lnTo>
                    <a:pt x="305021" y="173710"/>
                  </a:lnTo>
                  <a:lnTo>
                    <a:pt x="303991" y="173674"/>
                  </a:lnTo>
                  <a:lnTo>
                    <a:pt x="301948" y="173649"/>
                  </a:lnTo>
                  <a:lnTo>
                    <a:pt x="301179" y="173655"/>
                  </a:lnTo>
                  <a:lnTo>
                    <a:pt x="300849" y="173658"/>
                  </a:lnTo>
                  <a:lnTo>
                    <a:pt x="300304" y="173656"/>
                  </a:lnTo>
                  <a:lnTo>
                    <a:pt x="299007" y="173645"/>
                  </a:lnTo>
                  <a:lnTo>
                    <a:pt x="298019" y="173642"/>
                  </a:lnTo>
                  <a:lnTo>
                    <a:pt x="294897" y="174636"/>
                  </a:lnTo>
                  <a:lnTo>
                    <a:pt x="294674" y="174701"/>
                  </a:lnTo>
                  <a:lnTo>
                    <a:pt x="294095" y="174738"/>
                  </a:lnTo>
                  <a:lnTo>
                    <a:pt x="293540" y="174672"/>
                  </a:lnTo>
                  <a:lnTo>
                    <a:pt x="291185" y="173893"/>
                  </a:lnTo>
                  <a:lnTo>
                    <a:pt x="290965" y="173753"/>
                  </a:lnTo>
                  <a:lnTo>
                    <a:pt x="290786" y="173544"/>
                  </a:lnTo>
                  <a:lnTo>
                    <a:pt x="289379" y="171867"/>
                  </a:lnTo>
                  <a:lnTo>
                    <a:pt x="288734" y="171100"/>
                  </a:lnTo>
                  <a:lnTo>
                    <a:pt x="288596" y="170935"/>
                  </a:lnTo>
                  <a:lnTo>
                    <a:pt x="288272" y="170546"/>
                  </a:lnTo>
                  <a:lnTo>
                    <a:pt x="287704" y="170023"/>
                  </a:lnTo>
                  <a:lnTo>
                    <a:pt x="287107" y="169527"/>
                  </a:lnTo>
                  <a:lnTo>
                    <a:pt x="286876" y="169374"/>
                  </a:lnTo>
                  <a:lnTo>
                    <a:pt x="286661" y="169309"/>
                  </a:lnTo>
                  <a:lnTo>
                    <a:pt x="285400" y="169130"/>
                  </a:lnTo>
                  <a:lnTo>
                    <a:pt x="284565" y="168744"/>
                  </a:lnTo>
                  <a:lnTo>
                    <a:pt x="284429" y="168708"/>
                  </a:lnTo>
                  <a:lnTo>
                    <a:pt x="284268" y="168627"/>
                  </a:lnTo>
                  <a:lnTo>
                    <a:pt x="282509" y="164552"/>
                  </a:lnTo>
                  <a:lnTo>
                    <a:pt x="282497" y="164362"/>
                  </a:lnTo>
                  <a:lnTo>
                    <a:pt x="282417" y="164101"/>
                  </a:lnTo>
                  <a:lnTo>
                    <a:pt x="282408" y="163972"/>
                  </a:lnTo>
                  <a:lnTo>
                    <a:pt x="282475" y="163463"/>
                  </a:lnTo>
                  <a:lnTo>
                    <a:pt x="282500" y="163259"/>
                  </a:lnTo>
                  <a:lnTo>
                    <a:pt x="282521" y="163045"/>
                  </a:lnTo>
                  <a:lnTo>
                    <a:pt x="282543" y="162851"/>
                  </a:lnTo>
                  <a:lnTo>
                    <a:pt x="282564" y="162661"/>
                  </a:lnTo>
                  <a:lnTo>
                    <a:pt x="286515" y="153963"/>
                  </a:lnTo>
                  <a:lnTo>
                    <a:pt x="286558" y="153746"/>
                  </a:lnTo>
                  <a:lnTo>
                    <a:pt x="286563" y="153615"/>
                  </a:lnTo>
                  <a:lnTo>
                    <a:pt x="286451" y="153289"/>
                  </a:lnTo>
                  <a:lnTo>
                    <a:pt x="286352" y="153061"/>
                  </a:lnTo>
                  <a:lnTo>
                    <a:pt x="286108" y="152795"/>
                  </a:lnTo>
                  <a:lnTo>
                    <a:pt x="285798" y="152504"/>
                  </a:lnTo>
                  <a:lnTo>
                    <a:pt x="285441" y="152036"/>
                  </a:lnTo>
                  <a:lnTo>
                    <a:pt x="285368" y="151861"/>
                  </a:lnTo>
                  <a:lnTo>
                    <a:pt x="285316" y="151667"/>
                  </a:lnTo>
                  <a:lnTo>
                    <a:pt x="285346" y="151497"/>
                  </a:lnTo>
                  <a:lnTo>
                    <a:pt x="285371" y="150800"/>
                  </a:lnTo>
                  <a:lnTo>
                    <a:pt x="285245" y="150245"/>
                  </a:lnTo>
                  <a:lnTo>
                    <a:pt x="285216" y="150017"/>
                  </a:lnTo>
                  <a:lnTo>
                    <a:pt x="285120" y="149813"/>
                  </a:lnTo>
                  <a:lnTo>
                    <a:pt x="284969" y="149650"/>
                  </a:lnTo>
                  <a:lnTo>
                    <a:pt x="284761" y="149543"/>
                  </a:lnTo>
                  <a:lnTo>
                    <a:pt x="284558" y="149482"/>
                  </a:lnTo>
                  <a:lnTo>
                    <a:pt x="284344" y="149442"/>
                  </a:lnTo>
                  <a:lnTo>
                    <a:pt x="283923" y="149381"/>
                  </a:lnTo>
                  <a:lnTo>
                    <a:pt x="283497" y="149324"/>
                  </a:lnTo>
                  <a:lnTo>
                    <a:pt x="282880" y="149213"/>
                  </a:lnTo>
                  <a:lnTo>
                    <a:pt x="282483" y="149115"/>
                  </a:lnTo>
                  <a:lnTo>
                    <a:pt x="282005" y="149008"/>
                  </a:lnTo>
                  <a:lnTo>
                    <a:pt x="281501" y="148789"/>
                  </a:lnTo>
                  <a:lnTo>
                    <a:pt x="281070" y="148545"/>
                  </a:lnTo>
                  <a:lnTo>
                    <a:pt x="280565" y="148172"/>
                  </a:lnTo>
                  <a:lnTo>
                    <a:pt x="280207" y="147884"/>
                  </a:lnTo>
                  <a:lnTo>
                    <a:pt x="279931" y="147646"/>
                  </a:lnTo>
                  <a:lnTo>
                    <a:pt x="279547" y="147246"/>
                  </a:lnTo>
                  <a:lnTo>
                    <a:pt x="279262" y="146798"/>
                  </a:lnTo>
                  <a:lnTo>
                    <a:pt x="279013" y="146274"/>
                  </a:lnTo>
                  <a:lnTo>
                    <a:pt x="278931" y="146018"/>
                  </a:lnTo>
                  <a:lnTo>
                    <a:pt x="277783" y="144052"/>
                  </a:lnTo>
                  <a:lnTo>
                    <a:pt x="277784" y="143630"/>
                  </a:lnTo>
                  <a:lnTo>
                    <a:pt x="277314" y="141237"/>
                  </a:lnTo>
                  <a:lnTo>
                    <a:pt x="277652" y="140399"/>
                  </a:lnTo>
                  <a:lnTo>
                    <a:pt x="277728" y="140211"/>
                  </a:lnTo>
                  <a:lnTo>
                    <a:pt x="278091" y="138950"/>
                  </a:lnTo>
                  <a:lnTo>
                    <a:pt x="277934" y="138556"/>
                  </a:lnTo>
                  <a:lnTo>
                    <a:pt x="277861" y="138360"/>
                  </a:lnTo>
                  <a:lnTo>
                    <a:pt x="277785" y="138159"/>
                  </a:lnTo>
                  <a:lnTo>
                    <a:pt x="277656" y="137819"/>
                  </a:lnTo>
                  <a:lnTo>
                    <a:pt x="277475" y="137385"/>
                  </a:lnTo>
                  <a:lnTo>
                    <a:pt x="277339" y="137059"/>
                  </a:lnTo>
                  <a:lnTo>
                    <a:pt x="277267" y="136888"/>
                  </a:lnTo>
                  <a:lnTo>
                    <a:pt x="277193" y="136322"/>
                  </a:lnTo>
                  <a:lnTo>
                    <a:pt x="277151" y="136094"/>
                  </a:lnTo>
                  <a:lnTo>
                    <a:pt x="277107" y="135799"/>
                  </a:lnTo>
                  <a:lnTo>
                    <a:pt x="277076" y="135605"/>
                  </a:lnTo>
                  <a:lnTo>
                    <a:pt x="277037" y="135351"/>
                  </a:lnTo>
                  <a:lnTo>
                    <a:pt x="277005" y="135129"/>
                  </a:lnTo>
                  <a:lnTo>
                    <a:pt x="276952" y="134791"/>
                  </a:lnTo>
                  <a:lnTo>
                    <a:pt x="276900" y="134532"/>
                  </a:lnTo>
                  <a:lnTo>
                    <a:pt x="276843" y="134145"/>
                  </a:lnTo>
                  <a:lnTo>
                    <a:pt x="276798" y="133890"/>
                  </a:lnTo>
                  <a:lnTo>
                    <a:pt x="276615" y="133442"/>
                  </a:lnTo>
                  <a:lnTo>
                    <a:pt x="276348" y="133248"/>
                  </a:lnTo>
                  <a:lnTo>
                    <a:pt x="276082" y="133047"/>
                  </a:lnTo>
                  <a:lnTo>
                    <a:pt x="275693" y="132762"/>
                  </a:lnTo>
                  <a:lnTo>
                    <a:pt x="275115" y="132328"/>
                  </a:lnTo>
                  <a:lnTo>
                    <a:pt x="274934" y="132190"/>
                  </a:lnTo>
                  <a:lnTo>
                    <a:pt x="274438" y="131805"/>
                  </a:lnTo>
                  <a:lnTo>
                    <a:pt x="272501" y="128838"/>
                  </a:lnTo>
                  <a:lnTo>
                    <a:pt x="272514" y="128498"/>
                  </a:lnTo>
                  <a:lnTo>
                    <a:pt x="272527" y="128194"/>
                  </a:lnTo>
                  <a:lnTo>
                    <a:pt x="272538" y="128009"/>
                  </a:lnTo>
                  <a:lnTo>
                    <a:pt x="272548" y="127650"/>
                  </a:lnTo>
                  <a:lnTo>
                    <a:pt x="272562" y="127415"/>
                  </a:lnTo>
                  <a:lnTo>
                    <a:pt x="272568" y="126994"/>
                  </a:lnTo>
                  <a:lnTo>
                    <a:pt x="272586" y="126732"/>
                  </a:lnTo>
                  <a:lnTo>
                    <a:pt x="272596" y="126382"/>
                  </a:lnTo>
                  <a:lnTo>
                    <a:pt x="272601" y="126166"/>
                  </a:lnTo>
                  <a:lnTo>
                    <a:pt x="272609" y="125843"/>
                  </a:lnTo>
                  <a:lnTo>
                    <a:pt x="272640" y="125609"/>
                  </a:lnTo>
                  <a:lnTo>
                    <a:pt x="272645" y="125349"/>
                  </a:lnTo>
                  <a:lnTo>
                    <a:pt x="272662" y="125173"/>
                  </a:lnTo>
                  <a:lnTo>
                    <a:pt x="272686" y="124762"/>
                  </a:lnTo>
                  <a:lnTo>
                    <a:pt x="272722" y="124111"/>
                  </a:lnTo>
                  <a:lnTo>
                    <a:pt x="272870" y="123887"/>
                  </a:lnTo>
                  <a:lnTo>
                    <a:pt x="273165" y="123445"/>
                  </a:lnTo>
                  <a:lnTo>
                    <a:pt x="273423" y="123056"/>
                  </a:lnTo>
                  <a:lnTo>
                    <a:pt x="273728" y="122642"/>
                  </a:lnTo>
                  <a:lnTo>
                    <a:pt x="274472" y="121478"/>
                  </a:lnTo>
                  <a:lnTo>
                    <a:pt x="274652" y="120539"/>
                  </a:lnTo>
                  <a:lnTo>
                    <a:pt x="274731" y="120127"/>
                  </a:lnTo>
                  <a:lnTo>
                    <a:pt x="274810" y="119658"/>
                  </a:lnTo>
                  <a:lnTo>
                    <a:pt x="274839" y="119477"/>
                  </a:lnTo>
                  <a:lnTo>
                    <a:pt x="274890" y="119169"/>
                  </a:lnTo>
                  <a:lnTo>
                    <a:pt x="274911" y="119035"/>
                  </a:lnTo>
                  <a:lnTo>
                    <a:pt x="274932" y="118901"/>
                  </a:lnTo>
                  <a:lnTo>
                    <a:pt x="275170" y="117353"/>
                  </a:lnTo>
                  <a:lnTo>
                    <a:pt x="275392" y="115799"/>
                  </a:lnTo>
                  <a:lnTo>
                    <a:pt x="275429" y="115543"/>
                  </a:lnTo>
                  <a:lnTo>
                    <a:pt x="274807" y="114680"/>
                  </a:lnTo>
                  <a:lnTo>
                    <a:pt x="274432" y="114207"/>
                  </a:lnTo>
                  <a:lnTo>
                    <a:pt x="272565" y="111676"/>
                  </a:lnTo>
                  <a:lnTo>
                    <a:pt x="272001" y="110917"/>
                  </a:lnTo>
                  <a:lnTo>
                    <a:pt x="271747" y="110115"/>
                  </a:lnTo>
                  <a:lnTo>
                    <a:pt x="271501" y="109258"/>
                  </a:lnTo>
                  <a:lnTo>
                    <a:pt x="270861" y="107035"/>
                  </a:lnTo>
                  <a:lnTo>
                    <a:pt x="270568" y="106018"/>
                  </a:lnTo>
                  <a:lnTo>
                    <a:pt x="266071" y="104027"/>
                  </a:lnTo>
                  <a:lnTo>
                    <a:pt x="263908" y="103869"/>
                  </a:lnTo>
                  <a:lnTo>
                    <a:pt x="260408" y="102644"/>
                  </a:lnTo>
                  <a:lnTo>
                    <a:pt x="258665" y="99664"/>
                  </a:lnTo>
                  <a:lnTo>
                    <a:pt x="258073" y="98598"/>
                  </a:lnTo>
                  <a:lnTo>
                    <a:pt x="257946" y="98372"/>
                  </a:lnTo>
                  <a:lnTo>
                    <a:pt x="257799" y="98109"/>
                  </a:lnTo>
                  <a:lnTo>
                    <a:pt x="257807" y="97818"/>
                  </a:lnTo>
                  <a:lnTo>
                    <a:pt x="257818" y="97468"/>
                  </a:lnTo>
                  <a:lnTo>
                    <a:pt x="257816" y="97221"/>
                  </a:lnTo>
                  <a:lnTo>
                    <a:pt x="257819" y="96817"/>
                  </a:lnTo>
                  <a:lnTo>
                    <a:pt x="257316" y="96527"/>
                  </a:lnTo>
                  <a:lnTo>
                    <a:pt x="256733" y="96190"/>
                  </a:lnTo>
                  <a:lnTo>
                    <a:pt x="256624" y="95871"/>
                  </a:lnTo>
                  <a:lnTo>
                    <a:pt x="256437" y="95690"/>
                  </a:lnTo>
                  <a:lnTo>
                    <a:pt x="256152" y="95498"/>
                  </a:lnTo>
                  <a:lnTo>
                    <a:pt x="256077" y="95663"/>
                  </a:lnTo>
                  <a:lnTo>
                    <a:pt x="254109" y="94079"/>
                  </a:lnTo>
                  <a:lnTo>
                    <a:pt x="253706" y="93620"/>
                  </a:lnTo>
                  <a:lnTo>
                    <a:pt x="251738" y="91544"/>
                  </a:lnTo>
                  <a:lnTo>
                    <a:pt x="248205" y="89351"/>
                  </a:lnTo>
                  <a:lnTo>
                    <a:pt x="248008" y="89293"/>
                  </a:lnTo>
                  <a:lnTo>
                    <a:pt x="247741" y="89214"/>
                  </a:lnTo>
                  <a:lnTo>
                    <a:pt x="247340" y="89095"/>
                  </a:lnTo>
                  <a:lnTo>
                    <a:pt x="247212" y="89058"/>
                  </a:lnTo>
                  <a:lnTo>
                    <a:pt x="246753" y="88922"/>
                  </a:lnTo>
                  <a:lnTo>
                    <a:pt x="246400" y="88818"/>
                  </a:lnTo>
                  <a:lnTo>
                    <a:pt x="246109" y="88732"/>
                  </a:lnTo>
                  <a:lnTo>
                    <a:pt x="245824" y="88648"/>
                  </a:lnTo>
                  <a:lnTo>
                    <a:pt x="245519" y="88558"/>
                  </a:lnTo>
                  <a:lnTo>
                    <a:pt x="245299" y="88493"/>
                  </a:lnTo>
                  <a:lnTo>
                    <a:pt x="245095" y="88433"/>
                  </a:lnTo>
                  <a:lnTo>
                    <a:pt x="244947" y="88389"/>
                  </a:lnTo>
                  <a:lnTo>
                    <a:pt x="244768" y="88336"/>
                  </a:lnTo>
                  <a:lnTo>
                    <a:pt x="244483" y="88252"/>
                  </a:lnTo>
                  <a:lnTo>
                    <a:pt x="244197" y="88168"/>
                  </a:lnTo>
                  <a:lnTo>
                    <a:pt x="243963" y="88100"/>
                  </a:lnTo>
                  <a:lnTo>
                    <a:pt x="241586" y="86306"/>
                  </a:lnTo>
                  <a:lnTo>
                    <a:pt x="241434" y="86192"/>
                  </a:lnTo>
                  <a:lnTo>
                    <a:pt x="240983" y="85853"/>
                  </a:lnTo>
                  <a:lnTo>
                    <a:pt x="240618" y="85583"/>
                  </a:lnTo>
                  <a:lnTo>
                    <a:pt x="240390" y="85410"/>
                  </a:lnTo>
                  <a:lnTo>
                    <a:pt x="239460" y="84716"/>
                  </a:lnTo>
                  <a:lnTo>
                    <a:pt x="239065" y="84412"/>
                  </a:lnTo>
                  <a:lnTo>
                    <a:pt x="238771" y="84184"/>
                  </a:lnTo>
                  <a:lnTo>
                    <a:pt x="238252" y="83771"/>
                  </a:lnTo>
                  <a:lnTo>
                    <a:pt x="237700" y="83311"/>
                  </a:lnTo>
                  <a:lnTo>
                    <a:pt x="237595" y="82785"/>
                  </a:lnTo>
                  <a:lnTo>
                    <a:pt x="237147" y="82868"/>
                  </a:lnTo>
                  <a:lnTo>
                    <a:pt x="236771" y="82722"/>
                  </a:lnTo>
                  <a:lnTo>
                    <a:pt x="236534" y="82398"/>
                  </a:lnTo>
                  <a:lnTo>
                    <a:pt x="236284" y="82257"/>
                  </a:lnTo>
                  <a:lnTo>
                    <a:pt x="235954" y="82089"/>
                  </a:lnTo>
                  <a:lnTo>
                    <a:pt x="235466" y="81809"/>
                  </a:lnTo>
                  <a:lnTo>
                    <a:pt x="234672" y="81070"/>
                  </a:lnTo>
                  <a:lnTo>
                    <a:pt x="234519" y="80724"/>
                  </a:lnTo>
                  <a:lnTo>
                    <a:pt x="234536" y="80536"/>
                  </a:lnTo>
                  <a:lnTo>
                    <a:pt x="234264" y="80418"/>
                  </a:lnTo>
                  <a:lnTo>
                    <a:pt x="233664" y="80448"/>
                  </a:lnTo>
                  <a:lnTo>
                    <a:pt x="232548" y="79813"/>
                  </a:lnTo>
                  <a:lnTo>
                    <a:pt x="232248" y="79413"/>
                  </a:lnTo>
                  <a:lnTo>
                    <a:pt x="231299" y="79264"/>
                  </a:lnTo>
                  <a:lnTo>
                    <a:pt x="227720" y="76360"/>
                  </a:lnTo>
                  <a:lnTo>
                    <a:pt x="226089" y="75092"/>
                  </a:lnTo>
                  <a:lnTo>
                    <a:pt x="224944" y="74218"/>
                  </a:lnTo>
                  <a:lnTo>
                    <a:pt x="224256" y="73676"/>
                  </a:lnTo>
                  <a:lnTo>
                    <a:pt x="223776" y="73396"/>
                  </a:lnTo>
                  <a:lnTo>
                    <a:pt x="221757" y="72695"/>
                  </a:lnTo>
                  <a:lnTo>
                    <a:pt x="221804" y="72192"/>
                  </a:lnTo>
                  <a:lnTo>
                    <a:pt x="221906" y="71109"/>
                  </a:lnTo>
                  <a:lnTo>
                    <a:pt x="221307" y="70323"/>
                  </a:lnTo>
                  <a:lnTo>
                    <a:pt x="221103" y="69802"/>
                  </a:lnTo>
                  <a:lnTo>
                    <a:pt x="221107" y="69592"/>
                  </a:lnTo>
                  <a:lnTo>
                    <a:pt x="221088" y="69310"/>
                  </a:lnTo>
                  <a:lnTo>
                    <a:pt x="220959" y="68856"/>
                  </a:lnTo>
                  <a:lnTo>
                    <a:pt x="220158" y="68131"/>
                  </a:lnTo>
                  <a:lnTo>
                    <a:pt x="219977" y="68100"/>
                  </a:lnTo>
                  <a:lnTo>
                    <a:pt x="219651" y="67981"/>
                  </a:lnTo>
                  <a:lnTo>
                    <a:pt x="219713" y="67314"/>
                  </a:lnTo>
                  <a:lnTo>
                    <a:pt x="219587" y="67178"/>
                  </a:lnTo>
                  <a:lnTo>
                    <a:pt x="219389" y="66454"/>
                  </a:lnTo>
                  <a:lnTo>
                    <a:pt x="219280" y="66061"/>
                  </a:lnTo>
                  <a:lnTo>
                    <a:pt x="219231" y="65538"/>
                  </a:lnTo>
                  <a:lnTo>
                    <a:pt x="219132" y="65253"/>
                  </a:lnTo>
                  <a:lnTo>
                    <a:pt x="219071" y="64913"/>
                  </a:lnTo>
                  <a:lnTo>
                    <a:pt x="219176" y="64533"/>
                  </a:lnTo>
                  <a:lnTo>
                    <a:pt x="219239" y="64158"/>
                  </a:lnTo>
                  <a:lnTo>
                    <a:pt x="219342" y="64008"/>
                  </a:lnTo>
                  <a:lnTo>
                    <a:pt x="218908" y="63123"/>
                  </a:lnTo>
                  <a:lnTo>
                    <a:pt x="218566" y="62918"/>
                  </a:lnTo>
                  <a:lnTo>
                    <a:pt x="218189" y="62871"/>
                  </a:lnTo>
                  <a:lnTo>
                    <a:pt x="217228" y="62733"/>
                  </a:lnTo>
                  <a:lnTo>
                    <a:pt x="216288" y="62614"/>
                  </a:lnTo>
                  <a:lnTo>
                    <a:pt x="215983" y="62578"/>
                  </a:lnTo>
                  <a:lnTo>
                    <a:pt x="215761" y="62521"/>
                  </a:lnTo>
                  <a:lnTo>
                    <a:pt x="215343" y="62417"/>
                  </a:lnTo>
                  <a:lnTo>
                    <a:pt x="215035" y="62339"/>
                  </a:lnTo>
                  <a:lnTo>
                    <a:pt x="214807" y="62283"/>
                  </a:lnTo>
                  <a:lnTo>
                    <a:pt x="214367" y="62171"/>
                  </a:lnTo>
                  <a:lnTo>
                    <a:pt x="213803" y="62012"/>
                  </a:lnTo>
                  <a:lnTo>
                    <a:pt x="213362" y="61895"/>
                  </a:lnTo>
                  <a:lnTo>
                    <a:pt x="212707" y="61731"/>
                  </a:lnTo>
                  <a:lnTo>
                    <a:pt x="212228" y="61606"/>
                  </a:lnTo>
                  <a:lnTo>
                    <a:pt x="211201" y="61333"/>
                  </a:lnTo>
                  <a:lnTo>
                    <a:pt x="210348" y="61199"/>
                  </a:lnTo>
                  <a:lnTo>
                    <a:pt x="208989" y="60950"/>
                  </a:lnTo>
                  <a:lnTo>
                    <a:pt x="208353" y="60830"/>
                  </a:lnTo>
                  <a:lnTo>
                    <a:pt x="207635" y="60400"/>
                  </a:lnTo>
                  <a:lnTo>
                    <a:pt x="207183" y="60128"/>
                  </a:lnTo>
                  <a:lnTo>
                    <a:pt x="206631" y="59797"/>
                  </a:lnTo>
                  <a:lnTo>
                    <a:pt x="206354" y="59630"/>
                  </a:lnTo>
                  <a:lnTo>
                    <a:pt x="206091" y="59473"/>
                  </a:lnTo>
                  <a:lnTo>
                    <a:pt x="205627" y="59195"/>
                  </a:lnTo>
                  <a:lnTo>
                    <a:pt x="205089" y="58872"/>
                  </a:lnTo>
                  <a:lnTo>
                    <a:pt x="204497" y="58517"/>
                  </a:lnTo>
                  <a:lnTo>
                    <a:pt x="204171" y="58322"/>
                  </a:lnTo>
                  <a:lnTo>
                    <a:pt x="203877" y="58145"/>
                  </a:lnTo>
                  <a:lnTo>
                    <a:pt x="202592" y="57375"/>
                  </a:lnTo>
                  <a:lnTo>
                    <a:pt x="201749" y="56869"/>
                  </a:lnTo>
                  <a:lnTo>
                    <a:pt x="201490" y="56714"/>
                  </a:lnTo>
                  <a:lnTo>
                    <a:pt x="200910" y="56366"/>
                  </a:lnTo>
                  <a:lnTo>
                    <a:pt x="200326" y="56015"/>
                  </a:lnTo>
                  <a:lnTo>
                    <a:pt x="199666" y="55620"/>
                  </a:lnTo>
                  <a:lnTo>
                    <a:pt x="199249" y="55369"/>
                  </a:lnTo>
                  <a:lnTo>
                    <a:pt x="198766" y="55080"/>
                  </a:lnTo>
                  <a:lnTo>
                    <a:pt x="198324" y="54815"/>
                  </a:lnTo>
                  <a:lnTo>
                    <a:pt x="198010" y="54626"/>
                  </a:lnTo>
                  <a:lnTo>
                    <a:pt x="197601" y="54381"/>
                  </a:lnTo>
                  <a:lnTo>
                    <a:pt x="194946" y="53282"/>
                  </a:lnTo>
                  <a:lnTo>
                    <a:pt x="192379" y="52219"/>
                  </a:lnTo>
                  <a:lnTo>
                    <a:pt x="189632" y="50348"/>
                  </a:lnTo>
                  <a:lnTo>
                    <a:pt x="187245" y="48722"/>
                  </a:lnTo>
                  <a:lnTo>
                    <a:pt x="187619" y="48097"/>
                  </a:lnTo>
                  <a:lnTo>
                    <a:pt x="187769" y="47857"/>
                  </a:lnTo>
                  <a:lnTo>
                    <a:pt x="187328" y="47466"/>
                  </a:lnTo>
                  <a:lnTo>
                    <a:pt x="186794" y="46998"/>
                  </a:lnTo>
                  <a:lnTo>
                    <a:pt x="186621" y="46851"/>
                  </a:lnTo>
                  <a:lnTo>
                    <a:pt x="185974" y="46275"/>
                  </a:lnTo>
                  <a:lnTo>
                    <a:pt x="185409" y="45770"/>
                  </a:lnTo>
                  <a:lnTo>
                    <a:pt x="184428" y="44905"/>
                  </a:lnTo>
                  <a:lnTo>
                    <a:pt x="185030" y="41178"/>
                  </a:lnTo>
                  <a:lnTo>
                    <a:pt x="184912" y="40903"/>
                  </a:lnTo>
                  <a:lnTo>
                    <a:pt x="184425" y="39765"/>
                  </a:lnTo>
                  <a:lnTo>
                    <a:pt x="184585" y="39427"/>
                  </a:lnTo>
                  <a:lnTo>
                    <a:pt x="184482" y="38801"/>
                  </a:lnTo>
                  <a:lnTo>
                    <a:pt x="184425" y="38353"/>
                  </a:lnTo>
                  <a:lnTo>
                    <a:pt x="183780" y="37766"/>
                  </a:lnTo>
                  <a:lnTo>
                    <a:pt x="183311" y="37331"/>
                  </a:lnTo>
                  <a:lnTo>
                    <a:pt x="182889" y="36786"/>
                  </a:lnTo>
                  <a:lnTo>
                    <a:pt x="182379" y="36109"/>
                  </a:lnTo>
                  <a:lnTo>
                    <a:pt x="182200" y="35877"/>
                  </a:lnTo>
                  <a:lnTo>
                    <a:pt x="182190" y="35555"/>
                  </a:lnTo>
                  <a:lnTo>
                    <a:pt x="182191" y="35294"/>
                  </a:lnTo>
                  <a:lnTo>
                    <a:pt x="182132" y="34957"/>
                  </a:lnTo>
                  <a:lnTo>
                    <a:pt x="181417" y="34218"/>
                  </a:lnTo>
                  <a:lnTo>
                    <a:pt x="181022" y="33810"/>
                  </a:lnTo>
                  <a:lnTo>
                    <a:pt x="180244" y="32999"/>
                  </a:lnTo>
                  <a:lnTo>
                    <a:pt x="179315" y="32043"/>
                  </a:lnTo>
                  <a:lnTo>
                    <a:pt x="178759" y="31394"/>
                  </a:lnTo>
                  <a:lnTo>
                    <a:pt x="177184" y="30995"/>
                  </a:lnTo>
                  <a:lnTo>
                    <a:pt x="177095" y="30718"/>
                  </a:lnTo>
                  <a:lnTo>
                    <a:pt x="177019" y="30481"/>
                  </a:lnTo>
                  <a:lnTo>
                    <a:pt x="176930" y="30206"/>
                  </a:lnTo>
                  <a:lnTo>
                    <a:pt x="176876" y="30046"/>
                  </a:lnTo>
                  <a:lnTo>
                    <a:pt x="176808" y="29830"/>
                  </a:lnTo>
                  <a:lnTo>
                    <a:pt x="176719" y="29555"/>
                  </a:lnTo>
                  <a:lnTo>
                    <a:pt x="176642" y="29323"/>
                  </a:lnTo>
                  <a:lnTo>
                    <a:pt x="176528" y="29120"/>
                  </a:lnTo>
                  <a:lnTo>
                    <a:pt x="176403" y="28893"/>
                  </a:lnTo>
                  <a:lnTo>
                    <a:pt x="176281" y="28674"/>
                  </a:lnTo>
                  <a:lnTo>
                    <a:pt x="176200" y="28532"/>
                  </a:lnTo>
                  <a:lnTo>
                    <a:pt x="176105" y="28361"/>
                  </a:lnTo>
                  <a:lnTo>
                    <a:pt x="175960" y="28260"/>
                  </a:lnTo>
                  <a:lnTo>
                    <a:pt x="175767" y="28122"/>
                  </a:lnTo>
                  <a:lnTo>
                    <a:pt x="175602" y="28003"/>
                  </a:lnTo>
                  <a:lnTo>
                    <a:pt x="175334" y="27763"/>
                  </a:lnTo>
                  <a:lnTo>
                    <a:pt x="175182" y="27601"/>
                  </a:lnTo>
                  <a:lnTo>
                    <a:pt x="175057" y="27466"/>
                  </a:lnTo>
                  <a:lnTo>
                    <a:pt x="174937" y="27333"/>
                  </a:lnTo>
                  <a:lnTo>
                    <a:pt x="174752" y="27143"/>
                  </a:lnTo>
                  <a:lnTo>
                    <a:pt x="174515" y="26901"/>
                  </a:lnTo>
                  <a:lnTo>
                    <a:pt x="174078" y="26385"/>
                  </a:lnTo>
                  <a:lnTo>
                    <a:pt x="173932" y="26336"/>
                  </a:lnTo>
                  <a:lnTo>
                    <a:pt x="173787" y="26282"/>
                  </a:lnTo>
                  <a:lnTo>
                    <a:pt x="173602" y="26219"/>
                  </a:lnTo>
                  <a:lnTo>
                    <a:pt x="173398" y="26145"/>
                  </a:lnTo>
                  <a:lnTo>
                    <a:pt x="173238" y="26087"/>
                  </a:lnTo>
                  <a:lnTo>
                    <a:pt x="173075" y="26028"/>
                  </a:lnTo>
                  <a:lnTo>
                    <a:pt x="172673" y="25883"/>
                  </a:lnTo>
                  <a:lnTo>
                    <a:pt x="172520" y="25830"/>
                  </a:lnTo>
                  <a:lnTo>
                    <a:pt x="172322" y="25761"/>
                  </a:lnTo>
                  <a:lnTo>
                    <a:pt x="172164" y="25702"/>
                  </a:lnTo>
                  <a:lnTo>
                    <a:pt x="171945" y="25626"/>
                  </a:lnTo>
                  <a:lnTo>
                    <a:pt x="171767" y="25529"/>
                  </a:lnTo>
                  <a:lnTo>
                    <a:pt x="171573" y="25425"/>
                  </a:lnTo>
                  <a:lnTo>
                    <a:pt x="171436" y="25351"/>
                  </a:lnTo>
                  <a:lnTo>
                    <a:pt x="171210" y="25130"/>
                  </a:lnTo>
                  <a:lnTo>
                    <a:pt x="170294" y="25112"/>
                  </a:lnTo>
                  <a:lnTo>
                    <a:pt x="169955" y="25140"/>
                  </a:lnTo>
                  <a:lnTo>
                    <a:pt x="169815" y="25010"/>
                  </a:lnTo>
                  <a:lnTo>
                    <a:pt x="169734" y="24830"/>
                  </a:lnTo>
                  <a:lnTo>
                    <a:pt x="169716" y="24440"/>
                  </a:lnTo>
                  <a:lnTo>
                    <a:pt x="169767" y="24178"/>
                  </a:lnTo>
                  <a:lnTo>
                    <a:pt x="169675" y="23926"/>
                  </a:lnTo>
                  <a:lnTo>
                    <a:pt x="169690" y="23634"/>
                  </a:lnTo>
                  <a:lnTo>
                    <a:pt x="169693" y="23477"/>
                  </a:lnTo>
                  <a:lnTo>
                    <a:pt x="168853" y="23386"/>
                  </a:lnTo>
                  <a:lnTo>
                    <a:pt x="168194" y="23326"/>
                  </a:lnTo>
                  <a:lnTo>
                    <a:pt x="167319" y="22891"/>
                  </a:lnTo>
                  <a:lnTo>
                    <a:pt x="165840" y="22160"/>
                  </a:lnTo>
                  <a:lnTo>
                    <a:pt x="165693" y="22168"/>
                  </a:lnTo>
                  <a:lnTo>
                    <a:pt x="165380" y="22193"/>
                  </a:lnTo>
                  <a:lnTo>
                    <a:pt x="165171" y="22295"/>
                  </a:lnTo>
                  <a:lnTo>
                    <a:pt x="164678" y="22534"/>
                  </a:lnTo>
                  <a:lnTo>
                    <a:pt x="164008" y="22858"/>
                  </a:lnTo>
                  <a:lnTo>
                    <a:pt x="163622" y="22850"/>
                  </a:lnTo>
                  <a:lnTo>
                    <a:pt x="163398" y="22776"/>
                  </a:lnTo>
                  <a:lnTo>
                    <a:pt x="162980" y="22636"/>
                  </a:lnTo>
                  <a:lnTo>
                    <a:pt x="162797" y="22575"/>
                  </a:lnTo>
                  <a:lnTo>
                    <a:pt x="162403" y="22550"/>
                  </a:lnTo>
                  <a:lnTo>
                    <a:pt x="162265" y="22534"/>
                  </a:lnTo>
                  <a:lnTo>
                    <a:pt x="162138" y="22514"/>
                  </a:lnTo>
                  <a:lnTo>
                    <a:pt x="161863" y="22473"/>
                  </a:lnTo>
                  <a:lnTo>
                    <a:pt x="161627" y="22384"/>
                  </a:lnTo>
                  <a:lnTo>
                    <a:pt x="161276" y="22252"/>
                  </a:lnTo>
                  <a:lnTo>
                    <a:pt x="161108" y="22188"/>
                  </a:lnTo>
                  <a:lnTo>
                    <a:pt x="160845" y="22033"/>
                  </a:lnTo>
                  <a:lnTo>
                    <a:pt x="160683" y="21908"/>
                  </a:lnTo>
                  <a:lnTo>
                    <a:pt x="160553" y="21812"/>
                  </a:lnTo>
                  <a:lnTo>
                    <a:pt x="160387" y="21455"/>
                  </a:lnTo>
                  <a:lnTo>
                    <a:pt x="160212" y="21071"/>
                  </a:lnTo>
                  <a:lnTo>
                    <a:pt x="159894" y="20382"/>
                  </a:lnTo>
                  <a:lnTo>
                    <a:pt x="159820" y="20244"/>
                  </a:lnTo>
                  <a:lnTo>
                    <a:pt x="159438" y="19766"/>
                  </a:lnTo>
                  <a:lnTo>
                    <a:pt x="159151" y="19578"/>
                  </a:lnTo>
                  <a:lnTo>
                    <a:pt x="158825" y="19466"/>
                  </a:lnTo>
                  <a:lnTo>
                    <a:pt x="158522" y="19361"/>
                  </a:lnTo>
                  <a:lnTo>
                    <a:pt x="158364" y="19308"/>
                  </a:lnTo>
                  <a:lnTo>
                    <a:pt x="150929" y="13071"/>
                  </a:lnTo>
                  <a:lnTo>
                    <a:pt x="150822" y="12781"/>
                  </a:lnTo>
                  <a:lnTo>
                    <a:pt x="150230" y="11165"/>
                  </a:lnTo>
                  <a:lnTo>
                    <a:pt x="149805" y="10356"/>
                  </a:lnTo>
                  <a:lnTo>
                    <a:pt x="144367" y="0"/>
                  </a:lnTo>
                  <a:lnTo>
                    <a:pt x="138703" y="2346"/>
                  </a:lnTo>
                  <a:lnTo>
                    <a:pt x="135899" y="4285"/>
                  </a:lnTo>
                  <a:lnTo>
                    <a:pt x="130298" y="9336"/>
                  </a:lnTo>
                  <a:lnTo>
                    <a:pt x="133670" y="10923"/>
                  </a:lnTo>
                  <a:lnTo>
                    <a:pt x="139039" y="16114"/>
                  </a:lnTo>
                  <a:lnTo>
                    <a:pt x="138484" y="16924"/>
                  </a:lnTo>
                  <a:lnTo>
                    <a:pt x="137469" y="18400"/>
                  </a:lnTo>
                  <a:lnTo>
                    <a:pt x="136764" y="19427"/>
                  </a:lnTo>
                  <a:lnTo>
                    <a:pt x="136352" y="20023"/>
                  </a:lnTo>
                  <a:lnTo>
                    <a:pt x="136100" y="20392"/>
                  </a:lnTo>
                  <a:lnTo>
                    <a:pt x="136021" y="20562"/>
                  </a:lnTo>
                  <a:lnTo>
                    <a:pt x="135932" y="20728"/>
                  </a:lnTo>
                  <a:lnTo>
                    <a:pt x="135685" y="21188"/>
                  </a:lnTo>
                  <a:lnTo>
                    <a:pt x="135135" y="22211"/>
                  </a:lnTo>
                  <a:lnTo>
                    <a:pt x="134845" y="22756"/>
                  </a:lnTo>
                  <a:lnTo>
                    <a:pt x="134718" y="22712"/>
                  </a:lnTo>
                  <a:lnTo>
                    <a:pt x="134367" y="22595"/>
                  </a:lnTo>
                  <a:lnTo>
                    <a:pt x="133738" y="22382"/>
                  </a:lnTo>
                  <a:lnTo>
                    <a:pt x="133423" y="22280"/>
                  </a:lnTo>
                  <a:lnTo>
                    <a:pt x="133120" y="22272"/>
                  </a:lnTo>
                  <a:lnTo>
                    <a:pt x="132517" y="22254"/>
                  </a:lnTo>
                  <a:lnTo>
                    <a:pt x="131957" y="22242"/>
                  </a:lnTo>
                  <a:lnTo>
                    <a:pt x="131344" y="22224"/>
                  </a:lnTo>
                  <a:lnTo>
                    <a:pt x="130937" y="22214"/>
                  </a:lnTo>
                  <a:lnTo>
                    <a:pt x="130888" y="22346"/>
                  </a:lnTo>
                  <a:lnTo>
                    <a:pt x="130878" y="22593"/>
                  </a:lnTo>
                  <a:lnTo>
                    <a:pt x="130726" y="22603"/>
                  </a:lnTo>
                  <a:lnTo>
                    <a:pt x="130522" y="22735"/>
                  </a:lnTo>
                  <a:lnTo>
                    <a:pt x="130107" y="23074"/>
                  </a:lnTo>
                  <a:lnTo>
                    <a:pt x="129977" y="23199"/>
                  </a:lnTo>
                  <a:lnTo>
                    <a:pt x="129723" y="23438"/>
                  </a:lnTo>
                  <a:lnTo>
                    <a:pt x="129708" y="23684"/>
                  </a:lnTo>
                  <a:lnTo>
                    <a:pt x="129690" y="23903"/>
                  </a:lnTo>
                  <a:lnTo>
                    <a:pt x="129654" y="24333"/>
                  </a:lnTo>
                  <a:lnTo>
                    <a:pt x="129624" y="24761"/>
                  </a:lnTo>
                  <a:lnTo>
                    <a:pt x="129781" y="24982"/>
                  </a:lnTo>
                  <a:lnTo>
                    <a:pt x="130206" y="25540"/>
                  </a:lnTo>
                  <a:lnTo>
                    <a:pt x="130451" y="25771"/>
                  </a:lnTo>
                  <a:lnTo>
                    <a:pt x="130904" y="26201"/>
                  </a:lnTo>
                  <a:lnTo>
                    <a:pt x="131075" y="26355"/>
                  </a:lnTo>
                  <a:lnTo>
                    <a:pt x="131041" y="26568"/>
                  </a:lnTo>
                  <a:lnTo>
                    <a:pt x="130809" y="27367"/>
                  </a:lnTo>
                  <a:lnTo>
                    <a:pt x="130644" y="27934"/>
                  </a:lnTo>
                  <a:lnTo>
                    <a:pt x="130484" y="28481"/>
                  </a:lnTo>
                  <a:lnTo>
                    <a:pt x="130318" y="29043"/>
                  </a:lnTo>
                  <a:lnTo>
                    <a:pt x="130158" y="29603"/>
                  </a:lnTo>
                  <a:lnTo>
                    <a:pt x="129993" y="30168"/>
                  </a:lnTo>
                  <a:lnTo>
                    <a:pt x="129835" y="30708"/>
                  </a:lnTo>
                  <a:lnTo>
                    <a:pt x="129667" y="31293"/>
                  </a:lnTo>
                  <a:lnTo>
                    <a:pt x="129504" y="31853"/>
                  </a:lnTo>
                  <a:lnTo>
                    <a:pt x="129331" y="32443"/>
                  </a:lnTo>
                  <a:lnTo>
                    <a:pt x="129163" y="33018"/>
                  </a:lnTo>
                  <a:lnTo>
                    <a:pt x="129066" y="33356"/>
                  </a:lnTo>
                  <a:lnTo>
                    <a:pt x="129005" y="33563"/>
                  </a:lnTo>
                  <a:lnTo>
                    <a:pt x="128967" y="33692"/>
                  </a:lnTo>
                  <a:lnTo>
                    <a:pt x="128817" y="33575"/>
                  </a:lnTo>
                  <a:lnTo>
                    <a:pt x="128636" y="33438"/>
                  </a:lnTo>
                  <a:lnTo>
                    <a:pt x="128400" y="33306"/>
                  </a:lnTo>
                  <a:lnTo>
                    <a:pt x="128082" y="33214"/>
                  </a:lnTo>
                  <a:lnTo>
                    <a:pt x="127583" y="33074"/>
                  </a:lnTo>
                  <a:lnTo>
                    <a:pt x="127054" y="32921"/>
                  </a:lnTo>
                  <a:lnTo>
                    <a:pt x="126924" y="32931"/>
                  </a:lnTo>
                  <a:lnTo>
                    <a:pt x="126453" y="32967"/>
                  </a:lnTo>
                  <a:lnTo>
                    <a:pt x="125784" y="33015"/>
                  </a:lnTo>
                  <a:lnTo>
                    <a:pt x="125629" y="33005"/>
                  </a:lnTo>
                  <a:lnTo>
                    <a:pt x="125242" y="32982"/>
                  </a:lnTo>
                  <a:lnTo>
                    <a:pt x="124646" y="32942"/>
                  </a:lnTo>
                  <a:lnTo>
                    <a:pt x="124079" y="32901"/>
                  </a:lnTo>
                  <a:lnTo>
                    <a:pt x="123608" y="32873"/>
                  </a:lnTo>
                  <a:lnTo>
                    <a:pt x="123239" y="32250"/>
                  </a:lnTo>
                  <a:lnTo>
                    <a:pt x="122932" y="31730"/>
                  </a:lnTo>
                  <a:lnTo>
                    <a:pt x="122641" y="31239"/>
                  </a:lnTo>
                  <a:lnTo>
                    <a:pt x="122339" y="30733"/>
                  </a:lnTo>
                  <a:lnTo>
                    <a:pt x="122051" y="30247"/>
                  </a:lnTo>
                  <a:lnTo>
                    <a:pt x="121934" y="30048"/>
                  </a:lnTo>
                  <a:lnTo>
                    <a:pt x="121624" y="29842"/>
                  </a:lnTo>
                  <a:lnTo>
                    <a:pt x="121130" y="29519"/>
                  </a:lnTo>
                  <a:lnTo>
                    <a:pt x="120629" y="29191"/>
                  </a:lnTo>
                  <a:lnTo>
                    <a:pt x="120178" y="28893"/>
                  </a:lnTo>
                  <a:lnTo>
                    <a:pt x="119893" y="28707"/>
                  </a:lnTo>
                  <a:lnTo>
                    <a:pt x="119904" y="28949"/>
                  </a:lnTo>
                  <a:lnTo>
                    <a:pt x="119843" y="29171"/>
                  </a:lnTo>
                  <a:lnTo>
                    <a:pt x="119652" y="29508"/>
                  </a:lnTo>
                  <a:lnTo>
                    <a:pt x="119542" y="29662"/>
                  </a:lnTo>
                  <a:lnTo>
                    <a:pt x="119362" y="29791"/>
                  </a:lnTo>
                  <a:lnTo>
                    <a:pt x="119069" y="30003"/>
                  </a:lnTo>
                  <a:lnTo>
                    <a:pt x="118290" y="30560"/>
                  </a:lnTo>
                  <a:lnTo>
                    <a:pt x="117662" y="31013"/>
                  </a:lnTo>
                  <a:lnTo>
                    <a:pt x="117448" y="31165"/>
                  </a:lnTo>
                  <a:lnTo>
                    <a:pt x="117229" y="31461"/>
                  </a:lnTo>
                  <a:lnTo>
                    <a:pt x="116855" y="31967"/>
                  </a:lnTo>
                  <a:lnTo>
                    <a:pt x="116504" y="32435"/>
                  </a:lnTo>
                  <a:lnTo>
                    <a:pt x="116313" y="32695"/>
                  </a:lnTo>
                  <a:lnTo>
                    <a:pt x="115993" y="33125"/>
                  </a:lnTo>
                  <a:lnTo>
                    <a:pt x="115468" y="33827"/>
                  </a:lnTo>
                  <a:lnTo>
                    <a:pt x="115143" y="34275"/>
                  </a:lnTo>
                  <a:lnTo>
                    <a:pt x="114792" y="34743"/>
                  </a:lnTo>
                  <a:lnTo>
                    <a:pt x="114478" y="35165"/>
                  </a:lnTo>
                  <a:lnTo>
                    <a:pt x="114066" y="35718"/>
                  </a:lnTo>
                  <a:lnTo>
                    <a:pt x="113725" y="36181"/>
                  </a:lnTo>
                  <a:lnTo>
                    <a:pt x="113356" y="36677"/>
                  </a:lnTo>
                  <a:lnTo>
                    <a:pt x="112641" y="37644"/>
                  </a:lnTo>
                  <a:lnTo>
                    <a:pt x="112186" y="38255"/>
                  </a:lnTo>
                  <a:lnTo>
                    <a:pt x="111695" y="38919"/>
                  </a:lnTo>
                  <a:lnTo>
                    <a:pt x="110929" y="39947"/>
                  </a:lnTo>
                  <a:lnTo>
                    <a:pt x="110570" y="40433"/>
                  </a:lnTo>
                  <a:lnTo>
                    <a:pt x="110333" y="40748"/>
                  </a:lnTo>
                  <a:lnTo>
                    <a:pt x="110122" y="41033"/>
                  </a:lnTo>
                  <a:lnTo>
                    <a:pt x="109847" y="41400"/>
                  </a:lnTo>
                  <a:lnTo>
                    <a:pt x="107868" y="44023"/>
                  </a:lnTo>
                  <a:lnTo>
                    <a:pt x="101702" y="52196"/>
                  </a:lnTo>
                  <a:lnTo>
                    <a:pt x="93596" y="48921"/>
                  </a:lnTo>
                  <a:lnTo>
                    <a:pt x="87293" y="49494"/>
                  </a:lnTo>
                  <a:lnTo>
                    <a:pt x="84639" y="45672"/>
                  </a:lnTo>
                  <a:lnTo>
                    <a:pt x="83906" y="44883"/>
                  </a:lnTo>
                  <a:lnTo>
                    <a:pt x="82517" y="43379"/>
                  </a:lnTo>
                  <a:lnTo>
                    <a:pt x="81886" y="42700"/>
                  </a:lnTo>
                  <a:lnTo>
                    <a:pt x="80394" y="41092"/>
                  </a:lnTo>
                  <a:lnTo>
                    <a:pt x="76486" y="41842"/>
                  </a:lnTo>
                  <a:lnTo>
                    <a:pt x="69102" y="47654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g8"/>
            <p:cNvSpPr/>
            <p:nvPr/>
          </p:nvSpPr>
          <p:spPr>
            <a:xfrm>
              <a:off x="3099789" y="5254176"/>
              <a:ext cx="387266" cy="467467"/>
            </a:xfrm>
            <a:custGeom>
              <a:avLst/>
              <a:pathLst>
                <a:path w="387266" h="467467">
                  <a:moveTo>
                    <a:pt x="273461" y="384270"/>
                  </a:moveTo>
                  <a:lnTo>
                    <a:pt x="273828" y="385115"/>
                  </a:lnTo>
                  <a:lnTo>
                    <a:pt x="273955" y="385540"/>
                  </a:lnTo>
                  <a:lnTo>
                    <a:pt x="274140" y="386011"/>
                  </a:lnTo>
                  <a:lnTo>
                    <a:pt x="274203" y="386155"/>
                  </a:lnTo>
                  <a:lnTo>
                    <a:pt x="274340" y="386530"/>
                  </a:lnTo>
                  <a:lnTo>
                    <a:pt x="274425" y="386820"/>
                  </a:lnTo>
                  <a:lnTo>
                    <a:pt x="274474" y="387066"/>
                  </a:lnTo>
                  <a:lnTo>
                    <a:pt x="274658" y="387470"/>
                  </a:lnTo>
                  <a:lnTo>
                    <a:pt x="274790" y="387782"/>
                  </a:lnTo>
                  <a:lnTo>
                    <a:pt x="275028" y="388246"/>
                  </a:lnTo>
                  <a:lnTo>
                    <a:pt x="275076" y="388762"/>
                  </a:lnTo>
                  <a:lnTo>
                    <a:pt x="275103" y="389052"/>
                  </a:lnTo>
                  <a:lnTo>
                    <a:pt x="275132" y="389475"/>
                  </a:lnTo>
                  <a:lnTo>
                    <a:pt x="275235" y="390261"/>
                  </a:lnTo>
                  <a:lnTo>
                    <a:pt x="275260" y="390448"/>
                  </a:lnTo>
                  <a:lnTo>
                    <a:pt x="275283" y="390627"/>
                  </a:lnTo>
                  <a:lnTo>
                    <a:pt x="275348" y="391124"/>
                  </a:lnTo>
                  <a:lnTo>
                    <a:pt x="275501" y="392105"/>
                  </a:lnTo>
                  <a:lnTo>
                    <a:pt x="275571" y="392603"/>
                  </a:lnTo>
                  <a:lnTo>
                    <a:pt x="275588" y="392776"/>
                  </a:lnTo>
                  <a:lnTo>
                    <a:pt x="275623" y="392928"/>
                  </a:lnTo>
                  <a:lnTo>
                    <a:pt x="275708" y="393326"/>
                  </a:lnTo>
                  <a:lnTo>
                    <a:pt x="275674" y="393467"/>
                  </a:lnTo>
                  <a:lnTo>
                    <a:pt x="275660" y="393707"/>
                  </a:lnTo>
                  <a:lnTo>
                    <a:pt x="275703" y="394127"/>
                  </a:lnTo>
                  <a:lnTo>
                    <a:pt x="275703" y="394261"/>
                  </a:lnTo>
                  <a:lnTo>
                    <a:pt x="275693" y="394503"/>
                  </a:lnTo>
                  <a:lnTo>
                    <a:pt x="275641" y="395149"/>
                  </a:lnTo>
                  <a:lnTo>
                    <a:pt x="275599" y="395873"/>
                  </a:lnTo>
                  <a:lnTo>
                    <a:pt x="275586" y="396017"/>
                  </a:lnTo>
                  <a:lnTo>
                    <a:pt x="275583" y="396148"/>
                  </a:lnTo>
                  <a:lnTo>
                    <a:pt x="275558" y="396295"/>
                  </a:lnTo>
                  <a:lnTo>
                    <a:pt x="275543" y="396491"/>
                  </a:lnTo>
                  <a:lnTo>
                    <a:pt x="275534" y="396655"/>
                  </a:lnTo>
                  <a:lnTo>
                    <a:pt x="275513" y="396821"/>
                  </a:lnTo>
                  <a:lnTo>
                    <a:pt x="275500" y="397079"/>
                  </a:lnTo>
                  <a:lnTo>
                    <a:pt x="275484" y="397223"/>
                  </a:lnTo>
                  <a:lnTo>
                    <a:pt x="275466" y="397361"/>
                  </a:lnTo>
                  <a:lnTo>
                    <a:pt x="275447" y="397557"/>
                  </a:lnTo>
                  <a:lnTo>
                    <a:pt x="275431" y="397835"/>
                  </a:lnTo>
                  <a:lnTo>
                    <a:pt x="275358" y="398212"/>
                  </a:lnTo>
                  <a:lnTo>
                    <a:pt x="275307" y="398757"/>
                  </a:lnTo>
                  <a:lnTo>
                    <a:pt x="275239" y="399262"/>
                  </a:lnTo>
                  <a:lnTo>
                    <a:pt x="275188" y="399583"/>
                  </a:lnTo>
                  <a:lnTo>
                    <a:pt x="275179" y="399817"/>
                  </a:lnTo>
                  <a:lnTo>
                    <a:pt x="275188" y="399984"/>
                  </a:lnTo>
                  <a:lnTo>
                    <a:pt x="275215" y="400463"/>
                  </a:lnTo>
                  <a:lnTo>
                    <a:pt x="275212" y="400727"/>
                  </a:lnTo>
                  <a:lnTo>
                    <a:pt x="275201" y="401790"/>
                  </a:lnTo>
                  <a:lnTo>
                    <a:pt x="275198" y="401921"/>
                  </a:lnTo>
                  <a:lnTo>
                    <a:pt x="275449" y="402041"/>
                  </a:lnTo>
                  <a:lnTo>
                    <a:pt x="275683" y="402141"/>
                  </a:lnTo>
                  <a:lnTo>
                    <a:pt x="276280" y="402365"/>
                  </a:lnTo>
                  <a:lnTo>
                    <a:pt x="276472" y="402418"/>
                  </a:lnTo>
                  <a:lnTo>
                    <a:pt x="276951" y="402556"/>
                  </a:lnTo>
                  <a:lnTo>
                    <a:pt x="277122" y="402524"/>
                  </a:lnTo>
                  <a:lnTo>
                    <a:pt x="277327" y="402491"/>
                  </a:lnTo>
                  <a:lnTo>
                    <a:pt x="277491" y="402503"/>
                  </a:lnTo>
                  <a:lnTo>
                    <a:pt x="277096" y="403124"/>
                  </a:lnTo>
                  <a:lnTo>
                    <a:pt x="277020" y="403260"/>
                  </a:lnTo>
                  <a:lnTo>
                    <a:pt x="276728" y="403652"/>
                  </a:lnTo>
                  <a:lnTo>
                    <a:pt x="276501" y="403933"/>
                  </a:lnTo>
                  <a:lnTo>
                    <a:pt x="276098" y="404435"/>
                  </a:lnTo>
                  <a:lnTo>
                    <a:pt x="275998" y="404565"/>
                  </a:lnTo>
                  <a:lnTo>
                    <a:pt x="275852" y="404750"/>
                  </a:lnTo>
                  <a:lnTo>
                    <a:pt x="275559" y="405095"/>
                  </a:lnTo>
                  <a:lnTo>
                    <a:pt x="275933" y="405288"/>
                  </a:lnTo>
                  <a:lnTo>
                    <a:pt x="276250" y="405444"/>
                  </a:lnTo>
                  <a:lnTo>
                    <a:pt x="276616" y="405610"/>
                  </a:lnTo>
                  <a:lnTo>
                    <a:pt x="276839" y="405742"/>
                  </a:lnTo>
                  <a:lnTo>
                    <a:pt x="277218" y="405917"/>
                  </a:lnTo>
                  <a:lnTo>
                    <a:pt x="277445" y="406025"/>
                  </a:lnTo>
                  <a:lnTo>
                    <a:pt x="277688" y="406170"/>
                  </a:lnTo>
                  <a:lnTo>
                    <a:pt x="278445" y="406622"/>
                  </a:lnTo>
                  <a:lnTo>
                    <a:pt x="278653" y="406697"/>
                  </a:lnTo>
                  <a:lnTo>
                    <a:pt x="278815" y="406759"/>
                  </a:lnTo>
                  <a:lnTo>
                    <a:pt x="279002" y="406861"/>
                  </a:lnTo>
                  <a:lnTo>
                    <a:pt x="279566" y="407169"/>
                  </a:lnTo>
                  <a:lnTo>
                    <a:pt x="279776" y="407288"/>
                  </a:lnTo>
                  <a:lnTo>
                    <a:pt x="280319" y="407574"/>
                  </a:lnTo>
                  <a:lnTo>
                    <a:pt x="280683" y="407665"/>
                  </a:lnTo>
                  <a:lnTo>
                    <a:pt x="280822" y="407676"/>
                  </a:lnTo>
                  <a:lnTo>
                    <a:pt x="280980" y="407702"/>
                  </a:lnTo>
                  <a:lnTo>
                    <a:pt x="281139" y="407720"/>
                  </a:lnTo>
                  <a:lnTo>
                    <a:pt x="281571" y="407781"/>
                  </a:lnTo>
                  <a:lnTo>
                    <a:pt x="281825" y="407826"/>
                  </a:lnTo>
                  <a:lnTo>
                    <a:pt x="282024" y="407854"/>
                  </a:lnTo>
                  <a:lnTo>
                    <a:pt x="282349" y="407878"/>
                  </a:lnTo>
                  <a:lnTo>
                    <a:pt x="282769" y="407912"/>
                  </a:lnTo>
                  <a:lnTo>
                    <a:pt x="282948" y="407925"/>
                  </a:lnTo>
                  <a:lnTo>
                    <a:pt x="283102" y="407928"/>
                  </a:lnTo>
                  <a:lnTo>
                    <a:pt x="283552" y="407949"/>
                  </a:lnTo>
                  <a:lnTo>
                    <a:pt x="283732" y="407947"/>
                  </a:lnTo>
                  <a:lnTo>
                    <a:pt x="283940" y="407974"/>
                  </a:lnTo>
                  <a:lnTo>
                    <a:pt x="284375" y="408065"/>
                  </a:lnTo>
                  <a:lnTo>
                    <a:pt x="284988" y="408034"/>
                  </a:lnTo>
                  <a:lnTo>
                    <a:pt x="285143" y="408061"/>
                  </a:lnTo>
                  <a:lnTo>
                    <a:pt x="285309" y="408069"/>
                  </a:lnTo>
                  <a:lnTo>
                    <a:pt x="285810" y="408129"/>
                  </a:lnTo>
                  <a:lnTo>
                    <a:pt x="286059" y="408157"/>
                  </a:lnTo>
                  <a:lnTo>
                    <a:pt x="286893" y="408358"/>
                  </a:lnTo>
                  <a:lnTo>
                    <a:pt x="287118" y="408750"/>
                  </a:lnTo>
                  <a:lnTo>
                    <a:pt x="287257" y="409033"/>
                  </a:lnTo>
                  <a:lnTo>
                    <a:pt x="287540" y="409513"/>
                  </a:lnTo>
                  <a:lnTo>
                    <a:pt x="287718" y="409773"/>
                  </a:lnTo>
                  <a:lnTo>
                    <a:pt x="288289" y="410487"/>
                  </a:lnTo>
                  <a:lnTo>
                    <a:pt x="288457" y="410827"/>
                  </a:lnTo>
                  <a:lnTo>
                    <a:pt x="288498" y="410955"/>
                  </a:lnTo>
                  <a:lnTo>
                    <a:pt x="288642" y="411302"/>
                  </a:lnTo>
                  <a:lnTo>
                    <a:pt x="288711" y="411531"/>
                  </a:lnTo>
                  <a:lnTo>
                    <a:pt x="288724" y="411672"/>
                  </a:lnTo>
                  <a:lnTo>
                    <a:pt x="288770" y="411865"/>
                  </a:lnTo>
                  <a:lnTo>
                    <a:pt x="288919" y="412201"/>
                  </a:lnTo>
                  <a:lnTo>
                    <a:pt x="289175" y="412501"/>
                  </a:lnTo>
                  <a:lnTo>
                    <a:pt x="289419" y="412868"/>
                  </a:lnTo>
                  <a:lnTo>
                    <a:pt x="289503" y="413041"/>
                  </a:lnTo>
                  <a:lnTo>
                    <a:pt x="289583" y="413170"/>
                  </a:lnTo>
                  <a:lnTo>
                    <a:pt x="289808" y="413658"/>
                  </a:lnTo>
                  <a:lnTo>
                    <a:pt x="290048" y="414009"/>
                  </a:lnTo>
                  <a:lnTo>
                    <a:pt x="290237" y="414234"/>
                  </a:lnTo>
                  <a:lnTo>
                    <a:pt x="290583" y="414791"/>
                  </a:lnTo>
                  <a:lnTo>
                    <a:pt x="290633" y="414981"/>
                  </a:lnTo>
                  <a:lnTo>
                    <a:pt x="290736" y="415347"/>
                  </a:lnTo>
                  <a:lnTo>
                    <a:pt x="291255" y="415056"/>
                  </a:lnTo>
                  <a:lnTo>
                    <a:pt x="291410" y="415034"/>
                  </a:lnTo>
                  <a:lnTo>
                    <a:pt x="291981" y="414790"/>
                  </a:lnTo>
                  <a:lnTo>
                    <a:pt x="292732" y="414035"/>
                  </a:lnTo>
                  <a:lnTo>
                    <a:pt x="293348" y="412596"/>
                  </a:lnTo>
                  <a:lnTo>
                    <a:pt x="294879" y="412271"/>
                  </a:lnTo>
                  <a:lnTo>
                    <a:pt x="295159" y="412512"/>
                  </a:lnTo>
                  <a:lnTo>
                    <a:pt x="295297" y="412654"/>
                  </a:lnTo>
                  <a:lnTo>
                    <a:pt x="295632" y="412947"/>
                  </a:lnTo>
                  <a:lnTo>
                    <a:pt x="295993" y="413191"/>
                  </a:lnTo>
                  <a:lnTo>
                    <a:pt x="296256" y="413313"/>
                  </a:lnTo>
                  <a:lnTo>
                    <a:pt x="296393" y="413357"/>
                  </a:lnTo>
                  <a:lnTo>
                    <a:pt x="296543" y="413466"/>
                  </a:lnTo>
                  <a:lnTo>
                    <a:pt x="296710" y="413592"/>
                  </a:lnTo>
                  <a:lnTo>
                    <a:pt x="296864" y="413733"/>
                  </a:lnTo>
                  <a:lnTo>
                    <a:pt x="297057" y="413922"/>
                  </a:lnTo>
                  <a:lnTo>
                    <a:pt x="297547" y="414253"/>
                  </a:lnTo>
                  <a:lnTo>
                    <a:pt x="297869" y="414503"/>
                  </a:lnTo>
                  <a:lnTo>
                    <a:pt x="298030" y="414604"/>
                  </a:lnTo>
                  <a:lnTo>
                    <a:pt x="298324" y="414912"/>
                  </a:lnTo>
                  <a:lnTo>
                    <a:pt x="298897" y="415509"/>
                  </a:lnTo>
                  <a:lnTo>
                    <a:pt x="299372" y="415965"/>
                  </a:lnTo>
                  <a:lnTo>
                    <a:pt x="299674" y="416301"/>
                  </a:lnTo>
                  <a:lnTo>
                    <a:pt x="299668" y="416699"/>
                  </a:lnTo>
                  <a:lnTo>
                    <a:pt x="299957" y="416751"/>
                  </a:lnTo>
                  <a:lnTo>
                    <a:pt x="300194" y="417074"/>
                  </a:lnTo>
                  <a:lnTo>
                    <a:pt x="302103" y="419687"/>
                  </a:lnTo>
                  <a:lnTo>
                    <a:pt x="303099" y="421051"/>
                  </a:lnTo>
                  <a:lnTo>
                    <a:pt x="307033" y="425997"/>
                  </a:lnTo>
                  <a:lnTo>
                    <a:pt x="313055" y="433568"/>
                  </a:lnTo>
                  <a:lnTo>
                    <a:pt x="314868" y="435847"/>
                  </a:lnTo>
                  <a:lnTo>
                    <a:pt x="318417" y="440248"/>
                  </a:lnTo>
                  <a:lnTo>
                    <a:pt x="324241" y="447471"/>
                  </a:lnTo>
                  <a:lnTo>
                    <a:pt x="329812" y="454379"/>
                  </a:lnTo>
                  <a:lnTo>
                    <a:pt x="335454" y="461376"/>
                  </a:lnTo>
                  <a:lnTo>
                    <a:pt x="338773" y="465490"/>
                  </a:lnTo>
                  <a:lnTo>
                    <a:pt x="340367" y="467467"/>
                  </a:lnTo>
                  <a:lnTo>
                    <a:pt x="357458" y="451300"/>
                  </a:lnTo>
                  <a:lnTo>
                    <a:pt x="359519" y="449351"/>
                  </a:lnTo>
                  <a:lnTo>
                    <a:pt x="387266" y="437771"/>
                  </a:lnTo>
                  <a:lnTo>
                    <a:pt x="365501" y="385535"/>
                  </a:lnTo>
                  <a:lnTo>
                    <a:pt x="364569" y="374774"/>
                  </a:lnTo>
                  <a:lnTo>
                    <a:pt x="363903" y="365095"/>
                  </a:lnTo>
                  <a:lnTo>
                    <a:pt x="363613" y="360876"/>
                  </a:lnTo>
                  <a:lnTo>
                    <a:pt x="363567" y="360243"/>
                  </a:lnTo>
                  <a:lnTo>
                    <a:pt x="363496" y="359257"/>
                  </a:lnTo>
                  <a:lnTo>
                    <a:pt x="363328" y="356641"/>
                  </a:lnTo>
                  <a:lnTo>
                    <a:pt x="363291" y="356102"/>
                  </a:lnTo>
                  <a:lnTo>
                    <a:pt x="363545" y="353568"/>
                  </a:lnTo>
                  <a:lnTo>
                    <a:pt x="365953" y="353248"/>
                  </a:lnTo>
                  <a:lnTo>
                    <a:pt x="366567" y="348137"/>
                  </a:lnTo>
                  <a:lnTo>
                    <a:pt x="373444" y="357820"/>
                  </a:lnTo>
                  <a:lnTo>
                    <a:pt x="373918" y="353551"/>
                  </a:lnTo>
                  <a:lnTo>
                    <a:pt x="374238" y="350674"/>
                  </a:lnTo>
                  <a:lnTo>
                    <a:pt x="372517" y="348125"/>
                  </a:lnTo>
                  <a:lnTo>
                    <a:pt x="372241" y="347876"/>
                  </a:lnTo>
                  <a:lnTo>
                    <a:pt x="372212" y="347673"/>
                  </a:lnTo>
                  <a:lnTo>
                    <a:pt x="371071" y="347333"/>
                  </a:lnTo>
                  <a:lnTo>
                    <a:pt x="371225" y="346667"/>
                  </a:lnTo>
                  <a:lnTo>
                    <a:pt x="371401" y="346462"/>
                  </a:lnTo>
                  <a:lnTo>
                    <a:pt x="371483" y="346167"/>
                  </a:lnTo>
                  <a:lnTo>
                    <a:pt x="371616" y="345936"/>
                  </a:lnTo>
                  <a:lnTo>
                    <a:pt x="371732" y="345740"/>
                  </a:lnTo>
                  <a:lnTo>
                    <a:pt x="372178" y="345395"/>
                  </a:lnTo>
                  <a:lnTo>
                    <a:pt x="372322" y="345340"/>
                  </a:lnTo>
                  <a:lnTo>
                    <a:pt x="372682" y="345198"/>
                  </a:lnTo>
                  <a:lnTo>
                    <a:pt x="373012" y="345076"/>
                  </a:lnTo>
                  <a:lnTo>
                    <a:pt x="373195" y="345256"/>
                  </a:lnTo>
                  <a:lnTo>
                    <a:pt x="373331" y="345469"/>
                  </a:lnTo>
                  <a:lnTo>
                    <a:pt x="373755" y="345971"/>
                  </a:lnTo>
                  <a:lnTo>
                    <a:pt x="374333" y="346670"/>
                  </a:lnTo>
                  <a:lnTo>
                    <a:pt x="375293" y="343925"/>
                  </a:lnTo>
                  <a:lnTo>
                    <a:pt x="375314" y="343772"/>
                  </a:lnTo>
                  <a:lnTo>
                    <a:pt x="375340" y="341827"/>
                  </a:lnTo>
                  <a:lnTo>
                    <a:pt x="375562" y="341040"/>
                  </a:lnTo>
                  <a:lnTo>
                    <a:pt x="375624" y="340821"/>
                  </a:lnTo>
                  <a:lnTo>
                    <a:pt x="375678" y="340357"/>
                  </a:lnTo>
                  <a:lnTo>
                    <a:pt x="375760" y="340110"/>
                  </a:lnTo>
                  <a:lnTo>
                    <a:pt x="375958" y="339528"/>
                  </a:lnTo>
                  <a:lnTo>
                    <a:pt x="375941" y="339240"/>
                  </a:lnTo>
                  <a:lnTo>
                    <a:pt x="375934" y="339113"/>
                  </a:lnTo>
                  <a:lnTo>
                    <a:pt x="375893" y="338722"/>
                  </a:lnTo>
                  <a:lnTo>
                    <a:pt x="375864" y="338501"/>
                  </a:lnTo>
                  <a:lnTo>
                    <a:pt x="375846" y="338323"/>
                  </a:lnTo>
                  <a:lnTo>
                    <a:pt x="375851" y="338195"/>
                  </a:lnTo>
                  <a:lnTo>
                    <a:pt x="375855" y="337702"/>
                  </a:lnTo>
                  <a:lnTo>
                    <a:pt x="375661" y="336892"/>
                  </a:lnTo>
                  <a:lnTo>
                    <a:pt x="375709" y="336750"/>
                  </a:lnTo>
                  <a:lnTo>
                    <a:pt x="375964" y="336774"/>
                  </a:lnTo>
                  <a:lnTo>
                    <a:pt x="376874" y="336751"/>
                  </a:lnTo>
                  <a:lnTo>
                    <a:pt x="377464" y="336066"/>
                  </a:lnTo>
                  <a:lnTo>
                    <a:pt x="377541" y="335844"/>
                  </a:lnTo>
                  <a:lnTo>
                    <a:pt x="377562" y="335713"/>
                  </a:lnTo>
                  <a:lnTo>
                    <a:pt x="377684" y="335194"/>
                  </a:lnTo>
                  <a:lnTo>
                    <a:pt x="377875" y="334402"/>
                  </a:lnTo>
                  <a:lnTo>
                    <a:pt x="377969" y="334054"/>
                  </a:lnTo>
                  <a:lnTo>
                    <a:pt x="378020" y="333818"/>
                  </a:lnTo>
                  <a:lnTo>
                    <a:pt x="378113" y="333312"/>
                  </a:lnTo>
                  <a:lnTo>
                    <a:pt x="378251" y="332449"/>
                  </a:lnTo>
                  <a:lnTo>
                    <a:pt x="378226" y="331993"/>
                  </a:lnTo>
                  <a:lnTo>
                    <a:pt x="378237" y="331849"/>
                  </a:lnTo>
                  <a:lnTo>
                    <a:pt x="378289" y="331695"/>
                  </a:lnTo>
                  <a:lnTo>
                    <a:pt x="378301" y="331552"/>
                  </a:lnTo>
                  <a:lnTo>
                    <a:pt x="378349" y="331417"/>
                  </a:lnTo>
                  <a:lnTo>
                    <a:pt x="378617" y="330616"/>
                  </a:lnTo>
                  <a:lnTo>
                    <a:pt x="378775" y="329771"/>
                  </a:lnTo>
                  <a:lnTo>
                    <a:pt x="378804" y="329398"/>
                  </a:lnTo>
                  <a:lnTo>
                    <a:pt x="378751" y="329250"/>
                  </a:lnTo>
                  <a:lnTo>
                    <a:pt x="378683" y="329044"/>
                  </a:lnTo>
                  <a:lnTo>
                    <a:pt x="378457" y="328188"/>
                  </a:lnTo>
                  <a:lnTo>
                    <a:pt x="378413" y="327962"/>
                  </a:lnTo>
                  <a:lnTo>
                    <a:pt x="378307" y="327336"/>
                  </a:lnTo>
                  <a:lnTo>
                    <a:pt x="378099" y="326479"/>
                  </a:lnTo>
                  <a:lnTo>
                    <a:pt x="378069" y="326270"/>
                  </a:lnTo>
                  <a:lnTo>
                    <a:pt x="378040" y="326051"/>
                  </a:lnTo>
                  <a:lnTo>
                    <a:pt x="377795" y="325306"/>
                  </a:lnTo>
                  <a:lnTo>
                    <a:pt x="377578" y="325009"/>
                  </a:lnTo>
                  <a:lnTo>
                    <a:pt x="377401" y="324733"/>
                  </a:lnTo>
                  <a:lnTo>
                    <a:pt x="377063" y="324210"/>
                  </a:lnTo>
                  <a:lnTo>
                    <a:pt x="375838" y="322304"/>
                  </a:lnTo>
                  <a:lnTo>
                    <a:pt x="375327" y="321576"/>
                  </a:lnTo>
                  <a:lnTo>
                    <a:pt x="375056" y="321275"/>
                  </a:lnTo>
                  <a:lnTo>
                    <a:pt x="374705" y="320881"/>
                  </a:lnTo>
                  <a:lnTo>
                    <a:pt x="374442" y="320589"/>
                  </a:lnTo>
                  <a:lnTo>
                    <a:pt x="374300" y="320430"/>
                  </a:lnTo>
                  <a:lnTo>
                    <a:pt x="374411" y="320215"/>
                  </a:lnTo>
                  <a:lnTo>
                    <a:pt x="374870" y="319360"/>
                  </a:lnTo>
                  <a:lnTo>
                    <a:pt x="375098" y="318956"/>
                  </a:lnTo>
                  <a:lnTo>
                    <a:pt x="375205" y="318794"/>
                  </a:lnTo>
                  <a:lnTo>
                    <a:pt x="375363" y="318548"/>
                  </a:lnTo>
                  <a:lnTo>
                    <a:pt x="375507" y="318247"/>
                  </a:lnTo>
                  <a:lnTo>
                    <a:pt x="375589" y="318093"/>
                  </a:lnTo>
                  <a:lnTo>
                    <a:pt x="375702" y="317894"/>
                  </a:lnTo>
                  <a:lnTo>
                    <a:pt x="375796" y="317549"/>
                  </a:lnTo>
                  <a:lnTo>
                    <a:pt x="375837" y="317142"/>
                  </a:lnTo>
                  <a:lnTo>
                    <a:pt x="375839" y="317007"/>
                  </a:lnTo>
                  <a:lnTo>
                    <a:pt x="375844" y="316719"/>
                  </a:lnTo>
                  <a:lnTo>
                    <a:pt x="375849" y="316491"/>
                  </a:lnTo>
                  <a:lnTo>
                    <a:pt x="375860" y="315971"/>
                  </a:lnTo>
                  <a:lnTo>
                    <a:pt x="375863" y="315784"/>
                  </a:lnTo>
                  <a:lnTo>
                    <a:pt x="375872" y="315490"/>
                  </a:lnTo>
                  <a:lnTo>
                    <a:pt x="375876" y="315344"/>
                  </a:lnTo>
                  <a:lnTo>
                    <a:pt x="375883" y="315190"/>
                  </a:lnTo>
                  <a:lnTo>
                    <a:pt x="375883" y="314978"/>
                  </a:lnTo>
                  <a:lnTo>
                    <a:pt x="375883" y="314727"/>
                  </a:lnTo>
                  <a:lnTo>
                    <a:pt x="375877" y="314041"/>
                  </a:lnTo>
                  <a:lnTo>
                    <a:pt x="375865" y="313443"/>
                  </a:lnTo>
                  <a:lnTo>
                    <a:pt x="375851" y="313008"/>
                  </a:lnTo>
                  <a:lnTo>
                    <a:pt x="375762" y="312717"/>
                  </a:lnTo>
                  <a:lnTo>
                    <a:pt x="375528" y="312520"/>
                  </a:lnTo>
                  <a:lnTo>
                    <a:pt x="375751" y="311859"/>
                  </a:lnTo>
                  <a:lnTo>
                    <a:pt x="376065" y="311482"/>
                  </a:lnTo>
                  <a:lnTo>
                    <a:pt x="376293" y="311211"/>
                  </a:lnTo>
                  <a:lnTo>
                    <a:pt x="376615" y="310817"/>
                  </a:lnTo>
                  <a:lnTo>
                    <a:pt x="377103" y="310823"/>
                  </a:lnTo>
                  <a:lnTo>
                    <a:pt x="378025" y="310895"/>
                  </a:lnTo>
                  <a:lnTo>
                    <a:pt x="378283" y="310914"/>
                  </a:lnTo>
                  <a:lnTo>
                    <a:pt x="378419" y="310920"/>
                  </a:lnTo>
                  <a:lnTo>
                    <a:pt x="379323" y="310948"/>
                  </a:lnTo>
                  <a:lnTo>
                    <a:pt x="379504" y="310742"/>
                  </a:lnTo>
                  <a:lnTo>
                    <a:pt x="379765" y="310827"/>
                  </a:lnTo>
                  <a:lnTo>
                    <a:pt x="380019" y="310966"/>
                  </a:lnTo>
                  <a:lnTo>
                    <a:pt x="382045" y="310324"/>
                  </a:lnTo>
                  <a:lnTo>
                    <a:pt x="384599" y="309908"/>
                  </a:lnTo>
                  <a:lnTo>
                    <a:pt x="386355" y="307839"/>
                  </a:lnTo>
                  <a:lnTo>
                    <a:pt x="386351" y="307574"/>
                  </a:lnTo>
                  <a:lnTo>
                    <a:pt x="385908" y="305991"/>
                  </a:lnTo>
                  <a:lnTo>
                    <a:pt x="385595" y="304700"/>
                  </a:lnTo>
                  <a:lnTo>
                    <a:pt x="385446" y="304275"/>
                  </a:lnTo>
                  <a:lnTo>
                    <a:pt x="385054" y="303151"/>
                  </a:lnTo>
                  <a:lnTo>
                    <a:pt x="384221" y="301747"/>
                  </a:lnTo>
                  <a:lnTo>
                    <a:pt x="383761" y="300975"/>
                  </a:lnTo>
                  <a:lnTo>
                    <a:pt x="383248" y="300131"/>
                  </a:lnTo>
                  <a:lnTo>
                    <a:pt x="382975" y="299652"/>
                  </a:lnTo>
                  <a:lnTo>
                    <a:pt x="382879" y="299418"/>
                  </a:lnTo>
                  <a:lnTo>
                    <a:pt x="382772" y="299046"/>
                  </a:lnTo>
                  <a:lnTo>
                    <a:pt x="382696" y="298794"/>
                  </a:lnTo>
                  <a:lnTo>
                    <a:pt x="382554" y="298303"/>
                  </a:lnTo>
                  <a:lnTo>
                    <a:pt x="382497" y="298117"/>
                  </a:lnTo>
                  <a:lnTo>
                    <a:pt x="382335" y="297713"/>
                  </a:lnTo>
                  <a:lnTo>
                    <a:pt x="382237" y="297529"/>
                  </a:lnTo>
                  <a:lnTo>
                    <a:pt x="382095" y="297351"/>
                  </a:lnTo>
                  <a:lnTo>
                    <a:pt x="381741" y="296927"/>
                  </a:lnTo>
                  <a:lnTo>
                    <a:pt x="381630" y="296375"/>
                  </a:lnTo>
                  <a:lnTo>
                    <a:pt x="381982" y="296441"/>
                  </a:lnTo>
                  <a:lnTo>
                    <a:pt x="382276" y="296330"/>
                  </a:lnTo>
                  <a:lnTo>
                    <a:pt x="382659" y="296153"/>
                  </a:lnTo>
                  <a:lnTo>
                    <a:pt x="382886" y="296025"/>
                  </a:lnTo>
                  <a:lnTo>
                    <a:pt x="383192" y="295889"/>
                  </a:lnTo>
                  <a:lnTo>
                    <a:pt x="383489" y="295769"/>
                  </a:lnTo>
                  <a:lnTo>
                    <a:pt x="383622" y="295721"/>
                  </a:lnTo>
                  <a:lnTo>
                    <a:pt x="384651" y="295268"/>
                  </a:lnTo>
                  <a:lnTo>
                    <a:pt x="384571" y="295072"/>
                  </a:lnTo>
                  <a:lnTo>
                    <a:pt x="384519" y="294904"/>
                  </a:lnTo>
                  <a:lnTo>
                    <a:pt x="384477" y="294758"/>
                  </a:lnTo>
                  <a:lnTo>
                    <a:pt x="384425" y="294542"/>
                  </a:lnTo>
                  <a:lnTo>
                    <a:pt x="384404" y="294404"/>
                  </a:lnTo>
                  <a:lnTo>
                    <a:pt x="384464" y="294121"/>
                  </a:lnTo>
                  <a:lnTo>
                    <a:pt x="384497" y="293856"/>
                  </a:lnTo>
                  <a:lnTo>
                    <a:pt x="384443" y="293590"/>
                  </a:lnTo>
                  <a:lnTo>
                    <a:pt x="384411" y="293462"/>
                  </a:lnTo>
                  <a:lnTo>
                    <a:pt x="384375" y="293273"/>
                  </a:lnTo>
                  <a:lnTo>
                    <a:pt x="384317" y="293140"/>
                  </a:lnTo>
                  <a:lnTo>
                    <a:pt x="384327" y="292980"/>
                  </a:lnTo>
                  <a:lnTo>
                    <a:pt x="384332" y="292832"/>
                  </a:lnTo>
                  <a:lnTo>
                    <a:pt x="384361" y="291621"/>
                  </a:lnTo>
                  <a:lnTo>
                    <a:pt x="384258" y="291176"/>
                  </a:lnTo>
                  <a:lnTo>
                    <a:pt x="384239" y="291029"/>
                  </a:lnTo>
                  <a:lnTo>
                    <a:pt x="384216" y="290878"/>
                  </a:lnTo>
                  <a:lnTo>
                    <a:pt x="384194" y="290727"/>
                  </a:lnTo>
                  <a:lnTo>
                    <a:pt x="384162" y="290500"/>
                  </a:lnTo>
                  <a:lnTo>
                    <a:pt x="384122" y="290199"/>
                  </a:lnTo>
                  <a:lnTo>
                    <a:pt x="384102" y="290054"/>
                  </a:lnTo>
                  <a:lnTo>
                    <a:pt x="384085" y="289912"/>
                  </a:lnTo>
                  <a:lnTo>
                    <a:pt x="384110" y="289650"/>
                  </a:lnTo>
                  <a:lnTo>
                    <a:pt x="384123" y="289507"/>
                  </a:lnTo>
                  <a:lnTo>
                    <a:pt x="384154" y="289197"/>
                  </a:lnTo>
                  <a:lnTo>
                    <a:pt x="384194" y="288816"/>
                  </a:lnTo>
                  <a:lnTo>
                    <a:pt x="384210" y="288662"/>
                  </a:lnTo>
                  <a:lnTo>
                    <a:pt x="384242" y="288364"/>
                  </a:lnTo>
                  <a:lnTo>
                    <a:pt x="384284" y="287955"/>
                  </a:lnTo>
                  <a:lnTo>
                    <a:pt x="384205" y="287343"/>
                  </a:lnTo>
                  <a:lnTo>
                    <a:pt x="384159" y="287000"/>
                  </a:lnTo>
                  <a:lnTo>
                    <a:pt x="384079" y="286368"/>
                  </a:lnTo>
                  <a:lnTo>
                    <a:pt x="383720" y="286003"/>
                  </a:lnTo>
                  <a:lnTo>
                    <a:pt x="383332" y="285610"/>
                  </a:lnTo>
                  <a:lnTo>
                    <a:pt x="382862" y="285139"/>
                  </a:lnTo>
                  <a:lnTo>
                    <a:pt x="382102" y="284030"/>
                  </a:lnTo>
                  <a:lnTo>
                    <a:pt x="381857" y="283760"/>
                  </a:lnTo>
                  <a:lnTo>
                    <a:pt x="381721" y="283582"/>
                  </a:lnTo>
                  <a:lnTo>
                    <a:pt x="381411" y="283182"/>
                  </a:lnTo>
                  <a:lnTo>
                    <a:pt x="381078" y="282425"/>
                  </a:lnTo>
                  <a:lnTo>
                    <a:pt x="380920" y="282279"/>
                  </a:lnTo>
                  <a:lnTo>
                    <a:pt x="380747" y="282007"/>
                  </a:lnTo>
                  <a:lnTo>
                    <a:pt x="380540" y="281660"/>
                  </a:lnTo>
                  <a:lnTo>
                    <a:pt x="380142" y="281187"/>
                  </a:lnTo>
                  <a:lnTo>
                    <a:pt x="379943" y="280989"/>
                  </a:lnTo>
                  <a:lnTo>
                    <a:pt x="379703" y="280311"/>
                  </a:lnTo>
                  <a:lnTo>
                    <a:pt x="378844" y="279525"/>
                  </a:lnTo>
                  <a:lnTo>
                    <a:pt x="378311" y="279037"/>
                  </a:lnTo>
                  <a:lnTo>
                    <a:pt x="377911" y="278670"/>
                  </a:lnTo>
                  <a:lnTo>
                    <a:pt x="377249" y="278063"/>
                  </a:lnTo>
                  <a:lnTo>
                    <a:pt x="377083" y="277909"/>
                  </a:lnTo>
                  <a:lnTo>
                    <a:pt x="376575" y="277442"/>
                  </a:lnTo>
                  <a:lnTo>
                    <a:pt x="376220" y="277088"/>
                  </a:lnTo>
                  <a:lnTo>
                    <a:pt x="376307" y="276018"/>
                  </a:lnTo>
                  <a:lnTo>
                    <a:pt x="376344" y="275560"/>
                  </a:lnTo>
                  <a:lnTo>
                    <a:pt x="376373" y="275217"/>
                  </a:lnTo>
                  <a:lnTo>
                    <a:pt x="376054" y="274587"/>
                  </a:lnTo>
                  <a:lnTo>
                    <a:pt x="375626" y="273740"/>
                  </a:lnTo>
                  <a:lnTo>
                    <a:pt x="375475" y="273459"/>
                  </a:lnTo>
                  <a:lnTo>
                    <a:pt x="375238" y="273016"/>
                  </a:lnTo>
                  <a:lnTo>
                    <a:pt x="373288" y="269386"/>
                  </a:lnTo>
                  <a:lnTo>
                    <a:pt x="372516" y="267950"/>
                  </a:lnTo>
                  <a:lnTo>
                    <a:pt x="372081" y="267155"/>
                  </a:lnTo>
                  <a:lnTo>
                    <a:pt x="369892" y="265099"/>
                  </a:lnTo>
                  <a:lnTo>
                    <a:pt x="369527" y="264756"/>
                  </a:lnTo>
                  <a:lnTo>
                    <a:pt x="369232" y="264326"/>
                  </a:lnTo>
                  <a:lnTo>
                    <a:pt x="369457" y="263930"/>
                  </a:lnTo>
                  <a:lnTo>
                    <a:pt x="369690" y="263521"/>
                  </a:lnTo>
                  <a:lnTo>
                    <a:pt x="370268" y="262503"/>
                  </a:lnTo>
                  <a:lnTo>
                    <a:pt x="370473" y="262136"/>
                  </a:lnTo>
                  <a:lnTo>
                    <a:pt x="371979" y="259494"/>
                  </a:lnTo>
                  <a:lnTo>
                    <a:pt x="372238" y="259202"/>
                  </a:lnTo>
                  <a:lnTo>
                    <a:pt x="373711" y="257545"/>
                  </a:lnTo>
                  <a:lnTo>
                    <a:pt x="373174" y="255843"/>
                  </a:lnTo>
                  <a:lnTo>
                    <a:pt x="373026" y="255394"/>
                  </a:lnTo>
                  <a:lnTo>
                    <a:pt x="372866" y="254910"/>
                  </a:lnTo>
                  <a:lnTo>
                    <a:pt x="372604" y="253851"/>
                  </a:lnTo>
                  <a:lnTo>
                    <a:pt x="372515" y="252630"/>
                  </a:lnTo>
                  <a:lnTo>
                    <a:pt x="372424" y="251385"/>
                  </a:lnTo>
                  <a:lnTo>
                    <a:pt x="372363" y="250549"/>
                  </a:lnTo>
                  <a:lnTo>
                    <a:pt x="372340" y="250240"/>
                  </a:lnTo>
                  <a:lnTo>
                    <a:pt x="372408" y="250013"/>
                  </a:lnTo>
                  <a:lnTo>
                    <a:pt x="372596" y="249406"/>
                  </a:lnTo>
                  <a:lnTo>
                    <a:pt x="373500" y="248881"/>
                  </a:lnTo>
                  <a:lnTo>
                    <a:pt x="373607" y="248406"/>
                  </a:lnTo>
                  <a:lnTo>
                    <a:pt x="373664" y="248153"/>
                  </a:lnTo>
                  <a:lnTo>
                    <a:pt x="373766" y="247698"/>
                  </a:lnTo>
                  <a:lnTo>
                    <a:pt x="373892" y="247136"/>
                  </a:lnTo>
                  <a:lnTo>
                    <a:pt x="374034" y="246499"/>
                  </a:lnTo>
                  <a:lnTo>
                    <a:pt x="374106" y="246151"/>
                  </a:lnTo>
                  <a:lnTo>
                    <a:pt x="374112" y="246016"/>
                  </a:lnTo>
                  <a:lnTo>
                    <a:pt x="374125" y="245743"/>
                  </a:lnTo>
                  <a:lnTo>
                    <a:pt x="374139" y="245448"/>
                  </a:lnTo>
                  <a:lnTo>
                    <a:pt x="374223" y="243643"/>
                  </a:lnTo>
                  <a:lnTo>
                    <a:pt x="374271" y="242694"/>
                  </a:lnTo>
                  <a:lnTo>
                    <a:pt x="374379" y="240529"/>
                  </a:lnTo>
                  <a:lnTo>
                    <a:pt x="374400" y="240052"/>
                  </a:lnTo>
                  <a:lnTo>
                    <a:pt x="373008" y="239929"/>
                  </a:lnTo>
                  <a:lnTo>
                    <a:pt x="372158" y="239855"/>
                  </a:lnTo>
                  <a:lnTo>
                    <a:pt x="371975" y="239838"/>
                  </a:lnTo>
                  <a:lnTo>
                    <a:pt x="370158" y="239687"/>
                  </a:lnTo>
                  <a:lnTo>
                    <a:pt x="368642" y="239579"/>
                  </a:lnTo>
                  <a:lnTo>
                    <a:pt x="364853" y="239345"/>
                  </a:lnTo>
                  <a:lnTo>
                    <a:pt x="363690" y="239280"/>
                  </a:lnTo>
                  <a:lnTo>
                    <a:pt x="363525" y="239281"/>
                  </a:lnTo>
                  <a:lnTo>
                    <a:pt x="360607" y="239287"/>
                  </a:lnTo>
                  <a:lnTo>
                    <a:pt x="359474" y="239486"/>
                  </a:lnTo>
                  <a:lnTo>
                    <a:pt x="359341" y="239509"/>
                  </a:lnTo>
                  <a:lnTo>
                    <a:pt x="357302" y="239867"/>
                  </a:lnTo>
                  <a:lnTo>
                    <a:pt x="346655" y="220628"/>
                  </a:lnTo>
                  <a:lnTo>
                    <a:pt x="346414" y="220241"/>
                  </a:lnTo>
                  <a:lnTo>
                    <a:pt x="346308" y="220066"/>
                  </a:lnTo>
                  <a:lnTo>
                    <a:pt x="342326" y="216587"/>
                  </a:lnTo>
                  <a:lnTo>
                    <a:pt x="342159" y="216645"/>
                  </a:lnTo>
                  <a:lnTo>
                    <a:pt x="341834" y="216760"/>
                  </a:lnTo>
                  <a:lnTo>
                    <a:pt x="341702" y="216806"/>
                  </a:lnTo>
                  <a:lnTo>
                    <a:pt x="341534" y="216864"/>
                  </a:lnTo>
                  <a:lnTo>
                    <a:pt x="341388" y="216916"/>
                  </a:lnTo>
                  <a:lnTo>
                    <a:pt x="341136" y="217003"/>
                  </a:lnTo>
                  <a:lnTo>
                    <a:pt x="340984" y="216936"/>
                  </a:lnTo>
                  <a:lnTo>
                    <a:pt x="335495" y="216443"/>
                  </a:lnTo>
                  <a:lnTo>
                    <a:pt x="333556" y="216544"/>
                  </a:lnTo>
                  <a:lnTo>
                    <a:pt x="333095" y="216570"/>
                  </a:lnTo>
                  <a:lnTo>
                    <a:pt x="332957" y="216576"/>
                  </a:lnTo>
                  <a:lnTo>
                    <a:pt x="332792" y="216583"/>
                  </a:lnTo>
                  <a:lnTo>
                    <a:pt x="332655" y="216587"/>
                  </a:lnTo>
                  <a:lnTo>
                    <a:pt x="332517" y="216590"/>
                  </a:lnTo>
                  <a:lnTo>
                    <a:pt x="332365" y="216594"/>
                  </a:lnTo>
                  <a:lnTo>
                    <a:pt x="332227" y="216603"/>
                  </a:lnTo>
                  <a:lnTo>
                    <a:pt x="332090" y="216611"/>
                  </a:lnTo>
                  <a:lnTo>
                    <a:pt x="331901" y="216627"/>
                  </a:lnTo>
                  <a:lnTo>
                    <a:pt x="331877" y="216377"/>
                  </a:lnTo>
                  <a:lnTo>
                    <a:pt x="331845" y="216014"/>
                  </a:lnTo>
                  <a:lnTo>
                    <a:pt x="331797" y="215481"/>
                  </a:lnTo>
                  <a:lnTo>
                    <a:pt x="331785" y="215330"/>
                  </a:lnTo>
                  <a:lnTo>
                    <a:pt x="331773" y="214833"/>
                  </a:lnTo>
                  <a:lnTo>
                    <a:pt x="331765" y="214517"/>
                  </a:lnTo>
                  <a:lnTo>
                    <a:pt x="331754" y="214088"/>
                  </a:lnTo>
                  <a:lnTo>
                    <a:pt x="331741" y="213570"/>
                  </a:lnTo>
                  <a:lnTo>
                    <a:pt x="331731" y="213169"/>
                  </a:lnTo>
                  <a:lnTo>
                    <a:pt x="332221" y="212537"/>
                  </a:lnTo>
                  <a:lnTo>
                    <a:pt x="332625" y="212014"/>
                  </a:lnTo>
                  <a:lnTo>
                    <a:pt x="332782" y="211813"/>
                  </a:lnTo>
                  <a:lnTo>
                    <a:pt x="333040" y="211480"/>
                  </a:lnTo>
                  <a:lnTo>
                    <a:pt x="333302" y="211141"/>
                  </a:lnTo>
                  <a:lnTo>
                    <a:pt x="333569" y="210756"/>
                  </a:lnTo>
                  <a:lnTo>
                    <a:pt x="334053" y="210059"/>
                  </a:lnTo>
                  <a:lnTo>
                    <a:pt x="334248" y="209777"/>
                  </a:lnTo>
                  <a:lnTo>
                    <a:pt x="334491" y="209312"/>
                  </a:lnTo>
                  <a:lnTo>
                    <a:pt x="334701" y="208910"/>
                  </a:lnTo>
                  <a:lnTo>
                    <a:pt x="334906" y="208518"/>
                  </a:lnTo>
                  <a:lnTo>
                    <a:pt x="335194" y="207966"/>
                  </a:lnTo>
                  <a:lnTo>
                    <a:pt x="335412" y="207548"/>
                  </a:lnTo>
                  <a:lnTo>
                    <a:pt x="335542" y="207300"/>
                  </a:lnTo>
                  <a:lnTo>
                    <a:pt x="336747" y="205471"/>
                  </a:lnTo>
                  <a:lnTo>
                    <a:pt x="336964" y="205141"/>
                  </a:lnTo>
                  <a:lnTo>
                    <a:pt x="339467" y="201341"/>
                  </a:lnTo>
                  <a:lnTo>
                    <a:pt x="335644" y="197621"/>
                  </a:lnTo>
                  <a:lnTo>
                    <a:pt x="335106" y="197094"/>
                  </a:lnTo>
                  <a:lnTo>
                    <a:pt x="334606" y="196297"/>
                  </a:lnTo>
                  <a:lnTo>
                    <a:pt x="334462" y="196154"/>
                  </a:lnTo>
                  <a:lnTo>
                    <a:pt x="333956" y="195651"/>
                  </a:lnTo>
                  <a:lnTo>
                    <a:pt x="333707" y="195385"/>
                  </a:lnTo>
                  <a:lnTo>
                    <a:pt x="333641" y="195056"/>
                  </a:lnTo>
                  <a:lnTo>
                    <a:pt x="333569" y="194821"/>
                  </a:lnTo>
                  <a:lnTo>
                    <a:pt x="333443" y="194295"/>
                  </a:lnTo>
                  <a:lnTo>
                    <a:pt x="333367" y="194131"/>
                  </a:lnTo>
                  <a:lnTo>
                    <a:pt x="333210" y="193660"/>
                  </a:lnTo>
                  <a:lnTo>
                    <a:pt x="332850" y="192637"/>
                  </a:lnTo>
                  <a:lnTo>
                    <a:pt x="332809" y="192083"/>
                  </a:lnTo>
                  <a:lnTo>
                    <a:pt x="332781" y="191655"/>
                  </a:lnTo>
                  <a:lnTo>
                    <a:pt x="332777" y="191435"/>
                  </a:lnTo>
                  <a:lnTo>
                    <a:pt x="332765" y="191152"/>
                  </a:lnTo>
                  <a:lnTo>
                    <a:pt x="332748" y="190710"/>
                  </a:lnTo>
                  <a:lnTo>
                    <a:pt x="332700" y="190231"/>
                  </a:lnTo>
                  <a:lnTo>
                    <a:pt x="332657" y="189797"/>
                  </a:lnTo>
                  <a:lnTo>
                    <a:pt x="332603" y="189411"/>
                  </a:lnTo>
                  <a:lnTo>
                    <a:pt x="332123" y="188102"/>
                  </a:lnTo>
                  <a:lnTo>
                    <a:pt x="332074" y="187838"/>
                  </a:lnTo>
                  <a:lnTo>
                    <a:pt x="332021" y="187079"/>
                  </a:lnTo>
                  <a:lnTo>
                    <a:pt x="331949" y="186784"/>
                  </a:lnTo>
                  <a:lnTo>
                    <a:pt x="331830" y="186334"/>
                  </a:lnTo>
                  <a:lnTo>
                    <a:pt x="331657" y="185624"/>
                  </a:lnTo>
                  <a:lnTo>
                    <a:pt x="331482" y="185165"/>
                  </a:lnTo>
                  <a:lnTo>
                    <a:pt x="331430" y="184414"/>
                  </a:lnTo>
                  <a:lnTo>
                    <a:pt x="331144" y="183428"/>
                  </a:lnTo>
                  <a:lnTo>
                    <a:pt x="330789" y="182504"/>
                  </a:lnTo>
                  <a:lnTo>
                    <a:pt x="330724" y="182258"/>
                  </a:lnTo>
                  <a:lnTo>
                    <a:pt x="330651" y="181893"/>
                  </a:lnTo>
                  <a:lnTo>
                    <a:pt x="330529" y="181504"/>
                  </a:lnTo>
                  <a:lnTo>
                    <a:pt x="330476" y="181359"/>
                  </a:lnTo>
                  <a:lnTo>
                    <a:pt x="330382" y="180827"/>
                  </a:lnTo>
                  <a:lnTo>
                    <a:pt x="330308" y="180572"/>
                  </a:lnTo>
                  <a:lnTo>
                    <a:pt x="330211" y="180217"/>
                  </a:lnTo>
                  <a:lnTo>
                    <a:pt x="330150" y="179909"/>
                  </a:lnTo>
                  <a:lnTo>
                    <a:pt x="330041" y="179541"/>
                  </a:lnTo>
                  <a:lnTo>
                    <a:pt x="329991" y="179323"/>
                  </a:lnTo>
                  <a:lnTo>
                    <a:pt x="329952" y="179155"/>
                  </a:lnTo>
                  <a:lnTo>
                    <a:pt x="329881" y="178684"/>
                  </a:lnTo>
                  <a:lnTo>
                    <a:pt x="329390" y="176550"/>
                  </a:lnTo>
                  <a:lnTo>
                    <a:pt x="329073" y="174947"/>
                  </a:lnTo>
                  <a:lnTo>
                    <a:pt x="329040" y="174664"/>
                  </a:lnTo>
                  <a:lnTo>
                    <a:pt x="329021" y="174482"/>
                  </a:lnTo>
                  <a:lnTo>
                    <a:pt x="328948" y="173810"/>
                  </a:lnTo>
                  <a:lnTo>
                    <a:pt x="328921" y="173562"/>
                  </a:lnTo>
                  <a:lnTo>
                    <a:pt x="328884" y="173226"/>
                  </a:lnTo>
                  <a:lnTo>
                    <a:pt x="328845" y="172769"/>
                  </a:lnTo>
                  <a:lnTo>
                    <a:pt x="328805" y="172428"/>
                  </a:lnTo>
                  <a:lnTo>
                    <a:pt x="328736" y="171825"/>
                  </a:lnTo>
                  <a:lnTo>
                    <a:pt x="328715" y="171670"/>
                  </a:lnTo>
                  <a:lnTo>
                    <a:pt x="328701" y="171501"/>
                  </a:lnTo>
                  <a:lnTo>
                    <a:pt x="328689" y="171324"/>
                  </a:lnTo>
                  <a:lnTo>
                    <a:pt x="328619" y="171002"/>
                  </a:lnTo>
                  <a:lnTo>
                    <a:pt x="328442" y="170552"/>
                  </a:lnTo>
                  <a:lnTo>
                    <a:pt x="328307" y="170272"/>
                  </a:lnTo>
                  <a:lnTo>
                    <a:pt x="328114" y="169852"/>
                  </a:lnTo>
                  <a:lnTo>
                    <a:pt x="327917" y="169366"/>
                  </a:lnTo>
                  <a:lnTo>
                    <a:pt x="327721" y="168900"/>
                  </a:lnTo>
                  <a:lnTo>
                    <a:pt x="327540" y="168425"/>
                  </a:lnTo>
                  <a:lnTo>
                    <a:pt x="327429" y="168132"/>
                  </a:lnTo>
                  <a:lnTo>
                    <a:pt x="327265" y="167706"/>
                  </a:lnTo>
                  <a:lnTo>
                    <a:pt x="327196" y="167517"/>
                  </a:lnTo>
                  <a:lnTo>
                    <a:pt x="327102" y="167273"/>
                  </a:lnTo>
                  <a:lnTo>
                    <a:pt x="326581" y="165847"/>
                  </a:lnTo>
                  <a:lnTo>
                    <a:pt x="326605" y="165598"/>
                  </a:lnTo>
                  <a:lnTo>
                    <a:pt x="326619" y="165449"/>
                  </a:lnTo>
                  <a:lnTo>
                    <a:pt x="326692" y="164405"/>
                  </a:lnTo>
                  <a:lnTo>
                    <a:pt x="326707" y="164248"/>
                  </a:lnTo>
                  <a:lnTo>
                    <a:pt x="326838" y="162615"/>
                  </a:lnTo>
                  <a:lnTo>
                    <a:pt x="326854" y="162299"/>
                  </a:lnTo>
                  <a:lnTo>
                    <a:pt x="326896" y="161896"/>
                  </a:lnTo>
                  <a:lnTo>
                    <a:pt x="326943" y="161492"/>
                  </a:lnTo>
                  <a:lnTo>
                    <a:pt x="326963" y="161139"/>
                  </a:lnTo>
                  <a:lnTo>
                    <a:pt x="327049" y="160087"/>
                  </a:lnTo>
                  <a:lnTo>
                    <a:pt x="327133" y="159135"/>
                  </a:lnTo>
                  <a:lnTo>
                    <a:pt x="327047" y="158580"/>
                  </a:lnTo>
                  <a:lnTo>
                    <a:pt x="326477" y="158379"/>
                  </a:lnTo>
                  <a:lnTo>
                    <a:pt x="325899" y="158209"/>
                  </a:lnTo>
                  <a:lnTo>
                    <a:pt x="325553" y="158084"/>
                  </a:lnTo>
                  <a:lnTo>
                    <a:pt x="325153" y="157940"/>
                  </a:lnTo>
                  <a:lnTo>
                    <a:pt x="324757" y="157786"/>
                  </a:lnTo>
                  <a:lnTo>
                    <a:pt x="324130" y="157574"/>
                  </a:lnTo>
                  <a:lnTo>
                    <a:pt x="323001" y="157172"/>
                  </a:lnTo>
                  <a:lnTo>
                    <a:pt x="322211" y="156901"/>
                  </a:lnTo>
                  <a:lnTo>
                    <a:pt x="321477" y="156652"/>
                  </a:lnTo>
                  <a:lnTo>
                    <a:pt x="321222" y="156552"/>
                  </a:lnTo>
                  <a:lnTo>
                    <a:pt x="320350" y="156234"/>
                  </a:lnTo>
                  <a:lnTo>
                    <a:pt x="319694" y="155996"/>
                  </a:lnTo>
                  <a:lnTo>
                    <a:pt x="317386" y="155486"/>
                  </a:lnTo>
                  <a:lnTo>
                    <a:pt x="317084" y="155420"/>
                  </a:lnTo>
                  <a:lnTo>
                    <a:pt x="317446" y="154669"/>
                  </a:lnTo>
                  <a:lnTo>
                    <a:pt x="317782" y="153911"/>
                  </a:lnTo>
                  <a:lnTo>
                    <a:pt x="318069" y="153275"/>
                  </a:lnTo>
                  <a:lnTo>
                    <a:pt x="318131" y="153126"/>
                  </a:lnTo>
                  <a:lnTo>
                    <a:pt x="318338" y="152671"/>
                  </a:lnTo>
                  <a:lnTo>
                    <a:pt x="318457" y="152350"/>
                  </a:lnTo>
                  <a:lnTo>
                    <a:pt x="318561" y="152176"/>
                  </a:lnTo>
                  <a:lnTo>
                    <a:pt x="318668" y="151954"/>
                  </a:lnTo>
                  <a:lnTo>
                    <a:pt x="318855" y="151556"/>
                  </a:lnTo>
                  <a:lnTo>
                    <a:pt x="318914" y="151425"/>
                  </a:lnTo>
                  <a:lnTo>
                    <a:pt x="319242" y="150506"/>
                  </a:lnTo>
                  <a:lnTo>
                    <a:pt x="319491" y="150382"/>
                  </a:lnTo>
                  <a:lnTo>
                    <a:pt x="319985" y="149592"/>
                  </a:lnTo>
                  <a:lnTo>
                    <a:pt x="320140" y="149336"/>
                  </a:lnTo>
                  <a:lnTo>
                    <a:pt x="320577" y="148758"/>
                  </a:lnTo>
                  <a:lnTo>
                    <a:pt x="320770" y="148484"/>
                  </a:lnTo>
                  <a:lnTo>
                    <a:pt x="320586" y="148443"/>
                  </a:lnTo>
                  <a:lnTo>
                    <a:pt x="320390" y="148401"/>
                  </a:lnTo>
                  <a:lnTo>
                    <a:pt x="320233" y="148346"/>
                  </a:lnTo>
                  <a:lnTo>
                    <a:pt x="320001" y="148336"/>
                  </a:lnTo>
                  <a:lnTo>
                    <a:pt x="319383" y="148128"/>
                  </a:lnTo>
                  <a:lnTo>
                    <a:pt x="319013" y="148036"/>
                  </a:lnTo>
                  <a:lnTo>
                    <a:pt x="318883" y="148008"/>
                  </a:lnTo>
                  <a:lnTo>
                    <a:pt x="318750" y="147981"/>
                  </a:lnTo>
                  <a:lnTo>
                    <a:pt x="318548" y="147899"/>
                  </a:lnTo>
                  <a:lnTo>
                    <a:pt x="318600" y="147653"/>
                  </a:lnTo>
                  <a:lnTo>
                    <a:pt x="318581" y="147425"/>
                  </a:lnTo>
                  <a:lnTo>
                    <a:pt x="318731" y="147204"/>
                  </a:lnTo>
                  <a:lnTo>
                    <a:pt x="319008" y="146786"/>
                  </a:lnTo>
                  <a:lnTo>
                    <a:pt x="319349" y="146221"/>
                  </a:lnTo>
                  <a:lnTo>
                    <a:pt x="319137" y="145847"/>
                  </a:lnTo>
                  <a:lnTo>
                    <a:pt x="318983" y="145589"/>
                  </a:lnTo>
                  <a:lnTo>
                    <a:pt x="318900" y="145454"/>
                  </a:lnTo>
                  <a:lnTo>
                    <a:pt x="318851" y="145227"/>
                  </a:lnTo>
                  <a:lnTo>
                    <a:pt x="318978" y="145145"/>
                  </a:lnTo>
                  <a:lnTo>
                    <a:pt x="319753" y="144559"/>
                  </a:lnTo>
                  <a:lnTo>
                    <a:pt x="319745" y="144391"/>
                  </a:lnTo>
                  <a:lnTo>
                    <a:pt x="319716" y="144105"/>
                  </a:lnTo>
                  <a:lnTo>
                    <a:pt x="319868" y="143884"/>
                  </a:lnTo>
                  <a:lnTo>
                    <a:pt x="319927" y="143621"/>
                  </a:lnTo>
                  <a:lnTo>
                    <a:pt x="319957" y="143171"/>
                  </a:lnTo>
                  <a:lnTo>
                    <a:pt x="320013" y="142614"/>
                  </a:lnTo>
                  <a:lnTo>
                    <a:pt x="319905" y="141972"/>
                  </a:lnTo>
                  <a:lnTo>
                    <a:pt x="319939" y="141603"/>
                  </a:lnTo>
                  <a:lnTo>
                    <a:pt x="319924" y="141437"/>
                  </a:lnTo>
                  <a:lnTo>
                    <a:pt x="319940" y="140745"/>
                  </a:lnTo>
                  <a:lnTo>
                    <a:pt x="319953" y="140478"/>
                  </a:lnTo>
                  <a:lnTo>
                    <a:pt x="319964" y="140183"/>
                  </a:lnTo>
                  <a:lnTo>
                    <a:pt x="319952" y="138731"/>
                  </a:lnTo>
                  <a:lnTo>
                    <a:pt x="319985" y="138588"/>
                  </a:lnTo>
                  <a:lnTo>
                    <a:pt x="320022" y="138434"/>
                  </a:lnTo>
                  <a:lnTo>
                    <a:pt x="320077" y="138200"/>
                  </a:lnTo>
                  <a:lnTo>
                    <a:pt x="320110" y="138037"/>
                  </a:lnTo>
                  <a:lnTo>
                    <a:pt x="320129" y="137835"/>
                  </a:lnTo>
                  <a:lnTo>
                    <a:pt x="320158" y="137454"/>
                  </a:lnTo>
                  <a:lnTo>
                    <a:pt x="320235" y="137217"/>
                  </a:lnTo>
                  <a:lnTo>
                    <a:pt x="320381" y="136929"/>
                  </a:lnTo>
                  <a:lnTo>
                    <a:pt x="320746" y="136325"/>
                  </a:lnTo>
                  <a:lnTo>
                    <a:pt x="320891" y="136106"/>
                  </a:lnTo>
                  <a:lnTo>
                    <a:pt x="320988" y="135963"/>
                  </a:lnTo>
                  <a:lnTo>
                    <a:pt x="321150" y="135481"/>
                  </a:lnTo>
                  <a:lnTo>
                    <a:pt x="321207" y="135353"/>
                  </a:lnTo>
                  <a:lnTo>
                    <a:pt x="321297" y="135136"/>
                  </a:lnTo>
                  <a:lnTo>
                    <a:pt x="321367" y="134968"/>
                  </a:lnTo>
                  <a:lnTo>
                    <a:pt x="321456" y="134800"/>
                  </a:lnTo>
                  <a:lnTo>
                    <a:pt x="321541" y="134647"/>
                  </a:lnTo>
                  <a:lnTo>
                    <a:pt x="321644" y="134457"/>
                  </a:lnTo>
                  <a:lnTo>
                    <a:pt x="321735" y="134316"/>
                  </a:lnTo>
                  <a:lnTo>
                    <a:pt x="321874" y="134109"/>
                  </a:lnTo>
                  <a:lnTo>
                    <a:pt x="322137" y="133695"/>
                  </a:lnTo>
                  <a:lnTo>
                    <a:pt x="322701" y="132733"/>
                  </a:lnTo>
                  <a:lnTo>
                    <a:pt x="323036" y="132205"/>
                  </a:lnTo>
                  <a:lnTo>
                    <a:pt x="323336" y="131591"/>
                  </a:lnTo>
                  <a:lnTo>
                    <a:pt x="324141" y="130807"/>
                  </a:lnTo>
                  <a:lnTo>
                    <a:pt x="324009" y="130748"/>
                  </a:lnTo>
                  <a:lnTo>
                    <a:pt x="323858" y="130691"/>
                  </a:lnTo>
                  <a:lnTo>
                    <a:pt x="323403" y="130508"/>
                  </a:lnTo>
                  <a:lnTo>
                    <a:pt x="322976" y="130337"/>
                  </a:lnTo>
                  <a:lnTo>
                    <a:pt x="322563" y="130175"/>
                  </a:lnTo>
                  <a:lnTo>
                    <a:pt x="322127" y="130004"/>
                  </a:lnTo>
                  <a:lnTo>
                    <a:pt x="321877" y="129906"/>
                  </a:lnTo>
                  <a:lnTo>
                    <a:pt x="321571" y="129578"/>
                  </a:lnTo>
                  <a:lnTo>
                    <a:pt x="321339" y="129324"/>
                  </a:lnTo>
                  <a:lnTo>
                    <a:pt x="320726" y="128652"/>
                  </a:lnTo>
                  <a:lnTo>
                    <a:pt x="320444" y="128340"/>
                  </a:lnTo>
                  <a:lnTo>
                    <a:pt x="319874" y="127713"/>
                  </a:lnTo>
                  <a:lnTo>
                    <a:pt x="319496" y="127297"/>
                  </a:lnTo>
                  <a:lnTo>
                    <a:pt x="319200" y="126970"/>
                  </a:lnTo>
                  <a:lnTo>
                    <a:pt x="319005" y="126757"/>
                  </a:lnTo>
                  <a:lnTo>
                    <a:pt x="318251" y="126272"/>
                  </a:lnTo>
                  <a:lnTo>
                    <a:pt x="317892" y="126025"/>
                  </a:lnTo>
                  <a:lnTo>
                    <a:pt x="316745" y="125337"/>
                  </a:lnTo>
                  <a:lnTo>
                    <a:pt x="316461" y="125186"/>
                  </a:lnTo>
                  <a:lnTo>
                    <a:pt x="316068" y="124943"/>
                  </a:lnTo>
                  <a:lnTo>
                    <a:pt x="315732" y="124744"/>
                  </a:lnTo>
                  <a:lnTo>
                    <a:pt x="315161" y="124410"/>
                  </a:lnTo>
                  <a:lnTo>
                    <a:pt x="314575" y="124113"/>
                  </a:lnTo>
                  <a:lnTo>
                    <a:pt x="314140" y="123865"/>
                  </a:lnTo>
                  <a:lnTo>
                    <a:pt x="313698" y="123633"/>
                  </a:lnTo>
                  <a:lnTo>
                    <a:pt x="312770" y="123360"/>
                  </a:lnTo>
                  <a:lnTo>
                    <a:pt x="311993" y="123066"/>
                  </a:lnTo>
                  <a:lnTo>
                    <a:pt x="311406" y="122887"/>
                  </a:lnTo>
                  <a:lnTo>
                    <a:pt x="311041" y="122781"/>
                  </a:lnTo>
                  <a:lnTo>
                    <a:pt x="310557" y="122620"/>
                  </a:lnTo>
                  <a:lnTo>
                    <a:pt x="310307" y="122525"/>
                  </a:lnTo>
                  <a:lnTo>
                    <a:pt x="309945" y="122380"/>
                  </a:lnTo>
                  <a:lnTo>
                    <a:pt x="309073" y="121706"/>
                  </a:lnTo>
                  <a:lnTo>
                    <a:pt x="308747" y="120904"/>
                  </a:lnTo>
                  <a:lnTo>
                    <a:pt x="308703" y="120587"/>
                  </a:lnTo>
                  <a:lnTo>
                    <a:pt x="308644" y="120223"/>
                  </a:lnTo>
                  <a:lnTo>
                    <a:pt x="308401" y="120146"/>
                  </a:lnTo>
                  <a:lnTo>
                    <a:pt x="307734" y="120435"/>
                  </a:lnTo>
                  <a:lnTo>
                    <a:pt x="307468" y="120575"/>
                  </a:lnTo>
                  <a:lnTo>
                    <a:pt x="306928" y="120781"/>
                  </a:lnTo>
                  <a:lnTo>
                    <a:pt x="306076" y="120553"/>
                  </a:lnTo>
                  <a:lnTo>
                    <a:pt x="304935" y="119798"/>
                  </a:lnTo>
                  <a:lnTo>
                    <a:pt x="303878" y="119141"/>
                  </a:lnTo>
                  <a:lnTo>
                    <a:pt x="303402" y="118870"/>
                  </a:lnTo>
                  <a:lnTo>
                    <a:pt x="303199" y="118745"/>
                  </a:lnTo>
                  <a:lnTo>
                    <a:pt x="302652" y="118396"/>
                  </a:lnTo>
                  <a:lnTo>
                    <a:pt x="302349" y="118170"/>
                  </a:lnTo>
                  <a:lnTo>
                    <a:pt x="302164" y="118054"/>
                  </a:lnTo>
                  <a:lnTo>
                    <a:pt x="301813" y="117849"/>
                  </a:lnTo>
                  <a:lnTo>
                    <a:pt x="301588" y="117694"/>
                  </a:lnTo>
                  <a:lnTo>
                    <a:pt x="301448" y="117363"/>
                  </a:lnTo>
                  <a:lnTo>
                    <a:pt x="301169" y="117120"/>
                  </a:lnTo>
                  <a:lnTo>
                    <a:pt x="300401" y="116628"/>
                  </a:lnTo>
                  <a:lnTo>
                    <a:pt x="299387" y="115654"/>
                  </a:lnTo>
                  <a:lnTo>
                    <a:pt x="299364" y="114576"/>
                  </a:lnTo>
                  <a:lnTo>
                    <a:pt x="299773" y="113950"/>
                  </a:lnTo>
                  <a:lnTo>
                    <a:pt x="299931" y="112980"/>
                  </a:lnTo>
                  <a:lnTo>
                    <a:pt x="300023" y="112413"/>
                  </a:lnTo>
                  <a:lnTo>
                    <a:pt x="300110" y="111484"/>
                  </a:lnTo>
                  <a:lnTo>
                    <a:pt x="299779" y="109955"/>
                  </a:lnTo>
                  <a:lnTo>
                    <a:pt x="299741" y="109781"/>
                  </a:lnTo>
                  <a:lnTo>
                    <a:pt x="299703" y="109604"/>
                  </a:lnTo>
                  <a:lnTo>
                    <a:pt x="299684" y="109311"/>
                  </a:lnTo>
                  <a:lnTo>
                    <a:pt x="299668" y="108903"/>
                  </a:lnTo>
                  <a:lnTo>
                    <a:pt x="299714" y="107633"/>
                  </a:lnTo>
                  <a:lnTo>
                    <a:pt x="299738" y="107138"/>
                  </a:lnTo>
                  <a:lnTo>
                    <a:pt x="299654" y="106164"/>
                  </a:lnTo>
                  <a:lnTo>
                    <a:pt x="299375" y="105229"/>
                  </a:lnTo>
                  <a:lnTo>
                    <a:pt x="299313" y="104651"/>
                  </a:lnTo>
                  <a:lnTo>
                    <a:pt x="299540" y="103910"/>
                  </a:lnTo>
                  <a:lnTo>
                    <a:pt x="299673" y="103446"/>
                  </a:lnTo>
                  <a:lnTo>
                    <a:pt x="299954" y="102634"/>
                  </a:lnTo>
                  <a:lnTo>
                    <a:pt x="300135" y="102145"/>
                  </a:lnTo>
                  <a:lnTo>
                    <a:pt x="300537" y="100835"/>
                  </a:lnTo>
                  <a:lnTo>
                    <a:pt x="300641" y="100535"/>
                  </a:lnTo>
                  <a:lnTo>
                    <a:pt x="300812" y="100282"/>
                  </a:lnTo>
                  <a:lnTo>
                    <a:pt x="300827" y="100096"/>
                  </a:lnTo>
                  <a:lnTo>
                    <a:pt x="300884" y="99518"/>
                  </a:lnTo>
                  <a:lnTo>
                    <a:pt x="300919" y="99147"/>
                  </a:lnTo>
                  <a:lnTo>
                    <a:pt x="300931" y="99012"/>
                  </a:lnTo>
                  <a:lnTo>
                    <a:pt x="300953" y="98755"/>
                  </a:lnTo>
                  <a:lnTo>
                    <a:pt x="300983" y="98499"/>
                  </a:lnTo>
                  <a:lnTo>
                    <a:pt x="301044" y="98150"/>
                  </a:lnTo>
                  <a:lnTo>
                    <a:pt x="301095" y="97897"/>
                  </a:lnTo>
                  <a:lnTo>
                    <a:pt x="301149" y="97593"/>
                  </a:lnTo>
                  <a:lnTo>
                    <a:pt x="301227" y="97200"/>
                  </a:lnTo>
                  <a:lnTo>
                    <a:pt x="301263" y="97035"/>
                  </a:lnTo>
                  <a:lnTo>
                    <a:pt x="301315" y="96765"/>
                  </a:lnTo>
                  <a:lnTo>
                    <a:pt x="301345" y="96631"/>
                  </a:lnTo>
                  <a:lnTo>
                    <a:pt x="301407" y="96318"/>
                  </a:lnTo>
                  <a:lnTo>
                    <a:pt x="301397" y="95879"/>
                  </a:lnTo>
                  <a:lnTo>
                    <a:pt x="300730" y="95509"/>
                  </a:lnTo>
                  <a:lnTo>
                    <a:pt x="299530" y="94873"/>
                  </a:lnTo>
                  <a:lnTo>
                    <a:pt x="301478" y="92023"/>
                  </a:lnTo>
                  <a:lnTo>
                    <a:pt x="301841" y="91444"/>
                  </a:lnTo>
                  <a:lnTo>
                    <a:pt x="302008" y="91190"/>
                  </a:lnTo>
                  <a:lnTo>
                    <a:pt x="302381" y="90622"/>
                  </a:lnTo>
                  <a:lnTo>
                    <a:pt x="302424" y="90102"/>
                  </a:lnTo>
                  <a:lnTo>
                    <a:pt x="302299" y="89830"/>
                  </a:lnTo>
                  <a:lnTo>
                    <a:pt x="302045" y="89310"/>
                  </a:lnTo>
                  <a:lnTo>
                    <a:pt x="301743" y="88691"/>
                  </a:lnTo>
                  <a:lnTo>
                    <a:pt x="301589" y="88380"/>
                  </a:lnTo>
                  <a:lnTo>
                    <a:pt x="301141" y="87133"/>
                  </a:lnTo>
                  <a:lnTo>
                    <a:pt x="300995" y="86730"/>
                  </a:lnTo>
                  <a:lnTo>
                    <a:pt x="300473" y="86309"/>
                  </a:lnTo>
                  <a:lnTo>
                    <a:pt x="299200" y="85598"/>
                  </a:lnTo>
                  <a:lnTo>
                    <a:pt x="298813" y="85335"/>
                  </a:lnTo>
                  <a:lnTo>
                    <a:pt x="298533" y="85178"/>
                  </a:lnTo>
                  <a:lnTo>
                    <a:pt x="298124" y="84953"/>
                  </a:lnTo>
                  <a:lnTo>
                    <a:pt x="297990" y="84879"/>
                  </a:lnTo>
                  <a:lnTo>
                    <a:pt x="297517" y="84560"/>
                  </a:lnTo>
                  <a:lnTo>
                    <a:pt x="297250" y="84408"/>
                  </a:lnTo>
                  <a:lnTo>
                    <a:pt x="296749" y="84118"/>
                  </a:lnTo>
                  <a:lnTo>
                    <a:pt x="296041" y="83680"/>
                  </a:lnTo>
                  <a:lnTo>
                    <a:pt x="295905" y="83592"/>
                  </a:lnTo>
                  <a:lnTo>
                    <a:pt x="295548" y="83334"/>
                  </a:lnTo>
                  <a:lnTo>
                    <a:pt x="295331" y="83123"/>
                  </a:lnTo>
                  <a:lnTo>
                    <a:pt x="295213" y="82965"/>
                  </a:lnTo>
                  <a:lnTo>
                    <a:pt x="295059" y="82823"/>
                  </a:lnTo>
                  <a:lnTo>
                    <a:pt x="294912" y="82689"/>
                  </a:lnTo>
                  <a:lnTo>
                    <a:pt x="294813" y="82546"/>
                  </a:lnTo>
                  <a:lnTo>
                    <a:pt x="294534" y="82228"/>
                  </a:lnTo>
                  <a:lnTo>
                    <a:pt x="294398" y="82098"/>
                  </a:lnTo>
                  <a:lnTo>
                    <a:pt x="294042" y="81579"/>
                  </a:lnTo>
                  <a:lnTo>
                    <a:pt x="293593" y="81127"/>
                  </a:lnTo>
                  <a:lnTo>
                    <a:pt x="293234" y="80766"/>
                  </a:lnTo>
                  <a:lnTo>
                    <a:pt x="291975" y="79833"/>
                  </a:lnTo>
                  <a:lnTo>
                    <a:pt x="291918" y="79543"/>
                  </a:lnTo>
                  <a:lnTo>
                    <a:pt x="291719" y="78771"/>
                  </a:lnTo>
                  <a:lnTo>
                    <a:pt x="291625" y="78159"/>
                  </a:lnTo>
                  <a:lnTo>
                    <a:pt x="291321" y="77666"/>
                  </a:lnTo>
                  <a:lnTo>
                    <a:pt x="290906" y="77318"/>
                  </a:lnTo>
                  <a:lnTo>
                    <a:pt x="289998" y="77234"/>
                  </a:lnTo>
                  <a:lnTo>
                    <a:pt x="289396" y="77072"/>
                  </a:lnTo>
                  <a:lnTo>
                    <a:pt x="288319" y="76766"/>
                  </a:lnTo>
                  <a:lnTo>
                    <a:pt x="288181" y="76727"/>
                  </a:lnTo>
                  <a:lnTo>
                    <a:pt x="287935" y="76675"/>
                  </a:lnTo>
                  <a:lnTo>
                    <a:pt x="287669" y="76611"/>
                  </a:lnTo>
                  <a:lnTo>
                    <a:pt x="287018" y="76441"/>
                  </a:lnTo>
                  <a:lnTo>
                    <a:pt x="286730" y="76361"/>
                  </a:lnTo>
                  <a:lnTo>
                    <a:pt x="286536" y="76311"/>
                  </a:lnTo>
                  <a:lnTo>
                    <a:pt x="286262" y="76236"/>
                  </a:lnTo>
                  <a:lnTo>
                    <a:pt x="285933" y="76143"/>
                  </a:lnTo>
                  <a:lnTo>
                    <a:pt x="285796" y="76102"/>
                  </a:lnTo>
                  <a:lnTo>
                    <a:pt x="285566" y="76054"/>
                  </a:lnTo>
                  <a:lnTo>
                    <a:pt x="285290" y="76014"/>
                  </a:lnTo>
                  <a:lnTo>
                    <a:pt x="284995" y="75955"/>
                  </a:lnTo>
                  <a:lnTo>
                    <a:pt x="284836" y="75925"/>
                  </a:lnTo>
                  <a:lnTo>
                    <a:pt x="284679" y="75897"/>
                  </a:lnTo>
                  <a:lnTo>
                    <a:pt x="284620" y="75590"/>
                  </a:lnTo>
                  <a:lnTo>
                    <a:pt x="284601" y="75452"/>
                  </a:lnTo>
                  <a:lnTo>
                    <a:pt x="284624" y="75205"/>
                  </a:lnTo>
                  <a:lnTo>
                    <a:pt x="284656" y="74947"/>
                  </a:lnTo>
                  <a:lnTo>
                    <a:pt x="284559" y="74644"/>
                  </a:lnTo>
                  <a:lnTo>
                    <a:pt x="284421" y="74202"/>
                  </a:lnTo>
                  <a:lnTo>
                    <a:pt x="284272" y="73741"/>
                  </a:lnTo>
                  <a:lnTo>
                    <a:pt x="283764" y="73396"/>
                  </a:lnTo>
                  <a:lnTo>
                    <a:pt x="283141" y="72977"/>
                  </a:lnTo>
                  <a:lnTo>
                    <a:pt x="282904" y="72816"/>
                  </a:lnTo>
                  <a:lnTo>
                    <a:pt x="282701" y="72682"/>
                  </a:lnTo>
                  <a:lnTo>
                    <a:pt x="282568" y="72594"/>
                  </a:lnTo>
                  <a:lnTo>
                    <a:pt x="282195" y="72342"/>
                  </a:lnTo>
                  <a:lnTo>
                    <a:pt x="282003" y="72212"/>
                  </a:lnTo>
                  <a:lnTo>
                    <a:pt x="281743" y="71936"/>
                  </a:lnTo>
                  <a:lnTo>
                    <a:pt x="281664" y="71779"/>
                  </a:lnTo>
                  <a:lnTo>
                    <a:pt x="281557" y="71573"/>
                  </a:lnTo>
                  <a:lnTo>
                    <a:pt x="281443" y="71353"/>
                  </a:lnTo>
                  <a:lnTo>
                    <a:pt x="281267" y="71001"/>
                  </a:lnTo>
                  <a:lnTo>
                    <a:pt x="281086" y="70616"/>
                  </a:lnTo>
                  <a:lnTo>
                    <a:pt x="280946" y="70479"/>
                  </a:lnTo>
                  <a:lnTo>
                    <a:pt x="280711" y="70232"/>
                  </a:lnTo>
                  <a:lnTo>
                    <a:pt x="280413" y="69934"/>
                  </a:lnTo>
                  <a:lnTo>
                    <a:pt x="280038" y="69540"/>
                  </a:lnTo>
                  <a:lnTo>
                    <a:pt x="279796" y="69291"/>
                  </a:lnTo>
                  <a:lnTo>
                    <a:pt x="279571" y="69199"/>
                  </a:lnTo>
                  <a:lnTo>
                    <a:pt x="279092" y="69317"/>
                  </a:lnTo>
                  <a:lnTo>
                    <a:pt x="278794" y="69360"/>
                  </a:lnTo>
                  <a:lnTo>
                    <a:pt x="278532" y="69407"/>
                  </a:lnTo>
                  <a:lnTo>
                    <a:pt x="278219" y="69538"/>
                  </a:lnTo>
                  <a:lnTo>
                    <a:pt x="278081" y="69595"/>
                  </a:lnTo>
                  <a:lnTo>
                    <a:pt x="277821" y="69698"/>
                  </a:lnTo>
                  <a:lnTo>
                    <a:pt x="275840" y="69742"/>
                  </a:lnTo>
                  <a:lnTo>
                    <a:pt x="275778" y="68718"/>
                  </a:lnTo>
                  <a:lnTo>
                    <a:pt x="275785" y="68539"/>
                  </a:lnTo>
                  <a:lnTo>
                    <a:pt x="275589" y="68022"/>
                  </a:lnTo>
                  <a:lnTo>
                    <a:pt x="275374" y="67529"/>
                  </a:lnTo>
                  <a:lnTo>
                    <a:pt x="275352" y="66899"/>
                  </a:lnTo>
                  <a:lnTo>
                    <a:pt x="275482" y="66824"/>
                  </a:lnTo>
                  <a:lnTo>
                    <a:pt x="275813" y="66551"/>
                  </a:lnTo>
                  <a:lnTo>
                    <a:pt x="276116" y="66333"/>
                  </a:lnTo>
                  <a:lnTo>
                    <a:pt x="276295" y="66169"/>
                  </a:lnTo>
                  <a:lnTo>
                    <a:pt x="276434" y="66074"/>
                  </a:lnTo>
                  <a:lnTo>
                    <a:pt x="276762" y="65859"/>
                  </a:lnTo>
                  <a:lnTo>
                    <a:pt x="277124" y="65659"/>
                  </a:lnTo>
                  <a:lnTo>
                    <a:pt x="277364" y="65502"/>
                  </a:lnTo>
                  <a:lnTo>
                    <a:pt x="277221" y="63871"/>
                  </a:lnTo>
                  <a:lnTo>
                    <a:pt x="277236" y="63562"/>
                  </a:lnTo>
                  <a:lnTo>
                    <a:pt x="277227" y="63226"/>
                  </a:lnTo>
                  <a:lnTo>
                    <a:pt x="277107" y="62908"/>
                  </a:lnTo>
                  <a:lnTo>
                    <a:pt x="276958" y="62517"/>
                  </a:lnTo>
                  <a:lnTo>
                    <a:pt x="276867" y="62276"/>
                  </a:lnTo>
                  <a:lnTo>
                    <a:pt x="276796" y="62088"/>
                  </a:lnTo>
                  <a:lnTo>
                    <a:pt x="276695" y="61819"/>
                  </a:lnTo>
                  <a:lnTo>
                    <a:pt x="276558" y="61452"/>
                  </a:lnTo>
                  <a:lnTo>
                    <a:pt x="276502" y="61299"/>
                  </a:lnTo>
                  <a:lnTo>
                    <a:pt x="276432" y="61141"/>
                  </a:lnTo>
                  <a:lnTo>
                    <a:pt x="276321" y="60865"/>
                  </a:lnTo>
                  <a:lnTo>
                    <a:pt x="276247" y="60685"/>
                  </a:lnTo>
                  <a:lnTo>
                    <a:pt x="276215" y="60377"/>
                  </a:lnTo>
                  <a:lnTo>
                    <a:pt x="276169" y="59940"/>
                  </a:lnTo>
                  <a:lnTo>
                    <a:pt x="276131" y="59591"/>
                  </a:lnTo>
                  <a:lnTo>
                    <a:pt x="276101" y="59314"/>
                  </a:lnTo>
                  <a:lnTo>
                    <a:pt x="276109" y="59186"/>
                  </a:lnTo>
                  <a:lnTo>
                    <a:pt x="276161" y="58363"/>
                  </a:lnTo>
                  <a:lnTo>
                    <a:pt x="276201" y="57731"/>
                  </a:lnTo>
                  <a:lnTo>
                    <a:pt x="276233" y="57234"/>
                  </a:lnTo>
                  <a:lnTo>
                    <a:pt x="276289" y="56254"/>
                  </a:lnTo>
                  <a:lnTo>
                    <a:pt x="276169" y="55073"/>
                  </a:lnTo>
                  <a:lnTo>
                    <a:pt x="276146" y="54907"/>
                  </a:lnTo>
                  <a:lnTo>
                    <a:pt x="276137" y="54759"/>
                  </a:lnTo>
                  <a:lnTo>
                    <a:pt x="275911" y="53728"/>
                  </a:lnTo>
                  <a:lnTo>
                    <a:pt x="276082" y="53325"/>
                  </a:lnTo>
                  <a:lnTo>
                    <a:pt x="276084" y="52915"/>
                  </a:lnTo>
                  <a:lnTo>
                    <a:pt x="276101" y="52615"/>
                  </a:lnTo>
                  <a:lnTo>
                    <a:pt x="276093" y="52416"/>
                  </a:lnTo>
                  <a:lnTo>
                    <a:pt x="276069" y="51844"/>
                  </a:lnTo>
                  <a:lnTo>
                    <a:pt x="276112" y="51583"/>
                  </a:lnTo>
                  <a:lnTo>
                    <a:pt x="276165" y="51002"/>
                  </a:lnTo>
                  <a:lnTo>
                    <a:pt x="276195" y="50586"/>
                  </a:lnTo>
                  <a:lnTo>
                    <a:pt x="276227" y="50169"/>
                  </a:lnTo>
                  <a:lnTo>
                    <a:pt x="276251" y="49993"/>
                  </a:lnTo>
                  <a:lnTo>
                    <a:pt x="276163" y="49560"/>
                  </a:lnTo>
                  <a:lnTo>
                    <a:pt x="276122" y="49367"/>
                  </a:lnTo>
                  <a:lnTo>
                    <a:pt x="276147" y="49091"/>
                  </a:lnTo>
                  <a:lnTo>
                    <a:pt x="276155" y="48645"/>
                  </a:lnTo>
                  <a:lnTo>
                    <a:pt x="276193" y="47768"/>
                  </a:lnTo>
                  <a:lnTo>
                    <a:pt x="276192" y="47637"/>
                  </a:lnTo>
                  <a:lnTo>
                    <a:pt x="276188" y="47450"/>
                  </a:lnTo>
                  <a:lnTo>
                    <a:pt x="276184" y="47253"/>
                  </a:lnTo>
                  <a:lnTo>
                    <a:pt x="276144" y="46948"/>
                  </a:lnTo>
                  <a:lnTo>
                    <a:pt x="276137" y="46760"/>
                  </a:lnTo>
                  <a:lnTo>
                    <a:pt x="276119" y="46322"/>
                  </a:lnTo>
                  <a:lnTo>
                    <a:pt x="276111" y="46103"/>
                  </a:lnTo>
                  <a:lnTo>
                    <a:pt x="276087" y="45655"/>
                  </a:lnTo>
                  <a:lnTo>
                    <a:pt x="276110" y="45084"/>
                  </a:lnTo>
                  <a:lnTo>
                    <a:pt x="276116" y="44733"/>
                  </a:lnTo>
                  <a:lnTo>
                    <a:pt x="276068" y="44306"/>
                  </a:lnTo>
                  <a:lnTo>
                    <a:pt x="275978" y="43773"/>
                  </a:lnTo>
                  <a:lnTo>
                    <a:pt x="275867" y="43385"/>
                  </a:lnTo>
                  <a:lnTo>
                    <a:pt x="275717" y="43028"/>
                  </a:lnTo>
                  <a:lnTo>
                    <a:pt x="275494" y="42465"/>
                  </a:lnTo>
                  <a:lnTo>
                    <a:pt x="275233" y="41834"/>
                  </a:lnTo>
                  <a:lnTo>
                    <a:pt x="274984" y="41210"/>
                  </a:lnTo>
                  <a:lnTo>
                    <a:pt x="274876" y="40900"/>
                  </a:lnTo>
                  <a:lnTo>
                    <a:pt x="274482" y="39764"/>
                  </a:lnTo>
                  <a:lnTo>
                    <a:pt x="274342" y="39357"/>
                  </a:lnTo>
                  <a:lnTo>
                    <a:pt x="274024" y="38099"/>
                  </a:lnTo>
                  <a:lnTo>
                    <a:pt x="272183" y="35266"/>
                  </a:lnTo>
                  <a:lnTo>
                    <a:pt x="271709" y="34780"/>
                  </a:lnTo>
                  <a:lnTo>
                    <a:pt x="271145" y="34127"/>
                  </a:lnTo>
                  <a:lnTo>
                    <a:pt x="270274" y="33226"/>
                  </a:lnTo>
                  <a:lnTo>
                    <a:pt x="270011" y="32945"/>
                  </a:lnTo>
                  <a:lnTo>
                    <a:pt x="269661" y="32573"/>
                  </a:lnTo>
                  <a:lnTo>
                    <a:pt x="269160" y="32039"/>
                  </a:lnTo>
                  <a:lnTo>
                    <a:pt x="269031" y="31894"/>
                  </a:lnTo>
                  <a:lnTo>
                    <a:pt x="268825" y="31674"/>
                  </a:lnTo>
                  <a:lnTo>
                    <a:pt x="268332" y="31144"/>
                  </a:lnTo>
                  <a:lnTo>
                    <a:pt x="267803" y="30582"/>
                  </a:lnTo>
                  <a:lnTo>
                    <a:pt x="267195" y="29936"/>
                  </a:lnTo>
                  <a:lnTo>
                    <a:pt x="266551" y="29244"/>
                  </a:lnTo>
                  <a:lnTo>
                    <a:pt x="265012" y="27599"/>
                  </a:lnTo>
                  <a:lnTo>
                    <a:pt x="263913" y="26418"/>
                  </a:lnTo>
                  <a:lnTo>
                    <a:pt x="263641" y="26129"/>
                  </a:lnTo>
                  <a:lnTo>
                    <a:pt x="261945" y="24311"/>
                  </a:lnTo>
                  <a:lnTo>
                    <a:pt x="261364" y="23691"/>
                  </a:lnTo>
                  <a:lnTo>
                    <a:pt x="260966" y="23262"/>
                  </a:lnTo>
                  <a:lnTo>
                    <a:pt x="260259" y="22567"/>
                  </a:lnTo>
                  <a:lnTo>
                    <a:pt x="258925" y="21254"/>
                  </a:lnTo>
                  <a:lnTo>
                    <a:pt x="258212" y="20553"/>
                  </a:lnTo>
                  <a:lnTo>
                    <a:pt x="257641" y="19997"/>
                  </a:lnTo>
                  <a:lnTo>
                    <a:pt x="257052" y="19777"/>
                  </a:lnTo>
                  <a:lnTo>
                    <a:pt x="255631" y="18869"/>
                  </a:lnTo>
                  <a:lnTo>
                    <a:pt x="255367" y="18837"/>
                  </a:lnTo>
                  <a:lnTo>
                    <a:pt x="255142" y="18809"/>
                  </a:lnTo>
                  <a:lnTo>
                    <a:pt x="254428" y="18744"/>
                  </a:lnTo>
                  <a:lnTo>
                    <a:pt x="253235" y="17632"/>
                  </a:lnTo>
                  <a:lnTo>
                    <a:pt x="249513" y="13694"/>
                  </a:lnTo>
                  <a:lnTo>
                    <a:pt x="249177" y="13308"/>
                  </a:lnTo>
                  <a:lnTo>
                    <a:pt x="247954" y="12442"/>
                  </a:lnTo>
                  <a:lnTo>
                    <a:pt x="246890" y="11690"/>
                  </a:lnTo>
                  <a:lnTo>
                    <a:pt x="246202" y="11208"/>
                  </a:lnTo>
                  <a:lnTo>
                    <a:pt x="245957" y="11042"/>
                  </a:lnTo>
                  <a:lnTo>
                    <a:pt x="245440" y="10682"/>
                  </a:lnTo>
                  <a:lnTo>
                    <a:pt x="244869" y="10280"/>
                  </a:lnTo>
                  <a:lnTo>
                    <a:pt x="243935" y="9622"/>
                  </a:lnTo>
                  <a:lnTo>
                    <a:pt x="243254" y="9151"/>
                  </a:lnTo>
                  <a:lnTo>
                    <a:pt x="243067" y="9015"/>
                  </a:lnTo>
                  <a:lnTo>
                    <a:pt x="242359" y="9195"/>
                  </a:lnTo>
                  <a:lnTo>
                    <a:pt x="241904" y="9308"/>
                  </a:lnTo>
                  <a:lnTo>
                    <a:pt x="241527" y="9405"/>
                  </a:lnTo>
                  <a:lnTo>
                    <a:pt x="240950" y="9549"/>
                  </a:lnTo>
                  <a:lnTo>
                    <a:pt x="240638" y="9621"/>
                  </a:lnTo>
                  <a:lnTo>
                    <a:pt x="239611" y="9875"/>
                  </a:lnTo>
                  <a:lnTo>
                    <a:pt x="239018" y="10016"/>
                  </a:lnTo>
                  <a:lnTo>
                    <a:pt x="238322" y="10191"/>
                  </a:lnTo>
                  <a:lnTo>
                    <a:pt x="237459" y="10404"/>
                  </a:lnTo>
                  <a:lnTo>
                    <a:pt x="236987" y="10522"/>
                  </a:lnTo>
                  <a:lnTo>
                    <a:pt x="236569" y="10627"/>
                  </a:lnTo>
                  <a:lnTo>
                    <a:pt x="236334" y="10686"/>
                  </a:lnTo>
                  <a:lnTo>
                    <a:pt x="236051" y="10756"/>
                  </a:lnTo>
                  <a:lnTo>
                    <a:pt x="235394" y="10939"/>
                  </a:lnTo>
                  <a:lnTo>
                    <a:pt x="235092" y="11012"/>
                  </a:lnTo>
                  <a:lnTo>
                    <a:pt x="234881" y="11064"/>
                  </a:lnTo>
                  <a:lnTo>
                    <a:pt x="234544" y="11146"/>
                  </a:lnTo>
                  <a:lnTo>
                    <a:pt x="234153" y="11243"/>
                  </a:lnTo>
                  <a:lnTo>
                    <a:pt x="233902" y="11301"/>
                  </a:lnTo>
                  <a:lnTo>
                    <a:pt x="233692" y="11258"/>
                  </a:lnTo>
                  <a:lnTo>
                    <a:pt x="233187" y="11142"/>
                  </a:lnTo>
                  <a:lnTo>
                    <a:pt x="232820" y="11058"/>
                  </a:lnTo>
                  <a:lnTo>
                    <a:pt x="232185" y="10911"/>
                  </a:lnTo>
                  <a:lnTo>
                    <a:pt x="231336" y="10719"/>
                  </a:lnTo>
                  <a:lnTo>
                    <a:pt x="230767" y="10590"/>
                  </a:lnTo>
                  <a:lnTo>
                    <a:pt x="229305" y="10264"/>
                  </a:lnTo>
                  <a:lnTo>
                    <a:pt x="228545" y="10091"/>
                  </a:lnTo>
                  <a:lnTo>
                    <a:pt x="227939" y="9969"/>
                  </a:lnTo>
                  <a:lnTo>
                    <a:pt x="227706" y="9920"/>
                  </a:lnTo>
                  <a:lnTo>
                    <a:pt x="227289" y="9838"/>
                  </a:lnTo>
                  <a:lnTo>
                    <a:pt x="226594" y="9700"/>
                  </a:lnTo>
                  <a:lnTo>
                    <a:pt x="225506" y="9483"/>
                  </a:lnTo>
                  <a:lnTo>
                    <a:pt x="225086" y="9400"/>
                  </a:lnTo>
                  <a:lnTo>
                    <a:pt x="224790" y="9338"/>
                  </a:lnTo>
                  <a:lnTo>
                    <a:pt x="223835" y="9145"/>
                  </a:lnTo>
                  <a:lnTo>
                    <a:pt x="223484" y="9078"/>
                  </a:lnTo>
                  <a:lnTo>
                    <a:pt x="222873" y="8951"/>
                  </a:lnTo>
                  <a:lnTo>
                    <a:pt x="222447" y="8867"/>
                  </a:lnTo>
                  <a:lnTo>
                    <a:pt x="222169" y="8814"/>
                  </a:lnTo>
                  <a:lnTo>
                    <a:pt x="222000" y="8781"/>
                  </a:lnTo>
                  <a:lnTo>
                    <a:pt x="221854" y="8749"/>
                  </a:lnTo>
                  <a:lnTo>
                    <a:pt x="221699" y="8719"/>
                  </a:lnTo>
                  <a:lnTo>
                    <a:pt x="221212" y="8620"/>
                  </a:lnTo>
                  <a:lnTo>
                    <a:pt x="221060" y="8595"/>
                  </a:lnTo>
                  <a:lnTo>
                    <a:pt x="220724" y="8528"/>
                  </a:lnTo>
                  <a:lnTo>
                    <a:pt x="219977" y="8559"/>
                  </a:lnTo>
                  <a:lnTo>
                    <a:pt x="219427" y="8687"/>
                  </a:lnTo>
                  <a:lnTo>
                    <a:pt x="218550" y="8780"/>
                  </a:lnTo>
                  <a:lnTo>
                    <a:pt x="218165" y="8828"/>
                  </a:lnTo>
                  <a:lnTo>
                    <a:pt x="217278" y="8927"/>
                  </a:lnTo>
                  <a:lnTo>
                    <a:pt x="216469" y="9013"/>
                  </a:lnTo>
                  <a:lnTo>
                    <a:pt x="215880" y="9086"/>
                  </a:lnTo>
                  <a:lnTo>
                    <a:pt x="215153" y="9166"/>
                  </a:lnTo>
                  <a:lnTo>
                    <a:pt x="214621" y="9226"/>
                  </a:lnTo>
                  <a:lnTo>
                    <a:pt x="214398" y="9251"/>
                  </a:lnTo>
                  <a:lnTo>
                    <a:pt x="214126" y="9283"/>
                  </a:lnTo>
                  <a:lnTo>
                    <a:pt x="213701" y="9329"/>
                  </a:lnTo>
                  <a:lnTo>
                    <a:pt x="212498" y="9475"/>
                  </a:lnTo>
                  <a:lnTo>
                    <a:pt x="212242" y="9498"/>
                  </a:lnTo>
                  <a:lnTo>
                    <a:pt x="211655" y="9566"/>
                  </a:lnTo>
                  <a:lnTo>
                    <a:pt x="210862" y="9649"/>
                  </a:lnTo>
                  <a:lnTo>
                    <a:pt x="210214" y="9723"/>
                  </a:lnTo>
                  <a:lnTo>
                    <a:pt x="209911" y="9754"/>
                  </a:lnTo>
                  <a:lnTo>
                    <a:pt x="209356" y="9818"/>
                  </a:lnTo>
                  <a:lnTo>
                    <a:pt x="208596" y="9664"/>
                  </a:lnTo>
                  <a:lnTo>
                    <a:pt x="208022" y="9550"/>
                  </a:lnTo>
                  <a:lnTo>
                    <a:pt x="207511" y="9449"/>
                  </a:lnTo>
                  <a:lnTo>
                    <a:pt x="205440" y="9052"/>
                  </a:lnTo>
                  <a:lnTo>
                    <a:pt x="204717" y="8746"/>
                  </a:lnTo>
                  <a:lnTo>
                    <a:pt x="202436" y="7803"/>
                  </a:lnTo>
                  <a:lnTo>
                    <a:pt x="202230" y="7718"/>
                  </a:lnTo>
                  <a:lnTo>
                    <a:pt x="201458" y="7396"/>
                  </a:lnTo>
                  <a:lnTo>
                    <a:pt x="201066" y="7236"/>
                  </a:lnTo>
                  <a:lnTo>
                    <a:pt x="200487" y="7003"/>
                  </a:lnTo>
                  <a:lnTo>
                    <a:pt x="200331" y="6931"/>
                  </a:lnTo>
                  <a:lnTo>
                    <a:pt x="199682" y="6669"/>
                  </a:lnTo>
                  <a:lnTo>
                    <a:pt x="199246" y="6488"/>
                  </a:lnTo>
                  <a:lnTo>
                    <a:pt x="198748" y="6284"/>
                  </a:lnTo>
                  <a:lnTo>
                    <a:pt x="198018" y="5985"/>
                  </a:lnTo>
                  <a:lnTo>
                    <a:pt x="197332" y="5704"/>
                  </a:lnTo>
                  <a:lnTo>
                    <a:pt x="197055" y="5585"/>
                  </a:lnTo>
                  <a:lnTo>
                    <a:pt x="196263" y="5259"/>
                  </a:lnTo>
                  <a:lnTo>
                    <a:pt x="195910" y="5113"/>
                  </a:lnTo>
                  <a:lnTo>
                    <a:pt x="195516" y="4950"/>
                  </a:lnTo>
                  <a:lnTo>
                    <a:pt x="195377" y="4892"/>
                  </a:lnTo>
                  <a:lnTo>
                    <a:pt x="195021" y="4927"/>
                  </a:lnTo>
                  <a:lnTo>
                    <a:pt x="194829" y="4939"/>
                  </a:lnTo>
                  <a:lnTo>
                    <a:pt x="194456" y="4956"/>
                  </a:lnTo>
                  <a:lnTo>
                    <a:pt x="193783" y="5000"/>
                  </a:lnTo>
                  <a:lnTo>
                    <a:pt x="193066" y="5050"/>
                  </a:lnTo>
                  <a:lnTo>
                    <a:pt x="192502" y="5086"/>
                  </a:lnTo>
                  <a:lnTo>
                    <a:pt x="192305" y="5099"/>
                  </a:lnTo>
                  <a:lnTo>
                    <a:pt x="192111" y="5113"/>
                  </a:lnTo>
                  <a:lnTo>
                    <a:pt x="191926" y="5120"/>
                  </a:lnTo>
                  <a:lnTo>
                    <a:pt x="191705" y="5133"/>
                  </a:lnTo>
                  <a:lnTo>
                    <a:pt x="191523" y="5149"/>
                  </a:lnTo>
                  <a:lnTo>
                    <a:pt x="190544" y="5211"/>
                  </a:lnTo>
                  <a:lnTo>
                    <a:pt x="189991" y="5246"/>
                  </a:lnTo>
                  <a:lnTo>
                    <a:pt x="189634" y="5267"/>
                  </a:lnTo>
                  <a:lnTo>
                    <a:pt x="189085" y="5310"/>
                  </a:lnTo>
                  <a:lnTo>
                    <a:pt x="188371" y="5349"/>
                  </a:lnTo>
                  <a:lnTo>
                    <a:pt x="187612" y="5400"/>
                  </a:lnTo>
                  <a:lnTo>
                    <a:pt x="187137" y="5431"/>
                  </a:lnTo>
                  <a:lnTo>
                    <a:pt x="186678" y="5461"/>
                  </a:lnTo>
                  <a:lnTo>
                    <a:pt x="186061" y="5501"/>
                  </a:lnTo>
                  <a:lnTo>
                    <a:pt x="185047" y="5566"/>
                  </a:lnTo>
                  <a:lnTo>
                    <a:pt x="184568" y="5599"/>
                  </a:lnTo>
                  <a:lnTo>
                    <a:pt x="184143" y="5628"/>
                  </a:lnTo>
                  <a:lnTo>
                    <a:pt x="182372" y="5364"/>
                  </a:lnTo>
                  <a:lnTo>
                    <a:pt x="181134" y="5180"/>
                  </a:lnTo>
                  <a:lnTo>
                    <a:pt x="175073" y="2266"/>
                  </a:lnTo>
                  <a:lnTo>
                    <a:pt x="173899" y="1733"/>
                  </a:lnTo>
                  <a:lnTo>
                    <a:pt x="170900" y="370"/>
                  </a:lnTo>
                  <a:lnTo>
                    <a:pt x="164951" y="301"/>
                  </a:lnTo>
                  <a:lnTo>
                    <a:pt x="164938" y="452"/>
                  </a:lnTo>
                  <a:lnTo>
                    <a:pt x="165216" y="707"/>
                  </a:lnTo>
                  <a:lnTo>
                    <a:pt x="165699" y="1297"/>
                  </a:lnTo>
                  <a:lnTo>
                    <a:pt x="166060" y="1582"/>
                  </a:lnTo>
                  <a:lnTo>
                    <a:pt x="166238" y="1839"/>
                  </a:lnTo>
                  <a:lnTo>
                    <a:pt x="166338" y="2112"/>
                  </a:lnTo>
                  <a:lnTo>
                    <a:pt x="166343" y="2325"/>
                  </a:lnTo>
                  <a:lnTo>
                    <a:pt x="166488" y="2455"/>
                  </a:lnTo>
                  <a:lnTo>
                    <a:pt x="166612" y="2740"/>
                  </a:lnTo>
                  <a:lnTo>
                    <a:pt x="167147" y="3491"/>
                  </a:lnTo>
                  <a:lnTo>
                    <a:pt x="167170" y="3641"/>
                  </a:lnTo>
                  <a:lnTo>
                    <a:pt x="167198" y="3814"/>
                  </a:lnTo>
                  <a:lnTo>
                    <a:pt x="167312" y="4043"/>
                  </a:lnTo>
                  <a:lnTo>
                    <a:pt x="167363" y="4274"/>
                  </a:lnTo>
                  <a:lnTo>
                    <a:pt x="164786" y="3310"/>
                  </a:lnTo>
                  <a:lnTo>
                    <a:pt x="164668" y="2939"/>
                  </a:lnTo>
                  <a:lnTo>
                    <a:pt x="164330" y="2066"/>
                  </a:lnTo>
                  <a:lnTo>
                    <a:pt x="164073" y="1598"/>
                  </a:lnTo>
                  <a:lnTo>
                    <a:pt x="163946" y="1506"/>
                  </a:lnTo>
                  <a:lnTo>
                    <a:pt x="163653" y="1302"/>
                  </a:lnTo>
                  <a:lnTo>
                    <a:pt x="163554" y="1160"/>
                  </a:lnTo>
                  <a:lnTo>
                    <a:pt x="163307" y="847"/>
                  </a:lnTo>
                  <a:lnTo>
                    <a:pt x="163060" y="603"/>
                  </a:lnTo>
                  <a:lnTo>
                    <a:pt x="162923" y="570"/>
                  </a:lnTo>
                  <a:lnTo>
                    <a:pt x="162574" y="407"/>
                  </a:lnTo>
                  <a:lnTo>
                    <a:pt x="162188" y="409"/>
                  </a:lnTo>
                  <a:lnTo>
                    <a:pt x="161938" y="358"/>
                  </a:lnTo>
                  <a:lnTo>
                    <a:pt x="161366" y="363"/>
                  </a:lnTo>
                  <a:lnTo>
                    <a:pt x="161154" y="249"/>
                  </a:lnTo>
                  <a:lnTo>
                    <a:pt x="160892" y="193"/>
                  </a:lnTo>
                  <a:lnTo>
                    <a:pt x="160215" y="81"/>
                  </a:lnTo>
                  <a:lnTo>
                    <a:pt x="160073" y="0"/>
                  </a:lnTo>
                  <a:lnTo>
                    <a:pt x="159839" y="124"/>
                  </a:lnTo>
                  <a:lnTo>
                    <a:pt x="159506" y="223"/>
                  </a:lnTo>
                  <a:lnTo>
                    <a:pt x="159439" y="386"/>
                  </a:lnTo>
                  <a:lnTo>
                    <a:pt x="159076" y="521"/>
                  </a:lnTo>
                  <a:lnTo>
                    <a:pt x="158925" y="613"/>
                  </a:lnTo>
                  <a:lnTo>
                    <a:pt x="158663" y="648"/>
                  </a:lnTo>
                  <a:lnTo>
                    <a:pt x="158607" y="498"/>
                  </a:lnTo>
                  <a:lnTo>
                    <a:pt x="158467" y="503"/>
                  </a:lnTo>
                  <a:lnTo>
                    <a:pt x="158338" y="508"/>
                  </a:lnTo>
                  <a:lnTo>
                    <a:pt x="158144" y="496"/>
                  </a:lnTo>
                  <a:lnTo>
                    <a:pt x="157979" y="480"/>
                  </a:lnTo>
                  <a:lnTo>
                    <a:pt x="157717" y="396"/>
                  </a:lnTo>
                  <a:lnTo>
                    <a:pt x="157567" y="353"/>
                  </a:lnTo>
                  <a:lnTo>
                    <a:pt x="157284" y="318"/>
                  </a:lnTo>
                  <a:lnTo>
                    <a:pt x="157109" y="274"/>
                  </a:lnTo>
                  <a:lnTo>
                    <a:pt x="156872" y="223"/>
                  </a:lnTo>
                  <a:lnTo>
                    <a:pt x="156630" y="211"/>
                  </a:lnTo>
                  <a:lnTo>
                    <a:pt x="156437" y="185"/>
                  </a:lnTo>
                  <a:lnTo>
                    <a:pt x="156289" y="140"/>
                  </a:lnTo>
                  <a:lnTo>
                    <a:pt x="156050" y="104"/>
                  </a:lnTo>
                  <a:lnTo>
                    <a:pt x="155577" y="516"/>
                  </a:lnTo>
                  <a:lnTo>
                    <a:pt x="154857" y="1116"/>
                  </a:lnTo>
                  <a:lnTo>
                    <a:pt x="154320" y="1501"/>
                  </a:lnTo>
                  <a:lnTo>
                    <a:pt x="154078" y="1814"/>
                  </a:lnTo>
                  <a:lnTo>
                    <a:pt x="153864" y="1849"/>
                  </a:lnTo>
                  <a:lnTo>
                    <a:pt x="153706" y="1895"/>
                  </a:lnTo>
                  <a:lnTo>
                    <a:pt x="153536" y="1944"/>
                  </a:lnTo>
                  <a:lnTo>
                    <a:pt x="153009" y="2363"/>
                  </a:lnTo>
                  <a:lnTo>
                    <a:pt x="152686" y="2600"/>
                  </a:lnTo>
                  <a:lnTo>
                    <a:pt x="152460" y="2809"/>
                  </a:lnTo>
                  <a:lnTo>
                    <a:pt x="152320" y="2898"/>
                  </a:lnTo>
                  <a:lnTo>
                    <a:pt x="152254" y="3025"/>
                  </a:lnTo>
                  <a:lnTo>
                    <a:pt x="151943" y="3356"/>
                  </a:lnTo>
                  <a:lnTo>
                    <a:pt x="151495" y="3740"/>
                  </a:lnTo>
                  <a:lnTo>
                    <a:pt x="151200" y="4030"/>
                  </a:lnTo>
                  <a:lnTo>
                    <a:pt x="150747" y="4000"/>
                  </a:lnTo>
                  <a:lnTo>
                    <a:pt x="149567" y="4730"/>
                  </a:lnTo>
                  <a:lnTo>
                    <a:pt x="149070" y="5028"/>
                  </a:lnTo>
                  <a:lnTo>
                    <a:pt x="148915" y="5119"/>
                  </a:lnTo>
                  <a:lnTo>
                    <a:pt x="148327" y="5297"/>
                  </a:lnTo>
                  <a:lnTo>
                    <a:pt x="147414" y="5572"/>
                  </a:lnTo>
                  <a:lnTo>
                    <a:pt x="146299" y="5908"/>
                  </a:lnTo>
                  <a:lnTo>
                    <a:pt x="144643" y="6407"/>
                  </a:lnTo>
                  <a:lnTo>
                    <a:pt x="143110" y="6865"/>
                  </a:lnTo>
                  <a:lnTo>
                    <a:pt x="142879" y="6893"/>
                  </a:lnTo>
                  <a:lnTo>
                    <a:pt x="142510" y="6941"/>
                  </a:lnTo>
                  <a:lnTo>
                    <a:pt x="142192" y="6984"/>
                  </a:lnTo>
                  <a:lnTo>
                    <a:pt x="141238" y="7239"/>
                  </a:lnTo>
                  <a:lnTo>
                    <a:pt x="136454" y="8511"/>
                  </a:lnTo>
                  <a:lnTo>
                    <a:pt x="130729" y="10038"/>
                  </a:lnTo>
                  <a:lnTo>
                    <a:pt x="129428" y="10384"/>
                  </a:lnTo>
                  <a:lnTo>
                    <a:pt x="128876" y="10532"/>
                  </a:lnTo>
                  <a:lnTo>
                    <a:pt x="128357" y="10789"/>
                  </a:lnTo>
                  <a:lnTo>
                    <a:pt x="126202" y="11857"/>
                  </a:lnTo>
                  <a:lnTo>
                    <a:pt x="122853" y="13514"/>
                  </a:lnTo>
                  <a:lnTo>
                    <a:pt x="122423" y="13727"/>
                  </a:lnTo>
                  <a:lnTo>
                    <a:pt x="118701" y="15570"/>
                  </a:lnTo>
                  <a:lnTo>
                    <a:pt x="118561" y="15638"/>
                  </a:lnTo>
                  <a:lnTo>
                    <a:pt x="116729" y="16544"/>
                  </a:lnTo>
                  <a:lnTo>
                    <a:pt x="114876" y="17463"/>
                  </a:lnTo>
                  <a:lnTo>
                    <a:pt x="112591" y="18616"/>
                  </a:lnTo>
                  <a:lnTo>
                    <a:pt x="109724" y="16610"/>
                  </a:lnTo>
                  <a:lnTo>
                    <a:pt x="106215" y="14122"/>
                  </a:lnTo>
                  <a:lnTo>
                    <a:pt x="104159" y="13498"/>
                  </a:lnTo>
                  <a:lnTo>
                    <a:pt x="101133" y="12585"/>
                  </a:lnTo>
                  <a:lnTo>
                    <a:pt x="99772" y="12175"/>
                  </a:lnTo>
                  <a:lnTo>
                    <a:pt x="89846" y="9186"/>
                  </a:lnTo>
                  <a:lnTo>
                    <a:pt x="79500" y="11600"/>
                  </a:lnTo>
                  <a:lnTo>
                    <a:pt x="66738" y="14552"/>
                  </a:lnTo>
                  <a:lnTo>
                    <a:pt x="66548" y="14807"/>
                  </a:lnTo>
                  <a:lnTo>
                    <a:pt x="66227" y="15234"/>
                  </a:lnTo>
                  <a:lnTo>
                    <a:pt x="65881" y="15715"/>
                  </a:lnTo>
                  <a:lnTo>
                    <a:pt x="65197" y="16662"/>
                  </a:lnTo>
                  <a:lnTo>
                    <a:pt x="64530" y="17588"/>
                  </a:lnTo>
                  <a:lnTo>
                    <a:pt x="63805" y="18555"/>
                  </a:lnTo>
                  <a:lnTo>
                    <a:pt x="63108" y="19481"/>
                  </a:lnTo>
                  <a:lnTo>
                    <a:pt x="62431" y="20420"/>
                  </a:lnTo>
                  <a:lnTo>
                    <a:pt x="62075" y="20903"/>
                  </a:lnTo>
                  <a:lnTo>
                    <a:pt x="61726" y="21404"/>
                  </a:lnTo>
                  <a:lnTo>
                    <a:pt x="60947" y="22499"/>
                  </a:lnTo>
                  <a:lnTo>
                    <a:pt x="60698" y="22847"/>
                  </a:lnTo>
                  <a:lnTo>
                    <a:pt x="60393" y="23318"/>
                  </a:lnTo>
                  <a:lnTo>
                    <a:pt x="59734" y="24348"/>
                  </a:lnTo>
                  <a:lnTo>
                    <a:pt x="59431" y="24817"/>
                  </a:lnTo>
                  <a:lnTo>
                    <a:pt x="59090" y="25351"/>
                  </a:lnTo>
                  <a:lnTo>
                    <a:pt x="58930" y="25677"/>
                  </a:lnTo>
                  <a:lnTo>
                    <a:pt x="58851" y="26015"/>
                  </a:lnTo>
                  <a:lnTo>
                    <a:pt x="58813" y="26229"/>
                  </a:lnTo>
                  <a:lnTo>
                    <a:pt x="58693" y="26850"/>
                  </a:lnTo>
                  <a:lnTo>
                    <a:pt x="58474" y="28008"/>
                  </a:lnTo>
                  <a:lnTo>
                    <a:pt x="58355" y="28570"/>
                  </a:lnTo>
                  <a:lnTo>
                    <a:pt x="58248" y="29140"/>
                  </a:lnTo>
                  <a:lnTo>
                    <a:pt x="58144" y="29695"/>
                  </a:lnTo>
                  <a:lnTo>
                    <a:pt x="57912" y="30885"/>
                  </a:lnTo>
                  <a:lnTo>
                    <a:pt x="57803" y="31430"/>
                  </a:lnTo>
                  <a:lnTo>
                    <a:pt x="57571" y="32578"/>
                  </a:lnTo>
                  <a:lnTo>
                    <a:pt x="57451" y="33168"/>
                  </a:lnTo>
                  <a:lnTo>
                    <a:pt x="57345" y="33705"/>
                  </a:lnTo>
                  <a:lnTo>
                    <a:pt x="57116" y="34860"/>
                  </a:lnTo>
                  <a:lnTo>
                    <a:pt x="57004" y="35433"/>
                  </a:lnTo>
                  <a:lnTo>
                    <a:pt x="56894" y="35972"/>
                  </a:lnTo>
                  <a:lnTo>
                    <a:pt x="56848" y="36201"/>
                  </a:lnTo>
                  <a:lnTo>
                    <a:pt x="56685" y="36288"/>
                  </a:lnTo>
                  <a:lnTo>
                    <a:pt x="56192" y="36547"/>
                  </a:lnTo>
                  <a:lnTo>
                    <a:pt x="55981" y="36654"/>
                  </a:lnTo>
                  <a:lnTo>
                    <a:pt x="54731" y="37242"/>
                  </a:lnTo>
                  <a:lnTo>
                    <a:pt x="54299" y="37445"/>
                  </a:lnTo>
                  <a:lnTo>
                    <a:pt x="53372" y="37883"/>
                  </a:lnTo>
                  <a:lnTo>
                    <a:pt x="52879" y="38120"/>
                  </a:lnTo>
                  <a:lnTo>
                    <a:pt x="51797" y="38641"/>
                  </a:lnTo>
                  <a:lnTo>
                    <a:pt x="50438" y="39290"/>
                  </a:lnTo>
                  <a:lnTo>
                    <a:pt x="49454" y="39763"/>
                  </a:lnTo>
                  <a:lnTo>
                    <a:pt x="48617" y="40196"/>
                  </a:lnTo>
                  <a:lnTo>
                    <a:pt x="47754" y="40644"/>
                  </a:lnTo>
                  <a:lnTo>
                    <a:pt x="47176" y="40766"/>
                  </a:lnTo>
                  <a:lnTo>
                    <a:pt x="44220" y="41405"/>
                  </a:lnTo>
                  <a:lnTo>
                    <a:pt x="42889" y="42018"/>
                  </a:lnTo>
                  <a:lnTo>
                    <a:pt x="42492" y="42219"/>
                  </a:lnTo>
                  <a:lnTo>
                    <a:pt x="42332" y="42346"/>
                  </a:lnTo>
                  <a:lnTo>
                    <a:pt x="42003" y="42453"/>
                  </a:lnTo>
                  <a:lnTo>
                    <a:pt x="41495" y="42623"/>
                  </a:lnTo>
                  <a:lnTo>
                    <a:pt x="41042" y="42809"/>
                  </a:lnTo>
                  <a:lnTo>
                    <a:pt x="40734" y="42987"/>
                  </a:lnTo>
                  <a:lnTo>
                    <a:pt x="40273" y="43259"/>
                  </a:lnTo>
                  <a:lnTo>
                    <a:pt x="39879" y="43491"/>
                  </a:lnTo>
                  <a:lnTo>
                    <a:pt x="39505" y="43649"/>
                  </a:lnTo>
                  <a:lnTo>
                    <a:pt x="39288" y="43687"/>
                  </a:lnTo>
                  <a:lnTo>
                    <a:pt x="39082" y="43636"/>
                  </a:lnTo>
                  <a:lnTo>
                    <a:pt x="38736" y="43481"/>
                  </a:lnTo>
                  <a:lnTo>
                    <a:pt x="38362" y="43272"/>
                  </a:lnTo>
                  <a:lnTo>
                    <a:pt x="37965" y="43066"/>
                  </a:lnTo>
                  <a:lnTo>
                    <a:pt x="37797" y="42962"/>
                  </a:lnTo>
                  <a:lnTo>
                    <a:pt x="37596" y="42773"/>
                  </a:lnTo>
                  <a:lnTo>
                    <a:pt x="37406" y="42819"/>
                  </a:lnTo>
                  <a:lnTo>
                    <a:pt x="37057" y="42847"/>
                  </a:lnTo>
                  <a:lnTo>
                    <a:pt x="36741" y="42840"/>
                  </a:lnTo>
                  <a:lnTo>
                    <a:pt x="36362" y="42852"/>
                  </a:lnTo>
                  <a:lnTo>
                    <a:pt x="36037" y="42868"/>
                  </a:lnTo>
                  <a:lnTo>
                    <a:pt x="35741" y="42903"/>
                  </a:lnTo>
                  <a:lnTo>
                    <a:pt x="35617" y="42715"/>
                  </a:lnTo>
                  <a:lnTo>
                    <a:pt x="35332" y="42651"/>
                  </a:lnTo>
                  <a:lnTo>
                    <a:pt x="35184" y="42529"/>
                  </a:lnTo>
                  <a:lnTo>
                    <a:pt x="35029" y="42417"/>
                  </a:lnTo>
                  <a:lnTo>
                    <a:pt x="34871" y="42394"/>
                  </a:lnTo>
                  <a:lnTo>
                    <a:pt x="34642" y="42397"/>
                  </a:lnTo>
                  <a:lnTo>
                    <a:pt x="34479" y="42443"/>
                  </a:lnTo>
                  <a:lnTo>
                    <a:pt x="34077" y="42684"/>
                  </a:lnTo>
                  <a:lnTo>
                    <a:pt x="33698" y="42896"/>
                  </a:lnTo>
                  <a:lnTo>
                    <a:pt x="33469" y="42977"/>
                  </a:lnTo>
                  <a:lnTo>
                    <a:pt x="33034" y="43142"/>
                  </a:lnTo>
                  <a:lnTo>
                    <a:pt x="32744" y="43193"/>
                  </a:lnTo>
                  <a:lnTo>
                    <a:pt x="32189" y="43265"/>
                  </a:lnTo>
                  <a:lnTo>
                    <a:pt x="31955" y="43305"/>
                  </a:lnTo>
                  <a:lnTo>
                    <a:pt x="31670" y="43420"/>
                  </a:lnTo>
                  <a:lnTo>
                    <a:pt x="31456" y="43552"/>
                  </a:lnTo>
                  <a:lnTo>
                    <a:pt x="31118" y="43957"/>
                  </a:lnTo>
                  <a:lnTo>
                    <a:pt x="30973" y="44344"/>
                  </a:lnTo>
                  <a:lnTo>
                    <a:pt x="30833" y="44690"/>
                  </a:lnTo>
                  <a:lnTo>
                    <a:pt x="30764" y="44863"/>
                  </a:lnTo>
                  <a:lnTo>
                    <a:pt x="30691" y="44995"/>
                  </a:lnTo>
                  <a:lnTo>
                    <a:pt x="30490" y="45366"/>
                  </a:lnTo>
                  <a:lnTo>
                    <a:pt x="30367" y="45501"/>
                  </a:lnTo>
                  <a:lnTo>
                    <a:pt x="29617" y="46127"/>
                  </a:lnTo>
                  <a:lnTo>
                    <a:pt x="28726" y="46847"/>
                  </a:lnTo>
                  <a:lnTo>
                    <a:pt x="28263" y="47221"/>
                  </a:lnTo>
                  <a:lnTo>
                    <a:pt x="28014" y="47417"/>
                  </a:lnTo>
                  <a:lnTo>
                    <a:pt x="27316" y="47954"/>
                  </a:lnTo>
                  <a:lnTo>
                    <a:pt x="26843" y="48316"/>
                  </a:lnTo>
                  <a:lnTo>
                    <a:pt x="26227" y="48791"/>
                  </a:lnTo>
                  <a:lnTo>
                    <a:pt x="25617" y="49695"/>
                  </a:lnTo>
                  <a:lnTo>
                    <a:pt x="24970" y="50649"/>
                  </a:lnTo>
                  <a:lnTo>
                    <a:pt x="24609" y="51143"/>
                  </a:lnTo>
                  <a:lnTo>
                    <a:pt x="24258" y="51631"/>
                  </a:lnTo>
                  <a:lnTo>
                    <a:pt x="23950" y="52061"/>
                  </a:lnTo>
                  <a:lnTo>
                    <a:pt x="23263" y="53023"/>
                  </a:lnTo>
                  <a:lnTo>
                    <a:pt x="23095" y="53255"/>
                  </a:lnTo>
                  <a:lnTo>
                    <a:pt x="22574" y="53982"/>
                  </a:lnTo>
                  <a:lnTo>
                    <a:pt x="22238" y="54435"/>
                  </a:lnTo>
                  <a:lnTo>
                    <a:pt x="21882" y="54933"/>
                  </a:lnTo>
                  <a:lnTo>
                    <a:pt x="21572" y="55340"/>
                  </a:lnTo>
                  <a:lnTo>
                    <a:pt x="21177" y="55889"/>
                  </a:lnTo>
                  <a:lnTo>
                    <a:pt x="20490" y="56838"/>
                  </a:lnTo>
                  <a:lnTo>
                    <a:pt x="19808" y="57762"/>
                  </a:lnTo>
                  <a:lnTo>
                    <a:pt x="18780" y="59238"/>
                  </a:lnTo>
                  <a:lnTo>
                    <a:pt x="18007" y="60268"/>
                  </a:lnTo>
                  <a:lnTo>
                    <a:pt x="17785" y="60607"/>
                  </a:lnTo>
                  <a:lnTo>
                    <a:pt x="17406" y="61134"/>
                  </a:lnTo>
                  <a:lnTo>
                    <a:pt x="17045" y="61643"/>
                  </a:lnTo>
                  <a:lnTo>
                    <a:pt x="16712" y="62106"/>
                  </a:lnTo>
                  <a:lnTo>
                    <a:pt x="16388" y="62579"/>
                  </a:lnTo>
                  <a:lnTo>
                    <a:pt x="16045" y="63065"/>
                  </a:lnTo>
                  <a:lnTo>
                    <a:pt x="15798" y="63416"/>
                  </a:lnTo>
                  <a:lnTo>
                    <a:pt x="15699" y="63559"/>
                  </a:lnTo>
                  <a:lnTo>
                    <a:pt x="15075" y="64437"/>
                  </a:lnTo>
                  <a:lnTo>
                    <a:pt x="14791" y="64862"/>
                  </a:lnTo>
                  <a:lnTo>
                    <a:pt x="14656" y="65063"/>
                  </a:lnTo>
                  <a:lnTo>
                    <a:pt x="14572" y="65200"/>
                  </a:lnTo>
                  <a:lnTo>
                    <a:pt x="14055" y="66047"/>
                  </a:lnTo>
                  <a:lnTo>
                    <a:pt x="13417" y="67053"/>
                  </a:lnTo>
                  <a:lnTo>
                    <a:pt x="13088" y="67549"/>
                  </a:lnTo>
                  <a:lnTo>
                    <a:pt x="12826" y="67989"/>
                  </a:lnTo>
                  <a:lnTo>
                    <a:pt x="12488" y="68523"/>
                  </a:lnTo>
                  <a:lnTo>
                    <a:pt x="12208" y="68958"/>
                  </a:lnTo>
                  <a:lnTo>
                    <a:pt x="11852" y="69516"/>
                  </a:lnTo>
                  <a:lnTo>
                    <a:pt x="11686" y="69750"/>
                  </a:lnTo>
                  <a:lnTo>
                    <a:pt x="11481" y="70037"/>
                  </a:lnTo>
                  <a:lnTo>
                    <a:pt x="11398" y="70166"/>
                  </a:lnTo>
                  <a:lnTo>
                    <a:pt x="11301" y="70398"/>
                  </a:lnTo>
                  <a:lnTo>
                    <a:pt x="11280" y="70693"/>
                  </a:lnTo>
                  <a:lnTo>
                    <a:pt x="11367" y="70986"/>
                  </a:lnTo>
                  <a:lnTo>
                    <a:pt x="11403" y="71161"/>
                  </a:lnTo>
                  <a:lnTo>
                    <a:pt x="11451" y="71434"/>
                  </a:lnTo>
                  <a:lnTo>
                    <a:pt x="11494" y="71630"/>
                  </a:lnTo>
                  <a:lnTo>
                    <a:pt x="11550" y="71828"/>
                  </a:lnTo>
                  <a:lnTo>
                    <a:pt x="11614" y="72054"/>
                  </a:lnTo>
                  <a:lnTo>
                    <a:pt x="11665" y="72230"/>
                  </a:lnTo>
                  <a:lnTo>
                    <a:pt x="11922" y="72688"/>
                  </a:lnTo>
                  <a:lnTo>
                    <a:pt x="12115" y="73044"/>
                  </a:lnTo>
                  <a:lnTo>
                    <a:pt x="12204" y="73271"/>
                  </a:lnTo>
                  <a:lnTo>
                    <a:pt x="12306" y="73449"/>
                  </a:lnTo>
                  <a:lnTo>
                    <a:pt x="12525" y="73836"/>
                  </a:lnTo>
                  <a:lnTo>
                    <a:pt x="12499" y="74057"/>
                  </a:lnTo>
                  <a:lnTo>
                    <a:pt x="12459" y="74329"/>
                  </a:lnTo>
                  <a:lnTo>
                    <a:pt x="12387" y="74594"/>
                  </a:lnTo>
                  <a:lnTo>
                    <a:pt x="12191" y="74881"/>
                  </a:lnTo>
                  <a:lnTo>
                    <a:pt x="12018" y="75194"/>
                  </a:lnTo>
                  <a:lnTo>
                    <a:pt x="11845" y="75505"/>
                  </a:lnTo>
                  <a:lnTo>
                    <a:pt x="11721" y="75726"/>
                  </a:lnTo>
                  <a:lnTo>
                    <a:pt x="11532" y="75943"/>
                  </a:lnTo>
                  <a:lnTo>
                    <a:pt x="11309" y="76113"/>
                  </a:lnTo>
                  <a:lnTo>
                    <a:pt x="11138" y="76301"/>
                  </a:lnTo>
                  <a:lnTo>
                    <a:pt x="10393" y="76897"/>
                  </a:lnTo>
                  <a:lnTo>
                    <a:pt x="10248" y="77065"/>
                  </a:lnTo>
                  <a:lnTo>
                    <a:pt x="10046" y="77304"/>
                  </a:lnTo>
                  <a:lnTo>
                    <a:pt x="9919" y="77507"/>
                  </a:lnTo>
                  <a:lnTo>
                    <a:pt x="9828" y="77663"/>
                  </a:lnTo>
                  <a:lnTo>
                    <a:pt x="9604" y="78019"/>
                  </a:lnTo>
                  <a:lnTo>
                    <a:pt x="9873" y="78467"/>
                  </a:lnTo>
                  <a:lnTo>
                    <a:pt x="9873" y="78742"/>
                  </a:lnTo>
                  <a:lnTo>
                    <a:pt x="10123" y="79083"/>
                  </a:lnTo>
                  <a:lnTo>
                    <a:pt x="9858" y="79935"/>
                  </a:lnTo>
                  <a:lnTo>
                    <a:pt x="10078" y="80098"/>
                  </a:lnTo>
                  <a:lnTo>
                    <a:pt x="10735" y="80339"/>
                  </a:lnTo>
                  <a:lnTo>
                    <a:pt x="11395" y="80687"/>
                  </a:lnTo>
                  <a:lnTo>
                    <a:pt x="11414" y="80824"/>
                  </a:lnTo>
                  <a:lnTo>
                    <a:pt x="11302" y="81128"/>
                  </a:lnTo>
                  <a:lnTo>
                    <a:pt x="11023" y="81481"/>
                  </a:lnTo>
                  <a:lnTo>
                    <a:pt x="10860" y="81792"/>
                  </a:lnTo>
                  <a:lnTo>
                    <a:pt x="10870" y="81927"/>
                  </a:lnTo>
                  <a:lnTo>
                    <a:pt x="11123" y="82389"/>
                  </a:lnTo>
                  <a:lnTo>
                    <a:pt x="11581" y="82995"/>
                  </a:lnTo>
                  <a:lnTo>
                    <a:pt x="11686" y="83231"/>
                  </a:lnTo>
                  <a:lnTo>
                    <a:pt x="11675" y="84326"/>
                  </a:lnTo>
                  <a:lnTo>
                    <a:pt x="11257" y="85158"/>
                  </a:lnTo>
                  <a:lnTo>
                    <a:pt x="11140" y="85400"/>
                  </a:lnTo>
                  <a:lnTo>
                    <a:pt x="9903" y="85662"/>
                  </a:lnTo>
                  <a:lnTo>
                    <a:pt x="9285" y="86256"/>
                  </a:lnTo>
                  <a:lnTo>
                    <a:pt x="8649" y="86819"/>
                  </a:lnTo>
                  <a:lnTo>
                    <a:pt x="8670" y="87117"/>
                  </a:lnTo>
                  <a:lnTo>
                    <a:pt x="8679" y="87342"/>
                  </a:lnTo>
                  <a:lnTo>
                    <a:pt x="8692" y="87663"/>
                  </a:lnTo>
                  <a:lnTo>
                    <a:pt x="8781" y="89892"/>
                  </a:lnTo>
                  <a:lnTo>
                    <a:pt x="8494" y="90179"/>
                  </a:lnTo>
                  <a:lnTo>
                    <a:pt x="7782" y="90828"/>
                  </a:lnTo>
                  <a:lnTo>
                    <a:pt x="6662" y="91851"/>
                  </a:lnTo>
                  <a:lnTo>
                    <a:pt x="5622" y="92816"/>
                  </a:lnTo>
                  <a:lnTo>
                    <a:pt x="4497" y="93859"/>
                  </a:lnTo>
                  <a:lnTo>
                    <a:pt x="3629" y="94663"/>
                  </a:lnTo>
                  <a:lnTo>
                    <a:pt x="2777" y="95409"/>
                  </a:lnTo>
                  <a:lnTo>
                    <a:pt x="1871" y="96246"/>
                  </a:lnTo>
                  <a:lnTo>
                    <a:pt x="1268" y="96801"/>
                  </a:lnTo>
                  <a:lnTo>
                    <a:pt x="813" y="97237"/>
                  </a:lnTo>
                  <a:lnTo>
                    <a:pt x="1158" y="98697"/>
                  </a:lnTo>
                  <a:lnTo>
                    <a:pt x="1190" y="98831"/>
                  </a:lnTo>
                  <a:lnTo>
                    <a:pt x="2170" y="102965"/>
                  </a:lnTo>
                  <a:lnTo>
                    <a:pt x="2071" y="104634"/>
                  </a:lnTo>
                  <a:lnTo>
                    <a:pt x="1953" y="106622"/>
                  </a:lnTo>
                  <a:lnTo>
                    <a:pt x="1915" y="107258"/>
                  </a:lnTo>
                  <a:lnTo>
                    <a:pt x="1716" y="110624"/>
                  </a:lnTo>
                  <a:lnTo>
                    <a:pt x="1665" y="111484"/>
                  </a:lnTo>
                  <a:lnTo>
                    <a:pt x="1645" y="111813"/>
                  </a:lnTo>
                  <a:lnTo>
                    <a:pt x="1600" y="112582"/>
                  </a:lnTo>
                  <a:lnTo>
                    <a:pt x="1483" y="114549"/>
                  </a:lnTo>
                  <a:lnTo>
                    <a:pt x="1465" y="114863"/>
                  </a:lnTo>
                  <a:lnTo>
                    <a:pt x="1339" y="116978"/>
                  </a:lnTo>
                  <a:lnTo>
                    <a:pt x="519" y="119226"/>
                  </a:lnTo>
                  <a:lnTo>
                    <a:pt x="0" y="120648"/>
                  </a:lnTo>
                  <a:lnTo>
                    <a:pt x="1196" y="121365"/>
                  </a:lnTo>
                  <a:lnTo>
                    <a:pt x="6775" y="124707"/>
                  </a:lnTo>
                  <a:lnTo>
                    <a:pt x="7121" y="124915"/>
                  </a:lnTo>
                  <a:lnTo>
                    <a:pt x="7701" y="125262"/>
                  </a:lnTo>
                  <a:lnTo>
                    <a:pt x="8223" y="125575"/>
                  </a:lnTo>
                  <a:lnTo>
                    <a:pt x="8467" y="125721"/>
                  </a:lnTo>
                  <a:lnTo>
                    <a:pt x="8665" y="125840"/>
                  </a:lnTo>
                  <a:lnTo>
                    <a:pt x="8800" y="125945"/>
                  </a:lnTo>
                  <a:lnTo>
                    <a:pt x="13788" y="129826"/>
                  </a:lnTo>
                  <a:lnTo>
                    <a:pt x="13978" y="130294"/>
                  </a:lnTo>
                  <a:lnTo>
                    <a:pt x="14152" y="130409"/>
                  </a:lnTo>
                  <a:lnTo>
                    <a:pt x="14429" y="130587"/>
                  </a:lnTo>
                  <a:lnTo>
                    <a:pt x="14951" y="131136"/>
                  </a:lnTo>
                  <a:lnTo>
                    <a:pt x="15078" y="131233"/>
                  </a:lnTo>
                  <a:lnTo>
                    <a:pt x="15305" y="131442"/>
                  </a:lnTo>
                  <a:lnTo>
                    <a:pt x="15462" y="131592"/>
                  </a:lnTo>
                  <a:lnTo>
                    <a:pt x="15714" y="131793"/>
                  </a:lnTo>
                  <a:lnTo>
                    <a:pt x="15915" y="131983"/>
                  </a:lnTo>
                  <a:lnTo>
                    <a:pt x="16083" y="132157"/>
                  </a:lnTo>
                  <a:lnTo>
                    <a:pt x="16256" y="132289"/>
                  </a:lnTo>
                  <a:lnTo>
                    <a:pt x="16470" y="132485"/>
                  </a:lnTo>
                  <a:lnTo>
                    <a:pt x="16892" y="132767"/>
                  </a:lnTo>
                  <a:lnTo>
                    <a:pt x="17019" y="132782"/>
                  </a:lnTo>
                  <a:lnTo>
                    <a:pt x="17299" y="132653"/>
                  </a:lnTo>
                  <a:lnTo>
                    <a:pt x="17986" y="132426"/>
                  </a:lnTo>
                  <a:lnTo>
                    <a:pt x="18241" y="132838"/>
                  </a:lnTo>
                  <a:lnTo>
                    <a:pt x="18521" y="133062"/>
                  </a:lnTo>
                  <a:lnTo>
                    <a:pt x="18824" y="133327"/>
                  </a:lnTo>
                  <a:lnTo>
                    <a:pt x="19287" y="133475"/>
                  </a:lnTo>
                  <a:lnTo>
                    <a:pt x="19638" y="133569"/>
                  </a:lnTo>
                  <a:lnTo>
                    <a:pt x="19852" y="133686"/>
                  </a:lnTo>
                  <a:lnTo>
                    <a:pt x="19981" y="133757"/>
                  </a:lnTo>
                  <a:lnTo>
                    <a:pt x="20215" y="133869"/>
                  </a:lnTo>
                  <a:lnTo>
                    <a:pt x="20452" y="134070"/>
                  </a:lnTo>
                  <a:lnTo>
                    <a:pt x="21022" y="134543"/>
                  </a:lnTo>
                  <a:lnTo>
                    <a:pt x="21157" y="134643"/>
                  </a:lnTo>
                  <a:lnTo>
                    <a:pt x="21401" y="134793"/>
                  </a:lnTo>
                  <a:lnTo>
                    <a:pt x="21953" y="135210"/>
                  </a:lnTo>
                  <a:lnTo>
                    <a:pt x="22493" y="135584"/>
                  </a:lnTo>
                  <a:lnTo>
                    <a:pt x="22857" y="135841"/>
                  </a:lnTo>
                  <a:lnTo>
                    <a:pt x="23088" y="136001"/>
                  </a:lnTo>
                  <a:lnTo>
                    <a:pt x="23264" y="136123"/>
                  </a:lnTo>
                  <a:lnTo>
                    <a:pt x="24167" y="136011"/>
                  </a:lnTo>
                  <a:lnTo>
                    <a:pt x="24231" y="135872"/>
                  </a:lnTo>
                  <a:lnTo>
                    <a:pt x="24999" y="135612"/>
                  </a:lnTo>
                  <a:lnTo>
                    <a:pt x="25241" y="135648"/>
                  </a:lnTo>
                  <a:lnTo>
                    <a:pt x="25526" y="135729"/>
                  </a:lnTo>
                  <a:lnTo>
                    <a:pt x="25882" y="135938"/>
                  </a:lnTo>
                  <a:lnTo>
                    <a:pt x="26009" y="136055"/>
                  </a:lnTo>
                  <a:lnTo>
                    <a:pt x="26187" y="136223"/>
                  </a:lnTo>
                  <a:lnTo>
                    <a:pt x="26396" y="136467"/>
                  </a:lnTo>
                  <a:lnTo>
                    <a:pt x="26490" y="136597"/>
                  </a:lnTo>
                  <a:lnTo>
                    <a:pt x="26892" y="137052"/>
                  </a:lnTo>
                  <a:lnTo>
                    <a:pt x="27256" y="137337"/>
                  </a:lnTo>
                  <a:lnTo>
                    <a:pt x="27775" y="137788"/>
                  </a:lnTo>
                  <a:lnTo>
                    <a:pt x="27851" y="137950"/>
                  </a:lnTo>
                  <a:lnTo>
                    <a:pt x="27902" y="138620"/>
                  </a:lnTo>
                  <a:lnTo>
                    <a:pt x="27803" y="138856"/>
                  </a:lnTo>
                  <a:lnTo>
                    <a:pt x="27747" y="139039"/>
                  </a:lnTo>
                  <a:lnTo>
                    <a:pt x="27862" y="139223"/>
                  </a:lnTo>
                  <a:lnTo>
                    <a:pt x="28561" y="139961"/>
                  </a:lnTo>
                  <a:lnTo>
                    <a:pt x="28806" y="140184"/>
                  </a:lnTo>
                  <a:lnTo>
                    <a:pt x="29009" y="140345"/>
                  </a:lnTo>
                  <a:lnTo>
                    <a:pt x="29528" y="140251"/>
                  </a:lnTo>
                  <a:lnTo>
                    <a:pt x="29775" y="139991"/>
                  </a:lnTo>
                  <a:lnTo>
                    <a:pt x="29775" y="139841"/>
                  </a:lnTo>
                  <a:lnTo>
                    <a:pt x="29813" y="139642"/>
                  </a:lnTo>
                  <a:lnTo>
                    <a:pt x="29984" y="139495"/>
                  </a:lnTo>
                  <a:lnTo>
                    <a:pt x="30215" y="139360"/>
                  </a:lnTo>
                  <a:lnTo>
                    <a:pt x="30526" y="139301"/>
                  </a:lnTo>
                  <a:lnTo>
                    <a:pt x="30683" y="139726"/>
                  </a:lnTo>
                  <a:lnTo>
                    <a:pt x="30668" y="139854"/>
                  </a:lnTo>
                  <a:lnTo>
                    <a:pt x="30648" y="139983"/>
                  </a:lnTo>
                  <a:lnTo>
                    <a:pt x="30780" y="140149"/>
                  </a:lnTo>
                  <a:lnTo>
                    <a:pt x="30961" y="140335"/>
                  </a:lnTo>
                  <a:lnTo>
                    <a:pt x="31154" y="140467"/>
                  </a:lnTo>
                  <a:lnTo>
                    <a:pt x="31332" y="140599"/>
                  </a:lnTo>
                  <a:lnTo>
                    <a:pt x="31549" y="140752"/>
                  </a:lnTo>
                  <a:lnTo>
                    <a:pt x="31996" y="141022"/>
                  </a:lnTo>
                  <a:lnTo>
                    <a:pt x="32124" y="141123"/>
                  </a:lnTo>
                  <a:lnTo>
                    <a:pt x="32531" y="141413"/>
                  </a:lnTo>
                  <a:lnTo>
                    <a:pt x="32780" y="141497"/>
                  </a:lnTo>
                  <a:lnTo>
                    <a:pt x="33065" y="141642"/>
                  </a:lnTo>
                  <a:lnTo>
                    <a:pt x="33388" y="141800"/>
                  </a:lnTo>
                  <a:lnTo>
                    <a:pt x="33773" y="141966"/>
                  </a:lnTo>
                  <a:lnTo>
                    <a:pt x="34030" y="142149"/>
                  </a:lnTo>
                  <a:lnTo>
                    <a:pt x="34218" y="142284"/>
                  </a:lnTo>
                  <a:lnTo>
                    <a:pt x="34442" y="142617"/>
                  </a:lnTo>
                  <a:lnTo>
                    <a:pt x="34587" y="142721"/>
                  </a:lnTo>
                  <a:lnTo>
                    <a:pt x="34714" y="142787"/>
                  </a:lnTo>
                  <a:lnTo>
                    <a:pt x="34788" y="143215"/>
                  </a:lnTo>
                  <a:lnTo>
                    <a:pt x="34597" y="143551"/>
                  </a:lnTo>
                  <a:lnTo>
                    <a:pt x="34798" y="143630"/>
                  </a:lnTo>
                  <a:lnTo>
                    <a:pt x="35024" y="143694"/>
                  </a:lnTo>
                  <a:lnTo>
                    <a:pt x="35287" y="143792"/>
                  </a:lnTo>
                  <a:lnTo>
                    <a:pt x="37091" y="144227"/>
                  </a:lnTo>
                  <a:lnTo>
                    <a:pt x="38098" y="144431"/>
                  </a:lnTo>
                  <a:lnTo>
                    <a:pt x="38194" y="144012"/>
                  </a:lnTo>
                  <a:lnTo>
                    <a:pt x="38413" y="143198"/>
                  </a:lnTo>
                  <a:lnTo>
                    <a:pt x="38562" y="142606"/>
                  </a:lnTo>
                  <a:lnTo>
                    <a:pt x="38598" y="142456"/>
                  </a:lnTo>
                  <a:lnTo>
                    <a:pt x="39079" y="140544"/>
                  </a:lnTo>
                  <a:lnTo>
                    <a:pt x="39395" y="140428"/>
                  </a:lnTo>
                  <a:lnTo>
                    <a:pt x="39545" y="140373"/>
                  </a:lnTo>
                  <a:lnTo>
                    <a:pt x="40745" y="139932"/>
                  </a:lnTo>
                  <a:lnTo>
                    <a:pt x="40371" y="138080"/>
                  </a:lnTo>
                  <a:lnTo>
                    <a:pt x="40383" y="137810"/>
                  </a:lnTo>
                  <a:lnTo>
                    <a:pt x="40274" y="137365"/>
                  </a:lnTo>
                  <a:lnTo>
                    <a:pt x="40332" y="137202"/>
                  </a:lnTo>
                  <a:lnTo>
                    <a:pt x="40749" y="137362"/>
                  </a:lnTo>
                  <a:lnTo>
                    <a:pt x="41062" y="137462"/>
                  </a:lnTo>
                  <a:lnTo>
                    <a:pt x="41202" y="137556"/>
                  </a:lnTo>
                  <a:lnTo>
                    <a:pt x="41342" y="137586"/>
                  </a:lnTo>
                  <a:lnTo>
                    <a:pt x="41671" y="137764"/>
                  </a:lnTo>
                  <a:lnTo>
                    <a:pt x="41691" y="137930"/>
                  </a:lnTo>
                  <a:lnTo>
                    <a:pt x="41793" y="138077"/>
                  </a:lnTo>
                  <a:lnTo>
                    <a:pt x="43261" y="138253"/>
                  </a:lnTo>
                  <a:lnTo>
                    <a:pt x="43594" y="138113"/>
                  </a:lnTo>
                  <a:lnTo>
                    <a:pt x="43727" y="138143"/>
                  </a:lnTo>
                  <a:lnTo>
                    <a:pt x="43854" y="138166"/>
                  </a:lnTo>
                  <a:lnTo>
                    <a:pt x="44197" y="138177"/>
                  </a:lnTo>
                  <a:lnTo>
                    <a:pt x="44360" y="138146"/>
                  </a:lnTo>
                  <a:lnTo>
                    <a:pt x="45129" y="137955"/>
                  </a:lnTo>
                  <a:lnTo>
                    <a:pt x="45482" y="137996"/>
                  </a:lnTo>
                  <a:lnTo>
                    <a:pt x="45665" y="137978"/>
                  </a:lnTo>
                  <a:lnTo>
                    <a:pt x="45795" y="138001"/>
                  </a:lnTo>
                  <a:lnTo>
                    <a:pt x="45950" y="138177"/>
                  </a:lnTo>
                  <a:lnTo>
                    <a:pt x="45737" y="138479"/>
                  </a:lnTo>
                  <a:lnTo>
                    <a:pt x="46562" y="142892"/>
                  </a:lnTo>
                  <a:lnTo>
                    <a:pt x="46733" y="143010"/>
                  </a:lnTo>
                  <a:lnTo>
                    <a:pt x="46747" y="142883"/>
                  </a:lnTo>
                  <a:lnTo>
                    <a:pt x="46739" y="141891"/>
                  </a:lnTo>
                  <a:lnTo>
                    <a:pt x="47237" y="141419"/>
                  </a:lnTo>
                  <a:lnTo>
                    <a:pt x="47579" y="141753"/>
                  </a:lnTo>
                  <a:lnTo>
                    <a:pt x="48010" y="142023"/>
                  </a:lnTo>
                  <a:lnTo>
                    <a:pt x="48137" y="142077"/>
                  </a:lnTo>
                  <a:lnTo>
                    <a:pt x="48546" y="142107"/>
                  </a:lnTo>
                  <a:lnTo>
                    <a:pt x="48739" y="142168"/>
                  </a:lnTo>
                  <a:lnTo>
                    <a:pt x="49485" y="142891"/>
                  </a:lnTo>
                  <a:lnTo>
                    <a:pt x="49626" y="143035"/>
                  </a:lnTo>
                  <a:lnTo>
                    <a:pt x="50889" y="144576"/>
                  </a:lnTo>
                  <a:lnTo>
                    <a:pt x="51206" y="144912"/>
                  </a:lnTo>
                  <a:lnTo>
                    <a:pt x="50890" y="145180"/>
                  </a:lnTo>
                  <a:lnTo>
                    <a:pt x="50744" y="145296"/>
                  </a:lnTo>
                  <a:lnTo>
                    <a:pt x="50589" y="145444"/>
                  </a:lnTo>
                  <a:lnTo>
                    <a:pt x="50200" y="145795"/>
                  </a:lnTo>
                  <a:lnTo>
                    <a:pt x="49763" y="146161"/>
                  </a:lnTo>
                  <a:lnTo>
                    <a:pt x="50103" y="146772"/>
                  </a:lnTo>
                  <a:lnTo>
                    <a:pt x="50386" y="147156"/>
                  </a:lnTo>
                  <a:lnTo>
                    <a:pt x="50729" y="147703"/>
                  </a:lnTo>
                  <a:lnTo>
                    <a:pt x="51037" y="148334"/>
                  </a:lnTo>
                  <a:lnTo>
                    <a:pt x="51340" y="148958"/>
                  </a:lnTo>
                  <a:lnTo>
                    <a:pt x="51673" y="149586"/>
                  </a:lnTo>
                  <a:lnTo>
                    <a:pt x="51742" y="149767"/>
                  </a:lnTo>
                  <a:lnTo>
                    <a:pt x="51877" y="150031"/>
                  </a:lnTo>
                  <a:lnTo>
                    <a:pt x="52134" y="150533"/>
                  </a:lnTo>
                  <a:lnTo>
                    <a:pt x="52561" y="151495"/>
                  </a:lnTo>
                  <a:lnTo>
                    <a:pt x="52874" y="152133"/>
                  </a:lnTo>
                  <a:lnTo>
                    <a:pt x="53149" y="152769"/>
                  </a:lnTo>
                  <a:lnTo>
                    <a:pt x="53264" y="152963"/>
                  </a:lnTo>
                  <a:lnTo>
                    <a:pt x="53414" y="153263"/>
                  </a:lnTo>
                  <a:lnTo>
                    <a:pt x="53635" y="153540"/>
                  </a:lnTo>
                  <a:lnTo>
                    <a:pt x="54083" y="153762"/>
                  </a:lnTo>
                  <a:lnTo>
                    <a:pt x="54691" y="154062"/>
                  </a:lnTo>
                  <a:lnTo>
                    <a:pt x="55355" y="154388"/>
                  </a:lnTo>
                  <a:lnTo>
                    <a:pt x="55963" y="154698"/>
                  </a:lnTo>
                  <a:lnTo>
                    <a:pt x="56566" y="154991"/>
                  </a:lnTo>
                  <a:lnTo>
                    <a:pt x="57213" y="155306"/>
                  </a:lnTo>
                  <a:lnTo>
                    <a:pt x="57755" y="155981"/>
                  </a:lnTo>
                  <a:lnTo>
                    <a:pt x="57706" y="156472"/>
                  </a:lnTo>
                  <a:lnTo>
                    <a:pt x="57681" y="156797"/>
                  </a:lnTo>
                  <a:lnTo>
                    <a:pt x="57645" y="156960"/>
                  </a:lnTo>
                  <a:lnTo>
                    <a:pt x="57587" y="157095"/>
                  </a:lnTo>
                  <a:lnTo>
                    <a:pt x="56984" y="157690"/>
                  </a:lnTo>
                  <a:lnTo>
                    <a:pt x="57236" y="157983"/>
                  </a:lnTo>
                  <a:lnTo>
                    <a:pt x="57607" y="158370"/>
                  </a:lnTo>
                  <a:lnTo>
                    <a:pt x="57737" y="158515"/>
                  </a:lnTo>
                  <a:lnTo>
                    <a:pt x="57920" y="158741"/>
                  </a:lnTo>
                  <a:lnTo>
                    <a:pt x="58307" y="159014"/>
                  </a:lnTo>
                  <a:lnTo>
                    <a:pt x="58543" y="159174"/>
                  </a:lnTo>
                  <a:lnTo>
                    <a:pt x="58778" y="159441"/>
                  </a:lnTo>
                  <a:lnTo>
                    <a:pt x="58841" y="159599"/>
                  </a:lnTo>
                  <a:lnTo>
                    <a:pt x="58948" y="159726"/>
                  </a:lnTo>
                  <a:lnTo>
                    <a:pt x="59314" y="160129"/>
                  </a:lnTo>
                  <a:lnTo>
                    <a:pt x="58714" y="160828"/>
                  </a:lnTo>
                  <a:lnTo>
                    <a:pt x="57536" y="162070"/>
                  </a:lnTo>
                  <a:lnTo>
                    <a:pt x="57406" y="162207"/>
                  </a:lnTo>
                  <a:lnTo>
                    <a:pt x="57263" y="162355"/>
                  </a:lnTo>
                  <a:lnTo>
                    <a:pt x="57070" y="162559"/>
                  </a:lnTo>
                  <a:lnTo>
                    <a:pt x="56421" y="163244"/>
                  </a:lnTo>
                  <a:lnTo>
                    <a:pt x="56094" y="163589"/>
                  </a:lnTo>
                  <a:lnTo>
                    <a:pt x="55790" y="163909"/>
                  </a:lnTo>
                  <a:lnTo>
                    <a:pt x="54579" y="165184"/>
                  </a:lnTo>
                  <a:lnTo>
                    <a:pt x="53215" y="166624"/>
                  </a:lnTo>
                  <a:lnTo>
                    <a:pt x="53419" y="167772"/>
                  </a:lnTo>
                  <a:lnTo>
                    <a:pt x="53464" y="168029"/>
                  </a:lnTo>
                  <a:lnTo>
                    <a:pt x="53610" y="168857"/>
                  </a:lnTo>
                  <a:lnTo>
                    <a:pt x="53788" y="169861"/>
                  </a:lnTo>
                  <a:lnTo>
                    <a:pt x="54029" y="171233"/>
                  </a:lnTo>
                  <a:lnTo>
                    <a:pt x="54182" y="172102"/>
                  </a:lnTo>
                  <a:lnTo>
                    <a:pt x="54220" y="172318"/>
                  </a:lnTo>
                  <a:lnTo>
                    <a:pt x="54271" y="172612"/>
                  </a:lnTo>
                  <a:lnTo>
                    <a:pt x="54474" y="173740"/>
                  </a:lnTo>
                  <a:lnTo>
                    <a:pt x="54539" y="174107"/>
                  </a:lnTo>
                  <a:lnTo>
                    <a:pt x="54654" y="174765"/>
                  </a:lnTo>
                  <a:lnTo>
                    <a:pt x="54762" y="175370"/>
                  </a:lnTo>
                  <a:lnTo>
                    <a:pt x="55006" y="176757"/>
                  </a:lnTo>
                  <a:lnTo>
                    <a:pt x="55133" y="177546"/>
                  </a:lnTo>
                  <a:lnTo>
                    <a:pt x="55613" y="178095"/>
                  </a:lnTo>
                  <a:lnTo>
                    <a:pt x="55722" y="178224"/>
                  </a:lnTo>
                  <a:lnTo>
                    <a:pt x="56012" y="178566"/>
                  </a:lnTo>
                  <a:lnTo>
                    <a:pt x="56260" y="178859"/>
                  </a:lnTo>
                  <a:lnTo>
                    <a:pt x="56587" y="179244"/>
                  </a:lnTo>
                  <a:lnTo>
                    <a:pt x="57041" y="179780"/>
                  </a:lnTo>
                  <a:lnTo>
                    <a:pt x="57376" y="180175"/>
                  </a:lnTo>
                  <a:lnTo>
                    <a:pt x="57914" y="180810"/>
                  </a:lnTo>
                  <a:lnTo>
                    <a:pt x="58221" y="181172"/>
                  </a:lnTo>
                  <a:lnTo>
                    <a:pt x="58734" y="181777"/>
                  </a:lnTo>
                  <a:lnTo>
                    <a:pt x="59114" y="182226"/>
                  </a:lnTo>
                  <a:lnTo>
                    <a:pt x="59347" y="182501"/>
                  </a:lnTo>
                  <a:lnTo>
                    <a:pt x="59624" y="182828"/>
                  </a:lnTo>
                  <a:lnTo>
                    <a:pt x="60195" y="183501"/>
                  </a:lnTo>
                  <a:lnTo>
                    <a:pt x="60477" y="183835"/>
                  </a:lnTo>
                  <a:lnTo>
                    <a:pt x="60779" y="184191"/>
                  </a:lnTo>
                  <a:lnTo>
                    <a:pt x="61337" y="184850"/>
                  </a:lnTo>
                  <a:lnTo>
                    <a:pt x="61482" y="186111"/>
                  </a:lnTo>
                  <a:lnTo>
                    <a:pt x="61542" y="186634"/>
                  </a:lnTo>
                  <a:lnTo>
                    <a:pt x="61651" y="187576"/>
                  </a:lnTo>
                  <a:lnTo>
                    <a:pt x="61668" y="187726"/>
                  </a:lnTo>
                  <a:lnTo>
                    <a:pt x="61701" y="188012"/>
                  </a:lnTo>
                  <a:lnTo>
                    <a:pt x="61758" y="188508"/>
                  </a:lnTo>
                  <a:lnTo>
                    <a:pt x="61779" y="188694"/>
                  </a:lnTo>
                  <a:lnTo>
                    <a:pt x="61822" y="189067"/>
                  </a:lnTo>
                  <a:lnTo>
                    <a:pt x="61863" y="189426"/>
                  </a:lnTo>
                  <a:lnTo>
                    <a:pt x="61918" y="189904"/>
                  </a:lnTo>
                  <a:lnTo>
                    <a:pt x="61994" y="190564"/>
                  </a:lnTo>
                  <a:lnTo>
                    <a:pt x="62042" y="190983"/>
                  </a:lnTo>
                  <a:lnTo>
                    <a:pt x="62072" y="191247"/>
                  </a:lnTo>
                  <a:lnTo>
                    <a:pt x="62389" y="191676"/>
                  </a:lnTo>
                  <a:lnTo>
                    <a:pt x="62589" y="191948"/>
                  </a:lnTo>
                  <a:lnTo>
                    <a:pt x="63091" y="192627"/>
                  </a:lnTo>
                  <a:lnTo>
                    <a:pt x="63418" y="193072"/>
                  </a:lnTo>
                  <a:lnTo>
                    <a:pt x="63750" y="193521"/>
                  </a:lnTo>
                  <a:lnTo>
                    <a:pt x="64046" y="193923"/>
                  </a:lnTo>
                  <a:lnTo>
                    <a:pt x="64494" y="194530"/>
                  </a:lnTo>
                  <a:lnTo>
                    <a:pt x="64796" y="194939"/>
                  </a:lnTo>
                  <a:lnTo>
                    <a:pt x="65217" y="195510"/>
                  </a:lnTo>
                  <a:lnTo>
                    <a:pt x="65447" y="195821"/>
                  </a:lnTo>
                  <a:lnTo>
                    <a:pt x="65985" y="196550"/>
                  </a:lnTo>
                  <a:lnTo>
                    <a:pt x="65811" y="196659"/>
                  </a:lnTo>
                  <a:lnTo>
                    <a:pt x="65455" y="196885"/>
                  </a:lnTo>
                  <a:lnTo>
                    <a:pt x="64995" y="197175"/>
                  </a:lnTo>
                  <a:lnTo>
                    <a:pt x="64693" y="197366"/>
                  </a:lnTo>
                  <a:lnTo>
                    <a:pt x="64202" y="197676"/>
                  </a:lnTo>
                  <a:lnTo>
                    <a:pt x="63518" y="198108"/>
                  </a:lnTo>
                  <a:lnTo>
                    <a:pt x="63209" y="198304"/>
                  </a:lnTo>
                  <a:lnTo>
                    <a:pt x="62904" y="198496"/>
                  </a:lnTo>
                  <a:lnTo>
                    <a:pt x="62353" y="198845"/>
                  </a:lnTo>
                  <a:lnTo>
                    <a:pt x="62008" y="199063"/>
                  </a:lnTo>
                  <a:lnTo>
                    <a:pt x="61440" y="199422"/>
                  </a:lnTo>
                  <a:lnTo>
                    <a:pt x="61175" y="199590"/>
                  </a:lnTo>
                  <a:lnTo>
                    <a:pt x="61012" y="199692"/>
                  </a:lnTo>
                  <a:lnTo>
                    <a:pt x="60569" y="199972"/>
                  </a:lnTo>
                  <a:lnTo>
                    <a:pt x="60238" y="200182"/>
                  </a:lnTo>
                  <a:lnTo>
                    <a:pt x="60083" y="200280"/>
                  </a:lnTo>
                  <a:lnTo>
                    <a:pt x="59798" y="200460"/>
                  </a:lnTo>
                  <a:lnTo>
                    <a:pt x="59493" y="200652"/>
                  </a:lnTo>
                  <a:lnTo>
                    <a:pt x="59326" y="200758"/>
                  </a:lnTo>
                  <a:lnTo>
                    <a:pt x="59114" y="201038"/>
                  </a:lnTo>
                  <a:lnTo>
                    <a:pt x="58684" y="201603"/>
                  </a:lnTo>
                  <a:lnTo>
                    <a:pt x="56686" y="202204"/>
                  </a:lnTo>
                  <a:lnTo>
                    <a:pt x="57352" y="202454"/>
                  </a:lnTo>
                  <a:lnTo>
                    <a:pt x="57818" y="202628"/>
                  </a:lnTo>
                  <a:lnTo>
                    <a:pt x="58516" y="203186"/>
                  </a:lnTo>
                  <a:lnTo>
                    <a:pt x="58757" y="203379"/>
                  </a:lnTo>
                  <a:lnTo>
                    <a:pt x="58869" y="203594"/>
                  </a:lnTo>
                  <a:lnTo>
                    <a:pt x="58795" y="203937"/>
                  </a:lnTo>
                  <a:lnTo>
                    <a:pt x="58622" y="204222"/>
                  </a:lnTo>
                  <a:lnTo>
                    <a:pt x="58299" y="204861"/>
                  </a:lnTo>
                  <a:lnTo>
                    <a:pt x="58200" y="205075"/>
                  </a:lnTo>
                  <a:lnTo>
                    <a:pt x="57991" y="205535"/>
                  </a:lnTo>
                  <a:lnTo>
                    <a:pt x="57907" y="205754"/>
                  </a:lnTo>
                  <a:lnTo>
                    <a:pt x="57816" y="205930"/>
                  </a:lnTo>
                  <a:lnTo>
                    <a:pt x="57645" y="206126"/>
                  </a:lnTo>
                  <a:lnTo>
                    <a:pt x="57523" y="206306"/>
                  </a:lnTo>
                  <a:lnTo>
                    <a:pt x="57421" y="206441"/>
                  </a:lnTo>
                  <a:lnTo>
                    <a:pt x="57147" y="206688"/>
                  </a:lnTo>
                  <a:lnTo>
                    <a:pt x="56653" y="207121"/>
                  </a:lnTo>
                  <a:lnTo>
                    <a:pt x="56480" y="207294"/>
                  </a:lnTo>
                  <a:lnTo>
                    <a:pt x="56111" y="207645"/>
                  </a:lnTo>
                  <a:lnTo>
                    <a:pt x="55638" y="208149"/>
                  </a:lnTo>
                  <a:lnTo>
                    <a:pt x="55187" y="208675"/>
                  </a:lnTo>
                  <a:lnTo>
                    <a:pt x="55012" y="208851"/>
                  </a:lnTo>
                  <a:lnTo>
                    <a:pt x="54671" y="209195"/>
                  </a:lnTo>
                  <a:lnTo>
                    <a:pt x="54505" y="209360"/>
                  </a:lnTo>
                  <a:lnTo>
                    <a:pt x="54203" y="209701"/>
                  </a:lnTo>
                  <a:lnTo>
                    <a:pt x="53790" y="210098"/>
                  </a:lnTo>
                  <a:lnTo>
                    <a:pt x="53294" y="210579"/>
                  </a:lnTo>
                  <a:lnTo>
                    <a:pt x="52895" y="210973"/>
                  </a:lnTo>
                  <a:lnTo>
                    <a:pt x="52488" y="211373"/>
                  </a:lnTo>
                  <a:lnTo>
                    <a:pt x="52197" y="211892"/>
                  </a:lnTo>
                  <a:lnTo>
                    <a:pt x="51902" y="212419"/>
                  </a:lnTo>
                  <a:lnTo>
                    <a:pt x="51729" y="212770"/>
                  </a:lnTo>
                  <a:lnTo>
                    <a:pt x="51676" y="212938"/>
                  </a:lnTo>
                  <a:lnTo>
                    <a:pt x="52073" y="213365"/>
                  </a:lnTo>
                  <a:lnTo>
                    <a:pt x="52544" y="213793"/>
                  </a:lnTo>
                  <a:lnTo>
                    <a:pt x="52946" y="214156"/>
                  </a:lnTo>
                  <a:lnTo>
                    <a:pt x="53366" y="214541"/>
                  </a:lnTo>
                  <a:lnTo>
                    <a:pt x="53562" y="214714"/>
                  </a:lnTo>
                  <a:lnTo>
                    <a:pt x="54004" y="215116"/>
                  </a:lnTo>
                  <a:lnTo>
                    <a:pt x="54669" y="215716"/>
                  </a:lnTo>
                  <a:lnTo>
                    <a:pt x="55081" y="216103"/>
                  </a:lnTo>
                  <a:lnTo>
                    <a:pt x="55529" y="216523"/>
                  </a:lnTo>
                  <a:lnTo>
                    <a:pt x="55768" y="216749"/>
                  </a:lnTo>
                  <a:lnTo>
                    <a:pt x="56068" y="217037"/>
                  </a:lnTo>
                  <a:lnTo>
                    <a:pt x="56384" y="217357"/>
                  </a:lnTo>
                  <a:lnTo>
                    <a:pt x="56518" y="217505"/>
                  </a:lnTo>
                  <a:lnTo>
                    <a:pt x="56811" y="217810"/>
                  </a:lnTo>
                  <a:lnTo>
                    <a:pt x="57203" y="218207"/>
                  </a:lnTo>
                  <a:lnTo>
                    <a:pt x="57633" y="218668"/>
                  </a:lnTo>
                  <a:lnTo>
                    <a:pt x="57864" y="218915"/>
                  </a:lnTo>
                  <a:lnTo>
                    <a:pt x="58007" y="219065"/>
                  </a:lnTo>
                  <a:lnTo>
                    <a:pt x="58144" y="219212"/>
                  </a:lnTo>
                  <a:lnTo>
                    <a:pt x="58691" y="219760"/>
                  </a:lnTo>
                  <a:lnTo>
                    <a:pt x="58829" y="219907"/>
                  </a:lnTo>
                  <a:lnTo>
                    <a:pt x="58956" y="220067"/>
                  </a:lnTo>
                  <a:lnTo>
                    <a:pt x="58954" y="220218"/>
                  </a:lnTo>
                  <a:lnTo>
                    <a:pt x="58948" y="220614"/>
                  </a:lnTo>
                  <a:lnTo>
                    <a:pt x="58937" y="220764"/>
                  </a:lnTo>
                  <a:lnTo>
                    <a:pt x="58895" y="221286"/>
                  </a:lnTo>
                  <a:lnTo>
                    <a:pt x="58839" y="221805"/>
                  </a:lnTo>
                  <a:lnTo>
                    <a:pt x="58819" y="222034"/>
                  </a:lnTo>
                  <a:lnTo>
                    <a:pt x="58788" y="222370"/>
                  </a:lnTo>
                  <a:lnTo>
                    <a:pt x="58786" y="222569"/>
                  </a:lnTo>
                  <a:lnTo>
                    <a:pt x="58783" y="222871"/>
                  </a:lnTo>
                  <a:lnTo>
                    <a:pt x="58803" y="223128"/>
                  </a:lnTo>
                  <a:lnTo>
                    <a:pt x="59043" y="223759"/>
                  </a:lnTo>
                  <a:lnTo>
                    <a:pt x="59246" y="224429"/>
                  </a:lnTo>
                  <a:lnTo>
                    <a:pt x="59364" y="224860"/>
                  </a:lnTo>
                  <a:lnTo>
                    <a:pt x="59452" y="225177"/>
                  </a:lnTo>
                  <a:lnTo>
                    <a:pt x="59574" y="225607"/>
                  </a:lnTo>
                  <a:lnTo>
                    <a:pt x="59620" y="225803"/>
                  </a:lnTo>
                  <a:lnTo>
                    <a:pt x="59749" y="226093"/>
                  </a:lnTo>
                  <a:lnTo>
                    <a:pt x="59847" y="226462"/>
                  </a:lnTo>
                  <a:lnTo>
                    <a:pt x="59991" y="227008"/>
                  </a:lnTo>
                  <a:lnTo>
                    <a:pt x="60245" y="227968"/>
                  </a:lnTo>
                  <a:lnTo>
                    <a:pt x="60523" y="228349"/>
                  </a:lnTo>
                  <a:lnTo>
                    <a:pt x="60504" y="228495"/>
                  </a:lnTo>
                  <a:lnTo>
                    <a:pt x="60456" y="228871"/>
                  </a:lnTo>
                  <a:lnTo>
                    <a:pt x="60296" y="233976"/>
                  </a:lnTo>
                  <a:lnTo>
                    <a:pt x="60432" y="233900"/>
                  </a:lnTo>
                  <a:lnTo>
                    <a:pt x="60842" y="233673"/>
                  </a:lnTo>
                  <a:lnTo>
                    <a:pt x="61461" y="233328"/>
                  </a:lnTo>
                  <a:lnTo>
                    <a:pt x="61870" y="233101"/>
                  </a:lnTo>
                  <a:lnTo>
                    <a:pt x="62372" y="233076"/>
                  </a:lnTo>
                  <a:lnTo>
                    <a:pt x="63019" y="233044"/>
                  </a:lnTo>
                  <a:lnTo>
                    <a:pt x="63506" y="233019"/>
                  </a:lnTo>
                  <a:lnTo>
                    <a:pt x="63975" y="232996"/>
                  </a:lnTo>
                  <a:lnTo>
                    <a:pt x="64230" y="232983"/>
                  </a:lnTo>
                  <a:lnTo>
                    <a:pt x="64500" y="232969"/>
                  </a:lnTo>
                  <a:lnTo>
                    <a:pt x="64822" y="233030"/>
                  </a:lnTo>
                  <a:lnTo>
                    <a:pt x="65072" y="233077"/>
                  </a:lnTo>
                  <a:lnTo>
                    <a:pt x="65305" y="233120"/>
                  </a:lnTo>
                  <a:lnTo>
                    <a:pt x="65845" y="233222"/>
                  </a:lnTo>
                  <a:lnTo>
                    <a:pt x="66262" y="233300"/>
                  </a:lnTo>
                  <a:lnTo>
                    <a:pt x="66709" y="233384"/>
                  </a:lnTo>
                  <a:lnTo>
                    <a:pt x="67158" y="233469"/>
                  </a:lnTo>
                  <a:lnTo>
                    <a:pt x="67476" y="233528"/>
                  </a:lnTo>
                  <a:lnTo>
                    <a:pt x="67619" y="233555"/>
                  </a:lnTo>
                  <a:lnTo>
                    <a:pt x="67750" y="233578"/>
                  </a:lnTo>
                  <a:lnTo>
                    <a:pt x="68045" y="233633"/>
                  </a:lnTo>
                  <a:lnTo>
                    <a:pt x="68486" y="233715"/>
                  </a:lnTo>
                  <a:lnTo>
                    <a:pt x="68914" y="233846"/>
                  </a:lnTo>
                  <a:lnTo>
                    <a:pt x="69052" y="233935"/>
                  </a:lnTo>
                  <a:lnTo>
                    <a:pt x="69445" y="234189"/>
                  </a:lnTo>
                  <a:lnTo>
                    <a:pt x="69691" y="234349"/>
                  </a:lnTo>
                  <a:lnTo>
                    <a:pt x="70180" y="234665"/>
                  </a:lnTo>
                  <a:lnTo>
                    <a:pt x="70490" y="234866"/>
                  </a:lnTo>
                  <a:lnTo>
                    <a:pt x="70723" y="235016"/>
                  </a:lnTo>
                  <a:lnTo>
                    <a:pt x="70943" y="235159"/>
                  </a:lnTo>
                  <a:lnTo>
                    <a:pt x="71245" y="235354"/>
                  </a:lnTo>
                  <a:lnTo>
                    <a:pt x="71912" y="235786"/>
                  </a:lnTo>
                  <a:lnTo>
                    <a:pt x="71986" y="236312"/>
                  </a:lnTo>
                  <a:lnTo>
                    <a:pt x="72076" y="236927"/>
                  </a:lnTo>
                  <a:lnTo>
                    <a:pt x="72239" y="238089"/>
                  </a:lnTo>
                  <a:lnTo>
                    <a:pt x="72328" y="238729"/>
                  </a:lnTo>
                  <a:lnTo>
                    <a:pt x="72469" y="239754"/>
                  </a:lnTo>
                  <a:lnTo>
                    <a:pt x="72509" y="240069"/>
                  </a:lnTo>
                  <a:lnTo>
                    <a:pt x="72532" y="240256"/>
                  </a:lnTo>
                  <a:lnTo>
                    <a:pt x="72560" y="240455"/>
                  </a:lnTo>
                  <a:lnTo>
                    <a:pt x="72723" y="241608"/>
                  </a:lnTo>
                  <a:lnTo>
                    <a:pt x="72817" y="242106"/>
                  </a:lnTo>
                  <a:lnTo>
                    <a:pt x="72934" y="242721"/>
                  </a:lnTo>
                  <a:lnTo>
                    <a:pt x="73540" y="245964"/>
                  </a:lnTo>
                  <a:lnTo>
                    <a:pt x="73582" y="246214"/>
                  </a:lnTo>
                  <a:lnTo>
                    <a:pt x="73626" y="246458"/>
                  </a:lnTo>
                  <a:lnTo>
                    <a:pt x="73557" y="248063"/>
                  </a:lnTo>
                  <a:lnTo>
                    <a:pt x="73601" y="248685"/>
                  </a:lnTo>
                  <a:lnTo>
                    <a:pt x="73621" y="248968"/>
                  </a:lnTo>
                  <a:lnTo>
                    <a:pt x="73734" y="250560"/>
                  </a:lnTo>
                  <a:lnTo>
                    <a:pt x="73804" y="251551"/>
                  </a:lnTo>
                  <a:lnTo>
                    <a:pt x="73837" y="252010"/>
                  </a:lnTo>
                  <a:lnTo>
                    <a:pt x="73901" y="252893"/>
                  </a:lnTo>
                  <a:lnTo>
                    <a:pt x="73973" y="253920"/>
                  </a:lnTo>
                  <a:lnTo>
                    <a:pt x="74039" y="254843"/>
                  </a:lnTo>
                  <a:lnTo>
                    <a:pt x="74664" y="255860"/>
                  </a:lnTo>
                  <a:lnTo>
                    <a:pt x="75194" y="256738"/>
                  </a:lnTo>
                  <a:lnTo>
                    <a:pt x="75381" y="257049"/>
                  </a:lnTo>
                  <a:lnTo>
                    <a:pt x="75576" y="257579"/>
                  </a:lnTo>
                  <a:lnTo>
                    <a:pt x="75681" y="257763"/>
                  </a:lnTo>
                  <a:lnTo>
                    <a:pt x="76183" y="257849"/>
                  </a:lnTo>
                  <a:lnTo>
                    <a:pt x="76414" y="257800"/>
                  </a:lnTo>
                  <a:lnTo>
                    <a:pt x="76717" y="257895"/>
                  </a:lnTo>
                  <a:lnTo>
                    <a:pt x="76818" y="258048"/>
                  </a:lnTo>
                  <a:lnTo>
                    <a:pt x="76792" y="258391"/>
                  </a:lnTo>
                  <a:lnTo>
                    <a:pt x="76750" y="258668"/>
                  </a:lnTo>
                  <a:lnTo>
                    <a:pt x="76765" y="258977"/>
                  </a:lnTo>
                  <a:lnTo>
                    <a:pt x="76792" y="259486"/>
                  </a:lnTo>
                  <a:lnTo>
                    <a:pt x="76832" y="260260"/>
                  </a:lnTo>
                  <a:lnTo>
                    <a:pt x="76901" y="261084"/>
                  </a:lnTo>
                  <a:lnTo>
                    <a:pt x="76961" y="261759"/>
                  </a:lnTo>
                  <a:lnTo>
                    <a:pt x="77009" y="262300"/>
                  </a:lnTo>
                  <a:lnTo>
                    <a:pt x="77033" y="262569"/>
                  </a:lnTo>
                  <a:lnTo>
                    <a:pt x="77225" y="262986"/>
                  </a:lnTo>
                  <a:lnTo>
                    <a:pt x="77408" y="263387"/>
                  </a:lnTo>
                  <a:lnTo>
                    <a:pt x="77728" y="263936"/>
                  </a:lnTo>
                  <a:lnTo>
                    <a:pt x="77778" y="264507"/>
                  </a:lnTo>
                  <a:lnTo>
                    <a:pt x="78288" y="264872"/>
                  </a:lnTo>
                  <a:lnTo>
                    <a:pt x="78708" y="265339"/>
                  </a:lnTo>
                  <a:lnTo>
                    <a:pt x="79123" y="265522"/>
                  </a:lnTo>
                  <a:lnTo>
                    <a:pt x="79336" y="265677"/>
                  </a:lnTo>
                  <a:lnTo>
                    <a:pt x="79914" y="266079"/>
                  </a:lnTo>
                  <a:lnTo>
                    <a:pt x="80227" y="266368"/>
                  </a:lnTo>
                  <a:lnTo>
                    <a:pt x="80446" y="266599"/>
                  </a:lnTo>
                  <a:lnTo>
                    <a:pt x="80816" y="267057"/>
                  </a:lnTo>
                  <a:lnTo>
                    <a:pt x="80778" y="267219"/>
                  </a:lnTo>
                  <a:lnTo>
                    <a:pt x="80217" y="268183"/>
                  </a:lnTo>
                  <a:lnTo>
                    <a:pt x="79774" y="268885"/>
                  </a:lnTo>
                  <a:lnTo>
                    <a:pt x="78065" y="268567"/>
                  </a:lnTo>
                  <a:lnTo>
                    <a:pt x="77283" y="268935"/>
                  </a:lnTo>
                  <a:lnTo>
                    <a:pt x="76497" y="269834"/>
                  </a:lnTo>
                  <a:lnTo>
                    <a:pt x="75911" y="270229"/>
                  </a:lnTo>
                  <a:lnTo>
                    <a:pt x="75776" y="270484"/>
                  </a:lnTo>
                  <a:lnTo>
                    <a:pt x="75597" y="270824"/>
                  </a:lnTo>
                  <a:lnTo>
                    <a:pt x="75481" y="271491"/>
                  </a:lnTo>
                  <a:lnTo>
                    <a:pt x="75164" y="272079"/>
                  </a:lnTo>
                  <a:lnTo>
                    <a:pt x="75487" y="273937"/>
                  </a:lnTo>
                  <a:lnTo>
                    <a:pt x="75208" y="274190"/>
                  </a:lnTo>
                  <a:lnTo>
                    <a:pt x="75131" y="274346"/>
                  </a:lnTo>
                  <a:lnTo>
                    <a:pt x="74872" y="274823"/>
                  </a:lnTo>
                  <a:lnTo>
                    <a:pt x="74928" y="275439"/>
                  </a:lnTo>
                  <a:lnTo>
                    <a:pt x="74703" y="275988"/>
                  </a:lnTo>
                  <a:lnTo>
                    <a:pt x="74424" y="276662"/>
                  </a:lnTo>
                  <a:lnTo>
                    <a:pt x="74326" y="276899"/>
                  </a:lnTo>
                  <a:lnTo>
                    <a:pt x="73509" y="278141"/>
                  </a:lnTo>
                  <a:lnTo>
                    <a:pt x="73411" y="278489"/>
                  </a:lnTo>
                  <a:lnTo>
                    <a:pt x="73150" y="279412"/>
                  </a:lnTo>
                  <a:lnTo>
                    <a:pt x="73096" y="279603"/>
                  </a:lnTo>
                  <a:lnTo>
                    <a:pt x="72855" y="280452"/>
                  </a:lnTo>
                  <a:lnTo>
                    <a:pt x="72547" y="280707"/>
                  </a:lnTo>
                  <a:lnTo>
                    <a:pt x="72454" y="280899"/>
                  </a:lnTo>
                  <a:lnTo>
                    <a:pt x="71752" y="281340"/>
                  </a:lnTo>
                  <a:lnTo>
                    <a:pt x="71761" y="281701"/>
                  </a:lnTo>
                  <a:lnTo>
                    <a:pt x="71769" y="282118"/>
                  </a:lnTo>
                  <a:lnTo>
                    <a:pt x="71802" y="282435"/>
                  </a:lnTo>
                  <a:lnTo>
                    <a:pt x="71836" y="282626"/>
                  </a:lnTo>
                  <a:lnTo>
                    <a:pt x="71917" y="283086"/>
                  </a:lnTo>
                  <a:lnTo>
                    <a:pt x="72124" y="284261"/>
                  </a:lnTo>
                  <a:lnTo>
                    <a:pt x="72613" y="286277"/>
                  </a:lnTo>
                  <a:lnTo>
                    <a:pt x="72798" y="287038"/>
                  </a:lnTo>
                  <a:lnTo>
                    <a:pt x="72857" y="287616"/>
                  </a:lnTo>
                  <a:lnTo>
                    <a:pt x="72915" y="288136"/>
                  </a:lnTo>
                  <a:lnTo>
                    <a:pt x="73543" y="288591"/>
                  </a:lnTo>
                  <a:lnTo>
                    <a:pt x="74092" y="288988"/>
                  </a:lnTo>
                  <a:lnTo>
                    <a:pt x="74804" y="289510"/>
                  </a:lnTo>
                  <a:lnTo>
                    <a:pt x="75350" y="290015"/>
                  </a:lnTo>
                  <a:lnTo>
                    <a:pt x="75689" y="290329"/>
                  </a:lnTo>
                  <a:lnTo>
                    <a:pt x="76545" y="291105"/>
                  </a:lnTo>
                  <a:lnTo>
                    <a:pt x="76767" y="291469"/>
                  </a:lnTo>
                  <a:lnTo>
                    <a:pt x="77483" y="292639"/>
                  </a:lnTo>
                  <a:lnTo>
                    <a:pt x="77802" y="293162"/>
                  </a:lnTo>
                  <a:lnTo>
                    <a:pt x="78497" y="294410"/>
                  </a:lnTo>
                  <a:lnTo>
                    <a:pt x="81238" y="296697"/>
                  </a:lnTo>
                  <a:lnTo>
                    <a:pt x="81491" y="297635"/>
                  </a:lnTo>
                  <a:lnTo>
                    <a:pt x="81584" y="297999"/>
                  </a:lnTo>
                  <a:lnTo>
                    <a:pt x="81643" y="298225"/>
                  </a:lnTo>
                  <a:lnTo>
                    <a:pt x="81830" y="298953"/>
                  </a:lnTo>
                  <a:lnTo>
                    <a:pt x="81874" y="299124"/>
                  </a:lnTo>
                  <a:lnTo>
                    <a:pt x="82114" y="300058"/>
                  </a:lnTo>
                  <a:lnTo>
                    <a:pt x="82180" y="300315"/>
                  </a:lnTo>
                  <a:lnTo>
                    <a:pt x="82268" y="300544"/>
                  </a:lnTo>
                  <a:lnTo>
                    <a:pt x="82938" y="302287"/>
                  </a:lnTo>
                  <a:lnTo>
                    <a:pt x="83265" y="303343"/>
                  </a:lnTo>
                  <a:lnTo>
                    <a:pt x="83347" y="303606"/>
                  </a:lnTo>
                  <a:lnTo>
                    <a:pt x="83455" y="303952"/>
                  </a:lnTo>
                  <a:lnTo>
                    <a:pt x="83785" y="305058"/>
                  </a:lnTo>
                  <a:lnTo>
                    <a:pt x="84692" y="306288"/>
                  </a:lnTo>
                  <a:lnTo>
                    <a:pt x="86191" y="308644"/>
                  </a:lnTo>
                  <a:lnTo>
                    <a:pt x="87374" y="310967"/>
                  </a:lnTo>
                  <a:lnTo>
                    <a:pt x="88586" y="313756"/>
                  </a:lnTo>
                  <a:lnTo>
                    <a:pt x="88398" y="314536"/>
                  </a:lnTo>
                  <a:lnTo>
                    <a:pt x="88418" y="314872"/>
                  </a:lnTo>
                  <a:lnTo>
                    <a:pt x="88479" y="315019"/>
                  </a:lnTo>
                  <a:lnTo>
                    <a:pt x="89273" y="316926"/>
                  </a:lnTo>
                  <a:lnTo>
                    <a:pt x="89498" y="317466"/>
                  </a:lnTo>
                  <a:lnTo>
                    <a:pt x="89571" y="317648"/>
                  </a:lnTo>
                  <a:lnTo>
                    <a:pt x="89261" y="319879"/>
                  </a:lnTo>
                  <a:lnTo>
                    <a:pt x="90113" y="320925"/>
                  </a:lnTo>
                  <a:lnTo>
                    <a:pt x="90472" y="321364"/>
                  </a:lnTo>
                  <a:lnTo>
                    <a:pt x="92584" y="324015"/>
                  </a:lnTo>
                  <a:lnTo>
                    <a:pt x="93084" y="326901"/>
                  </a:lnTo>
                  <a:lnTo>
                    <a:pt x="93337" y="327796"/>
                  </a:lnTo>
                  <a:lnTo>
                    <a:pt x="93356" y="328852"/>
                  </a:lnTo>
                  <a:lnTo>
                    <a:pt x="94064" y="329223"/>
                  </a:lnTo>
                  <a:lnTo>
                    <a:pt x="94281" y="329339"/>
                  </a:lnTo>
                  <a:lnTo>
                    <a:pt x="94586" y="329490"/>
                  </a:lnTo>
                  <a:lnTo>
                    <a:pt x="95137" y="329777"/>
                  </a:lnTo>
                  <a:lnTo>
                    <a:pt x="95336" y="329797"/>
                  </a:lnTo>
                  <a:lnTo>
                    <a:pt x="95889" y="329850"/>
                  </a:lnTo>
                  <a:lnTo>
                    <a:pt x="96630" y="329928"/>
                  </a:lnTo>
                  <a:lnTo>
                    <a:pt x="97193" y="330178"/>
                  </a:lnTo>
                  <a:lnTo>
                    <a:pt x="97380" y="330263"/>
                  </a:lnTo>
                  <a:lnTo>
                    <a:pt x="97513" y="330316"/>
                  </a:lnTo>
                  <a:lnTo>
                    <a:pt x="97318" y="330889"/>
                  </a:lnTo>
                  <a:lnTo>
                    <a:pt x="97206" y="331207"/>
                  </a:lnTo>
                  <a:lnTo>
                    <a:pt x="96921" y="332054"/>
                  </a:lnTo>
                  <a:lnTo>
                    <a:pt x="96798" y="332413"/>
                  </a:lnTo>
                  <a:lnTo>
                    <a:pt x="96824" y="332652"/>
                  </a:lnTo>
                  <a:lnTo>
                    <a:pt x="96916" y="333443"/>
                  </a:lnTo>
                  <a:lnTo>
                    <a:pt x="96957" y="333773"/>
                  </a:lnTo>
                  <a:lnTo>
                    <a:pt x="97003" y="334063"/>
                  </a:lnTo>
                  <a:lnTo>
                    <a:pt x="97023" y="334309"/>
                  </a:lnTo>
                  <a:lnTo>
                    <a:pt x="97072" y="334722"/>
                  </a:lnTo>
                  <a:lnTo>
                    <a:pt x="97171" y="335561"/>
                  </a:lnTo>
                  <a:lnTo>
                    <a:pt x="97877" y="336541"/>
                  </a:lnTo>
                  <a:lnTo>
                    <a:pt x="98258" y="337079"/>
                  </a:lnTo>
                  <a:lnTo>
                    <a:pt x="99279" y="338498"/>
                  </a:lnTo>
                  <a:lnTo>
                    <a:pt x="99427" y="338704"/>
                  </a:lnTo>
                  <a:lnTo>
                    <a:pt x="99983" y="339476"/>
                  </a:lnTo>
                  <a:lnTo>
                    <a:pt x="100031" y="339801"/>
                  </a:lnTo>
                  <a:lnTo>
                    <a:pt x="100082" y="340155"/>
                  </a:lnTo>
                  <a:lnTo>
                    <a:pt x="100121" y="340523"/>
                  </a:lnTo>
                  <a:lnTo>
                    <a:pt x="100129" y="340765"/>
                  </a:lnTo>
                  <a:lnTo>
                    <a:pt x="100124" y="340989"/>
                  </a:lnTo>
                  <a:lnTo>
                    <a:pt x="100220" y="341236"/>
                  </a:lnTo>
                  <a:lnTo>
                    <a:pt x="100397" y="341480"/>
                  </a:lnTo>
                  <a:lnTo>
                    <a:pt x="100726" y="341697"/>
                  </a:lnTo>
                  <a:lnTo>
                    <a:pt x="101405" y="342149"/>
                  </a:lnTo>
                  <a:lnTo>
                    <a:pt x="101823" y="342492"/>
                  </a:lnTo>
                  <a:lnTo>
                    <a:pt x="102226" y="342859"/>
                  </a:lnTo>
                  <a:lnTo>
                    <a:pt x="102521" y="343127"/>
                  </a:lnTo>
                  <a:lnTo>
                    <a:pt x="102738" y="343375"/>
                  </a:lnTo>
                  <a:lnTo>
                    <a:pt x="103204" y="343267"/>
                  </a:lnTo>
                  <a:lnTo>
                    <a:pt x="103497" y="343190"/>
                  </a:lnTo>
                  <a:lnTo>
                    <a:pt x="103841" y="343103"/>
                  </a:lnTo>
                  <a:lnTo>
                    <a:pt x="104436" y="342995"/>
                  </a:lnTo>
                  <a:lnTo>
                    <a:pt x="104744" y="342983"/>
                  </a:lnTo>
                  <a:lnTo>
                    <a:pt x="105655" y="342921"/>
                  </a:lnTo>
                  <a:lnTo>
                    <a:pt x="106345" y="342880"/>
                  </a:lnTo>
                  <a:lnTo>
                    <a:pt x="106654" y="343145"/>
                  </a:lnTo>
                  <a:lnTo>
                    <a:pt x="107033" y="343504"/>
                  </a:lnTo>
                  <a:lnTo>
                    <a:pt x="107531" y="343905"/>
                  </a:lnTo>
                  <a:lnTo>
                    <a:pt x="107941" y="344335"/>
                  </a:lnTo>
                  <a:lnTo>
                    <a:pt x="108070" y="344456"/>
                  </a:lnTo>
                  <a:lnTo>
                    <a:pt x="108473" y="344819"/>
                  </a:lnTo>
                  <a:lnTo>
                    <a:pt x="109072" y="345376"/>
                  </a:lnTo>
                  <a:lnTo>
                    <a:pt x="109494" y="345774"/>
                  </a:lnTo>
                  <a:lnTo>
                    <a:pt x="109673" y="345888"/>
                  </a:lnTo>
                  <a:lnTo>
                    <a:pt x="109813" y="346068"/>
                  </a:lnTo>
                  <a:lnTo>
                    <a:pt x="109967" y="346276"/>
                  </a:lnTo>
                  <a:lnTo>
                    <a:pt x="110478" y="346559"/>
                  </a:lnTo>
                  <a:lnTo>
                    <a:pt x="111067" y="347019"/>
                  </a:lnTo>
                  <a:lnTo>
                    <a:pt x="112108" y="347474"/>
                  </a:lnTo>
                  <a:lnTo>
                    <a:pt x="112593" y="347682"/>
                  </a:lnTo>
                  <a:lnTo>
                    <a:pt x="113317" y="347866"/>
                  </a:lnTo>
                  <a:lnTo>
                    <a:pt x="113937" y="347987"/>
                  </a:lnTo>
                  <a:lnTo>
                    <a:pt x="114429" y="348101"/>
                  </a:lnTo>
                  <a:lnTo>
                    <a:pt x="114669" y="348110"/>
                  </a:lnTo>
                  <a:lnTo>
                    <a:pt x="114957" y="348119"/>
                  </a:lnTo>
                  <a:lnTo>
                    <a:pt x="115341" y="348117"/>
                  </a:lnTo>
                  <a:lnTo>
                    <a:pt x="115619" y="348106"/>
                  </a:lnTo>
                  <a:lnTo>
                    <a:pt x="115879" y="348095"/>
                  </a:lnTo>
                  <a:lnTo>
                    <a:pt x="116783" y="348295"/>
                  </a:lnTo>
                  <a:lnTo>
                    <a:pt x="117730" y="348660"/>
                  </a:lnTo>
                  <a:lnTo>
                    <a:pt x="117894" y="348676"/>
                  </a:lnTo>
                  <a:lnTo>
                    <a:pt x="118413" y="348095"/>
                  </a:lnTo>
                  <a:lnTo>
                    <a:pt x="118796" y="347849"/>
                  </a:lnTo>
                  <a:lnTo>
                    <a:pt x="119225" y="347730"/>
                  </a:lnTo>
                  <a:lnTo>
                    <a:pt x="120503" y="347602"/>
                  </a:lnTo>
                  <a:lnTo>
                    <a:pt x="120677" y="347602"/>
                  </a:lnTo>
                  <a:lnTo>
                    <a:pt x="120914" y="347619"/>
                  </a:lnTo>
                  <a:lnTo>
                    <a:pt x="121244" y="347658"/>
                  </a:lnTo>
                  <a:lnTo>
                    <a:pt x="122269" y="347382"/>
                  </a:lnTo>
                  <a:lnTo>
                    <a:pt x="123756" y="346439"/>
                  </a:lnTo>
                  <a:lnTo>
                    <a:pt x="123968" y="346293"/>
                  </a:lnTo>
                  <a:lnTo>
                    <a:pt x="124486" y="345975"/>
                  </a:lnTo>
                  <a:lnTo>
                    <a:pt x="124632" y="345906"/>
                  </a:lnTo>
                  <a:lnTo>
                    <a:pt x="124802" y="345829"/>
                  </a:lnTo>
                  <a:lnTo>
                    <a:pt x="124630" y="345048"/>
                  </a:lnTo>
                  <a:lnTo>
                    <a:pt x="124066" y="344995"/>
                  </a:lnTo>
                  <a:lnTo>
                    <a:pt x="123783" y="344916"/>
                  </a:lnTo>
                  <a:lnTo>
                    <a:pt x="122667" y="344498"/>
                  </a:lnTo>
                  <a:lnTo>
                    <a:pt x="122528" y="344414"/>
                  </a:lnTo>
                  <a:lnTo>
                    <a:pt x="122059" y="344262"/>
                  </a:lnTo>
                  <a:lnTo>
                    <a:pt x="121091" y="344069"/>
                  </a:lnTo>
                  <a:lnTo>
                    <a:pt x="120882" y="344301"/>
                  </a:lnTo>
                  <a:lnTo>
                    <a:pt x="119777" y="344078"/>
                  </a:lnTo>
                  <a:lnTo>
                    <a:pt x="119479" y="344063"/>
                  </a:lnTo>
                  <a:lnTo>
                    <a:pt x="118694" y="344057"/>
                  </a:lnTo>
                  <a:lnTo>
                    <a:pt x="118371" y="344093"/>
                  </a:lnTo>
                  <a:lnTo>
                    <a:pt x="117982" y="343985"/>
                  </a:lnTo>
                  <a:lnTo>
                    <a:pt x="117111" y="342452"/>
                  </a:lnTo>
                  <a:lnTo>
                    <a:pt x="116779" y="341841"/>
                  </a:lnTo>
                  <a:lnTo>
                    <a:pt x="117521" y="341611"/>
                  </a:lnTo>
                  <a:lnTo>
                    <a:pt x="117840" y="341541"/>
                  </a:lnTo>
                  <a:lnTo>
                    <a:pt x="118042" y="341538"/>
                  </a:lnTo>
                  <a:lnTo>
                    <a:pt x="118234" y="341526"/>
                  </a:lnTo>
                  <a:lnTo>
                    <a:pt x="118805" y="341418"/>
                  </a:lnTo>
                  <a:lnTo>
                    <a:pt x="118985" y="341361"/>
                  </a:lnTo>
                  <a:lnTo>
                    <a:pt x="119519" y="341202"/>
                  </a:lnTo>
                  <a:lnTo>
                    <a:pt x="119920" y="340990"/>
                  </a:lnTo>
                  <a:lnTo>
                    <a:pt x="120331" y="340776"/>
                  </a:lnTo>
                  <a:lnTo>
                    <a:pt x="121190" y="340318"/>
                  </a:lnTo>
                  <a:lnTo>
                    <a:pt x="121529" y="340167"/>
                  </a:lnTo>
                  <a:lnTo>
                    <a:pt x="121912" y="339932"/>
                  </a:lnTo>
                  <a:lnTo>
                    <a:pt x="122473" y="339587"/>
                  </a:lnTo>
                  <a:lnTo>
                    <a:pt x="122736" y="339500"/>
                  </a:lnTo>
                  <a:lnTo>
                    <a:pt x="123365" y="339294"/>
                  </a:lnTo>
                  <a:lnTo>
                    <a:pt x="123715" y="339179"/>
                  </a:lnTo>
                  <a:lnTo>
                    <a:pt x="124104" y="338929"/>
                  </a:lnTo>
                  <a:lnTo>
                    <a:pt x="124392" y="338971"/>
                  </a:lnTo>
                  <a:lnTo>
                    <a:pt x="125210" y="339089"/>
                  </a:lnTo>
                  <a:lnTo>
                    <a:pt x="125767" y="339309"/>
                  </a:lnTo>
                  <a:lnTo>
                    <a:pt x="127042" y="339954"/>
                  </a:lnTo>
                  <a:lnTo>
                    <a:pt x="127788" y="340213"/>
                  </a:lnTo>
                  <a:lnTo>
                    <a:pt x="128137" y="340334"/>
                  </a:lnTo>
                  <a:lnTo>
                    <a:pt x="128814" y="340455"/>
                  </a:lnTo>
                  <a:lnTo>
                    <a:pt x="129216" y="340458"/>
                  </a:lnTo>
                  <a:lnTo>
                    <a:pt x="129468" y="340388"/>
                  </a:lnTo>
                  <a:lnTo>
                    <a:pt x="130184" y="340385"/>
                  </a:lnTo>
                  <a:lnTo>
                    <a:pt x="130752" y="340380"/>
                  </a:lnTo>
                  <a:lnTo>
                    <a:pt x="131149" y="340728"/>
                  </a:lnTo>
                  <a:lnTo>
                    <a:pt x="131373" y="340924"/>
                  </a:lnTo>
                  <a:lnTo>
                    <a:pt x="131771" y="341273"/>
                  </a:lnTo>
                  <a:lnTo>
                    <a:pt x="132186" y="341614"/>
                  </a:lnTo>
                  <a:lnTo>
                    <a:pt x="133145" y="342201"/>
                  </a:lnTo>
                  <a:lnTo>
                    <a:pt x="133604" y="342500"/>
                  </a:lnTo>
                  <a:lnTo>
                    <a:pt x="133811" y="342625"/>
                  </a:lnTo>
                  <a:lnTo>
                    <a:pt x="134801" y="343125"/>
                  </a:lnTo>
                  <a:lnTo>
                    <a:pt x="135202" y="343325"/>
                  </a:lnTo>
                  <a:lnTo>
                    <a:pt x="135531" y="343492"/>
                  </a:lnTo>
                  <a:lnTo>
                    <a:pt x="135689" y="343570"/>
                  </a:lnTo>
                  <a:lnTo>
                    <a:pt x="136056" y="343751"/>
                  </a:lnTo>
                  <a:lnTo>
                    <a:pt x="136278" y="343864"/>
                  </a:lnTo>
                  <a:lnTo>
                    <a:pt x="136572" y="344012"/>
                  </a:lnTo>
                  <a:lnTo>
                    <a:pt x="136971" y="344208"/>
                  </a:lnTo>
                  <a:lnTo>
                    <a:pt x="137615" y="344599"/>
                  </a:lnTo>
                  <a:lnTo>
                    <a:pt x="137876" y="346487"/>
                  </a:lnTo>
                  <a:lnTo>
                    <a:pt x="138979" y="347584"/>
                  </a:lnTo>
                  <a:lnTo>
                    <a:pt x="139188" y="347793"/>
                  </a:lnTo>
                  <a:lnTo>
                    <a:pt x="139298" y="348002"/>
                  </a:lnTo>
                  <a:lnTo>
                    <a:pt x="139384" y="348168"/>
                  </a:lnTo>
                  <a:lnTo>
                    <a:pt x="141123" y="349399"/>
                  </a:lnTo>
                  <a:lnTo>
                    <a:pt x="141968" y="350042"/>
                  </a:lnTo>
                  <a:lnTo>
                    <a:pt x="142246" y="350254"/>
                  </a:lnTo>
                  <a:lnTo>
                    <a:pt x="142446" y="350416"/>
                  </a:lnTo>
                  <a:lnTo>
                    <a:pt x="143377" y="351207"/>
                  </a:lnTo>
                  <a:lnTo>
                    <a:pt x="143823" y="351579"/>
                  </a:lnTo>
                  <a:lnTo>
                    <a:pt x="144080" y="351955"/>
                  </a:lnTo>
                  <a:lnTo>
                    <a:pt x="144350" y="352419"/>
                  </a:lnTo>
                  <a:lnTo>
                    <a:pt x="145044" y="353382"/>
                  </a:lnTo>
                  <a:lnTo>
                    <a:pt x="145194" y="353524"/>
                  </a:lnTo>
                  <a:lnTo>
                    <a:pt x="145720" y="353886"/>
                  </a:lnTo>
                  <a:lnTo>
                    <a:pt x="146025" y="354140"/>
                  </a:lnTo>
                  <a:lnTo>
                    <a:pt x="146527" y="354586"/>
                  </a:lnTo>
                  <a:lnTo>
                    <a:pt x="147035" y="355061"/>
                  </a:lnTo>
                  <a:lnTo>
                    <a:pt x="147329" y="355688"/>
                  </a:lnTo>
                  <a:lnTo>
                    <a:pt x="147795" y="356515"/>
                  </a:lnTo>
                  <a:lnTo>
                    <a:pt x="148239" y="357167"/>
                  </a:lnTo>
                  <a:lnTo>
                    <a:pt x="148302" y="357316"/>
                  </a:lnTo>
                  <a:lnTo>
                    <a:pt x="148435" y="357499"/>
                  </a:lnTo>
                  <a:lnTo>
                    <a:pt x="148593" y="357871"/>
                  </a:lnTo>
                  <a:lnTo>
                    <a:pt x="148742" y="358103"/>
                  </a:lnTo>
                  <a:lnTo>
                    <a:pt x="148831" y="358368"/>
                  </a:lnTo>
                  <a:lnTo>
                    <a:pt x="148795" y="358638"/>
                  </a:lnTo>
                  <a:lnTo>
                    <a:pt x="148818" y="359005"/>
                  </a:lnTo>
                  <a:lnTo>
                    <a:pt x="148878" y="359375"/>
                  </a:lnTo>
                  <a:lnTo>
                    <a:pt x="148952" y="359785"/>
                  </a:lnTo>
                  <a:lnTo>
                    <a:pt x="148889" y="360162"/>
                  </a:lnTo>
                  <a:lnTo>
                    <a:pt x="149083" y="360235"/>
                  </a:lnTo>
                  <a:lnTo>
                    <a:pt x="150456" y="360869"/>
                  </a:lnTo>
                  <a:lnTo>
                    <a:pt x="151221" y="361229"/>
                  </a:lnTo>
                  <a:lnTo>
                    <a:pt x="151711" y="361324"/>
                  </a:lnTo>
                  <a:lnTo>
                    <a:pt x="152142" y="361344"/>
                  </a:lnTo>
                  <a:lnTo>
                    <a:pt x="152695" y="361371"/>
                  </a:lnTo>
                  <a:lnTo>
                    <a:pt x="153139" y="361380"/>
                  </a:lnTo>
                  <a:lnTo>
                    <a:pt x="153314" y="361390"/>
                  </a:lnTo>
                  <a:lnTo>
                    <a:pt x="153823" y="361577"/>
                  </a:lnTo>
                  <a:lnTo>
                    <a:pt x="154797" y="361963"/>
                  </a:lnTo>
                  <a:lnTo>
                    <a:pt x="155633" y="362290"/>
                  </a:lnTo>
                  <a:lnTo>
                    <a:pt x="156092" y="362434"/>
                  </a:lnTo>
                  <a:lnTo>
                    <a:pt x="156556" y="362581"/>
                  </a:lnTo>
                  <a:lnTo>
                    <a:pt x="157059" y="362773"/>
                  </a:lnTo>
                  <a:lnTo>
                    <a:pt x="157250" y="362790"/>
                  </a:lnTo>
                  <a:lnTo>
                    <a:pt x="158247" y="362877"/>
                  </a:lnTo>
                  <a:lnTo>
                    <a:pt x="158521" y="362902"/>
                  </a:lnTo>
                  <a:lnTo>
                    <a:pt x="159112" y="362930"/>
                  </a:lnTo>
                  <a:lnTo>
                    <a:pt x="159410" y="362958"/>
                  </a:lnTo>
                  <a:lnTo>
                    <a:pt x="159682" y="363056"/>
                  </a:lnTo>
                  <a:lnTo>
                    <a:pt x="159953" y="363143"/>
                  </a:lnTo>
                  <a:lnTo>
                    <a:pt x="160264" y="363333"/>
                  </a:lnTo>
                  <a:lnTo>
                    <a:pt x="160428" y="363352"/>
                  </a:lnTo>
                  <a:lnTo>
                    <a:pt x="160568" y="363441"/>
                  </a:lnTo>
                  <a:lnTo>
                    <a:pt x="160950" y="363648"/>
                  </a:lnTo>
                  <a:lnTo>
                    <a:pt x="161675" y="364042"/>
                  </a:lnTo>
                  <a:lnTo>
                    <a:pt x="162460" y="364631"/>
                  </a:lnTo>
                  <a:lnTo>
                    <a:pt x="162606" y="364757"/>
                  </a:lnTo>
                  <a:lnTo>
                    <a:pt x="162799" y="364895"/>
                  </a:lnTo>
                  <a:lnTo>
                    <a:pt x="163214" y="365168"/>
                  </a:lnTo>
                  <a:lnTo>
                    <a:pt x="163466" y="365230"/>
                  </a:lnTo>
                  <a:lnTo>
                    <a:pt x="163972" y="365478"/>
                  </a:lnTo>
                  <a:lnTo>
                    <a:pt x="164331" y="365608"/>
                  </a:lnTo>
                  <a:lnTo>
                    <a:pt x="164542" y="365796"/>
                  </a:lnTo>
                  <a:lnTo>
                    <a:pt x="164590" y="366320"/>
                  </a:lnTo>
                  <a:lnTo>
                    <a:pt x="164921" y="366371"/>
                  </a:lnTo>
                  <a:lnTo>
                    <a:pt x="165104" y="366438"/>
                  </a:lnTo>
                  <a:lnTo>
                    <a:pt x="165300" y="366576"/>
                  </a:lnTo>
                  <a:lnTo>
                    <a:pt x="165549" y="366747"/>
                  </a:lnTo>
                  <a:lnTo>
                    <a:pt x="165705" y="366743"/>
                  </a:lnTo>
                  <a:lnTo>
                    <a:pt x="165834" y="366795"/>
                  </a:lnTo>
                  <a:lnTo>
                    <a:pt x="166083" y="366930"/>
                  </a:lnTo>
                  <a:lnTo>
                    <a:pt x="166092" y="367083"/>
                  </a:lnTo>
                  <a:lnTo>
                    <a:pt x="166107" y="367250"/>
                  </a:lnTo>
                  <a:lnTo>
                    <a:pt x="166224" y="367581"/>
                  </a:lnTo>
                  <a:lnTo>
                    <a:pt x="166356" y="367713"/>
                  </a:lnTo>
                  <a:lnTo>
                    <a:pt x="166525" y="367822"/>
                  </a:lnTo>
                  <a:lnTo>
                    <a:pt x="166780" y="367941"/>
                  </a:lnTo>
                  <a:lnTo>
                    <a:pt x="167062" y="368186"/>
                  </a:lnTo>
                  <a:lnTo>
                    <a:pt x="167352" y="368332"/>
                  </a:lnTo>
                  <a:lnTo>
                    <a:pt x="167529" y="368463"/>
                  </a:lnTo>
                  <a:lnTo>
                    <a:pt x="167830" y="368535"/>
                  </a:lnTo>
                  <a:lnTo>
                    <a:pt x="167965" y="368571"/>
                  </a:lnTo>
                  <a:lnTo>
                    <a:pt x="168168" y="368621"/>
                  </a:lnTo>
                  <a:lnTo>
                    <a:pt x="168476" y="368863"/>
                  </a:lnTo>
                  <a:lnTo>
                    <a:pt x="168755" y="369069"/>
                  </a:lnTo>
                  <a:lnTo>
                    <a:pt x="168900" y="369179"/>
                  </a:lnTo>
                  <a:lnTo>
                    <a:pt x="169087" y="369328"/>
                  </a:lnTo>
                  <a:lnTo>
                    <a:pt x="169482" y="369618"/>
                  </a:lnTo>
                  <a:lnTo>
                    <a:pt x="169711" y="369798"/>
                  </a:lnTo>
                  <a:lnTo>
                    <a:pt x="169960" y="370001"/>
                  </a:lnTo>
                  <a:lnTo>
                    <a:pt x="170139" y="370155"/>
                  </a:lnTo>
                  <a:lnTo>
                    <a:pt x="170556" y="370460"/>
                  </a:lnTo>
                  <a:lnTo>
                    <a:pt x="170735" y="370590"/>
                  </a:lnTo>
                  <a:lnTo>
                    <a:pt x="171201" y="370927"/>
                  </a:lnTo>
                  <a:lnTo>
                    <a:pt x="171531" y="371163"/>
                  </a:lnTo>
                  <a:lnTo>
                    <a:pt x="171758" y="371358"/>
                  </a:lnTo>
                  <a:lnTo>
                    <a:pt x="172126" y="371625"/>
                  </a:lnTo>
                  <a:lnTo>
                    <a:pt x="172309" y="371770"/>
                  </a:lnTo>
                  <a:lnTo>
                    <a:pt x="172559" y="371438"/>
                  </a:lnTo>
                  <a:lnTo>
                    <a:pt x="172827" y="371106"/>
                  </a:lnTo>
                  <a:lnTo>
                    <a:pt x="173040" y="370833"/>
                  </a:lnTo>
                  <a:lnTo>
                    <a:pt x="173331" y="370489"/>
                  </a:lnTo>
                  <a:lnTo>
                    <a:pt x="173469" y="370312"/>
                  </a:lnTo>
                  <a:lnTo>
                    <a:pt x="173648" y="370109"/>
                  </a:lnTo>
                  <a:lnTo>
                    <a:pt x="173793" y="369952"/>
                  </a:lnTo>
                  <a:lnTo>
                    <a:pt x="173966" y="369719"/>
                  </a:lnTo>
                  <a:lnTo>
                    <a:pt x="174109" y="369540"/>
                  </a:lnTo>
                  <a:lnTo>
                    <a:pt x="174377" y="369195"/>
                  </a:lnTo>
                  <a:lnTo>
                    <a:pt x="174614" y="368914"/>
                  </a:lnTo>
                  <a:lnTo>
                    <a:pt x="174862" y="368600"/>
                  </a:lnTo>
                  <a:lnTo>
                    <a:pt x="175505" y="367810"/>
                  </a:lnTo>
                  <a:lnTo>
                    <a:pt x="175643" y="367615"/>
                  </a:lnTo>
                  <a:lnTo>
                    <a:pt x="175752" y="367476"/>
                  </a:lnTo>
                  <a:lnTo>
                    <a:pt x="176040" y="367117"/>
                  </a:lnTo>
                  <a:lnTo>
                    <a:pt x="176435" y="366619"/>
                  </a:lnTo>
                  <a:lnTo>
                    <a:pt x="176617" y="366395"/>
                  </a:lnTo>
                  <a:lnTo>
                    <a:pt x="176782" y="366191"/>
                  </a:lnTo>
                  <a:lnTo>
                    <a:pt x="177161" y="365999"/>
                  </a:lnTo>
                  <a:lnTo>
                    <a:pt x="177310" y="365926"/>
                  </a:lnTo>
                  <a:lnTo>
                    <a:pt x="177894" y="365627"/>
                  </a:lnTo>
                  <a:lnTo>
                    <a:pt x="178131" y="365511"/>
                  </a:lnTo>
                  <a:lnTo>
                    <a:pt x="178279" y="365427"/>
                  </a:lnTo>
                  <a:lnTo>
                    <a:pt x="178520" y="365293"/>
                  </a:lnTo>
                  <a:lnTo>
                    <a:pt x="178873" y="365095"/>
                  </a:lnTo>
                  <a:lnTo>
                    <a:pt x="179208" y="364912"/>
                  </a:lnTo>
                  <a:lnTo>
                    <a:pt x="179495" y="364773"/>
                  </a:lnTo>
                  <a:lnTo>
                    <a:pt x="180153" y="364431"/>
                  </a:lnTo>
                  <a:lnTo>
                    <a:pt x="180515" y="364259"/>
                  </a:lnTo>
                  <a:lnTo>
                    <a:pt x="180896" y="364039"/>
                  </a:lnTo>
                  <a:lnTo>
                    <a:pt x="181051" y="363954"/>
                  </a:lnTo>
                  <a:lnTo>
                    <a:pt x="181380" y="363785"/>
                  </a:lnTo>
                  <a:lnTo>
                    <a:pt x="181569" y="363687"/>
                  </a:lnTo>
                  <a:lnTo>
                    <a:pt x="181733" y="363621"/>
                  </a:lnTo>
                  <a:lnTo>
                    <a:pt x="182345" y="363367"/>
                  </a:lnTo>
                  <a:lnTo>
                    <a:pt x="182975" y="363109"/>
                  </a:lnTo>
                  <a:lnTo>
                    <a:pt x="183173" y="362996"/>
                  </a:lnTo>
                  <a:lnTo>
                    <a:pt x="183446" y="362866"/>
                  </a:lnTo>
                  <a:lnTo>
                    <a:pt x="184069" y="362635"/>
                  </a:lnTo>
                  <a:lnTo>
                    <a:pt x="184314" y="362536"/>
                  </a:lnTo>
                  <a:lnTo>
                    <a:pt x="184785" y="362344"/>
                  </a:lnTo>
                  <a:lnTo>
                    <a:pt x="185222" y="362139"/>
                  </a:lnTo>
                  <a:lnTo>
                    <a:pt x="185493" y="362025"/>
                  </a:lnTo>
                  <a:lnTo>
                    <a:pt x="185850" y="361871"/>
                  </a:lnTo>
                  <a:lnTo>
                    <a:pt x="186152" y="361744"/>
                  </a:lnTo>
                  <a:lnTo>
                    <a:pt x="186470" y="361579"/>
                  </a:lnTo>
                  <a:lnTo>
                    <a:pt x="186658" y="361454"/>
                  </a:lnTo>
                  <a:lnTo>
                    <a:pt x="186837" y="361330"/>
                  </a:lnTo>
                  <a:lnTo>
                    <a:pt x="187177" y="361111"/>
                  </a:lnTo>
                  <a:lnTo>
                    <a:pt x="187746" y="360759"/>
                  </a:lnTo>
                  <a:lnTo>
                    <a:pt x="188015" y="360634"/>
                  </a:lnTo>
                  <a:lnTo>
                    <a:pt x="188072" y="360834"/>
                  </a:lnTo>
                  <a:lnTo>
                    <a:pt x="188306" y="361601"/>
                  </a:lnTo>
                  <a:lnTo>
                    <a:pt x="188352" y="361818"/>
                  </a:lnTo>
                  <a:lnTo>
                    <a:pt x="188522" y="362253"/>
                  </a:lnTo>
                  <a:lnTo>
                    <a:pt x="188929" y="362731"/>
                  </a:lnTo>
                  <a:lnTo>
                    <a:pt x="189043" y="362908"/>
                  </a:lnTo>
                  <a:lnTo>
                    <a:pt x="189359" y="363364"/>
                  </a:lnTo>
                  <a:lnTo>
                    <a:pt x="189628" y="363639"/>
                  </a:lnTo>
                  <a:lnTo>
                    <a:pt x="189952" y="363996"/>
                  </a:lnTo>
                  <a:lnTo>
                    <a:pt x="190128" y="364162"/>
                  </a:lnTo>
                  <a:lnTo>
                    <a:pt x="190304" y="364352"/>
                  </a:lnTo>
                  <a:lnTo>
                    <a:pt x="190458" y="364513"/>
                  </a:lnTo>
                  <a:lnTo>
                    <a:pt x="190594" y="364661"/>
                  </a:lnTo>
                  <a:lnTo>
                    <a:pt x="191272" y="365177"/>
                  </a:lnTo>
                  <a:lnTo>
                    <a:pt x="191522" y="365353"/>
                  </a:lnTo>
                  <a:lnTo>
                    <a:pt x="191725" y="365466"/>
                  </a:lnTo>
                  <a:lnTo>
                    <a:pt x="191983" y="365723"/>
                  </a:lnTo>
                  <a:lnTo>
                    <a:pt x="192183" y="365801"/>
                  </a:lnTo>
                  <a:lnTo>
                    <a:pt x="192313" y="365856"/>
                  </a:lnTo>
                  <a:lnTo>
                    <a:pt x="192509" y="365942"/>
                  </a:lnTo>
                  <a:lnTo>
                    <a:pt x="192630" y="366112"/>
                  </a:lnTo>
                  <a:lnTo>
                    <a:pt x="192806" y="366541"/>
                  </a:lnTo>
                  <a:lnTo>
                    <a:pt x="192952" y="366823"/>
                  </a:lnTo>
                  <a:lnTo>
                    <a:pt x="193040" y="366969"/>
                  </a:lnTo>
                  <a:lnTo>
                    <a:pt x="193347" y="367472"/>
                  </a:lnTo>
                  <a:lnTo>
                    <a:pt x="193596" y="367981"/>
                  </a:lnTo>
                  <a:lnTo>
                    <a:pt x="193678" y="368179"/>
                  </a:lnTo>
                  <a:lnTo>
                    <a:pt x="193825" y="368506"/>
                  </a:lnTo>
                  <a:lnTo>
                    <a:pt x="193880" y="368641"/>
                  </a:lnTo>
                  <a:lnTo>
                    <a:pt x="193979" y="368869"/>
                  </a:lnTo>
                  <a:lnTo>
                    <a:pt x="194194" y="369453"/>
                  </a:lnTo>
                  <a:lnTo>
                    <a:pt x="194441" y="370049"/>
                  </a:lnTo>
                  <a:lnTo>
                    <a:pt x="194565" y="370336"/>
                  </a:lnTo>
                  <a:lnTo>
                    <a:pt x="194877" y="371123"/>
                  </a:lnTo>
                  <a:lnTo>
                    <a:pt x="195061" y="371607"/>
                  </a:lnTo>
                  <a:lnTo>
                    <a:pt x="195185" y="371934"/>
                  </a:lnTo>
                  <a:lnTo>
                    <a:pt x="196129" y="372786"/>
                  </a:lnTo>
                  <a:lnTo>
                    <a:pt x="196154" y="372963"/>
                  </a:lnTo>
                  <a:lnTo>
                    <a:pt x="196608" y="375009"/>
                  </a:lnTo>
                  <a:lnTo>
                    <a:pt x="196845" y="375252"/>
                  </a:lnTo>
                  <a:lnTo>
                    <a:pt x="197049" y="375516"/>
                  </a:lnTo>
                  <a:lnTo>
                    <a:pt x="197310" y="375859"/>
                  </a:lnTo>
                  <a:lnTo>
                    <a:pt x="197497" y="376171"/>
                  </a:lnTo>
                  <a:lnTo>
                    <a:pt x="197654" y="376438"/>
                  </a:lnTo>
                  <a:lnTo>
                    <a:pt x="197748" y="376643"/>
                  </a:lnTo>
                  <a:lnTo>
                    <a:pt x="197828" y="377058"/>
                  </a:lnTo>
                  <a:lnTo>
                    <a:pt x="197778" y="377305"/>
                  </a:lnTo>
                  <a:lnTo>
                    <a:pt x="197796" y="377525"/>
                  </a:lnTo>
                  <a:lnTo>
                    <a:pt x="198168" y="378352"/>
                  </a:lnTo>
                  <a:lnTo>
                    <a:pt x="198143" y="378484"/>
                  </a:lnTo>
                  <a:lnTo>
                    <a:pt x="198117" y="378623"/>
                  </a:lnTo>
                  <a:lnTo>
                    <a:pt x="197908" y="378938"/>
                  </a:lnTo>
                  <a:lnTo>
                    <a:pt x="197719" y="379212"/>
                  </a:lnTo>
                  <a:lnTo>
                    <a:pt x="198257" y="379660"/>
                  </a:lnTo>
                  <a:lnTo>
                    <a:pt x="198590" y="379890"/>
                  </a:lnTo>
                  <a:lnTo>
                    <a:pt x="198953" y="380134"/>
                  </a:lnTo>
                  <a:lnTo>
                    <a:pt x="199275" y="380361"/>
                  </a:lnTo>
                  <a:lnTo>
                    <a:pt x="199735" y="380712"/>
                  </a:lnTo>
                  <a:lnTo>
                    <a:pt x="200110" y="380976"/>
                  </a:lnTo>
                  <a:lnTo>
                    <a:pt x="200398" y="381167"/>
                  </a:lnTo>
                  <a:lnTo>
                    <a:pt x="200545" y="381253"/>
                  </a:lnTo>
                  <a:lnTo>
                    <a:pt x="200752" y="381360"/>
                  </a:lnTo>
                  <a:lnTo>
                    <a:pt x="200974" y="381504"/>
                  </a:lnTo>
                  <a:lnTo>
                    <a:pt x="201101" y="381583"/>
                  </a:lnTo>
                  <a:lnTo>
                    <a:pt x="201335" y="381731"/>
                  </a:lnTo>
                  <a:lnTo>
                    <a:pt x="201493" y="381829"/>
                  </a:lnTo>
                  <a:lnTo>
                    <a:pt x="201826" y="382058"/>
                  </a:lnTo>
                  <a:lnTo>
                    <a:pt x="202016" y="382187"/>
                  </a:lnTo>
                  <a:lnTo>
                    <a:pt x="202394" y="382446"/>
                  </a:lnTo>
                  <a:lnTo>
                    <a:pt x="202673" y="382644"/>
                  </a:lnTo>
                  <a:lnTo>
                    <a:pt x="202945" y="382910"/>
                  </a:lnTo>
                  <a:lnTo>
                    <a:pt x="203608" y="383330"/>
                  </a:lnTo>
                  <a:lnTo>
                    <a:pt x="203803" y="383455"/>
                  </a:lnTo>
                  <a:lnTo>
                    <a:pt x="203991" y="383577"/>
                  </a:lnTo>
                  <a:lnTo>
                    <a:pt x="204285" y="383762"/>
                  </a:lnTo>
                  <a:lnTo>
                    <a:pt x="204651" y="383992"/>
                  </a:lnTo>
                  <a:lnTo>
                    <a:pt x="204929" y="384156"/>
                  </a:lnTo>
                  <a:lnTo>
                    <a:pt x="205430" y="384457"/>
                  </a:lnTo>
                  <a:lnTo>
                    <a:pt x="205560" y="384537"/>
                  </a:lnTo>
                  <a:lnTo>
                    <a:pt x="205957" y="384779"/>
                  </a:lnTo>
                  <a:lnTo>
                    <a:pt x="206417" y="385063"/>
                  </a:lnTo>
                  <a:lnTo>
                    <a:pt x="207216" y="385448"/>
                  </a:lnTo>
                  <a:lnTo>
                    <a:pt x="207337" y="385581"/>
                  </a:lnTo>
                  <a:lnTo>
                    <a:pt x="207458" y="385720"/>
                  </a:lnTo>
                  <a:lnTo>
                    <a:pt x="207461" y="385850"/>
                  </a:lnTo>
                  <a:lnTo>
                    <a:pt x="207475" y="386295"/>
                  </a:lnTo>
                  <a:lnTo>
                    <a:pt x="207485" y="386627"/>
                  </a:lnTo>
                  <a:lnTo>
                    <a:pt x="207509" y="386793"/>
                  </a:lnTo>
                  <a:lnTo>
                    <a:pt x="207591" y="387090"/>
                  </a:lnTo>
                  <a:lnTo>
                    <a:pt x="207728" y="387365"/>
                  </a:lnTo>
                  <a:lnTo>
                    <a:pt x="207834" y="387734"/>
                  </a:lnTo>
                  <a:lnTo>
                    <a:pt x="207952" y="387977"/>
                  </a:lnTo>
                  <a:lnTo>
                    <a:pt x="208141" y="388359"/>
                  </a:lnTo>
                  <a:lnTo>
                    <a:pt x="208303" y="388737"/>
                  </a:lnTo>
                  <a:lnTo>
                    <a:pt x="208598" y="389189"/>
                  </a:lnTo>
                  <a:lnTo>
                    <a:pt x="208824" y="389538"/>
                  </a:lnTo>
                  <a:lnTo>
                    <a:pt x="208908" y="389666"/>
                  </a:lnTo>
                  <a:lnTo>
                    <a:pt x="209012" y="389824"/>
                  </a:lnTo>
                  <a:lnTo>
                    <a:pt x="209208" y="390116"/>
                  </a:lnTo>
                  <a:lnTo>
                    <a:pt x="209294" y="390257"/>
                  </a:lnTo>
                  <a:lnTo>
                    <a:pt x="209594" y="390701"/>
                  </a:lnTo>
                  <a:lnTo>
                    <a:pt x="209926" y="391200"/>
                  </a:lnTo>
                  <a:lnTo>
                    <a:pt x="210345" y="391125"/>
                  </a:lnTo>
                  <a:lnTo>
                    <a:pt x="211203" y="390683"/>
                  </a:lnTo>
                  <a:lnTo>
                    <a:pt x="211626" y="390572"/>
                  </a:lnTo>
                  <a:lnTo>
                    <a:pt x="212542" y="390371"/>
                  </a:lnTo>
                  <a:lnTo>
                    <a:pt x="212823" y="390309"/>
                  </a:lnTo>
                  <a:lnTo>
                    <a:pt x="212997" y="390231"/>
                  </a:lnTo>
                  <a:lnTo>
                    <a:pt x="213041" y="390059"/>
                  </a:lnTo>
                  <a:lnTo>
                    <a:pt x="213202" y="389960"/>
                  </a:lnTo>
                  <a:lnTo>
                    <a:pt x="213423" y="389754"/>
                  </a:lnTo>
                  <a:lnTo>
                    <a:pt x="213774" y="389535"/>
                  </a:lnTo>
                  <a:lnTo>
                    <a:pt x="214436" y="389228"/>
                  </a:lnTo>
                  <a:lnTo>
                    <a:pt x="214670" y="389136"/>
                  </a:lnTo>
                  <a:lnTo>
                    <a:pt x="215114" y="389030"/>
                  </a:lnTo>
                  <a:lnTo>
                    <a:pt x="215991" y="388557"/>
                  </a:lnTo>
                  <a:lnTo>
                    <a:pt x="216504" y="388348"/>
                  </a:lnTo>
                  <a:lnTo>
                    <a:pt x="216645" y="387826"/>
                  </a:lnTo>
                  <a:lnTo>
                    <a:pt x="216712" y="387511"/>
                  </a:lnTo>
                  <a:lnTo>
                    <a:pt x="216820" y="387079"/>
                  </a:lnTo>
                  <a:lnTo>
                    <a:pt x="216903" y="386732"/>
                  </a:lnTo>
                  <a:lnTo>
                    <a:pt x="217123" y="386261"/>
                  </a:lnTo>
                  <a:lnTo>
                    <a:pt x="217168" y="385868"/>
                  </a:lnTo>
                  <a:lnTo>
                    <a:pt x="217185" y="385734"/>
                  </a:lnTo>
                  <a:lnTo>
                    <a:pt x="217175" y="385506"/>
                  </a:lnTo>
                  <a:lnTo>
                    <a:pt x="217271" y="385316"/>
                  </a:lnTo>
                  <a:lnTo>
                    <a:pt x="217324" y="385071"/>
                  </a:lnTo>
                  <a:lnTo>
                    <a:pt x="217359" y="384730"/>
                  </a:lnTo>
                  <a:lnTo>
                    <a:pt x="217346" y="384340"/>
                  </a:lnTo>
                  <a:lnTo>
                    <a:pt x="217342" y="384171"/>
                  </a:lnTo>
                  <a:lnTo>
                    <a:pt x="217339" y="383966"/>
                  </a:lnTo>
                  <a:lnTo>
                    <a:pt x="217330" y="383631"/>
                  </a:lnTo>
                  <a:lnTo>
                    <a:pt x="217325" y="383100"/>
                  </a:lnTo>
                  <a:lnTo>
                    <a:pt x="217474" y="382957"/>
                  </a:lnTo>
                  <a:lnTo>
                    <a:pt x="217624" y="382817"/>
                  </a:lnTo>
                  <a:lnTo>
                    <a:pt x="217939" y="382523"/>
                  </a:lnTo>
                  <a:lnTo>
                    <a:pt x="217094" y="381632"/>
                  </a:lnTo>
                  <a:lnTo>
                    <a:pt x="216359" y="381489"/>
                  </a:lnTo>
                  <a:lnTo>
                    <a:pt x="216842" y="380707"/>
                  </a:lnTo>
                  <a:lnTo>
                    <a:pt x="217041" y="380383"/>
                  </a:lnTo>
                  <a:lnTo>
                    <a:pt x="217408" y="379723"/>
                  </a:lnTo>
                  <a:lnTo>
                    <a:pt x="217627" y="379467"/>
                  </a:lnTo>
                  <a:lnTo>
                    <a:pt x="217836" y="379146"/>
                  </a:lnTo>
                  <a:lnTo>
                    <a:pt x="218189" y="378654"/>
                  </a:lnTo>
                  <a:lnTo>
                    <a:pt x="218304" y="378435"/>
                  </a:lnTo>
                  <a:lnTo>
                    <a:pt x="218626" y="378004"/>
                  </a:lnTo>
                  <a:lnTo>
                    <a:pt x="218906" y="377670"/>
                  </a:lnTo>
                  <a:lnTo>
                    <a:pt x="219130" y="377303"/>
                  </a:lnTo>
                  <a:lnTo>
                    <a:pt x="219176" y="377164"/>
                  </a:lnTo>
                  <a:lnTo>
                    <a:pt x="219267" y="376976"/>
                  </a:lnTo>
                  <a:lnTo>
                    <a:pt x="219540" y="376694"/>
                  </a:lnTo>
                  <a:lnTo>
                    <a:pt x="219717" y="376513"/>
                  </a:lnTo>
                  <a:lnTo>
                    <a:pt x="220007" y="376210"/>
                  </a:lnTo>
                  <a:lnTo>
                    <a:pt x="220225" y="375987"/>
                  </a:lnTo>
                  <a:lnTo>
                    <a:pt x="220416" y="375794"/>
                  </a:lnTo>
                  <a:lnTo>
                    <a:pt x="220764" y="375540"/>
                  </a:lnTo>
                  <a:lnTo>
                    <a:pt x="220953" y="375342"/>
                  </a:lnTo>
                  <a:lnTo>
                    <a:pt x="221227" y="375034"/>
                  </a:lnTo>
                  <a:lnTo>
                    <a:pt x="221342" y="374854"/>
                  </a:lnTo>
                  <a:lnTo>
                    <a:pt x="221432" y="374712"/>
                  </a:lnTo>
                  <a:lnTo>
                    <a:pt x="221651" y="374163"/>
                  </a:lnTo>
                  <a:lnTo>
                    <a:pt x="221754" y="373764"/>
                  </a:lnTo>
                  <a:lnTo>
                    <a:pt x="222322" y="371912"/>
                  </a:lnTo>
                  <a:lnTo>
                    <a:pt x="222642" y="371366"/>
                  </a:lnTo>
                  <a:lnTo>
                    <a:pt x="222764" y="371158"/>
                  </a:lnTo>
                  <a:lnTo>
                    <a:pt x="223711" y="370325"/>
                  </a:lnTo>
                  <a:lnTo>
                    <a:pt x="223945" y="370213"/>
                  </a:lnTo>
                  <a:lnTo>
                    <a:pt x="224350" y="369971"/>
                  </a:lnTo>
                  <a:lnTo>
                    <a:pt x="224600" y="369732"/>
                  </a:lnTo>
                  <a:lnTo>
                    <a:pt x="224796" y="369451"/>
                  </a:lnTo>
                  <a:lnTo>
                    <a:pt x="224617" y="369182"/>
                  </a:lnTo>
                  <a:lnTo>
                    <a:pt x="224491" y="368993"/>
                  </a:lnTo>
                  <a:lnTo>
                    <a:pt x="222361" y="367724"/>
                  </a:lnTo>
                  <a:lnTo>
                    <a:pt x="219925" y="364939"/>
                  </a:lnTo>
                  <a:lnTo>
                    <a:pt x="219134" y="364248"/>
                  </a:lnTo>
                  <a:lnTo>
                    <a:pt x="218948" y="364086"/>
                  </a:lnTo>
                  <a:lnTo>
                    <a:pt x="218055" y="363613"/>
                  </a:lnTo>
                  <a:lnTo>
                    <a:pt x="217033" y="362965"/>
                  </a:lnTo>
                  <a:lnTo>
                    <a:pt x="215358" y="361506"/>
                  </a:lnTo>
                  <a:lnTo>
                    <a:pt x="214448" y="359892"/>
                  </a:lnTo>
                  <a:lnTo>
                    <a:pt x="215699" y="358367"/>
                  </a:lnTo>
                  <a:lnTo>
                    <a:pt x="224565" y="353472"/>
                  </a:lnTo>
                  <a:lnTo>
                    <a:pt x="225051" y="353148"/>
                  </a:lnTo>
                  <a:lnTo>
                    <a:pt x="225478" y="352482"/>
                  </a:lnTo>
                  <a:lnTo>
                    <a:pt x="225678" y="352194"/>
                  </a:lnTo>
                  <a:lnTo>
                    <a:pt x="225841" y="351957"/>
                  </a:lnTo>
                  <a:lnTo>
                    <a:pt x="226092" y="351674"/>
                  </a:lnTo>
                  <a:lnTo>
                    <a:pt x="226266" y="351456"/>
                  </a:lnTo>
                  <a:lnTo>
                    <a:pt x="226746" y="350871"/>
                  </a:lnTo>
                  <a:lnTo>
                    <a:pt x="226809" y="350547"/>
                  </a:lnTo>
                  <a:lnTo>
                    <a:pt x="226876" y="350203"/>
                  </a:lnTo>
                  <a:lnTo>
                    <a:pt x="226916" y="350010"/>
                  </a:lnTo>
                  <a:lnTo>
                    <a:pt x="227003" y="349555"/>
                  </a:lnTo>
                  <a:lnTo>
                    <a:pt x="227040" y="349354"/>
                  </a:lnTo>
                  <a:lnTo>
                    <a:pt x="227092" y="349092"/>
                  </a:lnTo>
                  <a:lnTo>
                    <a:pt x="227128" y="348897"/>
                  </a:lnTo>
                  <a:lnTo>
                    <a:pt x="227183" y="348622"/>
                  </a:lnTo>
                  <a:lnTo>
                    <a:pt x="227274" y="348160"/>
                  </a:lnTo>
                  <a:lnTo>
                    <a:pt x="228169" y="348322"/>
                  </a:lnTo>
                  <a:lnTo>
                    <a:pt x="228624" y="348403"/>
                  </a:lnTo>
                  <a:lnTo>
                    <a:pt x="228988" y="348468"/>
                  </a:lnTo>
                  <a:lnTo>
                    <a:pt x="229401" y="348541"/>
                  </a:lnTo>
                  <a:lnTo>
                    <a:pt x="229604" y="348580"/>
                  </a:lnTo>
                  <a:lnTo>
                    <a:pt x="229882" y="348629"/>
                  </a:lnTo>
                  <a:lnTo>
                    <a:pt x="230274" y="348692"/>
                  </a:lnTo>
                  <a:lnTo>
                    <a:pt x="230510" y="348735"/>
                  </a:lnTo>
                  <a:lnTo>
                    <a:pt x="230652" y="348752"/>
                  </a:lnTo>
                  <a:lnTo>
                    <a:pt x="230862" y="348784"/>
                  </a:lnTo>
                  <a:lnTo>
                    <a:pt x="231001" y="348816"/>
                  </a:lnTo>
                  <a:lnTo>
                    <a:pt x="231243" y="348847"/>
                  </a:lnTo>
                  <a:lnTo>
                    <a:pt x="231423" y="348872"/>
                  </a:lnTo>
                  <a:lnTo>
                    <a:pt x="231661" y="348918"/>
                  </a:lnTo>
                  <a:lnTo>
                    <a:pt x="231803" y="348955"/>
                  </a:lnTo>
                  <a:lnTo>
                    <a:pt x="231985" y="349004"/>
                  </a:lnTo>
                  <a:lnTo>
                    <a:pt x="232129" y="349045"/>
                  </a:lnTo>
                  <a:lnTo>
                    <a:pt x="232338" y="349108"/>
                  </a:lnTo>
                  <a:lnTo>
                    <a:pt x="232531" y="349161"/>
                  </a:lnTo>
                  <a:lnTo>
                    <a:pt x="232778" y="349182"/>
                  </a:lnTo>
                  <a:lnTo>
                    <a:pt x="232958" y="349199"/>
                  </a:lnTo>
                  <a:lnTo>
                    <a:pt x="233107" y="349216"/>
                  </a:lnTo>
                  <a:lnTo>
                    <a:pt x="233370" y="349235"/>
                  </a:lnTo>
                  <a:lnTo>
                    <a:pt x="233519" y="349253"/>
                  </a:lnTo>
                  <a:lnTo>
                    <a:pt x="233680" y="349268"/>
                  </a:lnTo>
                  <a:lnTo>
                    <a:pt x="233823" y="349289"/>
                  </a:lnTo>
                  <a:lnTo>
                    <a:pt x="234021" y="349320"/>
                  </a:lnTo>
                  <a:lnTo>
                    <a:pt x="234187" y="349344"/>
                  </a:lnTo>
                  <a:lnTo>
                    <a:pt x="234401" y="349377"/>
                  </a:lnTo>
                  <a:lnTo>
                    <a:pt x="234996" y="349473"/>
                  </a:lnTo>
                  <a:lnTo>
                    <a:pt x="235158" y="349500"/>
                  </a:lnTo>
                  <a:lnTo>
                    <a:pt x="235308" y="349525"/>
                  </a:lnTo>
                  <a:lnTo>
                    <a:pt x="235441" y="349547"/>
                  </a:lnTo>
                  <a:lnTo>
                    <a:pt x="235740" y="349585"/>
                  </a:lnTo>
                  <a:lnTo>
                    <a:pt x="235920" y="349607"/>
                  </a:lnTo>
                  <a:lnTo>
                    <a:pt x="236056" y="349625"/>
                  </a:lnTo>
                  <a:lnTo>
                    <a:pt x="236212" y="349640"/>
                  </a:lnTo>
                  <a:lnTo>
                    <a:pt x="236434" y="349662"/>
                  </a:lnTo>
                  <a:lnTo>
                    <a:pt x="236991" y="349741"/>
                  </a:lnTo>
                  <a:lnTo>
                    <a:pt x="237553" y="349758"/>
                  </a:lnTo>
                  <a:lnTo>
                    <a:pt x="237681" y="349762"/>
                  </a:lnTo>
                  <a:lnTo>
                    <a:pt x="237831" y="349766"/>
                  </a:lnTo>
                  <a:lnTo>
                    <a:pt x="237979" y="349764"/>
                  </a:lnTo>
                  <a:lnTo>
                    <a:pt x="238121" y="349764"/>
                  </a:lnTo>
                  <a:lnTo>
                    <a:pt x="238486" y="349786"/>
                  </a:lnTo>
                  <a:lnTo>
                    <a:pt x="238722" y="349799"/>
                  </a:lnTo>
                  <a:lnTo>
                    <a:pt x="239134" y="349823"/>
                  </a:lnTo>
                  <a:lnTo>
                    <a:pt x="239276" y="349838"/>
                  </a:lnTo>
                  <a:lnTo>
                    <a:pt x="239426" y="349848"/>
                  </a:lnTo>
                  <a:lnTo>
                    <a:pt x="239664" y="349866"/>
                  </a:lnTo>
                  <a:lnTo>
                    <a:pt x="240134" y="349894"/>
                  </a:lnTo>
                  <a:lnTo>
                    <a:pt x="240334" y="349904"/>
                  </a:lnTo>
                  <a:lnTo>
                    <a:pt x="240681" y="349916"/>
                  </a:lnTo>
                  <a:lnTo>
                    <a:pt x="240809" y="349925"/>
                  </a:lnTo>
                  <a:lnTo>
                    <a:pt x="240978" y="349953"/>
                  </a:lnTo>
                  <a:lnTo>
                    <a:pt x="241117" y="349979"/>
                  </a:lnTo>
                  <a:lnTo>
                    <a:pt x="241302" y="349997"/>
                  </a:lnTo>
                  <a:lnTo>
                    <a:pt x="241544" y="350022"/>
                  </a:lnTo>
                  <a:lnTo>
                    <a:pt x="241706" y="350038"/>
                  </a:lnTo>
                  <a:lnTo>
                    <a:pt x="241908" y="350062"/>
                  </a:lnTo>
                  <a:lnTo>
                    <a:pt x="242115" y="350082"/>
                  </a:lnTo>
                  <a:lnTo>
                    <a:pt x="242267" y="350097"/>
                  </a:lnTo>
                  <a:lnTo>
                    <a:pt x="242443" y="350115"/>
                  </a:lnTo>
                  <a:lnTo>
                    <a:pt x="242610" y="350133"/>
                  </a:lnTo>
                  <a:lnTo>
                    <a:pt x="242809" y="350091"/>
                  </a:lnTo>
                  <a:lnTo>
                    <a:pt x="243005" y="350052"/>
                  </a:lnTo>
                  <a:lnTo>
                    <a:pt x="243211" y="350008"/>
                  </a:lnTo>
                  <a:lnTo>
                    <a:pt x="243384" y="349969"/>
                  </a:lnTo>
                  <a:lnTo>
                    <a:pt x="244202" y="349822"/>
                  </a:lnTo>
                  <a:lnTo>
                    <a:pt x="244466" y="349702"/>
                  </a:lnTo>
                  <a:lnTo>
                    <a:pt x="244707" y="349668"/>
                  </a:lnTo>
                  <a:lnTo>
                    <a:pt x="244920" y="349635"/>
                  </a:lnTo>
                  <a:lnTo>
                    <a:pt x="245235" y="349585"/>
                  </a:lnTo>
                  <a:lnTo>
                    <a:pt x="245366" y="349605"/>
                  </a:lnTo>
                  <a:lnTo>
                    <a:pt x="245498" y="349619"/>
                  </a:lnTo>
                  <a:lnTo>
                    <a:pt x="245766" y="349617"/>
                  </a:lnTo>
                  <a:lnTo>
                    <a:pt x="245943" y="349647"/>
                  </a:lnTo>
                  <a:lnTo>
                    <a:pt x="246123" y="349645"/>
                  </a:lnTo>
                  <a:lnTo>
                    <a:pt x="246293" y="349644"/>
                  </a:lnTo>
                  <a:lnTo>
                    <a:pt x="246541" y="349637"/>
                  </a:lnTo>
                  <a:lnTo>
                    <a:pt x="246713" y="349610"/>
                  </a:lnTo>
                  <a:lnTo>
                    <a:pt x="246908" y="349583"/>
                  </a:lnTo>
                  <a:lnTo>
                    <a:pt x="247763" y="349412"/>
                  </a:lnTo>
                  <a:lnTo>
                    <a:pt x="247975" y="349371"/>
                  </a:lnTo>
                  <a:lnTo>
                    <a:pt x="248115" y="349344"/>
                  </a:lnTo>
                  <a:lnTo>
                    <a:pt x="248270" y="349311"/>
                  </a:lnTo>
                  <a:lnTo>
                    <a:pt x="248431" y="349278"/>
                  </a:lnTo>
                  <a:lnTo>
                    <a:pt x="248870" y="349173"/>
                  </a:lnTo>
                  <a:lnTo>
                    <a:pt x="249022" y="349121"/>
                  </a:lnTo>
                  <a:lnTo>
                    <a:pt x="249151" y="349086"/>
                  </a:lnTo>
                  <a:lnTo>
                    <a:pt x="249426" y="349022"/>
                  </a:lnTo>
                  <a:lnTo>
                    <a:pt x="249630" y="348978"/>
                  </a:lnTo>
                  <a:lnTo>
                    <a:pt x="250075" y="348933"/>
                  </a:lnTo>
                  <a:lnTo>
                    <a:pt x="250292" y="348898"/>
                  </a:lnTo>
                  <a:lnTo>
                    <a:pt x="250444" y="348881"/>
                  </a:lnTo>
                  <a:lnTo>
                    <a:pt x="250700" y="348843"/>
                  </a:lnTo>
                  <a:lnTo>
                    <a:pt x="250844" y="348849"/>
                  </a:lnTo>
                  <a:lnTo>
                    <a:pt x="250956" y="349090"/>
                  </a:lnTo>
                  <a:lnTo>
                    <a:pt x="251024" y="349227"/>
                  </a:lnTo>
                  <a:lnTo>
                    <a:pt x="251085" y="349402"/>
                  </a:lnTo>
                  <a:lnTo>
                    <a:pt x="251153" y="349539"/>
                  </a:lnTo>
                  <a:lnTo>
                    <a:pt x="251244" y="349727"/>
                  </a:lnTo>
                  <a:lnTo>
                    <a:pt x="251325" y="349906"/>
                  </a:lnTo>
                  <a:lnTo>
                    <a:pt x="251394" y="350054"/>
                  </a:lnTo>
                  <a:lnTo>
                    <a:pt x="251474" y="350217"/>
                  </a:lnTo>
                  <a:lnTo>
                    <a:pt x="251533" y="350356"/>
                  </a:lnTo>
                  <a:lnTo>
                    <a:pt x="251590" y="350509"/>
                  </a:lnTo>
                  <a:lnTo>
                    <a:pt x="251538" y="350905"/>
                  </a:lnTo>
                  <a:lnTo>
                    <a:pt x="251517" y="351160"/>
                  </a:lnTo>
                  <a:lnTo>
                    <a:pt x="252462" y="353581"/>
                  </a:lnTo>
                  <a:lnTo>
                    <a:pt x="252474" y="353734"/>
                  </a:lnTo>
                  <a:lnTo>
                    <a:pt x="252483" y="354016"/>
                  </a:lnTo>
                  <a:lnTo>
                    <a:pt x="252545" y="354355"/>
                  </a:lnTo>
                  <a:lnTo>
                    <a:pt x="252570" y="354683"/>
                  </a:lnTo>
                  <a:lnTo>
                    <a:pt x="252579" y="354845"/>
                  </a:lnTo>
                  <a:lnTo>
                    <a:pt x="252593" y="354994"/>
                  </a:lnTo>
                  <a:lnTo>
                    <a:pt x="252658" y="355568"/>
                  </a:lnTo>
                  <a:lnTo>
                    <a:pt x="252671" y="355761"/>
                  </a:lnTo>
                  <a:lnTo>
                    <a:pt x="252694" y="355918"/>
                  </a:lnTo>
                  <a:lnTo>
                    <a:pt x="252713" y="356046"/>
                  </a:lnTo>
                  <a:lnTo>
                    <a:pt x="252744" y="356228"/>
                  </a:lnTo>
                  <a:lnTo>
                    <a:pt x="252810" y="356903"/>
                  </a:lnTo>
                  <a:lnTo>
                    <a:pt x="252859" y="357119"/>
                  </a:lnTo>
                  <a:lnTo>
                    <a:pt x="252934" y="357427"/>
                  </a:lnTo>
                  <a:lnTo>
                    <a:pt x="252979" y="357607"/>
                  </a:lnTo>
                  <a:lnTo>
                    <a:pt x="253039" y="357883"/>
                  </a:lnTo>
                  <a:lnTo>
                    <a:pt x="253145" y="358296"/>
                  </a:lnTo>
                  <a:lnTo>
                    <a:pt x="253186" y="358446"/>
                  </a:lnTo>
                  <a:lnTo>
                    <a:pt x="253240" y="358650"/>
                  </a:lnTo>
                  <a:lnTo>
                    <a:pt x="253295" y="358875"/>
                  </a:lnTo>
                  <a:lnTo>
                    <a:pt x="253335" y="359040"/>
                  </a:lnTo>
                  <a:lnTo>
                    <a:pt x="253380" y="359221"/>
                  </a:lnTo>
                  <a:lnTo>
                    <a:pt x="253425" y="359405"/>
                  </a:lnTo>
                  <a:lnTo>
                    <a:pt x="253512" y="359750"/>
                  </a:lnTo>
                  <a:lnTo>
                    <a:pt x="253562" y="359959"/>
                  </a:lnTo>
                  <a:lnTo>
                    <a:pt x="253597" y="360087"/>
                  </a:lnTo>
                  <a:lnTo>
                    <a:pt x="253631" y="360242"/>
                  </a:lnTo>
                  <a:lnTo>
                    <a:pt x="253696" y="360479"/>
                  </a:lnTo>
                  <a:lnTo>
                    <a:pt x="253794" y="360852"/>
                  </a:lnTo>
                  <a:lnTo>
                    <a:pt x="254070" y="361755"/>
                  </a:lnTo>
                  <a:lnTo>
                    <a:pt x="254117" y="361983"/>
                  </a:lnTo>
                  <a:lnTo>
                    <a:pt x="254184" y="362242"/>
                  </a:lnTo>
                  <a:lnTo>
                    <a:pt x="254218" y="362509"/>
                  </a:lnTo>
                  <a:lnTo>
                    <a:pt x="254261" y="362682"/>
                  </a:lnTo>
                  <a:lnTo>
                    <a:pt x="254334" y="362988"/>
                  </a:lnTo>
                  <a:lnTo>
                    <a:pt x="254379" y="363190"/>
                  </a:lnTo>
                  <a:lnTo>
                    <a:pt x="254608" y="364239"/>
                  </a:lnTo>
                  <a:lnTo>
                    <a:pt x="254692" y="364686"/>
                  </a:lnTo>
                  <a:lnTo>
                    <a:pt x="254769" y="364941"/>
                  </a:lnTo>
                  <a:lnTo>
                    <a:pt x="254870" y="365465"/>
                  </a:lnTo>
                  <a:lnTo>
                    <a:pt x="254918" y="365642"/>
                  </a:lnTo>
                  <a:lnTo>
                    <a:pt x="254941" y="365771"/>
                  </a:lnTo>
                  <a:lnTo>
                    <a:pt x="254973" y="365915"/>
                  </a:lnTo>
                  <a:lnTo>
                    <a:pt x="255017" y="366084"/>
                  </a:lnTo>
                  <a:lnTo>
                    <a:pt x="255052" y="366340"/>
                  </a:lnTo>
                  <a:lnTo>
                    <a:pt x="255113" y="366502"/>
                  </a:lnTo>
                  <a:lnTo>
                    <a:pt x="255237" y="366655"/>
                  </a:lnTo>
                  <a:lnTo>
                    <a:pt x="255644" y="367146"/>
                  </a:lnTo>
                  <a:lnTo>
                    <a:pt x="255870" y="367386"/>
                  </a:lnTo>
                  <a:lnTo>
                    <a:pt x="256044" y="367636"/>
                  </a:lnTo>
                  <a:lnTo>
                    <a:pt x="256158" y="367800"/>
                  </a:lnTo>
                  <a:lnTo>
                    <a:pt x="256333" y="368003"/>
                  </a:lnTo>
                  <a:lnTo>
                    <a:pt x="256676" y="368402"/>
                  </a:lnTo>
                  <a:lnTo>
                    <a:pt x="257008" y="368633"/>
                  </a:lnTo>
                  <a:lnTo>
                    <a:pt x="257302" y="368897"/>
                  </a:lnTo>
                  <a:lnTo>
                    <a:pt x="257397" y="369044"/>
                  </a:lnTo>
                  <a:lnTo>
                    <a:pt x="257637" y="369523"/>
                  </a:lnTo>
                  <a:lnTo>
                    <a:pt x="257832" y="369970"/>
                  </a:lnTo>
                  <a:lnTo>
                    <a:pt x="260393" y="373217"/>
                  </a:lnTo>
                  <a:lnTo>
                    <a:pt x="260522" y="373316"/>
                  </a:lnTo>
                  <a:lnTo>
                    <a:pt x="260671" y="373434"/>
                  </a:lnTo>
                  <a:lnTo>
                    <a:pt x="260925" y="373634"/>
                  </a:lnTo>
                  <a:lnTo>
                    <a:pt x="261115" y="373790"/>
                  </a:lnTo>
                  <a:lnTo>
                    <a:pt x="261267" y="373916"/>
                  </a:lnTo>
                  <a:lnTo>
                    <a:pt x="261411" y="374022"/>
                  </a:lnTo>
                  <a:lnTo>
                    <a:pt x="261560" y="374105"/>
                  </a:lnTo>
                  <a:lnTo>
                    <a:pt x="262144" y="374413"/>
                  </a:lnTo>
                  <a:lnTo>
                    <a:pt x="262287" y="374492"/>
                  </a:lnTo>
                  <a:lnTo>
                    <a:pt x="262603" y="374666"/>
                  </a:lnTo>
                  <a:lnTo>
                    <a:pt x="262957" y="374869"/>
                  </a:lnTo>
                  <a:lnTo>
                    <a:pt x="263084" y="374946"/>
                  </a:lnTo>
                  <a:lnTo>
                    <a:pt x="263263" y="375090"/>
                  </a:lnTo>
                  <a:lnTo>
                    <a:pt x="263689" y="375481"/>
                  </a:lnTo>
                  <a:lnTo>
                    <a:pt x="263830" y="375624"/>
                  </a:lnTo>
                  <a:lnTo>
                    <a:pt x="264143" y="375903"/>
                  </a:lnTo>
                  <a:lnTo>
                    <a:pt x="264287" y="376005"/>
                  </a:lnTo>
                  <a:lnTo>
                    <a:pt x="264498" y="376229"/>
                  </a:lnTo>
                  <a:lnTo>
                    <a:pt x="264652" y="376366"/>
                  </a:lnTo>
                  <a:lnTo>
                    <a:pt x="264843" y="376546"/>
                  </a:lnTo>
                  <a:lnTo>
                    <a:pt x="265119" y="376806"/>
                  </a:lnTo>
                  <a:lnTo>
                    <a:pt x="265280" y="376954"/>
                  </a:lnTo>
                  <a:lnTo>
                    <a:pt x="265550" y="377232"/>
                  </a:lnTo>
                  <a:lnTo>
                    <a:pt x="265721" y="377392"/>
                  </a:lnTo>
                  <a:lnTo>
                    <a:pt x="266032" y="377668"/>
                  </a:lnTo>
                  <a:lnTo>
                    <a:pt x="266649" y="378134"/>
                  </a:lnTo>
                  <a:lnTo>
                    <a:pt x="266791" y="378237"/>
                  </a:lnTo>
                  <a:lnTo>
                    <a:pt x="267101" y="378470"/>
                  </a:lnTo>
                  <a:lnTo>
                    <a:pt x="267455" y="378682"/>
                  </a:lnTo>
                  <a:lnTo>
                    <a:pt x="267889" y="378854"/>
                  </a:lnTo>
                  <a:lnTo>
                    <a:pt x="268024" y="378930"/>
                  </a:lnTo>
                  <a:lnTo>
                    <a:pt x="268309" y="379044"/>
                  </a:lnTo>
                  <a:lnTo>
                    <a:pt x="268514" y="379122"/>
                  </a:lnTo>
                  <a:lnTo>
                    <a:pt x="268785" y="379241"/>
                  </a:lnTo>
                  <a:lnTo>
                    <a:pt x="269155" y="379498"/>
                  </a:lnTo>
                  <a:lnTo>
                    <a:pt x="269593" y="379816"/>
                  </a:lnTo>
                  <a:lnTo>
                    <a:pt x="269849" y="380019"/>
                  </a:lnTo>
                  <a:lnTo>
                    <a:pt x="270058" y="380186"/>
                  </a:lnTo>
                  <a:lnTo>
                    <a:pt x="270374" y="380514"/>
                  </a:lnTo>
                  <a:lnTo>
                    <a:pt x="271014" y="380916"/>
                  </a:lnTo>
                  <a:lnTo>
                    <a:pt x="271235" y="381033"/>
                  </a:lnTo>
                  <a:lnTo>
                    <a:pt x="271407" y="381124"/>
                  </a:lnTo>
                  <a:lnTo>
                    <a:pt x="272323" y="381598"/>
                  </a:lnTo>
                  <a:lnTo>
                    <a:pt x="272474" y="381926"/>
                  </a:lnTo>
                  <a:lnTo>
                    <a:pt x="272518" y="382144"/>
                  </a:lnTo>
                  <a:lnTo>
                    <a:pt x="272577" y="382380"/>
                  </a:lnTo>
                  <a:lnTo>
                    <a:pt x="272754" y="382653"/>
                  </a:lnTo>
                  <a:lnTo>
                    <a:pt x="272863" y="382794"/>
                  </a:lnTo>
                  <a:lnTo>
                    <a:pt x="272938" y="382962"/>
                  </a:lnTo>
                  <a:lnTo>
                    <a:pt x="273082" y="383276"/>
                  </a:lnTo>
                  <a:lnTo>
                    <a:pt x="273182" y="383547"/>
                  </a:lnTo>
                  <a:lnTo>
                    <a:pt x="273289" y="383791"/>
                  </a:lnTo>
                  <a:close/>
                </a:path>
              </a:pathLst>
            </a:custGeom>
            <a:solidFill>
              <a:srgbClr val="C7DAE3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9"/>
            <p:cNvSpPr/>
            <p:nvPr/>
          </p:nvSpPr>
          <p:spPr>
            <a:xfrm>
              <a:off x="3463080" y="5424692"/>
              <a:ext cx="133701" cy="267255"/>
            </a:xfrm>
            <a:custGeom>
              <a:avLst/>
              <a:pathLst>
                <a:path w="133701" h="267255">
                  <a:moveTo>
                    <a:pt x="82294" y="257021"/>
                  </a:moveTo>
                  <a:lnTo>
                    <a:pt x="82937" y="257119"/>
                  </a:lnTo>
                  <a:lnTo>
                    <a:pt x="91212" y="258382"/>
                  </a:lnTo>
                  <a:lnTo>
                    <a:pt x="103822" y="260306"/>
                  </a:lnTo>
                  <a:lnTo>
                    <a:pt x="113975" y="261855"/>
                  </a:lnTo>
                  <a:lnTo>
                    <a:pt x="116448" y="262264"/>
                  </a:lnTo>
                  <a:lnTo>
                    <a:pt x="125241" y="207819"/>
                  </a:lnTo>
                  <a:lnTo>
                    <a:pt x="129510" y="193799"/>
                  </a:lnTo>
                  <a:lnTo>
                    <a:pt x="131198" y="188252"/>
                  </a:lnTo>
                  <a:lnTo>
                    <a:pt x="133701" y="182599"/>
                  </a:lnTo>
                  <a:lnTo>
                    <a:pt x="130753" y="173703"/>
                  </a:lnTo>
                  <a:lnTo>
                    <a:pt x="127309" y="163309"/>
                  </a:lnTo>
                  <a:lnTo>
                    <a:pt x="129676" y="160310"/>
                  </a:lnTo>
                  <a:lnTo>
                    <a:pt x="131811" y="157604"/>
                  </a:lnTo>
                  <a:lnTo>
                    <a:pt x="131833" y="157387"/>
                  </a:lnTo>
                  <a:lnTo>
                    <a:pt x="131976" y="155969"/>
                  </a:lnTo>
                  <a:lnTo>
                    <a:pt x="132843" y="147381"/>
                  </a:lnTo>
                  <a:lnTo>
                    <a:pt x="132890" y="146914"/>
                  </a:lnTo>
                  <a:lnTo>
                    <a:pt x="133496" y="140908"/>
                  </a:lnTo>
                  <a:lnTo>
                    <a:pt x="131742" y="137682"/>
                  </a:lnTo>
                  <a:lnTo>
                    <a:pt x="128720" y="127804"/>
                  </a:lnTo>
                  <a:lnTo>
                    <a:pt x="128248" y="126260"/>
                  </a:lnTo>
                  <a:lnTo>
                    <a:pt x="127359" y="123353"/>
                  </a:lnTo>
                  <a:lnTo>
                    <a:pt x="126384" y="120833"/>
                  </a:lnTo>
                  <a:lnTo>
                    <a:pt x="125535" y="118638"/>
                  </a:lnTo>
                  <a:lnTo>
                    <a:pt x="126141" y="110512"/>
                  </a:lnTo>
                  <a:lnTo>
                    <a:pt x="126038" y="109223"/>
                  </a:lnTo>
                  <a:lnTo>
                    <a:pt x="125147" y="98022"/>
                  </a:lnTo>
                  <a:lnTo>
                    <a:pt x="127309" y="94596"/>
                  </a:lnTo>
                  <a:lnTo>
                    <a:pt x="127773" y="93862"/>
                  </a:lnTo>
                  <a:lnTo>
                    <a:pt x="127826" y="93280"/>
                  </a:lnTo>
                  <a:lnTo>
                    <a:pt x="128163" y="89541"/>
                  </a:lnTo>
                  <a:lnTo>
                    <a:pt x="128231" y="88790"/>
                  </a:lnTo>
                  <a:lnTo>
                    <a:pt x="126983" y="83329"/>
                  </a:lnTo>
                  <a:lnTo>
                    <a:pt x="123956" y="80078"/>
                  </a:lnTo>
                  <a:lnTo>
                    <a:pt x="121556" y="77500"/>
                  </a:lnTo>
                  <a:lnTo>
                    <a:pt x="121458" y="76637"/>
                  </a:lnTo>
                  <a:lnTo>
                    <a:pt x="121276" y="75048"/>
                  </a:lnTo>
                  <a:lnTo>
                    <a:pt x="120885" y="71635"/>
                  </a:lnTo>
                  <a:lnTo>
                    <a:pt x="122271" y="64751"/>
                  </a:lnTo>
                  <a:lnTo>
                    <a:pt x="117957" y="62178"/>
                  </a:lnTo>
                  <a:lnTo>
                    <a:pt x="114918" y="60365"/>
                  </a:lnTo>
                  <a:lnTo>
                    <a:pt x="113756" y="59672"/>
                  </a:lnTo>
                  <a:lnTo>
                    <a:pt x="110142" y="57517"/>
                  </a:lnTo>
                  <a:lnTo>
                    <a:pt x="106057" y="52341"/>
                  </a:lnTo>
                  <a:lnTo>
                    <a:pt x="101884" y="47054"/>
                  </a:lnTo>
                  <a:lnTo>
                    <a:pt x="100586" y="41107"/>
                  </a:lnTo>
                  <a:lnTo>
                    <a:pt x="100391" y="40959"/>
                  </a:lnTo>
                  <a:lnTo>
                    <a:pt x="100093" y="40778"/>
                  </a:lnTo>
                  <a:lnTo>
                    <a:pt x="100319" y="40301"/>
                  </a:lnTo>
                  <a:lnTo>
                    <a:pt x="100188" y="40390"/>
                  </a:lnTo>
                  <a:lnTo>
                    <a:pt x="99983" y="40208"/>
                  </a:lnTo>
                  <a:lnTo>
                    <a:pt x="99740" y="39835"/>
                  </a:lnTo>
                  <a:lnTo>
                    <a:pt x="99388" y="38998"/>
                  </a:lnTo>
                  <a:lnTo>
                    <a:pt x="98798" y="39071"/>
                  </a:lnTo>
                  <a:lnTo>
                    <a:pt x="98186" y="38272"/>
                  </a:lnTo>
                  <a:lnTo>
                    <a:pt x="98152" y="38125"/>
                  </a:lnTo>
                  <a:lnTo>
                    <a:pt x="98358" y="37587"/>
                  </a:lnTo>
                  <a:lnTo>
                    <a:pt x="97449" y="36188"/>
                  </a:lnTo>
                  <a:lnTo>
                    <a:pt x="97293" y="36195"/>
                  </a:lnTo>
                  <a:lnTo>
                    <a:pt x="97000" y="36176"/>
                  </a:lnTo>
                  <a:lnTo>
                    <a:pt x="96837" y="35760"/>
                  </a:lnTo>
                  <a:lnTo>
                    <a:pt x="96798" y="35412"/>
                  </a:lnTo>
                  <a:lnTo>
                    <a:pt x="96583" y="35245"/>
                  </a:lnTo>
                  <a:lnTo>
                    <a:pt x="96577" y="34887"/>
                  </a:lnTo>
                  <a:lnTo>
                    <a:pt x="96636" y="34581"/>
                  </a:lnTo>
                  <a:lnTo>
                    <a:pt x="96566" y="33291"/>
                  </a:lnTo>
                  <a:lnTo>
                    <a:pt x="96141" y="33305"/>
                  </a:lnTo>
                  <a:lnTo>
                    <a:pt x="95964" y="32997"/>
                  </a:lnTo>
                  <a:lnTo>
                    <a:pt x="95743" y="32750"/>
                  </a:lnTo>
                  <a:lnTo>
                    <a:pt x="95624" y="32272"/>
                  </a:lnTo>
                  <a:lnTo>
                    <a:pt x="95611" y="32127"/>
                  </a:lnTo>
                  <a:lnTo>
                    <a:pt x="95564" y="31809"/>
                  </a:lnTo>
                  <a:lnTo>
                    <a:pt x="95568" y="31113"/>
                  </a:lnTo>
                  <a:lnTo>
                    <a:pt x="95591" y="30904"/>
                  </a:lnTo>
                  <a:lnTo>
                    <a:pt x="95598" y="30440"/>
                  </a:lnTo>
                  <a:lnTo>
                    <a:pt x="95174" y="19512"/>
                  </a:lnTo>
                  <a:lnTo>
                    <a:pt x="95002" y="19106"/>
                  </a:lnTo>
                  <a:lnTo>
                    <a:pt x="95084" y="18825"/>
                  </a:lnTo>
                  <a:lnTo>
                    <a:pt x="95130" y="18568"/>
                  </a:lnTo>
                  <a:lnTo>
                    <a:pt x="95229" y="18225"/>
                  </a:lnTo>
                  <a:lnTo>
                    <a:pt x="95378" y="17654"/>
                  </a:lnTo>
                  <a:lnTo>
                    <a:pt x="95454" y="17344"/>
                  </a:lnTo>
                  <a:lnTo>
                    <a:pt x="95461" y="17189"/>
                  </a:lnTo>
                  <a:lnTo>
                    <a:pt x="95661" y="16541"/>
                  </a:lnTo>
                  <a:lnTo>
                    <a:pt x="95668" y="16291"/>
                  </a:lnTo>
                  <a:lnTo>
                    <a:pt x="94601" y="7724"/>
                  </a:lnTo>
                  <a:lnTo>
                    <a:pt x="94245" y="5859"/>
                  </a:lnTo>
                  <a:lnTo>
                    <a:pt x="94123" y="5502"/>
                  </a:lnTo>
                  <a:lnTo>
                    <a:pt x="94035" y="5360"/>
                  </a:lnTo>
                  <a:lnTo>
                    <a:pt x="91916" y="2699"/>
                  </a:lnTo>
                  <a:lnTo>
                    <a:pt x="91662" y="2553"/>
                  </a:lnTo>
                  <a:lnTo>
                    <a:pt x="91454" y="2432"/>
                  </a:lnTo>
                  <a:lnTo>
                    <a:pt x="91211" y="2308"/>
                  </a:lnTo>
                  <a:lnTo>
                    <a:pt x="90854" y="2219"/>
                  </a:lnTo>
                  <a:lnTo>
                    <a:pt x="90661" y="2205"/>
                  </a:lnTo>
                  <a:lnTo>
                    <a:pt x="90283" y="2168"/>
                  </a:lnTo>
                  <a:lnTo>
                    <a:pt x="90112" y="2144"/>
                  </a:lnTo>
                  <a:lnTo>
                    <a:pt x="89909" y="2085"/>
                  </a:lnTo>
                  <a:lnTo>
                    <a:pt x="89591" y="1899"/>
                  </a:lnTo>
                  <a:lnTo>
                    <a:pt x="89109" y="1534"/>
                  </a:lnTo>
                  <a:lnTo>
                    <a:pt x="88897" y="1528"/>
                  </a:lnTo>
                  <a:lnTo>
                    <a:pt x="88543" y="1639"/>
                  </a:lnTo>
                  <a:lnTo>
                    <a:pt x="88373" y="1648"/>
                  </a:lnTo>
                  <a:lnTo>
                    <a:pt x="88240" y="1587"/>
                  </a:lnTo>
                  <a:lnTo>
                    <a:pt x="87990" y="1581"/>
                  </a:lnTo>
                  <a:lnTo>
                    <a:pt x="87838" y="1633"/>
                  </a:lnTo>
                  <a:lnTo>
                    <a:pt x="87461" y="1575"/>
                  </a:lnTo>
                  <a:lnTo>
                    <a:pt x="87286" y="1202"/>
                  </a:lnTo>
                  <a:lnTo>
                    <a:pt x="86764" y="1005"/>
                  </a:lnTo>
                  <a:lnTo>
                    <a:pt x="84326" y="682"/>
                  </a:lnTo>
                  <a:lnTo>
                    <a:pt x="83417" y="1045"/>
                  </a:lnTo>
                  <a:lnTo>
                    <a:pt x="83291" y="1450"/>
                  </a:lnTo>
                  <a:lnTo>
                    <a:pt x="83049" y="1750"/>
                  </a:lnTo>
                  <a:lnTo>
                    <a:pt x="82836" y="2167"/>
                  </a:lnTo>
                  <a:lnTo>
                    <a:pt x="82624" y="2513"/>
                  </a:lnTo>
                  <a:lnTo>
                    <a:pt x="82511" y="2345"/>
                  </a:lnTo>
                  <a:lnTo>
                    <a:pt x="82245" y="1941"/>
                  </a:lnTo>
                  <a:lnTo>
                    <a:pt x="81839" y="1577"/>
                  </a:lnTo>
                  <a:lnTo>
                    <a:pt x="81656" y="1450"/>
                  </a:lnTo>
                  <a:lnTo>
                    <a:pt x="81613" y="1173"/>
                  </a:lnTo>
                  <a:lnTo>
                    <a:pt x="81430" y="1167"/>
                  </a:lnTo>
                  <a:lnTo>
                    <a:pt x="81132" y="1160"/>
                  </a:lnTo>
                  <a:lnTo>
                    <a:pt x="80440" y="2703"/>
                  </a:lnTo>
                  <a:lnTo>
                    <a:pt x="80299" y="2652"/>
                  </a:lnTo>
                  <a:lnTo>
                    <a:pt x="79664" y="3060"/>
                  </a:lnTo>
                  <a:lnTo>
                    <a:pt x="79286" y="2811"/>
                  </a:lnTo>
                  <a:lnTo>
                    <a:pt x="79109" y="2332"/>
                  </a:lnTo>
                  <a:lnTo>
                    <a:pt x="78493" y="1752"/>
                  </a:lnTo>
                  <a:lnTo>
                    <a:pt x="78177" y="1682"/>
                  </a:lnTo>
                  <a:lnTo>
                    <a:pt x="78036" y="1627"/>
                  </a:lnTo>
                  <a:lnTo>
                    <a:pt x="77908" y="1583"/>
                  </a:lnTo>
                  <a:lnTo>
                    <a:pt x="77481" y="1364"/>
                  </a:lnTo>
                  <a:lnTo>
                    <a:pt x="77135" y="1051"/>
                  </a:lnTo>
                  <a:lnTo>
                    <a:pt x="76579" y="713"/>
                  </a:lnTo>
                  <a:lnTo>
                    <a:pt x="74979" y="1382"/>
                  </a:lnTo>
                  <a:lnTo>
                    <a:pt x="74730" y="1426"/>
                  </a:lnTo>
                  <a:lnTo>
                    <a:pt x="74557" y="1448"/>
                  </a:lnTo>
                  <a:lnTo>
                    <a:pt x="74270" y="1472"/>
                  </a:lnTo>
                  <a:lnTo>
                    <a:pt x="73462" y="1111"/>
                  </a:lnTo>
                  <a:lnTo>
                    <a:pt x="72978" y="1331"/>
                  </a:lnTo>
                  <a:lnTo>
                    <a:pt x="72351" y="1411"/>
                  </a:lnTo>
                  <a:lnTo>
                    <a:pt x="72123" y="1326"/>
                  </a:lnTo>
                  <a:lnTo>
                    <a:pt x="71990" y="1275"/>
                  </a:lnTo>
                  <a:lnTo>
                    <a:pt x="71199" y="1198"/>
                  </a:lnTo>
                  <a:lnTo>
                    <a:pt x="71081" y="1364"/>
                  </a:lnTo>
                  <a:lnTo>
                    <a:pt x="71100" y="1745"/>
                  </a:lnTo>
                  <a:lnTo>
                    <a:pt x="70963" y="1814"/>
                  </a:lnTo>
                  <a:lnTo>
                    <a:pt x="70834" y="1660"/>
                  </a:lnTo>
                  <a:lnTo>
                    <a:pt x="70371" y="1364"/>
                  </a:lnTo>
                  <a:lnTo>
                    <a:pt x="70068" y="1236"/>
                  </a:lnTo>
                  <a:lnTo>
                    <a:pt x="69561" y="963"/>
                  </a:lnTo>
                  <a:lnTo>
                    <a:pt x="69400" y="896"/>
                  </a:lnTo>
                  <a:lnTo>
                    <a:pt x="69075" y="805"/>
                  </a:lnTo>
                  <a:lnTo>
                    <a:pt x="68130" y="0"/>
                  </a:lnTo>
                  <a:lnTo>
                    <a:pt x="67061" y="90"/>
                  </a:lnTo>
                  <a:lnTo>
                    <a:pt x="66355" y="10"/>
                  </a:lnTo>
                  <a:lnTo>
                    <a:pt x="65145" y="73"/>
                  </a:lnTo>
                  <a:lnTo>
                    <a:pt x="65035" y="524"/>
                  </a:lnTo>
                  <a:lnTo>
                    <a:pt x="64951" y="732"/>
                  </a:lnTo>
                  <a:lnTo>
                    <a:pt x="64690" y="848"/>
                  </a:lnTo>
                  <a:lnTo>
                    <a:pt x="64781" y="977"/>
                  </a:lnTo>
                  <a:lnTo>
                    <a:pt x="64742" y="1142"/>
                  </a:lnTo>
                  <a:lnTo>
                    <a:pt x="64685" y="1402"/>
                  </a:lnTo>
                  <a:lnTo>
                    <a:pt x="64637" y="1718"/>
                  </a:lnTo>
                  <a:lnTo>
                    <a:pt x="64581" y="2063"/>
                  </a:lnTo>
                  <a:lnTo>
                    <a:pt x="64515" y="2350"/>
                  </a:lnTo>
                  <a:lnTo>
                    <a:pt x="64485" y="2499"/>
                  </a:lnTo>
                  <a:lnTo>
                    <a:pt x="64438" y="2649"/>
                  </a:lnTo>
                  <a:lnTo>
                    <a:pt x="64365" y="2842"/>
                  </a:lnTo>
                  <a:lnTo>
                    <a:pt x="64218" y="2983"/>
                  </a:lnTo>
                  <a:lnTo>
                    <a:pt x="63923" y="3135"/>
                  </a:lnTo>
                  <a:lnTo>
                    <a:pt x="63558" y="3258"/>
                  </a:lnTo>
                  <a:lnTo>
                    <a:pt x="62848" y="3488"/>
                  </a:lnTo>
                  <a:lnTo>
                    <a:pt x="62415" y="4024"/>
                  </a:lnTo>
                  <a:lnTo>
                    <a:pt x="61783" y="5353"/>
                  </a:lnTo>
                  <a:lnTo>
                    <a:pt x="61277" y="6452"/>
                  </a:lnTo>
                  <a:lnTo>
                    <a:pt x="60749" y="7739"/>
                  </a:lnTo>
                  <a:lnTo>
                    <a:pt x="59169" y="7435"/>
                  </a:lnTo>
                  <a:lnTo>
                    <a:pt x="58041" y="7284"/>
                  </a:lnTo>
                  <a:lnTo>
                    <a:pt x="56748" y="7117"/>
                  </a:lnTo>
                  <a:lnTo>
                    <a:pt x="55516" y="6982"/>
                  </a:lnTo>
                  <a:lnTo>
                    <a:pt x="54826" y="7095"/>
                  </a:lnTo>
                  <a:lnTo>
                    <a:pt x="54370" y="7578"/>
                  </a:lnTo>
                  <a:lnTo>
                    <a:pt x="53339" y="7766"/>
                  </a:lnTo>
                  <a:lnTo>
                    <a:pt x="52982" y="6713"/>
                  </a:lnTo>
                  <a:lnTo>
                    <a:pt x="52917" y="6549"/>
                  </a:lnTo>
                  <a:lnTo>
                    <a:pt x="52843" y="6129"/>
                  </a:lnTo>
                  <a:lnTo>
                    <a:pt x="52772" y="5877"/>
                  </a:lnTo>
                  <a:lnTo>
                    <a:pt x="52500" y="5355"/>
                  </a:lnTo>
                  <a:lnTo>
                    <a:pt x="52421" y="5166"/>
                  </a:lnTo>
                  <a:lnTo>
                    <a:pt x="52321" y="4929"/>
                  </a:lnTo>
                  <a:lnTo>
                    <a:pt x="52023" y="4265"/>
                  </a:lnTo>
                  <a:lnTo>
                    <a:pt x="51958" y="4129"/>
                  </a:lnTo>
                  <a:lnTo>
                    <a:pt x="51893" y="3995"/>
                  </a:lnTo>
                  <a:lnTo>
                    <a:pt x="51413" y="3436"/>
                  </a:lnTo>
                  <a:lnTo>
                    <a:pt x="45712" y="6188"/>
                  </a:lnTo>
                  <a:lnTo>
                    <a:pt x="45590" y="6317"/>
                  </a:lnTo>
                  <a:lnTo>
                    <a:pt x="45756" y="6668"/>
                  </a:lnTo>
                  <a:lnTo>
                    <a:pt x="45958" y="6957"/>
                  </a:lnTo>
                  <a:lnTo>
                    <a:pt x="46044" y="7187"/>
                  </a:lnTo>
                  <a:lnTo>
                    <a:pt x="45946" y="7729"/>
                  </a:lnTo>
                  <a:lnTo>
                    <a:pt x="45538" y="8033"/>
                  </a:lnTo>
                  <a:lnTo>
                    <a:pt x="45149" y="8308"/>
                  </a:lnTo>
                  <a:lnTo>
                    <a:pt x="44909" y="8486"/>
                  </a:lnTo>
                  <a:lnTo>
                    <a:pt x="44157" y="9412"/>
                  </a:lnTo>
                  <a:lnTo>
                    <a:pt x="44096" y="10482"/>
                  </a:lnTo>
                  <a:lnTo>
                    <a:pt x="44091" y="10620"/>
                  </a:lnTo>
                  <a:lnTo>
                    <a:pt x="44098" y="10756"/>
                  </a:lnTo>
                  <a:lnTo>
                    <a:pt x="44250" y="11778"/>
                  </a:lnTo>
                  <a:lnTo>
                    <a:pt x="44289" y="11909"/>
                  </a:lnTo>
                  <a:lnTo>
                    <a:pt x="44328" y="12041"/>
                  </a:lnTo>
                  <a:lnTo>
                    <a:pt x="44733" y="13387"/>
                  </a:lnTo>
                  <a:lnTo>
                    <a:pt x="44662" y="13583"/>
                  </a:lnTo>
                  <a:lnTo>
                    <a:pt x="44313" y="13689"/>
                  </a:lnTo>
                  <a:lnTo>
                    <a:pt x="43528" y="13925"/>
                  </a:lnTo>
                  <a:lnTo>
                    <a:pt x="43395" y="13964"/>
                  </a:lnTo>
                  <a:lnTo>
                    <a:pt x="43265" y="14002"/>
                  </a:lnTo>
                  <a:lnTo>
                    <a:pt x="42893" y="14126"/>
                  </a:lnTo>
                  <a:lnTo>
                    <a:pt x="42533" y="14281"/>
                  </a:lnTo>
                  <a:lnTo>
                    <a:pt x="41579" y="14838"/>
                  </a:lnTo>
                  <a:lnTo>
                    <a:pt x="41450" y="14882"/>
                  </a:lnTo>
                  <a:lnTo>
                    <a:pt x="41261" y="14951"/>
                  </a:lnTo>
                  <a:lnTo>
                    <a:pt x="41047" y="15032"/>
                  </a:lnTo>
                  <a:lnTo>
                    <a:pt x="40767" y="15132"/>
                  </a:lnTo>
                  <a:lnTo>
                    <a:pt x="40566" y="15241"/>
                  </a:lnTo>
                  <a:lnTo>
                    <a:pt x="40345" y="15302"/>
                  </a:lnTo>
                  <a:lnTo>
                    <a:pt x="40135" y="15356"/>
                  </a:lnTo>
                  <a:lnTo>
                    <a:pt x="39802" y="15423"/>
                  </a:lnTo>
                  <a:lnTo>
                    <a:pt x="39598" y="15486"/>
                  </a:lnTo>
                  <a:lnTo>
                    <a:pt x="39280" y="15610"/>
                  </a:lnTo>
                  <a:lnTo>
                    <a:pt x="39011" y="15758"/>
                  </a:lnTo>
                  <a:lnTo>
                    <a:pt x="38740" y="16053"/>
                  </a:lnTo>
                  <a:lnTo>
                    <a:pt x="38509" y="16266"/>
                  </a:lnTo>
                  <a:lnTo>
                    <a:pt x="38342" y="16454"/>
                  </a:lnTo>
                  <a:lnTo>
                    <a:pt x="37969" y="16850"/>
                  </a:lnTo>
                  <a:lnTo>
                    <a:pt x="37575" y="17037"/>
                  </a:lnTo>
                  <a:lnTo>
                    <a:pt x="37589" y="17269"/>
                  </a:lnTo>
                  <a:lnTo>
                    <a:pt x="37718" y="17912"/>
                  </a:lnTo>
                  <a:lnTo>
                    <a:pt x="37770" y="18116"/>
                  </a:lnTo>
                  <a:lnTo>
                    <a:pt x="37939" y="18736"/>
                  </a:lnTo>
                  <a:lnTo>
                    <a:pt x="37987" y="18967"/>
                  </a:lnTo>
                  <a:lnTo>
                    <a:pt x="38126" y="19891"/>
                  </a:lnTo>
                  <a:lnTo>
                    <a:pt x="38146" y="20029"/>
                  </a:lnTo>
                  <a:lnTo>
                    <a:pt x="38488" y="21893"/>
                  </a:lnTo>
                  <a:lnTo>
                    <a:pt x="37518" y="21952"/>
                  </a:lnTo>
                  <a:lnTo>
                    <a:pt x="36593" y="22042"/>
                  </a:lnTo>
                  <a:lnTo>
                    <a:pt x="35205" y="22898"/>
                  </a:lnTo>
                  <a:lnTo>
                    <a:pt x="34914" y="22878"/>
                  </a:lnTo>
                  <a:lnTo>
                    <a:pt x="34779" y="22859"/>
                  </a:lnTo>
                  <a:lnTo>
                    <a:pt x="37099" y="25685"/>
                  </a:lnTo>
                  <a:lnTo>
                    <a:pt x="38257" y="27379"/>
                  </a:lnTo>
                  <a:lnTo>
                    <a:pt x="38365" y="27566"/>
                  </a:lnTo>
                  <a:lnTo>
                    <a:pt x="38595" y="28027"/>
                  </a:lnTo>
                  <a:lnTo>
                    <a:pt x="39431" y="29676"/>
                  </a:lnTo>
                  <a:lnTo>
                    <a:pt x="39596" y="30015"/>
                  </a:lnTo>
                  <a:lnTo>
                    <a:pt x="39866" y="30501"/>
                  </a:lnTo>
                  <a:lnTo>
                    <a:pt x="40198" y="31230"/>
                  </a:lnTo>
                  <a:lnTo>
                    <a:pt x="40572" y="31979"/>
                  </a:lnTo>
                  <a:lnTo>
                    <a:pt x="40784" y="32403"/>
                  </a:lnTo>
                  <a:lnTo>
                    <a:pt x="40972" y="32777"/>
                  </a:lnTo>
                  <a:lnTo>
                    <a:pt x="41041" y="32908"/>
                  </a:lnTo>
                  <a:lnTo>
                    <a:pt x="41111" y="33040"/>
                  </a:lnTo>
                  <a:lnTo>
                    <a:pt x="41303" y="33371"/>
                  </a:lnTo>
                  <a:lnTo>
                    <a:pt x="41348" y="33524"/>
                  </a:lnTo>
                  <a:lnTo>
                    <a:pt x="41729" y="34269"/>
                  </a:lnTo>
                  <a:lnTo>
                    <a:pt x="41973" y="34705"/>
                  </a:lnTo>
                  <a:lnTo>
                    <a:pt x="42033" y="34856"/>
                  </a:lnTo>
                  <a:lnTo>
                    <a:pt x="42232" y="35217"/>
                  </a:lnTo>
                  <a:lnTo>
                    <a:pt x="42291" y="35376"/>
                  </a:lnTo>
                  <a:lnTo>
                    <a:pt x="42347" y="35510"/>
                  </a:lnTo>
                  <a:lnTo>
                    <a:pt x="42452" y="35666"/>
                  </a:lnTo>
                  <a:lnTo>
                    <a:pt x="43397" y="37159"/>
                  </a:lnTo>
                  <a:lnTo>
                    <a:pt x="43498" y="37346"/>
                  </a:lnTo>
                  <a:lnTo>
                    <a:pt x="43568" y="37474"/>
                  </a:lnTo>
                  <a:lnTo>
                    <a:pt x="43662" y="37655"/>
                  </a:lnTo>
                  <a:lnTo>
                    <a:pt x="43750" y="37808"/>
                  </a:lnTo>
                  <a:lnTo>
                    <a:pt x="43857" y="38010"/>
                  </a:lnTo>
                  <a:lnTo>
                    <a:pt x="44570" y="38827"/>
                  </a:lnTo>
                  <a:lnTo>
                    <a:pt x="44823" y="39016"/>
                  </a:lnTo>
                  <a:lnTo>
                    <a:pt x="45128" y="39327"/>
                  </a:lnTo>
                  <a:lnTo>
                    <a:pt x="45356" y="39526"/>
                  </a:lnTo>
                  <a:lnTo>
                    <a:pt x="45527" y="39676"/>
                  </a:lnTo>
                  <a:lnTo>
                    <a:pt x="45874" y="40199"/>
                  </a:lnTo>
                  <a:lnTo>
                    <a:pt x="47013" y="41608"/>
                  </a:lnTo>
                  <a:lnTo>
                    <a:pt x="47751" y="42606"/>
                  </a:lnTo>
                  <a:lnTo>
                    <a:pt x="47878" y="42781"/>
                  </a:lnTo>
                  <a:lnTo>
                    <a:pt x="48180" y="43189"/>
                  </a:lnTo>
                  <a:lnTo>
                    <a:pt x="48504" y="43514"/>
                  </a:lnTo>
                  <a:lnTo>
                    <a:pt x="48831" y="43888"/>
                  </a:lnTo>
                  <a:lnTo>
                    <a:pt x="49067" y="44410"/>
                  </a:lnTo>
                  <a:lnTo>
                    <a:pt x="49236" y="44779"/>
                  </a:lnTo>
                  <a:lnTo>
                    <a:pt x="49371" y="45058"/>
                  </a:lnTo>
                  <a:lnTo>
                    <a:pt x="49510" y="45359"/>
                  </a:lnTo>
                  <a:lnTo>
                    <a:pt x="49650" y="45662"/>
                  </a:lnTo>
                  <a:lnTo>
                    <a:pt x="49754" y="45883"/>
                  </a:lnTo>
                  <a:lnTo>
                    <a:pt x="49842" y="46041"/>
                  </a:lnTo>
                  <a:lnTo>
                    <a:pt x="49955" y="46199"/>
                  </a:lnTo>
                  <a:lnTo>
                    <a:pt x="50110" y="46470"/>
                  </a:lnTo>
                  <a:lnTo>
                    <a:pt x="50319" y="47062"/>
                  </a:lnTo>
                  <a:lnTo>
                    <a:pt x="50660" y="47800"/>
                  </a:lnTo>
                  <a:lnTo>
                    <a:pt x="50727" y="47945"/>
                  </a:lnTo>
                  <a:lnTo>
                    <a:pt x="50803" y="48092"/>
                  </a:lnTo>
                  <a:lnTo>
                    <a:pt x="50974" y="48436"/>
                  </a:lnTo>
                  <a:lnTo>
                    <a:pt x="51133" y="48763"/>
                  </a:lnTo>
                  <a:lnTo>
                    <a:pt x="51165" y="49062"/>
                  </a:lnTo>
                  <a:lnTo>
                    <a:pt x="51176" y="49274"/>
                  </a:lnTo>
                  <a:lnTo>
                    <a:pt x="51238" y="50023"/>
                  </a:lnTo>
                  <a:lnTo>
                    <a:pt x="51292" y="50280"/>
                  </a:lnTo>
                  <a:lnTo>
                    <a:pt x="51419" y="50674"/>
                  </a:lnTo>
                  <a:lnTo>
                    <a:pt x="51500" y="50862"/>
                  </a:lnTo>
                  <a:lnTo>
                    <a:pt x="51574" y="51008"/>
                  </a:lnTo>
                  <a:lnTo>
                    <a:pt x="51696" y="51259"/>
                  </a:lnTo>
                  <a:lnTo>
                    <a:pt x="51748" y="51390"/>
                  </a:lnTo>
                  <a:lnTo>
                    <a:pt x="51950" y="51701"/>
                  </a:lnTo>
                  <a:lnTo>
                    <a:pt x="52099" y="51983"/>
                  </a:lnTo>
                  <a:lnTo>
                    <a:pt x="52207" y="52209"/>
                  </a:lnTo>
                  <a:lnTo>
                    <a:pt x="52279" y="52417"/>
                  </a:lnTo>
                  <a:lnTo>
                    <a:pt x="52298" y="52553"/>
                  </a:lnTo>
                  <a:lnTo>
                    <a:pt x="52376" y="52872"/>
                  </a:lnTo>
                  <a:lnTo>
                    <a:pt x="52445" y="53244"/>
                  </a:lnTo>
                  <a:lnTo>
                    <a:pt x="52492" y="53455"/>
                  </a:lnTo>
                  <a:lnTo>
                    <a:pt x="52581" y="53862"/>
                  </a:lnTo>
                  <a:lnTo>
                    <a:pt x="52722" y="54378"/>
                  </a:lnTo>
                  <a:lnTo>
                    <a:pt x="52756" y="54554"/>
                  </a:lnTo>
                  <a:lnTo>
                    <a:pt x="52868" y="54955"/>
                  </a:lnTo>
                  <a:lnTo>
                    <a:pt x="52921" y="55084"/>
                  </a:lnTo>
                  <a:lnTo>
                    <a:pt x="53031" y="55385"/>
                  </a:lnTo>
                  <a:lnTo>
                    <a:pt x="52484" y="55540"/>
                  </a:lnTo>
                  <a:lnTo>
                    <a:pt x="52141" y="55699"/>
                  </a:lnTo>
                  <a:lnTo>
                    <a:pt x="51824" y="55882"/>
                  </a:lnTo>
                  <a:lnTo>
                    <a:pt x="51520" y="56110"/>
                  </a:lnTo>
                  <a:lnTo>
                    <a:pt x="51175" y="56271"/>
                  </a:lnTo>
                  <a:lnTo>
                    <a:pt x="50903" y="56407"/>
                  </a:lnTo>
                  <a:lnTo>
                    <a:pt x="50428" y="56583"/>
                  </a:lnTo>
                  <a:lnTo>
                    <a:pt x="49989" y="56768"/>
                  </a:lnTo>
                  <a:lnTo>
                    <a:pt x="49828" y="56778"/>
                  </a:lnTo>
                  <a:lnTo>
                    <a:pt x="49605" y="56790"/>
                  </a:lnTo>
                  <a:lnTo>
                    <a:pt x="49471" y="56815"/>
                  </a:lnTo>
                  <a:lnTo>
                    <a:pt x="49064" y="56970"/>
                  </a:lnTo>
                  <a:lnTo>
                    <a:pt x="48163" y="57234"/>
                  </a:lnTo>
                  <a:lnTo>
                    <a:pt x="47679" y="57319"/>
                  </a:lnTo>
                  <a:lnTo>
                    <a:pt x="47413" y="57522"/>
                  </a:lnTo>
                  <a:lnTo>
                    <a:pt x="47281" y="58126"/>
                  </a:lnTo>
                  <a:lnTo>
                    <a:pt x="47299" y="58275"/>
                  </a:lnTo>
                  <a:lnTo>
                    <a:pt x="47133" y="58470"/>
                  </a:lnTo>
                  <a:lnTo>
                    <a:pt x="46857" y="58562"/>
                  </a:lnTo>
                  <a:lnTo>
                    <a:pt x="46761" y="58754"/>
                  </a:lnTo>
                  <a:lnTo>
                    <a:pt x="46609" y="58797"/>
                  </a:lnTo>
                  <a:lnTo>
                    <a:pt x="46470" y="58849"/>
                  </a:lnTo>
                  <a:lnTo>
                    <a:pt x="46288" y="58916"/>
                  </a:lnTo>
                  <a:lnTo>
                    <a:pt x="45517" y="58776"/>
                  </a:lnTo>
                  <a:lnTo>
                    <a:pt x="45379" y="58756"/>
                  </a:lnTo>
                  <a:lnTo>
                    <a:pt x="45211" y="58749"/>
                  </a:lnTo>
                  <a:lnTo>
                    <a:pt x="45031" y="58737"/>
                  </a:lnTo>
                  <a:lnTo>
                    <a:pt x="44854" y="58701"/>
                  </a:lnTo>
                  <a:lnTo>
                    <a:pt x="44585" y="58578"/>
                  </a:lnTo>
                  <a:lnTo>
                    <a:pt x="44450" y="58461"/>
                  </a:lnTo>
                  <a:lnTo>
                    <a:pt x="44325" y="58283"/>
                  </a:lnTo>
                  <a:lnTo>
                    <a:pt x="44200" y="57993"/>
                  </a:lnTo>
                  <a:lnTo>
                    <a:pt x="44139" y="57744"/>
                  </a:lnTo>
                  <a:lnTo>
                    <a:pt x="44103" y="57616"/>
                  </a:lnTo>
                  <a:lnTo>
                    <a:pt x="44083" y="57476"/>
                  </a:lnTo>
                  <a:lnTo>
                    <a:pt x="44082" y="57255"/>
                  </a:lnTo>
                  <a:lnTo>
                    <a:pt x="43945" y="56412"/>
                  </a:lnTo>
                  <a:lnTo>
                    <a:pt x="43663" y="56359"/>
                  </a:lnTo>
                  <a:lnTo>
                    <a:pt x="43155" y="56240"/>
                  </a:lnTo>
                  <a:lnTo>
                    <a:pt x="42711" y="56165"/>
                  </a:lnTo>
                  <a:lnTo>
                    <a:pt x="42421" y="56117"/>
                  </a:lnTo>
                  <a:lnTo>
                    <a:pt x="42032" y="56188"/>
                  </a:lnTo>
                  <a:lnTo>
                    <a:pt x="41691" y="56306"/>
                  </a:lnTo>
                  <a:lnTo>
                    <a:pt x="41192" y="56483"/>
                  </a:lnTo>
                  <a:lnTo>
                    <a:pt x="40711" y="56332"/>
                  </a:lnTo>
                  <a:lnTo>
                    <a:pt x="40542" y="56319"/>
                  </a:lnTo>
                  <a:lnTo>
                    <a:pt x="40272" y="56243"/>
                  </a:lnTo>
                  <a:lnTo>
                    <a:pt x="40034" y="56152"/>
                  </a:lnTo>
                  <a:lnTo>
                    <a:pt x="39452" y="55916"/>
                  </a:lnTo>
                  <a:lnTo>
                    <a:pt x="39063" y="55805"/>
                  </a:lnTo>
                  <a:lnTo>
                    <a:pt x="38932" y="55766"/>
                  </a:lnTo>
                  <a:lnTo>
                    <a:pt x="38651" y="55726"/>
                  </a:lnTo>
                  <a:lnTo>
                    <a:pt x="38501" y="55735"/>
                  </a:lnTo>
                  <a:lnTo>
                    <a:pt x="38097" y="55673"/>
                  </a:lnTo>
                  <a:lnTo>
                    <a:pt x="37581" y="55676"/>
                  </a:lnTo>
                  <a:lnTo>
                    <a:pt x="37214" y="55642"/>
                  </a:lnTo>
                  <a:lnTo>
                    <a:pt x="36737" y="55572"/>
                  </a:lnTo>
                  <a:lnTo>
                    <a:pt x="36352" y="55477"/>
                  </a:lnTo>
                  <a:lnTo>
                    <a:pt x="35862" y="56062"/>
                  </a:lnTo>
                  <a:lnTo>
                    <a:pt x="35330" y="56115"/>
                  </a:lnTo>
                  <a:lnTo>
                    <a:pt x="35298" y="56321"/>
                  </a:lnTo>
                  <a:lnTo>
                    <a:pt x="35158" y="56436"/>
                  </a:lnTo>
                  <a:lnTo>
                    <a:pt x="35089" y="56675"/>
                  </a:lnTo>
                  <a:lnTo>
                    <a:pt x="35041" y="57253"/>
                  </a:lnTo>
                  <a:lnTo>
                    <a:pt x="34888" y="57969"/>
                  </a:lnTo>
                  <a:lnTo>
                    <a:pt x="31546" y="58718"/>
                  </a:lnTo>
                  <a:lnTo>
                    <a:pt x="22658" y="56649"/>
                  </a:lnTo>
                  <a:lnTo>
                    <a:pt x="17114" y="54350"/>
                  </a:lnTo>
                  <a:lnTo>
                    <a:pt x="10931" y="67178"/>
                  </a:lnTo>
                  <a:lnTo>
                    <a:pt x="11109" y="69536"/>
                  </a:lnTo>
                  <a:lnTo>
                    <a:pt x="11088" y="70013"/>
                  </a:lnTo>
                  <a:lnTo>
                    <a:pt x="10980" y="72177"/>
                  </a:lnTo>
                  <a:lnTo>
                    <a:pt x="10932" y="73127"/>
                  </a:lnTo>
                  <a:lnTo>
                    <a:pt x="10847" y="74931"/>
                  </a:lnTo>
                  <a:lnTo>
                    <a:pt x="10834" y="75226"/>
                  </a:lnTo>
                  <a:lnTo>
                    <a:pt x="10821" y="75500"/>
                  </a:lnTo>
                  <a:lnTo>
                    <a:pt x="10793" y="75760"/>
                  </a:lnTo>
                  <a:lnTo>
                    <a:pt x="10743" y="75982"/>
                  </a:lnTo>
                  <a:lnTo>
                    <a:pt x="10601" y="76619"/>
                  </a:lnTo>
                  <a:lnTo>
                    <a:pt x="10474" y="77182"/>
                  </a:lnTo>
                  <a:lnTo>
                    <a:pt x="10372" y="77637"/>
                  </a:lnTo>
                  <a:lnTo>
                    <a:pt x="10316" y="77890"/>
                  </a:lnTo>
                  <a:lnTo>
                    <a:pt x="10209" y="78366"/>
                  </a:lnTo>
                  <a:lnTo>
                    <a:pt x="9301" y="78902"/>
                  </a:lnTo>
                  <a:lnTo>
                    <a:pt x="9117" y="79497"/>
                  </a:lnTo>
                  <a:lnTo>
                    <a:pt x="9051" y="79746"/>
                  </a:lnTo>
                  <a:lnTo>
                    <a:pt x="9074" y="80057"/>
                  </a:lnTo>
                  <a:lnTo>
                    <a:pt x="9133" y="80868"/>
                  </a:lnTo>
                  <a:lnTo>
                    <a:pt x="9224" y="82113"/>
                  </a:lnTo>
                  <a:lnTo>
                    <a:pt x="9313" y="83335"/>
                  </a:lnTo>
                  <a:lnTo>
                    <a:pt x="9575" y="84393"/>
                  </a:lnTo>
                  <a:lnTo>
                    <a:pt x="9735" y="84877"/>
                  </a:lnTo>
                  <a:lnTo>
                    <a:pt x="9883" y="85326"/>
                  </a:lnTo>
                  <a:lnTo>
                    <a:pt x="10420" y="87029"/>
                  </a:lnTo>
                  <a:lnTo>
                    <a:pt x="8875" y="88765"/>
                  </a:lnTo>
                  <a:lnTo>
                    <a:pt x="8617" y="89057"/>
                  </a:lnTo>
                  <a:lnTo>
                    <a:pt x="7182" y="91619"/>
                  </a:lnTo>
                  <a:lnTo>
                    <a:pt x="6977" y="91986"/>
                  </a:lnTo>
                  <a:lnTo>
                    <a:pt x="6398" y="93004"/>
                  </a:lnTo>
                  <a:lnTo>
                    <a:pt x="6166" y="93413"/>
                  </a:lnTo>
                  <a:lnTo>
                    <a:pt x="5884" y="93908"/>
                  </a:lnTo>
                  <a:lnTo>
                    <a:pt x="6236" y="94239"/>
                  </a:lnTo>
                  <a:lnTo>
                    <a:pt x="6601" y="94582"/>
                  </a:lnTo>
                  <a:lnTo>
                    <a:pt x="8790" y="96638"/>
                  </a:lnTo>
                  <a:lnTo>
                    <a:pt x="9225" y="97434"/>
                  </a:lnTo>
                  <a:lnTo>
                    <a:pt x="9997" y="98870"/>
                  </a:lnTo>
                  <a:lnTo>
                    <a:pt x="11946" y="102500"/>
                  </a:lnTo>
                  <a:lnTo>
                    <a:pt x="12211" y="102992"/>
                  </a:lnTo>
                  <a:lnTo>
                    <a:pt x="12335" y="103223"/>
                  </a:lnTo>
                  <a:lnTo>
                    <a:pt x="12763" y="104071"/>
                  </a:lnTo>
                  <a:lnTo>
                    <a:pt x="13081" y="104700"/>
                  </a:lnTo>
                  <a:lnTo>
                    <a:pt x="13053" y="105043"/>
                  </a:lnTo>
                  <a:lnTo>
                    <a:pt x="13016" y="105501"/>
                  </a:lnTo>
                  <a:lnTo>
                    <a:pt x="12926" y="106596"/>
                  </a:lnTo>
                  <a:lnTo>
                    <a:pt x="13284" y="106925"/>
                  </a:lnTo>
                  <a:lnTo>
                    <a:pt x="13792" y="107393"/>
                  </a:lnTo>
                  <a:lnTo>
                    <a:pt x="14168" y="107739"/>
                  </a:lnTo>
                  <a:lnTo>
                    <a:pt x="14620" y="108153"/>
                  </a:lnTo>
                  <a:lnTo>
                    <a:pt x="15020" y="108520"/>
                  </a:lnTo>
                  <a:lnTo>
                    <a:pt x="15553" y="109008"/>
                  </a:lnTo>
                  <a:lnTo>
                    <a:pt x="16412" y="109795"/>
                  </a:lnTo>
                  <a:lnTo>
                    <a:pt x="16651" y="110472"/>
                  </a:lnTo>
                  <a:lnTo>
                    <a:pt x="16851" y="110671"/>
                  </a:lnTo>
                  <a:lnTo>
                    <a:pt x="17249" y="111144"/>
                  </a:lnTo>
                  <a:lnTo>
                    <a:pt x="17456" y="111491"/>
                  </a:lnTo>
                  <a:lnTo>
                    <a:pt x="17629" y="111762"/>
                  </a:lnTo>
                  <a:lnTo>
                    <a:pt x="17846" y="112009"/>
                  </a:lnTo>
                  <a:lnTo>
                    <a:pt x="18215" y="112788"/>
                  </a:lnTo>
                  <a:lnTo>
                    <a:pt x="18462" y="113104"/>
                  </a:lnTo>
                  <a:lnTo>
                    <a:pt x="18627" y="113308"/>
                  </a:lnTo>
                  <a:lnTo>
                    <a:pt x="18955" y="113649"/>
                  </a:lnTo>
                  <a:lnTo>
                    <a:pt x="19855" y="114905"/>
                  </a:lnTo>
                  <a:lnTo>
                    <a:pt x="20041" y="115093"/>
                  </a:lnTo>
                  <a:lnTo>
                    <a:pt x="20428" y="115486"/>
                  </a:lnTo>
                  <a:lnTo>
                    <a:pt x="20788" y="115852"/>
                  </a:lnTo>
                  <a:lnTo>
                    <a:pt x="20868" y="116483"/>
                  </a:lnTo>
                  <a:lnTo>
                    <a:pt x="20946" y="117058"/>
                  </a:lnTo>
                  <a:lnTo>
                    <a:pt x="20966" y="117701"/>
                  </a:lnTo>
                  <a:lnTo>
                    <a:pt x="20951" y="117848"/>
                  </a:lnTo>
                  <a:lnTo>
                    <a:pt x="20919" y="118146"/>
                  </a:lnTo>
                  <a:lnTo>
                    <a:pt x="20903" y="118299"/>
                  </a:lnTo>
                  <a:lnTo>
                    <a:pt x="20863" y="118681"/>
                  </a:lnTo>
                  <a:lnTo>
                    <a:pt x="20832" y="118990"/>
                  </a:lnTo>
                  <a:lnTo>
                    <a:pt x="20819" y="119133"/>
                  </a:lnTo>
                  <a:lnTo>
                    <a:pt x="20793" y="119395"/>
                  </a:lnTo>
                  <a:lnTo>
                    <a:pt x="20811" y="119537"/>
                  </a:lnTo>
                  <a:lnTo>
                    <a:pt x="20831" y="119682"/>
                  </a:lnTo>
                  <a:lnTo>
                    <a:pt x="20871" y="119983"/>
                  </a:lnTo>
                  <a:lnTo>
                    <a:pt x="20903" y="120210"/>
                  </a:lnTo>
                  <a:lnTo>
                    <a:pt x="20925" y="120361"/>
                  </a:lnTo>
                  <a:lnTo>
                    <a:pt x="20948" y="120512"/>
                  </a:lnTo>
                  <a:lnTo>
                    <a:pt x="20984" y="120762"/>
                  </a:lnTo>
                  <a:lnTo>
                    <a:pt x="21070" y="121105"/>
                  </a:lnTo>
                  <a:lnTo>
                    <a:pt x="21041" y="122315"/>
                  </a:lnTo>
                  <a:lnTo>
                    <a:pt x="21036" y="122464"/>
                  </a:lnTo>
                  <a:lnTo>
                    <a:pt x="21026" y="122623"/>
                  </a:lnTo>
                  <a:lnTo>
                    <a:pt x="21084" y="122757"/>
                  </a:lnTo>
                  <a:lnTo>
                    <a:pt x="21120" y="122945"/>
                  </a:lnTo>
                  <a:lnTo>
                    <a:pt x="21152" y="123073"/>
                  </a:lnTo>
                  <a:lnTo>
                    <a:pt x="21211" y="123452"/>
                  </a:lnTo>
                  <a:lnTo>
                    <a:pt x="21173" y="123604"/>
                  </a:lnTo>
                  <a:lnTo>
                    <a:pt x="21113" y="123888"/>
                  </a:lnTo>
                  <a:lnTo>
                    <a:pt x="21133" y="124025"/>
                  </a:lnTo>
                  <a:lnTo>
                    <a:pt x="21186" y="124241"/>
                  </a:lnTo>
                  <a:lnTo>
                    <a:pt x="21228" y="124387"/>
                  </a:lnTo>
                  <a:lnTo>
                    <a:pt x="21280" y="124556"/>
                  </a:lnTo>
                  <a:lnTo>
                    <a:pt x="21320" y="124769"/>
                  </a:lnTo>
                  <a:lnTo>
                    <a:pt x="20331" y="125204"/>
                  </a:lnTo>
                  <a:lnTo>
                    <a:pt x="20198" y="125253"/>
                  </a:lnTo>
                  <a:lnTo>
                    <a:pt x="19901" y="125372"/>
                  </a:lnTo>
                  <a:lnTo>
                    <a:pt x="19595" y="125508"/>
                  </a:lnTo>
                  <a:lnTo>
                    <a:pt x="19368" y="125636"/>
                  </a:lnTo>
                  <a:lnTo>
                    <a:pt x="18985" y="125813"/>
                  </a:lnTo>
                  <a:lnTo>
                    <a:pt x="18691" y="125925"/>
                  </a:lnTo>
                  <a:lnTo>
                    <a:pt x="18297" y="126144"/>
                  </a:lnTo>
                  <a:lnTo>
                    <a:pt x="18572" y="126544"/>
                  </a:lnTo>
                  <a:lnTo>
                    <a:pt x="18804" y="126834"/>
                  </a:lnTo>
                  <a:lnTo>
                    <a:pt x="18945" y="127013"/>
                  </a:lnTo>
                  <a:lnTo>
                    <a:pt x="19043" y="127196"/>
                  </a:lnTo>
                  <a:lnTo>
                    <a:pt x="19206" y="127601"/>
                  </a:lnTo>
                  <a:lnTo>
                    <a:pt x="19280" y="127853"/>
                  </a:lnTo>
                  <a:lnTo>
                    <a:pt x="19405" y="128277"/>
                  </a:lnTo>
                  <a:lnTo>
                    <a:pt x="19481" y="128530"/>
                  </a:lnTo>
                  <a:lnTo>
                    <a:pt x="19588" y="128901"/>
                  </a:lnTo>
                  <a:lnTo>
                    <a:pt x="19684" y="129135"/>
                  </a:lnTo>
                  <a:lnTo>
                    <a:pt x="20045" y="129763"/>
                  </a:lnTo>
                  <a:lnTo>
                    <a:pt x="20470" y="130459"/>
                  </a:lnTo>
                  <a:lnTo>
                    <a:pt x="20930" y="131230"/>
                  </a:lnTo>
                  <a:lnTo>
                    <a:pt x="21763" y="132635"/>
                  </a:lnTo>
                  <a:lnTo>
                    <a:pt x="22155" y="133759"/>
                  </a:lnTo>
                  <a:lnTo>
                    <a:pt x="22303" y="134183"/>
                  </a:lnTo>
                  <a:lnTo>
                    <a:pt x="22617" y="135475"/>
                  </a:lnTo>
                  <a:lnTo>
                    <a:pt x="23059" y="137058"/>
                  </a:lnTo>
                  <a:lnTo>
                    <a:pt x="23064" y="137323"/>
                  </a:lnTo>
                  <a:lnTo>
                    <a:pt x="21307" y="139391"/>
                  </a:lnTo>
                  <a:lnTo>
                    <a:pt x="18754" y="139808"/>
                  </a:lnTo>
                  <a:lnTo>
                    <a:pt x="16651" y="140438"/>
                  </a:lnTo>
                  <a:lnTo>
                    <a:pt x="16474" y="140311"/>
                  </a:lnTo>
                  <a:lnTo>
                    <a:pt x="16171" y="140273"/>
                  </a:lnTo>
                  <a:lnTo>
                    <a:pt x="16032" y="140432"/>
                  </a:lnTo>
                  <a:lnTo>
                    <a:pt x="15128" y="140403"/>
                  </a:lnTo>
                  <a:lnTo>
                    <a:pt x="14870" y="140391"/>
                  </a:lnTo>
                  <a:lnTo>
                    <a:pt x="14734" y="140378"/>
                  </a:lnTo>
                  <a:lnTo>
                    <a:pt x="13812" y="140307"/>
                  </a:lnTo>
                  <a:lnTo>
                    <a:pt x="13324" y="140301"/>
                  </a:lnTo>
                  <a:lnTo>
                    <a:pt x="13002" y="140694"/>
                  </a:lnTo>
                  <a:lnTo>
                    <a:pt x="12774" y="140966"/>
                  </a:lnTo>
                  <a:lnTo>
                    <a:pt x="12459" y="141343"/>
                  </a:lnTo>
                  <a:lnTo>
                    <a:pt x="12331" y="142083"/>
                  </a:lnTo>
                  <a:lnTo>
                    <a:pt x="12532" y="142253"/>
                  </a:lnTo>
                  <a:lnTo>
                    <a:pt x="12568" y="142615"/>
                  </a:lnTo>
                  <a:lnTo>
                    <a:pt x="12583" y="143155"/>
                  </a:lnTo>
                  <a:lnTo>
                    <a:pt x="12586" y="143524"/>
                  </a:lnTo>
                  <a:lnTo>
                    <a:pt x="12591" y="144211"/>
                  </a:lnTo>
                  <a:lnTo>
                    <a:pt x="12592" y="144461"/>
                  </a:lnTo>
                  <a:lnTo>
                    <a:pt x="12591" y="144673"/>
                  </a:lnTo>
                  <a:lnTo>
                    <a:pt x="12585" y="144828"/>
                  </a:lnTo>
                  <a:lnTo>
                    <a:pt x="12580" y="144973"/>
                  </a:lnTo>
                  <a:lnTo>
                    <a:pt x="12572" y="145268"/>
                  </a:lnTo>
                  <a:lnTo>
                    <a:pt x="12569" y="145454"/>
                  </a:lnTo>
                  <a:lnTo>
                    <a:pt x="12558" y="145975"/>
                  </a:lnTo>
                  <a:lnTo>
                    <a:pt x="12552" y="146254"/>
                  </a:lnTo>
                  <a:lnTo>
                    <a:pt x="12548" y="146490"/>
                  </a:lnTo>
                  <a:lnTo>
                    <a:pt x="12546" y="146688"/>
                  </a:lnTo>
                  <a:lnTo>
                    <a:pt x="12480" y="147181"/>
                  </a:lnTo>
                  <a:lnTo>
                    <a:pt x="12411" y="147377"/>
                  </a:lnTo>
                  <a:lnTo>
                    <a:pt x="12298" y="147577"/>
                  </a:lnTo>
                  <a:lnTo>
                    <a:pt x="12216" y="147731"/>
                  </a:lnTo>
                  <a:lnTo>
                    <a:pt x="12022" y="148118"/>
                  </a:lnTo>
                  <a:lnTo>
                    <a:pt x="11914" y="148278"/>
                  </a:lnTo>
                  <a:lnTo>
                    <a:pt x="11760" y="148512"/>
                  </a:lnTo>
                  <a:lnTo>
                    <a:pt x="11296" y="149373"/>
                  </a:lnTo>
                  <a:lnTo>
                    <a:pt x="11120" y="149699"/>
                  </a:lnTo>
                  <a:lnTo>
                    <a:pt x="11009" y="149913"/>
                  </a:lnTo>
                  <a:lnTo>
                    <a:pt x="11264" y="150198"/>
                  </a:lnTo>
                  <a:lnTo>
                    <a:pt x="11506" y="150470"/>
                  </a:lnTo>
                  <a:lnTo>
                    <a:pt x="11765" y="150758"/>
                  </a:lnTo>
                  <a:lnTo>
                    <a:pt x="12202" y="151257"/>
                  </a:lnTo>
                  <a:lnTo>
                    <a:pt x="13642" y="153487"/>
                  </a:lnTo>
                  <a:lnTo>
                    <a:pt x="13986" y="154032"/>
                  </a:lnTo>
                  <a:lnTo>
                    <a:pt x="14152" y="154285"/>
                  </a:lnTo>
                  <a:lnTo>
                    <a:pt x="14383" y="154598"/>
                  </a:lnTo>
                  <a:lnTo>
                    <a:pt x="14727" y="155382"/>
                  </a:lnTo>
                  <a:lnTo>
                    <a:pt x="14761" y="155625"/>
                  </a:lnTo>
                  <a:lnTo>
                    <a:pt x="14787" y="155817"/>
                  </a:lnTo>
                  <a:lnTo>
                    <a:pt x="14979" y="156661"/>
                  </a:lnTo>
                  <a:lnTo>
                    <a:pt x="15048" y="157009"/>
                  </a:lnTo>
                  <a:lnTo>
                    <a:pt x="15122" y="157446"/>
                  </a:lnTo>
                  <a:lnTo>
                    <a:pt x="15325" y="158343"/>
                  </a:lnTo>
                  <a:lnTo>
                    <a:pt x="15391" y="158528"/>
                  </a:lnTo>
                  <a:lnTo>
                    <a:pt x="15460" y="158733"/>
                  </a:lnTo>
                  <a:lnTo>
                    <a:pt x="15493" y="159111"/>
                  </a:lnTo>
                  <a:lnTo>
                    <a:pt x="15340" y="159968"/>
                  </a:lnTo>
                  <a:lnTo>
                    <a:pt x="15094" y="160735"/>
                  </a:lnTo>
                  <a:lnTo>
                    <a:pt x="15058" y="160900"/>
                  </a:lnTo>
                  <a:lnTo>
                    <a:pt x="15009" y="161035"/>
                  </a:lnTo>
                  <a:lnTo>
                    <a:pt x="14998" y="161178"/>
                  </a:lnTo>
                  <a:lnTo>
                    <a:pt x="14945" y="161333"/>
                  </a:lnTo>
                  <a:lnTo>
                    <a:pt x="14927" y="161620"/>
                  </a:lnTo>
                  <a:lnTo>
                    <a:pt x="14913" y="162218"/>
                  </a:lnTo>
                  <a:lnTo>
                    <a:pt x="14777" y="163088"/>
                  </a:lnTo>
                  <a:lnTo>
                    <a:pt x="14729" y="163302"/>
                  </a:lnTo>
                  <a:lnTo>
                    <a:pt x="14639" y="163726"/>
                  </a:lnTo>
                  <a:lnTo>
                    <a:pt x="14454" y="164525"/>
                  </a:lnTo>
                  <a:lnTo>
                    <a:pt x="14329" y="165006"/>
                  </a:lnTo>
                  <a:lnTo>
                    <a:pt x="14271" y="165196"/>
                  </a:lnTo>
                  <a:lnTo>
                    <a:pt x="14250" y="165327"/>
                  </a:lnTo>
                  <a:lnTo>
                    <a:pt x="13710" y="166231"/>
                  </a:lnTo>
                  <a:lnTo>
                    <a:pt x="12810" y="166255"/>
                  </a:lnTo>
                  <a:lnTo>
                    <a:pt x="12552" y="166248"/>
                  </a:lnTo>
                  <a:lnTo>
                    <a:pt x="12339" y="166223"/>
                  </a:lnTo>
                  <a:lnTo>
                    <a:pt x="12521" y="167050"/>
                  </a:lnTo>
                  <a:lnTo>
                    <a:pt x="12566" y="167544"/>
                  </a:lnTo>
                  <a:lnTo>
                    <a:pt x="12560" y="167678"/>
                  </a:lnTo>
                  <a:lnTo>
                    <a:pt x="12554" y="167845"/>
                  </a:lnTo>
                  <a:lnTo>
                    <a:pt x="12584" y="168076"/>
                  </a:lnTo>
                  <a:lnTo>
                    <a:pt x="12622" y="168374"/>
                  </a:lnTo>
                  <a:lnTo>
                    <a:pt x="12643" y="168597"/>
                  </a:lnTo>
                  <a:lnTo>
                    <a:pt x="12658" y="168847"/>
                  </a:lnTo>
                  <a:lnTo>
                    <a:pt x="12596" y="169230"/>
                  </a:lnTo>
                  <a:lnTo>
                    <a:pt x="12469" y="169594"/>
                  </a:lnTo>
                  <a:lnTo>
                    <a:pt x="12295" y="170161"/>
                  </a:lnTo>
                  <a:lnTo>
                    <a:pt x="12333" y="170304"/>
                  </a:lnTo>
                  <a:lnTo>
                    <a:pt x="12047" y="171059"/>
                  </a:lnTo>
                  <a:lnTo>
                    <a:pt x="12052" y="173044"/>
                  </a:lnTo>
                  <a:lnTo>
                    <a:pt x="12023" y="173255"/>
                  </a:lnTo>
                  <a:lnTo>
                    <a:pt x="11842" y="174264"/>
                  </a:lnTo>
                  <a:lnTo>
                    <a:pt x="10687" y="175718"/>
                  </a:lnTo>
                  <a:lnTo>
                    <a:pt x="10122" y="175085"/>
                  </a:lnTo>
                  <a:lnTo>
                    <a:pt x="9964" y="174886"/>
                  </a:lnTo>
                  <a:lnTo>
                    <a:pt x="9853" y="174619"/>
                  </a:lnTo>
                  <a:lnTo>
                    <a:pt x="9581" y="174592"/>
                  </a:lnTo>
                  <a:lnTo>
                    <a:pt x="9225" y="174750"/>
                  </a:lnTo>
                  <a:lnTo>
                    <a:pt x="9031" y="174823"/>
                  </a:lnTo>
                  <a:lnTo>
                    <a:pt x="8525" y="175092"/>
                  </a:lnTo>
                  <a:lnTo>
                    <a:pt x="8402" y="175285"/>
                  </a:lnTo>
                  <a:lnTo>
                    <a:pt x="8277" y="175502"/>
                  </a:lnTo>
                  <a:lnTo>
                    <a:pt x="8158" y="175760"/>
                  </a:lnTo>
                  <a:lnTo>
                    <a:pt x="8101" y="175956"/>
                  </a:lnTo>
                  <a:lnTo>
                    <a:pt x="7839" y="176257"/>
                  </a:lnTo>
                  <a:lnTo>
                    <a:pt x="7780" y="176816"/>
                  </a:lnTo>
                  <a:lnTo>
                    <a:pt x="8906" y="177208"/>
                  </a:lnTo>
                  <a:lnTo>
                    <a:pt x="9139" y="177434"/>
                  </a:lnTo>
                  <a:lnTo>
                    <a:pt x="9225" y="177609"/>
                  </a:lnTo>
                  <a:lnTo>
                    <a:pt x="10947" y="180158"/>
                  </a:lnTo>
                  <a:lnTo>
                    <a:pt x="10627" y="183035"/>
                  </a:lnTo>
                  <a:lnTo>
                    <a:pt x="10153" y="187304"/>
                  </a:lnTo>
                  <a:lnTo>
                    <a:pt x="3276" y="177620"/>
                  </a:lnTo>
                  <a:lnTo>
                    <a:pt x="2662" y="182731"/>
                  </a:lnTo>
                  <a:lnTo>
                    <a:pt x="254" y="183051"/>
                  </a:lnTo>
                  <a:lnTo>
                    <a:pt x="0" y="185585"/>
                  </a:lnTo>
                  <a:lnTo>
                    <a:pt x="37" y="186125"/>
                  </a:lnTo>
                  <a:lnTo>
                    <a:pt x="205" y="188740"/>
                  </a:lnTo>
                  <a:lnTo>
                    <a:pt x="276" y="189727"/>
                  </a:lnTo>
                  <a:lnTo>
                    <a:pt x="322" y="190359"/>
                  </a:lnTo>
                  <a:lnTo>
                    <a:pt x="612" y="194578"/>
                  </a:lnTo>
                  <a:lnTo>
                    <a:pt x="1277" y="204257"/>
                  </a:lnTo>
                  <a:lnTo>
                    <a:pt x="2210" y="215019"/>
                  </a:lnTo>
                  <a:lnTo>
                    <a:pt x="23975" y="267255"/>
                  </a:lnTo>
                  <a:lnTo>
                    <a:pt x="26766" y="266090"/>
                  </a:lnTo>
                  <a:lnTo>
                    <a:pt x="29313" y="265027"/>
                  </a:lnTo>
                  <a:lnTo>
                    <a:pt x="31069" y="264294"/>
                  </a:lnTo>
                  <a:lnTo>
                    <a:pt x="37642" y="261551"/>
                  </a:lnTo>
                  <a:lnTo>
                    <a:pt x="39857" y="260626"/>
                  </a:lnTo>
                  <a:lnTo>
                    <a:pt x="42583" y="260117"/>
                  </a:lnTo>
                  <a:lnTo>
                    <a:pt x="48594" y="258993"/>
                  </a:lnTo>
                  <a:lnTo>
                    <a:pt x="51187" y="258509"/>
                  </a:lnTo>
                  <a:lnTo>
                    <a:pt x="58199" y="257198"/>
                  </a:lnTo>
                  <a:lnTo>
                    <a:pt x="66633" y="255621"/>
                  </a:lnTo>
                  <a:lnTo>
                    <a:pt x="68248" y="255295"/>
                  </a:lnTo>
                  <a:lnTo>
                    <a:pt x="69374" y="255050"/>
                  </a:lnTo>
                  <a:lnTo>
                    <a:pt x="71510" y="255376"/>
                  </a:lnTo>
                  <a:lnTo>
                    <a:pt x="73683" y="255708"/>
                  </a:lnTo>
                  <a:close/>
                </a:path>
              </a:pathLst>
            </a:custGeom>
            <a:solidFill>
              <a:srgbClr val="74919E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10"/>
            <p:cNvSpPr/>
            <p:nvPr/>
          </p:nvSpPr>
          <p:spPr>
            <a:xfrm>
              <a:off x="3589648" y="5298386"/>
              <a:ext cx="62950" cy="94236"/>
            </a:xfrm>
            <a:custGeom>
              <a:avLst/>
              <a:pathLst>
                <a:path w="62950" h="94236">
                  <a:moveTo>
                    <a:pt x="36128" y="88867"/>
                  </a:moveTo>
                  <a:lnTo>
                    <a:pt x="36420" y="88976"/>
                  </a:lnTo>
                  <a:lnTo>
                    <a:pt x="37248" y="89501"/>
                  </a:lnTo>
                  <a:lnTo>
                    <a:pt x="37915" y="89760"/>
                  </a:lnTo>
                  <a:lnTo>
                    <a:pt x="38177" y="89842"/>
                  </a:lnTo>
                  <a:lnTo>
                    <a:pt x="38779" y="89942"/>
                  </a:lnTo>
                  <a:lnTo>
                    <a:pt x="40275" y="89480"/>
                  </a:lnTo>
                  <a:lnTo>
                    <a:pt x="41442" y="90404"/>
                  </a:lnTo>
                  <a:lnTo>
                    <a:pt x="41552" y="91188"/>
                  </a:lnTo>
                  <a:lnTo>
                    <a:pt x="41594" y="91327"/>
                  </a:lnTo>
                  <a:lnTo>
                    <a:pt x="41656" y="91531"/>
                  </a:lnTo>
                  <a:lnTo>
                    <a:pt x="42037" y="91597"/>
                  </a:lnTo>
                  <a:lnTo>
                    <a:pt x="42193" y="91624"/>
                  </a:lnTo>
                  <a:lnTo>
                    <a:pt x="42380" y="91656"/>
                  </a:lnTo>
                  <a:lnTo>
                    <a:pt x="42636" y="91700"/>
                  </a:lnTo>
                  <a:lnTo>
                    <a:pt x="43065" y="91774"/>
                  </a:lnTo>
                  <a:lnTo>
                    <a:pt x="43274" y="91811"/>
                  </a:lnTo>
                  <a:lnTo>
                    <a:pt x="45060" y="92261"/>
                  </a:lnTo>
                  <a:lnTo>
                    <a:pt x="45722" y="92229"/>
                  </a:lnTo>
                  <a:lnTo>
                    <a:pt x="45704" y="92465"/>
                  </a:lnTo>
                  <a:lnTo>
                    <a:pt x="45691" y="92594"/>
                  </a:lnTo>
                  <a:lnTo>
                    <a:pt x="45710" y="92754"/>
                  </a:lnTo>
                  <a:lnTo>
                    <a:pt x="45782" y="93047"/>
                  </a:lnTo>
                  <a:lnTo>
                    <a:pt x="46349" y="93981"/>
                  </a:lnTo>
                  <a:lnTo>
                    <a:pt x="46745" y="94236"/>
                  </a:lnTo>
                  <a:lnTo>
                    <a:pt x="47216" y="94186"/>
                  </a:lnTo>
                  <a:lnTo>
                    <a:pt x="47721" y="93831"/>
                  </a:lnTo>
                  <a:lnTo>
                    <a:pt x="48326" y="93491"/>
                  </a:lnTo>
                  <a:lnTo>
                    <a:pt x="48468" y="93493"/>
                  </a:lnTo>
                  <a:lnTo>
                    <a:pt x="48663" y="93509"/>
                  </a:lnTo>
                  <a:lnTo>
                    <a:pt x="50664" y="93850"/>
                  </a:lnTo>
                  <a:lnTo>
                    <a:pt x="51075" y="93095"/>
                  </a:lnTo>
                  <a:lnTo>
                    <a:pt x="51398" y="92962"/>
                  </a:lnTo>
                  <a:lnTo>
                    <a:pt x="51810" y="92654"/>
                  </a:lnTo>
                  <a:lnTo>
                    <a:pt x="51915" y="92514"/>
                  </a:lnTo>
                  <a:lnTo>
                    <a:pt x="52094" y="92257"/>
                  </a:lnTo>
                  <a:lnTo>
                    <a:pt x="52270" y="92159"/>
                  </a:lnTo>
                  <a:lnTo>
                    <a:pt x="52336" y="91806"/>
                  </a:lnTo>
                  <a:lnTo>
                    <a:pt x="53046" y="91124"/>
                  </a:lnTo>
                  <a:lnTo>
                    <a:pt x="53273" y="90476"/>
                  </a:lnTo>
                  <a:lnTo>
                    <a:pt x="53488" y="90340"/>
                  </a:lnTo>
                  <a:lnTo>
                    <a:pt x="54237" y="90121"/>
                  </a:lnTo>
                  <a:lnTo>
                    <a:pt x="56425" y="89676"/>
                  </a:lnTo>
                  <a:lnTo>
                    <a:pt x="57975" y="89386"/>
                  </a:lnTo>
                  <a:lnTo>
                    <a:pt x="58876" y="88612"/>
                  </a:lnTo>
                  <a:lnTo>
                    <a:pt x="58812" y="88183"/>
                  </a:lnTo>
                  <a:lnTo>
                    <a:pt x="58746" y="87827"/>
                  </a:lnTo>
                  <a:lnTo>
                    <a:pt x="58476" y="87326"/>
                  </a:lnTo>
                  <a:lnTo>
                    <a:pt x="57681" y="84853"/>
                  </a:lnTo>
                  <a:lnTo>
                    <a:pt x="57576" y="84526"/>
                  </a:lnTo>
                  <a:lnTo>
                    <a:pt x="57101" y="82847"/>
                  </a:lnTo>
                  <a:lnTo>
                    <a:pt x="56909" y="82363"/>
                  </a:lnTo>
                  <a:lnTo>
                    <a:pt x="55930" y="80489"/>
                  </a:lnTo>
                  <a:lnTo>
                    <a:pt x="55585" y="79148"/>
                  </a:lnTo>
                  <a:lnTo>
                    <a:pt x="55533" y="78799"/>
                  </a:lnTo>
                  <a:lnTo>
                    <a:pt x="55363" y="77673"/>
                  </a:lnTo>
                  <a:lnTo>
                    <a:pt x="55846" y="76173"/>
                  </a:lnTo>
                  <a:lnTo>
                    <a:pt x="55809" y="75511"/>
                  </a:lnTo>
                  <a:lnTo>
                    <a:pt x="55759" y="74592"/>
                  </a:lnTo>
                  <a:lnTo>
                    <a:pt x="55694" y="73414"/>
                  </a:lnTo>
                  <a:lnTo>
                    <a:pt x="55946" y="72466"/>
                  </a:lnTo>
                  <a:lnTo>
                    <a:pt x="56442" y="70091"/>
                  </a:lnTo>
                  <a:lnTo>
                    <a:pt x="56571" y="69079"/>
                  </a:lnTo>
                  <a:lnTo>
                    <a:pt x="57441" y="65087"/>
                  </a:lnTo>
                  <a:lnTo>
                    <a:pt x="57542" y="64656"/>
                  </a:lnTo>
                  <a:lnTo>
                    <a:pt x="58158" y="62651"/>
                  </a:lnTo>
                  <a:lnTo>
                    <a:pt x="58209" y="62417"/>
                  </a:lnTo>
                  <a:lnTo>
                    <a:pt x="58337" y="62128"/>
                  </a:lnTo>
                  <a:lnTo>
                    <a:pt x="58380" y="61785"/>
                  </a:lnTo>
                  <a:lnTo>
                    <a:pt x="58746" y="61065"/>
                  </a:lnTo>
                  <a:lnTo>
                    <a:pt x="58932" y="60699"/>
                  </a:lnTo>
                  <a:lnTo>
                    <a:pt x="59047" y="60549"/>
                  </a:lnTo>
                  <a:lnTo>
                    <a:pt x="59327" y="60160"/>
                  </a:lnTo>
                  <a:lnTo>
                    <a:pt x="59817" y="59259"/>
                  </a:lnTo>
                  <a:lnTo>
                    <a:pt x="60013" y="59051"/>
                  </a:lnTo>
                  <a:lnTo>
                    <a:pt x="62160" y="57260"/>
                  </a:lnTo>
                  <a:lnTo>
                    <a:pt x="62623" y="55874"/>
                  </a:lnTo>
                  <a:lnTo>
                    <a:pt x="62950" y="55489"/>
                  </a:lnTo>
                  <a:lnTo>
                    <a:pt x="62511" y="54887"/>
                  </a:lnTo>
                  <a:lnTo>
                    <a:pt x="61672" y="53617"/>
                  </a:lnTo>
                  <a:lnTo>
                    <a:pt x="61492" y="52821"/>
                  </a:lnTo>
                  <a:lnTo>
                    <a:pt x="61293" y="51838"/>
                  </a:lnTo>
                  <a:lnTo>
                    <a:pt x="61222" y="51583"/>
                  </a:lnTo>
                  <a:lnTo>
                    <a:pt x="61250" y="51405"/>
                  </a:lnTo>
                  <a:lnTo>
                    <a:pt x="61345" y="51207"/>
                  </a:lnTo>
                  <a:lnTo>
                    <a:pt x="61426" y="50880"/>
                  </a:lnTo>
                  <a:lnTo>
                    <a:pt x="61418" y="50712"/>
                  </a:lnTo>
                  <a:lnTo>
                    <a:pt x="61429" y="50468"/>
                  </a:lnTo>
                  <a:lnTo>
                    <a:pt x="61444" y="50304"/>
                  </a:lnTo>
                  <a:lnTo>
                    <a:pt x="61447" y="50098"/>
                  </a:lnTo>
                  <a:lnTo>
                    <a:pt x="61421" y="49897"/>
                  </a:lnTo>
                  <a:lnTo>
                    <a:pt x="61417" y="49734"/>
                  </a:lnTo>
                  <a:lnTo>
                    <a:pt x="61366" y="49491"/>
                  </a:lnTo>
                  <a:lnTo>
                    <a:pt x="61192" y="49006"/>
                  </a:lnTo>
                  <a:lnTo>
                    <a:pt x="61107" y="48724"/>
                  </a:lnTo>
                  <a:lnTo>
                    <a:pt x="60961" y="48397"/>
                  </a:lnTo>
                  <a:lnTo>
                    <a:pt x="60251" y="46654"/>
                  </a:lnTo>
                  <a:lnTo>
                    <a:pt x="60170" y="46317"/>
                  </a:lnTo>
                  <a:lnTo>
                    <a:pt x="59981" y="45620"/>
                  </a:lnTo>
                  <a:lnTo>
                    <a:pt x="59627" y="45474"/>
                  </a:lnTo>
                  <a:lnTo>
                    <a:pt x="59466" y="45436"/>
                  </a:lnTo>
                  <a:lnTo>
                    <a:pt x="58883" y="45324"/>
                  </a:lnTo>
                  <a:lnTo>
                    <a:pt x="57767" y="46442"/>
                  </a:lnTo>
                  <a:lnTo>
                    <a:pt x="57466" y="46466"/>
                  </a:lnTo>
                  <a:lnTo>
                    <a:pt x="57129" y="46296"/>
                  </a:lnTo>
                  <a:lnTo>
                    <a:pt x="56902" y="46336"/>
                  </a:lnTo>
                  <a:lnTo>
                    <a:pt x="56107" y="46338"/>
                  </a:lnTo>
                  <a:lnTo>
                    <a:pt x="55322" y="46154"/>
                  </a:lnTo>
                  <a:lnTo>
                    <a:pt x="55095" y="45996"/>
                  </a:lnTo>
                  <a:lnTo>
                    <a:pt x="54890" y="45806"/>
                  </a:lnTo>
                  <a:lnTo>
                    <a:pt x="54708" y="45658"/>
                  </a:lnTo>
                  <a:lnTo>
                    <a:pt x="54554" y="45514"/>
                  </a:lnTo>
                  <a:lnTo>
                    <a:pt x="53900" y="45000"/>
                  </a:lnTo>
                  <a:lnTo>
                    <a:pt x="53708" y="44940"/>
                  </a:lnTo>
                  <a:lnTo>
                    <a:pt x="53575" y="44882"/>
                  </a:lnTo>
                  <a:lnTo>
                    <a:pt x="53229" y="44704"/>
                  </a:lnTo>
                  <a:lnTo>
                    <a:pt x="52425" y="43427"/>
                  </a:lnTo>
                  <a:lnTo>
                    <a:pt x="52243" y="43255"/>
                  </a:lnTo>
                  <a:lnTo>
                    <a:pt x="51919" y="42984"/>
                  </a:lnTo>
                  <a:lnTo>
                    <a:pt x="50292" y="40906"/>
                  </a:lnTo>
                  <a:lnTo>
                    <a:pt x="49638" y="40008"/>
                  </a:lnTo>
                  <a:lnTo>
                    <a:pt x="47875" y="38884"/>
                  </a:lnTo>
                  <a:lnTo>
                    <a:pt x="47872" y="38684"/>
                  </a:lnTo>
                  <a:lnTo>
                    <a:pt x="47814" y="38503"/>
                  </a:lnTo>
                  <a:lnTo>
                    <a:pt x="47826" y="38246"/>
                  </a:lnTo>
                  <a:lnTo>
                    <a:pt x="47716" y="37962"/>
                  </a:lnTo>
                  <a:lnTo>
                    <a:pt x="47341" y="36471"/>
                  </a:lnTo>
                  <a:lnTo>
                    <a:pt x="47325" y="35530"/>
                  </a:lnTo>
                  <a:lnTo>
                    <a:pt x="47026" y="34725"/>
                  </a:lnTo>
                  <a:lnTo>
                    <a:pt x="46950" y="34540"/>
                  </a:lnTo>
                  <a:lnTo>
                    <a:pt x="46911" y="34025"/>
                  </a:lnTo>
                  <a:lnTo>
                    <a:pt x="44825" y="31869"/>
                  </a:lnTo>
                  <a:lnTo>
                    <a:pt x="44910" y="29930"/>
                  </a:lnTo>
                  <a:lnTo>
                    <a:pt x="45301" y="29490"/>
                  </a:lnTo>
                  <a:lnTo>
                    <a:pt x="45633" y="28747"/>
                  </a:lnTo>
                  <a:lnTo>
                    <a:pt x="45586" y="28575"/>
                  </a:lnTo>
                  <a:lnTo>
                    <a:pt x="45644" y="28351"/>
                  </a:lnTo>
                  <a:lnTo>
                    <a:pt x="45726" y="28081"/>
                  </a:lnTo>
                  <a:lnTo>
                    <a:pt x="45783" y="27864"/>
                  </a:lnTo>
                  <a:lnTo>
                    <a:pt x="45801" y="27649"/>
                  </a:lnTo>
                  <a:lnTo>
                    <a:pt x="45841" y="24029"/>
                  </a:lnTo>
                  <a:lnTo>
                    <a:pt x="46181" y="22911"/>
                  </a:lnTo>
                  <a:lnTo>
                    <a:pt x="46122" y="21619"/>
                  </a:lnTo>
                  <a:lnTo>
                    <a:pt x="42790" y="20910"/>
                  </a:lnTo>
                  <a:lnTo>
                    <a:pt x="42643" y="20851"/>
                  </a:lnTo>
                  <a:lnTo>
                    <a:pt x="42513" y="20815"/>
                  </a:lnTo>
                  <a:lnTo>
                    <a:pt x="42361" y="20783"/>
                  </a:lnTo>
                  <a:lnTo>
                    <a:pt x="42199" y="20757"/>
                  </a:lnTo>
                  <a:lnTo>
                    <a:pt x="41379" y="18900"/>
                  </a:lnTo>
                  <a:lnTo>
                    <a:pt x="40490" y="16259"/>
                  </a:lnTo>
                  <a:lnTo>
                    <a:pt x="40407" y="15889"/>
                  </a:lnTo>
                  <a:lnTo>
                    <a:pt x="40292" y="15544"/>
                  </a:lnTo>
                  <a:lnTo>
                    <a:pt x="39653" y="14156"/>
                  </a:lnTo>
                  <a:lnTo>
                    <a:pt x="39605" y="13868"/>
                  </a:lnTo>
                  <a:lnTo>
                    <a:pt x="39474" y="13372"/>
                  </a:lnTo>
                  <a:lnTo>
                    <a:pt x="39406" y="13148"/>
                  </a:lnTo>
                  <a:lnTo>
                    <a:pt x="38101" y="11370"/>
                  </a:lnTo>
                  <a:lnTo>
                    <a:pt x="37937" y="11319"/>
                  </a:lnTo>
                  <a:lnTo>
                    <a:pt x="37880" y="11119"/>
                  </a:lnTo>
                  <a:lnTo>
                    <a:pt x="37881" y="10896"/>
                  </a:lnTo>
                  <a:lnTo>
                    <a:pt x="37924" y="10661"/>
                  </a:lnTo>
                  <a:lnTo>
                    <a:pt x="38014" y="10122"/>
                  </a:lnTo>
                  <a:lnTo>
                    <a:pt x="38119" y="9794"/>
                  </a:lnTo>
                  <a:lnTo>
                    <a:pt x="38306" y="9485"/>
                  </a:lnTo>
                  <a:lnTo>
                    <a:pt x="38858" y="8906"/>
                  </a:lnTo>
                  <a:lnTo>
                    <a:pt x="39251" y="8509"/>
                  </a:lnTo>
                  <a:lnTo>
                    <a:pt x="39390" y="8367"/>
                  </a:lnTo>
                  <a:lnTo>
                    <a:pt x="39873" y="7569"/>
                  </a:lnTo>
                  <a:lnTo>
                    <a:pt x="39664" y="7409"/>
                  </a:lnTo>
                  <a:lnTo>
                    <a:pt x="38642" y="6609"/>
                  </a:lnTo>
                  <a:lnTo>
                    <a:pt x="38442" y="6450"/>
                  </a:lnTo>
                  <a:lnTo>
                    <a:pt x="37813" y="5929"/>
                  </a:lnTo>
                  <a:lnTo>
                    <a:pt x="37790" y="5710"/>
                  </a:lnTo>
                  <a:lnTo>
                    <a:pt x="37773" y="5554"/>
                  </a:lnTo>
                  <a:lnTo>
                    <a:pt x="36497" y="4136"/>
                  </a:lnTo>
                  <a:lnTo>
                    <a:pt x="36276" y="3908"/>
                  </a:lnTo>
                  <a:lnTo>
                    <a:pt x="36061" y="3787"/>
                  </a:lnTo>
                  <a:lnTo>
                    <a:pt x="35739" y="3755"/>
                  </a:lnTo>
                  <a:lnTo>
                    <a:pt x="35460" y="3781"/>
                  </a:lnTo>
                  <a:lnTo>
                    <a:pt x="35156" y="3920"/>
                  </a:lnTo>
                  <a:lnTo>
                    <a:pt x="35097" y="4071"/>
                  </a:lnTo>
                  <a:lnTo>
                    <a:pt x="35030" y="4283"/>
                  </a:lnTo>
                  <a:lnTo>
                    <a:pt x="34818" y="4368"/>
                  </a:lnTo>
                  <a:lnTo>
                    <a:pt x="34521" y="4559"/>
                  </a:lnTo>
                  <a:lnTo>
                    <a:pt x="32462" y="5175"/>
                  </a:lnTo>
                  <a:lnTo>
                    <a:pt x="32078" y="5260"/>
                  </a:lnTo>
                  <a:lnTo>
                    <a:pt x="31705" y="5280"/>
                  </a:lnTo>
                  <a:lnTo>
                    <a:pt x="31059" y="4732"/>
                  </a:lnTo>
                  <a:lnTo>
                    <a:pt x="31105" y="4581"/>
                  </a:lnTo>
                  <a:lnTo>
                    <a:pt x="31243" y="4262"/>
                  </a:lnTo>
                  <a:lnTo>
                    <a:pt x="31274" y="3907"/>
                  </a:lnTo>
                  <a:lnTo>
                    <a:pt x="31221" y="3600"/>
                  </a:lnTo>
                  <a:lnTo>
                    <a:pt x="29862" y="2927"/>
                  </a:lnTo>
                  <a:lnTo>
                    <a:pt x="29596" y="2665"/>
                  </a:lnTo>
                  <a:lnTo>
                    <a:pt x="27966" y="1017"/>
                  </a:lnTo>
                  <a:lnTo>
                    <a:pt x="23289" y="895"/>
                  </a:lnTo>
                  <a:lnTo>
                    <a:pt x="22576" y="707"/>
                  </a:lnTo>
                  <a:lnTo>
                    <a:pt x="21722" y="543"/>
                  </a:lnTo>
                  <a:lnTo>
                    <a:pt x="19328" y="0"/>
                  </a:lnTo>
                  <a:lnTo>
                    <a:pt x="18126" y="70"/>
                  </a:lnTo>
                  <a:lnTo>
                    <a:pt x="17970" y="94"/>
                  </a:lnTo>
                  <a:lnTo>
                    <a:pt x="17192" y="212"/>
                  </a:lnTo>
                  <a:lnTo>
                    <a:pt x="17022" y="638"/>
                  </a:lnTo>
                  <a:lnTo>
                    <a:pt x="16564" y="933"/>
                  </a:lnTo>
                  <a:lnTo>
                    <a:pt x="16364" y="1121"/>
                  </a:lnTo>
                  <a:lnTo>
                    <a:pt x="16164" y="1308"/>
                  </a:lnTo>
                  <a:lnTo>
                    <a:pt x="15862" y="1588"/>
                  </a:lnTo>
                  <a:lnTo>
                    <a:pt x="15560" y="1871"/>
                  </a:lnTo>
                  <a:lnTo>
                    <a:pt x="15261" y="2146"/>
                  </a:lnTo>
                  <a:lnTo>
                    <a:pt x="14858" y="2521"/>
                  </a:lnTo>
                  <a:lnTo>
                    <a:pt x="14459" y="2894"/>
                  </a:lnTo>
                  <a:lnTo>
                    <a:pt x="14055" y="3270"/>
                  </a:lnTo>
                  <a:lnTo>
                    <a:pt x="13653" y="3643"/>
                  </a:lnTo>
                  <a:lnTo>
                    <a:pt x="13155" y="4109"/>
                  </a:lnTo>
                  <a:lnTo>
                    <a:pt x="12730" y="4504"/>
                  </a:lnTo>
                  <a:lnTo>
                    <a:pt x="12518" y="4852"/>
                  </a:lnTo>
                  <a:lnTo>
                    <a:pt x="12625" y="5108"/>
                  </a:lnTo>
                  <a:lnTo>
                    <a:pt x="12722" y="5344"/>
                  </a:lnTo>
                  <a:lnTo>
                    <a:pt x="12793" y="5535"/>
                  </a:lnTo>
                  <a:lnTo>
                    <a:pt x="12926" y="5835"/>
                  </a:lnTo>
                  <a:lnTo>
                    <a:pt x="13029" y="6064"/>
                  </a:lnTo>
                  <a:lnTo>
                    <a:pt x="13128" y="6281"/>
                  </a:lnTo>
                  <a:lnTo>
                    <a:pt x="13241" y="6532"/>
                  </a:lnTo>
                  <a:lnTo>
                    <a:pt x="13355" y="6784"/>
                  </a:lnTo>
                  <a:lnTo>
                    <a:pt x="13486" y="7075"/>
                  </a:lnTo>
                  <a:lnTo>
                    <a:pt x="13733" y="7644"/>
                  </a:lnTo>
                  <a:lnTo>
                    <a:pt x="13780" y="7775"/>
                  </a:lnTo>
                  <a:lnTo>
                    <a:pt x="13869" y="8033"/>
                  </a:lnTo>
                  <a:lnTo>
                    <a:pt x="13956" y="8292"/>
                  </a:lnTo>
                  <a:lnTo>
                    <a:pt x="14092" y="8677"/>
                  </a:lnTo>
                  <a:lnTo>
                    <a:pt x="14228" y="9065"/>
                  </a:lnTo>
                  <a:lnTo>
                    <a:pt x="14420" y="9668"/>
                  </a:lnTo>
                  <a:lnTo>
                    <a:pt x="14474" y="9938"/>
                  </a:lnTo>
                  <a:lnTo>
                    <a:pt x="14527" y="10204"/>
                  </a:lnTo>
                  <a:lnTo>
                    <a:pt x="14609" y="10608"/>
                  </a:lnTo>
                  <a:lnTo>
                    <a:pt x="14690" y="11010"/>
                  </a:lnTo>
                  <a:lnTo>
                    <a:pt x="14768" y="11395"/>
                  </a:lnTo>
                  <a:lnTo>
                    <a:pt x="14722" y="11692"/>
                  </a:lnTo>
                  <a:lnTo>
                    <a:pt x="14695" y="11901"/>
                  </a:lnTo>
                  <a:lnTo>
                    <a:pt x="14686" y="12056"/>
                  </a:lnTo>
                  <a:lnTo>
                    <a:pt x="14676" y="12293"/>
                  </a:lnTo>
                  <a:lnTo>
                    <a:pt x="14668" y="12582"/>
                  </a:lnTo>
                  <a:lnTo>
                    <a:pt x="14663" y="12718"/>
                  </a:lnTo>
                  <a:lnTo>
                    <a:pt x="14655" y="12993"/>
                  </a:lnTo>
                  <a:lnTo>
                    <a:pt x="14641" y="13403"/>
                  </a:lnTo>
                  <a:lnTo>
                    <a:pt x="14636" y="13858"/>
                  </a:lnTo>
                  <a:lnTo>
                    <a:pt x="14640" y="13990"/>
                  </a:lnTo>
                  <a:lnTo>
                    <a:pt x="14644" y="14265"/>
                  </a:lnTo>
                  <a:lnTo>
                    <a:pt x="14675" y="14691"/>
                  </a:lnTo>
                  <a:lnTo>
                    <a:pt x="14766" y="14948"/>
                  </a:lnTo>
                  <a:lnTo>
                    <a:pt x="14833" y="15140"/>
                  </a:lnTo>
                  <a:lnTo>
                    <a:pt x="14917" y="15382"/>
                  </a:lnTo>
                  <a:lnTo>
                    <a:pt x="15006" y="15643"/>
                  </a:lnTo>
                  <a:lnTo>
                    <a:pt x="15138" y="16028"/>
                  </a:lnTo>
                  <a:lnTo>
                    <a:pt x="15186" y="16159"/>
                  </a:lnTo>
                  <a:lnTo>
                    <a:pt x="14995" y="16171"/>
                  </a:lnTo>
                  <a:lnTo>
                    <a:pt x="14862" y="16177"/>
                  </a:lnTo>
                  <a:lnTo>
                    <a:pt x="14724" y="16186"/>
                  </a:lnTo>
                  <a:lnTo>
                    <a:pt x="14454" y="16201"/>
                  </a:lnTo>
                  <a:lnTo>
                    <a:pt x="14183" y="16216"/>
                  </a:lnTo>
                  <a:lnTo>
                    <a:pt x="13910" y="16232"/>
                  </a:lnTo>
                  <a:lnTo>
                    <a:pt x="13634" y="16249"/>
                  </a:lnTo>
                  <a:lnTo>
                    <a:pt x="13361" y="16265"/>
                  </a:lnTo>
                  <a:lnTo>
                    <a:pt x="13088" y="16280"/>
                  </a:lnTo>
                  <a:lnTo>
                    <a:pt x="12960" y="16289"/>
                  </a:lnTo>
                  <a:lnTo>
                    <a:pt x="12817" y="16309"/>
                  </a:lnTo>
                  <a:lnTo>
                    <a:pt x="12651" y="16496"/>
                  </a:lnTo>
                  <a:lnTo>
                    <a:pt x="12466" y="16704"/>
                  </a:lnTo>
                  <a:lnTo>
                    <a:pt x="12282" y="16910"/>
                  </a:lnTo>
                  <a:lnTo>
                    <a:pt x="12009" y="17217"/>
                  </a:lnTo>
                  <a:lnTo>
                    <a:pt x="11738" y="17525"/>
                  </a:lnTo>
                  <a:lnTo>
                    <a:pt x="11469" y="17825"/>
                  </a:lnTo>
                  <a:lnTo>
                    <a:pt x="11287" y="18031"/>
                  </a:lnTo>
                  <a:lnTo>
                    <a:pt x="11073" y="18271"/>
                  </a:lnTo>
                  <a:lnTo>
                    <a:pt x="10891" y="18476"/>
                  </a:lnTo>
                  <a:lnTo>
                    <a:pt x="10708" y="18681"/>
                  </a:lnTo>
                  <a:lnTo>
                    <a:pt x="10527" y="18888"/>
                  </a:lnTo>
                  <a:lnTo>
                    <a:pt x="10341" y="19095"/>
                  </a:lnTo>
                  <a:lnTo>
                    <a:pt x="10155" y="19304"/>
                  </a:lnTo>
                  <a:lnTo>
                    <a:pt x="9973" y="19507"/>
                  </a:lnTo>
                  <a:lnTo>
                    <a:pt x="9699" y="19816"/>
                  </a:lnTo>
                  <a:lnTo>
                    <a:pt x="9516" y="20022"/>
                  </a:lnTo>
                  <a:lnTo>
                    <a:pt x="9334" y="20225"/>
                  </a:lnTo>
                  <a:lnTo>
                    <a:pt x="9148" y="20432"/>
                  </a:lnTo>
                  <a:lnTo>
                    <a:pt x="8967" y="20635"/>
                  </a:lnTo>
                  <a:lnTo>
                    <a:pt x="8689" y="20946"/>
                  </a:lnTo>
                  <a:lnTo>
                    <a:pt x="8504" y="21154"/>
                  </a:lnTo>
                  <a:lnTo>
                    <a:pt x="8320" y="21360"/>
                  </a:lnTo>
                  <a:lnTo>
                    <a:pt x="8126" y="21579"/>
                  </a:lnTo>
                  <a:lnTo>
                    <a:pt x="7850" y="21887"/>
                  </a:lnTo>
                  <a:lnTo>
                    <a:pt x="7663" y="22099"/>
                  </a:lnTo>
                  <a:lnTo>
                    <a:pt x="7447" y="22337"/>
                  </a:lnTo>
                  <a:lnTo>
                    <a:pt x="7261" y="22552"/>
                  </a:lnTo>
                  <a:lnTo>
                    <a:pt x="6986" y="22859"/>
                  </a:lnTo>
                  <a:lnTo>
                    <a:pt x="6802" y="23067"/>
                  </a:lnTo>
                  <a:lnTo>
                    <a:pt x="6617" y="23272"/>
                  </a:lnTo>
                  <a:lnTo>
                    <a:pt x="6342" y="23576"/>
                  </a:lnTo>
                  <a:lnTo>
                    <a:pt x="6159" y="23783"/>
                  </a:lnTo>
                  <a:lnTo>
                    <a:pt x="5989" y="23973"/>
                  </a:lnTo>
                  <a:lnTo>
                    <a:pt x="5818" y="24168"/>
                  </a:lnTo>
                  <a:lnTo>
                    <a:pt x="5633" y="24377"/>
                  </a:lnTo>
                  <a:lnTo>
                    <a:pt x="5445" y="24584"/>
                  </a:lnTo>
                  <a:lnTo>
                    <a:pt x="5170" y="24893"/>
                  </a:lnTo>
                  <a:lnTo>
                    <a:pt x="4987" y="25098"/>
                  </a:lnTo>
                  <a:lnTo>
                    <a:pt x="4714" y="25404"/>
                  </a:lnTo>
                  <a:lnTo>
                    <a:pt x="4439" y="25710"/>
                  </a:lnTo>
                  <a:lnTo>
                    <a:pt x="4165" y="26020"/>
                  </a:lnTo>
                  <a:lnTo>
                    <a:pt x="3795" y="26434"/>
                  </a:lnTo>
                  <a:lnTo>
                    <a:pt x="3333" y="26954"/>
                  </a:lnTo>
                  <a:lnTo>
                    <a:pt x="2898" y="27444"/>
                  </a:lnTo>
                  <a:lnTo>
                    <a:pt x="2441" y="27953"/>
                  </a:lnTo>
                  <a:lnTo>
                    <a:pt x="1800" y="28674"/>
                  </a:lnTo>
                  <a:lnTo>
                    <a:pt x="1338" y="29191"/>
                  </a:lnTo>
                  <a:lnTo>
                    <a:pt x="1064" y="29500"/>
                  </a:lnTo>
                  <a:lnTo>
                    <a:pt x="828" y="29764"/>
                  </a:lnTo>
                  <a:lnTo>
                    <a:pt x="650" y="29962"/>
                  </a:lnTo>
                  <a:lnTo>
                    <a:pt x="191" y="30482"/>
                  </a:lnTo>
                  <a:lnTo>
                    <a:pt x="0" y="33953"/>
                  </a:lnTo>
                  <a:lnTo>
                    <a:pt x="1065" y="35344"/>
                  </a:lnTo>
                  <a:lnTo>
                    <a:pt x="2298" y="37177"/>
                  </a:lnTo>
                  <a:lnTo>
                    <a:pt x="2517" y="37465"/>
                  </a:lnTo>
                  <a:lnTo>
                    <a:pt x="2892" y="37390"/>
                  </a:lnTo>
                  <a:lnTo>
                    <a:pt x="3363" y="37302"/>
                  </a:lnTo>
                  <a:lnTo>
                    <a:pt x="4035" y="37475"/>
                  </a:lnTo>
                  <a:lnTo>
                    <a:pt x="5059" y="37411"/>
                  </a:lnTo>
                  <a:lnTo>
                    <a:pt x="5284" y="37556"/>
                  </a:lnTo>
                  <a:lnTo>
                    <a:pt x="5623" y="37763"/>
                  </a:lnTo>
                  <a:lnTo>
                    <a:pt x="5908" y="37936"/>
                  </a:lnTo>
                  <a:lnTo>
                    <a:pt x="6162" y="38223"/>
                  </a:lnTo>
                  <a:lnTo>
                    <a:pt x="6239" y="38653"/>
                  </a:lnTo>
                  <a:lnTo>
                    <a:pt x="6473" y="39110"/>
                  </a:lnTo>
                  <a:lnTo>
                    <a:pt x="6777" y="39363"/>
                  </a:lnTo>
                  <a:lnTo>
                    <a:pt x="7230" y="39121"/>
                  </a:lnTo>
                  <a:lnTo>
                    <a:pt x="7348" y="38982"/>
                  </a:lnTo>
                  <a:lnTo>
                    <a:pt x="7936" y="38663"/>
                  </a:lnTo>
                  <a:lnTo>
                    <a:pt x="8082" y="38996"/>
                  </a:lnTo>
                  <a:lnTo>
                    <a:pt x="8287" y="39394"/>
                  </a:lnTo>
                  <a:lnTo>
                    <a:pt x="14267" y="44599"/>
                  </a:lnTo>
                  <a:lnTo>
                    <a:pt x="15151" y="44769"/>
                  </a:lnTo>
                  <a:lnTo>
                    <a:pt x="15277" y="44958"/>
                  </a:lnTo>
                  <a:lnTo>
                    <a:pt x="15604" y="45449"/>
                  </a:lnTo>
                  <a:lnTo>
                    <a:pt x="16131" y="46567"/>
                  </a:lnTo>
                  <a:lnTo>
                    <a:pt x="16242" y="47092"/>
                  </a:lnTo>
                  <a:lnTo>
                    <a:pt x="16385" y="47769"/>
                  </a:lnTo>
                  <a:lnTo>
                    <a:pt x="16587" y="47999"/>
                  </a:lnTo>
                  <a:lnTo>
                    <a:pt x="16856" y="48889"/>
                  </a:lnTo>
                  <a:lnTo>
                    <a:pt x="17564" y="49929"/>
                  </a:lnTo>
                  <a:lnTo>
                    <a:pt x="17782" y="50545"/>
                  </a:lnTo>
                  <a:lnTo>
                    <a:pt x="17660" y="50718"/>
                  </a:lnTo>
                  <a:lnTo>
                    <a:pt x="17862" y="51489"/>
                  </a:lnTo>
                  <a:lnTo>
                    <a:pt x="18036" y="51783"/>
                  </a:lnTo>
                  <a:lnTo>
                    <a:pt x="18040" y="52284"/>
                  </a:lnTo>
                  <a:lnTo>
                    <a:pt x="18117" y="52727"/>
                  </a:lnTo>
                  <a:lnTo>
                    <a:pt x="18175" y="53242"/>
                  </a:lnTo>
                  <a:lnTo>
                    <a:pt x="18169" y="53441"/>
                  </a:lnTo>
                  <a:lnTo>
                    <a:pt x="18167" y="53848"/>
                  </a:lnTo>
                  <a:lnTo>
                    <a:pt x="17627" y="55922"/>
                  </a:lnTo>
                  <a:lnTo>
                    <a:pt x="17765" y="56187"/>
                  </a:lnTo>
                  <a:lnTo>
                    <a:pt x="17853" y="56658"/>
                  </a:lnTo>
                  <a:lnTo>
                    <a:pt x="17708" y="56881"/>
                  </a:lnTo>
                  <a:lnTo>
                    <a:pt x="17399" y="57630"/>
                  </a:lnTo>
                  <a:lnTo>
                    <a:pt x="17016" y="57966"/>
                  </a:lnTo>
                  <a:lnTo>
                    <a:pt x="16536" y="58269"/>
                  </a:lnTo>
                  <a:lnTo>
                    <a:pt x="16520" y="58799"/>
                  </a:lnTo>
                  <a:lnTo>
                    <a:pt x="16545" y="59260"/>
                  </a:lnTo>
                  <a:lnTo>
                    <a:pt x="16265" y="59938"/>
                  </a:lnTo>
                  <a:lnTo>
                    <a:pt x="18300" y="63089"/>
                  </a:lnTo>
                  <a:lnTo>
                    <a:pt x="18417" y="63527"/>
                  </a:lnTo>
                  <a:lnTo>
                    <a:pt x="18469" y="63719"/>
                  </a:lnTo>
                  <a:lnTo>
                    <a:pt x="18980" y="64014"/>
                  </a:lnTo>
                  <a:lnTo>
                    <a:pt x="19190" y="64135"/>
                  </a:lnTo>
                  <a:lnTo>
                    <a:pt x="19423" y="65808"/>
                  </a:lnTo>
                  <a:lnTo>
                    <a:pt x="19491" y="66295"/>
                  </a:lnTo>
                  <a:lnTo>
                    <a:pt x="19776" y="68334"/>
                  </a:lnTo>
                  <a:lnTo>
                    <a:pt x="19795" y="68470"/>
                  </a:lnTo>
                  <a:lnTo>
                    <a:pt x="19816" y="68620"/>
                  </a:lnTo>
                  <a:lnTo>
                    <a:pt x="20191" y="71305"/>
                  </a:lnTo>
                  <a:lnTo>
                    <a:pt x="20585" y="71554"/>
                  </a:lnTo>
                  <a:lnTo>
                    <a:pt x="24426" y="73993"/>
                  </a:lnTo>
                  <a:lnTo>
                    <a:pt x="27859" y="74012"/>
                  </a:lnTo>
                  <a:lnTo>
                    <a:pt x="28587" y="74017"/>
                  </a:lnTo>
                  <a:lnTo>
                    <a:pt x="29752" y="74023"/>
                  </a:lnTo>
                  <a:lnTo>
                    <a:pt x="30431" y="74027"/>
                  </a:lnTo>
                  <a:lnTo>
                    <a:pt x="30485" y="74533"/>
                  </a:lnTo>
                  <a:lnTo>
                    <a:pt x="31126" y="80518"/>
                  </a:lnTo>
                  <a:lnTo>
                    <a:pt x="31145" y="80697"/>
                  </a:lnTo>
                  <a:lnTo>
                    <a:pt x="31225" y="81448"/>
                  </a:lnTo>
                  <a:lnTo>
                    <a:pt x="31345" y="82563"/>
                  </a:lnTo>
                  <a:lnTo>
                    <a:pt x="31450" y="83548"/>
                  </a:lnTo>
                  <a:lnTo>
                    <a:pt x="31592" y="84870"/>
                  </a:lnTo>
                  <a:lnTo>
                    <a:pt x="33936" y="87511"/>
                  </a:lnTo>
                  <a:lnTo>
                    <a:pt x="34374" y="87817"/>
                  </a:lnTo>
                  <a:lnTo>
                    <a:pt x="34668" y="88344"/>
                  </a:lnTo>
                  <a:lnTo>
                    <a:pt x="35128" y="89271"/>
                  </a:lnTo>
                  <a:close/>
                </a:path>
              </a:pathLst>
            </a:custGeom>
            <a:solidFill>
              <a:srgbClr val="698795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11"/>
            <p:cNvSpPr/>
            <p:nvPr/>
          </p:nvSpPr>
          <p:spPr>
            <a:xfrm>
              <a:off x="2891821" y="4235983"/>
              <a:ext cx="605389" cy="501777"/>
            </a:xfrm>
            <a:custGeom>
              <a:avLst/>
              <a:pathLst>
                <a:path w="605389" h="501777">
                  <a:moveTo>
                    <a:pt x="177511" y="484133"/>
                  </a:moveTo>
                  <a:lnTo>
                    <a:pt x="177958" y="484768"/>
                  </a:lnTo>
                  <a:lnTo>
                    <a:pt x="178299" y="485105"/>
                  </a:lnTo>
                  <a:lnTo>
                    <a:pt x="178495" y="485382"/>
                  </a:lnTo>
                  <a:lnTo>
                    <a:pt x="178879" y="485647"/>
                  </a:lnTo>
                  <a:lnTo>
                    <a:pt x="179042" y="485917"/>
                  </a:lnTo>
                  <a:lnTo>
                    <a:pt x="179365" y="486449"/>
                  </a:lnTo>
                  <a:lnTo>
                    <a:pt x="179563" y="486782"/>
                  </a:lnTo>
                  <a:lnTo>
                    <a:pt x="179416" y="486924"/>
                  </a:lnTo>
                  <a:lnTo>
                    <a:pt x="179288" y="487049"/>
                  </a:lnTo>
                  <a:lnTo>
                    <a:pt x="178986" y="487342"/>
                  </a:lnTo>
                  <a:lnTo>
                    <a:pt x="178889" y="487482"/>
                  </a:lnTo>
                  <a:lnTo>
                    <a:pt x="178617" y="487777"/>
                  </a:lnTo>
                  <a:lnTo>
                    <a:pt x="178721" y="487963"/>
                  </a:lnTo>
                  <a:lnTo>
                    <a:pt x="178919" y="488260"/>
                  </a:lnTo>
                  <a:lnTo>
                    <a:pt x="179047" y="488454"/>
                  </a:lnTo>
                  <a:lnTo>
                    <a:pt x="179584" y="488517"/>
                  </a:lnTo>
                  <a:lnTo>
                    <a:pt x="179815" y="488547"/>
                  </a:lnTo>
                  <a:lnTo>
                    <a:pt x="180281" y="488589"/>
                  </a:lnTo>
                  <a:lnTo>
                    <a:pt x="180428" y="488388"/>
                  </a:lnTo>
                  <a:lnTo>
                    <a:pt x="180866" y="488006"/>
                  </a:lnTo>
                  <a:lnTo>
                    <a:pt x="181136" y="487945"/>
                  </a:lnTo>
                  <a:lnTo>
                    <a:pt x="181708" y="487881"/>
                  </a:lnTo>
                  <a:lnTo>
                    <a:pt x="182306" y="487757"/>
                  </a:lnTo>
                  <a:lnTo>
                    <a:pt x="182533" y="487726"/>
                  </a:lnTo>
                  <a:lnTo>
                    <a:pt x="182729" y="487695"/>
                  </a:lnTo>
                  <a:lnTo>
                    <a:pt x="182881" y="487726"/>
                  </a:lnTo>
                  <a:lnTo>
                    <a:pt x="183072" y="487767"/>
                  </a:lnTo>
                  <a:lnTo>
                    <a:pt x="183464" y="487846"/>
                  </a:lnTo>
                  <a:lnTo>
                    <a:pt x="183688" y="487894"/>
                  </a:lnTo>
                  <a:lnTo>
                    <a:pt x="184215" y="487922"/>
                  </a:lnTo>
                  <a:lnTo>
                    <a:pt x="184449" y="487802"/>
                  </a:lnTo>
                  <a:lnTo>
                    <a:pt x="184601" y="487726"/>
                  </a:lnTo>
                  <a:lnTo>
                    <a:pt x="184960" y="487492"/>
                  </a:lnTo>
                  <a:lnTo>
                    <a:pt x="185164" y="487362"/>
                  </a:lnTo>
                  <a:lnTo>
                    <a:pt x="185805" y="486996"/>
                  </a:lnTo>
                  <a:lnTo>
                    <a:pt x="186016" y="486879"/>
                  </a:lnTo>
                  <a:lnTo>
                    <a:pt x="186186" y="486787"/>
                  </a:lnTo>
                  <a:lnTo>
                    <a:pt x="186260" y="486652"/>
                  </a:lnTo>
                  <a:lnTo>
                    <a:pt x="186377" y="486431"/>
                  </a:lnTo>
                  <a:lnTo>
                    <a:pt x="186632" y="486136"/>
                  </a:lnTo>
                  <a:lnTo>
                    <a:pt x="186873" y="485777"/>
                  </a:lnTo>
                  <a:lnTo>
                    <a:pt x="187029" y="485568"/>
                  </a:lnTo>
                  <a:lnTo>
                    <a:pt x="187220" y="485311"/>
                  </a:lnTo>
                  <a:lnTo>
                    <a:pt x="187372" y="485054"/>
                  </a:lnTo>
                  <a:lnTo>
                    <a:pt x="187548" y="484759"/>
                  </a:lnTo>
                  <a:lnTo>
                    <a:pt x="188011" y="484360"/>
                  </a:lnTo>
                  <a:lnTo>
                    <a:pt x="188169" y="484255"/>
                  </a:lnTo>
                  <a:lnTo>
                    <a:pt x="188296" y="484159"/>
                  </a:lnTo>
                  <a:lnTo>
                    <a:pt x="188568" y="484034"/>
                  </a:lnTo>
                  <a:lnTo>
                    <a:pt x="188947" y="483968"/>
                  </a:lnTo>
                  <a:lnTo>
                    <a:pt x="189655" y="483675"/>
                  </a:lnTo>
                  <a:lnTo>
                    <a:pt x="190260" y="483431"/>
                  </a:lnTo>
                  <a:lnTo>
                    <a:pt x="190845" y="483212"/>
                  </a:lnTo>
                  <a:lnTo>
                    <a:pt x="191446" y="483011"/>
                  </a:lnTo>
                  <a:lnTo>
                    <a:pt x="192474" y="482515"/>
                  </a:lnTo>
                  <a:lnTo>
                    <a:pt x="193077" y="482896"/>
                  </a:lnTo>
                  <a:lnTo>
                    <a:pt x="193801" y="483387"/>
                  </a:lnTo>
                  <a:lnTo>
                    <a:pt x="194450" y="483912"/>
                  </a:lnTo>
                  <a:lnTo>
                    <a:pt x="194590" y="484116"/>
                  </a:lnTo>
                  <a:lnTo>
                    <a:pt x="194759" y="484468"/>
                  </a:lnTo>
                  <a:lnTo>
                    <a:pt x="194856" y="484813"/>
                  </a:lnTo>
                  <a:lnTo>
                    <a:pt x="194934" y="485202"/>
                  </a:lnTo>
                  <a:lnTo>
                    <a:pt x="194991" y="485595"/>
                  </a:lnTo>
                  <a:lnTo>
                    <a:pt x="195024" y="486070"/>
                  </a:lnTo>
                  <a:lnTo>
                    <a:pt x="195079" y="487267"/>
                  </a:lnTo>
                  <a:lnTo>
                    <a:pt x="195095" y="487649"/>
                  </a:lnTo>
                  <a:lnTo>
                    <a:pt x="194719" y="489953"/>
                  </a:lnTo>
                  <a:lnTo>
                    <a:pt x="194414" y="491598"/>
                  </a:lnTo>
                  <a:lnTo>
                    <a:pt x="194452" y="491926"/>
                  </a:lnTo>
                  <a:lnTo>
                    <a:pt x="194481" y="492086"/>
                  </a:lnTo>
                  <a:lnTo>
                    <a:pt x="194508" y="492240"/>
                  </a:lnTo>
                  <a:lnTo>
                    <a:pt x="194657" y="492577"/>
                  </a:lnTo>
                  <a:lnTo>
                    <a:pt x="194837" y="492834"/>
                  </a:lnTo>
                  <a:lnTo>
                    <a:pt x="195070" y="493029"/>
                  </a:lnTo>
                  <a:lnTo>
                    <a:pt x="195534" y="493305"/>
                  </a:lnTo>
                  <a:lnTo>
                    <a:pt x="198885" y="495205"/>
                  </a:lnTo>
                  <a:lnTo>
                    <a:pt x="199807" y="495742"/>
                  </a:lnTo>
                  <a:lnTo>
                    <a:pt x="200004" y="495988"/>
                  </a:lnTo>
                  <a:lnTo>
                    <a:pt x="200116" y="496357"/>
                  </a:lnTo>
                  <a:lnTo>
                    <a:pt x="200057" y="496596"/>
                  </a:lnTo>
                  <a:lnTo>
                    <a:pt x="199904" y="497117"/>
                  </a:lnTo>
                  <a:lnTo>
                    <a:pt x="200010" y="497509"/>
                  </a:lnTo>
                  <a:lnTo>
                    <a:pt x="200125" y="498026"/>
                  </a:lnTo>
                  <a:lnTo>
                    <a:pt x="200059" y="498281"/>
                  </a:lnTo>
                  <a:lnTo>
                    <a:pt x="200579" y="498413"/>
                  </a:lnTo>
                  <a:lnTo>
                    <a:pt x="200795" y="498464"/>
                  </a:lnTo>
                  <a:lnTo>
                    <a:pt x="201188" y="498606"/>
                  </a:lnTo>
                  <a:lnTo>
                    <a:pt x="201582" y="498756"/>
                  </a:lnTo>
                  <a:lnTo>
                    <a:pt x="201630" y="499068"/>
                  </a:lnTo>
                  <a:lnTo>
                    <a:pt x="201575" y="499366"/>
                  </a:lnTo>
                  <a:lnTo>
                    <a:pt x="201523" y="499623"/>
                  </a:lnTo>
                  <a:lnTo>
                    <a:pt x="201532" y="499867"/>
                  </a:lnTo>
                  <a:lnTo>
                    <a:pt x="201605" y="500200"/>
                  </a:lnTo>
                  <a:lnTo>
                    <a:pt x="201633" y="500592"/>
                  </a:lnTo>
                  <a:lnTo>
                    <a:pt x="202019" y="500794"/>
                  </a:lnTo>
                  <a:lnTo>
                    <a:pt x="202224" y="501027"/>
                  </a:lnTo>
                  <a:lnTo>
                    <a:pt x="202383" y="501204"/>
                  </a:lnTo>
                  <a:lnTo>
                    <a:pt x="202570" y="501363"/>
                  </a:lnTo>
                  <a:lnTo>
                    <a:pt x="203052" y="501777"/>
                  </a:lnTo>
                  <a:lnTo>
                    <a:pt x="203256" y="501681"/>
                  </a:lnTo>
                  <a:lnTo>
                    <a:pt x="203469" y="501623"/>
                  </a:lnTo>
                  <a:lnTo>
                    <a:pt x="203732" y="501580"/>
                  </a:lnTo>
                  <a:lnTo>
                    <a:pt x="204036" y="501486"/>
                  </a:lnTo>
                  <a:lnTo>
                    <a:pt x="204303" y="501403"/>
                  </a:lnTo>
                  <a:lnTo>
                    <a:pt x="205163" y="501138"/>
                  </a:lnTo>
                  <a:lnTo>
                    <a:pt x="205505" y="500801"/>
                  </a:lnTo>
                  <a:lnTo>
                    <a:pt x="205852" y="500563"/>
                  </a:lnTo>
                  <a:lnTo>
                    <a:pt x="206066" y="500229"/>
                  </a:lnTo>
                  <a:lnTo>
                    <a:pt x="206203" y="500159"/>
                  </a:lnTo>
                  <a:lnTo>
                    <a:pt x="206175" y="499881"/>
                  </a:lnTo>
                  <a:lnTo>
                    <a:pt x="206182" y="499370"/>
                  </a:lnTo>
                  <a:lnTo>
                    <a:pt x="206216" y="498492"/>
                  </a:lnTo>
                  <a:lnTo>
                    <a:pt x="206952" y="498022"/>
                  </a:lnTo>
                  <a:lnTo>
                    <a:pt x="207312" y="498186"/>
                  </a:lnTo>
                  <a:lnTo>
                    <a:pt x="207461" y="497876"/>
                  </a:lnTo>
                  <a:lnTo>
                    <a:pt x="207550" y="497699"/>
                  </a:lnTo>
                  <a:lnTo>
                    <a:pt x="207741" y="497372"/>
                  </a:lnTo>
                  <a:lnTo>
                    <a:pt x="208207" y="496574"/>
                  </a:lnTo>
                  <a:lnTo>
                    <a:pt x="208574" y="495946"/>
                  </a:lnTo>
                  <a:lnTo>
                    <a:pt x="209333" y="496133"/>
                  </a:lnTo>
                  <a:lnTo>
                    <a:pt x="209786" y="496245"/>
                  </a:lnTo>
                  <a:lnTo>
                    <a:pt x="210038" y="496283"/>
                  </a:lnTo>
                  <a:lnTo>
                    <a:pt x="210594" y="496366"/>
                  </a:lnTo>
                  <a:lnTo>
                    <a:pt x="210760" y="496386"/>
                  </a:lnTo>
                  <a:lnTo>
                    <a:pt x="211114" y="496431"/>
                  </a:lnTo>
                  <a:lnTo>
                    <a:pt x="211353" y="496461"/>
                  </a:lnTo>
                  <a:lnTo>
                    <a:pt x="211528" y="496483"/>
                  </a:lnTo>
                  <a:lnTo>
                    <a:pt x="212017" y="496546"/>
                  </a:lnTo>
                  <a:lnTo>
                    <a:pt x="212550" y="496616"/>
                  </a:lnTo>
                  <a:lnTo>
                    <a:pt x="212760" y="496643"/>
                  </a:lnTo>
                  <a:lnTo>
                    <a:pt x="212937" y="496666"/>
                  </a:lnTo>
                  <a:lnTo>
                    <a:pt x="213282" y="496792"/>
                  </a:lnTo>
                  <a:lnTo>
                    <a:pt x="214109" y="496379"/>
                  </a:lnTo>
                  <a:lnTo>
                    <a:pt x="214445" y="496372"/>
                  </a:lnTo>
                  <a:lnTo>
                    <a:pt x="214677" y="496367"/>
                  </a:lnTo>
                  <a:lnTo>
                    <a:pt x="215351" y="496352"/>
                  </a:lnTo>
                  <a:lnTo>
                    <a:pt x="216157" y="496334"/>
                  </a:lnTo>
                  <a:lnTo>
                    <a:pt x="216304" y="496288"/>
                  </a:lnTo>
                  <a:lnTo>
                    <a:pt x="216462" y="496255"/>
                  </a:lnTo>
                  <a:lnTo>
                    <a:pt x="216668" y="496240"/>
                  </a:lnTo>
                  <a:lnTo>
                    <a:pt x="217441" y="495596"/>
                  </a:lnTo>
                  <a:lnTo>
                    <a:pt x="217576" y="495550"/>
                  </a:lnTo>
                  <a:lnTo>
                    <a:pt x="217754" y="495471"/>
                  </a:lnTo>
                  <a:lnTo>
                    <a:pt x="218006" y="495367"/>
                  </a:lnTo>
                  <a:lnTo>
                    <a:pt x="218737" y="494703"/>
                  </a:lnTo>
                  <a:lnTo>
                    <a:pt x="218892" y="494639"/>
                  </a:lnTo>
                  <a:lnTo>
                    <a:pt x="219113" y="494527"/>
                  </a:lnTo>
                  <a:lnTo>
                    <a:pt x="219559" y="494352"/>
                  </a:lnTo>
                  <a:lnTo>
                    <a:pt x="219726" y="494186"/>
                  </a:lnTo>
                  <a:lnTo>
                    <a:pt x="220007" y="494082"/>
                  </a:lnTo>
                  <a:lnTo>
                    <a:pt x="220190" y="494013"/>
                  </a:lnTo>
                  <a:lnTo>
                    <a:pt x="220933" y="493863"/>
                  </a:lnTo>
                  <a:lnTo>
                    <a:pt x="221253" y="493830"/>
                  </a:lnTo>
                  <a:lnTo>
                    <a:pt x="221752" y="493815"/>
                  </a:lnTo>
                  <a:lnTo>
                    <a:pt x="222274" y="493751"/>
                  </a:lnTo>
                  <a:lnTo>
                    <a:pt x="222640" y="493723"/>
                  </a:lnTo>
                  <a:lnTo>
                    <a:pt x="222943" y="493716"/>
                  </a:lnTo>
                  <a:lnTo>
                    <a:pt x="223332" y="493708"/>
                  </a:lnTo>
                  <a:lnTo>
                    <a:pt x="223816" y="493695"/>
                  </a:lnTo>
                  <a:lnTo>
                    <a:pt x="224129" y="493619"/>
                  </a:lnTo>
                  <a:lnTo>
                    <a:pt x="224434" y="493543"/>
                  </a:lnTo>
                  <a:lnTo>
                    <a:pt x="224793" y="493471"/>
                  </a:lnTo>
                  <a:lnTo>
                    <a:pt x="224938" y="493446"/>
                  </a:lnTo>
                  <a:lnTo>
                    <a:pt x="225111" y="493482"/>
                  </a:lnTo>
                  <a:lnTo>
                    <a:pt x="225375" y="493494"/>
                  </a:lnTo>
                  <a:lnTo>
                    <a:pt x="225683" y="493538"/>
                  </a:lnTo>
                  <a:lnTo>
                    <a:pt x="226065" y="493586"/>
                  </a:lnTo>
                  <a:lnTo>
                    <a:pt x="226332" y="493627"/>
                  </a:lnTo>
                  <a:lnTo>
                    <a:pt x="226561" y="493754"/>
                  </a:lnTo>
                  <a:lnTo>
                    <a:pt x="226877" y="493940"/>
                  </a:lnTo>
                  <a:lnTo>
                    <a:pt x="227101" y="494105"/>
                  </a:lnTo>
                  <a:lnTo>
                    <a:pt x="227347" y="494263"/>
                  </a:lnTo>
                  <a:lnTo>
                    <a:pt x="227584" y="494426"/>
                  </a:lnTo>
                  <a:lnTo>
                    <a:pt x="227905" y="494604"/>
                  </a:lnTo>
                  <a:lnTo>
                    <a:pt x="228172" y="494800"/>
                  </a:lnTo>
                  <a:lnTo>
                    <a:pt x="228492" y="495029"/>
                  </a:lnTo>
                  <a:lnTo>
                    <a:pt x="228671" y="495181"/>
                  </a:lnTo>
                  <a:lnTo>
                    <a:pt x="228887" y="495326"/>
                  </a:lnTo>
                  <a:lnTo>
                    <a:pt x="229047" y="495431"/>
                  </a:lnTo>
                  <a:lnTo>
                    <a:pt x="229223" y="495535"/>
                  </a:lnTo>
                  <a:lnTo>
                    <a:pt x="229401" y="495652"/>
                  </a:lnTo>
                  <a:lnTo>
                    <a:pt x="229559" y="495817"/>
                  </a:lnTo>
                  <a:lnTo>
                    <a:pt x="229716" y="495899"/>
                  </a:lnTo>
                  <a:lnTo>
                    <a:pt x="229877" y="496057"/>
                  </a:lnTo>
                  <a:lnTo>
                    <a:pt x="230040" y="496219"/>
                  </a:lnTo>
                  <a:lnTo>
                    <a:pt x="230317" y="496471"/>
                  </a:lnTo>
                  <a:lnTo>
                    <a:pt x="230477" y="496545"/>
                  </a:lnTo>
                  <a:lnTo>
                    <a:pt x="230699" y="496655"/>
                  </a:lnTo>
                  <a:lnTo>
                    <a:pt x="230961" y="496795"/>
                  </a:lnTo>
                  <a:lnTo>
                    <a:pt x="231113" y="496866"/>
                  </a:lnTo>
                  <a:lnTo>
                    <a:pt x="231253" y="496940"/>
                  </a:lnTo>
                  <a:lnTo>
                    <a:pt x="231406" y="496978"/>
                  </a:lnTo>
                  <a:lnTo>
                    <a:pt x="231655" y="497021"/>
                  </a:lnTo>
                  <a:lnTo>
                    <a:pt x="232134" y="497077"/>
                  </a:lnTo>
                  <a:lnTo>
                    <a:pt x="232449" y="497115"/>
                  </a:lnTo>
                  <a:lnTo>
                    <a:pt x="232854" y="497138"/>
                  </a:lnTo>
                  <a:lnTo>
                    <a:pt x="233213" y="496978"/>
                  </a:lnTo>
                  <a:lnTo>
                    <a:pt x="233594" y="496807"/>
                  </a:lnTo>
                  <a:lnTo>
                    <a:pt x="233798" y="496744"/>
                  </a:lnTo>
                  <a:lnTo>
                    <a:pt x="234037" y="496601"/>
                  </a:lnTo>
                  <a:lnTo>
                    <a:pt x="234350" y="496675"/>
                  </a:lnTo>
                  <a:lnTo>
                    <a:pt x="234475" y="496833"/>
                  </a:lnTo>
                  <a:lnTo>
                    <a:pt x="234579" y="497003"/>
                  </a:lnTo>
                  <a:lnTo>
                    <a:pt x="234757" y="497080"/>
                  </a:lnTo>
                  <a:lnTo>
                    <a:pt x="235024" y="497163"/>
                  </a:lnTo>
                  <a:lnTo>
                    <a:pt x="235342" y="497288"/>
                  </a:lnTo>
                  <a:lnTo>
                    <a:pt x="235597" y="497393"/>
                  </a:lnTo>
                  <a:lnTo>
                    <a:pt x="235778" y="497438"/>
                  </a:lnTo>
                  <a:lnTo>
                    <a:pt x="236050" y="497476"/>
                  </a:lnTo>
                  <a:lnTo>
                    <a:pt x="236480" y="497502"/>
                  </a:lnTo>
                  <a:lnTo>
                    <a:pt x="236790" y="497527"/>
                  </a:lnTo>
                  <a:lnTo>
                    <a:pt x="236951" y="497504"/>
                  </a:lnTo>
                  <a:lnTo>
                    <a:pt x="237152" y="497476"/>
                  </a:lnTo>
                  <a:lnTo>
                    <a:pt x="237493" y="497413"/>
                  </a:lnTo>
                  <a:lnTo>
                    <a:pt x="237709" y="497370"/>
                  </a:lnTo>
                  <a:lnTo>
                    <a:pt x="238058" y="497278"/>
                  </a:lnTo>
                  <a:lnTo>
                    <a:pt x="238276" y="497240"/>
                  </a:lnTo>
                  <a:lnTo>
                    <a:pt x="238622" y="496975"/>
                  </a:lnTo>
                  <a:lnTo>
                    <a:pt x="238788" y="496810"/>
                  </a:lnTo>
                  <a:lnTo>
                    <a:pt x="238996" y="496604"/>
                  </a:lnTo>
                  <a:lnTo>
                    <a:pt x="239241" y="496283"/>
                  </a:lnTo>
                  <a:lnTo>
                    <a:pt x="239393" y="496357"/>
                  </a:lnTo>
                  <a:lnTo>
                    <a:pt x="239554" y="496400"/>
                  </a:lnTo>
                  <a:lnTo>
                    <a:pt x="239785" y="496448"/>
                  </a:lnTo>
                  <a:lnTo>
                    <a:pt x="240055" y="496512"/>
                  </a:lnTo>
                  <a:lnTo>
                    <a:pt x="240337" y="496591"/>
                  </a:lnTo>
                  <a:lnTo>
                    <a:pt x="240556" y="496497"/>
                  </a:lnTo>
                  <a:lnTo>
                    <a:pt x="240722" y="496281"/>
                  </a:lnTo>
                  <a:lnTo>
                    <a:pt x="240867" y="496044"/>
                  </a:lnTo>
                  <a:lnTo>
                    <a:pt x="240997" y="495800"/>
                  </a:lnTo>
                  <a:lnTo>
                    <a:pt x="241032" y="495632"/>
                  </a:lnTo>
                  <a:lnTo>
                    <a:pt x="241083" y="495278"/>
                  </a:lnTo>
                  <a:lnTo>
                    <a:pt x="241116" y="495001"/>
                  </a:lnTo>
                  <a:lnTo>
                    <a:pt x="241223" y="494690"/>
                  </a:lnTo>
                  <a:lnTo>
                    <a:pt x="241416" y="494644"/>
                  </a:lnTo>
                  <a:lnTo>
                    <a:pt x="241673" y="494604"/>
                  </a:lnTo>
                  <a:lnTo>
                    <a:pt x="242134" y="494492"/>
                  </a:lnTo>
                  <a:lnTo>
                    <a:pt x="242424" y="494413"/>
                  </a:lnTo>
                  <a:lnTo>
                    <a:pt x="242600" y="494263"/>
                  </a:lnTo>
                  <a:lnTo>
                    <a:pt x="242813" y="494085"/>
                  </a:lnTo>
                  <a:lnTo>
                    <a:pt x="243228" y="493746"/>
                  </a:lnTo>
                  <a:lnTo>
                    <a:pt x="243470" y="493662"/>
                  </a:lnTo>
                  <a:lnTo>
                    <a:pt x="243734" y="493838"/>
                  </a:lnTo>
                  <a:lnTo>
                    <a:pt x="243948" y="493978"/>
                  </a:lnTo>
                  <a:lnTo>
                    <a:pt x="244271" y="494148"/>
                  </a:lnTo>
                  <a:lnTo>
                    <a:pt x="244399" y="494171"/>
                  </a:lnTo>
                  <a:lnTo>
                    <a:pt x="245032" y="494260"/>
                  </a:lnTo>
                  <a:lnTo>
                    <a:pt x="245495" y="494324"/>
                  </a:lnTo>
                  <a:lnTo>
                    <a:pt x="246106" y="494405"/>
                  </a:lnTo>
                  <a:lnTo>
                    <a:pt x="246686" y="494484"/>
                  </a:lnTo>
                  <a:lnTo>
                    <a:pt x="247047" y="494672"/>
                  </a:lnTo>
                  <a:lnTo>
                    <a:pt x="247228" y="494769"/>
                  </a:lnTo>
                  <a:lnTo>
                    <a:pt x="247427" y="494881"/>
                  </a:lnTo>
                  <a:lnTo>
                    <a:pt x="247666" y="495016"/>
                  </a:lnTo>
                  <a:lnTo>
                    <a:pt x="247872" y="495214"/>
                  </a:lnTo>
                  <a:lnTo>
                    <a:pt x="248065" y="495408"/>
                  </a:lnTo>
                  <a:lnTo>
                    <a:pt x="248849" y="495906"/>
                  </a:lnTo>
                  <a:lnTo>
                    <a:pt x="249172" y="496092"/>
                  </a:lnTo>
                  <a:lnTo>
                    <a:pt x="249460" y="496255"/>
                  </a:lnTo>
                  <a:lnTo>
                    <a:pt x="249885" y="495833"/>
                  </a:lnTo>
                  <a:lnTo>
                    <a:pt x="250195" y="495525"/>
                  </a:lnTo>
                  <a:lnTo>
                    <a:pt x="250760" y="494965"/>
                  </a:lnTo>
                  <a:lnTo>
                    <a:pt x="250823" y="494723"/>
                  </a:lnTo>
                  <a:lnTo>
                    <a:pt x="250920" y="494357"/>
                  </a:lnTo>
                  <a:lnTo>
                    <a:pt x="251027" y="493957"/>
                  </a:lnTo>
                  <a:lnTo>
                    <a:pt x="251075" y="493779"/>
                  </a:lnTo>
                  <a:lnTo>
                    <a:pt x="251157" y="493476"/>
                  </a:lnTo>
                  <a:lnTo>
                    <a:pt x="251200" y="493324"/>
                  </a:lnTo>
                  <a:lnTo>
                    <a:pt x="251233" y="493141"/>
                  </a:lnTo>
                  <a:lnTo>
                    <a:pt x="251360" y="492996"/>
                  </a:lnTo>
                  <a:lnTo>
                    <a:pt x="251554" y="493001"/>
                  </a:lnTo>
                  <a:lnTo>
                    <a:pt x="252203" y="492973"/>
                  </a:lnTo>
                  <a:lnTo>
                    <a:pt x="252778" y="492965"/>
                  </a:lnTo>
                  <a:lnTo>
                    <a:pt x="253350" y="492962"/>
                  </a:lnTo>
                  <a:lnTo>
                    <a:pt x="253734" y="492965"/>
                  </a:lnTo>
                  <a:lnTo>
                    <a:pt x="253933" y="492922"/>
                  </a:lnTo>
                  <a:lnTo>
                    <a:pt x="254508" y="492744"/>
                  </a:lnTo>
                  <a:lnTo>
                    <a:pt x="255109" y="492555"/>
                  </a:lnTo>
                  <a:lnTo>
                    <a:pt x="255686" y="492380"/>
                  </a:lnTo>
                  <a:lnTo>
                    <a:pt x="256264" y="492235"/>
                  </a:lnTo>
                  <a:lnTo>
                    <a:pt x="256437" y="492179"/>
                  </a:lnTo>
                  <a:lnTo>
                    <a:pt x="256989" y="491983"/>
                  </a:lnTo>
                  <a:lnTo>
                    <a:pt x="257190" y="491878"/>
                  </a:lnTo>
                  <a:lnTo>
                    <a:pt x="257414" y="491901"/>
                  </a:lnTo>
                  <a:lnTo>
                    <a:pt x="257584" y="492100"/>
                  </a:lnTo>
                  <a:lnTo>
                    <a:pt x="257844" y="492408"/>
                  </a:lnTo>
                  <a:lnTo>
                    <a:pt x="258243" y="492879"/>
                  </a:lnTo>
                  <a:lnTo>
                    <a:pt x="258612" y="493268"/>
                  </a:lnTo>
                  <a:lnTo>
                    <a:pt x="258854" y="493642"/>
                  </a:lnTo>
                  <a:lnTo>
                    <a:pt x="258956" y="493802"/>
                  </a:lnTo>
                  <a:lnTo>
                    <a:pt x="259109" y="493960"/>
                  </a:lnTo>
                  <a:lnTo>
                    <a:pt x="259383" y="494064"/>
                  </a:lnTo>
                  <a:lnTo>
                    <a:pt x="259958" y="493560"/>
                  </a:lnTo>
                  <a:lnTo>
                    <a:pt x="260399" y="493192"/>
                  </a:lnTo>
                  <a:lnTo>
                    <a:pt x="260729" y="492919"/>
                  </a:lnTo>
                  <a:lnTo>
                    <a:pt x="260956" y="492749"/>
                  </a:lnTo>
                  <a:lnTo>
                    <a:pt x="261238" y="492535"/>
                  </a:lnTo>
                  <a:lnTo>
                    <a:pt x="261399" y="492464"/>
                  </a:lnTo>
                  <a:lnTo>
                    <a:pt x="261658" y="492352"/>
                  </a:lnTo>
                  <a:lnTo>
                    <a:pt x="262381" y="492054"/>
                  </a:lnTo>
                  <a:lnTo>
                    <a:pt x="262533" y="491988"/>
                  </a:lnTo>
                  <a:lnTo>
                    <a:pt x="262849" y="491851"/>
                  </a:lnTo>
                  <a:lnTo>
                    <a:pt x="263460" y="491642"/>
                  </a:lnTo>
                  <a:lnTo>
                    <a:pt x="263691" y="491560"/>
                  </a:lnTo>
                  <a:lnTo>
                    <a:pt x="264119" y="491349"/>
                  </a:lnTo>
                  <a:lnTo>
                    <a:pt x="264615" y="491194"/>
                  </a:lnTo>
                  <a:lnTo>
                    <a:pt x="264902" y="491031"/>
                  </a:lnTo>
                  <a:lnTo>
                    <a:pt x="265037" y="491018"/>
                  </a:lnTo>
                  <a:lnTo>
                    <a:pt x="265266" y="491069"/>
                  </a:lnTo>
                  <a:lnTo>
                    <a:pt x="265534" y="491057"/>
                  </a:lnTo>
                  <a:lnTo>
                    <a:pt x="265880" y="491059"/>
                  </a:lnTo>
                  <a:lnTo>
                    <a:pt x="266104" y="491057"/>
                  </a:lnTo>
                  <a:lnTo>
                    <a:pt x="266282" y="491191"/>
                  </a:lnTo>
                  <a:lnTo>
                    <a:pt x="266455" y="491334"/>
                  </a:lnTo>
                  <a:lnTo>
                    <a:pt x="266618" y="491466"/>
                  </a:lnTo>
                  <a:lnTo>
                    <a:pt x="266821" y="491634"/>
                  </a:lnTo>
                  <a:lnTo>
                    <a:pt x="267114" y="491879"/>
                  </a:lnTo>
                  <a:lnTo>
                    <a:pt x="267266" y="492008"/>
                  </a:lnTo>
                  <a:lnTo>
                    <a:pt x="267651" y="492337"/>
                  </a:lnTo>
                  <a:lnTo>
                    <a:pt x="267859" y="492520"/>
                  </a:lnTo>
                  <a:lnTo>
                    <a:pt x="268188" y="492810"/>
                  </a:lnTo>
                  <a:lnTo>
                    <a:pt x="269007" y="493540"/>
                  </a:lnTo>
                  <a:lnTo>
                    <a:pt x="269327" y="493339"/>
                  </a:lnTo>
                  <a:lnTo>
                    <a:pt x="269946" y="492884"/>
                  </a:lnTo>
                  <a:lnTo>
                    <a:pt x="270208" y="492693"/>
                  </a:lnTo>
                  <a:lnTo>
                    <a:pt x="270404" y="492538"/>
                  </a:lnTo>
                  <a:lnTo>
                    <a:pt x="270554" y="492543"/>
                  </a:lnTo>
                  <a:lnTo>
                    <a:pt x="270793" y="492553"/>
                  </a:lnTo>
                  <a:lnTo>
                    <a:pt x="271389" y="492566"/>
                  </a:lnTo>
                  <a:lnTo>
                    <a:pt x="271839" y="492576"/>
                  </a:lnTo>
                  <a:lnTo>
                    <a:pt x="272017" y="492581"/>
                  </a:lnTo>
                  <a:lnTo>
                    <a:pt x="272780" y="492591"/>
                  </a:lnTo>
                  <a:lnTo>
                    <a:pt x="273025" y="492596"/>
                  </a:lnTo>
                  <a:lnTo>
                    <a:pt x="273305" y="492706"/>
                  </a:lnTo>
                  <a:lnTo>
                    <a:pt x="273681" y="492828"/>
                  </a:lnTo>
                  <a:lnTo>
                    <a:pt x="274277" y="493046"/>
                  </a:lnTo>
                  <a:lnTo>
                    <a:pt x="274821" y="493245"/>
                  </a:lnTo>
                  <a:lnTo>
                    <a:pt x="275363" y="493446"/>
                  </a:lnTo>
                  <a:lnTo>
                    <a:pt x="275905" y="493642"/>
                  </a:lnTo>
                  <a:lnTo>
                    <a:pt x="276057" y="493696"/>
                  </a:lnTo>
                  <a:lnTo>
                    <a:pt x="276768" y="493904"/>
                  </a:lnTo>
                  <a:lnTo>
                    <a:pt x="276969" y="493945"/>
                  </a:lnTo>
                  <a:lnTo>
                    <a:pt x="277292" y="493937"/>
                  </a:lnTo>
                  <a:lnTo>
                    <a:pt x="277719" y="493932"/>
                  </a:lnTo>
                  <a:lnTo>
                    <a:pt x="277903" y="493896"/>
                  </a:lnTo>
                  <a:lnTo>
                    <a:pt x="278121" y="493858"/>
                  </a:lnTo>
                  <a:lnTo>
                    <a:pt x="278417" y="493670"/>
                  </a:lnTo>
                  <a:lnTo>
                    <a:pt x="278582" y="493550"/>
                  </a:lnTo>
                  <a:lnTo>
                    <a:pt x="278852" y="493359"/>
                  </a:lnTo>
                  <a:lnTo>
                    <a:pt x="279216" y="493044"/>
                  </a:lnTo>
                  <a:lnTo>
                    <a:pt x="279526" y="492769"/>
                  </a:lnTo>
                  <a:lnTo>
                    <a:pt x="279663" y="492599"/>
                  </a:lnTo>
                  <a:lnTo>
                    <a:pt x="279979" y="492130"/>
                  </a:lnTo>
                  <a:lnTo>
                    <a:pt x="280073" y="491990"/>
                  </a:lnTo>
                  <a:lnTo>
                    <a:pt x="280356" y="491522"/>
                  </a:lnTo>
                  <a:lnTo>
                    <a:pt x="280478" y="491326"/>
                  </a:lnTo>
                  <a:lnTo>
                    <a:pt x="280691" y="490955"/>
                  </a:lnTo>
                  <a:lnTo>
                    <a:pt x="280816" y="490766"/>
                  </a:lnTo>
                  <a:lnTo>
                    <a:pt x="280928" y="490558"/>
                  </a:lnTo>
                  <a:lnTo>
                    <a:pt x="281183" y="490385"/>
                  </a:lnTo>
                  <a:lnTo>
                    <a:pt x="281699" y="490153"/>
                  </a:lnTo>
                  <a:lnTo>
                    <a:pt x="281910" y="489861"/>
                  </a:lnTo>
                  <a:lnTo>
                    <a:pt x="282066" y="489682"/>
                  </a:lnTo>
                  <a:lnTo>
                    <a:pt x="282264" y="489474"/>
                  </a:lnTo>
                  <a:lnTo>
                    <a:pt x="282432" y="489232"/>
                  </a:lnTo>
                  <a:lnTo>
                    <a:pt x="282646" y="489074"/>
                  </a:lnTo>
                  <a:lnTo>
                    <a:pt x="282989" y="488568"/>
                  </a:lnTo>
                  <a:lnTo>
                    <a:pt x="283025" y="488367"/>
                  </a:lnTo>
                  <a:lnTo>
                    <a:pt x="282829" y="488265"/>
                  </a:lnTo>
                  <a:lnTo>
                    <a:pt x="282689" y="488189"/>
                  </a:lnTo>
                  <a:lnTo>
                    <a:pt x="282521" y="488085"/>
                  </a:lnTo>
                  <a:lnTo>
                    <a:pt x="282343" y="487973"/>
                  </a:lnTo>
                  <a:lnTo>
                    <a:pt x="281900" y="487400"/>
                  </a:lnTo>
                  <a:lnTo>
                    <a:pt x="281915" y="487181"/>
                  </a:lnTo>
                  <a:lnTo>
                    <a:pt x="282053" y="487212"/>
                  </a:lnTo>
                  <a:lnTo>
                    <a:pt x="282371" y="487207"/>
                  </a:lnTo>
                  <a:lnTo>
                    <a:pt x="282600" y="487202"/>
                  </a:lnTo>
                  <a:lnTo>
                    <a:pt x="282949" y="487196"/>
                  </a:lnTo>
                  <a:lnTo>
                    <a:pt x="283226" y="487191"/>
                  </a:lnTo>
                  <a:lnTo>
                    <a:pt x="283618" y="487184"/>
                  </a:lnTo>
                  <a:lnTo>
                    <a:pt x="283826" y="487181"/>
                  </a:lnTo>
                  <a:lnTo>
                    <a:pt x="284041" y="487176"/>
                  </a:lnTo>
                  <a:lnTo>
                    <a:pt x="284445" y="487168"/>
                  </a:lnTo>
                  <a:lnTo>
                    <a:pt x="284659" y="487166"/>
                  </a:lnTo>
                  <a:lnTo>
                    <a:pt x="284852" y="487163"/>
                  </a:lnTo>
                  <a:lnTo>
                    <a:pt x="285010" y="487161"/>
                  </a:lnTo>
                  <a:lnTo>
                    <a:pt x="285618" y="487151"/>
                  </a:lnTo>
                  <a:lnTo>
                    <a:pt x="285819" y="487148"/>
                  </a:lnTo>
                  <a:lnTo>
                    <a:pt x="286054" y="487143"/>
                  </a:lnTo>
                  <a:lnTo>
                    <a:pt x="286260" y="487141"/>
                  </a:lnTo>
                  <a:lnTo>
                    <a:pt x="286435" y="487135"/>
                  </a:lnTo>
                  <a:lnTo>
                    <a:pt x="286654" y="487133"/>
                  </a:lnTo>
                  <a:lnTo>
                    <a:pt x="286847" y="487128"/>
                  </a:lnTo>
                  <a:lnTo>
                    <a:pt x="287150" y="487123"/>
                  </a:lnTo>
                  <a:lnTo>
                    <a:pt x="287466" y="487118"/>
                  </a:lnTo>
                  <a:lnTo>
                    <a:pt x="287779" y="487113"/>
                  </a:lnTo>
                  <a:lnTo>
                    <a:pt x="287921" y="487110"/>
                  </a:lnTo>
                  <a:lnTo>
                    <a:pt x="288076" y="487107"/>
                  </a:lnTo>
                  <a:lnTo>
                    <a:pt x="288265" y="487105"/>
                  </a:lnTo>
                  <a:lnTo>
                    <a:pt x="288654" y="487097"/>
                  </a:lnTo>
                  <a:lnTo>
                    <a:pt x="288835" y="487092"/>
                  </a:lnTo>
                  <a:lnTo>
                    <a:pt x="289092" y="487090"/>
                  </a:lnTo>
                  <a:lnTo>
                    <a:pt x="289311" y="487085"/>
                  </a:lnTo>
                  <a:lnTo>
                    <a:pt x="289504" y="487079"/>
                  </a:lnTo>
                  <a:lnTo>
                    <a:pt x="289748" y="487077"/>
                  </a:lnTo>
                  <a:lnTo>
                    <a:pt x="290102" y="487069"/>
                  </a:lnTo>
                  <a:lnTo>
                    <a:pt x="290384" y="487120"/>
                  </a:lnTo>
                  <a:lnTo>
                    <a:pt x="290534" y="487079"/>
                  </a:lnTo>
                  <a:lnTo>
                    <a:pt x="290822" y="487067"/>
                  </a:lnTo>
                  <a:lnTo>
                    <a:pt x="290952" y="487072"/>
                  </a:lnTo>
                  <a:lnTo>
                    <a:pt x="291107" y="487079"/>
                  </a:lnTo>
                  <a:lnTo>
                    <a:pt x="291590" y="487163"/>
                  </a:lnTo>
                  <a:lnTo>
                    <a:pt x="291718" y="487209"/>
                  </a:lnTo>
                  <a:lnTo>
                    <a:pt x="291916" y="487224"/>
                  </a:lnTo>
                  <a:lnTo>
                    <a:pt x="292305" y="487240"/>
                  </a:lnTo>
                  <a:lnTo>
                    <a:pt x="292473" y="487217"/>
                  </a:lnTo>
                  <a:lnTo>
                    <a:pt x="292858" y="486957"/>
                  </a:lnTo>
                  <a:lnTo>
                    <a:pt x="293071" y="486721"/>
                  </a:lnTo>
                  <a:lnTo>
                    <a:pt x="293155" y="486850"/>
                  </a:lnTo>
                  <a:lnTo>
                    <a:pt x="293323" y="486978"/>
                  </a:lnTo>
                  <a:lnTo>
                    <a:pt x="293662" y="487268"/>
                  </a:lnTo>
                  <a:lnTo>
                    <a:pt x="293898" y="487441"/>
                  </a:lnTo>
                  <a:lnTo>
                    <a:pt x="294155" y="487642"/>
                  </a:lnTo>
                  <a:lnTo>
                    <a:pt x="294298" y="487772"/>
                  </a:lnTo>
                  <a:lnTo>
                    <a:pt x="294537" y="487884"/>
                  </a:lnTo>
                  <a:lnTo>
                    <a:pt x="294690" y="487990"/>
                  </a:lnTo>
                  <a:lnTo>
                    <a:pt x="295104" y="487845"/>
                  </a:lnTo>
                  <a:lnTo>
                    <a:pt x="295318" y="487560"/>
                  </a:lnTo>
                  <a:lnTo>
                    <a:pt x="295450" y="487527"/>
                  </a:lnTo>
                  <a:lnTo>
                    <a:pt x="295595" y="487489"/>
                  </a:lnTo>
                  <a:lnTo>
                    <a:pt x="295804" y="487492"/>
                  </a:lnTo>
                  <a:lnTo>
                    <a:pt x="295954" y="487487"/>
                  </a:lnTo>
                  <a:lnTo>
                    <a:pt x="296199" y="487433"/>
                  </a:lnTo>
                  <a:lnTo>
                    <a:pt x="296410" y="487296"/>
                  </a:lnTo>
                  <a:lnTo>
                    <a:pt x="296728" y="487527"/>
                  </a:lnTo>
                  <a:lnTo>
                    <a:pt x="297031" y="487512"/>
                  </a:lnTo>
                  <a:lnTo>
                    <a:pt x="297277" y="487321"/>
                  </a:lnTo>
                  <a:lnTo>
                    <a:pt x="297450" y="487326"/>
                  </a:lnTo>
                  <a:lnTo>
                    <a:pt x="297893" y="487171"/>
                  </a:lnTo>
                  <a:lnTo>
                    <a:pt x="298397" y="486858"/>
                  </a:lnTo>
                  <a:lnTo>
                    <a:pt x="298636" y="486652"/>
                  </a:lnTo>
                  <a:lnTo>
                    <a:pt x="298802" y="486479"/>
                  </a:lnTo>
                  <a:lnTo>
                    <a:pt x="298995" y="486227"/>
                  </a:lnTo>
                  <a:lnTo>
                    <a:pt x="299359" y="485802"/>
                  </a:lnTo>
                  <a:lnTo>
                    <a:pt x="299445" y="485657"/>
                  </a:lnTo>
                  <a:lnTo>
                    <a:pt x="299562" y="485461"/>
                  </a:lnTo>
                  <a:lnTo>
                    <a:pt x="299679" y="485059"/>
                  </a:lnTo>
                  <a:lnTo>
                    <a:pt x="299700" y="484868"/>
                  </a:lnTo>
                  <a:lnTo>
                    <a:pt x="299718" y="484685"/>
                  </a:lnTo>
                  <a:lnTo>
                    <a:pt x="299743" y="484532"/>
                  </a:lnTo>
                  <a:lnTo>
                    <a:pt x="299412" y="484113"/>
                  </a:lnTo>
                  <a:lnTo>
                    <a:pt x="299041" y="483685"/>
                  </a:lnTo>
                  <a:lnTo>
                    <a:pt x="298873" y="483392"/>
                  </a:lnTo>
                  <a:lnTo>
                    <a:pt x="298736" y="483135"/>
                  </a:lnTo>
                  <a:lnTo>
                    <a:pt x="299351" y="483133"/>
                  </a:lnTo>
                  <a:lnTo>
                    <a:pt x="299751" y="483095"/>
                  </a:lnTo>
                  <a:lnTo>
                    <a:pt x="299896" y="483079"/>
                  </a:lnTo>
                  <a:lnTo>
                    <a:pt x="300262" y="483067"/>
                  </a:lnTo>
                  <a:lnTo>
                    <a:pt x="301094" y="483003"/>
                  </a:lnTo>
                  <a:lnTo>
                    <a:pt x="301920" y="482942"/>
                  </a:lnTo>
                  <a:lnTo>
                    <a:pt x="302247" y="482922"/>
                  </a:lnTo>
                  <a:lnTo>
                    <a:pt x="302751" y="482886"/>
                  </a:lnTo>
                  <a:lnTo>
                    <a:pt x="303262" y="482850"/>
                  </a:lnTo>
                  <a:lnTo>
                    <a:pt x="303641" y="482827"/>
                  </a:lnTo>
                  <a:lnTo>
                    <a:pt x="304037" y="482804"/>
                  </a:lnTo>
                  <a:lnTo>
                    <a:pt x="304312" y="485964"/>
                  </a:lnTo>
                  <a:lnTo>
                    <a:pt x="304410" y="487186"/>
                  </a:lnTo>
                  <a:lnTo>
                    <a:pt x="307856" y="487785"/>
                  </a:lnTo>
                  <a:lnTo>
                    <a:pt x="309261" y="488046"/>
                  </a:lnTo>
                  <a:lnTo>
                    <a:pt x="310211" y="488223"/>
                  </a:lnTo>
                  <a:lnTo>
                    <a:pt x="311835" y="488271"/>
                  </a:lnTo>
                  <a:lnTo>
                    <a:pt x="313745" y="488576"/>
                  </a:lnTo>
                  <a:lnTo>
                    <a:pt x="314812" y="490079"/>
                  </a:lnTo>
                  <a:lnTo>
                    <a:pt x="315714" y="491659"/>
                  </a:lnTo>
                  <a:lnTo>
                    <a:pt x="318391" y="492074"/>
                  </a:lnTo>
                  <a:lnTo>
                    <a:pt x="319115" y="489206"/>
                  </a:lnTo>
                  <a:lnTo>
                    <a:pt x="319229" y="488479"/>
                  </a:lnTo>
                  <a:lnTo>
                    <a:pt x="319377" y="487527"/>
                  </a:lnTo>
                  <a:lnTo>
                    <a:pt x="319590" y="486044"/>
                  </a:lnTo>
                  <a:lnTo>
                    <a:pt x="318448" y="484145"/>
                  </a:lnTo>
                  <a:lnTo>
                    <a:pt x="324537" y="480222"/>
                  </a:lnTo>
                  <a:lnTo>
                    <a:pt x="324789" y="480115"/>
                  </a:lnTo>
                  <a:lnTo>
                    <a:pt x="324924" y="480051"/>
                  </a:lnTo>
                  <a:lnTo>
                    <a:pt x="325021" y="479797"/>
                  </a:lnTo>
                  <a:lnTo>
                    <a:pt x="325229" y="479713"/>
                  </a:lnTo>
                  <a:lnTo>
                    <a:pt x="325420" y="479468"/>
                  </a:lnTo>
                  <a:lnTo>
                    <a:pt x="326010" y="479059"/>
                  </a:lnTo>
                  <a:lnTo>
                    <a:pt x="326295" y="478832"/>
                  </a:lnTo>
                  <a:lnTo>
                    <a:pt x="326466" y="478647"/>
                  </a:lnTo>
                  <a:lnTo>
                    <a:pt x="326611" y="478491"/>
                  </a:lnTo>
                  <a:lnTo>
                    <a:pt x="326848" y="478428"/>
                  </a:lnTo>
                  <a:lnTo>
                    <a:pt x="327018" y="478252"/>
                  </a:lnTo>
                  <a:lnTo>
                    <a:pt x="327145" y="478120"/>
                  </a:lnTo>
                  <a:lnTo>
                    <a:pt x="327247" y="477906"/>
                  </a:lnTo>
                  <a:lnTo>
                    <a:pt x="326952" y="477685"/>
                  </a:lnTo>
                  <a:lnTo>
                    <a:pt x="326792" y="477545"/>
                  </a:lnTo>
                  <a:lnTo>
                    <a:pt x="326792" y="477316"/>
                  </a:lnTo>
                  <a:lnTo>
                    <a:pt x="326888" y="477166"/>
                  </a:lnTo>
                  <a:lnTo>
                    <a:pt x="326965" y="477023"/>
                  </a:lnTo>
                  <a:lnTo>
                    <a:pt x="327044" y="476603"/>
                  </a:lnTo>
                  <a:lnTo>
                    <a:pt x="327038" y="476387"/>
                  </a:lnTo>
                  <a:lnTo>
                    <a:pt x="327026" y="476196"/>
                  </a:lnTo>
                  <a:lnTo>
                    <a:pt x="327066" y="476023"/>
                  </a:lnTo>
                  <a:lnTo>
                    <a:pt x="327181" y="475835"/>
                  </a:lnTo>
                  <a:lnTo>
                    <a:pt x="327321" y="475741"/>
                  </a:lnTo>
                  <a:lnTo>
                    <a:pt x="327535" y="475771"/>
                  </a:lnTo>
                  <a:lnTo>
                    <a:pt x="327825" y="475657"/>
                  </a:lnTo>
                  <a:lnTo>
                    <a:pt x="327954" y="475641"/>
                  </a:lnTo>
                  <a:lnTo>
                    <a:pt x="328354" y="474888"/>
                  </a:lnTo>
                  <a:lnTo>
                    <a:pt x="328489" y="474619"/>
                  </a:lnTo>
                  <a:lnTo>
                    <a:pt x="328616" y="474374"/>
                  </a:lnTo>
                  <a:lnTo>
                    <a:pt x="328659" y="474082"/>
                  </a:lnTo>
                  <a:lnTo>
                    <a:pt x="328718" y="473842"/>
                  </a:lnTo>
                  <a:lnTo>
                    <a:pt x="328845" y="473458"/>
                  </a:lnTo>
                  <a:lnTo>
                    <a:pt x="329008" y="473232"/>
                  </a:lnTo>
                  <a:lnTo>
                    <a:pt x="329232" y="472916"/>
                  </a:lnTo>
                  <a:lnTo>
                    <a:pt x="329466" y="472588"/>
                  </a:lnTo>
                  <a:lnTo>
                    <a:pt x="329560" y="472456"/>
                  </a:lnTo>
                  <a:lnTo>
                    <a:pt x="329965" y="472575"/>
                  </a:lnTo>
                  <a:lnTo>
                    <a:pt x="330140" y="472568"/>
                  </a:lnTo>
                  <a:lnTo>
                    <a:pt x="330069" y="472176"/>
                  </a:lnTo>
                  <a:lnTo>
                    <a:pt x="329942" y="471565"/>
                  </a:lnTo>
                  <a:lnTo>
                    <a:pt x="329863" y="471186"/>
                  </a:lnTo>
                  <a:lnTo>
                    <a:pt x="328888" y="470334"/>
                  </a:lnTo>
                  <a:lnTo>
                    <a:pt x="329890" y="469294"/>
                  </a:lnTo>
                  <a:lnTo>
                    <a:pt x="334514" y="470982"/>
                  </a:lnTo>
                  <a:lnTo>
                    <a:pt x="339217" y="471112"/>
                  </a:lnTo>
                  <a:lnTo>
                    <a:pt x="343226" y="469324"/>
                  </a:lnTo>
                  <a:lnTo>
                    <a:pt x="347580" y="477815"/>
                  </a:lnTo>
                  <a:lnTo>
                    <a:pt x="351377" y="479441"/>
                  </a:lnTo>
                  <a:lnTo>
                    <a:pt x="352206" y="477975"/>
                  </a:lnTo>
                  <a:lnTo>
                    <a:pt x="352771" y="476980"/>
                  </a:lnTo>
                  <a:lnTo>
                    <a:pt x="358374" y="474598"/>
                  </a:lnTo>
                  <a:lnTo>
                    <a:pt x="356232" y="470484"/>
                  </a:lnTo>
                  <a:lnTo>
                    <a:pt x="356074" y="469278"/>
                  </a:lnTo>
                  <a:lnTo>
                    <a:pt x="352631" y="463417"/>
                  </a:lnTo>
                  <a:lnTo>
                    <a:pt x="363268" y="459206"/>
                  </a:lnTo>
                  <a:lnTo>
                    <a:pt x="371389" y="451573"/>
                  </a:lnTo>
                  <a:lnTo>
                    <a:pt x="372631" y="450410"/>
                  </a:lnTo>
                  <a:lnTo>
                    <a:pt x="375135" y="448051"/>
                  </a:lnTo>
                  <a:lnTo>
                    <a:pt x="378512" y="448178"/>
                  </a:lnTo>
                  <a:lnTo>
                    <a:pt x="381563" y="448295"/>
                  </a:lnTo>
                  <a:lnTo>
                    <a:pt x="382644" y="448242"/>
                  </a:lnTo>
                  <a:lnTo>
                    <a:pt x="387525" y="447995"/>
                  </a:lnTo>
                  <a:lnTo>
                    <a:pt x="391764" y="453868"/>
                  </a:lnTo>
                  <a:lnTo>
                    <a:pt x="394866" y="453959"/>
                  </a:lnTo>
                  <a:lnTo>
                    <a:pt x="395433" y="453977"/>
                  </a:lnTo>
                  <a:lnTo>
                    <a:pt x="395944" y="453992"/>
                  </a:lnTo>
                  <a:lnTo>
                    <a:pt x="396412" y="454007"/>
                  </a:lnTo>
                  <a:lnTo>
                    <a:pt x="396950" y="454023"/>
                  </a:lnTo>
                  <a:lnTo>
                    <a:pt x="399352" y="454094"/>
                  </a:lnTo>
                  <a:lnTo>
                    <a:pt x="407756" y="453715"/>
                  </a:lnTo>
                  <a:lnTo>
                    <a:pt x="411396" y="448955"/>
                  </a:lnTo>
                  <a:lnTo>
                    <a:pt x="416922" y="441719"/>
                  </a:lnTo>
                  <a:lnTo>
                    <a:pt x="417050" y="441553"/>
                  </a:lnTo>
                  <a:lnTo>
                    <a:pt x="417202" y="441351"/>
                  </a:lnTo>
                  <a:lnTo>
                    <a:pt x="417512" y="440947"/>
                  </a:lnTo>
                  <a:lnTo>
                    <a:pt x="417794" y="440581"/>
                  </a:lnTo>
                  <a:lnTo>
                    <a:pt x="417902" y="440440"/>
                  </a:lnTo>
                  <a:lnTo>
                    <a:pt x="418212" y="440036"/>
                  </a:lnTo>
                  <a:lnTo>
                    <a:pt x="418521" y="439632"/>
                  </a:lnTo>
                  <a:lnTo>
                    <a:pt x="419065" y="438922"/>
                  </a:lnTo>
                  <a:lnTo>
                    <a:pt x="419378" y="438513"/>
                  </a:lnTo>
                  <a:lnTo>
                    <a:pt x="419693" y="438107"/>
                  </a:lnTo>
                  <a:lnTo>
                    <a:pt x="420236" y="437397"/>
                  </a:lnTo>
                  <a:lnTo>
                    <a:pt x="420545" y="436990"/>
                  </a:lnTo>
                  <a:lnTo>
                    <a:pt x="420699" y="436789"/>
                  </a:lnTo>
                  <a:lnTo>
                    <a:pt x="420933" y="436484"/>
                  </a:lnTo>
                  <a:lnTo>
                    <a:pt x="421098" y="436269"/>
                  </a:lnTo>
                  <a:lnTo>
                    <a:pt x="421220" y="436114"/>
                  </a:lnTo>
                  <a:lnTo>
                    <a:pt x="421640" y="435576"/>
                  </a:lnTo>
                  <a:lnTo>
                    <a:pt x="422227" y="434815"/>
                  </a:lnTo>
                  <a:lnTo>
                    <a:pt x="424901" y="432140"/>
                  </a:lnTo>
                  <a:lnTo>
                    <a:pt x="425277" y="431632"/>
                  </a:lnTo>
                  <a:lnTo>
                    <a:pt x="425836" y="430934"/>
                  </a:lnTo>
                  <a:lnTo>
                    <a:pt x="427072" y="428944"/>
                  </a:lnTo>
                  <a:lnTo>
                    <a:pt x="427621" y="428104"/>
                  </a:lnTo>
                  <a:lnTo>
                    <a:pt x="427907" y="427829"/>
                  </a:lnTo>
                  <a:lnTo>
                    <a:pt x="428677" y="426770"/>
                  </a:lnTo>
                  <a:lnTo>
                    <a:pt x="428885" y="426387"/>
                  </a:lnTo>
                  <a:lnTo>
                    <a:pt x="429270" y="426340"/>
                  </a:lnTo>
                  <a:lnTo>
                    <a:pt x="429417" y="426260"/>
                  </a:lnTo>
                  <a:lnTo>
                    <a:pt x="429508" y="426056"/>
                  </a:lnTo>
                  <a:lnTo>
                    <a:pt x="429678" y="425886"/>
                  </a:lnTo>
                  <a:lnTo>
                    <a:pt x="429826" y="425717"/>
                  </a:lnTo>
                  <a:lnTo>
                    <a:pt x="429942" y="425584"/>
                  </a:lnTo>
                  <a:lnTo>
                    <a:pt x="430025" y="425438"/>
                  </a:lnTo>
                  <a:lnTo>
                    <a:pt x="430289" y="425266"/>
                  </a:lnTo>
                  <a:lnTo>
                    <a:pt x="430332" y="425127"/>
                  </a:lnTo>
                  <a:lnTo>
                    <a:pt x="430488" y="424634"/>
                  </a:lnTo>
                  <a:lnTo>
                    <a:pt x="430483" y="424505"/>
                  </a:lnTo>
                  <a:lnTo>
                    <a:pt x="430539" y="424267"/>
                  </a:lnTo>
                  <a:lnTo>
                    <a:pt x="430782" y="423752"/>
                  </a:lnTo>
                  <a:lnTo>
                    <a:pt x="431216" y="423591"/>
                  </a:lnTo>
                  <a:lnTo>
                    <a:pt x="431472" y="423357"/>
                  </a:lnTo>
                  <a:lnTo>
                    <a:pt x="431630" y="423203"/>
                  </a:lnTo>
                  <a:lnTo>
                    <a:pt x="432090" y="422726"/>
                  </a:lnTo>
                  <a:lnTo>
                    <a:pt x="432296" y="422539"/>
                  </a:lnTo>
                  <a:lnTo>
                    <a:pt x="432541" y="422316"/>
                  </a:lnTo>
                  <a:lnTo>
                    <a:pt x="434478" y="421257"/>
                  </a:lnTo>
                  <a:lnTo>
                    <a:pt x="434642" y="421161"/>
                  </a:lnTo>
                  <a:lnTo>
                    <a:pt x="436110" y="420297"/>
                  </a:lnTo>
                  <a:lnTo>
                    <a:pt x="436910" y="419290"/>
                  </a:lnTo>
                  <a:lnTo>
                    <a:pt x="437108" y="419127"/>
                  </a:lnTo>
                  <a:lnTo>
                    <a:pt x="437759" y="418290"/>
                  </a:lnTo>
                  <a:lnTo>
                    <a:pt x="438388" y="417488"/>
                  </a:lnTo>
                  <a:lnTo>
                    <a:pt x="438512" y="417328"/>
                  </a:lnTo>
                  <a:lnTo>
                    <a:pt x="438874" y="416867"/>
                  </a:lnTo>
                  <a:lnTo>
                    <a:pt x="439556" y="416000"/>
                  </a:lnTo>
                  <a:lnTo>
                    <a:pt x="439925" y="415534"/>
                  </a:lnTo>
                  <a:lnTo>
                    <a:pt x="440428" y="414888"/>
                  </a:lnTo>
                  <a:lnTo>
                    <a:pt x="441151" y="413967"/>
                  </a:lnTo>
                  <a:lnTo>
                    <a:pt x="441755" y="413254"/>
                  </a:lnTo>
                  <a:lnTo>
                    <a:pt x="441907" y="413178"/>
                  </a:lnTo>
                  <a:lnTo>
                    <a:pt x="443047" y="412794"/>
                  </a:lnTo>
                  <a:lnTo>
                    <a:pt x="443324" y="412702"/>
                  </a:lnTo>
                  <a:lnTo>
                    <a:pt x="445974" y="411998"/>
                  </a:lnTo>
                  <a:lnTo>
                    <a:pt x="451261" y="409664"/>
                  </a:lnTo>
                  <a:lnTo>
                    <a:pt x="455630" y="408832"/>
                  </a:lnTo>
                  <a:lnTo>
                    <a:pt x="466301" y="406806"/>
                  </a:lnTo>
                  <a:lnTo>
                    <a:pt x="466474" y="406771"/>
                  </a:lnTo>
                  <a:lnTo>
                    <a:pt x="466698" y="406730"/>
                  </a:lnTo>
                  <a:lnTo>
                    <a:pt x="467011" y="406763"/>
                  </a:lnTo>
                  <a:lnTo>
                    <a:pt x="476388" y="407842"/>
                  </a:lnTo>
                  <a:lnTo>
                    <a:pt x="488912" y="407394"/>
                  </a:lnTo>
                  <a:lnTo>
                    <a:pt x="495083" y="407173"/>
                  </a:lnTo>
                  <a:lnTo>
                    <a:pt x="496274" y="407129"/>
                  </a:lnTo>
                  <a:lnTo>
                    <a:pt x="497665" y="407081"/>
                  </a:lnTo>
                  <a:lnTo>
                    <a:pt x="498017" y="407066"/>
                  </a:lnTo>
                  <a:lnTo>
                    <a:pt x="499238" y="407078"/>
                  </a:lnTo>
                  <a:lnTo>
                    <a:pt x="501515" y="407165"/>
                  </a:lnTo>
                  <a:lnTo>
                    <a:pt x="507543" y="407391"/>
                  </a:lnTo>
                  <a:lnTo>
                    <a:pt x="510159" y="407488"/>
                  </a:lnTo>
                  <a:lnTo>
                    <a:pt x="511971" y="407548"/>
                  </a:lnTo>
                  <a:lnTo>
                    <a:pt x="512681" y="407577"/>
                  </a:lnTo>
                  <a:lnTo>
                    <a:pt x="513760" y="407623"/>
                  </a:lnTo>
                  <a:lnTo>
                    <a:pt x="515175" y="407681"/>
                  </a:lnTo>
                  <a:lnTo>
                    <a:pt x="517533" y="407783"/>
                  </a:lnTo>
                  <a:lnTo>
                    <a:pt x="520012" y="407890"/>
                  </a:lnTo>
                  <a:lnTo>
                    <a:pt x="525518" y="408776"/>
                  </a:lnTo>
                  <a:lnTo>
                    <a:pt x="529915" y="409486"/>
                  </a:lnTo>
                  <a:lnTo>
                    <a:pt x="531712" y="409776"/>
                  </a:lnTo>
                  <a:lnTo>
                    <a:pt x="532658" y="409928"/>
                  </a:lnTo>
                  <a:lnTo>
                    <a:pt x="535933" y="416519"/>
                  </a:lnTo>
                  <a:lnTo>
                    <a:pt x="537600" y="416753"/>
                  </a:lnTo>
                  <a:lnTo>
                    <a:pt x="542783" y="417038"/>
                  </a:lnTo>
                  <a:lnTo>
                    <a:pt x="545633" y="416692"/>
                  </a:lnTo>
                  <a:lnTo>
                    <a:pt x="547213" y="416435"/>
                  </a:lnTo>
                  <a:lnTo>
                    <a:pt x="547345" y="416412"/>
                  </a:lnTo>
                  <a:lnTo>
                    <a:pt x="547628" y="416384"/>
                  </a:lnTo>
                  <a:lnTo>
                    <a:pt x="547959" y="416343"/>
                  </a:lnTo>
                  <a:lnTo>
                    <a:pt x="548284" y="416308"/>
                  </a:lnTo>
                  <a:lnTo>
                    <a:pt x="548567" y="416275"/>
                  </a:lnTo>
                  <a:lnTo>
                    <a:pt x="548811" y="416247"/>
                  </a:lnTo>
                  <a:lnTo>
                    <a:pt x="549241" y="416170"/>
                  </a:lnTo>
                  <a:lnTo>
                    <a:pt x="549394" y="416165"/>
                  </a:lnTo>
                  <a:lnTo>
                    <a:pt x="549531" y="416079"/>
                  </a:lnTo>
                  <a:lnTo>
                    <a:pt x="549755" y="415893"/>
                  </a:lnTo>
                  <a:lnTo>
                    <a:pt x="551648" y="414829"/>
                  </a:lnTo>
                  <a:lnTo>
                    <a:pt x="553457" y="413829"/>
                  </a:lnTo>
                  <a:lnTo>
                    <a:pt x="554585" y="413206"/>
                  </a:lnTo>
                  <a:lnTo>
                    <a:pt x="555211" y="412860"/>
                  </a:lnTo>
                  <a:lnTo>
                    <a:pt x="555763" y="412675"/>
                  </a:lnTo>
                  <a:lnTo>
                    <a:pt x="556466" y="412436"/>
                  </a:lnTo>
                  <a:lnTo>
                    <a:pt x="558112" y="411828"/>
                  </a:lnTo>
                  <a:lnTo>
                    <a:pt x="558428" y="411713"/>
                  </a:lnTo>
                  <a:lnTo>
                    <a:pt x="558690" y="411617"/>
                  </a:lnTo>
                  <a:lnTo>
                    <a:pt x="559165" y="411398"/>
                  </a:lnTo>
                  <a:lnTo>
                    <a:pt x="560374" y="410958"/>
                  </a:lnTo>
                  <a:lnTo>
                    <a:pt x="561046" y="410713"/>
                  </a:lnTo>
                  <a:lnTo>
                    <a:pt x="561608" y="410342"/>
                  </a:lnTo>
                  <a:lnTo>
                    <a:pt x="563896" y="408520"/>
                  </a:lnTo>
                  <a:lnTo>
                    <a:pt x="566389" y="406533"/>
                  </a:lnTo>
                  <a:lnTo>
                    <a:pt x="567850" y="404754"/>
                  </a:lnTo>
                  <a:lnTo>
                    <a:pt x="572545" y="399041"/>
                  </a:lnTo>
                  <a:lnTo>
                    <a:pt x="572733" y="398614"/>
                  </a:lnTo>
                  <a:lnTo>
                    <a:pt x="572982" y="398041"/>
                  </a:lnTo>
                  <a:lnTo>
                    <a:pt x="573344" y="397220"/>
                  </a:lnTo>
                  <a:lnTo>
                    <a:pt x="573616" y="396596"/>
                  </a:lnTo>
                  <a:lnTo>
                    <a:pt x="574120" y="395454"/>
                  </a:lnTo>
                  <a:lnTo>
                    <a:pt x="574356" y="394914"/>
                  </a:lnTo>
                  <a:lnTo>
                    <a:pt x="574707" y="394113"/>
                  </a:lnTo>
                  <a:lnTo>
                    <a:pt x="575054" y="393321"/>
                  </a:lnTo>
                  <a:lnTo>
                    <a:pt x="574629" y="392476"/>
                  </a:lnTo>
                  <a:lnTo>
                    <a:pt x="574369" y="391960"/>
                  </a:lnTo>
                  <a:lnTo>
                    <a:pt x="573438" y="390115"/>
                  </a:lnTo>
                  <a:lnTo>
                    <a:pt x="574629" y="386822"/>
                  </a:lnTo>
                  <a:lnTo>
                    <a:pt x="575624" y="384077"/>
                  </a:lnTo>
                  <a:lnTo>
                    <a:pt x="576738" y="381064"/>
                  </a:lnTo>
                  <a:lnTo>
                    <a:pt x="577614" y="378685"/>
                  </a:lnTo>
                  <a:lnTo>
                    <a:pt x="578005" y="378479"/>
                  </a:lnTo>
                  <a:lnTo>
                    <a:pt x="578337" y="376963"/>
                  </a:lnTo>
                  <a:lnTo>
                    <a:pt x="578418" y="376706"/>
                  </a:lnTo>
                  <a:lnTo>
                    <a:pt x="578421" y="376418"/>
                  </a:lnTo>
                  <a:lnTo>
                    <a:pt x="578411" y="376062"/>
                  </a:lnTo>
                  <a:lnTo>
                    <a:pt x="578408" y="375922"/>
                  </a:lnTo>
                  <a:lnTo>
                    <a:pt x="578451" y="375675"/>
                  </a:lnTo>
                  <a:lnTo>
                    <a:pt x="578446" y="375451"/>
                  </a:lnTo>
                  <a:lnTo>
                    <a:pt x="578441" y="375120"/>
                  </a:lnTo>
                  <a:lnTo>
                    <a:pt x="578311" y="374599"/>
                  </a:lnTo>
                  <a:lnTo>
                    <a:pt x="578253" y="374403"/>
                  </a:lnTo>
                  <a:lnTo>
                    <a:pt x="578289" y="374179"/>
                  </a:lnTo>
                  <a:lnTo>
                    <a:pt x="578161" y="373800"/>
                  </a:lnTo>
                  <a:lnTo>
                    <a:pt x="578014" y="373303"/>
                  </a:lnTo>
                  <a:lnTo>
                    <a:pt x="577912" y="373102"/>
                  </a:lnTo>
                  <a:lnTo>
                    <a:pt x="577869" y="372713"/>
                  </a:lnTo>
                  <a:lnTo>
                    <a:pt x="578345" y="372273"/>
                  </a:lnTo>
                  <a:lnTo>
                    <a:pt x="578487" y="372382"/>
                  </a:lnTo>
                  <a:lnTo>
                    <a:pt x="578599" y="372512"/>
                  </a:lnTo>
                  <a:lnTo>
                    <a:pt x="578841" y="372789"/>
                  </a:lnTo>
                  <a:lnTo>
                    <a:pt x="579408" y="373092"/>
                  </a:lnTo>
                  <a:lnTo>
                    <a:pt x="579683" y="373128"/>
                  </a:lnTo>
                  <a:lnTo>
                    <a:pt x="579833" y="373069"/>
                  </a:lnTo>
                  <a:lnTo>
                    <a:pt x="579973" y="373016"/>
                  </a:lnTo>
                  <a:lnTo>
                    <a:pt x="580128" y="372700"/>
                  </a:lnTo>
                  <a:lnTo>
                    <a:pt x="580075" y="372469"/>
                  </a:lnTo>
                  <a:lnTo>
                    <a:pt x="580039" y="372209"/>
                  </a:lnTo>
                  <a:lnTo>
                    <a:pt x="579932" y="372059"/>
                  </a:lnTo>
                  <a:lnTo>
                    <a:pt x="579826" y="371863"/>
                  </a:lnTo>
                  <a:lnTo>
                    <a:pt x="579925" y="371660"/>
                  </a:lnTo>
                  <a:lnTo>
                    <a:pt x="579935" y="371441"/>
                  </a:lnTo>
                  <a:lnTo>
                    <a:pt x="579960" y="371303"/>
                  </a:lnTo>
                  <a:lnTo>
                    <a:pt x="580037" y="370978"/>
                  </a:lnTo>
                  <a:lnTo>
                    <a:pt x="580172" y="370685"/>
                  </a:lnTo>
                  <a:lnTo>
                    <a:pt x="580385" y="370426"/>
                  </a:lnTo>
                  <a:lnTo>
                    <a:pt x="580462" y="370151"/>
                  </a:lnTo>
                  <a:lnTo>
                    <a:pt x="580592" y="369889"/>
                  </a:lnTo>
                  <a:lnTo>
                    <a:pt x="580721" y="369564"/>
                  </a:lnTo>
                  <a:lnTo>
                    <a:pt x="581579" y="367553"/>
                  </a:lnTo>
                  <a:lnTo>
                    <a:pt x="582429" y="368677"/>
                  </a:lnTo>
                  <a:lnTo>
                    <a:pt x="582576" y="367619"/>
                  </a:lnTo>
                  <a:lnTo>
                    <a:pt x="582553" y="367260"/>
                  </a:lnTo>
                  <a:lnTo>
                    <a:pt x="582569" y="367112"/>
                  </a:lnTo>
                  <a:lnTo>
                    <a:pt x="582541" y="366929"/>
                  </a:lnTo>
                  <a:lnTo>
                    <a:pt x="582497" y="366639"/>
                  </a:lnTo>
                  <a:lnTo>
                    <a:pt x="582574" y="366494"/>
                  </a:lnTo>
                  <a:lnTo>
                    <a:pt x="582663" y="366196"/>
                  </a:lnTo>
                  <a:lnTo>
                    <a:pt x="582704" y="365916"/>
                  </a:lnTo>
                  <a:lnTo>
                    <a:pt x="582734" y="365698"/>
                  </a:lnTo>
                  <a:lnTo>
                    <a:pt x="582798" y="365397"/>
                  </a:lnTo>
                  <a:lnTo>
                    <a:pt x="582864" y="365092"/>
                  </a:lnTo>
                  <a:lnTo>
                    <a:pt x="583034" y="364820"/>
                  </a:lnTo>
                  <a:lnTo>
                    <a:pt x="583098" y="364634"/>
                  </a:lnTo>
                  <a:lnTo>
                    <a:pt x="583322" y="364298"/>
                  </a:lnTo>
                  <a:lnTo>
                    <a:pt x="583528" y="364079"/>
                  </a:lnTo>
                  <a:lnTo>
                    <a:pt x="583614" y="363825"/>
                  </a:lnTo>
                  <a:lnTo>
                    <a:pt x="583650" y="363601"/>
                  </a:lnTo>
                  <a:lnTo>
                    <a:pt x="583683" y="363385"/>
                  </a:lnTo>
                  <a:lnTo>
                    <a:pt x="583675" y="363041"/>
                  </a:lnTo>
                  <a:lnTo>
                    <a:pt x="583637" y="362906"/>
                  </a:lnTo>
                  <a:lnTo>
                    <a:pt x="583495" y="362708"/>
                  </a:lnTo>
                  <a:lnTo>
                    <a:pt x="583220" y="362565"/>
                  </a:lnTo>
                  <a:lnTo>
                    <a:pt x="582932" y="362033"/>
                  </a:lnTo>
                  <a:lnTo>
                    <a:pt x="582864" y="361715"/>
                  </a:lnTo>
                  <a:lnTo>
                    <a:pt x="582790" y="361451"/>
                  </a:lnTo>
                  <a:lnTo>
                    <a:pt x="582759" y="361324"/>
                  </a:lnTo>
                  <a:lnTo>
                    <a:pt x="582696" y="361033"/>
                  </a:lnTo>
                  <a:lnTo>
                    <a:pt x="582419" y="359545"/>
                  </a:lnTo>
                  <a:lnTo>
                    <a:pt x="581824" y="359043"/>
                  </a:lnTo>
                  <a:lnTo>
                    <a:pt x="581392" y="358874"/>
                  </a:lnTo>
                  <a:lnTo>
                    <a:pt x="581279" y="358486"/>
                  </a:lnTo>
                  <a:lnTo>
                    <a:pt x="581198" y="357624"/>
                  </a:lnTo>
                  <a:lnTo>
                    <a:pt x="580921" y="357682"/>
                  </a:lnTo>
                  <a:lnTo>
                    <a:pt x="580610" y="357741"/>
                  </a:lnTo>
                  <a:lnTo>
                    <a:pt x="580258" y="357810"/>
                  </a:lnTo>
                  <a:lnTo>
                    <a:pt x="579847" y="357895"/>
                  </a:lnTo>
                  <a:lnTo>
                    <a:pt x="579322" y="357999"/>
                  </a:lnTo>
                  <a:lnTo>
                    <a:pt x="579070" y="358050"/>
                  </a:lnTo>
                  <a:lnTo>
                    <a:pt x="578741" y="358114"/>
                  </a:lnTo>
                  <a:lnTo>
                    <a:pt x="577915" y="356667"/>
                  </a:lnTo>
                  <a:lnTo>
                    <a:pt x="577469" y="356682"/>
                  </a:lnTo>
                  <a:lnTo>
                    <a:pt x="577278" y="356700"/>
                  </a:lnTo>
                  <a:lnTo>
                    <a:pt x="576965" y="356764"/>
                  </a:lnTo>
                  <a:lnTo>
                    <a:pt x="576507" y="356926"/>
                  </a:lnTo>
                  <a:lnTo>
                    <a:pt x="576267" y="356986"/>
                  </a:lnTo>
                  <a:lnTo>
                    <a:pt x="575634" y="357120"/>
                  </a:lnTo>
                  <a:lnTo>
                    <a:pt x="575502" y="357122"/>
                  </a:lnTo>
                  <a:lnTo>
                    <a:pt x="575193" y="357171"/>
                  </a:lnTo>
                  <a:lnTo>
                    <a:pt x="574812" y="357219"/>
                  </a:lnTo>
                  <a:lnTo>
                    <a:pt x="574757" y="356809"/>
                  </a:lnTo>
                  <a:lnTo>
                    <a:pt x="574373" y="356872"/>
                  </a:lnTo>
                  <a:lnTo>
                    <a:pt x="573609" y="356977"/>
                  </a:lnTo>
                  <a:lnTo>
                    <a:pt x="573463" y="357004"/>
                  </a:lnTo>
                  <a:lnTo>
                    <a:pt x="573220" y="357144"/>
                  </a:lnTo>
                  <a:lnTo>
                    <a:pt x="572454" y="357371"/>
                  </a:lnTo>
                  <a:lnTo>
                    <a:pt x="572187" y="357336"/>
                  </a:lnTo>
                  <a:lnTo>
                    <a:pt x="572286" y="357055"/>
                  </a:lnTo>
                  <a:lnTo>
                    <a:pt x="572229" y="356706"/>
                  </a:lnTo>
                  <a:lnTo>
                    <a:pt x="571967" y="356470"/>
                  </a:lnTo>
                  <a:lnTo>
                    <a:pt x="571734" y="356252"/>
                  </a:lnTo>
                  <a:lnTo>
                    <a:pt x="571982" y="355814"/>
                  </a:lnTo>
                  <a:lnTo>
                    <a:pt x="571508" y="355425"/>
                  </a:lnTo>
                  <a:lnTo>
                    <a:pt x="571268" y="355117"/>
                  </a:lnTo>
                  <a:lnTo>
                    <a:pt x="570982" y="354767"/>
                  </a:lnTo>
                  <a:lnTo>
                    <a:pt x="570843" y="354771"/>
                  </a:lnTo>
                  <a:lnTo>
                    <a:pt x="570701" y="354675"/>
                  </a:lnTo>
                  <a:lnTo>
                    <a:pt x="570731" y="354458"/>
                  </a:lnTo>
                  <a:lnTo>
                    <a:pt x="570444" y="354341"/>
                  </a:lnTo>
                  <a:lnTo>
                    <a:pt x="570149" y="354054"/>
                  </a:lnTo>
                  <a:lnTo>
                    <a:pt x="569963" y="353916"/>
                  </a:lnTo>
                  <a:lnTo>
                    <a:pt x="569701" y="353774"/>
                  </a:lnTo>
                  <a:lnTo>
                    <a:pt x="569497" y="353667"/>
                  </a:lnTo>
                  <a:lnTo>
                    <a:pt x="569141" y="353382"/>
                  </a:lnTo>
                  <a:lnTo>
                    <a:pt x="569070" y="353161"/>
                  </a:lnTo>
                  <a:lnTo>
                    <a:pt x="568978" y="352789"/>
                  </a:lnTo>
                  <a:lnTo>
                    <a:pt x="568920" y="352555"/>
                  </a:lnTo>
                  <a:lnTo>
                    <a:pt x="568825" y="352171"/>
                  </a:lnTo>
                  <a:lnTo>
                    <a:pt x="568690" y="351626"/>
                  </a:lnTo>
                  <a:lnTo>
                    <a:pt x="567736" y="347758"/>
                  </a:lnTo>
                  <a:lnTo>
                    <a:pt x="567703" y="347624"/>
                  </a:lnTo>
                  <a:lnTo>
                    <a:pt x="567329" y="346987"/>
                  </a:lnTo>
                  <a:lnTo>
                    <a:pt x="566454" y="345501"/>
                  </a:lnTo>
                  <a:lnTo>
                    <a:pt x="564204" y="341682"/>
                  </a:lnTo>
                  <a:lnTo>
                    <a:pt x="563819" y="341143"/>
                  </a:lnTo>
                  <a:lnTo>
                    <a:pt x="563105" y="340143"/>
                  </a:lnTo>
                  <a:lnTo>
                    <a:pt x="562956" y="339774"/>
                  </a:lnTo>
                  <a:lnTo>
                    <a:pt x="562682" y="339550"/>
                  </a:lnTo>
                  <a:lnTo>
                    <a:pt x="561693" y="337934"/>
                  </a:lnTo>
                  <a:lnTo>
                    <a:pt x="560619" y="336333"/>
                  </a:lnTo>
                  <a:lnTo>
                    <a:pt x="560149" y="335632"/>
                  </a:lnTo>
                  <a:lnTo>
                    <a:pt x="559479" y="334633"/>
                  </a:lnTo>
                  <a:lnTo>
                    <a:pt x="558771" y="333583"/>
                  </a:lnTo>
                  <a:lnTo>
                    <a:pt x="556451" y="330117"/>
                  </a:lnTo>
                  <a:lnTo>
                    <a:pt x="556318" y="329921"/>
                  </a:lnTo>
                  <a:lnTo>
                    <a:pt x="552244" y="330040"/>
                  </a:lnTo>
                  <a:lnTo>
                    <a:pt x="545687" y="315430"/>
                  </a:lnTo>
                  <a:lnTo>
                    <a:pt x="545621" y="315285"/>
                  </a:lnTo>
                  <a:lnTo>
                    <a:pt x="555036" y="307602"/>
                  </a:lnTo>
                  <a:lnTo>
                    <a:pt x="563519" y="307229"/>
                  </a:lnTo>
                  <a:lnTo>
                    <a:pt x="564395" y="307190"/>
                  </a:lnTo>
                  <a:lnTo>
                    <a:pt x="565163" y="306325"/>
                  </a:lnTo>
                  <a:lnTo>
                    <a:pt x="565903" y="305386"/>
                  </a:lnTo>
                  <a:lnTo>
                    <a:pt x="567260" y="303663"/>
                  </a:lnTo>
                  <a:lnTo>
                    <a:pt x="567963" y="303765"/>
                  </a:lnTo>
                  <a:lnTo>
                    <a:pt x="568217" y="303745"/>
                  </a:lnTo>
                  <a:lnTo>
                    <a:pt x="568354" y="303798"/>
                  </a:lnTo>
                  <a:lnTo>
                    <a:pt x="568482" y="303923"/>
                  </a:lnTo>
                  <a:lnTo>
                    <a:pt x="568726" y="304027"/>
                  </a:lnTo>
                  <a:lnTo>
                    <a:pt x="569036" y="304182"/>
                  </a:lnTo>
                  <a:lnTo>
                    <a:pt x="569344" y="304317"/>
                  </a:lnTo>
                  <a:lnTo>
                    <a:pt x="569242" y="304854"/>
                  </a:lnTo>
                  <a:lnTo>
                    <a:pt x="569253" y="305040"/>
                  </a:lnTo>
                  <a:lnTo>
                    <a:pt x="569533" y="305208"/>
                  </a:lnTo>
                  <a:lnTo>
                    <a:pt x="569820" y="305320"/>
                  </a:lnTo>
                  <a:lnTo>
                    <a:pt x="570184" y="305478"/>
                  </a:lnTo>
                  <a:lnTo>
                    <a:pt x="570438" y="305539"/>
                  </a:lnTo>
                  <a:lnTo>
                    <a:pt x="570571" y="305536"/>
                  </a:lnTo>
                  <a:lnTo>
                    <a:pt x="570800" y="305498"/>
                  </a:lnTo>
                  <a:lnTo>
                    <a:pt x="571207" y="305424"/>
                  </a:lnTo>
                  <a:lnTo>
                    <a:pt x="571527" y="305366"/>
                  </a:lnTo>
                  <a:lnTo>
                    <a:pt x="571792" y="305312"/>
                  </a:lnTo>
                  <a:lnTo>
                    <a:pt x="572092" y="305259"/>
                  </a:lnTo>
                  <a:lnTo>
                    <a:pt x="572421" y="305236"/>
                  </a:lnTo>
                  <a:lnTo>
                    <a:pt x="572680" y="305340"/>
                  </a:lnTo>
                  <a:lnTo>
                    <a:pt x="573064" y="305526"/>
                  </a:lnTo>
                  <a:lnTo>
                    <a:pt x="573344" y="305429"/>
                  </a:lnTo>
                  <a:lnTo>
                    <a:pt x="573708" y="305386"/>
                  </a:lnTo>
                  <a:lnTo>
                    <a:pt x="574059" y="305335"/>
                  </a:lnTo>
                  <a:lnTo>
                    <a:pt x="574273" y="305325"/>
                  </a:lnTo>
                  <a:lnTo>
                    <a:pt x="575337" y="305373"/>
                  </a:lnTo>
                  <a:lnTo>
                    <a:pt x="575469" y="305455"/>
                  </a:lnTo>
                  <a:lnTo>
                    <a:pt x="575625" y="305452"/>
                  </a:lnTo>
                  <a:lnTo>
                    <a:pt x="575764" y="305457"/>
                  </a:lnTo>
                  <a:lnTo>
                    <a:pt x="576207" y="305389"/>
                  </a:lnTo>
                  <a:lnTo>
                    <a:pt x="585726" y="302768"/>
                  </a:lnTo>
                  <a:lnTo>
                    <a:pt x="590856" y="301337"/>
                  </a:lnTo>
                  <a:lnTo>
                    <a:pt x="591214" y="301237"/>
                  </a:lnTo>
                  <a:lnTo>
                    <a:pt x="595037" y="300167"/>
                  </a:lnTo>
                  <a:lnTo>
                    <a:pt x="605389" y="297272"/>
                  </a:lnTo>
                  <a:lnTo>
                    <a:pt x="604408" y="296882"/>
                  </a:lnTo>
                  <a:lnTo>
                    <a:pt x="602615" y="296181"/>
                  </a:lnTo>
                  <a:lnTo>
                    <a:pt x="601095" y="295582"/>
                  </a:lnTo>
                  <a:lnTo>
                    <a:pt x="600802" y="294206"/>
                  </a:lnTo>
                  <a:lnTo>
                    <a:pt x="600430" y="292464"/>
                  </a:lnTo>
                  <a:lnTo>
                    <a:pt x="600491" y="292008"/>
                  </a:lnTo>
                  <a:lnTo>
                    <a:pt x="600688" y="290523"/>
                  </a:lnTo>
                  <a:lnTo>
                    <a:pt x="600767" y="289933"/>
                  </a:lnTo>
                  <a:lnTo>
                    <a:pt x="600806" y="289657"/>
                  </a:lnTo>
                  <a:lnTo>
                    <a:pt x="601032" y="287107"/>
                  </a:lnTo>
                  <a:lnTo>
                    <a:pt x="601258" y="284745"/>
                  </a:lnTo>
                  <a:lnTo>
                    <a:pt x="601325" y="283954"/>
                  </a:lnTo>
                  <a:lnTo>
                    <a:pt x="601596" y="280741"/>
                  </a:lnTo>
                  <a:lnTo>
                    <a:pt x="601628" y="280432"/>
                  </a:lnTo>
                  <a:lnTo>
                    <a:pt x="602732" y="277660"/>
                  </a:lnTo>
                  <a:lnTo>
                    <a:pt x="599093" y="274438"/>
                  </a:lnTo>
                  <a:lnTo>
                    <a:pt x="597298" y="272854"/>
                  </a:lnTo>
                  <a:lnTo>
                    <a:pt x="597878" y="271940"/>
                  </a:lnTo>
                  <a:lnTo>
                    <a:pt x="599182" y="269882"/>
                  </a:lnTo>
                  <a:lnTo>
                    <a:pt x="599397" y="269541"/>
                  </a:lnTo>
                  <a:lnTo>
                    <a:pt x="601019" y="269158"/>
                  </a:lnTo>
                  <a:lnTo>
                    <a:pt x="601115" y="268466"/>
                  </a:lnTo>
                  <a:lnTo>
                    <a:pt x="600802" y="265200"/>
                  </a:lnTo>
                  <a:lnTo>
                    <a:pt x="599901" y="264016"/>
                  </a:lnTo>
                  <a:lnTo>
                    <a:pt x="599528" y="263527"/>
                  </a:lnTo>
                  <a:lnTo>
                    <a:pt x="599342" y="263283"/>
                  </a:lnTo>
                  <a:lnTo>
                    <a:pt x="598385" y="262021"/>
                  </a:lnTo>
                  <a:lnTo>
                    <a:pt x="597866" y="261339"/>
                  </a:lnTo>
                  <a:lnTo>
                    <a:pt x="597259" y="260542"/>
                  </a:lnTo>
                  <a:lnTo>
                    <a:pt x="596383" y="259389"/>
                  </a:lnTo>
                  <a:lnTo>
                    <a:pt x="596020" y="258914"/>
                  </a:lnTo>
                  <a:lnTo>
                    <a:pt x="595739" y="258897"/>
                  </a:lnTo>
                  <a:lnTo>
                    <a:pt x="595376" y="258876"/>
                  </a:lnTo>
                  <a:lnTo>
                    <a:pt x="592210" y="258668"/>
                  </a:lnTo>
                  <a:lnTo>
                    <a:pt x="591048" y="258593"/>
                  </a:lnTo>
                  <a:lnTo>
                    <a:pt x="590818" y="258577"/>
                  </a:lnTo>
                  <a:lnTo>
                    <a:pt x="589467" y="258490"/>
                  </a:lnTo>
                  <a:lnTo>
                    <a:pt x="587831" y="258384"/>
                  </a:lnTo>
                  <a:lnTo>
                    <a:pt x="586019" y="259391"/>
                  </a:lnTo>
                  <a:lnTo>
                    <a:pt x="584315" y="260334"/>
                  </a:lnTo>
                  <a:lnTo>
                    <a:pt x="583894" y="260288"/>
                  </a:lnTo>
                  <a:lnTo>
                    <a:pt x="583493" y="260055"/>
                  </a:lnTo>
                  <a:lnTo>
                    <a:pt x="583125" y="259853"/>
                  </a:lnTo>
                  <a:lnTo>
                    <a:pt x="583010" y="259682"/>
                  </a:lnTo>
                  <a:lnTo>
                    <a:pt x="582437" y="258826"/>
                  </a:lnTo>
                  <a:lnTo>
                    <a:pt x="582097" y="258222"/>
                  </a:lnTo>
                  <a:lnTo>
                    <a:pt x="578942" y="255509"/>
                  </a:lnTo>
                  <a:lnTo>
                    <a:pt x="578139" y="255024"/>
                  </a:lnTo>
                  <a:lnTo>
                    <a:pt x="577970" y="254995"/>
                  </a:lnTo>
                  <a:lnTo>
                    <a:pt x="577244" y="248044"/>
                  </a:lnTo>
                  <a:lnTo>
                    <a:pt x="578115" y="248414"/>
                  </a:lnTo>
                  <a:lnTo>
                    <a:pt x="578268" y="248536"/>
                  </a:lnTo>
                  <a:lnTo>
                    <a:pt x="578577" y="248773"/>
                  </a:lnTo>
                  <a:lnTo>
                    <a:pt x="578850" y="248977"/>
                  </a:lnTo>
                  <a:lnTo>
                    <a:pt x="579050" y="248718"/>
                  </a:lnTo>
                  <a:lnTo>
                    <a:pt x="579188" y="248537"/>
                  </a:lnTo>
                  <a:lnTo>
                    <a:pt x="579354" y="248324"/>
                  </a:lnTo>
                  <a:lnTo>
                    <a:pt x="579157" y="248171"/>
                  </a:lnTo>
                  <a:lnTo>
                    <a:pt x="578950" y="248015"/>
                  </a:lnTo>
                  <a:lnTo>
                    <a:pt x="580599" y="240519"/>
                  </a:lnTo>
                  <a:lnTo>
                    <a:pt x="581198" y="240029"/>
                  </a:lnTo>
                  <a:lnTo>
                    <a:pt x="581400" y="239766"/>
                  </a:lnTo>
                  <a:lnTo>
                    <a:pt x="583136" y="239455"/>
                  </a:lnTo>
                  <a:lnTo>
                    <a:pt x="585503" y="241356"/>
                  </a:lnTo>
                  <a:lnTo>
                    <a:pt x="585649" y="240886"/>
                  </a:lnTo>
                  <a:lnTo>
                    <a:pt x="585806" y="240373"/>
                  </a:lnTo>
                  <a:lnTo>
                    <a:pt x="586186" y="239154"/>
                  </a:lnTo>
                  <a:lnTo>
                    <a:pt x="586174" y="238884"/>
                  </a:lnTo>
                  <a:lnTo>
                    <a:pt x="584906" y="238777"/>
                  </a:lnTo>
                  <a:lnTo>
                    <a:pt x="583975" y="238283"/>
                  </a:lnTo>
                  <a:lnTo>
                    <a:pt x="581704" y="235626"/>
                  </a:lnTo>
                  <a:lnTo>
                    <a:pt x="582304" y="234978"/>
                  </a:lnTo>
                  <a:lnTo>
                    <a:pt x="582708" y="234957"/>
                  </a:lnTo>
                  <a:lnTo>
                    <a:pt x="583967" y="232312"/>
                  </a:lnTo>
                  <a:lnTo>
                    <a:pt x="584073" y="232030"/>
                  </a:lnTo>
                  <a:lnTo>
                    <a:pt x="584136" y="231863"/>
                  </a:lnTo>
                  <a:lnTo>
                    <a:pt x="583743" y="231708"/>
                  </a:lnTo>
                  <a:lnTo>
                    <a:pt x="583591" y="231647"/>
                  </a:lnTo>
                  <a:lnTo>
                    <a:pt x="583394" y="231569"/>
                  </a:lnTo>
                  <a:lnTo>
                    <a:pt x="583091" y="231449"/>
                  </a:lnTo>
                  <a:lnTo>
                    <a:pt x="582759" y="231501"/>
                  </a:lnTo>
                  <a:lnTo>
                    <a:pt x="582516" y="231539"/>
                  </a:lnTo>
                  <a:lnTo>
                    <a:pt x="582344" y="231566"/>
                  </a:lnTo>
                  <a:lnTo>
                    <a:pt x="582030" y="231616"/>
                  </a:lnTo>
                  <a:lnTo>
                    <a:pt x="581537" y="231598"/>
                  </a:lnTo>
                  <a:lnTo>
                    <a:pt x="580911" y="231279"/>
                  </a:lnTo>
                  <a:lnTo>
                    <a:pt x="580837" y="231130"/>
                  </a:lnTo>
                  <a:lnTo>
                    <a:pt x="580577" y="230529"/>
                  </a:lnTo>
                  <a:lnTo>
                    <a:pt x="580520" y="230390"/>
                  </a:lnTo>
                  <a:lnTo>
                    <a:pt x="580357" y="230117"/>
                  </a:lnTo>
                  <a:lnTo>
                    <a:pt x="580188" y="229804"/>
                  </a:lnTo>
                  <a:lnTo>
                    <a:pt x="580103" y="229622"/>
                  </a:lnTo>
                  <a:lnTo>
                    <a:pt x="579990" y="229449"/>
                  </a:lnTo>
                  <a:lnTo>
                    <a:pt x="579733" y="229174"/>
                  </a:lnTo>
                  <a:lnTo>
                    <a:pt x="579513" y="229055"/>
                  </a:lnTo>
                  <a:lnTo>
                    <a:pt x="579175" y="228710"/>
                  </a:lnTo>
                  <a:lnTo>
                    <a:pt x="577801" y="227802"/>
                  </a:lnTo>
                  <a:lnTo>
                    <a:pt x="577876" y="227519"/>
                  </a:lnTo>
                  <a:lnTo>
                    <a:pt x="577902" y="227389"/>
                  </a:lnTo>
                  <a:lnTo>
                    <a:pt x="577867" y="227189"/>
                  </a:lnTo>
                  <a:lnTo>
                    <a:pt x="577816" y="227019"/>
                  </a:lnTo>
                  <a:lnTo>
                    <a:pt x="577771" y="226821"/>
                  </a:lnTo>
                  <a:lnTo>
                    <a:pt x="577786" y="226600"/>
                  </a:lnTo>
                  <a:lnTo>
                    <a:pt x="577898" y="226155"/>
                  </a:lnTo>
                  <a:lnTo>
                    <a:pt x="578098" y="225720"/>
                  </a:lnTo>
                  <a:lnTo>
                    <a:pt x="578205" y="225569"/>
                  </a:lnTo>
                  <a:lnTo>
                    <a:pt x="578561" y="225083"/>
                  </a:lnTo>
                  <a:lnTo>
                    <a:pt x="578734" y="224972"/>
                  </a:lnTo>
                  <a:lnTo>
                    <a:pt x="578964" y="224908"/>
                  </a:lnTo>
                  <a:lnTo>
                    <a:pt x="579286" y="224678"/>
                  </a:lnTo>
                  <a:lnTo>
                    <a:pt x="579164" y="224307"/>
                  </a:lnTo>
                  <a:lnTo>
                    <a:pt x="578923" y="223956"/>
                  </a:lnTo>
                  <a:lnTo>
                    <a:pt x="578804" y="223632"/>
                  </a:lnTo>
                  <a:lnTo>
                    <a:pt x="578159" y="223645"/>
                  </a:lnTo>
                  <a:lnTo>
                    <a:pt x="578111" y="223246"/>
                  </a:lnTo>
                  <a:lnTo>
                    <a:pt x="578042" y="222938"/>
                  </a:lnTo>
                  <a:lnTo>
                    <a:pt x="578014" y="222715"/>
                  </a:lnTo>
                  <a:lnTo>
                    <a:pt x="577999" y="222572"/>
                  </a:lnTo>
                  <a:lnTo>
                    <a:pt x="577900" y="222098"/>
                  </a:lnTo>
                  <a:lnTo>
                    <a:pt x="577782" y="221469"/>
                  </a:lnTo>
                  <a:lnTo>
                    <a:pt x="577719" y="220747"/>
                  </a:lnTo>
                  <a:lnTo>
                    <a:pt x="577630" y="219740"/>
                  </a:lnTo>
                  <a:lnTo>
                    <a:pt x="577451" y="218757"/>
                  </a:lnTo>
                  <a:lnTo>
                    <a:pt x="577397" y="218195"/>
                  </a:lnTo>
                  <a:lnTo>
                    <a:pt x="577370" y="217992"/>
                  </a:lnTo>
                  <a:lnTo>
                    <a:pt x="577158" y="216610"/>
                  </a:lnTo>
                  <a:lnTo>
                    <a:pt x="577108" y="215811"/>
                  </a:lnTo>
                  <a:lnTo>
                    <a:pt x="577082" y="215396"/>
                  </a:lnTo>
                  <a:lnTo>
                    <a:pt x="577022" y="214427"/>
                  </a:lnTo>
                  <a:lnTo>
                    <a:pt x="576989" y="213934"/>
                  </a:lnTo>
                  <a:lnTo>
                    <a:pt x="576892" y="212494"/>
                  </a:lnTo>
                  <a:lnTo>
                    <a:pt x="576806" y="211287"/>
                  </a:lnTo>
                  <a:lnTo>
                    <a:pt x="576741" y="210266"/>
                  </a:lnTo>
                  <a:lnTo>
                    <a:pt x="576500" y="210332"/>
                  </a:lnTo>
                  <a:lnTo>
                    <a:pt x="574627" y="210060"/>
                  </a:lnTo>
                  <a:lnTo>
                    <a:pt x="572740" y="210174"/>
                  </a:lnTo>
                  <a:lnTo>
                    <a:pt x="571866" y="210486"/>
                  </a:lnTo>
                  <a:lnTo>
                    <a:pt x="570907" y="210971"/>
                  </a:lnTo>
                  <a:lnTo>
                    <a:pt x="570162" y="211580"/>
                  </a:lnTo>
                  <a:lnTo>
                    <a:pt x="570073" y="211960"/>
                  </a:lnTo>
                  <a:lnTo>
                    <a:pt x="569742" y="212784"/>
                  </a:lnTo>
                  <a:lnTo>
                    <a:pt x="568541" y="213618"/>
                  </a:lnTo>
                  <a:lnTo>
                    <a:pt x="567300" y="214099"/>
                  </a:lnTo>
                  <a:lnTo>
                    <a:pt x="566497" y="214107"/>
                  </a:lnTo>
                  <a:lnTo>
                    <a:pt x="566137" y="214094"/>
                  </a:lnTo>
                  <a:lnTo>
                    <a:pt x="565471" y="214184"/>
                  </a:lnTo>
                  <a:lnTo>
                    <a:pt x="565217" y="214147"/>
                  </a:lnTo>
                  <a:lnTo>
                    <a:pt x="564148" y="213990"/>
                  </a:lnTo>
                  <a:lnTo>
                    <a:pt x="563463" y="213944"/>
                  </a:lnTo>
                  <a:lnTo>
                    <a:pt x="563081" y="213918"/>
                  </a:lnTo>
                  <a:lnTo>
                    <a:pt x="562061" y="213985"/>
                  </a:lnTo>
                  <a:lnTo>
                    <a:pt x="562038" y="212722"/>
                  </a:lnTo>
                  <a:lnTo>
                    <a:pt x="561948" y="212373"/>
                  </a:lnTo>
                  <a:lnTo>
                    <a:pt x="561448" y="210407"/>
                  </a:lnTo>
                  <a:lnTo>
                    <a:pt x="561285" y="209768"/>
                  </a:lnTo>
                  <a:lnTo>
                    <a:pt x="561141" y="209203"/>
                  </a:lnTo>
                  <a:lnTo>
                    <a:pt x="561062" y="208891"/>
                  </a:lnTo>
                  <a:lnTo>
                    <a:pt x="560963" y="208506"/>
                  </a:lnTo>
                  <a:lnTo>
                    <a:pt x="560839" y="208017"/>
                  </a:lnTo>
                  <a:lnTo>
                    <a:pt x="561713" y="207719"/>
                  </a:lnTo>
                  <a:lnTo>
                    <a:pt x="562566" y="207395"/>
                  </a:lnTo>
                  <a:lnTo>
                    <a:pt x="564197" y="206302"/>
                  </a:lnTo>
                  <a:lnTo>
                    <a:pt x="564727" y="206133"/>
                  </a:lnTo>
                  <a:lnTo>
                    <a:pt x="565463" y="205777"/>
                  </a:lnTo>
                  <a:lnTo>
                    <a:pt x="565747" y="205466"/>
                  </a:lnTo>
                  <a:lnTo>
                    <a:pt x="565707" y="205330"/>
                  </a:lnTo>
                  <a:lnTo>
                    <a:pt x="565395" y="204263"/>
                  </a:lnTo>
                  <a:lnTo>
                    <a:pt x="565309" y="203969"/>
                  </a:lnTo>
                  <a:lnTo>
                    <a:pt x="565114" y="203302"/>
                  </a:lnTo>
                  <a:lnTo>
                    <a:pt x="564888" y="202532"/>
                  </a:lnTo>
                  <a:lnTo>
                    <a:pt x="564709" y="201920"/>
                  </a:lnTo>
                  <a:lnTo>
                    <a:pt x="564646" y="200237"/>
                  </a:lnTo>
                  <a:lnTo>
                    <a:pt x="564540" y="199876"/>
                  </a:lnTo>
                  <a:lnTo>
                    <a:pt x="564437" y="199285"/>
                  </a:lnTo>
                  <a:lnTo>
                    <a:pt x="564303" y="198960"/>
                  </a:lnTo>
                  <a:lnTo>
                    <a:pt x="563971" y="198160"/>
                  </a:lnTo>
                  <a:lnTo>
                    <a:pt x="563716" y="197544"/>
                  </a:lnTo>
                  <a:lnTo>
                    <a:pt x="563403" y="196790"/>
                  </a:lnTo>
                  <a:lnTo>
                    <a:pt x="563327" y="196606"/>
                  </a:lnTo>
                  <a:lnTo>
                    <a:pt x="561811" y="197331"/>
                  </a:lnTo>
                  <a:lnTo>
                    <a:pt x="560590" y="197916"/>
                  </a:lnTo>
                  <a:lnTo>
                    <a:pt x="559767" y="198309"/>
                  </a:lnTo>
                  <a:lnTo>
                    <a:pt x="559591" y="198394"/>
                  </a:lnTo>
                  <a:lnTo>
                    <a:pt x="559411" y="198480"/>
                  </a:lnTo>
                  <a:lnTo>
                    <a:pt x="558611" y="198863"/>
                  </a:lnTo>
                  <a:lnTo>
                    <a:pt x="557174" y="199551"/>
                  </a:lnTo>
                  <a:lnTo>
                    <a:pt x="556024" y="200101"/>
                  </a:lnTo>
                  <a:lnTo>
                    <a:pt x="555368" y="200415"/>
                  </a:lnTo>
                  <a:lnTo>
                    <a:pt x="554668" y="199676"/>
                  </a:lnTo>
                  <a:lnTo>
                    <a:pt x="554085" y="199221"/>
                  </a:lnTo>
                  <a:lnTo>
                    <a:pt x="553902" y="199078"/>
                  </a:lnTo>
                  <a:lnTo>
                    <a:pt x="553080" y="199157"/>
                  </a:lnTo>
                  <a:lnTo>
                    <a:pt x="552293" y="199368"/>
                  </a:lnTo>
                  <a:lnTo>
                    <a:pt x="549088" y="200662"/>
                  </a:lnTo>
                  <a:lnTo>
                    <a:pt x="548687" y="200611"/>
                  </a:lnTo>
                  <a:lnTo>
                    <a:pt x="548536" y="200159"/>
                  </a:lnTo>
                  <a:lnTo>
                    <a:pt x="548388" y="199707"/>
                  </a:lnTo>
                  <a:lnTo>
                    <a:pt x="547871" y="199096"/>
                  </a:lnTo>
                  <a:lnTo>
                    <a:pt x="547313" y="198437"/>
                  </a:lnTo>
                  <a:lnTo>
                    <a:pt x="546992" y="198394"/>
                  </a:lnTo>
                  <a:lnTo>
                    <a:pt x="546708" y="198355"/>
                  </a:lnTo>
                  <a:lnTo>
                    <a:pt x="546548" y="198169"/>
                  </a:lnTo>
                  <a:lnTo>
                    <a:pt x="546299" y="197879"/>
                  </a:lnTo>
                  <a:lnTo>
                    <a:pt x="545674" y="197153"/>
                  </a:lnTo>
                  <a:lnTo>
                    <a:pt x="544847" y="197136"/>
                  </a:lnTo>
                  <a:lnTo>
                    <a:pt x="544709" y="197116"/>
                  </a:lnTo>
                  <a:lnTo>
                    <a:pt x="544491" y="197083"/>
                  </a:lnTo>
                  <a:lnTo>
                    <a:pt x="544279" y="197049"/>
                  </a:lnTo>
                  <a:lnTo>
                    <a:pt x="544058" y="197052"/>
                  </a:lnTo>
                  <a:lnTo>
                    <a:pt x="543770" y="197011"/>
                  </a:lnTo>
                  <a:lnTo>
                    <a:pt x="543531" y="196854"/>
                  </a:lnTo>
                  <a:lnTo>
                    <a:pt x="543218" y="196808"/>
                  </a:lnTo>
                  <a:lnTo>
                    <a:pt x="542811" y="196731"/>
                  </a:lnTo>
                  <a:lnTo>
                    <a:pt x="542310" y="196680"/>
                  </a:lnTo>
                  <a:lnTo>
                    <a:pt x="540832" y="197481"/>
                  </a:lnTo>
                  <a:lnTo>
                    <a:pt x="540346" y="197583"/>
                  </a:lnTo>
                  <a:lnTo>
                    <a:pt x="539311" y="198828"/>
                  </a:lnTo>
                  <a:lnTo>
                    <a:pt x="538955" y="199255"/>
                  </a:lnTo>
                  <a:lnTo>
                    <a:pt x="538206" y="199620"/>
                  </a:lnTo>
                  <a:lnTo>
                    <a:pt x="537811" y="199813"/>
                  </a:lnTo>
                  <a:lnTo>
                    <a:pt x="537488" y="200577"/>
                  </a:lnTo>
                  <a:lnTo>
                    <a:pt x="537953" y="201815"/>
                  </a:lnTo>
                  <a:lnTo>
                    <a:pt x="536184" y="202717"/>
                  </a:lnTo>
                  <a:lnTo>
                    <a:pt x="534645" y="203502"/>
                  </a:lnTo>
                  <a:lnTo>
                    <a:pt x="533953" y="203855"/>
                  </a:lnTo>
                  <a:lnTo>
                    <a:pt x="532695" y="204757"/>
                  </a:lnTo>
                  <a:lnTo>
                    <a:pt x="532170" y="204853"/>
                  </a:lnTo>
                  <a:lnTo>
                    <a:pt x="530185" y="207247"/>
                  </a:lnTo>
                  <a:lnTo>
                    <a:pt x="528478" y="207736"/>
                  </a:lnTo>
                  <a:lnTo>
                    <a:pt x="528028" y="207898"/>
                  </a:lnTo>
                  <a:lnTo>
                    <a:pt x="527899" y="208013"/>
                  </a:lnTo>
                  <a:lnTo>
                    <a:pt x="527650" y="208230"/>
                  </a:lnTo>
                  <a:lnTo>
                    <a:pt x="526752" y="209127"/>
                  </a:lnTo>
                  <a:lnTo>
                    <a:pt x="526264" y="209610"/>
                  </a:lnTo>
                  <a:lnTo>
                    <a:pt x="525683" y="210234"/>
                  </a:lnTo>
                  <a:lnTo>
                    <a:pt x="524536" y="210630"/>
                  </a:lnTo>
                  <a:lnTo>
                    <a:pt x="523637" y="211046"/>
                  </a:lnTo>
                  <a:lnTo>
                    <a:pt x="522743" y="211466"/>
                  </a:lnTo>
                  <a:lnTo>
                    <a:pt x="522563" y="211551"/>
                  </a:lnTo>
                  <a:lnTo>
                    <a:pt x="521730" y="211943"/>
                  </a:lnTo>
                  <a:lnTo>
                    <a:pt x="520794" y="212381"/>
                  </a:lnTo>
                  <a:lnTo>
                    <a:pt x="520403" y="209958"/>
                  </a:lnTo>
                  <a:lnTo>
                    <a:pt x="519493" y="210585"/>
                  </a:lnTo>
                  <a:lnTo>
                    <a:pt x="518405" y="210869"/>
                  </a:lnTo>
                  <a:lnTo>
                    <a:pt x="517106" y="210085"/>
                  </a:lnTo>
                  <a:lnTo>
                    <a:pt x="516113" y="210424"/>
                  </a:lnTo>
                  <a:lnTo>
                    <a:pt x="515954" y="210478"/>
                  </a:lnTo>
                  <a:lnTo>
                    <a:pt x="515370" y="210678"/>
                  </a:lnTo>
                  <a:lnTo>
                    <a:pt x="514067" y="211123"/>
                  </a:lnTo>
                  <a:lnTo>
                    <a:pt x="513139" y="211439"/>
                  </a:lnTo>
                  <a:lnTo>
                    <a:pt x="511471" y="211325"/>
                  </a:lnTo>
                  <a:lnTo>
                    <a:pt x="510912" y="211286"/>
                  </a:lnTo>
                  <a:lnTo>
                    <a:pt x="510089" y="211445"/>
                  </a:lnTo>
                  <a:lnTo>
                    <a:pt x="508997" y="211656"/>
                  </a:lnTo>
                  <a:lnTo>
                    <a:pt x="508045" y="211841"/>
                  </a:lnTo>
                  <a:lnTo>
                    <a:pt x="507044" y="213328"/>
                  </a:lnTo>
                  <a:lnTo>
                    <a:pt x="505457" y="212851"/>
                  </a:lnTo>
                  <a:lnTo>
                    <a:pt x="504401" y="212534"/>
                  </a:lnTo>
                  <a:lnTo>
                    <a:pt x="503258" y="213289"/>
                  </a:lnTo>
                  <a:lnTo>
                    <a:pt x="502062" y="214080"/>
                  </a:lnTo>
                  <a:lnTo>
                    <a:pt x="501064" y="214739"/>
                  </a:lnTo>
                  <a:lnTo>
                    <a:pt x="500835" y="211095"/>
                  </a:lnTo>
                  <a:lnTo>
                    <a:pt x="500619" y="210035"/>
                  </a:lnTo>
                  <a:lnTo>
                    <a:pt x="500566" y="209776"/>
                  </a:lnTo>
                  <a:lnTo>
                    <a:pt x="500539" y="209639"/>
                  </a:lnTo>
                  <a:lnTo>
                    <a:pt x="500449" y="209192"/>
                  </a:lnTo>
                  <a:lnTo>
                    <a:pt x="500372" y="208967"/>
                  </a:lnTo>
                  <a:lnTo>
                    <a:pt x="500108" y="208172"/>
                  </a:lnTo>
                  <a:lnTo>
                    <a:pt x="499320" y="205808"/>
                  </a:lnTo>
                  <a:lnTo>
                    <a:pt x="499137" y="205871"/>
                  </a:lnTo>
                  <a:lnTo>
                    <a:pt x="497623" y="206396"/>
                  </a:lnTo>
                  <a:lnTo>
                    <a:pt x="496219" y="206883"/>
                  </a:lnTo>
                  <a:lnTo>
                    <a:pt x="495587" y="207102"/>
                  </a:lnTo>
                  <a:lnTo>
                    <a:pt x="495598" y="207386"/>
                  </a:lnTo>
                  <a:lnTo>
                    <a:pt x="495045" y="207815"/>
                  </a:lnTo>
                  <a:lnTo>
                    <a:pt x="494610" y="208152"/>
                  </a:lnTo>
                  <a:lnTo>
                    <a:pt x="493242" y="209211"/>
                  </a:lnTo>
                  <a:lnTo>
                    <a:pt x="493181" y="209792"/>
                  </a:lnTo>
                  <a:lnTo>
                    <a:pt x="493118" y="210347"/>
                  </a:lnTo>
                  <a:lnTo>
                    <a:pt x="493024" y="211147"/>
                  </a:lnTo>
                  <a:lnTo>
                    <a:pt x="492970" y="211608"/>
                  </a:lnTo>
                  <a:lnTo>
                    <a:pt x="492807" y="213154"/>
                  </a:lnTo>
                  <a:lnTo>
                    <a:pt x="491810" y="213717"/>
                  </a:lnTo>
                  <a:lnTo>
                    <a:pt x="491154" y="214364"/>
                  </a:lnTo>
                  <a:lnTo>
                    <a:pt x="489039" y="212003"/>
                  </a:lnTo>
                  <a:lnTo>
                    <a:pt x="488715" y="211366"/>
                  </a:lnTo>
                  <a:lnTo>
                    <a:pt x="488581" y="211206"/>
                  </a:lnTo>
                  <a:lnTo>
                    <a:pt x="486717" y="211968"/>
                  </a:lnTo>
                  <a:lnTo>
                    <a:pt x="485597" y="212137"/>
                  </a:lnTo>
                  <a:lnTo>
                    <a:pt x="484114" y="213066"/>
                  </a:lnTo>
                  <a:lnTo>
                    <a:pt x="483970" y="213156"/>
                  </a:lnTo>
                  <a:lnTo>
                    <a:pt x="483051" y="213739"/>
                  </a:lnTo>
                  <a:lnTo>
                    <a:pt x="482182" y="214492"/>
                  </a:lnTo>
                  <a:lnTo>
                    <a:pt x="480870" y="215467"/>
                  </a:lnTo>
                  <a:lnTo>
                    <a:pt x="479693" y="216377"/>
                  </a:lnTo>
                  <a:lnTo>
                    <a:pt x="478935" y="213986"/>
                  </a:lnTo>
                  <a:lnTo>
                    <a:pt x="478728" y="213533"/>
                  </a:lnTo>
                  <a:lnTo>
                    <a:pt x="476948" y="214187"/>
                  </a:lnTo>
                  <a:lnTo>
                    <a:pt x="474446" y="215107"/>
                  </a:lnTo>
                  <a:lnTo>
                    <a:pt x="473616" y="215969"/>
                  </a:lnTo>
                  <a:lnTo>
                    <a:pt x="473109" y="216496"/>
                  </a:lnTo>
                  <a:lnTo>
                    <a:pt x="472509" y="217120"/>
                  </a:lnTo>
                  <a:lnTo>
                    <a:pt x="471131" y="218227"/>
                  </a:lnTo>
                  <a:lnTo>
                    <a:pt x="468894" y="219548"/>
                  </a:lnTo>
                  <a:lnTo>
                    <a:pt x="466862" y="221726"/>
                  </a:lnTo>
                  <a:lnTo>
                    <a:pt x="465384" y="220647"/>
                  </a:lnTo>
                  <a:lnTo>
                    <a:pt x="461956" y="218145"/>
                  </a:lnTo>
                  <a:lnTo>
                    <a:pt x="459393" y="206102"/>
                  </a:lnTo>
                  <a:lnTo>
                    <a:pt x="459259" y="205476"/>
                  </a:lnTo>
                  <a:lnTo>
                    <a:pt x="457443" y="196940"/>
                  </a:lnTo>
                  <a:lnTo>
                    <a:pt x="454568" y="191164"/>
                  </a:lnTo>
                  <a:lnTo>
                    <a:pt x="453596" y="189211"/>
                  </a:lnTo>
                  <a:lnTo>
                    <a:pt x="452339" y="186685"/>
                  </a:lnTo>
                  <a:lnTo>
                    <a:pt x="456407" y="184668"/>
                  </a:lnTo>
                  <a:lnTo>
                    <a:pt x="457997" y="183879"/>
                  </a:lnTo>
                  <a:lnTo>
                    <a:pt x="458808" y="183478"/>
                  </a:lnTo>
                  <a:lnTo>
                    <a:pt x="461936" y="183118"/>
                  </a:lnTo>
                  <a:lnTo>
                    <a:pt x="462105" y="183098"/>
                  </a:lnTo>
                  <a:lnTo>
                    <a:pt x="464785" y="182790"/>
                  </a:lnTo>
                  <a:lnTo>
                    <a:pt x="465442" y="182714"/>
                  </a:lnTo>
                  <a:lnTo>
                    <a:pt x="468998" y="182305"/>
                  </a:lnTo>
                  <a:lnTo>
                    <a:pt x="469438" y="182254"/>
                  </a:lnTo>
                  <a:lnTo>
                    <a:pt x="473633" y="181772"/>
                  </a:lnTo>
                  <a:lnTo>
                    <a:pt x="478838" y="181753"/>
                  </a:lnTo>
                  <a:lnTo>
                    <a:pt x="480537" y="181747"/>
                  </a:lnTo>
                  <a:lnTo>
                    <a:pt x="482641" y="181740"/>
                  </a:lnTo>
                  <a:lnTo>
                    <a:pt x="486913" y="185065"/>
                  </a:lnTo>
                  <a:lnTo>
                    <a:pt x="487351" y="185094"/>
                  </a:lnTo>
                  <a:lnTo>
                    <a:pt x="487691" y="185117"/>
                  </a:lnTo>
                  <a:lnTo>
                    <a:pt x="489301" y="185226"/>
                  </a:lnTo>
                  <a:lnTo>
                    <a:pt x="499883" y="185941"/>
                  </a:lnTo>
                  <a:lnTo>
                    <a:pt x="500588" y="185988"/>
                  </a:lnTo>
                  <a:lnTo>
                    <a:pt x="501510" y="186050"/>
                  </a:lnTo>
                  <a:lnTo>
                    <a:pt x="508195" y="183134"/>
                  </a:lnTo>
                  <a:lnTo>
                    <a:pt x="508704" y="182911"/>
                  </a:lnTo>
                  <a:lnTo>
                    <a:pt x="513144" y="180975"/>
                  </a:lnTo>
                  <a:lnTo>
                    <a:pt x="513340" y="180930"/>
                  </a:lnTo>
                  <a:lnTo>
                    <a:pt x="514127" y="180749"/>
                  </a:lnTo>
                  <a:lnTo>
                    <a:pt x="517542" y="179964"/>
                  </a:lnTo>
                  <a:lnTo>
                    <a:pt x="517972" y="179865"/>
                  </a:lnTo>
                  <a:lnTo>
                    <a:pt x="526743" y="177849"/>
                  </a:lnTo>
                  <a:lnTo>
                    <a:pt x="538331" y="178266"/>
                  </a:lnTo>
                  <a:lnTo>
                    <a:pt x="545692" y="177571"/>
                  </a:lnTo>
                  <a:lnTo>
                    <a:pt x="547617" y="176598"/>
                  </a:lnTo>
                  <a:lnTo>
                    <a:pt x="547567" y="175692"/>
                  </a:lnTo>
                  <a:lnTo>
                    <a:pt x="547729" y="175116"/>
                  </a:lnTo>
                  <a:lnTo>
                    <a:pt x="547772" y="174966"/>
                  </a:lnTo>
                  <a:lnTo>
                    <a:pt x="547891" y="174555"/>
                  </a:lnTo>
                  <a:lnTo>
                    <a:pt x="548553" y="172256"/>
                  </a:lnTo>
                  <a:lnTo>
                    <a:pt x="548621" y="172028"/>
                  </a:lnTo>
                  <a:lnTo>
                    <a:pt x="549825" y="171658"/>
                  </a:lnTo>
                  <a:lnTo>
                    <a:pt x="551805" y="171054"/>
                  </a:lnTo>
                  <a:lnTo>
                    <a:pt x="552131" y="168684"/>
                  </a:lnTo>
                  <a:lnTo>
                    <a:pt x="552151" y="168540"/>
                  </a:lnTo>
                  <a:lnTo>
                    <a:pt x="552253" y="167780"/>
                  </a:lnTo>
                  <a:lnTo>
                    <a:pt x="551261" y="166789"/>
                  </a:lnTo>
                  <a:lnTo>
                    <a:pt x="550508" y="166038"/>
                  </a:lnTo>
                  <a:lnTo>
                    <a:pt x="548578" y="164103"/>
                  </a:lnTo>
                  <a:lnTo>
                    <a:pt x="548172" y="163702"/>
                  </a:lnTo>
                  <a:lnTo>
                    <a:pt x="547940" y="160983"/>
                  </a:lnTo>
                  <a:lnTo>
                    <a:pt x="547767" y="159035"/>
                  </a:lnTo>
                  <a:lnTo>
                    <a:pt x="547355" y="157659"/>
                  </a:lnTo>
                  <a:lnTo>
                    <a:pt x="547222" y="157371"/>
                  </a:lnTo>
                  <a:lnTo>
                    <a:pt x="547399" y="157137"/>
                  </a:lnTo>
                  <a:lnTo>
                    <a:pt x="547729" y="156712"/>
                  </a:lnTo>
                  <a:lnTo>
                    <a:pt x="548588" y="155602"/>
                  </a:lnTo>
                  <a:lnTo>
                    <a:pt x="549182" y="154835"/>
                  </a:lnTo>
                  <a:lnTo>
                    <a:pt x="549342" y="154628"/>
                  </a:lnTo>
                  <a:lnTo>
                    <a:pt x="549779" y="154064"/>
                  </a:lnTo>
                  <a:lnTo>
                    <a:pt x="550442" y="153206"/>
                  </a:lnTo>
                  <a:lnTo>
                    <a:pt x="551612" y="151693"/>
                  </a:lnTo>
                  <a:lnTo>
                    <a:pt x="552145" y="151003"/>
                  </a:lnTo>
                  <a:lnTo>
                    <a:pt x="553440" y="150295"/>
                  </a:lnTo>
                  <a:lnTo>
                    <a:pt x="554403" y="149769"/>
                  </a:lnTo>
                  <a:lnTo>
                    <a:pt x="554413" y="149277"/>
                  </a:lnTo>
                  <a:lnTo>
                    <a:pt x="554429" y="148520"/>
                  </a:lnTo>
                  <a:lnTo>
                    <a:pt x="554435" y="148262"/>
                  </a:lnTo>
                  <a:lnTo>
                    <a:pt x="554447" y="147686"/>
                  </a:lnTo>
                  <a:lnTo>
                    <a:pt x="554453" y="147444"/>
                  </a:lnTo>
                  <a:lnTo>
                    <a:pt x="554457" y="147239"/>
                  </a:lnTo>
                  <a:lnTo>
                    <a:pt x="554530" y="146676"/>
                  </a:lnTo>
                  <a:lnTo>
                    <a:pt x="554602" y="146154"/>
                  </a:lnTo>
                  <a:lnTo>
                    <a:pt x="554893" y="143894"/>
                  </a:lnTo>
                  <a:lnTo>
                    <a:pt x="554762" y="142237"/>
                  </a:lnTo>
                  <a:lnTo>
                    <a:pt x="555071" y="141620"/>
                  </a:lnTo>
                  <a:lnTo>
                    <a:pt x="555585" y="140594"/>
                  </a:lnTo>
                  <a:lnTo>
                    <a:pt x="555870" y="140025"/>
                  </a:lnTo>
                  <a:lnTo>
                    <a:pt x="557597" y="138381"/>
                  </a:lnTo>
                  <a:lnTo>
                    <a:pt x="557710" y="137343"/>
                  </a:lnTo>
                  <a:lnTo>
                    <a:pt x="557826" y="136293"/>
                  </a:lnTo>
                  <a:lnTo>
                    <a:pt x="558147" y="136161"/>
                  </a:lnTo>
                  <a:lnTo>
                    <a:pt x="558283" y="136105"/>
                  </a:lnTo>
                  <a:lnTo>
                    <a:pt x="558569" y="135988"/>
                  </a:lnTo>
                  <a:lnTo>
                    <a:pt x="559124" y="135762"/>
                  </a:lnTo>
                  <a:lnTo>
                    <a:pt x="559372" y="135659"/>
                  </a:lnTo>
                  <a:lnTo>
                    <a:pt x="559554" y="135584"/>
                  </a:lnTo>
                  <a:lnTo>
                    <a:pt x="559839" y="135466"/>
                  </a:lnTo>
                  <a:lnTo>
                    <a:pt x="560367" y="135249"/>
                  </a:lnTo>
                  <a:lnTo>
                    <a:pt x="560758" y="135088"/>
                  </a:lnTo>
                  <a:lnTo>
                    <a:pt x="560930" y="134729"/>
                  </a:lnTo>
                  <a:lnTo>
                    <a:pt x="561026" y="134536"/>
                  </a:lnTo>
                  <a:lnTo>
                    <a:pt x="561135" y="134326"/>
                  </a:lnTo>
                  <a:lnTo>
                    <a:pt x="561256" y="134083"/>
                  </a:lnTo>
                  <a:lnTo>
                    <a:pt x="561723" y="133139"/>
                  </a:lnTo>
                  <a:lnTo>
                    <a:pt x="561787" y="132999"/>
                  </a:lnTo>
                  <a:lnTo>
                    <a:pt x="561162" y="133151"/>
                  </a:lnTo>
                  <a:lnTo>
                    <a:pt x="559302" y="133615"/>
                  </a:lnTo>
                  <a:lnTo>
                    <a:pt x="558560" y="132500"/>
                  </a:lnTo>
                  <a:lnTo>
                    <a:pt x="558233" y="132007"/>
                  </a:lnTo>
                  <a:lnTo>
                    <a:pt x="558095" y="131801"/>
                  </a:lnTo>
                  <a:lnTo>
                    <a:pt x="557925" y="131544"/>
                  </a:lnTo>
                  <a:lnTo>
                    <a:pt x="556922" y="129873"/>
                  </a:lnTo>
                  <a:lnTo>
                    <a:pt x="556695" y="128448"/>
                  </a:lnTo>
                  <a:lnTo>
                    <a:pt x="555178" y="129328"/>
                  </a:lnTo>
                  <a:lnTo>
                    <a:pt x="554136" y="129534"/>
                  </a:lnTo>
                  <a:lnTo>
                    <a:pt x="553730" y="129245"/>
                  </a:lnTo>
                  <a:lnTo>
                    <a:pt x="553084" y="128787"/>
                  </a:lnTo>
                  <a:lnTo>
                    <a:pt x="552746" y="128548"/>
                  </a:lnTo>
                  <a:lnTo>
                    <a:pt x="552260" y="128205"/>
                  </a:lnTo>
                  <a:lnTo>
                    <a:pt x="552037" y="128046"/>
                  </a:lnTo>
                  <a:lnTo>
                    <a:pt x="551678" y="127793"/>
                  </a:lnTo>
                  <a:lnTo>
                    <a:pt x="551392" y="127596"/>
                  </a:lnTo>
                  <a:lnTo>
                    <a:pt x="551176" y="127690"/>
                  </a:lnTo>
                  <a:lnTo>
                    <a:pt x="551046" y="127746"/>
                  </a:lnTo>
                  <a:lnTo>
                    <a:pt x="550810" y="127847"/>
                  </a:lnTo>
                  <a:lnTo>
                    <a:pt x="550179" y="127747"/>
                  </a:lnTo>
                  <a:lnTo>
                    <a:pt x="548893" y="127539"/>
                  </a:lnTo>
                  <a:lnTo>
                    <a:pt x="547968" y="127392"/>
                  </a:lnTo>
                  <a:lnTo>
                    <a:pt x="548085" y="125919"/>
                  </a:lnTo>
                  <a:lnTo>
                    <a:pt x="548116" y="125527"/>
                  </a:lnTo>
                  <a:lnTo>
                    <a:pt x="548037" y="125105"/>
                  </a:lnTo>
                  <a:lnTo>
                    <a:pt x="548338" y="122604"/>
                  </a:lnTo>
                  <a:lnTo>
                    <a:pt x="548736" y="122222"/>
                  </a:lnTo>
                  <a:lnTo>
                    <a:pt x="549319" y="118996"/>
                  </a:lnTo>
                  <a:lnTo>
                    <a:pt x="549354" y="118739"/>
                  </a:lnTo>
                  <a:lnTo>
                    <a:pt x="547688" y="117564"/>
                  </a:lnTo>
                  <a:lnTo>
                    <a:pt x="547305" y="117293"/>
                  </a:lnTo>
                  <a:lnTo>
                    <a:pt x="546210" y="116077"/>
                  </a:lnTo>
                  <a:lnTo>
                    <a:pt x="546063" y="115912"/>
                  </a:lnTo>
                  <a:lnTo>
                    <a:pt x="545816" y="115638"/>
                  </a:lnTo>
                  <a:lnTo>
                    <a:pt x="545427" y="115205"/>
                  </a:lnTo>
                  <a:lnTo>
                    <a:pt x="545247" y="115089"/>
                  </a:lnTo>
                  <a:lnTo>
                    <a:pt x="544931" y="114887"/>
                  </a:lnTo>
                  <a:lnTo>
                    <a:pt x="543875" y="111920"/>
                  </a:lnTo>
                  <a:lnTo>
                    <a:pt x="542950" y="105232"/>
                  </a:lnTo>
                  <a:lnTo>
                    <a:pt x="525349" y="110706"/>
                  </a:lnTo>
                  <a:lnTo>
                    <a:pt x="524710" y="110905"/>
                  </a:lnTo>
                  <a:lnTo>
                    <a:pt x="521056" y="112041"/>
                  </a:lnTo>
                  <a:lnTo>
                    <a:pt x="520346" y="112262"/>
                  </a:lnTo>
                  <a:lnTo>
                    <a:pt x="520151" y="112323"/>
                  </a:lnTo>
                  <a:lnTo>
                    <a:pt x="515001" y="113924"/>
                  </a:lnTo>
                  <a:lnTo>
                    <a:pt x="512168" y="114806"/>
                  </a:lnTo>
                  <a:lnTo>
                    <a:pt x="511201" y="115106"/>
                  </a:lnTo>
                  <a:lnTo>
                    <a:pt x="502197" y="117907"/>
                  </a:lnTo>
                  <a:lnTo>
                    <a:pt x="492626" y="123375"/>
                  </a:lnTo>
                  <a:lnTo>
                    <a:pt x="489811" y="124983"/>
                  </a:lnTo>
                  <a:lnTo>
                    <a:pt x="486046" y="118522"/>
                  </a:lnTo>
                  <a:lnTo>
                    <a:pt x="485329" y="117291"/>
                  </a:lnTo>
                  <a:lnTo>
                    <a:pt x="481334" y="110435"/>
                  </a:lnTo>
                  <a:lnTo>
                    <a:pt x="480417" y="108862"/>
                  </a:lnTo>
                  <a:lnTo>
                    <a:pt x="478704" y="105922"/>
                  </a:lnTo>
                  <a:lnTo>
                    <a:pt x="478601" y="105450"/>
                  </a:lnTo>
                  <a:lnTo>
                    <a:pt x="476730" y="96933"/>
                  </a:lnTo>
                  <a:lnTo>
                    <a:pt x="476535" y="96045"/>
                  </a:lnTo>
                  <a:lnTo>
                    <a:pt x="476274" y="94855"/>
                  </a:lnTo>
                  <a:lnTo>
                    <a:pt x="476061" y="93883"/>
                  </a:lnTo>
                  <a:lnTo>
                    <a:pt x="473901" y="84050"/>
                  </a:lnTo>
                  <a:lnTo>
                    <a:pt x="472591" y="78082"/>
                  </a:lnTo>
                  <a:lnTo>
                    <a:pt x="472461" y="77489"/>
                  </a:lnTo>
                  <a:lnTo>
                    <a:pt x="469807" y="65404"/>
                  </a:lnTo>
                  <a:lnTo>
                    <a:pt x="468610" y="59948"/>
                  </a:lnTo>
                  <a:lnTo>
                    <a:pt x="467400" y="54438"/>
                  </a:lnTo>
                  <a:lnTo>
                    <a:pt x="456521" y="38697"/>
                  </a:lnTo>
                  <a:lnTo>
                    <a:pt x="442779" y="25865"/>
                  </a:lnTo>
                  <a:lnTo>
                    <a:pt x="425820" y="10030"/>
                  </a:lnTo>
                  <a:lnTo>
                    <a:pt x="419646" y="4264"/>
                  </a:lnTo>
                  <a:lnTo>
                    <a:pt x="415079" y="0"/>
                  </a:lnTo>
                  <a:lnTo>
                    <a:pt x="397755" y="18615"/>
                  </a:lnTo>
                  <a:lnTo>
                    <a:pt x="397512" y="18875"/>
                  </a:lnTo>
                  <a:lnTo>
                    <a:pt x="388103" y="28988"/>
                  </a:lnTo>
                  <a:lnTo>
                    <a:pt x="386599" y="30671"/>
                  </a:lnTo>
                  <a:lnTo>
                    <a:pt x="385766" y="31687"/>
                  </a:lnTo>
                  <a:lnTo>
                    <a:pt x="384983" y="32641"/>
                  </a:lnTo>
                  <a:lnTo>
                    <a:pt x="372513" y="48565"/>
                  </a:lnTo>
                  <a:lnTo>
                    <a:pt x="367694" y="53732"/>
                  </a:lnTo>
                  <a:lnTo>
                    <a:pt x="353959" y="68460"/>
                  </a:lnTo>
                  <a:lnTo>
                    <a:pt x="344096" y="79036"/>
                  </a:lnTo>
                  <a:lnTo>
                    <a:pt x="336131" y="87582"/>
                  </a:lnTo>
                  <a:lnTo>
                    <a:pt x="315465" y="109743"/>
                  </a:lnTo>
                  <a:lnTo>
                    <a:pt x="309630" y="115994"/>
                  </a:lnTo>
                  <a:lnTo>
                    <a:pt x="307624" y="118145"/>
                  </a:lnTo>
                  <a:lnTo>
                    <a:pt x="303696" y="122357"/>
                  </a:lnTo>
                  <a:lnTo>
                    <a:pt x="298947" y="127456"/>
                  </a:lnTo>
                  <a:lnTo>
                    <a:pt x="295718" y="130912"/>
                  </a:lnTo>
                  <a:lnTo>
                    <a:pt x="290123" y="134031"/>
                  </a:lnTo>
                  <a:lnTo>
                    <a:pt x="279132" y="140160"/>
                  </a:lnTo>
                  <a:lnTo>
                    <a:pt x="274510" y="142738"/>
                  </a:lnTo>
                  <a:lnTo>
                    <a:pt x="266872" y="146997"/>
                  </a:lnTo>
                  <a:lnTo>
                    <a:pt x="265759" y="147617"/>
                  </a:lnTo>
                  <a:lnTo>
                    <a:pt x="262077" y="149671"/>
                  </a:lnTo>
                  <a:lnTo>
                    <a:pt x="248332" y="157335"/>
                  </a:lnTo>
                  <a:lnTo>
                    <a:pt x="225704" y="169956"/>
                  </a:lnTo>
                  <a:lnTo>
                    <a:pt x="205338" y="181309"/>
                  </a:lnTo>
                  <a:lnTo>
                    <a:pt x="197125" y="185889"/>
                  </a:lnTo>
                  <a:lnTo>
                    <a:pt x="187325" y="191353"/>
                  </a:lnTo>
                  <a:lnTo>
                    <a:pt x="186211" y="191974"/>
                  </a:lnTo>
                  <a:lnTo>
                    <a:pt x="177430" y="196871"/>
                  </a:lnTo>
                  <a:lnTo>
                    <a:pt x="177088" y="197063"/>
                  </a:lnTo>
                  <a:lnTo>
                    <a:pt x="174899" y="198370"/>
                  </a:lnTo>
                  <a:lnTo>
                    <a:pt x="172771" y="199774"/>
                  </a:lnTo>
                  <a:lnTo>
                    <a:pt x="170879" y="201148"/>
                  </a:lnTo>
                  <a:lnTo>
                    <a:pt x="170708" y="201273"/>
                  </a:lnTo>
                  <a:lnTo>
                    <a:pt x="161662" y="208163"/>
                  </a:lnTo>
                  <a:lnTo>
                    <a:pt x="152270" y="215312"/>
                  </a:lnTo>
                  <a:lnTo>
                    <a:pt x="148610" y="218099"/>
                  </a:lnTo>
                  <a:lnTo>
                    <a:pt x="140607" y="224192"/>
                  </a:lnTo>
                  <a:lnTo>
                    <a:pt x="133906" y="229295"/>
                  </a:lnTo>
                  <a:lnTo>
                    <a:pt x="130379" y="231980"/>
                  </a:lnTo>
                  <a:lnTo>
                    <a:pt x="129746" y="232462"/>
                  </a:lnTo>
                  <a:lnTo>
                    <a:pt x="129016" y="233028"/>
                  </a:lnTo>
                  <a:lnTo>
                    <a:pt x="125297" y="235958"/>
                  </a:lnTo>
                  <a:lnTo>
                    <a:pt x="114766" y="244255"/>
                  </a:lnTo>
                  <a:lnTo>
                    <a:pt x="107936" y="249637"/>
                  </a:lnTo>
                  <a:lnTo>
                    <a:pt x="105538" y="251526"/>
                  </a:lnTo>
                  <a:lnTo>
                    <a:pt x="100544" y="255461"/>
                  </a:lnTo>
                  <a:lnTo>
                    <a:pt x="80489" y="271263"/>
                  </a:lnTo>
                  <a:lnTo>
                    <a:pt x="67508" y="281489"/>
                  </a:lnTo>
                  <a:lnTo>
                    <a:pt x="51502" y="294100"/>
                  </a:lnTo>
                  <a:lnTo>
                    <a:pt x="34622" y="307400"/>
                  </a:lnTo>
                  <a:lnTo>
                    <a:pt x="21230" y="317951"/>
                  </a:lnTo>
                  <a:lnTo>
                    <a:pt x="19591" y="319294"/>
                  </a:lnTo>
                  <a:lnTo>
                    <a:pt x="17685" y="320990"/>
                  </a:lnTo>
                  <a:lnTo>
                    <a:pt x="15857" y="322771"/>
                  </a:lnTo>
                  <a:lnTo>
                    <a:pt x="14112" y="324632"/>
                  </a:lnTo>
                  <a:lnTo>
                    <a:pt x="11491" y="327558"/>
                  </a:lnTo>
                  <a:lnTo>
                    <a:pt x="5946" y="333742"/>
                  </a:lnTo>
                  <a:lnTo>
                    <a:pt x="0" y="340377"/>
                  </a:lnTo>
                  <a:lnTo>
                    <a:pt x="42240" y="378217"/>
                  </a:lnTo>
                  <a:lnTo>
                    <a:pt x="47144" y="382610"/>
                  </a:lnTo>
                  <a:lnTo>
                    <a:pt x="47889" y="384103"/>
                  </a:lnTo>
                  <a:lnTo>
                    <a:pt x="61505" y="411407"/>
                  </a:lnTo>
                  <a:lnTo>
                    <a:pt x="61158" y="414470"/>
                  </a:lnTo>
                  <a:lnTo>
                    <a:pt x="61060" y="415329"/>
                  </a:lnTo>
                  <a:lnTo>
                    <a:pt x="60676" y="418708"/>
                  </a:lnTo>
                  <a:lnTo>
                    <a:pt x="60417" y="420985"/>
                  </a:lnTo>
                  <a:lnTo>
                    <a:pt x="60092" y="423847"/>
                  </a:lnTo>
                  <a:lnTo>
                    <a:pt x="60013" y="424536"/>
                  </a:lnTo>
                  <a:lnTo>
                    <a:pt x="68296" y="433811"/>
                  </a:lnTo>
                  <a:lnTo>
                    <a:pt x="71527" y="437429"/>
                  </a:lnTo>
                  <a:lnTo>
                    <a:pt x="73897" y="440083"/>
                  </a:lnTo>
                  <a:lnTo>
                    <a:pt x="76434" y="442924"/>
                  </a:lnTo>
                  <a:lnTo>
                    <a:pt x="76369" y="444797"/>
                  </a:lnTo>
                  <a:lnTo>
                    <a:pt x="76314" y="446372"/>
                  </a:lnTo>
                  <a:lnTo>
                    <a:pt x="74797" y="450171"/>
                  </a:lnTo>
                  <a:lnTo>
                    <a:pt x="71934" y="457340"/>
                  </a:lnTo>
                  <a:lnTo>
                    <a:pt x="73073" y="460171"/>
                  </a:lnTo>
                  <a:lnTo>
                    <a:pt x="68894" y="462928"/>
                  </a:lnTo>
                  <a:lnTo>
                    <a:pt x="68587" y="463098"/>
                  </a:lnTo>
                  <a:lnTo>
                    <a:pt x="68272" y="463426"/>
                  </a:lnTo>
                  <a:lnTo>
                    <a:pt x="67392" y="464412"/>
                  </a:lnTo>
                  <a:lnTo>
                    <a:pt x="67136" y="464684"/>
                  </a:lnTo>
                  <a:lnTo>
                    <a:pt x="66916" y="464845"/>
                  </a:lnTo>
                  <a:lnTo>
                    <a:pt x="66499" y="465233"/>
                  </a:lnTo>
                  <a:lnTo>
                    <a:pt x="66095" y="465821"/>
                  </a:lnTo>
                  <a:lnTo>
                    <a:pt x="64620" y="467768"/>
                  </a:lnTo>
                  <a:lnTo>
                    <a:pt x="65906" y="467446"/>
                  </a:lnTo>
                  <a:lnTo>
                    <a:pt x="66384" y="467530"/>
                  </a:lnTo>
                  <a:lnTo>
                    <a:pt x="67154" y="467665"/>
                  </a:lnTo>
                  <a:lnTo>
                    <a:pt x="68261" y="466004"/>
                  </a:lnTo>
                  <a:lnTo>
                    <a:pt x="69487" y="465116"/>
                  </a:lnTo>
                  <a:lnTo>
                    <a:pt x="70356" y="466109"/>
                  </a:lnTo>
                  <a:lnTo>
                    <a:pt x="70546" y="466375"/>
                  </a:lnTo>
                  <a:lnTo>
                    <a:pt x="71047" y="467076"/>
                  </a:lnTo>
                  <a:lnTo>
                    <a:pt x="71175" y="467087"/>
                  </a:lnTo>
                  <a:lnTo>
                    <a:pt x="71621" y="467118"/>
                  </a:lnTo>
                  <a:lnTo>
                    <a:pt x="71852" y="467260"/>
                  </a:lnTo>
                  <a:lnTo>
                    <a:pt x="72061" y="467389"/>
                  </a:lnTo>
                  <a:lnTo>
                    <a:pt x="72820" y="467859"/>
                  </a:lnTo>
                  <a:lnTo>
                    <a:pt x="72982" y="467958"/>
                  </a:lnTo>
                  <a:lnTo>
                    <a:pt x="73259" y="468132"/>
                  </a:lnTo>
                  <a:lnTo>
                    <a:pt x="73999" y="468570"/>
                  </a:lnTo>
                  <a:lnTo>
                    <a:pt x="74275" y="468754"/>
                  </a:lnTo>
                  <a:lnTo>
                    <a:pt x="74648" y="469008"/>
                  </a:lnTo>
                  <a:lnTo>
                    <a:pt x="74954" y="469283"/>
                  </a:lnTo>
                  <a:lnTo>
                    <a:pt x="75202" y="469545"/>
                  </a:lnTo>
                  <a:lnTo>
                    <a:pt x="75456" y="469881"/>
                  </a:lnTo>
                  <a:lnTo>
                    <a:pt x="75656" y="470150"/>
                  </a:lnTo>
                  <a:lnTo>
                    <a:pt x="76508" y="470315"/>
                  </a:lnTo>
                  <a:lnTo>
                    <a:pt x="76654" y="470624"/>
                  </a:lnTo>
                  <a:lnTo>
                    <a:pt x="77196" y="471772"/>
                  </a:lnTo>
                  <a:lnTo>
                    <a:pt x="76840" y="472207"/>
                  </a:lnTo>
                  <a:lnTo>
                    <a:pt x="77203" y="472566"/>
                  </a:lnTo>
                  <a:lnTo>
                    <a:pt x="77588" y="472943"/>
                  </a:lnTo>
                  <a:lnTo>
                    <a:pt x="78099" y="473444"/>
                  </a:lnTo>
                  <a:lnTo>
                    <a:pt x="78252" y="473594"/>
                  </a:lnTo>
                  <a:lnTo>
                    <a:pt x="78435" y="473775"/>
                  </a:lnTo>
                  <a:lnTo>
                    <a:pt x="79046" y="473770"/>
                  </a:lnTo>
                  <a:lnTo>
                    <a:pt x="79226" y="473752"/>
                  </a:lnTo>
                  <a:lnTo>
                    <a:pt x="79672" y="473716"/>
                  </a:lnTo>
                  <a:lnTo>
                    <a:pt x="79801" y="473739"/>
                  </a:lnTo>
                  <a:lnTo>
                    <a:pt x="80048" y="473724"/>
                  </a:lnTo>
                  <a:lnTo>
                    <a:pt x="80216" y="473714"/>
                  </a:lnTo>
                  <a:lnTo>
                    <a:pt x="80369" y="473711"/>
                  </a:lnTo>
                  <a:lnTo>
                    <a:pt x="80595" y="473731"/>
                  </a:lnTo>
                  <a:lnTo>
                    <a:pt x="80830" y="473754"/>
                  </a:lnTo>
                  <a:lnTo>
                    <a:pt x="81458" y="473711"/>
                  </a:lnTo>
                  <a:lnTo>
                    <a:pt x="81751" y="473714"/>
                  </a:lnTo>
                  <a:lnTo>
                    <a:pt x="82023" y="473673"/>
                  </a:lnTo>
                  <a:lnTo>
                    <a:pt x="82651" y="473589"/>
                  </a:lnTo>
                  <a:lnTo>
                    <a:pt x="83244" y="473502"/>
                  </a:lnTo>
                  <a:lnTo>
                    <a:pt x="83842" y="473418"/>
                  </a:lnTo>
                  <a:lnTo>
                    <a:pt x="84387" y="473334"/>
                  </a:lnTo>
                  <a:lnTo>
                    <a:pt x="85005" y="473266"/>
                  </a:lnTo>
                  <a:lnTo>
                    <a:pt x="85305" y="473230"/>
                  </a:lnTo>
                  <a:lnTo>
                    <a:pt x="85557" y="473200"/>
                  </a:lnTo>
                  <a:lnTo>
                    <a:pt x="85791" y="473228"/>
                  </a:lnTo>
                  <a:lnTo>
                    <a:pt x="85972" y="473243"/>
                  </a:lnTo>
                  <a:lnTo>
                    <a:pt x="86242" y="473266"/>
                  </a:lnTo>
                  <a:lnTo>
                    <a:pt x="86560" y="473286"/>
                  </a:lnTo>
                  <a:lnTo>
                    <a:pt x="86707" y="473261"/>
                  </a:lnTo>
                  <a:lnTo>
                    <a:pt x="86919" y="473294"/>
                  </a:lnTo>
                  <a:lnTo>
                    <a:pt x="87204" y="473350"/>
                  </a:lnTo>
                  <a:lnTo>
                    <a:pt x="87461" y="473375"/>
                  </a:lnTo>
                  <a:lnTo>
                    <a:pt x="87758" y="473406"/>
                  </a:lnTo>
                  <a:lnTo>
                    <a:pt x="88010" y="473360"/>
                  </a:lnTo>
                  <a:lnTo>
                    <a:pt x="88394" y="473294"/>
                  </a:lnTo>
                  <a:lnTo>
                    <a:pt x="88568" y="473261"/>
                  </a:lnTo>
                  <a:lnTo>
                    <a:pt x="88990" y="473182"/>
                  </a:lnTo>
                  <a:lnTo>
                    <a:pt x="89150" y="473149"/>
                  </a:lnTo>
                  <a:lnTo>
                    <a:pt x="89562" y="473090"/>
                  </a:lnTo>
                  <a:lnTo>
                    <a:pt x="89718" y="473067"/>
                  </a:lnTo>
                  <a:lnTo>
                    <a:pt x="90176" y="473006"/>
                  </a:lnTo>
                  <a:lnTo>
                    <a:pt x="90339" y="472981"/>
                  </a:lnTo>
                  <a:lnTo>
                    <a:pt x="90557" y="472950"/>
                  </a:lnTo>
                  <a:lnTo>
                    <a:pt x="90769" y="472915"/>
                  </a:lnTo>
                  <a:lnTo>
                    <a:pt x="91056" y="472869"/>
                  </a:lnTo>
                  <a:lnTo>
                    <a:pt x="91338" y="472825"/>
                  </a:lnTo>
                  <a:lnTo>
                    <a:pt x="91481" y="472803"/>
                  </a:lnTo>
                  <a:lnTo>
                    <a:pt x="91886" y="472742"/>
                  </a:lnTo>
                  <a:lnTo>
                    <a:pt x="92099" y="472711"/>
                  </a:lnTo>
                  <a:lnTo>
                    <a:pt x="92491" y="472650"/>
                  </a:lnTo>
                  <a:lnTo>
                    <a:pt x="92639" y="472624"/>
                  </a:lnTo>
                  <a:lnTo>
                    <a:pt x="93110" y="472553"/>
                  </a:lnTo>
                  <a:lnTo>
                    <a:pt x="93356" y="472520"/>
                  </a:lnTo>
                  <a:lnTo>
                    <a:pt x="93496" y="472502"/>
                  </a:lnTo>
                  <a:lnTo>
                    <a:pt x="93639" y="472482"/>
                  </a:lnTo>
                  <a:lnTo>
                    <a:pt x="93781" y="472474"/>
                  </a:lnTo>
                  <a:lnTo>
                    <a:pt x="93995" y="472464"/>
                  </a:lnTo>
                  <a:lnTo>
                    <a:pt x="94277" y="472449"/>
                  </a:lnTo>
                  <a:lnTo>
                    <a:pt x="94847" y="472423"/>
                  </a:lnTo>
                  <a:lnTo>
                    <a:pt x="95064" y="472421"/>
                  </a:lnTo>
                  <a:lnTo>
                    <a:pt x="95423" y="472421"/>
                  </a:lnTo>
                  <a:lnTo>
                    <a:pt x="95802" y="472423"/>
                  </a:lnTo>
                  <a:lnTo>
                    <a:pt x="96023" y="472423"/>
                  </a:lnTo>
                  <a:lnTo>
                    <a:pt x="96397" y="472976"/>
                  </a:lnTo>
                  <a:lnTo>
                    <a:pt x="96784" y="473469"/>
                  </a:lnTo>
                  <a:lnTo>
                    <a:pt x="97145" y="473930"/>
                  </a:lnTo>
                  <a:lnTo>
                    <a:pt x="97285" y="474109"/>
                  </a:lnTo>
                  <a:lnTo>
                    <a:pt x="97397" y="474253"/>
                  </a:lnTo>
                  <a:lnTo>
                    <a:pt x="97512" y="474401"/>
                  </a:lnTo>
                  <a:lnTo>
                    <a:pt x="97758" y="474403"/>
                  </a:lnTo>
                  <a:lnTo>
                    <a:pt x="98160" y="474406"/>
                  </a:lnTo>
                  <a:lnTo>
                    <a:pt x="98733" y="474357"/>
                  </a:lnTo>
                  <a:lnTo>
                    <a:pt x="98909" y="474342"/>
                  </a:lnTo>
                  <a:lnTo>
                    <a:pt x="99456" y="473818"/>
                  </a:lnTo>
                  <a:lnTo>
                    <a:pt x="99618" y="473660"/>
                  </a:lnTo>
                  <a:lnTo>
                    <a:pt x="99891" y="473395"/>
                  </a:lnTo>
                  <a:lnTo>
                    <a:pt x="100069" y="473225"/>
                  </a:lnTo>
                  <a:lnTo>
                    <a:pt x="100412" y="472897"/>
                  </a:lnTo>
                  <a:lnTo>
                    <a:pt x="100593" y="472724"/>
                  </a:lnTo>
                  <a:lnTo>
                    <a:pt x="100748" y="472576"/>
                  </a:lnTo>
                  <a:lnTo>
                    <a:pt x="100944" y="472390"/>
                  </a:lnTo>
                  <a:lnTo>
                    <a:pt x="101158" y="472184"/>
                  </a:lnTo>
                  <a:lnTo>
                    <a:pt x="101349" y="471998"/>
                  </a:lnTo>
                  <a:lnTo>
                    <a:pt x="101598" y="471762"/>
                  </a:lnTo>
                  <a:lnTo>
                    <a:pt x="101893" y="471574"/>
                  </a:lnTo>
                  <a:lnTo>
                    <a:pt x="102061" y="471568"/>
                  </a:lnTo>
                  <a:lnTo>
                    <a:pt x="102199" y="471546"/>
                  </a:lnTo>
                  <a:lnTo>
                    <a:pt x="102326" y="471528"/>
                  </a:lnTo>
                  <a:lnTo>
                    <a:pt x="102596" y="471484"/>
                  </a:lnTo>
                  <a:lnTo>
                    <a:pt x="102947" y="471512"/>
                  </a:lnTo>
                  <a:lnTo>
                    <a:pt x="103105" y="471606"/>
                  </a:lnTo>
                  <a:lnTo>
                    <a:pt x="103313" y="471728"/>
                  </a:lnTo>
                  <a:lnTo>
                    <a:pt x="103494" y="471835"/>
                  </a:lnTo>
                  <a:lnTo>
                    <a:pt x="103827" y="472031"/>
                  </a:lnTo>
                  <a:lnTo>
                    <a:pt x="104049" y="472164"/>
                  </a:lnTo>
                  <a:lnTo>
                    <a:pt x="104186" y="472245"/>
                  </a:lnTo>
                  <a:lnTo>
                    <a:pt x="104402" y="472220"/>
                  </a:lnTo>
                  <a:lnTo>
                    <a:pt x="104736" y="472179"/>
                  </a:lnTo>
                  <a:lnTo>
                    <a:pt x="104967" y="472148"/>
                  </a:lnTo>
                  <a:lnTo>
                    <a:pt x="105224" y="472118"/>
                  </a:lnTo>
                  <a:lnTo>
                    <a:pt x="105466" y="472090"/>
                  </a:lnTo>
                  <a:lnTo>
                    <a:pt x="105547" y="472276"/>
                  </a:lnTo>
                  <a:lnTo>
                    <a:pt x="105619" y="472446"/>
                  </a:lnTo>
                  <a:lnTo>
                    <a:pt x="105682" y="472591"/>
                  </a:lnTo>
                  <a:lnTo>
                    <a:pt x="105758" y="472764"/>
                  </a:lnTo>
                  <a:lnTo>
                    <a:pt x="105840" y="472950"/>
                  </a:lnTo>
                  <a:lnTo>
                    <a:pt x="105825" y="473146"/>
                  </a:lnTo>
                  <a:lnTo>
                    <a:pt x="105812" y="473375"/>
                  </a:lnTo>
                  <a:lnTo>
                    <a:pt x="105792" y="473711"/>
                  </a:lnTo>
                  <a:lnTo>
                    <a:pt x="105776" y="473983"/>
                  </a:lnTo>
                  <a:lnTo>
                    <a:pt x="105766" y="474113"/>
                  </a:lnTo>
                  <a:lnTo>
                    <a:pt x="105995" y="474123"/>
                  </a:lnTo>
                  <a:lnTo>
                    <a:pt x="106349" y="474138"/>
                  </a:lnTo>
                  <a:lnTo>
                    <a:pt x="106529" y="474166"/>
                  </a:lnTo>
                  <a:lnTo>
                    <a:pt x="106761" y="474186"/>
                  </a:lnTo>
                  <a:lnTo>
                    <a:pt x="107171" y="474219"/>
                  </a:lnTo>
                  <a:lnTo>
                    <a:pt x="107466" y="474242"/>
                  </a:lnTo>
                  <a:lnTo>
                    <a:pt x="107852" y="474278"/>
                  </a:lnTo>
                  <a:lnTo>
                    <a:pt x="108377" y="474347"/>
                  </a:lnTo>
                  <a:lnTo>
                    <a:pt x="108519" y="474426"/>
                  </a:lnTo>
                  <a:lnTo>
                    <a:pt x="108730" y="474545"/>
                  </a:lnTo>
                  <a:lnTo>
                    <a:pt x="108863" y="474619"/>
                  </a:lnTo>
                  <a:lnTo>
                    <a:pt x="109003" y="474616"/>
                  </a:lnTo>
                  <a:lnTo>
                    <a:pt x="109199" y="474614"/>
                  </a:lnTo>
                  <a:lnTo>
                    <a:pt x="109473" y="474611"/>
                  </a:lnTo>
                  <a:lnTo>
                    <a:pt x="109766" y="474667"/>
                  </a:lnTo>
                  <a:lnTo>
                    <a:pt x="109804" y="474833"/>
                  </a:lnTo>
                  <a:lnTo>
                    <a:pt x="109845" y="475003"/>
                  </a:lnTo>
                  <a:lnTo>
                    <a:pt x="109944" y="475423"/>
                  </a:lnTo>
                  <a:lnTo>
                    <a:pt x="110005" y="475670"/>
                  </a:lnTo>
                  <a:lnTo>
                    <a:pt x="110159" y="475874"/>
                  </a:lnTo>
                  <a:lnTo>
                    <a:pt x="110276" y="476029"/>
                  </a:lnTo>
                  <a:lnTo>
                    <a:pt x="110382" y="476436"/>
                  </a:lnTo>
                  <a:lnTo>
                    <a:pt x="110419" y="476607"/>
                  </a:lnTo>
                  <a:lnTo>
                    <a:pt x="110560" y="476688"/>
                  </a:lnTo>
                  <a:lnTo>
                    <a:pt x="110700" y="476693"/>
                  </a:lnTo>
                  <a:lnTo>
                    <a:pt x="111010" y="476774"/>
                  </a:lnTo>
                  <a:lnTo>
                    <a:pt x="111361" y="476866"/>
                  </a:lnTo>
                  <a:lnTo>
                    <a:pt x="111702" y="476960"/>
                  </a:lnTo>
                  <a:lnTo>
                    <a:pt x="111908" y="477021"/>
                  </a:lnTo>
                  <a:lnTo>
                    <a:pt x="112079" y="476963"/>
                  </a:lnTo>
                  <a:lnTo>
                    <a:pt x="112438" y="476843"/>
                  </a:lnTo>
                  <a:lnTo>
                    <a:pt x="112613" y="476792"/>
                  </a:lnTo>
                  <a:lnTo>
                    <a:pt x="112997" y="476678"/>
                  </a:lnTo>
                  <a:lnTo>
                    <a:pt x="113170" y="476627"/>
                  </a:lnTo>
                  <a:lnTo>
                    <a:pt x="113613" y="476494"/>
                  </a:lnTo>
                  <a:lnTo>
                    <a:pt x="113758" y="476456"/>
                  </a:lnTo>
                  <a:lnTo>
                    <a:pt x="114124" y="476357"/>
                  </a:lnTo>
                  <a:lnTo>
                    <a:pt x="114275" y="476316"/>
                  </a:lnTo>
                  <a:lnTo>
                    <a:pt x="114616" y="476255"/>
                  </a:lnTo>
                  <a:lnTo>
                    <a:pt x="114776" y="476245"/>
                  </a:lnTo>
                  <a:lnTo>
                    <a:pt x="115107" y="476192"/>
                  </a:lnTo>
                  <a:lnTo>
                    <a:pt x="115343" y="476151"/>
                  </a:lnTo>
                  <a:lnTo>
                    <a:pt x="115697" y="476095"/>
                  </a:lnTo>
                  <a:lnTo>
                    <a:pt x="115908" y="476062"/>
                  </a:lnTo>
                  <a:lnTo>
                    <a:pt x="116068" y="476019"/>
                  </a:lnTo>
                  <a:lnTo>
                    <a:pt x="116308" y="475957"/>
                  </a:lnTo>
                  <a:lnTo>
                    <a:pt x="116514" y="475904"/>
                  </a:lnTo>
                  <a:lnTo>
                    <a:pt x="116766" y="475853"/>
                  </a:lnTo>
                  <a:lnTo>
                    <a:pt x="117040" y="475800"/>
                  </a:lnTo>
                  <a:lnTo>
                    <a:pt x="117661" y="475662"/>
                  </a:lnTo>
                  <a:lnTo>
                    <a:pt x="117811" y="475611"/>
                  </a:lnTo>
                  <a:lnTo>
                    <a:pt x="118338" y="475377"/>
                  </a:lnTo>
                  <a:lnTo>
                    <a:pt x="118913" y="475108"/>
                  </a:lnTo>
                  <a:lnTo>
                    <a:pt x="119450" y="474858"/>
                  </a:lnTo>
                  <a:lnTo>
                    <a:pt x="120083" y="474563"/>
                  </a:lnTo>
                  <a:lnTo>
                    <a:pt x="120549" y="474344"/>
                  </a:lnTo>
                  <a:lnTo>
                    <a:pt x="121058" y="474108"/>
                  </a:lnTo>
                  <a:lnTo>
                    <a:pt x="121618" y="473848"/>
                  </a:lnTo>
                  <a:lnTo>
                    <a:pt x="122119" y="473614"/>
                  </a:lnTo>
                  <a:lnTo>
                    <a:pt x="122669" y="473360"/>
                  </a:lnTo>
                  <a:lnTo>
                    <a:pt x="123063" y="473176"/>
                  </a:lnTo>
                  <a:lnTo>
                    <a:pt x="123509" y="472968"/>
                  </a:lnTo>
                  <a:lnTo>
                    <a:pt x="123791" y="472835"/>
                  </a:lnTo>
                  <a:lnTo>
                    <a:pt x="123941" y="472767"/>
                  </a:lnTo>
                  <a:lnTo>
                    <a:pt x="124333" y="472568"/>
                  </a:lnTo>
                  <a:lnTo>
                    <a:pt x="124674" y="472426"/>
                  </a:lnTo>
                  <a:lnTo>
                    <a:pt x="124870" y="472342"/>
                  </a:lnTo>
                  <a:lnTo>
                    <a:pt x="125000" y="472293"/>
                  </a:lnTo>
                  <a:lnTo>
                    <a:pt x="125203" y="472184"/>
                  </a:lnTo>
                  <a:lnTo>
                    <a:pt x="125641" y="471935"/>
                  </a:lnTo>
                  <a:lnTo>
                    <a:pt x="125964" y="471746"/>
                  </a:lnTo>
                  <a:lnTo>
                    <a:pt x="126201" y="471614"/>
                  </a:lnTo>
                  <a:lnTo>
                    <a:pt x="126483" y="471461"/>
                  </a:lnTo>
                  <a:lnTo>
                    <a:pt x="126900" y="471339"/>
                  </a:lnTo>
                  <a:lnTo>
                    <a:pt x="127053" y="471296"/>
                  </a:lnTo>
                  <a:lnTo>
                    <a:pt x="127369" y="471207"/>
                  </a:lnTo>
                  <a:lnTo>
                    <a:pt x="127636" y="471128"/>
                  </a:lnTo>
                  <a:lnTo>
                    <a:pt x="127806" y="471070"/>
                  </a:lnTo>
                  <a:lnTo>
                    <a:pt x="128236" y="470998"/>
                  </a:lnTo>
                  <a:lnTo>
                    <a:pt x="128768" y="470879"/>
                  </a:lnTo>
                  <a:lnTo>
                    <a:pt x="129007" y="470835"/>
                  </a:lnTo>
                  <a:lnTo>
                    <a:pt x="129231" y="470805"/>
                  </a:lnTo>
                  <a:lnTo>
                    <a:pt x="129387" y="470785"/>
                  </a:lnTo>
                  <a:lnTo>
                    <a:pt x="129593" y="470746"/>
                  </a:lnTo>
                  <a:lnTo>
                    <a:pt x="129893" y="470991"/>
                  </a:lnTo>
                  <a:lnTo>
                    <a:pt x="130244" y="471276"/>
                  </a:lnTo>
                  <a:lnTo>
                    <a:pt x="130730" y="471665"/>
                  </a:lnTo>
                  <a:lnTo>
                    <a:pt x="130735" y="471881"/>
                  </a:lnTo>
                  <a:lnTo>
                    <a:pt x="130745" y="472273"/>
                  </a:lnTo>
                  <a:lnTo>
                    <a:pt x="130756" y="472640"/>
                  </a:lnTo>
                  <a:lnTo>
                    <a:pt x="130801" y="472889"/>
                  </a:lnTo>
                  <a:lnTo>
                    <a:pt x="130985" y="473006"/>
                  </a:lnTo>
                  <a:lnTo>
                    <a:pt x="131160" y="473115"/>
                  </a:lnTo>
                  <a:lnTo>
                    <a:pt x="131478" y="473316"/>
                  </a:lnTo>
                  <a:lnTo>
                    <a:pt x="131674" y="473444"/>
                  </a:lnTo>
                  <a:lnTo>
                    <a:pt x="131857" y="473561"/>
                  </a:lnTo>
                  <a:lnTo>
                    <a:pt x="132015" y="473477"/>
                  </a:lnTo>
                  <a:lnTo>
                    <a:pt x="132186" y="473385"/>
                  </a:lnTo>
                  <a:lnTo>
                    <a:pt x="132389" y="473276"/>
                  </a:lnTo>
                  <a:lnTo>
                    <a:pt x="132524" y="473204"/>
                  </a:lnTo>
                  <a:lnTo>
                    <a:pt x="133089" y="472922"/>
                  </a:lnTo>
                  <a:lnTo>
                    <a:pt x="133427" y="472736"/>
                  </a:lnTo>
                  <a:lnTo>
                    <a:pt x="133835" y="472515"/>
                  </a:lnTo>
                  <a:lnTo>
                    <a:pt x="134224" y="472301"/>
                  </a:lnTo>
                  <a:lnTo>
                    <a:pt x="134506" y="472151"/>
                  </a:lnTo>
                  <a:lnTo>
                    <a:pt x="134570" y="472296"/>
                  </a:lnTo>
                  <a:lnTo>
                    <a:pt x="134672" y="472515"/>
                  </a:lnTo>
                  <a:lnTo>
                    <a:pt x="134758" y="472665"/>
                  </a:lnTo>
                  <a:lnTo>
                    <a:pt x="134957" y="473098"/>
                  </a:lnTo>
                  <a:lnTo>
                    <a:pt x="135171" y="473558"/>
                  </a:lnTo>
                  <a:lnTo>
                    <a:pt x="135369" y="473983"/>
                  </a:lnTo>
                  <a:lnTo>
                    <a:pt x="135532" y="474334"/>
                  </a:lnTo>
                  <a:lnTo>
                    <a:pt x="135641" y="474489"/>
                  </a:lnTo>
                  <a:lnTo>
                    <a:pt x="135827" y="474719"/>
                  </a:lnTo>
                  <a:lnTo>
                    <a:pt x="136351" y="475360"/>
                  </a:lnTo>
                  <a:lnTo>
                    <a:pt x="136489" y="475540"/>
                  </a:lnTo>
                  <a:lnTo>
                    <a:pt x="136761" y="475902"/>
                  </a:lnTo>
                  <a:lnTo>
                    <a:pt x="137125" y="476344"/>
                  </a:lnTo>
                  <a:lnTo>
                    <a:pt x="137267" y="476520"/>
                  </a:lnTo>
                  <a:lnTo>
                    <a:pt x="137733" y="476922"/>
                  </a:lnTo>
                  <a:lnTo>
                    <a:pt x="138013" y="477138"/>
                  </a:lnTo>
                  <a:lnTo>
                    <a:pt x="138168" y="477255"/>
                  </a:lnTo>
                  <a:lnTo>
                    <a:pt x="138466" y="477482"/>
                  </a:lnTo>
                  <a:lnTo>
                    <a:pt x="139908" y="478336"/>
                  </a:lnTo>
                  <a:lnTo>
                    <a:pt x="139969" y="478472"/>
                  </a:lnTo>
                  <a:lnTo>
                    <a:pt x="140122" y="478820"/>
                  </a:lnTo>
                  <a:lnTo>
                    <a:pt x="140288" y="479204"/>
                  </a:lnTo>
                  <a:lnTo>
                    <a:pt x="140391" y="479449"/>
                  </a:lnTo>
                  <a:lnTo>
                    <a:pt x="140508" y="479716"/>
                  </a:lnTo>
                  <a:lnTo>
                    <a:pt x="140660" y="480064"/>
                  </a:lnTo>
                  <a:lnTo>
                    <a:pt x="140537" y="480567"/>
                  </a:lnTo>
                  <a:lnTo>
                    <a:pt x="140664" y="480790"/>
                  </a:lnTo>
                  <a:lnTo>
                    <a:pt x="140808" y="481047"/>
                  </a:lnTo>
                  <a:lnTo>
                    <a:pt x="141269" y="481872"/>
                  </a:lnTo>
                  <a:lnTo>
                    <a:pt x="141394" y="482098"/>
                  </a:lnTo>
                  <a:lnTo>
                    <a:pt x="141580" y="482422"/>
                  </a:lnTo>
                  <a:lnTo>
                    <a:pt x="141697" y="482625"/>
                  </a:lnTo>
                  <a:lnTo>
                    <a:pt x="142511" y="484040"/>
                  </a:lnTo>
                  <a:lnTo>
                    <a:pt x="142793" y="484069"/>
                  </a:lnTo>
                  <a:lnTo>
                    <a:pt x="142982" y="484088"/>
                  </a:lnTo>
                  <a:lnTo>
                    <a:pt x="143143" y="484011"/>
                  </a:lnTo>
                  <a:lnTo>
                    <a:pt x="143273" y="483782"/>
                  </a:lnTo>
                  <a:lnTo>
                    <a:pt x="143491" y="483396"/>
                  </a:lnTo>
                  <a:lnTo>
                    <a:pt x="143598" y="483065"/>
                  </a:lnTo>
                  <a:lnTo>
                    <a:pt x="143792" y="482640"/>
                  </a:lnTo>
                  <a:lnTo>
                    <a:pt x="144059" y="482548"/>
                  </a:lnTo>
                  <a:lnTo>
                    <a:pt x="144242" y="482500"/>
                  </a:lnTo>
                  <a:lnTo>
                    <a:pt x="144405" y="482441"/>
                  </a:lnTo>
                  <a:lnTo>
                    <a:pt x="144647" y="482367"/>
                  </a:lnTo>
                  <a:lnTo>
                    <a:pt x="145115" y="482128"/>
                  </a:lnTo>
                  <a:lnTo>
                    <a:pt x="145461" y="481925"/>
                  </a:lnTo>
                  <a:lnTo>
                    <a:pt x="145629" y="481785"/>
                  </a:lnTo>
                  <a:lnTo>
                    <a:pt x="145878" y="481439"/>
                  </a:lnTo>
                  <a:lnTo>
                    <a:pt x="145985" y="481291"/>
                  </a:lnTo>
                  <a:lnTo>
                    <a:pt x="146303" y="481232"/>
                  </a:lnTo>
                  <a:lnTo>
                    <a:pt x="146598" y="481179"/>
                  </a:lnTo>
                  <a:lnTo>
                    <a:pt x="147573" y="481935"/>
                  </a:lnTo>
                  <a:lnTo>
                    <a:pt x="149397" y="483350"/>
                  </a:lnTo>
                  <a:lnTo>
                    <a:pt x="149647" y="483558"/>
                  </a:lnTo>
                  <a:lnTo>
                    <a:pt x="150133" y="483505"/>
                  </a:lnTo>
                  <a:lnTo>
                    <a:pt x="150759" y="483434"/>
                  </a:lnTo>
                  <a:lnTo>
                    <a:pt x="151311" y="483370"/>
                  </a:lnTo>
                  <a:lnTo>
                    <a:pt x="151522" y="483350"/>
                  </a:lnTo>
                  <a:lnTo>
                    <a:pt x="152001" y="483299"/>
                  </a:lnTo>
                  <a:lnTo>
                    <a:pt x="152726" y="483223"/>
                  </a:lnTo>
                  <a:lnTo>
                    <a:pt x="152925" y="483175"/>
                  </a:lnTo>
                  <a:lnTo>
                    <a:pt x="153483" y="483104"/>
                  </a:lnTo>
                  <a:lnTo>
                    <a:pt x="154359" y="482649"/>
                  </a:lnTo>
                  <a:lnTo>
                    <a:pt x="155491" y="482059"/>
                  </a:lnTo>
                  <a:lnTo>
                    <a:pt x="156399" y="481592"/>
                  </a:lnTo>
                  <a:lnTo>
                    <a:pt x="157155" y="481201"/>
                  </a:lnTo>
                  <a:lnTo>
                    <a:pt x="156421" y="477509"/>
                  </a:lnTo>
                  <a:lnTo>
                    <a:pt x="156357" y="477223"/>
                  </a:lnTo>
                  <a:lnTo>
                    <a:pt x="156856" y="477105"/>
                  </a:lnTo>
                  <a:lnTo>
                    <a:pt x="157731" y="476897"/>
                  </a:lnTo>
                  <a:lnTo>
                    <a:pt x="158049" y="476826"/>
                  </a:lnTo>
                  <a:lnTo>
                    <a:pt x="158708" y="476665"/>
                  </a:lnTo>
                  <a:lnTo>
                    <a:pt x="159299" y="476523"/>
                  </a:lnTo>
                  <a:lnTo>
                    <a:pt x="159881" y="476383"/>
                  </a:lnTo>
                  <a:lnTo>
                    <a:pt x="160431" y="476255"/>
                  </a:lnTo>
                  <a:lnTo>
                    <a:pt x="160983" y="476126"/>
                  </a:lnTo>
                  <a:lnTo>
                    <a:pt x="161342" y="476032"/>
                  </a:lnTo>
                  <a:lnTo>
                    <a:pt x="161733" y="475926"/>
                  </a:lnTo>
                  <a:lnTo>
                    <a:pt x="162278" y="474878"/>
                  </a:lnTo>
                  <a:lnTo>
                    <a:pt x="163307" y="472777"/>
                  </a:lnTo>
                  <a:lnTo>
                    <a:pt x="163881" y="471478"/>
                  </a:lnTo>
                  <a:lnTo>
                    <a:pt x="166142" y="472684"/>
                  </a:lnTo>
                  <a:lnTo>
                    <a:pt x="166337" y="472666"/>
                  </a:lnTo>
                  <a:lnTo>
                    <a:pt x="168510" y="472467"/>
                  </a:lnTo>
                  <a:lnTo>
                    <a:pt x="169243" y="472741"/>
                  </a:lnTo>
                  <a:lnTo>
                    <a:pt x="169866" y="472955"/>
                  </a:lnTo>
                  <a:lnTo>
                    <a:pt x="170400" y="473141"/>
                  </a:lnTo>
                  <a:lnTo>
                    <a:pt x="171019" y="473355"/>
                  </a:lnTo>
                  <a:lnTo>
                    <a:pt x="171556" y="473538"/>
                  </a:lnTo>
                  <a:lnTo>
                    <a:pt x="172057" y="473713"/>
                  </a:lnTo>
                  <a:lnTo>
                    <a:pt x="172474" y="473856"/>
                  </a:lnTo>
                  <a:lnTo>
                    <a:pt x="172813" y="473973"/>
                  </a:lnTo>
                  <a:lnTo>
                    <a:pt x="173237" y="474120"/>
                  </a:lnTo>
                  <a:lnTo>
                    <a:pt x="173515" y="474215"/>
                  </a:lnTo>
                  <a:lnTo>
                    <a:pt x="173703" y="474281"/>
                  </a:lnTo>
                  <a:lnTo>
                    <a:pt x="173545" y="474444"/>
                  </a:lnTo>
                  <a:lnTo>
                    <a:pt x="173154" y="474856"/>
                  </a:lnTo>
                  <a:lnTo>
                    <a:pt x="172759" y="475265"/>
                  </a:lnTo>
                  <a:lnTo>
                    <a:pt x="172502" y="475538"/>
                  </a:lnTo>
                  <a:lnTo>
                    <a:pt x="172260" y="475792"/>
                  </a:lnTo>
                  <a:lnTo>
                    <a:pt x="172026" y="476047"/>
                  </a:lnTo>
                  <a:lnTo>
                    <a:pt x="171802" y="476288"/>
                  </a:lnTo>
                  <a:lnTo>
                    <a:pt x="171360" y="476772"/>
                  </a:lnTo>
                  <a:lnTo>
                    <a:pt x="171003" y="477156"/>
                  </a:lnTo>
                  <a:lnTo>
                    <a:pt x="170752" y="477431"/>
                  </a:lnTo>
                  <a:lnTo>
                    <a:pt x="170383" y="477833"/>
                  </a:lnTo>
                  <a:lnTo>
                    <a:pt x="170774" y="478199"/>
                  </a:lnTo>
                  <a:lnTo>
                    <a:pt x="171154" y="478558"/>
                  </a:lnTo>
                  <a:lnTo>
                    <a:pt x="171487" y="478871"/>
                  </a:lnTo>
                  <a:lnTo>
                    <a:pt x="171828" y="479192"/>
                  </a:lnTo>
                  <a:lnTo>
                    <a:pt x="172349" y="479680"/>
                  </a:lnTo>
                  <a:lnTo>
                    <a:pt x="172515" y="479833"/>
                  </a:lnTo>
                  <a:lnTo>
                    <a:pt x="172846" y="480146"/>
                  </a:lnTo>
                  <a:lnTo>
                    <a:pt x="173238" y="480512"/>
                  </a:lnTo>
                  <a:lnTo>
                    <a:pt x="173726" y="480968"/>
                  </a:lnTo>
                  <a:lnTo>
                    <a:pt x="173826" y="481100"/>
                  </a:lnTo>
                  <a:lnTo>
                    <a:pt x="174208" y="481569"/>
                  </a:lnTo>
                  <a:lnTo>
                    <a:pt x="174507" y="481863"/>
                  </a:lnTo>
                  <a:lnTo>
                    <a:pt x="174747" y="482101"/>
                  </a:lnTo>
                  <a:lnTo>
                    <a:pt x="174984" y="482332"/>
                  </a:lnTo>
                  <a:lnTo>
                    <a:pt x="175255" y="482616"/>
                  </a:lnTo>
                  <a:lnTo>
                    <a:pt x="175446" y="482462"/>
                  </a:lnTo>
                  <a:lnTo>
                    <a:pt x="175732" y="482371"/>
                  </a:lnTo>
                  <a:lnTo>
                    <a:pt x="175962" y="482271"/>
                  </a:lnTo>
                  <a:lnTo>
                    <a:pt x="176294" y="482474"/>
                  </a:lnTo>
                  <a:lnTo>
                    <a:pt x="176500" y="482703"/>
                  </a:lnTo>
                  <a:lnTo>
                    <a:pt x="176616" y="482853"/>
                  </a:lnTo>
                  <a:lnTo>
                    <a:pt x="176732" y="483020"/>
                  </a:lnTo>
                  <a:lnTo>
                    <a:pt x="176863" y="483216"/>
                  </a:lnTo>
                  <a:lnTo>
                    <a:pt x="177141" y="483610"/>
                  </a:lnTo>
                  <a:close/>
                </a:path>
              </a:pathLst>
            </a:custGeom>
            <a:solidFill>
              <a:srgbClr val="E0F0F7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12"/>
            <p:cNvSpPr/>
            <p:nvPr/>
          </p:nvSpPr>
          <p:spPr>
            <a:xfrm>
              <a:off x="2900173" y="5384470"/>
              <a:ext cx="539983" cy="546183"/>
            </a:xfrm>
            <a:custGeom>
              <a:avLst/>
              <a:pathLst>
                <a:path w="539983" h="546183">
                  <a:moveTo>
                    <a:pt x="483600" y="390497"/>
                  </a:moveTo>
                  <a:lnTo>
                    <a:pt x="489142" y="385256"/>
                  </a:lnTo>
                  <a:lnTo>
                    <a:pt x="490783" y="383704"/>
                  </a:lnTo>
                  <a:lnTo>
                    <a:pt x="500628" y="374392"/>
                  </a:lnTo>
                  <a:lnTo>
                    <a:pt x="511443" y="364163"/>
                  </a:lnTo>
                  <a:lnTo>
                    <a:pt x="517893" y="358064"/>
                  </a:lnTo>
                  <a:lnTo>
                    <a:pt x="523503" y="352757"/>
                  </a:lnTo>
                  <a:lnTo>
                    <a:pt x="529457" y="347125"/>
                  </a:lnTo>
                  <a:lnTo>
                    <a:pt x="539983" y="337172"/>
                  </a:lnTo>
                  <a:lnTo>
                    <a:pt x="538389" y="335195"/>
                  </a:lnTo>
                  <a:lnTo>
                    <a:pt x="535070" y="331081"/>
                  </a:lnTo>
                  <a:lnTo>
                    <a:pt x="529428" y="324085"/>
                  </a:lnTo>
                  <a:lnTo>
                    <a:pt x="523857" y="317176"/>
                  </a:lnTo>
                  <a:lnTo>
                    <a:pt x="518033" y="309954"/>
                  </a:lnTo>
                  <a:lnTo>
                    <a:pt x="514483" y="305552"/>
                  </a:lnTo>
                  <a:lnTo>
                    <a:pt x="512671" y="303274"/>
                  </a:lnTo>
                  <a:lnTo>
                    <a:pt x="506649" y="295702"/>
                  </a:lnTo>
                  <a:lnTo>
                    <a:pt x="502715" y="290756"/>
                  </a:lnTo>
                  <a:lnTo>
                    <a:pt x="501718" y="289392"/>
                  </a:lnTo>
                  <a:lnTo>
                    <a:pt x="499809" y="286779"/>
                  </a:lnTo>
                  <a:lnTo>
                    <a:pt x="499573" y="286456"/>
                  </a:lnTo>
                  <a:lnTo>
                    <a:pt x="499284" y="286405"/>
                  </a:lnTo>
                  <a:lnTo>
                    <a:pt x="499161" y="285842"/>
                  </a:lnTo>
                  <a:lnTo>
                    <a:pt x="498736" y="285428"/>
                  </a:lnTo>
                  <a:lnTo>
                    <a:pt x="498343" y="285047"/>
                  </a:lnTo>
                  <a:lnTo>
                    <a:pt x="497806" y="284482"/>
                  </a:lnTo>
                  <a:lnTo>
                    <a:pt x="497646" y="284309"/>
                  </a:lnTo>
                  <a:lnTo>
                    <a:pt x="497306" y="284090"/>
                  </a:lnTo>
                  <a:lnTo>
                    <a:pt x="496818" y="283731"/>
                  </a:lnTo>
                  <a:lnTo>
                    <a:pt x="496673" y="283628"/>
                  </a:lnTo>
                  <a:lnTo>
                    <a:pt x="496480" y="283438"/>
                  </a:lnTo>
                  <a:lnTo>
                    <a:pt x="496326" y="283298"/>
                  </a:lnTo>
                  <a:lnTo>
                    <a:pt x="496159" y="283172"/>
                  </a:lnTo>
                  <a:lnTo>
                    <a:pt x="496009" y="283062"/>
                  </a:lnTo>
                  <a:lnTo>
                    <a:pt x="495872" y="283018"/>
                  </a:lnTo>
                  <a:lnTo>
                    <a:pt x="495450" y="282793"/>
                  </a:lnTo>
                  <a:lnTo>
                    <a:pt x="495078" y="282515"/>
                  </a:lnTo>
                  <a:lnTo>
                    <a:pt x="494913" y="282359"/>
                  </a:lnTo>
                  <a:lnTo>
                    <a:pt x="494634" y="282093"/>
                  </a:lnTo>
                  <a:lnTo>
                    <a:pt x="493366" y="282140"/>
                  </a:lnTo>
                  <a:lnTo>
                    <a:pt x="492964" y="282301"/>
                  </a:lnTo>
                  <a:lnTo>
                    <a:pt x="492323" y="283773"/>
                  </a:lnTo>
                  <a:lnTo>
                    <a:pt x="491597" y="284496"/>
                  </a:lnTo>
                  <a:lnTo>
                    <a:pt x="491026" y="284739"/>
                  </a:lnTo>
                  <a:lnTo>
                    <a:pt x="490871" y="284761"/>
                  </a:lnTo>
                  <a:lnTo>
                    <a:pt x="490340" y="285015"/>
                  </a:lnTo>
                  <a:lnTo>
                    <a:pt x="490249" y="284687"/>
                  </a:lnTo>
                  <a:lnTo>
                    <a:pt x="489988" y="284095"/>
                  </a:lnTo>
                  <a:lnTo>
                    <a:pt x="489853" y="283940"/>
                  </a:lnTo>
                  <a:lnTo>
                    <a:pt x="489510" y="283510"/>
                  </a:lnTo>
                  <a:lnTo>
                    <a:pt x="489261" y="283042"/>
                  </a:lnTo>
                  <a:lnTo>
                    <a:pt x="489199" y="282876"/>
                  </a:lnTo>
                  <a:lnTo>
                    <a:pt x="489118" y="282746"/>
                  </a:lnTo>
                  <a:lnTo>
                    <a:pt x="489034" y="282573"/>
                  </a:lnTo>
                  <a:lnTo>
                    <a:pt x="488697" y="282100"/>
                  </a:lnTo>
                  <a:lnTo>
                    <a:pt x="488446" y="281716"/>
                  </a:lnTo>
                  <a:lnTo>
                    <a:pt x="488386" y="281570"/>
                  </a:lnTo>
                  <a:lnTo>
                    <a:pt x="488340" y="281378"/>
                  </a:lnTo>
                  <a:lnTo>
                    <a:pt x="488327" y="281237"/>
                  </a:lnTo>
                  <a:lnTo>
                    <a:pt x="488197" y="280800"/>
                  </a:lnTo>
                  <a:lnTo>
                    <a:pt x="488113" y="280660"/>
                  </a:lnTo>
                  <a:lnTo>
                    <a:pt x="487958" y="280324"/>
                  </a:lnTo>
                  <a:lnTo>
                    <a:pt x="487738" y="279991"/>
                  </a:lnTo>
                  <a:lnTo>
                    <a:pt x="487334" y="279479"/>
                  </a:lnTo>
                  <a:lnTo>
                    <a:pt x="487156" y="279218"/>
                  </a:lnTo>
                  <a:lnTo>
                    <a:pt x="486873" y="278738"/>
                  </a:lnTo>
                  <a:lnTo>
                    <a:pt x="486733" y="278455"/>
                  </a:lnTo>
                  <a:lnTo>
                    <a:pt x="485842" y="277885"/>
                  </a:lnTo>
                  <a:lnTo>
                    <a:pt x="485675" y="277862"/>
                  </a:lnTo>
                  <a:lnTo>
                    <a:pt x="485426" y="277834"/>
                  </a:lnTo>
                  <a:lnTo>
                    <a:pt x="484925" y="277775"/>
                  </a:lnTo>
                  <a:lnTo>
                    <a:pt x="484759" y="277767"/>
                  </a:lnTo>
                  <a:lnTo>
                    <a:pt x="484604" y="277739"/>
                  </a:lnTo>
                  <a:lnTo>
                    <a:pt x="483991" y="277770"/>
                  </a:lnTo>
                  <a:lnTo>
                    <a:pt x="483556" y="277680"/>
                  </a:lnTo>
                  <a:lnTo>
                    <a:pt x="483348" y="277652"/>
                  </a:lnTo>
                  <a:lnTo>
                    <a:pt x="483168" y="277654"/>
                  </a:lnTo>
                  <a:lnTo>
                    <a:pt x="482718" y="277634"/>
                  </a:lnTo>
                  <a:lnTo>
                    <a:pt x="482564" y="277630"/>
                  </a:lnTo>
                  <a:lnTo>
                    <a:pt x="482148" y="277597"/>
                  </a:lnTo>
                  <a:lnTo>
                    <a:pt x="481965" y="277583"/>
                  </a:lnTo>
                  <a:lnTo>
                    <a:pt x="481640" y="277559"/>
                  </a:lnTo>
                  <a:lnTo>
                    <a:pt x="481441" y="277532"/>
                  </a:lnTo>
                  <a:lnTo>
                    <a:pt x="481187" y="277487"/>
                  </a:lnTo>
                  <a:lnTo>
                    <a:pt x="480755" y="277426"/>
                  </a:lnTo>
                  <a:lnTo>
                    <a:pt x="480596" y="277407"/>
                  </a:lnTo>
                  <a:lnTo>
                    <a:pt x="480438" y="277381"/>
                  </a:lnTo>
                  <a:lnTo>
                    <a:pt x="480067" y="277337"/>
                  </a:lnTo>
                  <a:lnTo>
                    <a:pt x="479935" y="277280"/>
                  </a:lnTo>
                  <a:lnTo>
                    <a:pt x="479392" y="276993"/>
                  </a:lnTo>
                  <a:lnTo>
                    <a:pt x="478965" y="276757"/>
                  </a:lnTo>
                  <a:lnTo>
                    <a:pt x="478617" y="276567"/>
                  </a:lnTo>
                  <a:lnTo>
                    <a:pt x="478431" y="276465"/>
                  </a:lnTo>
                  <a:lnTo>
                    <a:pt x="478269" y="276403"/>
                  </a:lnTo>
                  <a:lnTo>
                    <a:pt x="477724" y="276134"/>
                  </a:lnTo>
                  <a:lnTo>
                    <a:pt x="477304" y="275876"/>
                  </a:lnTo>
                  <a:lnTo>
                    <a:pt x="477061" y="275730"/>
                  </a:lnTo>
                  <a:lnTo>
                    <a:pt x="476737" y="275573"/>
                  </a:lnTo>
                  <a:lnTo>
                    <a:pt x="476455" y="275448"/>
                  </a:lnTo>
                  <a:lnTo>
                    <a:pt x="476108" y="275271"/>
                  </a:lnTo>
                  <a:lnTo>
                    <a:pt x="475866" y="275150"/>
                  </a:lnTo>
                  <a:lnTo>
                    <a:pt x="475549" y="274994"/>
                  </a:lnTo>
                  <a:lnTo>
                    <a:pt x="475343" y="274603"/>
                  </a:lnTo>
                  <a:lnTo>
                    <a:pt x="475467" y="274456"/>
                  </a:lnTo>
                  <a:lnTo>
                    <a:pt x="475613" y="274271"/>
                  </a:lnTo>
                  <a:lnTo>
                    <a:pt x="475817" y="274011"/>
                  </a:lnTo>
                  <a:lnTo>
                    <a:pt x="476117" y="273638"/>
                  </a:lnTo>
                  <a:lnTo>
                    <a:pt x="476531" y="273134"/>
                  </a:lnTo>
                  <a:lnTo>
                    <a:pt x="476636" y="272966"/>
                  </a:lnTo>
                  <a:lnTo>
                    <a:pt x="476712" y="272829"/>
                  </a:lnTo>
                  <a:lnTo>
                    <a:pt x="477107" y="272209"/>
                  </a:lnTo>
                  <a:lnTo>
                    <a:pt x="476943" y="272197"/>
                  </a:lnTo>
                  <a:lnTo>
                    <a:pt x="476737" y="272230"/>
                  </a:lnTo>
                  <a:lnTo>
                    <a:pt x="476468" y="272229"/>
                  </a:lnTo>
                  <a:lnTo>
                    <a:pt x="476088" y="272124"/>
                  </a:lnTo>
                  <a:lnTo>
                    <a:pt x="475455" y="271905"/>
                  </a:lnTo>
                  <a:lnTo>
                    <a:pt x="475299" y="271846"/>
                  </a:lnTo>
                  <a:lnTo>
                    <a:pt x="474954" y="271702"/>
                  </a:lnTo>
                  <a:lnTo>
                    <a:pt x="474814" y="271626"/>
                  </a:lnTo>
                  <a:lnTo>
                    <a:pt x="474817" y="271495"/>
                  </a:lnTo>
                  <a:lnTo>
                    <a:pt x="474828" y="270433"/>
                  </a:lnTo>
                  <a:lnTo>
                    <a:pt x="474831" y="270168"/>
                  </a:lnTo>
                  <a:lnTo>
                    <a:pt x="474804" y="269690"/>
                  </a:lnTo>
                  <a:lnTo>
                    <a:pt x="474795" y="269523"/>
                  </a:lnTo>
                  <a:lnTo>
                    <a:pt x="474831" y="269173"/>
                  </a:lnTo>
                  <a:lnTo>
                    <a:pt x="474896" y="268605"/>
                  </a:lnTo>
                  <a:lnTo>
                    <a:pt x="474958" y="268162"/>
                  </a:lnTo>
                  <a:lnTo>
                    <a:pt x="474973" y="267917"/>
                  </a:lnTo>
                  <a:lnTo>
                    <a:pt x="475047" y="267541"/>
                  </a:lnTo>
                  <a:lnTo>
                    <a:pt x="475063" y="267262"/>
                  </a:lnTo>
                  <a:lnTo>
                    <a:pt x="475082" y="267067"/>
                  </a:lnTo>
                  <a:lnTo>
                    <a:pt x="475100" y="266929"/>
                  </a:lnTo>
                  <a:lnTo>
                    <a:pt x="475116" y="266785"/>
                  </a:lnTo>
                  <a:lnTo>
                    <a:pt x="475129" y="266526"/>
                  </a:lnTo>
                  <a:lnTo>
                    <a:pt x="475145" y="266330"/>
                  </a:lnTo>
                  <a:lnTo>
                    <a:pt x="475167" y="266132"/>
                  </a:lnTo>
                  <a:lnTo>
                    <a:pt x="475174" y="266001"/>
                  </a:lnTo>
                  <a:lnTo>
                    <a:pt x="475199" y="265853"/>
                  </a:lnTo>
                  <a:lnTo>
                    <a:pt x="475202" y="265722"/>
                  </a:lnTo>
                  <a:lnTo>
                    <a:pt x="475245" y="265186"/>
                  </a:lnTo>
                  <a:lnTo>
                    <a:pt x="475284" y="264503"/>
                  </a:lnTo>
                  <a:lnTo>
                    <a:pt x="475309" y="264208"/>
                  </a:lnTo>
                  <a:lnTo>
                    <a:pt x="475319" y="263966"/>
                  </a:lnTo>
                  <a:lnTo>
                    <a:pt x="475276" y="263542"/>
                  </a:lnTo>
                  <a:lnTo>
                    <a:pt x="475267" y="263309"/>
                  </a:lnTo>
                  <a:lnTo>
                    <a:pt x="475290" y="263172"/>
                  </a:lnTo>
                  <a:lnTo>
                    <a:pt x="475287" y="262793"/>
                  </a:lnTo>
                  <a:lnTo>
                    <a:pt x="475239" y="262634"/>
                  </a:lnTo>
                  <a:lnTo>
                    <a:pt x="475204" y="262482"/>
                  </a:lnTo>
                  <a:lnTo>
                    <a:pt x="475150" y="262001"/>
                  </a:lnTo>
                  <a:lnTo>
                    <a:pt x="475050" y="261483"/>
                  </a:lnTo>
                  <a:lnTo>
                    <a:pt x="474964" y="260830"/>
                  </a:lnTo>
                  <a:lnTo>
                    <a:pt x="474899" y="260332"/>
                  </a:lnTo>
                  <a:lnTo>
                    <a:pt x="474875" y="260153"/>
                  </a:lnTo>
                  <a:lnTo>
                    <a:pt x="474851" y="259966"/>
                  </a:lnTo>
                  <a:lnTo>
                    <a:pt x="474748" y="259180"/>
                  </a:lnTo>
                  <a:lnTo>
                    <a:pt x="474719" y="258757"/>
                  </a:lnTo>
                  <a:lnTo>
                    <a:pt x="474692" y="258468"/>
                  </a:lnTo>
                  <a:lnTo>
                    <a:pt x="474644" y="257952"/>
                  </a:lnTo>
                  <a:lnTo>
                    <a:pt x="474406" y="257487"/>
                  </a:lnTo>
                  <a:lnTo>
                    <a:pt x="474274" y="257175"/>
                  </a:lnTo>
                  <a:lnTo>
                    <a:pt x="474090" y="256772"/>
                  </a:lnTo>
                  <a:lnTo>
                    <a:pt x="474041" y="256525"/>
                  </a:lnTo>
                  <a:lnTo>
                    <a:pt x="473956" y="256235"/>
                  </a:lnTo>
                  <a:lnTo>
                    <a:pt x="473813" y="255846"/>
                  </a:lnTo>
                  <a:lnTo>
                    <a:pt x="473631" y="255381"/>
                  </a:lnTo>
                  <a:lnTo>
                    <a:pt x="473464" y="254955"/>
                  </a:lnTo>
                  <a:lnTo>
                    <a:pt x="473187" y="254216"/>
                  </a:lnTo>
                  <a:lnTo>
                    <a:pt x="472949" y="253647"/>
                  </a:lnTo>
                  <a:lnTo>
                    <a:pt x="472905" y="253496"/>
                  </a:lnTo>
                  <a:lnTo>
                    <a:pt x="472748" y="253139"/>
                  </a:lnTo>
                  <a:lnTo>
                    <a:pt x="472628" y="252858"/>
                  </a:lnTo>
                  <a:lnTo>
                    <a:pt x="472554" y="252668"/>
                  </a:lnTo>
                  <a:lnTo>
                    <a:pt x="472479" y="252499"/>
                  </a:lnTo>
                  <a:lnTo>
                    <a:pt x="472370" y="252358"/>
                  </a:lnTo>
                  <a:lnTo>
                    <a:pt x="472172" y="252027"/>
                  </a:lnTo>
                  <a:lnTo>
                    <a:pt x="472134" y="251850"/>
                  </a:lnTo>
                  <a:lnTo>
                    <a:pt x="472070" y="251593"/>
                  </a:lnTo>
                  <a:lnTo>
                    <a:pt x="471575" y="251098"/>
                  </a:lnTo>
                  <a:lnTo>
                    <a:pt x="471022" y="250829"/>
                  </a:lnTo>
                  <a:lnTo>
                    <a:pt x="470851" y="250738"/>
                  </a:lnTo>
                  <a:lnTo>
                    <a:pt x="470630" y="250622"/>
                  </a:lnTo>
                  <a:lnTo>
                    <a:pt x="469990" y="250220"/>
                  </a:lnTo>
                  <a:lnTo>
                    <a:pt x="469664" y="249882"/>
                  </a:lnTo>
                  <a:lnTo>
                    <a:pt x="469343" y="249632"/>
                  </a:lnTo>
                  <a:lnTo>
                    <a:pt x="469093" y="249431"/>
                  </a:lnTo>
                  <a:lnTo>
                    <a:pt x="468770" y="249203"/>
                  </a:lnTo>
                  <a:lnTo>
                    <a:pt x="468349" y="248910"/>
                  </a:lnTo>
                  <a:lnTo>
                    <a:pt x="468130" y="248827"/>
                  </a:lnTo>
                  <a:lnTo>
                    <a:pt x="467800" y="248693"/>
                  </a:lnTo>
                  <a:lnTo>
                    <a:pt x="467640" y="248636"/>
                  </a:lnTo>
                  <a:lnTo>
                    <a:pt x="467275" y="248442"/>
                  </a:lnTo>
                  <a:lnTo>
                    <a:pt x="466900" y="248325"/>
                  </a:lnTo>
                  <a:lnTo>
                    <a:pt x="466607" y="248089"/>
                  </a:lnTo>
                  <a:lnTo>
                    <a:pt x="466407" y="247942"/>
                  </a:lnTo>
                  <a:lnTo>
                    <a:pt x="466075" y="247693"/>
                  </a:lnTo>
                  <a:lnTo>
                    <a:pt x="465554" y="247290"/>
                  </a:lnTo>
                  <a:lnTo>
                    <a:pt x="465337" y="247098"/>
                  </a:lnTo>
                  <a:lnTo>
                    <a:pt x="465064" y="246834"/>
                  </a:lnTo>
                  <a:lnTo>
                    <a:pt x="464896" y="246660"/>
                  </a:lnTo>
                  <a:lnTo>
                    <a:pt x="464734" y="246511"/>
                  </a:lnTo>
                  <a:lnTo>
                    <a:pt x="464459" y="246252"/>
                  </a:lnTo>
                  <a:lnTo>
                    <a:pt x="464268" y="246071"/>
                  </a:lnTo>
                  <a:lnTo>
                    <a:pt x="464114" y="245935"/>
                  </a:lnTo>
                  <a:lnTo>
                    <a:pt x="463903" y="245710"/>
                  </a:lnTo>
                  <a:lnTo>
                    <a:pt x="463759" y="245608"/>
                  </a:lnTo>
                  <a:lnTo>
                    <a:pt x="463445" y="245330"/>
                  </a:lnTo>
                  <a:lnTo>
                    <a:pt x="463135" y="245025"/>
                  </a:lnTo>
                  <a:lnTo>
                    <a:pt x="462879" y="244796"/>
                  </a:lnTo>
                  <a:lnTo>
                    <a:pt x="462700" y="244651"/>
                  </a:lnTo>
                  <a:lnTo>
                    <a:pt x="462457" y="244518"/>
                  </a:lnTo>
                  <a:lnTo>
                    <a:pt x="462102" y="244306"/>
                  </a:lnTo>
                  <a:lnTo>
                    <a:pt x="461903" y="244197"/>
                  </a:lnTo>
                  <a:lnTo>
                    <a:pt x="461656" y="244062"/>
                  </a:lnTo>
                  <a:lnTo>
                    <a:pt x="461175" y="243811"/>
                  </a:lnTo>
                  <a:lnTo>
                    <a:pt x="461027" y="243727"/>
                  </a:lnTo>
                  <a:lnTo>
                    <a:pt x="460883" y="243622"/>
                  </a:lnTo>
                  <a:lnTo>
                    <a:pt x="460731" y="243495"/>
                  </a:lnTo>
                  <a:lnTo>
                    <a:pt x="460540" y="243339"/>
                  </a:lnTo>
                  <a:lnTo>
                    <a:pt x="460287" y="243140"/>
                  </a:lnTo>
                  <a:lnTo>
                    <a:pt x="460138" y="243022"/>
                  </a:lnTo>
                  <a:lnTo>
                    <a:pt x="457516" y="239821"/>
                  </a:lnTo>
                  <a:lnTo>
                    <a:pt x="457273" y="239362"/>
                  </a:lnTo>
                  <a:lnTo>
                    <a:pt x="457252" y="239228"/>
                  </a:lnTo>
                  <a:lnTo>
                    <a:pt x="457013" y="238750"/>
                  </a:lnTo>
                  <a:lnTo>
                    <a:pt x="456918" y="238602"/>
                  </a:lnTo>
                  <a:lnTo>
                    <a:pt x="456624" y="238338"/>
                  </a:lnTo>
                  <a:lnTo>
                    <a:pt x="456142" y="237934"/>
                  </a:lnTo>
                  <a:lnTo>
                    <a:pt x="455888" y="237635"/>
                  </a:lnTo>
                  <a:lnTo>
                    <a:pt x="455774" y="237505"/>
                  </a:lnTo>
                  <a:lnTo>
                    <a:pt x="455660" y="237341"/>
                  </a:lnTo>
                  <a:lnTo>
                    <a:pt x="455359" y="236990"/>
                  </a:lnTo>
                  <a:lnTo>
                    <a:pt x="455260" y="236851"/>
                  </a:lnTo>
                  <a:lnTo>
                    <a:pt x="454853" y="236361"/>
                  </a:lnTo>
                  <a:lnTo>
                    <a:pt x="454729" y="236207"/>
                  </a:lnTo>
                  <a:lnTo>
                    <a:pt x="454668" y="236045"/>
                  </a:lnTo>
                  <a:lnTo>
                    <a:pt x="454633" y="235789"/>
                  </a:lnTo>
                  <a:lnTo>
                    <a:pt x="454589" y="235620"/>
                  </a:lnTo>
                  <a:lnTo>
                    <a:pt x="454557" y="235476"/>
                  </a:lnTo>
                  <a:lnTo>
                    <a:pt x="454534" y="235347"/>
                  </a:lnTo>
                  <a:lnTo>
                    <a:pt x="454430" y="234869"/>
                  </a:lnTo>
                  <a:lnTo>
                    <a:pt x="454363" y="234525"/>
                  </a:lnTo>
                  <a:lnTo>
                    <a:pt x="454267" y="234256"/>
                  </a:lnTo>
                  <a:lnTo>
                    <a:pt x="454032" y="233248"/>
                  </a:lnTo>
                  <a:lnTo>
                    <a:pt x="453994" y="232895"/>
                  </a:lnTo>
                  <a:lnTo>
                    <a:pt x="453949" y="232694"/>
                  </a:lnTo>
                  <a:lnTo>
                    <a:pt x="453877" y="232387"/>
                  </a:lnTo>
                  <a:lnTo>
                    <a:pt x="453834" y="232214"/>
                  </a:lnTo>
                  <a:lnTo>
                    <a:pt x="453799" y="231948"/>
                  </a:lnTo>
                  <a:lnTo>
                    <a:pt x="453733" y="231688"/>
                  </a:lnTo>
                  <a:lnTo>
                    <a:pt x="453686" y="231460"/>
                  </a:lnTo>
                  <a:lnTo>
                    <a:pt x="453410" y="230558"/>
                  </a:lnTo>
                  <a:lnTo>
                    <a:pt x="453281" y="230077"/>
                  </a:lnTo>
                  <a:lnTo>
                    <a:pt x="453247" y="229948"/>
                  </a:lnTo>
                  <a:lnTo>
                    <a:pt x="453213" y="229793"/>
                  </a:lnTo>
                  <a:lnTo>
                    <a:pt x="453178" y="229665"/>
                  </a:lnTo>
                  <a:lnTo>
                    <a:pt x="453077" y="229245"/>
                  </a:lnTo>
                  <a:lnTo>
                    <a:pt x="453041" y="229111"/>
                  </a:lnTo>
                  <a:lnTo>
                    <a:pt x="452996" y="228927"/>
                  </a:lnTo>
                  <a:lnTo>
                    <a:pt x="452950" y="228746"/>
                  </a:lnTo>
                  <a:lnTo>
                    <a:pt x="452911" y="228581"/>
                  </a:lnTo>
                  <a:lnTo>
                    <a:pt x="452856" y="228356"/>
                  </a:lnTo>
                  <a:lnTo>
                    <a:pt x="452802" y="228152"/>
                  </a:lnTo>
                  <a:lnTo>
                    <a:pt x="452716" y="227789"/>
                  </a:lnTo>
                  <a:lnTo>
                    <a:pt x="452655" y="227588"/>
                  </a:lnTo>
                  <a:lnTo>
                    <a:pt x="452595" y="227312"/>
                  </a:lnTo>
                  <a:lnTo>
                    <a:pt x="452524" y="227014"/>
                  </a:lnTo>
                  <a:lnTo>
                    <a:pt x="452474" y="226824"/>
                  </a:lnTo>
                  <a:lnTo>
                    <a:pt x="452426" y="226608"/>
                  </a:lnTo>
                  <a:lnTo>
                    <a:pt x="452360" y="225933"/>
                  </a:lnTo>
                  <a:lnTo>
                    <a:pt x="452329" y="225751"/>
                  </a:lnTo>
                  <a:lnTo>
                    <a:pt x="452310" y="225623"/>
                  </a:lnTo>
                  <a:lnTo>
                    <a:pt x="452287" y="225466"/>
                  </a:lnTo>
                  <a:lnTo>
                    <a:pt x="452274" y="225274"/>
                  </a:lnTo>
                  <a:lnTo>
                    <a:pt x="452209" y="224699"/>
                  </a:lnTo>
                  <a:lnTo>
                    <a:pt x="452195" y="224551"/>
                  </a:lnTo>
                  <a:lnTo>
                    <a:pt x="452179" y="224267"/>
                  </a:lnTo>
                  <a:lnTo>
                    <a:pt x="452157" y="223977"/>
                  </a:lnTo>
                  <a:lnTo>
                    <a:pt x="452104" y="223616"/>
                  </a:lnTo>
                  <a:lnTo>
                    <a:pt x="452090" y="223439"/>
                  </a:lnTo>
                  <a:lnTo>
                    <a:pt x="451170" y="221017"/>
                  </a:lnTo>
                  <a:lnTo>
                    <a:pt x="451118" y="220810"/>
                  </a:lnTo>
                  <a:lnTo>
                    <a:pt x="451178" y="220417"/>
                  </a:lnTo>
                  <a:lnTo>
                    <a:pt x="451207" y="220199"/>
                  </a:lnTo>
                  <a:lnTo>
                    <a:pt x="451149" y="220061"/>
                  </a:lnTo>
                  <a:lnTo>
                    <a:pt x="451090" y="219923"/>
                  </a:lnTo>
                  <a:lnTo>
                    <a:pt x="451010" y="219760"/>
                  </a:lnTo>
                  <a:lnTo>
                    <a:pt x="450941" y="219612"/>
                  </a:lnTo>
                  <a:lnTo>
                    <a:pt x="450860" y="219433"/>
                  </a:lnTo>
                  <a:lnTo>
                    <a:pt x="450769" y="219245"/>
                  </a:lnTo>
                  <a:lnTo>
                    <a:pt x="450701" y="219108"/>
                  </a:lnTo>
                  <a:lnTo>
                    <a:pt x="450640" y="218933"/>
                  </a:lnTo>
                  <a:lnTo>
                    <a:pt x="450520" y="218686"/>
                  </a:lnTo>
                  <a:lnTo>
                    <a:pt x="450460" y="218554"/>
                  </a:lnTo>
                  <a:lnTo>
                    <a:pt x="450191" y="218564"/>
                  </a:lnTo>
                  <a:lnTo>
                    <a:pt x="450060" y="218586"/>
                  </a:lnTo>
                  <a:lnTo>
                    <a:pt x="449908" y="218603"/>
                  </a:lnTo>
                  <a:lnTo>
                    <a:pt x="449571" y="218653"/>
                  </a:lnTo>
                  <a:lnTo>
                    <a:pt x="449246" y="218683"/>
                  </a:lnTo>
                  <a:lnTo>
                    <a:pt x="449042" y="218728"/>
                  </a:lnTo>
                  <a:lnTo>
                    <a:pt x="448767" y="218792"/>
                  </a:lnTo>
                  <a:lnTo>
                    <a:pt x="448638" y="218826"/>
                  </a:lnTo>
                  <a:lnTo>
                    <a:pt x="448271" y="218934"/>
                  </a:lnTo>
                  <a:lnTo>
                    <a:pt x="448047" y="218983"/>
                  </a:lnTo>
                  <a:lnTo>
                    <a:pt x="447886" y="219017"/>
                  </a:lnTo>
                  <a:lnTo>
                    <a:pt x="447731" y="219049"/>
                  </a:lnTo>
                  <a:lnTo>
                    <a:pt x="447591" y="219077"/>
                  </a:lnTo>
                  <a:lnTo>
                    <a:pt x="447379" y="219117"/>
                  </a:lnTo>
                  <a:lnTo>
                    <a:pt x="446524" y="219288"/>
                  </a:lnTo>
                  <a:lnTo>
                    <a:pt x="446329" y="219315"/>
                  </a:lnTo>
                  <a:lnTo>
                    <a:pt x="446157" y="219342"/>
                  </a:lnTo>
                  <a:lnTo>
                    <a:pt x="445909" y="219349"/>
                  </a:lnTo>
                  <a:lnTo>
                    <a:pt x="445739" y="219351"/>
                  </a:lnTo>
                  <a:lnTo>
                    <a:pt x="445559" y="219352"/>
                  </a:lnTo>
                  <a:lnTo>
                    <a:pt x="445262" y="219328"/>
                  </a:lnTo>
                  <a:lnTo>
                    <a:pt x="445114" y="219325"/>
                  </a:lnTo>
                  <a:lnTo>
                    <a:pt x="444982" y="219310"/>
                  </a:lnTo>
                  <a:lnTo>
                    <a:pt x="444850" y="219290"/>
                  </a:lnTo>
                  <a:lnTo>
                    <a:pt x="444535" y="219341"/>
                  </a:lnTo>
                  <a:lnTo>
                    <a:pt x="444226" y="219387"/>
                  </a:lnTo>
                  <a:lnTo>
                    <a:pt x="443993" y="219447"/>
                  </a:lnTo>
                  <a:lnTo>
                    <a:pt x="443818" y="219527"/>
                  </a:lnTo>
                  <a:lnTo>
                    <a:pt x="442999" y="219675"/>
                  </a:lnTo>
                  <a:lnTo>
                    <a:pt x="442827" y="219713"/>
                  </a:lnTo>
                  <a:lnTo>
                    <a:pt x="442621" y="219757"/>
                  </a:lnTo>
                  <a:lnTo>
                    <a:pt x="442425" y="219796"/>
                  </a:lnTo>
                  <a:lnTo>
                    <a:pt x="442226" y="219839"/>
                  </a:lnTo>
                  <a:lnTo>
                    <a:pt x="442058" y="219821"/>
                  </a:lnTo>
                  <a:lnTo>
                    <a:pt x="441883" y="219802"/>
                  </a:lnTo>
                  <a:lnTo>
                    <a:pt x="441731" y="219787"/>
                  </a:lnTo>
                  <a:lnTo>
                    <a:pt x="441524" y="219768"/>
                  </a:lnTo>
                  <a:lnTo>
                    <a:pt x="441322" y="219743"/>
                  </a:lnTo>
                  <a:lnTo>
                    <a:pt x="441160" y="219728"/>
                  </a:lnTo>
                  <a:lnTo>
                    <a:pt x="440918" y="219702"/>
                  </a:lnTo>
                  <a:lnTo>
                    <a:pt x="440733" y="219684"/>
                  </a:lnTo>
                  <a:lnTo>
                    <a:pt x="440594" y="219658"/>
                  </a:lnTo>
                  <a:lnTo>
                    <a:pt x="440425" y="219631"/>
                  </a:lnTo>
                  <a:lnTo>
                    <a:pt x="440174" y="219620"/>
                  </a:lnTo>
                  <a:lnTo>
                    <a:pt x="439879" y="219608"/>
                  </a:lnTo>
                  <a:lnTo>
                    <a:pt x="439667" y="219597"/>
                  </a:lnTo>
                  <a:lnTo>
                    <a:pt x="439213" y="219566"/>
                  </a:lnTo>
                  <a:lnTo>
                    <a:pt x="439042" y="219554"/>
                  </a:lnTo>
                  <a:lnTo>
                    <a:pt x="438891" y="219544"/>
                  </a:lnTo>
                  <a:lnTo>
                    <a:pt x="438573" y="219518"/>
                  </a:lnTo>
                  <a:lnTo>
                    <a:pt x="438338" y="219505"/>
                  </a:lnTo>
                  <a:lnTo>
                    <a:pt x="437864" y="219481"/>
                  </a:lnTo>
                  <a:lnTo>
                    <a:pt x="437737" y="219469"/>
                  </a:lnTo>
                  <a:lnTo>
                    <a:pt x="437595" y="219469"/>
                  </a:lnTo>
                  <a:lnTo>
                    <a:pt x="437446" y="219471"/>
                  </a:lnTo>
                  <a:lnTo>
                    <a:pt x="437297" y="219467"/>
                  </a:lnTo>
                  <a:lnTo>
                    <a:pt x="436957" y="219449"/>
                  </a:lnTo>
                  <a:lnTo>
                    <a:pt x="436607" y="219447"/>
                  </a:lnTo>
                  <a:lnTo>
                    <a:pt x="436050" y="219367"/>
                  </a:lnTo>
                  <a:lnTo>
                    <a:pt x="435828" y="219345"/>
                  </a:lnTo>
                  <a:lnTo>
                    <a:pt x="435672" y="219331"/>
                  </a:lnTo>
                  <a:lnTo>
                    <a:pt x="435524" y="219311"/>
                  </a:lnTo>
                  <a:lnTo>
                    <a:pt x="435277" y="219281"/>
                  </a:lnTo>
                  <a:lnTo>
                    <a:pt x="435057" y="219253"/>
                  </a:lnTo>
                  <a:lnTo>
                    <a:pt x="434924" y="219231"/>
                  </a:lnTo>
                  <a:lnTo>
                    <a:pt x="434774" y="219206"/>
                  </a:lnTo>
                  <a:lnTo>
                    <a:pt x="434593" y="219176"/>
                  </a:lnTo>
                  <a:lnTo>
                    <a:pt x="434007" y="219080"/>
                  </a:lnTo>
                  <a:lnTo>
                    <a:pt x="433803" y="219050"/>
                  </a:lnTo>
                  <a:lnTo>
                    <a:pt x="433637" y="219025"/>
                  </a:lnTo>
                  <a:lnTo>
                    <a:pt x="433439" y="218994"/>
                  </a:lnTo>
                  <a:lnTo>
                    <a:pt x="433296" y="218974"/>
                  </a:lnTo>
                  <a:lnTo>
                    <a:pt x="433135" y="218958"/>
                  </a:lnTo>
                  <a:lnTo>
                    <a:pt x="432924" y="218931"/>
                  </a:lnTo>
                  <a:lnTo>
                    <a:pt x="432723" y="218922"/>
                  </a:lnTo>
                  <a:lnTo>
                    <a:pt x="432574" y="218904"/>
                  </a:lnTo>
                  <a:lnTo>
                    <a:pt x="432394" y="218888"/>
                  </a:lnTo>
                  <a:lnTo>
                    <a:pt x="432146" y="218867"/>
                  </a:lnTo>
                  <a:lnTo>
                    <a:pt x="431954" y="218813"/>
                  </a:lnTo>
                  <a:lnTo>
                    <a:pt x="431745" y="218750"/>
                  </a:lnTo>
                  <a:lnTo>
                    <a:pt x="431601" y="218709"/>
                  </a:lnTo>
                  <a:lnTo>
                    <a:pt x="431419" y="218661"/>
                  </a:lnTo>
                  <a:lnTo>
                    <a:pt x="431196" y="218596"/>
                  </a:lnTo>
                  <a:lnTo>
                    <a:pt x="431039" y="218578"/>
                  </a:lnTo>
                  <a:lnTo>
                    <a:pt x="430859" y="218553"/>
                  </a:lnTo>
                  <a:lnTo>
                    <a:pt x="430616" y="218521"/>
                  </a:lnTo>
                  <a:lnTo>
                    <a:pt x="430478" y="218489"/>
                  </a:lnTo>
                  <a:lnTo>
                    <a:pt x="430267" y="218457"/>
                  </a:lnTo>
                  <a:lnTo>
                    <a:pt x="430126" y="218440"/>
                  </a:lnTo>
                  <a:lnTo>
                    <a:pt x="429890" y="218398"/>
                  </a:lnTo>
                  <a:lnTo>
                    <a:pt x="429498" y="218334"/>
                  </a:lnTo>
                  <a:lnTo>
                    <a:pt x="429220" y="218285"/>
                  </a:lnTo>
                  <a:lnTo>
                    <a:pt x="429017" y="218247"/>
                  </a:lnTo>
                  <a:lnTo>
                    <a:pt x="428604" y="218173"/>
                  </a:lnTo>
                  <a:lnTo>
                    <a:pt x="428240" y="218109"/>
                  </a:lnTo>
                  <a:lnTo>
                    <a:pt x="427784" y="218027"/>
                  </a:lnTo>
                  <a:lnTo>
                    <a:pt x="426890" y="217865"/>
                  </a:lnTo>
                  <a:lnTo>
                    <a:pt x="426799" y="218327"/>
                  </a:lnTo>
                  <a:lnTo>
                    <a:pt x="426744" y="218602"/>
                  </a:lnTo>
                  <a:lnTo>
                    <a:pt x="426708" y="218798"/>
                  </a:lnTo>
                  <a:lnTo>
                    <a:pt x="426656" y="219059"/>
                  </a:lnTo>
                  <a:lnTo>
                    <a:pt x="426619" y="219261"/>
                  </a:lnTo>
                  <a:lnTo>
                    <a:pt x="426532" y="219716"/>
                  </a:lnTo>
                  <a:lnTo>
                    <a:pt x="426492" y="219909"/>
                  </a:lnTo>
                  <a:lnTo>
                    <a:pt x="426425" y="220253"/>
                  </a:lnTo>
                  <a:lnTo>
                    <a:pt x="426343" y="220682"/>
                  </a:lnTo>
                  <a:lnTo>
                    <a:pt x="425882" y="221162"/>
                  </a:lnTo>
                  <a:lnTo>
                    <a:pt x="425708" y="221379"/>
                  </a:lnTo>
                  <a:lnTo>
                    <a:pt x="425457" y="221663"/>
                  </a:lnTo>
                  <a:lnTo>
                    <a:pt x="425294" y="221899"/>
                  </a:lnTo>
                  <a:lnTo>
                    <a:pt x="425094" y="222187"/>
                  </a:lnTo>
                  <a:lnTo>
                    <a:pt x="424667" y="222854"/>
                  </a:lnTo>
                  <a:lnTo>
                    <a:pt x="424181" y="223178"/>
                  </a:lnTo>
                  <a:lnTo>
                    <a:pt x="415315" y="228073"/>
                  </a:lnTo>
                  <a:lnTo>
                    <a:pt x="414064" y="229597"/>
                  </a:lnTo>
                  <a:lnTo>
                    <a:pt x="414973" y="231212"/>
                  </a:lnTo>
                  <a:lnTo>
                    <a:pt x="416657" y="232676"/>
                  </a:lnTo>
                  <a:lnTo>
                    <a:pt x="417671" y="233319"/>
                  </a:lnTo>
                  <a:lnTo>
                    <a:pt x="418564" y="233791"/>
                  </a:lnTo>
                  <a:lnTo>
                    <a:pt x="418767" y="233969"/>
                  </a:lnTo>
                  <a:lnTo>
                    <a:pt x="419541" y="234644"/>
                  </a:lnTo>
                  <a:lnTo>
                    <a:pt x="421977" y="237429"/>
                  </a:lnTo>
                  <a:lnTo>
                    <a:pt x="424106" y="238698"/>
                  </a:lnTo>
                  <a:lnTo>
                    <a:pt x="424233" y="238888"/>
                  </a:lnTo>
                  <a:lnTo>
                    <a:pt x="424396" y="239191"/>
                  </a:lnTo>
                  <a:lnTo>
                    <a:pt x="424121" y="239558"/>
                  </a:lnTo>
                  <a:lnTo>
                    <a:pt x="423965" y="239676"/>
                  </a:lnTo>
                  <a:lnTo>
                    <a:pt x="423560" y="239919"/>
                  </a:lnTo>
                  <a:lnTo>
                    <a:pt x="423327" y="240030"/>
                  </a:lnTo>
                  <a:lnTo>
                    <a:pt x="422380" y="240864"/>
                  </a:lnTo>
                  <a:lnTo>
                    <a:pt x="422258" y="241071"/>
                  </a:lnTo>
                  <a:lnTo>
                    <a:pt x="421819" y="241729"/>
                  </a:lnTo>
                  <a:lnTo>
                    <a:pt x="421354" y="243502"/>
                  </a:lnTo>
                  <a:lnTo>
                    <a:pt x="421267" y="243868"/>
                  </a:lnTo>
                  <a:lnTo>
                    <a:pt x="421039" y="244431"/>
                  </a:lnTo>
                  <a:lnTo>
                    <a:pt x="420958" y="244559"/>
                  </a:lnTo>
                  <a:lnTo>
                    <a:pt x="420763" y="244856"/>
                  </a:lnTo>
                  <a:lnTo>
                    <a:pt x="420569" y="245048"/>
                  </a:lnTo>
                  <a:lnTo>
                    <a:pt x="420254" y="245334"/>
                  </a:lnTo>
                  <a:lnTo>
                    <a:pt x="420032" y="245499"/>
                  </a:lnTo>
                  <a:lnTo>
                    <a:pt x="419841" y="245693"/>
                  </a:lnTo>
                  <a:lnTo>
                    <a:pt x="419521" y="246022"/>
                  </a:lnTo>
                  <a:lnTo>
                    <a:pt x="419333" y="246219"/>
                  </a:lnTo>
                  <a:lnTo>
                    <a:pt x="419156" y="246399"/>
                  </a:lnTo>
                  <a:lnTo>
                    <a:pt x="418883" y="246681"/>
                  </a:lnTo>
                  <a:lnTo>
                    <a:pt x="418792" y="246869"/>
                  </a:lnTo>
                  <a:lnTo>
                    <a:pt x="418746" y="247008"/>
                  </a:lnTo>
                  <a:lnTo>
                    <a:pt x="418430" y="247476"/>
                  </a:lnTo>
                  <a:lnTo>
                    <a:pt x="418159" y="247819"/>
                  </a:lnTo>
                  <a:lnTo>
                    <a:pt x="417920" y="248140"/>
                  </a:lnTo>
                  <a:lnTo>
                    <a:pt x="417805" y="248359"/>
                  </a:lnTo>
                  <a:lnTo>
                    <a:pt x="417452" y="248851"/>
                  </a:lnTo>
                  <a:lnTo>
                    <a:pt x="417243" y="249172"/>
                  </a:lnTo>
                  <a:lnTo>
                    <a:pt x="417024" y="249429"/>
                  </a:lnTo>
                  <a:lnTo>
                    <a:pt x="416656" y="250088"/>
                  </a:lnTo>
                  <a:lnTo>
                    <a:pt x="416458" y="250413"/>
                  </a:lnTo>
                  <a:lnTo>
                    <a:pt x="416529" y="251308"/>
                  </a:lnTo>
                  <a:lnTo>
                    <a:pt x="416787" y="251603"/>
                  </a:lnTo>
                  <a:lnTo>
                    <a:pt x="417555" y="252229"/>
                  </a:lnTo>
                  <a:lnTo>
                    <a:pt x="417240" y="252523"/>
                  </a:lnTo>
                  <a:lnTo>
                    <a:pt x="417090" y="252662"/>
                  </a:lnTo>
                  <a:lnTo>
                    <a:pt x="416941" y="252832"/>
                  </a:lnTo>
                  <a:lnTo>
                    <a:pt x="416946" y="253337"/>
                  </a:lnTo>
                  <a:lnTo>
                    <a:pt x="416955" y="253671"/>
                  </a:lnTo>
                  <a:lnTo>
                    <a:pt x="416957" y="253876"/>
                  </a:lnTo>
                  <a:lnTo>
                    <a:pt x="416962" y="254046"/>
                  </a:lnTo>
                  <a:lnTo>
                    <a:pt x="416946" y="254626"/>
                  </a:lnTo>
                  <a:lnTo>
                    <a:pt x="416939" y="254777"/>
                  </a:lnTo>
                  <a:lnTo>
                    <a:pt x="416887" y="255021"/>
                  </a:lnTo>
                  <a:lnTo>
                    <a:pt x="416791" y="255212"/>
                  </a:lnTo>
                  <a:lnTo>
                    <a:pt x="416801" y="255439"/>
                  </a:lnTo>
                  <a:lnTo>
                    <a:pt x="416752" y="255688"/>
                  </a:lnTo>
                  <a:lnTo>
                    <a:pt x="416739" y="255967"/>
                  </a:lnTo>
                  <a:lnTo>
                    <a:pt x="416519" y="256438"/>
                  </a:lnTo>
                  <a:lnTo>
                    <a:pt x="416436" y="256784"/>
                  </a:lnTo>
                  <a:lnTo>
                    <a:pt x="416328" y="257217"/>
                  </a:lnTo>
                  <a:lnTo>
                    <a:pt x="416261" y="257532"/>
                  </a:lnTo>
                  <a:lnTo>
                    <a:pt x="416120" y="258053"/>
                  </a:lnTo>
                  <a:lnTo>
                    <a:pt x="415493" y="258317"/>
                  </a:lnTo>
                  <a:lnTo>
                    <a:pt x="414669" y="258750"/>
                  </a:lnTo>
                  <a:lnTo>
                    <a:pt x="414286" y="258842"/>
                  </a:lnTo>
                  <a:lnTo>
                    <a:pt x="413952" y="258973"/>
                  </a:lnTo>
                  <a:lnTo>
                    <a:pt x="413378" y="259248"/>
                  </a:lnTo>
                  <a:lnTo>
                    <a:pt x="413039" y="259460"/>
                  </a:lnTo>
                  <a:lnTo>
                    <a:pt x="412818" y="259665"/>
                  </a:lnTo>
                  <a:lnTo>
                    <a:pt x="412657" y="259764"/>
                  </a:lnTo>
                  <a:lnTo>
                    <a:pt x="412613" y="259937"/>
                  </a:lnTo>
                  <a:lnTo>
                    <a:pt x="412376" y="260012"/>
                  </a:lnTo>
                  <a:lnTo>
                    <a:pt x="412025" y="260068"/>
                  </a:lnTo>
                  <a:lnTo>
                    <a:pt x="411242" y="260277"/>
                  </a:lnTo>
                  <a:lnTo>
                    <a:pt x="410819" y="260389"/>
                  </a:lnTo>
                  <a:lnTo>
                    <a:pt x="409961" y="260831"/>
                  </a:lnTo>
                  <a:lnTo>
                    <a:pt x="409530" y="260888"/>
                  </a:lnTo>
                  <a:lnTo>
                    <a:pt x="409209" y="260407"/>
                  </a:lnTo>
                  <a:lnTo>
                    <a:pt x="408910" y="259963"/>
                  </a:lnTo>
                  <a:lnTo>
                    <a:pt x="408753" y="259714"/>
                  </a:lnTo>
                  <a:lnTo>
                    <a:pt x="408628" y="259530"/>
                  </a:lnTo>
                  <a:lnTo>
                    <a:pt x="408524" y="259371"/>
                  </a:lnTo>
                  <a:lnTo>
                    <a:pt x="408440" y="259243"/>
                  </a:lnTo>
                  <a:lnTo>
                    <a:pt x="408060" y="258662"/>
                  </a:lnTo>
                  <a:lnTo>
                    <a:pt x="407867" y="258326"/>
                  </a:lnTo>
                  <a:lnTo>
                    <a:pt x="407757" y="258064"/>
                  </a:lnTo>
                  <a:lnTo>
                    <a:pt x="407568" y="257683"/>
                  </a:lnTo>
                  <a:lnTo>
                    <a:pt x="407420" y="257238"/>
                  </a:lnTo>
                  <a:lnTo>
                    <a:pt x="407344" y="257071"/>
                  </a:lnTo>
                  <a:lnTo>
                    <a:pt x="407207" y="256795"/>
                  </a:lnTo>
                  <a:lnTo>
                    <a:pt x="407125" y="256499"/>
                  </a:lnTo>
                  <a:lnTo>
                    <a:pt x="407101" y="256332"/>
                  </a:lnTo>
                  <a:lnTo>
                    <a:pt x="407091" y="256001"/>
                  </a:lnTo>
                  <a:lnTo>
                    <a:pt x="407077" y="255556"/>
                  </a:lnTo>
                  <a:lnTo>
                    <a:pt x="407074" y="255426"/>
                  </a:lnTo>
                  <a:lnTo>
                    <a:pt x="406953" y="255286"/>
                  </a:lnTo>
                  <a:lnTo>
                    <a:pt x="406264" y="254860"/>
                  </a:lnTo>
                  <a:lnTo>
                    <a:pt x="406033" y="254768"/>
                  </a:lnTo>
                  <a:lnTo>
                    <a:pt x="405572" y="254485"/>
                  </a:lnTo>
                  <a:lnTo>
                    <a:pt x="405175" y="254242"/>
                  </a:lnTo>
                  <a:lnTo>
                    <a:pt x="404973" y="254118"/>
                  </a:lnTo>
                  <a:lnTo>
                    <a:pt x="404545" y="253861"/>
                  </a:lnTo>
                  <a:lnTo>
                    <a:pt x="404215" y="253668"/>
                  </a:lnTo>
                  <a:lnTo>
                    <a:pt x="403901" y="253467"/>
                  </a:lnTo>
                  <a:lnTo>
                    <a:pt x="403606" y="253283"/>
                  </a:lnTo>
                  <a:lnTo>
                    <a:pt x="403419" y="253160"/>
                  </a:lnTo>
                  <a:lnTo>
                    <a:pt x="403129" y="252976"/>
                  </a:lnTo>
                  <a:lnTo>
                    <a:pt x="402561" y="252615"/>
                  </a:lnTo>
                  <a:lnTo>
                    <a:pt x="402252" y="252317"/>
                  </a:lnTo>
                  <a:lnTo>
                    <a:pt x="402010" y="252151"/>
                  </a:lnTo>
                  <a:lnTo>
                    <a:pt x="401632" y="251892"/>
                  </a:lnTo>
                  <a:lnTo>
                    <a:pt x="401442" y="251763"/>
                  </a:lnTo>
                  <a:lnTo>
                    <a:pt x="401109" y="251535"/>
                  </a:lnTo>
                  <a:lnTo>
                    <a:pt x="400951" y="251436"/>
                  </a:lnTo>
                  <a:lnTo>
                    <a:pt x="400717" y="251288"/>
                  </a:lnTo>
                  <a:lnTo>
                    <a:pt x="400590" y="251209"/>
                  </a:lnTo>
                  <a:lnTo>
                    <a:pt x="400367" y="251065"/>
                  </a:lnTo>
                  <a:lnTo>
                    <a:pt x="400161" y="250958"/>
                  </a:lnTo>
                  <a:lnTo>
                    <a:pt x="400014" y="250873"/>
                  </a:lnTo>
                  <a:lnTo>
                    <a:pt x="399726" y="250681"/>
                  </a:lnTo>
                  <a:lnTo>
                    <a:pt x="399150" y="250264"/>
                  </a:lnTo>
                  <a:lnTo>
                    <a:pt x="398891" y="250066"/>
                  </a:lnTo>
                  <a:lnTo>
                    <a:pt x="398569" y="249839"/>
                  </a:lnTo>
                  <a:lnTo>
                    <a:pt x="398206" y="249595"/>
                  </a:lnTo>
                  <a:lnTo>
                    <a:pt x="397873" y="249365"/>
                  </a:lnTo>
                  <a:lnTo>
                    <a:pt x="397411" y="248807"/>
                  </a:lnTo>
                  <a:lnTo>
                    <a:pt x="397524" y="248644"/>
                  </a:lnTo>
                  <a:lnTo>
                    <a:pt x="397733" y="248328"/>
                  </a:lnTo>
                  <a:lnTo>
                    <a:pt x="397759" y="248189"/>
                  </a:lnTo>
                  <a:lnTo>
                    <a:pt x="397808" y="247928"/>
                  </a:lnTo>
                  <a:lnTo>
                    <a:pt x="397402" y="247201"/>
                  </a:lnTo>
                  <a:lnTo>
                    <a:pt x="397394" y="247011"/>
                  </a:lnTo>
                  <a:lnTo>
                    <a:pt x="397447" y="246560"/>
                  </a:lnTo>
                  <a:lnTo>
                    <a:pt x="397364" y="246348"/>
                  </a:lnTo>
                  <a:lnTo>
                    <a:pt x="397270" y="246143"/>
                  </a:lnTo>
                  <a:lnTo>
                    <a:pt x="397113" y="245877"/>
                  </a:lnTo>
                  <a:lnTo>
                    <a:pt x="396926" y="245565"/>
                  </a:lnTo>
                  <a:lnTo>
                    <a:pt x="396665" y="245221"/>
                  </a:lnTo>
                  <a:lnTo>
                    <a:pt x="396461" y="244957"/>
                  </a:lnTo>
                  <a:lnTo>
                    <a:pt x="395820" y="242976"/>
                  </a:lnTo>
                  <a:lnTo>
                    <a:pt x="395770" y="242668"/>
                  </a:lnTo>
                  <a:lnTo>
                    <a:pt x="394957" y="241960"/>
                  </a:lnTo>
                  <a:lnTo>
                    <a:pt x="394801" y="241640"/>
                  </a:lnTo>
                  <a:lnTo>
                    <a:pt x="394676" y="241313"/>
                  </a:lnTo>
                  <a:lnTo>
                    <a:pt x="394493" y="240828"/>
                  </a:lnTo>
                  <a:lnTo>
                    <a:pt x="394181" y="240042"/>
                  </a:lnTo>
                  <a:lnTo>
                    <a:pt x="394057" y="239754"/>
                  </a:lnTo>
                  <a:lnTo>
                    <a:pt x="393810" y="239158"/>
                  </a:lnTo>
                  <a:lnTo>
                    <a:pt x="393554" y="238479"/>
                  </a:lnTo>
                  <a:lnTo>
                    <a:pt x="393496" y="238347"/>
                  </a:lnTo>
                  <a:lnTo>
                    <a:pt x="393441" y="238211"/>
                  </a:lnTo>
                  <a:lnTo>
                    <a:pt x="393294" y="237885"/>
                  </a:lnTo>
                  <a:lnTo>
                    <a:pt x="393212" y="237686"/>
                  </a:lnTo>
                  <a:lnTo>
                    <a:pt x="392963" y="237177"/>
                  </a:lnTo>
                  <a:lnTo>
                    <a:pt x="392656" y="236674"/>
                  </a:lnTo>
                  <a:lnTo>
                    <a:pt x="392568" y="236528"/>
                  </a:lnTo>
                  <a:lnTo>
                    <a:pt x="392381" y="236150"/>
                  </a:lnTo>
                  <a:lnTo>
                    <a:pt x="392245" y="235818"/>
                  </a:lnTo>
                  <a:lnTo>
                    <a:pt x="392125" y="235647"/>
                  </a:lnTo>
                  <a:lnTo>
                    <a:pt x="391929" y="235561"/>
                  </a:lnTo>
                  <a:lnTo>
                    <a:pt x="391799" y="235507"/>
                  </a:lnTo>
                  <a:lnTo>
                    <a:pt x="391599" y="235428"/>
                  </a:lnTo>
                  <a:lnTo>
                    <a:pt x="391341" y="235172"/>
                  </a:lnTo>
                  <a:lnTo>
                    <a:pt x="391138" y="235058"/>
                  </a:lnTo>
                  <a:lnTo>
                    <a:pt x="390785" y="234799"/>
                  </a:lnTo>
                  <a:lnTo>
                    <a:pt x="390210" y="234366"/>
                  </a:lnTo>
                  <a:lnTo>
                    <a:pt x="390074" y="234218"/>
                  </a:lnTo>
                  <a:lnTo>
                    <a:pt x="389920" y="234058"/>
                  </a:lnTo>
                  <a:lnTo>
                    <a:pt x="389744" y="233868"/>
                  </a:lnTo>
                  <a:lnTo>
                    <a:pt x="389568" y="233702"/>
                  </a:lnTo>
                  <a:lnTo>
                    <a:pt x="389244" y="233345"/>
                  </a:lnTo>
                  <a:lnTo>
                    <a:pt x="388975" y="233069"/>
                  </a:lnTo>
                  <a:lnTo>
                    <a:pt x="388659" y="232614"/>
                  </a:lnTo>
                  <a:lnTo>
                    <a:pt x="388545" y="232436"/>
                  </a:lnTo>
                  <a:lnTo>
                    <a:pt x="388045" y="231722"/>
                  </a:lnTo>
                  <a:lnTo>
                    <a:pt x="387968" y="231523"/>
                  </a:lnTo>
                  <a:lnTo>
                    <a:pt x="387922" y="231306"/>
                  </a:lnTo>
                  <a:lnTo>
                    <a:pt x="387688" y="230540"/>
                  </a:lnTo>
                  <a:lnTo>
                    <a:pt x="387563" y="230340"/>
                  </a:lnTo>
                  <a:lnTo>
                    <a:pt x="387362" y="230464"/>
                  </a:lnTo>
                  <a:lnTo>
                    <a:pt x="386589" y="230951"/>
                  </a:lnTo>
                  <a:lnTo>
                    <a:pt x="386453" y="231035"/>
                  </a:lnTo>
                  <a:lnTo>
                    <a:pt x="386274" y="231159"/>
                  </a:lnTo>
                  <a:lnTo>
                    <a:pt x="385957" y="231370"/>
                  </a:lnTo>
                  <a:lnTo>
                    <a:pt x="385768" y="231449"/>
                  </a:lnTo>
                  <a:lnTo>
                    <a:pt x="385354" y="231624"/>
                  </a:lnTo>
                  <a:lnTo>
                    <a:pt x="385109" y="231730"/>
                  </a:lnTo>
                  <a:lnTo>
                    <a:pt x="384838" y="231844"/>
                  </a:lnTo>
                  <a:lnTo>
                    <a:pt x="384401" y="232050"/>
                  </a:lnTo>
                  <a:lnTo>
                    <a:pt x="383930" y="232242"/>
                  </a:lnTo>
                  <a:lnTo>
                    <a:pt x="383684" y="232341"/>
                  </a:lnTo>
                  <a:lnTo>
                    <a:pt x="383062" y="232571"/>
                  </a:lnTo>
                  <a:lnTo>
                    <a:pt x="382789" y="232702"/>
                  </a:lnTo>
                  <a:lnTo>
                    <a:pt x="382511" y="232843"/>
                  </a:lnTo>
                  <a:lnTo>
                    <a:pt x="381569" y="233228"/>
                  </a:lnTo>
                  <a:lnTo>
                    <a:pt x="381349" y="233327"/>
                  </a:lnTo>
                  <a:lnTo>
                    <a:pt x="381185" y="233393"/>
                  </a:lnTo>
                  <a:lnTo>
                    <a:pt x="380996" y="233490"/>
                  </a:lnTo>
                  <a:lnTo>
                    <a:pt x="380667" y="233659"/>
                  </a:lnTo>
                  <a:lnTo>
                    <a:pt x="380395" y="233812"/>
                  </a:lnTo>
                  <a:lnTo>
                    <a:pt x="380131" y="233964"/>
                  </a:lnTo>
                  <a:lnTo>
                    <a:pt x="379769" y="234137"/>
                  </a:lnTo>
                  <a:lnTo>
                    <a:pt x="379111" y="234478"/>
                  </a:lnTo>
                  <a:lnTo>
                    <a:pt x="378728" y="234665"/>
                  </a:lnTo>
                  <a:lnTo>
                    <a:pt x="378489" y="234800"/>
                  </a:lnTo>
                  <a:lnTo>
                    <a:pt x="378136" y="234998"/>
                  </a:lnTo>
                  <a:lnTo>
                    <a:pt x="377895" y="235133"/>
                  </a:lnTo>
                  <a:lnTo>
                    <a:pt x="377747" y="235216"/>
                  </a:lnTo>
                  <a:lnTo>
                    <a:pt x="377509" y="235332"/>
                  </a:lnTo>
                  <a:lnTo>
                    <a:pt x="376926" y="235632"/>
                  </a:lnTo>
                  <a:lnTo>
                    <a:pt x="376543" y="235823"/>
                  </a:lnTo>
                  <a:lnTo>
                    <a:pt x="376398" y="235896"/>
                  </a:lnTo>
                  <a:lnTo>
                    <a:pt x="376233" y="236100"/>
                  </a:lnTo>
                  <a:lnTo>
                    <a:pt x="375755" y="236691"/>
                  </a:lnTo>
                  <a:lnTo>
                    <a:pt x="375576" y="236921"/>
                  </a:lnTo>
                  <a:lnTo>
                    <a:pt x="375368" y="237182"/>
                  </a:lnTo>
                  <a:lnTo>
                    <a:pt x="375228" y="237362"/>
                  </a:lnTo>
                  <a:lnTo>
                    <a:pt x="374649" y="238094"/>
                  </a:lnTo>
                  <a:lnTo>
                    <a:pt x="374386" y="238422"/>
                  </a:lnTo>
                  <a:lnTo>
                    <a:pt x="374230" y="238619"/>
                  </a:lnTo>
                  <a:lnTo>
                    <a:pt x="373993" y="238901"/>
                  </a:lnTo>
                  <a:lnTo>
                    <a:pt x="373725" y="239246"/>
                  </a:lnTo>
                  <a:lnTo>
                    <a:pt x="373582" y="239425"/>
                  </a:lnTo>
                  <a:lnTo>
                    <a:pt x="373409" y="239657"/>
                  </a:lnTo>
                  <a:lnTo>
                    <a:pt x="373264" y="239814"/>
                  </a:lnTo>
                  <a:lnTo>
                    <a:pt x="373085" y="240018"/>
                  </a:lnTo>
                  <a:lnTo>
                    <a:pt x="372947" y="240195"/>
                  </a:lnTo>
                  <a:lnTo>
                    <a:pt x="372656" y="240539"/>
                  </a:lnTo>
                  <a:lnTo>
                    <a:pt x="372371" y="240899"/>
                  </a:lnTo>
                  <a:lnTo>
                    <a:pt x="372175" y="241143"/>
                  </a:lnTo>
                  <a:lnTo>
                    <a:pt x="371924" y="241475"/>
                  </a:lnTo>
                  <a:lnTo>
                    <a:pt x="371742" y="241331"/>
                  </a:lnTo>
                  <a:lnTo>
                    <a:pt x="371374" y="241063"/>
                  </a:lnTo>
                  <a:lnTo>
                    <a:pt x="371042" y="240791"/>
                  </a:lnTo>
                  <a:lnTo>
                    <a:pt x="370817" y="240633"/>
                  </a:lnTo>
                  <a:lnTo>
                    <a:pt x="370351" y="240295"/>
                  </a:lnTo>
                  <a:lnTo>
                    <a:pt x="370049" y="240076"/>
                  </a:lnTo>
                  <a:lnTo>
                    <a:pt x="369755" y="239861"/>
                  </a:lnTo>
                  <a:lnTo>
                    <a:pt x="369576" y="239706"/>
                  </a:lnTo>
                  <a:lnTo>
                    <a:pt x="369327" y="239504"/>
                  </a:lnTo>
                  <a:lnTo>
                    <a:pt x="368851" y="239141"/>
                  </a:lnTo>
                  <a:lnTo>
                    <a:pt x="368703" y="239034"/>
                  </a:lnTo>
                  <a:lnTo>
                    <a:pt x="368516" y="238884"/>
                  </a:lnTo>
                  <a:lnTo>
                    <a:pt x="368371" y="238774"/>
                  </a:lnTo>
                  <a:lnTo>
                    <a:pt x="368092" y="238568"/>
                  </a:lnTo>
                  <a:lnTo>
                    <a:pt x="367784" y="238326"/>
                  </a:lnTo>
                  <a:lnTo>
                    <a:pt x="367581" y="238277"/>
                  </a:lnTo>
                  <a:lnTo>
                    <a:pt x="367446" y="238240"/>
                  </a:lnTo>
                  <a:lnTo>
                    <a:pt x="367145" y="238169"/>
                  </a:lnTo>
                  <a:lnTo>
                    <a:pt x="366807" y="237946"/>
                  </a:lnTo>
                  <a:lnTo>
                    <a:pt x="366573" y="237850"/>
                  </a:lnTo>
                  <a:lnTo>
                    <a:pt x="366396" y="237646"/>
                  </a:lnTo>
                  <a:lnTo>
                    <a:pt x="366141" y="237527"/>
                  </a:lnTo>
                  <a:lnTo>
                    <a:pt x="365972" y="237418"/>
                  </a:lnTo>
                  <a:lnTo>
                    <a:pt x="365813" y="237194"/>
                  </a:lnTo>
                  <a:lnTo>
                    <a:pt x="365723" y="236955"/>
                  </a:lnTo>
                  <a:lnTo>
                    <a:pt x="365708" y="236788"/>
                  </a:lnTo>
                  <a:lnTo>
                    <a:pt x="365580" y="236553"/>
                  </a:lnTo>
                  <a:lnTo>
                    <a:pt x="365449" y="236501"/>
                  </a:lnTo>
                  <a:lnTo>
                    <a:pt x="365320" y="236448"/>
                  </a:lnTo>
                  <a:lnTo>
                    <a:pt x="365165" y="236452"/>
                  </a:lnTo>
                  <a:lnTo>
                    <a:pt x="364916" y="236281"/>
                  </a:lnTo>
                  <a:lnTo>
                    <a:pt x="364720" y="236144"/>
                  </a:lnTo>
                  <a:lnTo>
                    <a:pt x="364336" y="236035"/>
                  </a:lnTo>
                  <a:lnTo>
                    <a:pt x="364106" y="235770"/>
                  </a:lnTo>
                  <a:lnTo>
                    <a:pt x="364113" y="235393"/>
                  </a:lnTo>
                  <a:lnTo>
                    <a:pt x="363731" y="235225"/>
                  </a:lnTo>
                  <a:lnTo>
                    <a:pt x="363519" y="235160"/>
                  </a:lnTo>
                  <a:lnTo>
                    <a:pt x="363082" y="234935"/>
                  </a:lnTo>
                  <a:lnTo>
                    <a:pt x="362804" y="234867"/>
                  </a:lnTo>
                  <a:lnTo>
                    <a:pt x="362415" y="234601"/>
                  </a:lnTo>
                  <a:lnTo>
                    <a:pt x="362222" y="234462"/>
                  </a:lnTo>
                  <a:lnTo>
                    <a:pt x="362076" y="234337"/>
                  </a:lnTo>
                  <a:lnTo>
                    <a:pt x="361176" y="233655"/>
                  </a:lnTo>
                  <a:lnTo>
                    <a:pt x="360566" y="233354"/>
                  </a:lnTo>
                  <a:lnTo>
                    <a:pt x="360184" y="233147"/>
                  </a:lnTo>
                  <a:lnTo>
                    <a:pt x="360044" y="233057"/>
                  </a:lnTo>
                  <a:lnTo>
                    <a:pt x="359879" y="233038"/>
                  </a:lnTo>
                  <a:lnTo>
                    <a:pt x="359569" y="232848"/>
                  </a:lnTo>
                  <a:lnTo>
                    <a:pt x="359298" y="232762"/>
                  </a:lnTo>
                  <a:lnTo>
                    <a:pt x="358926" y="232652"/>
                  </a:lnTo>
                  <a:lnTo>
                    <a:pt x="358728" y="232636"/>
                  </a:lnTo>
                  <a:lnTo>
                    <a:pt x="358137" y="232607"/>
                  </a:lnTo>
                  <a:lnTo>
                    <a:pt x="357863" y="232583"/>
                  </a:lnTo>
                  <a:lnTo>
                    <a:pt x="356866" y="232495"/>
                  </a:lnTo>
                  <a:lnTo>
                    <a:pt x="356674" y="232479"/>
                  </a:lnTo>
                  <a:lnTo>
                    <a:pt x="356172" y="232286"/>
                  </a:lnTo>
                  <a:lnTo>
                    <a:pt x="355708" y="232140"/>
                  </a:lnTo>
                  <a:lnTo>
                    <a:pt x="355249" y="231995"/>
                  </a:lnTo>
                  <a:lnTo>
                    <a:pt x="354413" y="231669"/>
                  </a:lnTo>
                  <a:lnTo>
                    <a:pt x="353439" y="231282"/>
                  </a:lnTo>
                  <a:lnTo>
                    <a:pt x="352930" y="231096"/>
                  </a:lnTo>
                  <a:lnTo>
                    <a:pt x="352755" y="231085"/>
                  </a:lnTo>
                  <a:lnTo>
                    <a:pt x="352311" y="231076"/>
                  </a:lnTo>
                  <a:lnTo>
                    <a:pt x="351757" y="231050"/>
                  </a:lnTo>
                  <a:lnTo>
                    <a:pt x="351277" y="231019"/>
                  </a:lnTo>
                  <a:lnTo>
                    <a:pt x="350837" y="230934"/>
                  </a:lnTo>
                  <a:lnTo>
                    <a:pt x="350071" y="230574"/>
                  </a:lnTo>
                  <a:lnTo>
                    <a:pt x="348699" y="229940"/>
                  </a:lnTo>
                  <a:lnTo>
                    <a:pt x="348505" y="229868"/>
                  </a:lnTo>
                  <a:lnTo>
                    <a:pt x="348568" y="229491"/>
                  </a:lnTo>
                  <a:lnTo>
                    <a:pt x="348494" y="229081"/>
                  </a:lnTo>
                  <a:lnTo>
                    <a:pt x="348434" y="228711"/>
                  </a:lnTo>
                  <a:lnTo>
                    <a:pt x="348411" y="228343"/>
                  </a:lnTo>
                  <a:lnTo>
                    <a:pt x="348447" y="228073"/>
                  </a:lnTo>
                  <a:lnTo>
                    <a:pt x="348357" y="227809"/>
                  </a:lnTo>
                  <a:lnTo>
                    <a:pt x="348195" y="227554"/>
                  </a:lnTo>
                  <a:lnTo>
                    <a:pt x="348051" y="227205"/>
                  </a:lnTo>
                  <a:lnTo>
                    <a:pt x="347918" y="227021"/>
                  </a:lnTo>
                  <a:lnTo>
                    <a:pt x="347855" y="226872"/>
                  </a:lnTo>
                  <a:lnTo>
                    <a:pt x="347411" y="226220"/>
                  </a:lnTo>
                  <a:lnTo>
                    <a:pt x="346945" y="225393"/>
                  </a:lnTo>
                  <a:lnTo>
                    <a:pt x="346651" y="224767"/>
                  </a:lnTo>
                  <a:lnTo>
                    <a:pt x="345954" y="224128"/>
                  </a:lnTo>
                  <a:lnTo>
                    <a:pt x="345641" y="223845"/>
                  </a:lnTo>
                  <a:lnTo>
                    <a:pt x="345336" y="223592"/>
                  </a:lnTo>
                  <a:lnTo>
                    <a:pt x="344810" y="223229"/>
                  </a:lnTo>
                  <a:lnTo>
                    <a:pt x="344660" y="223087"/>
                  </a:lnTo>
                  <a:lnTo>
                    <a:pt x="343966" y="222124"/>
                  </a:lnTo>
                  <a:lnTo>
                    <a:pt x="343696" y="221661"/>
                  </a:lnTo>
                  <a:lnTo>
                    <a:pt x="343439" y="221284"/>
                  </a:lnTo>
                  <a:lnTo>
                    <a:pt x="342993" y="220912"/>
                  </a:lnTo>
                  <a:lnTo>
                    <a:pt x="342062" y="220121"/>
                  </a:lnTo>
                  <a:lnTo>
                    <a:pt x="341838" y="219943"/>
                  </a:lnTo>
                  <a:lnTo>
                    <a:pt x="341584" y="219747"/>
                  </a:lnTo>
                  <a:lnTo>
                    <a:pt x="340739" y="219105"/>
                  </a:lnTo>
                  <a:lnTo>
                    <a:pt x="339000" y="217873"/>
                  </a:lnTo>
                  <a:lnTo>
                    <a:pt x="338914" y="217707"/>
                  </a:lnTo>
                  <a:lnTo>
                    <a:pt x="338804" y="217498"/>
                  </a:lnTo>
                  <a:lnTo>
                    <a:pt x="338595" y="217290"/>
                  </a:lnTo>
                  <a:lnTo>
                    <a:pt x="337492" y="216193"/>
                  </a:lnTo>
                  <a:lnTo>
                    <a:pt x="337176" y="214202"/>
                  </a:lnTo>
                  <a:lnTo>
                    <a:pt x="336587" y="213913"/>
                  </a:lnTo>
                  <a:lnTo>
                    <a:pt x="336083" y="213664"/>
                  </a:lnTo>
                  <a:lnTo>
                    <a:pt x="335845" y="213544"/>
                  </a:lnTo>
                  <a:lnTo>
                    <a:pt x="335460" y="213352"/>
                  </a:lnTo>
                  <a:lnTo>
                    <a:pt x="335305" y="213276"/>
                  </a:lnTo>
                  <a:lnTo>
                    <a:pt x="335147" y="213197"/>
                  </a:lnTo>
                  <a:lnTo>
                    <a:pt x="334817" y="213031"/>
                  </a:lnTo>
                  <a:lnTo>
                    <a:pt x="334417" y="212830"/>
                  </a:lnTo>
                  <a:lnTo>
                    <a:pt x="333427" y="212330"/>
                  </a:lnTo>
                  <a:lnTo>
                    <a:pt x="333220" y="212205"/>
                  </a:lnTo>
                  <a:lnTo>
                    <a:pt x="332746" y="211896"/>
                  </a:lnTo>
                  <a:lnTo>
                    <a:pt x="331735" y="211281"/>
                  </a:lnTo>
                  <a:lnTo>
                    <a:pt x="331387" y="210978"/>
                  </a:lnTo>
                  <a:lnTo>
                    <a:pt x="330989" y="210630"/>
                  </a:lnTo>
                  <a:lnTo>
                    <a:pt x="330765" y="210433"/>
                  </a:lnTo>
                  <a:lnTo>
                    <a:pt x="330368" y="210085"/>
                  </a:lnTo>
                  <a:lnTo>
                    <a:pt x="329799" y="210090"/>
                  </a:lnTo>
                  <a:lnTo>
                    <a:pt x="329084" y="210093"/>
                  </a:lnTo>
                  <a:lnTo>
                    <a:pt x="328681" y="210205"/>
                  </a:lnTo>
                  <a:lnTo>
                    <a:pt x="328359" y="210148"/>
                  </a:lnTo>
                  <a:lnTo>
                    <a:pt x="327605" y="209988"/>
                  </a:lnTo>
                  <a:lnTo>
                    <a:pt x="327342" y="209897"/>
                  </a:lnTo>
                  <a:lnTo>
                    <a:pt x="326658" y="209660"/>
                  </a:lnTo>
                  <a:lnTo>
                    <a:pt x="325383" y="209014"/>
                  </a:lnTo>
                  <a:lnTo>
                    <a:pt x="324826" y="208795"/>
                  </a:lnTo>
                  <a:lnTo>
                    <a:pt x="323968" y="208670"/>
                  </a:lnTo>
                  <a:lnTo>
                    <a:pt x="323720" y="208634"/>
                  </a:lnTo>
                  <a:lnTo>
                    <a:pt x="323204" y="208926"/>
                  </a:lnTo>
                  <a:lnTo>
                    <a:pt x="322953" y="209008"/>
                  </a:lnTo>
                  <a:lnTo>
                    <a:pt x="322339" y="209210"/>
                  </a:lnTo>
                  <a:lnTo>
                    <a:pt x="322089" y="209292"/>
                  </a:lnTo>
                  <a:lnTo>
                    <a:pt x="321517" y="209644"/>
                  </a:lnTo>
                  <a:lnTo>
                    <a:pt x="321145" y="209873"/>
                  </a:lnTo>
                  <a:lnTo>
                    <a:pt x="320805" y="210023"/>
                  </a:lnTo>
                  <a:lnTo>
                    <a:pt x="319784" y="210565"/>
                  </a:lnTo>
                  <a:lnTo>
                    <a:pt x="319450" y="210740"/>
                  </a:lnTo>
                  <a:lnTo>
                    <a:pt x="319135" y="210907"/>
                  </a:lnTo>
                  <a:lnTo>
                    <a:pt x="318601" y="211067"/>
                  </a:lnTo>
                  <a:lnTo>
                    <a:pt x="318321" y="211155"/>
                  </a:lnTo>
                  <a:lnTo>
                    <a:pt x="317849" y="211231"/>
                  </a:lnTo>
                  <a:lnTo>
                    <a:pt x="317658" y="211244"/>
                  </a:lnTo>
                  <a:lnTo>
                    <a:pt x="317456" y="211246"/>
                  </a:lnTo>
                  <a:lnTo>
                    <a:pt x="317093" y="211326"/>
                  </a:lnTo>
                  <a:lnTo>
                    <a:pt x="316395" y="211547"/>
                  </a:lnTo>
                  <a:lnTo>
                    <a:pt x="316727" y="212157"/>
                  </a:lnTo>
                  <a:lnTo>
                    <a:pt x="317598" y="213691"/>
                  </a:lnTo>
                  <a:lnTo>
                    <a:pt x="318126" y="213805"/>
                  </a:lnTo>
                  <a:lnTo>
                    <a:pt x="318878" y="213874"/>
                  </a:lnTo>
                  <a:lnTo>
                    <a:pt x="319249" y="213729"/>
                  </a:lnTo>
                  <a:lnTo>
                    <a:pt x="320357" y="214163"/>
                  </a:lnTo>
                  <a:lnTo>
                    <a:pt x="320541" y="213954"/>
                  </a:lnTo>
                  <a:lnTo>
                    <a:pt x="321548" y="213963"/>
                  </a:lnTo>
                  <a:lnTo>
                    <a:pt x="322015" y="214083"/>
                  </a:lnTo>
                  <a:lnTo>
                    <a:pt x="322144" y="214119"/>
                  </a:lnTo>
                  <a:lnTo>
                    <a:pt x="323247" y="214565"/>
                  </a:lnTo>
                  <a:lnTo>
                    <a:pt x="323522" y="214664"/>
                  </a:lnTo>
                  <a:lnTo>
                    <a:pt x="324088" y="214821"/>
                  </a:lnTo>
                  <a:lnTo>
                    <a:pt x="324378" y="215319"/>
                  </a:lnTo>
                  <a:lnTo>
                    <a:pt x="324390" y="215548"/>
                  </a:lnTo>
                  <a:lnTo>
                    <a:pt x="324248" y="215611"/>
                  </a:lnTo>
                  <a:lnTo>
                    <a:pt x="323728" y="215899"/>
                  </a:lnTo>
                  <a:lnTo>
                    <a:pt x="323584" y="215998"/>
                  </a:lnTo>
                  <a:lnTo>
                    <a:pt x="322078" y="217035"/>
                  </a:lnTo>
                  <a:lnTo>
                    <a:pt x="321791" y="217112"/>
                  </a:lnTo>
                  <a:lnTo>
                    <a:pt x="320860" y="217364"/>
                  </a:lnTo>
                  <a:lnTo>
                    <a:pt x="320530" y="217324"/>
                  </a:lnTo>
                  <a:lnTo>
                    <a:pt x="320293" y="217308"/>
                  </a:lnTo>
                  <a:lnTo>
                    <a:pt x="320119" y="217307"/>
                  </a:lnTo>
                  <a:lnTo>
                    <a:pt x="318841" y="217435"/>
                  </a:lnTo>
                  <a:lnTo>
                    <a:pt x="318412" y="217554"/>
                  </a:lnTo>
                  <a:lnTo>
                    <a:pt x="318029" y="217801"/>
                  </a:lnTo>
                  <a:lnTo>
                    <a:pt x="317480" y="218417"/>
                  </a:lnTo>
                  <a:lnTo>
                    <a:pt x="317346" y="218365"/>
                  </a:lnTo>
                  <a:lnTo>
                    <a:pt x="316399" y="218000"/>
                  </a:lnTo>
                  <a:lnTo>
                    <a:pt x="315495" y="217801"/>
                  </a:lnTo>
                  <a:lnTo>
                    <a:pt x="315235" y="217811"/>
                  </a:lnTo>
                  <a:lnTo>
                    <a:pt x="314877" y="217826"/>
                  </a:lnTo>
                  <a:lnTo>
                    <a:pt x="314573" y="217825"/>
                  </a:lnTo>
                  <a:lnTo>
                    <a:pt x="314175" y="217811"/>
                  </a:lnTo>
                  <a:lnTo>
                    <a:pt x="314044" y="217806"/>
                  </a:lnTo>
                  <a:lnTo>
                    <a:pt x="313385" y="217653"/>
                  </a:lnTo>
                  <a:lnTo>
                    <a:pt x="312933" y="217571"/>
                  </a:lnTo>
                  <a:lnTo>
                    <a:pt x="312209" y="217388"/>
                  </a:lnTo>
                  <a:lnTo>
                    <a:pt x="311723" y="217179"/>
                  </a:lnTo>
                  <a:lnTo>
                    <a:pt x="310683" y="216724"/>
                  </a:lnTo>
                  <a:lnTo>
                    <a:pt x="310094" y="216265"/>
                  </a:lnTo>
                  <a:lnTo>
                    <a:pt x="309583" y="215981"/>
                  </a:lnTo>
                  <a:lnTo>
                    <a:pt x="309429" y="215773"/>
                  </a:lnTo>
                  <a:lnTo>
                    <a:pt x="309289" y="215594"/>
                  </a:lnTo>
                  <a:lnTo>
                    <a:pt x="309109" y="215480"/>
                  </a:lnTo>
                  <a:lnTo>
                    <a:pt x="308688" y="215082"/>
                  </a:lnTo>
                  <a:lnTo>
                    <a:pt x="308089" y="214524"/>
                  </a:lnTo>
                  <a:lnTo>
                    <a:pt x="307686" y="214161"/>
                  </a:lnTo>
                  <a:lnTo>
                    <a:pt x="307557" y="214040"/>
                  </a:lnTo>
                  <a:lnTo>
                    <a:pt x="307147" y="213611"/>
                  </a:lnTo>
                  <a:lnTo>
                    <a:pt x="306649" y="213209"/>
                  </a:lnTo>
                  <a:lnTo>
                    <a:pt x="306270" y="212851"/>
                  </a:lnTo>
                  <a:lnTo>
                    <a:pt x="305597" y="212607"/>
                  </a:lnTo>
                  <a:lnTo>
                    <a:pt x="305271" y="212626"/>
                  </a:lnTo>
                  <a:lnTo>
                    <a:pt x="304360" y="212689"/>
                  </a:lnTo>
                  <a:lnTo>
                    <a:pt x="303825" y="212727"/>
                  </a:lnTo>
                  <a:lnTo>
                    <a:pt x="303457" y="212808"/>
                  </a:lnTo>
                  <a:lnTo>
                    <a:pt x="303113" y="212896"/>
                  </a:lnTo>
                  <a:lnTo>
                    <a:pt x="302820" y="212973"/>
                  </a:lnTo>
                  <a:lnTo>
                    <a:pt x="302354" y="213080"/>
                  </a:lnTo>
                  <a:lnTo>
                    <a:pt x="302137" y="212833"/>
                  </a:lnTo>
                  <a:lnTo>
                    <a:pt x="301842" y="212564"/>
                  </a:lnTo>
                  <a:lnTo>
                    <a:pt x="301439" y="212198"/>
                  </a:lnTo>
                  <a:lnTo>
                    <a:pt x="300931" y="211807"/>
                  </a:lnTo>
                  <a:lnTo>
                    <a:pt x="300342" y="211402"/>
                  </a:lnTo>
                  <a:lnTo>
                    <a:pt x="300013" y="211186"/>
                  </a:lnTo>
                  <a:lnTo>
                    <a:pt x="299786" y="210872"/>
                  </a:lnTo>
                  <a:lnTo>
                    <a:pt x="299740" y="210694"/>
                  </a:lnTo>
                  <a:lnTo>
                    <a:pt x="299745" y="210470"/>
                  </a:lnTo>
                  <a:lnTo>
                    <a:pt x="299733" y="210102"/>
                  </a:lnTo>
                  <a:lnTo>
                    <a:pt x="299698" y="209861"/>
                  </a:lnTo>
                  <a:lnTo>
                    <a:pt x="299646" y="209506"/>
                  </a:lnTo>
                  <a:lnTo>
                    <a:pt x="299599" y="209182"/>
                  </a:lnTo>
                  <a:lnTo>
                    <a:pt x="299043" y="208409"/>
                  </a:lnTo>
                  <a:lnTo>
                    <a:pt x="298895" y="208204"/>
                  </a:lnTo>
                  <a:lnTo>
                    <a:pt x="297818" y="206706"/>
                  </a:lnTo>
                  <a:lnTo>
                    <a:pt x="297427" y="206155"/>
                  </a:lnTo>
                  <a:lnTo>
                    <a:pt x="296787" y="205267"/>
                  </a:lnTo>
                  <a:lnTo>
                    <a:pt x="296688" y="204428"/>
                  </a:lnTo>
                  <a:lnTo>
                    <a:pt x="296639" y="204015"/>
                  </a:lnTo>
                  <a:lnTo>
                    <a:pt x="296619" y="203769"/>
                  </a:lnTo>
                  <a:lnTo>
                    <a:pt x="296572" y="203478"/>
                  </a:lnTo>
                  <a:lnTo>
                    <a:pt x="296532" y="203148"/>
                  </a:lnTo>
                  <a:lnTo>
                    <a:pt x="296440" y="202358"/>
                  </a:lnTo>
                  <a:lnTo>
                    <a:pt x="296464" y="201955"/>
                  </a:lnTo>
                  <a:lnTo>
                    <a:pt x="296537" y="201759"/>
                  </a:lnTo>
                  <a:lnTo>
                    <a:pt x="296822" y="200913"/>
                  </a:lnTo>
                  <a:lnTo>
                    <a:pt x="296934" y="200594"/>
                  </a:lnTo>
                  <a:lnTo>
                    <a:pt x="297129" y="200022"/>
                  </a:lnTo>
                  <a:lnTo>
                    <a:pt x="296996" y="199968"/>
                  </a:lnTo>
                  <a:lnTo>
                    <a:pt x="296809" y="199884"/>
                  </a:lnTo>
                  <a:lnTo>
                    <a:pt x="296246" y="199634"/>
                  </a:lnTo>
                  <a:lnTo>
                    <a:pt x="295505" y="199556"/>
                  </a:lnTo>
                  <a:lnTo>
                    <a:pt x="294952" y="199503"/>
                  </a:lnTo>
                  <a:lnTo>
                    <a:pt x="294753" y="199482"/>
                  </a:lnTo>
                  <a:lnTo>
                    <a:pt x="294078" y="199133"/>
                  </a:lnTo>
                  <a:lnTo>
                    <a:pt x="293897" y="199045"/>
                  </a:lnTo>
                  <a:lnTo>
                    <a:pt x="293317" y="198745"/>
                  </a:lnTo>
                  <a:lnTo>
                    <a:pt x="292972" y="198557"/>
                  </a:lnTo>
                  <a:lnTo>
                    <a:pt x="292952" y="197502"/>
                  </a:lnTo>
                  <a:lnTo>
                    <a:pt x="292700" y="196606"/>
                  </a:lnTo>
                  <a:lnTo>
                    <a:pt x="292200" y="193720"/>
                  </a:lnTo>
                  <a:lnTo>
                    <a:pt x="290088" y="191070"/>
                  </a:lnTo>
                  <a:lnTo>
                    <a:pt x="289729" y="190631"/>
                  </a:lnTo>
                  <a:lnTo>
                    <a:pt x="288877" y="189584"/>
                  </a:lnTo>
                  <a:lnTo>
                    <a:pt x="289187" y="187353"/>
                  </a:lnTo>
                  <a:lnTo>
                    <a:pt x="289112" y="187168"/>
                  </a:lnTo>
                  <a:lnTo>
                    <a:pt x="288889" y="186632"/>
                  </a:lnTo>
                  <a:lnTo>
                    <a:pt x="288095" y="184724"/>
                  </a:lnTo>
                  <a:lnTo>
                    <a:pt x="288034" y="184578"/>
                  </a:lnTo>
                  <a:lnTo>
                    <a:pt x="288013" y="184229"/>
                  </a:lnTo>
                  <a:lnTo>
                    <a:pt x="288202" y="183462"/>
                  </a:lnTo>
                  <a:lnTo>
                    <a:pt x="286990" y="180672"/>
                  </a:lnTo>
                  <a:lnTo>
                    <a:pt x="285760" y="178246"/>
                  </a:lnTo>
                  <a:lnTo>
                    <a:pt x="284257" y="175927"/>
                  </a:lnTo>
                  <a:lnTo>
                    <a:pt x="283184" y="174022"/>
                  </a:lnTo>
                  <a:lnTo>
                    <a:pt x="283071" y="173657"/>
                  </a:lnTo>
                  <a:lnTo>
                    <a:pt x="282963" y="173311"/>
                  </a:lnTo>
                  <a:lnTo>
                    <a:pt x="282881" y="173048"/>
                  </a:lnTo>
                  <a:lnTo>
                    <a:pt x="282513" y="171887"/>
                  </a:lnTo>
                  <a:lnTo>
                    <a:pt x="281883" y="170249"/>
                  </a:lnTo>
                  <a:lnTo>
                    <a:pt x="281796" y="170021"/>
                  </a:lnTo>
                  <a:lnTo>
                    <a:pt x="281729" y="169763"/>
                  </a:lnTo>
                  <a:lnTo>
                    <a:pt x="281490" y="168830"/>
                  </a:lnTo>
                  <a:lnTo>
                    <a:pt x="281430" y="168598"/>
                  </a:lnTo>
                  <a:lnTo>
                    <a:pt x="281253" y="167909"/>
                  </a:lnTo>
                  <a:lnTo>
                    <a:pt x="281198" y="167694"/>
                  </a:lnTo>
                  <a:lnTo>
                    <a:pt x="281107" y="167340"/>
                  </a:lnTo>
                  <a:lnTo>
                    <a:pt x="280854" y="166403"/>
                  </a:lnTo>
                  <a:lnTo>
                    <a:pt x="278113" y="164115"/>
                  </a:lnTo>
                  <a:lnTo>
                    <a:pt x="277418" y="162867"/>
                  </a:lnTo>
                  <a:lnTo>
                    <a:pt x="277099" y="162345"/>
                  </a:lnTo>
                  <a:lnTo>
                    <a:pt x="276383" y="161174"/>
                  </a:lnTo>
                  <a:lnTo>
                    <a:pt x="276129" y="160797"/>
                  </a:lnTo>
                  <a:lnTo>
                    <a:pt x="275305" y="160035"/>
                  </a:lnTo>
                  <a:lnTo>
                    <a:pt x="274966" y="159721"/>
                  </a:lnTo>
                  <a:lnTo>
                    <a:pt x="274420" y="159215"/>
                  </a:lnTo>
                  <a:lnTo>
                    <a:pt x="273590" y="158609"/>
                  </a:lnTo>
                  <a:lnTo>
                    <a:pt x="273159" y="158296"/>
                  </a:lnTo>
                  <a:lnTo>
                    <a:pt x="272520" y="157833"/>
                  </a:lnTo>
                  <a:lnTo>
                    <a:pt x="272473" y="157322"/>
                  </a:lnTo>
                  <a:lnTo>
                    <a:pt x="272414" y="156744"/>
                  </a:lnTo>
                  <a:lnTo>
                    <a:pt x="272229" y="155983"/>
                  </a:lnTo>
                  <a:lnTo>
                    <a:pt x="271739" y="153967"/>
                  </a:lnTo>
                  <a:lnTo>
                    <a:pt x="271497" y="152588"/>
                  </a:lnTo>
                  <a:lnTo>
                    <a:pt x="271452" y="152331"/>
                  </a:lnTo>
                  <a:lnTo>
                    <a:pt x="271418" y="152141"/>
                  </a:lnTo>
                  <a:lnTo>
                    <a:pt x="271385" y="151824"/>
                  </a:lnTo>
                  <a:lnTo>
                    <a:pt x="271377" y="151406"/>
                  </a:lnTo>
                  <a:lnTo>
                    <a:pt x="271899" y="150660"/>
                  </a:lnTo>
                  <a:lnTo>
                    <a:pt x="272070" y="150604"/>
                  </a:lnTo>
                  <a:lnTo>
                    <a:pt x="272230" y="150183"/>
                  </a:lnTo>
                  <a:lnTo>
                    <a:pt x="272473" y="150150"/>
                  </a:lnTo>
                  <a:lnTo>
                    <a:pt x="272712" y="149308"/>
                  </a:lnTo>
                  <a:lnTo>
                    <a:pt x="272766" y="149117"/>
                  </a:lnTo>
                  <a:lnTo>
                    <a:pt x="273027" y="148195"/>
                  </a:lnTo>
                  <a:lnTo>
                    <a:pt x="273125" y="147847"/>
                  </a:lnTo>
                  <a:lnTo>
                    <a:pt x="273942" y="146604"/>
                  </a:lnTo>
                  <a:lnTo>
                    <a:pt x="274040" y="146367"/>
                  </a:lnTo>
                  <a:lnTo>
                    <a:pt x="274318" y="145694"/>
                  </a:lnTo>
                  <a:lnTo>
                    <a:pt x="274534" y="145042"/>
                  </a:lnTo>
                  <a:lnTo>
                    <a:pt x="274488" y="144529"/>
                  </a:lnTo>
                  <a:lnTo>
                    <a:pt x="274747" y="144052"/>
                  </a:lnTo>
                  <a:lnTo>
                    <a:pt x="274829" y="143885"/>
                  </a:lnTo>
                  <a:lnTo>
                    <a:pt x="274417" y="142455"/>
                  </a:lnTo>
                  <a:lnTo>
                    <a:pt x="274779" y="141784"/>
                  </a:lnTo>
                  <a:lnTo>
                    <a:pt x="275104" y="141153"/>
                  </a:lnTo>
                  <a:lnTo>
                    <a:pt x="275213" y="140529"/>
                  </a:lnTo>
                  <a:lnTo>
                    <a:pt x="275392" y="140190"/>
                  </a:lnTo>
                  <a:lnTo>
                    <a:pt x="275527" y="139934"/>
                  </a:lnTo>
                  <a:lnTo>
                    <a:pt x="276113" y="139539"/>
                  </a:lnTo>
                  <a:lnTo>
                    <a:pt x="276899" y="138641"/>
                  </a:lnTo>
                  <a:lnTo>
                    <a:pt x="277681" y="138272"/>
                  </a:lnTo>
                  <a:lnTo>
                    <a:pt x="279390" y="138590"/>
                  </a:lnTo>
                  <a:lnTo>
                    <a:pt x="279832" y="137888"/>
                  </a:lnTo>
                  <a:lnTo>
                    <a:pt x="280394" y="136925"/>
                  </a:lnTo>
                  <a:lnTo>
                    <a:pt x="280432" y="136762"/>
                  </a:lnTo>
                  <a:lnTo>
                    <a:pt x="280062" y="136304"/>
                  </a:lnTo>
                  <a:lnTo>
                    <a:pt x="279843" y="136073"/>
                  </a:lnTo>
                  <a:lnTo>
                    <a:pt x="279424" y="135709"/>
                  </a:lnTo>
                  <a:lnTo>
                    <a:pt x="278952" y="135383"/>
                  </a:lnTo>
                  <a:lnTo>
                    <a:pt x="278738" y="135228"/>
                  </a:lnTo>
                  <a:lnTo>
                    <a:pt x="278324" y="135044"/>
                  </a:lnTo>
                  <a:lnTo>
                    <a:pt x="277904" y="134577"/>
                  </a:lnTo>
                  <a:lnTo>
                    <a:pt x="277394" y="134213"/>
                  </a:lnTo>
                  <a:lnTo>
                    <a:pt x="277344" y="133641"/>
                  </a:lnTo>
                  <a:lnTo>
                    <a:pt x="277024" y="133093"/>
                  </a:lnTo>
                  <a:lnTo>
                    <a:pt x="276841" y="132692"/>
                  </a:lnTo>
                  <a:lnTo>
                    <a:pt x="276649" y="132274"/>
                  </a:lnTo>
                  <a:lnTo>
                    <a:pt x="276624" y="132005"/>
                  </a:lnTo>
                  <a:lnTo>
                    <a:pt x="276577" y="131465"/>
                  </a:lnTo>
                  <a:lnTo>
                    <a:pt x="276517" y="130790"/>
                  </a:lnTo>
                  <a:lnTo>
                    <a:pt x="276448" y="129966"/>
                  </a:lnTo>
                  <a:lnTo>
                    <a:pt x="276408" y="129191"/>
                  </a:lnTo>
                  <a:lnTo>
                    <a:pt x="276381" y="128677"/>
                  </a:lnTo>
                  <a:lnTo>
                    <a:pt x="276340" y="128228"/>
                  </a:lnTo>
                  <a:lnTo>
                    <a:pt x="276454" y="128004"/>
                  </a:lnTo>
                  <a:lnTo>
                    <a:pt x="276434" y="127754"/>
                  </a:lnTo>
                  <a:lnTo>
                    <a:pt x="276221" y="127537"/>
                  </a:lnTo>
                  <a:lnTo>
                    <a:pt x="276030" y="127506"/>
                  </a:lnTo>
                  <a:lnTo>
                    <a:pt x="275447" y="127513"/>
                  </a:lnTo>
                  <a:lnTo>
                    <a:pt x="275183" y="127461"/>
                  </a:lnTo>
                  <a:lnTo>
                    <a:pt x="275243" y="127160"/>
                  </a:lnTo>
                  <a:lnTo>
                    <a:pt x="274997" y="126755"/>
                  </a:lnTo>
                  <a:lnTo>
                    <a:pt x="274809" y="126444"/>
                  </a:lnTo>
                  <a:lnTo>
                    <a:pt x="274280" y="125565"/>
                  </a:lnTo>
                  <a:lnTo>
                    <a:pt x="273655" y="124548"/>
                  </a:lnTo>
                  <a:lnTo>
                    <a:pt x="273589" y="123625"/>
                  </a:lnTo>
                  <a:lnTo>
                    <a:pt x="273517" y="122599"/>
                  </a:lnTo>
                  <a:lnTo>
                    <a:pt x="273453" y="121716"/>
                  </a:lnTo>
                  <a:lnTo>
                    <a:pt x="273419" y="121256"/>
                  </a:lnTo>
                  <a:lnTo>
                    <a:pt x="273346" y="120211"/>
                  </a:lnTo>
                  <a:lnTo>
                    <a:pt x="273236" y="118674"/>
                  </a:lnTo>
                  <a:lnTo>
                    <a:pt x="273217" y="118390"/>
                  </a:lnTo>
                  <a:lnTo>
                    <a:pt x="273173" y="117769"/>
                  </a:lnTo>
                  <a:lnTo>
                    <a:pt x="273242" y="116163"/>
                  </a:lnTo>
                  <a:lnTo>
                    <a:pt x="273187" y="115857"/>
                  </a:lnTo>
                  <a:lnTo>
                    <a:pt x="273156" y="115670"/>
                  </a:lnTo>
                  <a:lnTo>
                    <a:pt x="272550" y="112427"/>
                  </a:lnTo>
                  <a:lnTo>
                    <a:pt x="272433" y="111812"/>
                  </a:lnTo>
                  <a:lnTo>
                    <a:pt x="272339" y="111314"/>
                  </a:lnTo>
                  <a:lnTo>
                    <a:pt x="272176" y="110161"/>
                  </a:lnTo>
                  <a:lnTo>
                    <a:pt x="272148" y="109962"/>
                  </a:lnTo>
                  <a:lnTo>
                    <a:pt x="272109" y="109649"/>
                  </a:lnTo>
                  <a:lnTo>
                    <a:pt x="272085" y="109459"/>
                  </a:lnTo>
                  <a:lnTo>
                    <a:pt x="271944" y="108435"/>
                  </a:lnTo>
                  <a:lnTo>
                    <a:pt x="271855" y="107795"/>
                  </a:lnTo>
                  <a:lnTo>
                    <a:pt x="271692" y="106633"/>
                  </a:lnTo>
                  <a:lnTo>
                    <a:pt x="271602" y="106018"/>
                  </a:lnTo>
                  <a:lnTo>
                    <a:pt x="271528" y="105491"/>
                  </a:lnTo>
                  <a:lnTo>
                    <a:pt x="270860" y="105059"/>
                  </a:lnTo>
                  <a:lnTo>
                    <a:pt x="270559" y="104864"/>
                  </a:lnTo>
                  <a:lnTo>
                    <a:pt x="270339" y="104722"/>
                  </a:lnTo>
                  <a:lnTo>
                    <a:pt x="270106" y="104571"/>
                  </a:lnTo>
                  <a:lnTo>
                    <a:pt x="269795" y="104370"/>
                  </a:lnTo>
                  <a:lnTo>
                    <a:pt x="269282" y="104038"/>
                  </a:lnTo>
                  <a:lnTo>
                    <a:pt x="269061" y="103895"/>
                  </a:lnTo>
                  <a:lnTo>
                    <a:pt x="268667" y="103640"/>
                  </a:lnTo>
                  <a:lnTo>
                    <a:pt x="268419" y="103480"/>
                  </a:lnTo>
                  <a:lnTo>
                    <a:pt x="268102" y="103421"/>
                  </a:lnTo>
                  <a:lnTo>
                    <a:pt x="267661" y="103339"/>
                  </a:lnTo>
                  <a:lnTo>
                    <a:pt x="267366" y="103284"/>
                  </a:lnTo>
                  <a:lnTo>
                    <a:pt x="267235" y="103261"/>
                  </a:lnTo>
                  <a:lnTo>
                    <a:pt x="267091" y="103234"/>
                  </a:lnTo>
                  <a:lnTo>
                    <a:pt x="266774" y="103174"/>
                  </a:lnTo>
                  <a:lnTo>
                    <a:pt x="266324" y="103090"/>
                  </a:lnTo>
                  <a:lnTo>
                    <a:pt x="265878" y="103006"/>
                  </a:lnTo>
                  <a:lnTo>
                    <a:pt x="265460" y="102927"/>
                  </a:lnTo>
                  <a:lnTo>
                    <a:pt x="264921" y="102826"/>
                  </a:lnTo>
                  <a:lnTo>
                    <a:pt x="264688" y="102782"/>
                  </a:lnTo>
                  <a:lnTo>
                    <a:pt x="264438" y="102735"/>
                  </a:lnTo>
                  <a:lnTo>
                    <a:pt x="264116" y="102675"/>
                  </a:lnTo>
                  <a:lnTo>
                    <a:pt x="263846" y="102688"/>
                  </a:lnTo>
                  <a:lnTo>
                    <a:pt x="263507" y="102705"/>
                  </a:lnTo>
                  <a:lnTo>
                    <a:pt x="263122" y="102725"/>
                  </a:lnTo>
                  <a:lnTo>
                    <a:pt x="262635" y="102749"/>
                  </a:lnTo>
                  <a:lnTo>
                    <a:pt x="261988" y="102782"/>
                  </a:lnTo>
                  <a:lnTo>
                    <a:pt x="261486" y="102807"/>
                  </a:lnTo>
                  <a:lnTo>
                    <a:pt x="261077" y="103034"/>
                  </a:lnTo>
                  <a:lnTo>
                    <a:pt x="260458" y="103378"/>
                  </a:lnTo>
                  <a:lnTo>
                    <a:pt x="260048" y="103606"/>
                  </a:lnTo>
                  <a:lnTo>
                    <a:pt x="259873" y="100141"/>
                  </a:lnTo>
                  <a:lnTo>
                    <a:pt x="260072" y="98576"/>
                  </a:lnTo>
                  <a:lnTo>
                    <a:pt x="260120" y="98200"/>
                  </a:lnTo>
                  <a:lnTo>
                    <a:pt x="260143" y="98022"/>
                  </a:lnTo>
                  <a:lnTo>
                    <a:pt x="259861" y="97673"/>
                  </a:lnTo>
                  <a:lnTo>
                    <a:pt x="259607" y="96714"/>
                  </a:lnTo>
                  <a:lnTo>
                    <a:pt x="259463" y="96167"/>
                  </a:lnTo>
                  <a:lnTo>
                    <a:pt x="259365" y="95798"/>
                  </a:lnTo>
                  <a:lnTo>
                    <a:pt x="259236" y="95508"/>
                  </a:lnTo>
                  <a:lnTo>
                    <a:pt x="259122" y="95073"/>
                  </a:lnTo>
                  <a:lnTo>
                    <a:pt x="259068" y="94882"/>
                  </a:lnTo>
                  <a:lnTo>
                    <a:pt x="258949" y="94452"/>
                  </a:lnTo>
                  <a:lnTo>
                    <a:pt x="258834" y="94037"/>
                  </a:lnTo>
                  <a:lnTo>
                    <a:pt x="258659" y="93465"/>
                  </a:lnTo>
                  <a:lnTo>
                    <a:pt x="258419" y="92834"/>
                  </a:lnTo>
                  <a:lnTo>
                    <a:pt x="258399" y="92577"/>
                  </a:lnTo>
                  <a:lnTo>
                    <a:pt x="258402" y="92274"/>
                  </a:lnTo>
                  <a:lnTo>
                    <a:pt x="258404" y="92076"/>
                  </a:lnTo>
                  <a:lnTo>
                    <a:pt x="258435" y="91740"/>
                  </a:lnTo>
                  <a:lnTo>
                    <a:pt x="258455" y="91511"/>
                  </a:lnTo>
                  <a:lnTo>
                    <a:pt x="258511" y="90992"/>
                  </a:lnTo>
                  <a:lnTo>
                    <a:pt x="258553" y="90469"/>
                  </a:lnTo>
                  <a:lnTo>
                    <a:pt x="258564" y="90320"/>
                  </a:lnTo>
                  <a:lnTo>
                    <a:pt x="258569" y="89923"/>
                  </a:lnTo>
                  <a:lnTo>
                    <a:pt x="258572" y="89773"/>
                  </a:lnTo>
                  <a:lnTo>
                    <a:pt x="258445" y="89612"/>
                  </a:lnTo>
                  <a:lnTo>
                    <a:pt x="258307" y="89465"/>
                  </a:lnTo>
                  <a:lnTo>
                    <a:pt x="257760" y="88918"/>
                  </a:lnTo>
                  <a:lnTo>
                    <a:pt x="257623" y="88770"/>
                  </a:lnTo>
                  <a:lnTo>
                    <a:pt x="257480" y="88620"/>
                  </a:lnTo>
                  <a:lnTo>
                    <a:pt x="257249" y="88373"/>
                  </a:lnTo>
                  <a:lnTo>
                    <a:pt x="256819" y="87913"/>
                  </a:lnTo>
                  <a:lnTo>
                    <a:pt x="256427" y="87516"/>
                  </a:lnTo>
                  <a:lnTo>
                    <a:pt x="256134" y="87211"/>
                  </a:lnTo>
                  <a:lnTo>
                    <a:pt x="255999" y="87063"/>
                  </a:lnTo>
                  <a:lnTo>
                    <a:pt x="255577" y="86635"/>
                  </a:lnTo>
                  <a:lnTo>
                    <a:pt x="255362" y="86434"/>
                  </a:lnTo>
                  <a:lnTo>
                    <a:pt x="255145" y="86228"/>
                  </a:lnTo>
                  <a:lnTo>
                    <a:pt x="254697" y="85808"/>
                  </a:lnTo>
                  <a:lnTo>
                    <a:pt x="254284" y="85422"/>
                  </a:lnTo>
                  <a:lnTo>
                    <a:pt x="253620" y="84821"/>
                  </a:lnTo>
                  <a:lnTo>
                    <a:pt x="253178" y="84419"/>
                  </a:lnTo>
                  <a:lnTo>
                    <a:pt x="252982" y="84246"/>
                  </a:lnTo>
                  <a:lnTo>
                    <a:pt x="252562" y="83862"/>
                  </a:lnTo>
                  <a:lnTo>
                    <a:pt x="252160" y="83498"/>
                  </a:lnTo>
                  <a:lnTo>
                    <a:pt x="251689" y="83071"/>
                  </a:lnTo>
                  <a:lnTo>
                    <a:pt x="251292" y="82643"/>
                  </a:lnTo>
                  <a:lnTo>
                    <a:pt x="251345" y="82475"/>
                  </a:lnTo>
                  <a:lnTo>
                    <a:pt x="251518" y="82124"/>
                  </a:lnTo>
                  <a:lnTo>
                    <a:pt x="251813" y="81597"/>
                  </a:lnTo>
                  <a:lnTo>
                    <a:pt x="252103" y="81078"/>
                  </a:lnTo>
                  <a:lnTo>
                    <a:pt x="252511" y="80679"/>
                  </a:lnTo>
                  <a:lnTo>
                    <a:pt x="252910" y="80284"/>
                  </a:lnTo>
                  <a:lnTo>
                    <a:pt x="253406" y="79803"/>
                  </a:lnTo>
                  <a:lnTo>
                    <a:pt x="253818" y="79406"/>
                  </a:lnTo>
                  <a:lnTo>
                    <a:pt x="254121" y="79065"/>
                  </a:lnTo>
                  <a:lnTo>
                    <a:pt x="254287" y="78900"/>
                  </a:lnTo>
                  <a:lnTo>
                    <a:pt x="254628" y="78556"/>
                  </a:lnTo>
                  <a:lnTo>
                    <a:pt x="254803" y="78381"/>
                  </a:lnTo>
                  <a:lnTo>
                    <a:pt x="255254" y="77854"/>
                  </a:lnTo>
                  <a:lnTo>
                    <a:pt x="255727" y="77350"/>
                  </a:lnTo>
                  <a:lnTo>
                    <a:pt x="256096" y="76999"/>
                  </a:lnTo>
                  <a:lnTo>
                    <a:pt x="256269" y="76826"/>
                  </a:lnTo>
                  <a:lnTo>
                    <a:pt x="256762" y="76394"/>
                  </a:lnTo>
                  <a:lnTo>
                    <a:pt x="257037" y="76147"/>
                  </a:lnTo>
                  <a:lnTo>
                    <a:pt x="257139" y="76012"/>
                  </a:lnTo>
                  <a:lnTo>
                    <a:pt x="257261" y="75831"/>
                  </a:lnTo>
                  <a:lnTo>
                    <a:pt x="257432" y="75635"/>
                  </a:lnTo>
                  <a:lnTo>
                    <a:pt x="257523" y="75460"/>
                  </a:lnTo>
                  <a:lnTo>
                    <a:pt x="257607" y="75241"/>
                  </a:lnTo>
                  <a:lnTo>
                    <a:pt x="257816" y="74780"/>
                  </a:lnTo>
                  <a:lnTo>
                    <a:pt x="258136" y="74154"/>
                  </a:lnTo>
                  <a:lnTo>
                    <a:pt x="258238" y="73928"/>
                  </a:lnTo>
                  <a:lnTo>
                    <a:pt x="258411" y="73643"/>
                  </a:lnTo>
                  <a:lnTo>
                    <a:pt x="258504" y="73189"/>
                  </a:lnTo>
                  <a:lnTo>
                    <a:pt x="258373" y="73084"/>
                  </a:lnTo>
                  <a:lnTo>
                    <a:pt x="258132" y="72891"/>
                  </a:lnTo>
                  <a:lnTo>
                    <a:pt x="257433" y="72333"/>
                  </a:lnTo>
                  <a:lnTo>
                    <a:pt x="256968" y="72159"/>
                  </a:lnTo>
                  <a:lnTo>
                    <a:pt x="256302" y="71909"/>
                  </a:lnTo>
                  <a:lnTo>
                    <a:pt x="258300" y="71308"/>
                  </a:lnTo>
                  <a:lnTo>
                    <a:pt x="258730" y="70743"/>
                  </a:lnTo>
                  <a:lnTo>
                    <a:pt x="258942" y="70464"/>
                  </a:lnTo>
                  <a:lnTo>
                    <a:pt x="259109" y="70358"/>
                  </a:lnTo>
                  <a:lnTo>
                    <a:pt x="259414" y="70165"/>
                  </a:lnTo>
                  <a:lnTo>
                    <a:pt x="259699" y="69985"/>
                  </a:lnTo>
                  <a:lnTo>
                    <a:pt x="259936" y="69835"/>
                  </a:lnTo>
                  <a:lnTo>
                    <a:pt x="260185" y="69678"/>
                  </a:lnTo>
                  <a:lnTo>
                    <a:pt x="260628" y="69398"/>
                  </a:lnTo>
                  <a:lnTo>
                    <a:pt x="260791" y="69295"/>
                  </a:lnTo>
                  <a:lnTo>
                    <a:pt x="261056" y="69127"/>
                  </a:lnTo>
                  <a:lnTo>
                    <a:pt x="261624" y="68769"/>
                  </a:lnTo>
                  <a:lnTo>
                    <a:pt x="262197" y="68406"/>
                  </a:lnTo>
                  <a:lnTo>
                    <a:pt x="262520" y="68202"/>
                  </a:lnTo>
                  <a:lnTo>
                    <a:pt x="262825" y="68009"/>
                  </a:lnTo>
                  <a:lnTo>
                    <a:pt x="263134" y="67814"/>
                  </a:lnTo>
                  <a:lnTo>
                    <a:pt x="263818" y="67382"/>
                  </a:lnTo>
                  <a:lnTo>
                    <a:pt x="264309" y="67072"/>
                  </a:lnTo>
                  <a:lnTo>
                    <a:pt x="264611" y="66880"/>
                  </a:lnTo>
                  <a:lnTo>
                    <a:pt x="265071" y="66590"/>
                  </a:lnTo>
                  <a:lnTo>
                    <a:pt x="265427" y="66365"/>
                  </a:lnTo>
                  <a:lnTo>
                    <a:pt x="265601" y="66255"/>
                  </a:lnTo>
                  <a:lnTo>
                    <a:pt x="265063" y="65527"/>
                  </a:lnTo>
                  <a:lnTo>
                    <a:pt x="264833" y="65215"/>
                  </a:lnTo>
                  <a:lnTo>
                    <a:pt x="264412" y="64645"/>
                  </a:lnTo>
                  <a:lnTo>
                    <a:pt x="264110" y="64235"/>
                  </a:lnTo>
                  <a:lnTo>
                    <a:pt x="263662" y="63628"/>
                  </a:lnTo>
                  <a:lnTo>
                    <a:pt x="263366" y="63227"/>
                  </a:lnTo>
                  <a:lnTo>
                    <a:pt x="263034" y="62777"/>
                  </a:lnTo>
                  <a:lnTo>
                    <a:pt x="262707" y="62333"/>
                  </a:lnTo>
                  <a:lnTo>
                    <a:pt x="262205" y="61653"/>
                  </a:lnTo>
                  <a:lnTo>
                    <a:pt x="262005" y="61382"/>
                  </a:lnTo>
                  <a:lnTo>
                    <a:pt x="261688" y="60953"/>
                  </a:lnTo>
                  <a:lnTo>
                    <a:pt x="261658" y="60689"/>
                  </a:lnTo>
                  <a:lnTo>
                    <a:pt x="261610" y="60269"/>
                  </a:lnTo>
                  <a:lnTo>
                    <a:pt x="261534" y="59609"/>
                  </a:lnTo>
                  <a:lnTo>
                    <a:pt x="261479" y="59131"/>
                  </a:lnTo>
                  <a:lnTo>
                    <a:pt x="261438" y="58772"/>
                  </a:lnTo>
                  <a:lnTo>
                    <a:pt x="261395" y="58400"/>
                  </a:lnTo>
                  <a:lnTo>
                    <a:pt x="261367" y="58159"/>
                  </a:lnTo>
                  <a:lnTo>
                    <a:pt x="261317" y="57718"/>
                  </a:lnTo>
                  <a:lnTo>
                    <a:pt x="261284" y="57432"/>
                  </a:lnTo>
                  <a:lnTo>
                    <a:pt x="261267" y="57281"/>
                  </a:lnTo>
                  <a:lnTo>
                    <a:pt x="261134" y="56125"/>
                  </a:lnTo>
                  <a:lnTo>
                    <a:pt x="261098" y="55816"/>
                  </a:lnTo>
                  <a:lnTo>
                    <a:pt x="260959" y="54456"/>
                  </a:lnTo>
                  <a:lnTo>
                    <a:pt x="260395" y="53897"/>
                  </a:lnTo>
                  <a:lnTo>
                    <a:pt x="260093" y="53540"/>
                  </a:lnTo>
                  <a:lnTo>
                    <a:pt x="259811" y="53207"/>
                  </a:lnTo>
                  <a:lnTo>
                    <a:pt x="259240" y="52533"/>
                  </a:lnTo>
                  <a:lnTo>
                    <a:pt x="258921" y="52158"/>
                  </a:lnTo>
                  <a:lnTo>
                    <a:pt x="258689" y="51884"/>
                  </a:lnTo>
                  <a:lnTo>
                    <a:pt x="257988" y="51057"/>
                  </a:lnTo>
                  <a:lnTo>
                    <a:pt x="257837" y="50878"/>
                  </a:lnTo>
                  <a:lnTo>
                    <a:pt x="257201" y="50127"/>
                  </a:lnTo>
                  <a:lnTo>
                    <a:pt x="256867" y="49734"/>
                  </a:lnTo>
                  <a:lnTo>
                    <a:pt x="256656" y="49485"/>
                  </a:lnTo>
                  <a:lnTo>
                    <a:pt x="256203" y="48950"/>
                  </a:lnTo>
                  <a:lnTo>
                    <a:pt x="255876" y="48564"/>
                  </a:lnTo>
                  <a:lnTo>
                    <a:pt x="255628" y="48271"/>
                  </a:lnTo>
                  <a:lnTo>
                    <a:pt x="255338" y="47930"/>
                  </a:lnTo>
                  <a:lnTo>
                    <a:pt x="255229" y="47800"/>
                  </a:lnTo>
                  <a:lnTo>
                    <a:pt x="254749" y="47252"/>
                  </a:lnTo>
                  <a:lnTo>
                    <a:pt x="254622" y="46462"/>
                  </a:lnTo>
                  <a:lnTo>
                    <a:pt x="254378" y="45075"/>
                  </a:lnTo>
                  <a:lnTo>
                    <a:pt x="254238" y="44294"/>
                  </a:lnTo>
                  <a:lnTo>
                    <a:pt x="254136" y="43706"/>
                  </a:lnTo>
                  <a:lnTo>
                    <a:pt x="254089" y="43445"/>
                  </a:lnTo>
                  <a:lnTo>
                    <a:pt x="253887" y="42317"/>
                  </a:lnTo>
                  <a:lnTo>
                    <a:pt x="253836" y="42023"/>
                  </a:lnTo>
                  <a:lnTo>
                    <a:pt x="253798" y="41808"/>
                  </a:lnTo>
                  <a:lnTo>
                    <a:pt x="253645" y="40938"/>
                  </a:lnTo>
                  <a:lnTo>
                    <a:pt x="253400" y="39548"/>
                  </a:lnTo>
                  <a:lnTo>
                    <a:pt x="253226" y="38562"/>
                  </a:lnTo>
                  <a:lnTo>
                    <a:pt x="253080" y="37734"/>
                  </a:lnTo>
                  <a:lnTo>
                    <a:pt x="253035" y="37477"/>
                  </a:lnTo>
                  <a:lnTo>
                    <a:pt x="252831" y="36330"/>
                  </a:lnTo>
                  <a:lnTo>
                    <a:pt x="254195" y="34890"/>
                  </a:lnTo>
                  <a:lnTo>
                    <a:pt x="255406" y="33615"/>
                  </a:lnTo>
                  <a:lnTo>
                    <a:pt x="255709" y="33295"/>
                  </a:lnTo>
                  <a:lnTo>
                    <a:pt x="256126" y="32855"/>
                  </a:lnTo>
                  <a:lnTo>
                    <a:pt x="256686" y="32265"/>
                  </a:lnTo>
                  <a:lnTo>
                    <a:pt x="256879" y="32060"/>
                  </a:lnTo>
                  <a:lnTo>
                    <a:pt x="257022" y="31913"/>
                  </a:lnTo>
                  <a:lnTo>
                    <a:pt x="257152" y="31776"/>
                  </a:lnTo>
                  <a:lnTo>
                    <a:pt x="258330" y="30533"/>
                  </a:lnTo>
                  <a:lnTo>
                    <a:pt x="258699" y="29571"/>
                  </a:lnTo>
                  <a:lnTo>
                    <a:pt x="258564" y="29431"/>
                  </a:lnTo>
                  <a:lnTo>
                    <a:pt x="258457" y="29304"/>
                  </a:lnTo>
                  <a:lnTo>
                    <a:pt x="258287" y="28986"/>
                  </a:lnTo>
                  <a:lnTo>
                    <a:pt x="258068" y="28800"/>
                  </a:lnTo>
                  <a:lnTo>
                    <a:pt x="257724" y="28546"/>
                  </a:lnTo>
                  <a:lnTo>
                    <a:pt x="257472" y="28360"/>
                  </a:lnTo>
                  <a:lnTo>
                    <a:pt x="257353" y="28220"/>
                  </a:lnTo>
                  <a:lnTo>
                    <a:pt x="256918" y="27846"/>
                  </a:lnTo>
                  <a:lnTo>
                    <a:pt x="256699" y="27528"/>
                  </a:lnTo>
                  <a:lnTo>
                    <a:pt x="257058" y="26928"/>
                  </a:lnTo>
                  <a:lnTo>
                    <a:pt x="257203" y="26800"/>
                  </a:lnTo>
                  <a:lnTo>
                    <a:pt x="257261" y="26666"/>
                  </a:lnTo>
                  <a:lnTo>
                    <a:pt x="257304" y="26411"/>
                  </a:lnTo>
                  <a:lnTo>
                    <a:pt x="257238" y="25800"/>
                  </a:lnTo>
                  <a:lnTo>
                    <a:pt x="257452" y="25383"/>
                  </a:lnTo>
                  <a:lnTo>
                    <a:pt x="256829" y="25012"/>
                  </a:lnTo>
                  <a:lnTo>
                    <a:pt x="256182" y="24696"/>
                  </a:lnTo>
                  <a:lnTo>
                    <a:pt x="255579" y="24403"/>
                  </a:lnTo>
                  <a:lnTo>
                    <a:pt x="254971" y="24093"/>
                  </a:lnTo>
                  <a:lnTo>
                    <a:pt x="254307" y="23767"/>
                  </a:lnTo>
                  <a:lnTo>
                    <a:pt x="253699" y="23467"/>
                  </a:lnTo>
                  <a:lnTo>
                    <a:pt x="253106" y="23124"/>
                  </a:lnTo>
                  <a:lnTo>
                    <a:pt x="253030" y="22968"/>
                  </a:lnTo>
                  <a:lnTo>
                    <a:pt x="252879" y="22668"/>
                  </a:lnTo>
                  <a:lnTo>
                    <a:pt x="252765" y="22475"/>
                  </a:lnTo>
                  <a:lnTo>
                    <a:pt x="252490" y="21839"/>
                  </a:lnTo>
                  <a:lnTo>
                    <a:pt x="252177" y="21200"/>
                  </a:lnTo>
                  <a:lnTo>
                    <a:pt x="251750" y="20238"/>
                  </a:lnTo>
                  <a:lnTo>
                    <a:pt x="251493" y="19737"/>
                  </a:lnTo>
                  <a:lnTo>
                    <a:pt x="251358" y="19472"/>
                  </a:lnTo>
                  <a:lnTo>
                    <a:pt x="251289" y="19292"/>
                  </a:lnTo>
                  <a:lnTo>
                    <a:pt x="250956" y="18663"/>
                  </a:lnTo>
                  <a:lnTo>
                    <a:pt x="250653" y="18040"/>
                  </a:lnTo>
                  <a:lnTo>
                    <a:pt x="250345" y="17409"/>
                  </a:lnTo>
                  <a:lnTo>
                    <a:pt x="249948" y="16775"/>
                  </a:lnTo>
                  <a:lnTo>
                    <a:pt x="249719" y="16477"/>
                  </a:lnTo>
                  <a:lnTo>
                    <a:pt x="249378" y="15867"/>
                  </a:lnTo>
                  <a:lnTo>
                    <a:pt x="249816" y="15501"/>
                  </a:lnTo>
                  <a:lnTo>
                    <a:pt x="250205" y="15149"/>
                  </a:lnTo>
                  <a:lnTo>
                    <a:pt x="250360" y="15001"/>
                  </a:lnTo>
                  <a:lnTo>
                    <a:pt x="250569" y="14836"/>
                  </a:lnTo>
                  <a:lnTo>
                    <a:pt x="250688" y="14493"/>
                  </a:lnTo>
                  <a:lnTo>
                    <a:pt x="249377" y="12882"/>
                  </a:lnTo>
                  <a:lnTo>
                    <a:pt x="249241" y="12741"/>
                  </a:lnTo>
                  <a:lnTo>
                    <a:pt x="248525" y="11979"/>
                  </a:lnTo>
                  <a:lnTo>
                    <a:pt x="248355" y="11873"/>
                  </a:lnTo>
                  <a:lnTo>
                    <a:pt x="247886" y="11802"/>
                  </a:lnTo>
                  <a:lnTo>
                    <a:pt x="247753" y="11782"/>
                  </a:lnTo>
                  <a:lnTo>
                    <a:pt x="247334" y="11502"/>
                  </a:lnTo>
                  <a:lnTo>
                    <a:pt x="246982" y="11143"/>
                  </a:lnTo>
                  <a:lnTo>
                    <a:pt x="246852" y="11125"/>
                  </a:lnTo>
                  <a:lnTo>
                    <a:pt x="246281" y="11787"/>
                  </a:lnTo>
                  <a:lnTo>
                    <a:pt x="246363" y="12589"/>
                  </a:lnTo>
                  <a:lnTo>
                    <a:pt x="246348" y="12716"/>
                  </a:lnTo>
                  <a:lnTo>
                    <a:pt x="245216" y="8310"/>
                  </a:lnTo>
                  <a:lnTo>
                    <a:pt x="245503" y="8060"/>
                  </a:lnTo>
                  <a:lnTo>
                    <a:pt x="245543" y="7686"/>
                  </a:lnTo>
                  <a:lnTo>
                    <a:pt x="245411" y="7706"/>
                  </a:lnTo>
                  <a:lnTo>
                    <a:pt x="245281" y="7684"/>
                  </a:lnTo>
                  <a:lnTo>
                    <a:pt x="244872" y="7711"/>
                  </a:lnTo>
                  <a:lnTo>
                    <a:pt x="244111" y="7841"/>
                  </a:lnTo>
                  <a:lnTo>
                    <a:pt x="243976" y="7851"/>
                  </a:lnTo>
                  <a:lnTo>
                    <a:pt x="243610" y="7854"/>
                  </a:lnTo>
                  <a:lnTo>
                    <a:pt x="243470" y="7872"/>
                  </a:lnTo>
                  <a:lnTo>
                    <a:pt x="243342" y="7849"/>
                  </a:lnTo>
                  <a:lnTo>
                    <a:pt x="243032" y="7910"/>
                  </a:lnTo>
                  <a:lnTo>
                    <a:pt x="241541" y="7801"/>
                  </a:lnTo>
                  <a:lnTo>
                    <a:pt x="241409" y="7783"/>
                  </a:lnTo>
                  <a:lnTo>
                    <a:pt x="241307" y="7635"/>
                  </a:lnTo>
                  <a:lnTo>
                    <a:pt x="241088" y="7345"/>
                  </a:lnTo>
                  <a:lnTo>
                    <a:pt x="240958" y="7292"/>
                  </a:lnTo>
                  <a:lnTo>
                    <a:pt x="240818" y="7261"/>
                  </a:lnTo>
                  <a:lnTo>
                    <a:pt x="240510" y="7080"/>
                  </a:lnTo>
                  <a:lnTo>
                    <a:pt x="240101" y="6956"/>
                  </a:lnTo>
                  <a:lnTo>
                    <a:pt x="239836" y="6836"/>
                  </a:lnTo>
                  <a:lnTo>
                    <a:pt x="239890" y="7070"/>
                  </a:lnTo>
                  <a:lnTo>
                    <a:pt x="239999" y="7516"/>
                  </a:lnTo>
                  <a:lnTo>
                    <a:pt x="239986" y="7786"/>
                  </a:lnTo>
                  <a:lnTo>
                    <a:pt x="240360" y="9637"/>
                  </a:lnTo>
                  <a:lnTo>
                    <a:pt x="239161" y="10078"/>
                  </a:lnTo>
                  <a:lnTo>
                    <a:pt x="239011" y="10133"/>
                  </a:lnTo>
                  <a:lnTo>
                    <a:pt x="238695" y="10249"/>
                  </a:lnTo>
                  <a:lnTo>
                    <a:pt x="238214" y="12161"/>
                  </a:lnTo>
                  <a:lnTo>
                    <a:pt x="238178" y="12311"/>
                  </a:lnTo>
                  <a:lnTo>
                    <a:pt x="237999" y="13007"/>
                  </a:lnTo>
                  <a:lnTo>
                    <a:pt x="237810" y="13717"/>
                  </a:lnTo>
                  <a:lnTo>
                    <a:pt x="237691" y="14199"/>
                  </a:lnTo>
                  <a:lnTo>
                    <a:pt x="236707" y="13932"/>
                  </a:lnTo>
                  <a:lnTo>
                    <a:pt x="234795" y="13470"/>
                  </a:lnTo>
                  <a:lnTo>
                    <a:pt x="234640" y="13399"/>
                  </a:lnTo>
                  <a:lnTo>
                    <a:pt x="234340" y="13315"/>
                  </a:lnTo>
                  <a:lnTo>
                    <a:pt x="234302" y="13050"/>
                  </a:lnTo>
                  <a:lnTo>
                    <a:pt x="234488" y="12646"/>
                  </a:lnTo>
                  <a:lnTo>
                    <a:pt x="234330" y="12493"/>
                  </a:lnTo>
                  <a:lnTo>
                    <a:pt x="234203" y="12427"/>
                  </a:lnTo>
                  <a:lnTo>
                    <a:pt x="233986" y="12208"/>
                  </a:lnTo>
                  <a:lnTo>
                    <a:pt x="233834" y="11989"/>
                  </a:lnTo>
                  <a:lnTo>
                    <a:pt x="233645" y="11854"/>
                  </a:lnTo>
                  <a:lnTo>
                    <a:pt x="233388" y="11671"/>
                  </a:lnTo>
                  <a:lnTo>
                    <a:pt x="232885" y="11452"/>
                  </a:lnTo>
                  <a:lnTo>
                    <a:pt x="232582" y="11282"/>
                  </a:lnTo>
                  <a:lnTo>
                    <a:pt x="232292" y="11167"/>
                  </a:lnTo>
                  <a:lnTo>
                    <a:pt x="231841" y="10986"/>
                  </a:lnTo>
                  <a:lnTo>
                    <a:pt x="231740" y="10829"/>
                  </a:lnTo>
                  <a:lnTo>
                    <a:pt x="231299" y="10480"/>
                  </a:lnTo>
                  <a:lnTo>
                    <a:pt x="231091" y="10361"/>
                  </a:lnTo>
                  <a:lnTo>
                    <a:pt x="230948" y="10305"/>
                  </a:lnTo>
                  <a:lnTo>
                    <a:pt x="230770" y="10172"/>
                  </a:lnTo>
                  <a:lnTo>
                    <a:pt x="230577" y="10040"/>
                  </a:lnTo>
                  <a:lnTo>
                    <a:pt x="230396" y="9854"/>
                  </a:lnTo>
                  <a:lnTo>
                    <a:pt x="230264" y="9689"/>
                  </a:lnTo>
                  <a:lnTo>
                    <a:pt x="230284" y="9559"/>
                  </a:lnTo>
                  <a:lnTo>
                    <a:pt x="230276" y="9048"/>
                  </a:lnTo>
                  <a:lnTo>
                    <a:pt x="230035" y="8979"/>
                  </a:lnTo>
                  <a:lnTo>
                    <a:pt x="229768" y="9129"/>
                  </a:lnTo>
                  <a:lnTo>
                    <a:pt x="229506" y="9213"/>
                  </a:lnTo>
                  <a:lnTo>
                    <a:pt x="229394" y="9417"/>
                  </a:lnTo>
                  <a:lnTo>
                    <a:pt x="229391" y="9546"/>
                  </a:lnTo>
                  <a:lnTo>
                    <a:pt x="229315" y="9788"/>
                  </a:lnTo>
                  <a:lnTo>
                    <a:pt x="228839" y="10162"/>
                  </a:lnTo>
                  <a:lnTo>
                    <a:pt x="228625" y="10050"/>
                  </a:lnTo>
                  <a:lnTo>
                    <a:pt x="228304" y="9780"/>
                  </a:lnTo>
                  <a:lnTo>
                    <a:pt x="227625" y="9040"/>
                  </a:lnTo>
                  <a:lnTo>
                    <a:pt x="227404" y="8903"/>
                  </a:lnTo>
                  <a:lnTo>
                    <a:pt x="227363" y="8745"/>
                  </a:lnTo>
                  <a:lnTo>
                    <a:pt x="227419" y="8562"/>
                  </a:lnTo>
                  <a:lnTo>
                    <a:pt x="227623" y="7801"/>
                  </a:lnTo>
                  <a:lnTo>
                    <a:pt x="227467" y="7656"/>
                  </a:lnTo>
                  <a:lnTo>
                    <a:pt x="227030" y="7155"/>
                  </a:lnTo>
                  <a:lnTo>
                    <a:pt x="226643" y="6857"/>
                  </a:lnTo>
                  <a:lnTo>
                    <a:pt x="226226" y="6465"/>
                  </a:lnTo>
                  <a:lnTo>
                    <a:pt x="226106" y="6302"/>
                  </a:lnTo>
                  <a:lnTo>
                    <a:pt x="226012" y="6172"/>
                  </a:lnTo>
                  <a:lnTo>
                    <a:pt x="225803" y="5928"/>
                  </a:lnTo>
                  <a:lnTo>
                    <a:pt x="225625" y="5760"/>
                  </a:lnTo>
                  <a:lnTo>
                    <a:pt x="225394" y="5554"/>
                  </a:lnTo>
                  <a:lnTo>
                    <a:pt x="225053" y="5396"/>
                  </a:lnTo>
                  <a:lnTo>
                    <a:pt x="224773" y="5315"/>
                  </a:lnTo>
                  <a:lnTo>
                    <a:pt x="223979" y="5427"/>
                  </a:lnTo>
                  <a:lnTo>
                    <a:pt x="223847" y="5577"/>
                  </a:lnTo>
                  <a:lnTo>
                    <a:pt x="223157" y="6025"/>
                  </a:lnTo>
                  <a:lnTo>
                    <a:pt x="222880" y="5829"/>
                  </a:lnTo>
                  <a:lnTo>
                    <a:pt x="222704" y="5707"/>
                  </a:lnTo>
                  <a:lnTo>
                    <a:pt x="222473" y="5546"/>
                  </a:lnTo>
                  <a:lnTo>
                    <a:pt x="222109" y="5289"/>
                  </a:lnTo>
                  <a:lnTo>
                    <a:pt x="221470" y="4847"/>
                  </a:lnTo>
                  <a:lnTo>
                    <a:pt x="220943" y="4442"/>
                  </a:lnTo>
                  <a:lnTo>
                    <a:pt x="220773" y="4348"/>
                  </a:lnTo>
                  <a:lnTo>
                    <a:pt x="220264" y="3951"/>
                  </a:lnTo>
                  <a:lnTo>
                    <a:pt x="220068" y="3775"/>
                  </a:lnTo>
                  <a:lnTo>
                    <a:pt x="219831" y="3574"/>
                  </a:lnTo>
                  <a:lnTo>
                    <a:pt x="219597" y="3462"/>
                  </a:lnTo>
                  <a:lnTo>
                    <a:pt x="219467" y="3391"/>
                  </a:lnTo>
                  <a:lnTo>
                    <a:pt x="219157" y="3223"/>
                  </a:lnTo>
                  <a:lnTo>
                    <a:pt x="218618" y="3109"/>
                  </a:lnTo>
                  <a:lnTo>
                    <a:pt x="218277" y="2905"/>
                  </a:lnTo>
                  <a:lnTo>
                    <a:pt x="218020" y="2666"/>
                  </a:lnTo>
                  <a:lnTo>
                    <a:pt x="217643" y="2284"/>
                  </a:lnTo>
                  <a:lnTo>
                    <a:pt x="217043" y="2284"/>
                  </a:lnTo>
                  <a:lnTo>
                    <a:pt x="216808" y="2442"/>
                  </a:lnTo>
                  <a:lnTo>
                    <a:pt x="216635" y="2488"/>
                  </a:lnTo>
                  <a:lnTo>
                    <a:pt x="216287" y="2378"/>
                  </a:lnTo>
                  <a:lnTo>
                    <a:pt x="216086" y="2190"/>
                  </a:lnTo>
                  <a:lnTo>
                    <a:pt x="215872" y="1994"/>
                  </a:lnTo>
                  <a:lnTo>
                    <a:pt x="215699" y="1862"/>
                  </a:lnTo>
                  <a:lnTo>
                    <a:pt x="215473" y="1633"/>
                  </a:lnTo>
                  <a:lnTo>
                    <a:pt x="215213" y="1412"/>
                  </a:lnTo>
                  <a:lnTo>
                    <a:pt x="215078" y="1297"/>
                  </a:lnTo>
                  <a:lnTo>
                    <a:pt x="214826" y="1055"/>
                  </a:lnTo>
                  <a:lnTo>
                    <a:pt x="214694" y="938"/>
                  </a:lnTo>
                  <a:lnTo>
                    <a:pt x="214134" y="419"/>
                  </a:lnTo>
                  <a:lnTo>
                    <a:pt x="213948" y="175"/>
                  </a:lnTo>
                  <a:lnTo>
                    <a:pt x="213767" y="114"/>
                  </a:lnTo>
                  <a:lnTo>
                    <a:pt x="213594" y="0"/>
                  </a:lnTo>
                  <a:lnTo>
                    <a:pt x="212834" y="1004"/>
                  </a:lnTo>
                  <a:lnTo>
                    <a:pt x="212640" y="1044"/>
                  </a:lnTo>
                  <a:lnTo>
                    <a:pt x="211133" y="1356"/>
                  </a:lnTo>
                  <a:lnTo>
                    <a:pt x="210183" y="1388"/>
                  </a:lnTo>
                  <a:lnTo>
                    <a:pt x="207342" y="1485"/>
                  </a:lnTo>
                  <a:lnTo>
                    <a:pt x="206931" y="1499"/>
                  </a:lnTo>
                  <a:lnTo>
                    <a:pt x="205672" y="1540"/>
                  </a:lnTo>
                  <a:lnTo>
                    <a:pt x="205473" y="1547"/>
                  </a:lnTo>
                  <a:lnTo>
                    <a:pt x="205196" y="1555"/>
                  </a:lnTo>
                  <a:lnTo>
                    <a:pt x="204914" y="1565"/>
                  </a:lnTo>
                  <a:lnTo>
                    <a:pt x="203212" y="1619"/>
                  </a:lnTo>
                  <a:lnTo>
                    <a:pt x="202498" y="1642"/>
                  </a:lnTo>
                  <a:lnTo>
                    <a:pt x="202221" y="1704"/>
                  </a:lnTo>
                  <a:lnTo>
                    <a:pt x="201153" y="2120"/>
                  </a:lnTo>
                  <a:lnTo>
                    <a:pt x="200671" y="2315"/>
                  </a:lnTo>
                  <a:lnTo>
                    <a:pt x="200282" y="2471"/>
                  </a:lnTo>
                  <a:lnTo>
                    <a:pt x="198668" y="3122"/>
                  </a:lnTo>
                  <a:lnTo>
                    <a:pt x="196331" y="4066"/>
                  </a:lnTo>
                  <a:lnTo>
                    <a:pt x="196071" y="5378"/>
                  </a:lnTo>
                  <a:lnTo>
                    <a:pt x="195999" y="5645"/>
                  </a:lnTo>
                  <a:lnTo>
                    <a:pt x="195463" y="7635"/>
                  </a:lnTo>
                  <a:lnTo>
                    <a:pt x="195328" y="8135"/>
                  </a:lnTo>
                  <a:lnTo>
                    <a:pt x="195144" y="8818"/>
                  </a:lnTo>
                  <a:lnTo>
                    <a:pt x="194856" y="9868"/>
                  </a:lnTo>
                  <a:lnTo>
                    <a:pt x="194585" y="10856"/>
                  </a:lnTo>
                  <a:lnTo>
                    <a:pt x="194186" y="11941"/>
                  </a:lnTo>
                  <a:lnTo>
                    <a:pt x="193870" y="12800"/>
                  </a:lnTo>
                  <a:lnTo>
                    <a:pt x="191834" y="14544"/>
                  </a:lnTo>
                  <a:lnTo>
                    <a:pt x="191115" y="15008"/>
                  </a:lnTo>
                  <a:lnTo>
                    <a:pt x="190853" y="15307"/>
                  </a:lnTo>
                  <a:lnTo>
                    <a:pt x="190514" y="15694"/>
                  </a:lnTo>
                  <a:lnTo>
                    <a:pt x="190217" y="16033"/>
                  </a:lnTo>
                  <a:lnTo>
                    <a:pt x="189953" y="16335"/>
                  </a:lnTo>
                  <a:lnTo>
                    <a:pt x="189439" y="16922"/>
                  </a:lnTo>
                  <a:lnTo>
                    <a:pt x="189062" y="17608"/>
                  </a:lnTo>
                  <a:lnTo>
                    <a:pt x="188536" y="18564"/>
                  </a:lnTo>
                  <a:lnTo>
                    <a:pt x="188174" y="19222"/>
                  </a:lnTo>
                  <a:lnTo>
                    <a:pt x="188031" y="19482"/>
                  </a:lnTo>
                  <a:lnTo>
                    <a:pt x="187885" y="19749"/>
                  </a:lnTo>
                  <a:lnTo>
                    <a:pt x="187662" y="20154"/>
                  </a:lnTo>
                  <a:lnTo>
                    <a:pt x="187076" y="21218"/>
                  </a:lnTo>
                  <a:lnTo>
                    <a:pt x="186983" y="21386"/>
                  </a:lnTo>
                  <a:lnTo>
                    <a:pt x="186555" y="21090"/>
                  </a:lnTo>
                  <a:lnTo>
                    <a:pt x="186271" y="20893"/>
                  </a:lnTo>
                  <a:lnTo>
                    <a:pt x="185728" y="20517"/>
                  </a:lnTo>
                  <a:lnTo>
                    <a:pt x="185598" y="20427"/>
                  </a:lnTo>
                  <a:lnTo>
                    <a:pt x="185359" y="20262"/>
                  </a:lnTo>
                  <a:lnTo>
                    <a:pt x="184604" y="19739"/>
                  </a:lnTo>
                  <a:lnTo>
                    <a:pt x="182493" y="18282"/>
                  </a:lnTo>
                  <a:lnTo>
                    <a:pt x="182183" y="18054"/>
                  </a:lnTo>
                  <a:lnTo>
                    <a:pt x="181964" y="18015"/>
                  </a:lnTo>
                  <a:lnTo>
                    <a:pt x="179217" y="17529"/>
                  </a:lnTo>
                  <a:lnTo>
                    <a:pt x="178963" y="18568"/>
                  </a:lnTo>
                  <a:lnTo>
                    <a:pt x="178867" y="18961"/>
                  </a:lnTo>
                  <a:lnTo>
                    <a:pt x="178651" y="19829"/>
                  </a:lnTo>
                  <a:lnTo>
                    <a:pt x="178564" y="20174"/>
                  </a:lnTo>
                  <a:lnTo>
                    <a:pt x="178293" y="21248"/>
                  </a:lnTo>
                  <a:lnTo>
                    <a:pt x="178252" y="21416"/>
                  </a:lnTo>
                  <a:lnTo>
                    <a:pt x="178055" y="22237"/>
                  </a:lnTo>
                  <a:lnTo>
                    <a:pt x="178010" y="22435"/>
                  </a:lnTo>
                  <a:lnTo>
                    <a:pt x="177878" y="22961"/>
                  </a:lnTo>
                  <a:lnTo>
                    <a:pt x="177807" y="23244"/>
                  </a:lnTo>
                  <a:lnTo>
                    <a:pt x="177740" y="23482"/>
                  </a:lnTo>
                  <a:lnTo>
                    <a:pt x="177679" y="23781"/>
                  </a:lnTo>
                  <a:lnTo>
                    <a:pt x="177592" y="24205"/>
                  </a:lnTo>
                  <a:lnTo>
                    <a:pt x="177558" y="24374"/>
                  </a:lnTo>
                  <a:lnTo>
                    <a:pt x="177466" y="24822"/>
                  </a:lnTo>
                  <a:lnTo>
                    <a:pt x="177374" y="25071"/>
                  </a:lnTo>
                  <a:lnTo>
                    <a:pt x="177331" y="25248"/>
                  </a:lnTo>
                  <a:lnTo>
                    <a:pt x="177194" y="25803"/>
                  </a:lnTo>
                  <a:lnTo>
                    <a:pt x="176992" y="26625"/>
                  </a:lnTo>
                  <a:lnTo>
                    <a:pt x="176835" y="27262"/>
                  </a:lnTo>
                  <a:lnTo>
                    <a:pt x="176747" y="27621"/>
                  </a:lnTo>
                  <a:lnTo>
                    <a:pt x="176661" y="27972"/>
                  </a:lnTo>
                  <a:lnTo>
                    <a:pt x="176389" y="29095"/>
                  </a:lnTo>
                  <a:lnTo>
                    <a:pt x="176343" y="29282"/>
                  </a:lnTo>
                  <a:lnTo>
                    <a:pt x="176195" y="29893"/>
                  </a:lnTo>
                  <a:lnTo>
                    <a:pt x="176054" y="30475"/>
                  </a:lnTo>
                  <a:lnTo>
                    <a:pt x="175897" y="31107"/>
                  </a:lnTo>
                  <a:lnTo>
                    <a:pt x="175396" y="33004"/>
                  </a:lnTo>
                  <a:lnTo>
                    <a:pt x="175373" y="33160"/>
                  </a:lnTo>
                  <a:lnTo>
                    <a:pt x="175353" y="33305"/>
                  </a:lnTo>
                  <a:lnTo>
                    <a:pt x="175358" y="33439"/>
                  </a:lnTo>
                  <a:lnTo>
                    <a:pt x="175350" y="33582"/>
                  </a:lnTo>
                  <a:lnTo>
                    <a:pt x="175340" y="33852"/>
                  </a:lnTo>
                  <a:lnTo>
                    <a:pt x="175325" y="34045"/>
                  </a:lnTo>
                  <a:lnTo>
                    <a:pt x="175312" y="34177"/>
                  </a:lnTo>
                  <a:lnTo>
                    <a:pt x="175299" y="34330"/>
                  </a:lnTo>
                  <a:lnTo>
                    <a:pt x="175299" y="34582"/>
                  </a:lnTo>
                  <a:lnTo>
                    <a:pt x="175281" y="34780"/>
                  </a:lnTo>
                  <a:lnTo>
                    <a:pt x="175266" y="34928"/>
                  </a:lnTo>
                  <a:lnTo>
                    <a:pt x="175253" y="35081"/>
                  </a:lnTo>
                  <a:lnTo>
                    <a:pt x="175246" y="35317"/>
                  </a:lnTo>
                  <a:lnTo>
                    <a:pt x="175225" y="35516"/>
                  </a:lnTo>
                  <a:lnTo>
                    <a:pt x="175210" y="35671"/>
                  </a:lnTo>
                  <a:lnTo>
                    <a:pt x="175185" y="35956"/>
                  </a:lnTo>
                  <a:lnTo>
                    <a:pt x="175167" y="36129"/>
                  </a:lnTo>
                  <a:lnTo>
                    <a:pt x="175154" y="36264"/>
                  </a:lnTo>
                  <a:lnTo>
                    <a:pt x="175149" y="36419"/>
                  </a:lnTo>
                  <a:lnTo>
                    <a:pt x="175162" y="36653"/>
                  </a:lnTo>
                  <a:lnTo>
                    <a:pt x="175142" y="36854"/>
                  </a:lnTo>
                  <a:lnTo>
                    <a:pt x="175129" y="36997"/>
                  </a:lnTo>
                  <a:lnTo>
                    <a:pt x="175116" y="37149"/>
                  </a:lnTo>
                  <a:lnTo>
                    <a:pt x="175098" y="37305"/>
                  </a:lnTo>
                  <a:lnTo>
                    <a:pt x="175070" y="37612"/>
                  </a:lnTo>
                  <a:lnTo>
                    <a:pt x="175052" y="37793"/>
                  </a:lnTo>
                  <a:lnTo>
                    <a:pt x="175055" y="37943"/>
                  </a:lnTo>
                  <a:lnTo>
                    <a:pt x="175040" y="38091"/>
                  </a:lnTo>
                  <a:lnTo>
                    <a:pt x="174841" y="38221"/>
                  </a:lnTo>
                  <a:lnTo>
                    <a:pt x="174220" y="38623"/>
                  </a:lnTo>
                  <a:lnTo>
                    <a:pt x="173793" y="38877"/>
                  </a:lnTo>
                  <a:lnTo>
                    <a:pt x="173597" y="38997"/>
                  </a:lnTo>
                  <a:lnTo>
                    <a:pt x="173111" y="39345"/>
                  </a:lnTo>
                  <a:lnTo>
                    <a:pt x="172793" y="39485"/>
                  </a:lnTo>
                  <a:lnTo>
                    <a:pt x="172536" y="39646"/>
                  </a:lnTo>
                  <a:lnTo>
                    <a:pt x="172381" y="39981"/>
                  </a:lnTo>
                  <a:lnTo>
                    <a:pt x="172463" y="40214"/>
                  </a:lnTo>
                  <a:lnTo>
                    <a:pt x="172597" y="40440"/>
                  </a:lnTo>
                  <a:lnTo>
                    <a:pt x="172732" y="40654"/>
                  </a:lnTo>
                  <a:lnTo>
                    <a:pt x="172912" y="41018"/>
                  </a:lnTo>
                  <a:lnTo>
                    <a:pt x="173183" y="41168"/>
                  </a:lnTo>
                  <a:lnTo>
                    <a:pt x="173342" y="41264"/>
                  </a:lnTo>
                  <a:lnTo>
                    <a:pt x="173779" y="41630"/>
                  </a:lnTo>
                  <a:lnTo>
                    <a:pt x="173872" y="41779"/>
                  </a:lnTo>
                  <a:lnTo>
                    <a:pt x="174254" y="42168"/>
                  </a:lnTo>
                  <a:lnTo>
                    <a:pt x="174421" y="42301"/>
                  </a:lnTo>
                  <a:lnTo>
                    <a:pt x="175006" y="42730"/>
                  </a:lnTo>
                  <a:lnTo>
                    <a:pt x="175151" y="42799"/>
                  </a:lnTo>
                  <a:lnTo>
                    <a:pt x="175292" y="42862"/>
                  </a:lnTo>
                  <a:lnTo>
                    <a:pt x="175432" y="42927"/>
                  </a:lnTo>
                  <a:lnTo>
                    <a:pt x="175824" y="43111"/>
                  </a:lnTo>
                  <a:lnTo>
                    <a:pt x="175960" y="43171"/>
                  </a:lnTo>
                  <a:lnTo>
                    <a:pt x="176111" y="43240"/>
                  </a:lnTo>
                  <a:lnTo>
                    <a:pt x="176311" y="43337"/>
                  </a:lnTo>
                  <a:lnTo>
                    <a:pt x="176500" y="43332"/>
                  </a:lnTo>
                  <a:lnTo>
                    <a:pt x="176903" y="43579"/>
                  </a:lnTo>
                  <a:lnTo>
                    <a:pt x="177385" y="43920"/>
                  </a:lnTo>
                  <a:lnTo>
                    <a:pt x="177477" y="44071"/>
                  </a:lnTo>
                  <a:lnTo>
                    <a:pt x="177643" y="44276"/>
                  </a:lnTo>
                  <a:lnTo>
                    <a:pt x="177837" y="44550"/>
                  </a:lnTo>
                  <a:lnTo>
                    <a:pt x="177842" y="45008"/>
                  </a:lnTo>
                  <a:lnTo>
                    <a:pt x="177592" y="45198"/>
                  </a:lnTo>
                  <a:lnTo>
                    <a:pt x="177376" y="45450"/>
                  </a:lnTo>
                  <a:lnTo>
                    <a:pt x="177338" y="45578"/>
                  </a:lnTo>
                  <a:lnTo>
                    <a:pt x="177099" y="45991"/>
                  </a:lnTo>
                  <a:lnTo>
                    <a:pt x="177139" y="46285"/>
                  </a:lnTo>
                  <a:lnTo>
                    <a:pt x="177246" y="46443"/>
                  </a:lnTo>
                  <a:lnTo>
                    <a:pt x="177414" y="46592"/>
                  </a:lnTo>
                  <a:lnTo>
                    <a:pt x="177646" y="46796"/>
                  </a:lnTo>
                  <a:lnTo>
                    <a:pt x="178140" y="47100"/>
                  </a:lnTo>
                  <a:lnTo>
                    <a:pt x="178291" y="47184"/>
                  </a:lnTo>
                  <a:lnTo>
                    <a:pt x="178532" y="47302"/>
                  </a:lnTo>
                  <a:lnTo>
                    <a:pt x="178966" y="47742"/>
                  </a:lnTo>
                  <a:lnTo>
                    <a:pt x="178994" y="47954"/>
                  </a:lnTo>
                  <a:lnTo>
                    <a:pt x="178994" y="48180"/>
                  </a:lnTo>
                  <a:lnTo>
                    <a:pt x="178982" y="48307"/>
                  </a:lnTo>
                  <a:lnTo>
                    <a:pt x="178976" y="48451"/>
                  </a:lnTo>
                  <a:lnTo>
                    <a:pt x="178965" y="48586"/>
                  </a:lnTo>
                  <a:lnTo>
                    <a:pt x="178984" y="48904"/>
                  </a:lnTo>
                  <a:lnTo>
                    <a:pt x="179184" y="49099"/>
                  </a:lnTo>
                  <a:lnTo>
                    <a:pt x="179297" y="49251"/>
                  </a:lnTo>
                  <a:lnTo>
                    <a:pt x="179358" y="49539"/>
                  </a:lnTo>
                  <a:lnTo>
                    <a:pt x="179637" y="50048"/>
                  </a:lnTo>
                  <a:lnTo>
                    <a:pt x="179753" y="50290"/>
                  </a:lnTo>
                  <a:lnTo>
                    <a:pt x="179750" y="50601"/>
                  </a:lnTo>
                  <a:lnTo>
                    <a:pt x="179460" y="50896"/>
                  </a:lnTo>
                  <a:lnTo>
                    <a:pt x="179300" y="50977"/>
                  </a:lnTo>
                  <a:lnTo>
                    <a:pt x="179077" y="51104"/>
                  </a:lnTo>
                  <a:lnTo>
                    <a:pt x="178664" y="51339"/>
                  </a:lnTo>
                  <a:lnTo>
                    <a:pt x="178241" y="51688"/>
                  </a:lnTo>
                  <a:lnTo>
                    <a:pt x="178113" y="51797"/>
                  </a:lnTo>
                  <a:lnTo>
                    <a:pt x="177567" y="52338"/>
                  </a:lnTo>
                  <a:lnTo>
                    <a:pt x="177276" y="52697"/>
                  </a:lnTo>
                  <a:lnTo>
                    <a:pt x="177191" y="52853"/>
                  </a:lnTo>
                  <a:lnTo>
                    <a:pt x="177053" y="53092"/>
                  </a:lnTo>
                  <a:lnTo>
                    <a:pt x="176942" y="53265"/>
                  </a:lnTo>
                  <a:lnTo>
                    <a:pt x="176768" y="53519"/>
                  </a:lnTo>
                  <a:lnTo>
                    <a:pt x="176618" y="53776"/>
                  </a:lnTo>
                  <a:lnTo>
                    <a:pt x="176324" y="53950"/>
                  </a:lnTo>
                  <a:lnTo>
                    <a:pt x="176135" y="54148"/>
                  </a:lnTo>
                  <a:lnTo>
                    <a:pt x="175955" y="54358"/>
                  </a:lnTo>
                  <a:lnTo>
                    <a:pt x="175857" y="54546"/>
                  </a:lnTo>
                  <a:lnTo>
                    <a:pt x="175766" y="54842"/>
                  </a:lnTo>
                  <a:lnTo>
                    <a:pt x="175704" y="55186"/>
                  </a:lnTo>
                  <a:lnTo>
                    <a:pt x="175671" y="55539"/>
                  </a:lnTo>
                  <a:lnTo>
                    <a:pt x="175192" y="56035"/>
                  </a:lnTo>
                  <a:lnTo>
                    <a:pt x="175041" y="56105"/>
                  </a:lnTo>
                  <a:lnTo>
                    <a:pt x="174653" y="56274"/>
                  </a:lnTo>
                  <a:lnTo>
                    <a:pt x="174521" y="56338"/>
                  </a:lnTo>
                  <a:lnTo>
                    <a:pt x="174392" y="56400"/>
                  </a:lnTo>
                  <a:lnTo>
                    <a:pt x="174218" y="56482"/>
                  </a:lnTo>
                  <a:lnTo>
                    <a:pt x="174082" y="56559"/>
                  </a:lnTo>
                  <a:lnTo>
                    <a:pt x="173942" y="56659"/>
                  </a:lnTo>
                  <a:lnTo>
                    <a:pt x="173591" y="56897"/>
                  </a:lnTo>
                  <a:lnTo>
                    <a:pt x="173324" y="57084"/>
                  </a:lnTo>
                  <a:lnTo>
                    <a:pt x="173071" y="57277"/>
                  </a:lnTo>
                  <a:lnTo>
                    <a:pt x="172551" y="57628"/>
                  </a:lnTo>
                  <a:lnTo>
                    <a:pt x="171930" y="58042"/>
                  </a:lnTo>
                  <a:lnTo>
                    <a:pt x="171597" y="58251"/>
                  </a:lnTo>
                  <a:lnTo>
                    <a:pt x="171409" y="58366"/>
                  </a:lnTo>
                  <a:lnTo>
                    <a:pt x="170878" y="58675"/>
                  </a:lnTo>
                  <a:lnTo>
                    <a:pt x="170727" y="58757"/>
                  </a:lnTo>
                  <a:lnTo>
                    <a:pt x="170398" y="58966"/>
                  </a:lnTo>
                  <a:lnTo>
                    <a:pt x="170007" y="59213"/>
                  </a:lnTo>
                  <a:lnTo>
                    <a:pt x="168964" y="59872"/>
                  </a:lnTo>
                  <a:lnTo>
                    <a:pt x="168679" y="59920"/>
                  </a:lnTo>
                  <a:lnTo>
                    <a:pt x="168104" y="59572"/>
                  </a:lnTo>
                  <a:lnTo>
                    <a:pt x="167979" y="59434"/>
                  </a:lnTo>
                  <a:lnTo>
                    <a:pt x="167628" y="59780"/>
                  </a:lnTo>
                  <a:lnTo>
                    <a:pt x="167030" y="60205"/>
                  </a:lnTo>
                  <a:lnTo>
                    <a:pt x="166668" y="60485"/>
                  </a:lnTo>
                  <a:lnTo>
                    <a:pt x="166541" y="60503"/>
                  </a:lnTo>
                  <a:lnTo>
                    <a:pt x="166353" y="60651"/>
                  </a:lnTo>
                  <a:lnTo>
                    <a:pt x="166119" y="60714"/>
                  </a:lnTo>
                  <a:lnTo>
                    <a:pt x="165925" y="60803"/>
                  </a:lnTo>
                  <a:lnTo>
                    <a:pt x="165635" y="60958"/>
                  </a:lnTo>
                  <a:lnTo>
                    <a:pt x="165483" y="61014"/>
                  </a:lnTo>
                  <a:lnTo>
                    <a:pt x="165210" y="61147"/>
                  </a:lnTo>
                  <a:lnTo>
                    <a:pt x="164880" y="61304"/>
                  </a:lnTo>
                  <a:lnTo>
                    <a:pt x="164717" y="61383"/>
                  </a:lnTo>
                  <a:lnTo>
                    <a:pt x="164292" y="61588"/>
                  </a:lnTo>
                  <a:lnTo>
                    <a:pt x="164149" y="61617"/>
                  </a:lnTo>
                  <a:lnTo>
                    <a:pt x="163984" y="61658"/>
                  </a:lnTo>
                  <a:lnTo>
                    <a:pt x="163829" y="61707"/>
                  </a:lnTo>
                  <a:lnTo>
                    <a:pt x="163551" y="61742"/>
                  </a:lnTo>
                  <a:lnTo>
                    <a:pt x="163302" y="61854"/>
                  </a:lnTo>
                  <a:lnTo>
                    <a:pt x="163170" y="61941"/>
                  </a:lnTo>
                  <a:lnTo>
                    <a:pt x="163009" y="61969"/>
                  </a:lnTo>
                  <a:lnTo>
                    <a:pt x="162880" y="61989"/>
                  </a:lnTo>
                  <a:lnTo>
                    <a:pt x="162595" y="62025"/>
                  </a:lnTo>
                  <a:lnTo>
                    <a:pt x="162455" y="62063"/>
                  </a:lnTo>
                  <a:lnTo>
                    <a:pt x="162279" y="62065"/>
                  </a:lnTo>
                  <a:lnTo>
                    <a:pt x="162124" y="62035"/>
                  </a:lnTo>
                  <a:lnTo>
                    <a:pt x="161700" y="62212"/>
                  </a:lnTo>
                  <a:lnTo>
                    <a:pt x="161559" y="62251"/>
                  </a:lnTo>
                  <a:lnTo>
                    <a:pt x="161429" y="62302"/>
                  </a:lnTo>
                  <a:lnTo>
                    <a:pt x="161162" y="62394"/>
                  </a:lnTo>
                  <a:lnTo>
                    <a:pt x="161015" y="62419"/>
                  </a:lnTo>
                  <a:lnTo>
                    <a:pt x="160854" y="62429"/>
                  </a:lnTo>
                  <a:lnTo>
                    <a:pt x="160704" y="62472"/>
                  </a:lnTo>
                  <a:lnTo>
                    <a:pt x="160168" y="62711"/>
                  </a:lnTo>
                  <a:lnTo>
                    <a:pt x="160032" y="62701"/>
                  </a:lnTo>
                  <a:lnTo>
                    <a:pt x="159513" y="62757"/>
                  </a:lnTo>
                  <a:lnTo>
                    <a:pt x="159368" y="62775"/>
                  </a:lnTo>
                  <a:lnTo>
                    <a:pt x="159210" y="62656"/>
                  </a:lnTo>
                  <a:lnTo>
                    <a:pt x="159060" y="62656"/>
                  </a:lnTo>
                  <a:lnTo>
                    <a:pt x="158913" y="62618"/>
                  </a:lnTo>
                  <a:lnTo>
                    <a:pt x="158345" y="62612"/>
                  </a:lnTo>
                  <a:lnTo>
                    <a:pt x="158218" y="62658"/>
                  </a:lnTo>
                  <a:lnTo>
                    <a:pt x="158068" y="62755"/>
                  </a:lnTo>
                  <a:lnTo>
                    <a:pt x="157821" y="62920"/>
                  </a:lnTo>
                  <a:lnTo>
                    <a:pt x="158200" y="63775"/>
                  </a:lnTo>
                  <a:lnTo>
                    <a:pt x="158429" y="63974"/>
                  </a:lnTo>
                  <a:lnTo>
                    <a:pt x="158556" y="64261"/>
                  </a:lnTo>
                  <a:lnTo>
                    <a:pt x="158630" y="64551"/>
                  </a:lnTo>
                  <a:lnTo>
                    <a:pt x="158760" y="64773"/>
                  </a:lnTo>
                  <a:lnTo>
                    <a:pt x="158857" y="64946"/>
                  </a:lnTo>
                  <a:lnTo>
                    <a:pt x="158948" y="65195"/>
                  </a:lnTo>
                  <a:lnTo>
                    <a:pt x="159048" y="65528"/>
                  </a:lnTo>
                  <a:lnTo>
                    <a:pt x="159422" y="65971"/>
                  </a:lnTo>
                  <a:lnTo>
                    <a:pt x="159658" y="66175"/>
                  </a:lnTo>
                  <a:lnTo>
                    <a:pt x="159918" y="66455"/>
                  </a:lnTo>
                  <a:lnTo>
                    <a:pt x="159964" y="66597"/>
                  </a:lnTo>
                  <a:lnTo>
                    <a:pt x="160244" y="66895"/>
                  </a:lnTo>
                  <a:lnTo>
                    <a:pt x="160488" y="67447"/>
                  </a:lnTo>
                  <a:lnTo>
                    <a:pt x="161124" y="68170"/>
                  </a:lnTo>
                  <a:lnTo>
                    <a:pt x="161325" y="68394"/>
                  </a:lnTo>
                  <a:lnTo>
                    <a:pt x="161597" y="68694"/>
                  </a:lnTo>
                  <a:lnTo>
                    <a:pt x="161913" y="69045"/>
                  </a:lnTo>
                  <a:lnTo>
                    <a:pt x="162210" y="69378"/>
                  </a:lnTo>
                  <a:lnTo>
                    <a:pt x="162722" y="69936"/>
                  </a:lnTo>
                  <a:lnTo>
                    <a:pt x="162903" y="70203"/>
                  </a:lnTo>
                  <a:lnTo>
                    <a:pt x="163091" y="70434"/>
                  </a:lnTo>
                  <a:lnTo>
                    <a:pt x="163536" y="71063"/>
                  </a:lnTo>
                  <a:lnTo>
                    <a:pt x="163732" y="71190"/>
                  </a:lnTo>
                  <a:lnTo>
                    <a:pt x="163908" y="71386"/>
                  </a:lnTo>
                  <a:lnTo>
                    <a:pt x="163936" y="71612"/>
                  </a:lnTo>
                  <a:lnTo>
                    <a:pt x="163826" y="71994"/>
                  </a:lnTo>
                  <a:lnTo>
                    <a:pt x="163669" y="71964"/>
                  </a:lnTo>
                  <a:lnTo>
                    <a:pt x="163470" y="71831"/>
                  </a:lnTo>
                  <a:lnTo>
                    <a:pt x="163272" y="71722"/>
                  </a:lnTo>
                  <a:lnTo>
                    <a:pt x="163104" y="71633"/>
                  </a:lnTo>
                  <a:lnTo>
                    <a:pt x="162824" y="71778"/>
                  </a:lnTo>
                  <a:lnTo>
                    <a:pt x="162870" y="72035"/>
                  </a:lnTo>
                  <a:lnTo>
                    <a:pt x="162905" y="72170"/>
                  </a:lnTo>
                  <a:lnTo>
                    <a:pt x="162793" y="72457"/>
                  </a:lnTo>
                  <a:lnTo>
                    <a:pt x="162363" y="73221"/>
                  </a:lnTo>
                  <a:lnTo>
                    <a:pt x="161890" y="73577"/>
                  </a:lnTo>
                  <a:lnTo>
                    <a:pt x="161763" y="73671"/>
                  </a:lnTo>
                  <a:lnTo>
                    <a:pt x="161508" y="73638"/>
                  </a:lnTo>
                  <a:lnTo>
                    <a:pt x="161335" y="73465"/>
                  </a:lnTo>
                  <a:lnTo>
                    <a:pt x="161035" y="73241"/>
                  </a:lnTo>
                  <a:lnTo>
                    <a:pt x="160859" y="73037"/>
                  </a:lnTo>
                  <a:lnTo>
                    <a:pt x="160531" y="73055"/>
                  </a:lnTo>
                  <a:lnTo>
                    <a:pt x="160254" y="73139"/>
                  </a:lnTo>
                  <a:lnTo>
                    <a:pt x="160218" y="73371"/>
                  </a:lnTo>
                  <a:lnTo>
                    <a:pt x="160172" y="73653"/>
                  </a:lnTo>
                  <a:lnTo>
                    <a:pt x="160144" y="73821"/>
                  </a:lnTo>
                  <a:lnTo>
                    <a:pt x="159999" y="73854"/>
                  </a:lnTo>
                  <a:lnTo>
                    <a:pt x="159724" y="73745"/>
                  </a:lnTo>
                  <a:lnTo>
                    <a:pt x="159592" y="73724"/>
                  </a:lnTo>
                  <a:lnTo>
                    <a:pt x="159350" y="73712"/>
                  </a:lnTo>
                  <a:lnTo>
                    <a:pt x="159190" y="73668"/>
                  </a:lnTo>
                  <a:lnTo>
                    <a:pt x="159157" y="73541"/>
                  </a:lnTo>
                  <a:lnTo>
                    <a:pt x="158834" y="73098"/>
                  </a:lnTo>
                  <a:lnTo>
                    <a:pt x="158839" y="72961"/>
                  </a:lnTo>
                  <a:lnTo>
                    <a:pt x="158582" y="72536"/>
                  </a:lnTo>
                  <a:lnTo>
                    <a:pt x="158266" y="72065"/>
                  </a:lnTo>
                  <a:lnTo>
                    <a:pt x="157905" y="71829"/>
                  </a:lnTo>
                  <a:lnTo>
                    <a:pt x="153167" y="79778"/>
                  </a:lnTo>
                  <a:lnTo>
                    <a:pt x="153002" y="80309"/>
                  </a:lnTo>
                  <a:lnTo>
                    <a:pt x="152049" y="82075"/>
                  </a:lnTo>
                  <a:lnTo>
                    <a:pt x="151965" y="82498"/>
                  </a:lnTo>
                  <a:lnTo>
                    <a:pt x="151773" y="83094"/>
                  </a:lnTo>
                  <a:lnTo>
                    <a:pt x="151706" y="83766"/>
                  </a:lnTo>
                  <a:lnTo>
                    <a:pt x="151691" y="83909"/>
                  </a:lnTo>
                  <a:lnTo>
                    <a:pt x="151661" y="84211"/>
                  </a:lnTo>
                  <a:lnTo>
                    <a:pt x="151434" y="84747"/>
                  </a:lnTo>
                  <a:lnTo>
                    <a:pt x="151103" y="85047"/>
                  </a:lnTo>
                  <a:lnTo>
                    <a:pt x="150965" y="85172"/>
                  </a:lnTo>
                  <a:lnTo>
                    <a:pt x="150566" y="86167"/>
                  </a:lnTo>
                  <a:lnTo>
                    <a:pt x="149488" y="88858"/>
                  </a:lnTo>
                  <a:lnTo>
                    <a:pt x="148648" y="89928"/>
                  </a:lnTo>
                  <a:lnTo>
                    <a:pt x="148292" y="91038"/>
                  </a:lnTo>
                  <a:lnTo>
                    <a:pt x="147121" y="93041"/>
                  </a:lnTo>
                  <a:lnTo>
                    <a:pt x="146558" y="93583"/>
                  </a:lnTo>
                  <a:lnTo>
                    <a:pt x="146498" y="93884"/>
                  </a:lnTo>
                  <a:lnTo>
                    <a:pt x="146431" y="94218"/>
                  </a:lnTo>
                  <a:lnTo>
                    <a:pt x="146389" y="94423"/>
                  </a:lnTo>
                  <a:lnTo>
                    <a:pt x="146314" y="94795"/>
                  </a:lnTo>
                  <a:lnTo>
                    <a:pt x="146244" y="95147"/>
                  </a:lnTo>
                  <a:lnTo>
                    <a:pt x="146138" y="95673"/>
                  </a:lnTo>
                  <a:lnTo>
                    <a:pt x="146091" y="95903"/>
                  </a:lnTo>
                  <a:lnTo>
                    <a:pt x="146056" y="96076"/>
                  </a:lnTo>
                  <a:lnTo>
                    <a:pt x="143891" y="106836"/>
                  </a:lnTo>
                  <a:lnTo>
                    <a:pt x="144299" y="108192"/>
                  </a:lnTo>
                  <a:lnTo>
                    <a:pt x="144345" y="108347"/>
                  </a:lnTo>
                  <a:lnTo>
                    <a:pt x="145577" y="112442"/>
                  </a:lnTo>
                  <a:lnTo>
                    <a:pt x="145025" y="116109"/>
                  </a:lnTo>
                  <a:lnTo>
                    <a:pt x="144940" y="116673"/>
                  </a:lnTo>
                  <a:lnTo>
                    <a:pt x="144879" y="117083"/>
                  </a:lnTo>
                  <a:lnTo>
                    <a:pt x="144858" y="117219"/>
                  </a:lnTo>
                  <a:lnTo>
                    <a:pt x="144726" y="118096"/>
                  </a:lnTo>
                  <a:lnTo>
                    <a:pt x="144408" y="120207"/>
                  </a:lnTo>
                  <a:lnTo>
                    <a:pt x="144321" y="120788"/>
                  </a:lnTo>
                  <a:lnTo>
                    <a:pt x="143240" y="127967"/>
                  </a:lnTo>
                  <a:lnTo>
                    <a:pt x="143201" y="128230"/>
                  </a:lnTo>
                  <a:lnTo>
                    <a:pt x="143105" y="128864"/>
                  </a:lnTo>
                  <a:lnTo>
                    <a:pt x="143199" y="129054"/>
                  </a:lnTo>
                  <a:lnTo>
                    <a:pt x="144190" y="131837"/>
                  </a:lnTo>
                  <a:lnTo>
                    <a:pt x="144585" y="131893"/>
                  </a:lnTo>
                  <a:lnTo>
                    <a:pt x="145089" y="131933"/>
                  </a:lnTo>
                  <a:lnTo>
                    <a:pt x="145346" y="131941"/>
                  </a:lnTo>
                  <a:lnTo>
                    <a:pt x="145954" y="131959"/>
                  </a:lnTo>
                  <a:lnTo>
                    <a:pt x="146566" y="131977"/>
                  </a:lnTo>
                  <a:lnTo>
                    <a:pt x="147155" y="131992"/>
                  </a:lnTo>
                  <a:lnTo>
                    <a:pt x="147745" y="132007"/>
                  </a:lnTo>
                  <a:lnTo>
                    <a:pt x="148368" y="132022"/>
                  </a:lnTo>
                  <a:lnTo>
                    <a:pt x="149023" y="132045"/>
                  </a:lnTo>
                  <a:lnTo>
                    <a:pt x="149715" y="132063"/>
                  </a:lnTo>
                  <a:lnTo>
                    <a:pt x="149975" y="132070"/>
                  </a:lnTo>
                  <a:lnTo>
                    <a:pt x="151348" y="132106"/>
                  </a:lnTo>
                  <a:lnTo>
                    <a:pt x="151745" y="132084"/>
                  </a:lnTo>
                  <a:lnTo>
                    <a:pt x="152483" y="132038"/>
                  </a:lnTo>
                  <a:lnTo>
                    <a:pt x="152811" y="132183"/>
                  </a:lnTo>
                  <a:lnTo>
                    <a:pt x="153033" y="132251"/>
                  </a:lnTo>
                  <a:lnTo>
                    <a:pt x="154580" y="132743"/>
                  </a:lnTo>
                  <a:lnTo>
                    <a:pt x="155496" y="133050"/>
                  </a:lnTo>
                  <a:lnTo>
                    <a:pt x="157420" y="133671"/>
                  </a:lnTo>
                  <a:lnTo>
                    <a:pt x="157389" y="133806"/>
                  </a:lnTo>
                  <a:lnTo>
                    <a:pt x="157295" y="134005"/>
                  </a:lnTo>
                  <a:lnTo>
                    <a:pt x="157239" y="134147"/>
                  </a:lnTo>
                  <a:lnTo>
                    <a:pt x="157132" y="134274"/>
                  </a:lnTo>
                  <a:lnTo>
                    <a:pt x="156951" y="134328"/>
                  </a:lnTo>
                  <a:lnTo>
                    <a:pt x="156684" y="134374"/>
                  </a:lnTo>
                  <a:lnTo>
                    <a:pt x="156531" y="134391"/>
                  </a:lnTo>
                  <a:lnTo>
                    <a:pt x="156386" y="134516"/>
                  </a:lnTo>
                  <a:lnTo>
                    <a:pt x="156221" y="134725"/>
                  </a:lnTo>
                  <a:lnTo>
                    <a:pt x="156109" y="134918"/>
                  </a:lnTo>
                  <a:lnTo>
                    <a:pt x="155829" y="135091"/>
                  </a:lnTo>
                  <a:lnTo>
                    <a:pt x="155463" y="135213"/>
                  </a:lnTo>
                  <a:lnTo>
                    <a:pt x="154653" y="135681"/>
                  </a:lnTo>
                  <a:lnTo>
                    <a:pt x="154694" y="135834"/>
                  </a:lnTo>
                  <a:lnTo>
                    <a:pt x="154763" y="135977"/>
                  </a:lnTo>
                  <a:lnTo>
                    <a:pt x="154801" y="136160"/>
                  </a:lnTo>
                  <a:lnTo>
                    <a:pt x="154730" y="136333"/>
                  </a:lnTo>
                  <a:lnTo>
                    <a:pt x="154610" y="136549"/>
                  </a:lnTo>
                  <a:lnTo>
                    <a:pt x="154519" y="136681"/>
                  </a:lnTo>
                  <a:lnTo>
                    <a:pt x="154460" y="136827"/>
                  </a:lnTo>
                  <a:lnTo>
                    <a:pt x="154496" y="137114"/>
                  </a:lnTo>
                  <a:lnTo>
                    <a:pt x="154704" y="137203"/>
                  </a:lnTo>
                  <a:lnTo>
                    <a:pt x="154893" y="137277"/>
                  </a:lnTo>
                  <a:lnTo>
                    <a:pt x="154992" y="137435"/>
                  </a:lnTo>
                  <a:lnTo>
                    <a:pt x="154977" y="137595"/>
                  </a:lnTo>
                  <a:lnTo>
                    <a:pt x="154926" y="137732"/>
                  </a:lnTo>
                  <a:lnTo>
                    <a:pt x="154806" y="137928"/>
                  </a:lnTo>
                  <a:lnTo>
                    <a:pt x="154628" y="138012"/>
                  </a:lnTo>
                  <a:lnTo>
                    <a:pt x="154465" y="138058"/>
                  </a:lnTo>
                  <a:lnTo>
                    <a:pt x="154249" y="138129"/>
                  </a:lnTo>
                  <a:lnTo>
                    <a:pt x="154071" y="138262"/>
                  </a:lnTo>
                  <a:lnTo>
                    <a:pt x="153862" y="138473"/>
                  </a:lnTo>
                  <a:lnTo>
                    <a:pt x="153684" y="138682"/>
                  </a:lnTo>
                  <a:lnTo>
                    <a:pt x="153371" y="138773"/>
                  </a:lnTo>
                  <a:lnTo>
                    <a:pt x="152768" y="138839"/>
                  </a:lnTo>
                  <a:lnTo>
                    <a:pt x="152597" y="139140"/>
                  </a:lnTo>
                  <a:lnTo>
                    <a:pt x="152437" y="139213"/>
                  </a:lnTo>
                  <a:lnTo>
                    <a:pt x="151806" y="139285"/>
                  </a:lnTo>
                  <a:lnTo>
                    <a:pt x="151521" y="139290"/>
                  </a:lnTo>
                  <a:lnTo>
                    <a:pt x="151218" y="139341"/>
                  </a:lnTo>
                  <a:lnTo>
                    <a:pt x="150875" y="139432"/>
                  </a:lnTo>
                  <a:lnTo>
                    <a:pt x="150717" y="139531"/>
                  </a:lnTo>
                  <a:lnTo>
                    <a:pt x="150300" y="139918"/>
                  </a:lnTo>
                  <a:lnTo>
                    <a:pt x="149595" y="140582"/>
                  </a:lnTo>
                  <a:lnTo>
                    <a:pt x="149646" y="141035"/>
                  </a:lnTo>
                  <a:lnTo>
                    <a:pt x="149506" y="141150"/>
                  </a:lnTo>
                  <a:lnTo>
                    <a:pt x="149343" y="141274"/>
                  </a:lnTo>
                  <a:lnTo>
                    <a:pt x="149142" y="141412"/>
                  </a:lnTo>
                  <a:lnTo>
                    <a:pt x="148969" y="141483"/>
                  </a:lnTo>
                  <a:lnTo>
                    <a:pt x="148755" y="141638"/>
                  </a:lnTo>
                  <a:lnTo>
                    <a:pt x="148524" y="141862"/>
                  </a:lnTo>
                  <a:lnTo>
                    <a:pt x="148473" y="142038"/>
                  </a:lnTo>
                  <a:lnTo>
                    <a:pt x="148430" y="142221"/>
                  </a:lnTo>
                  <a:lnTo>
                    <a:pt x="148473" y="142391"/>
                  </a:lnTo>
                  <a:lnTo>
                    <a:pt x="148401" y="142636"/>
                  </a:lnTo>
                  <a:lnTo>
                    <a:pt x="148190" y="142829"/>
                  </a:lnTo>
                  <a:lnTo>
                    <a:pt x="147834" y="143025"/>
                  </a:lnTo>
                  <a:lnTo>
                    <a:pt x="147717" y="143170"/>
                  </a:lnTo>
                  <a:lnTo>
                    <a:pt x="147608" y="143743"/>
                  </a:lnTo>
                  <a:lnTo>
                    <a:pt x="147440" y="144325"/>
                  </a:lnTo>
                  <a:lnTo>
                    <a:pt x="147569" y="144346"/>
                  </a:lnTo>
                  <a:lnTo>
                    <a:pt x="147737" y="144328"/>
                  </a:lnTo>
                  <a:lnTo>
                    <a:pt x="147885" y="144315"/>
                  </a:lnTo>
                  <a:lnTo>
                    <a:pt x="148058" y="144290"/>
                  </a:lnTo>
                  <a:lnTo>
                    <a:pt x="148239" y="144277"/>
                  </a:lnTo>
                  <a:lnTo>
                    <a:pt x="148473" y="144292"/>
                  </a:lnTo>
                  <a:lnTo>
                    <a:pt x="148633" y="144313"/>
                  </a:lnTo>
                  <a:lnTo>
                    <a:pt x="148768" y="144389"/>
                  </a:lnTo>
                  <a:lnTo>
                    <a:pt x="148931" y="144506"/>
                  </a:lnTo>
                  <a:lnTo>
                    <a:pt x="149091" y="144765"/>
                  </a:lnTo>
                  <a:lnTo>
                    <a:pt x="149183" y="144936"/>
                  </a:lnTo>
                  <a:lnTo>
                    <a:pt x="149267" y="145119"/>
                  </a:lnTo>
                  <a:lnTo>
                    <a:pt x="149346" y="145343"/>
                  </a:lnTo>
                  <a:lnTo>
                    <a:pt x="149340" y="145626"/>
                  </a:lnTo>
                  <a:lnTo>
                    <a:pt x="149379" y="145771"/>
                  </a:lnTo>
                  <a:lnTo>
                    <a:pt x="149435" y="145956"/>
                  </a:lnTo>
                  <a:lnTo>
                    <a:pt x="149524" y="146087"/>
                  </a:lnTo>
                  <a:lnTo>
                    <a:pt x="149697" y="146270"/>
                  </a:lnTo>
                  <a:lnTo>
                    <a:pt x="149829" y="146492"/>
                  </a:lnTo>
                  <a:lnTo>
                    <a:pt x="150084" y="146909"/>
                  </a:lnTo>
                  <a:lnTo>
                    <a:pt x="150258" y="147253"/>
                  </a:lnTo>
                  <a:lnTo>
                    <a:pt x="150322" y="147545"/>
                  </a:lnTo>
                  <a:lnTo>
                    <a:pt x="149661" y="148502"/>
                  </a:lnTo>
                  <a:lnTo>
                    <a:pt x="149689" y="148974"/>
                  </a:lnTo>
                  <a:lnTo>
                    <a:pt x="149757" y="149354"/>
                  </a:lnTo>
                  <a:lnTo>
                    <a:pt x="149546" y="149523"/>
                  </a:lnTo>
                  <a:lnTo>
                    <a:pt x="149485" y="149678"/>
                  </a:lnTo>
                  <a:lnTo>
                    <a:pt x="149692" y="150073"/>
                  </a:lnTo>
                  <a:lnTo>
                    <a:pt x="149799" y="150545"/>
                  </a:lnTo>
                  <a:lnTo>
                    <a:pt x="149586" y="150938"/>
                  </a:lnTo>
                  <a:lnTo>
                    <a:pt x="149585" y="151289"/>
                  </a:lnTo>
                  <a:lnTo>
                    <a:pt x="149427" y="151454"/>
                  </a:lnTo>
                  <a:lnTo>
                    <a:pt x="149391" y="151609"/>
                  </a:lnTo>
                  <a:lnTo>
                    <a:pt x="149447" y="151775"/>
                  </a:lnTo>
                  <a:lnTo>
                    <a:pt x="149575" y="151886"/>
                  </a:lnTo>
                  <a:lnTo>
                    <a:pt x="149676" y="152058"/>
                  </a:lnTo>
                  <a:lnTo>
                    <a:pt x="149748" y="152520"/>
                  </a:lnTo>
                  <a:lnTo>
                    <a:pt x="146909" y="154960"/>
                  </a:lnTo>
                  <a:lnTo>
                    <a:pt x="145603" y="155982"/>
                  </a:lnTo>
                  <a:lnTo>
                    <a:pt x="145117" y="156362"/>
                  </a:lnTo>
                  <a:lnTo>
                    <a:pt x="140002" y="160364"/>
                  </a:lnTo>
                  <a:lnTo>
                    <a:pt x="137529" y="162299"/>
                  </a:lnTo>
                  <a:lnTo>
                    <a:pt x="135971" y="163518"/>
                  </a:lnTo>
                  <a:lnTo>
                    <a:pt x="135738" y="163701"/>
                  </a:lnTo>
                  <a:lnTo>
                    <a:pt x="134937" y="164328"/>
                  </a:lnTo>
                  <a:lnTo>
                    <a:pt x="134749" y="164475"/>
                  </a:lnTo>
                  <a:lnTo>
                    <a:pt x="134162" y="164934"/>
                  </a:lnTo>
                  <a:lnTo>
                    <a:pt x="134014" y="165049"/>
                  </a:lnTo>
                  <a:lnTo>
                    <a:pt x="133096" y="165768"/>
                  </a:lnTo>
                  <a:lnTo>
                    <a:pt x="131740" y="166829"/>
                  </a:lnTo>
                  <a:lnTo>
                    <a:pt x="130989" y="167417"/>
                  </a:lnTo>
                  <a:lnTo>
                    <a:pt x="130218" y="169364"/>
                  </a:lnTo>
                  <a:lnTo>
                    <a:pt x="129972" y="169984"/>
                  </a:lnTo>
                  <a:lnTo>
                    <a:pt x="129616" y="170773"/>
                  </a:lnTo>
                  <a:lnTo>
                    <a:pt x="127601" y="171819"/>
                  </a:lnTo>
                  <a:lnTo>
                    <a:pt x="127444" y="171900"/>
                  </a:lnTo>
                  <a:lnTo>
                    <a:pt x="126439" y="172422"/>
                  </a:lnTo>
                  <a:lnTo>
                    <a:pt x="125771" y="172760"/>
                  </a:lnTo>
                  <a:lnTo>
                    <a:pt x="124057" y="174176"/>
                  </a:lnTo>
                  <a:lnTo>
                    <a:pt x="122735" y="175268"/>
                  </a:lnTo>
                  <a:lnTo>
                    <a:pt x="121759" y="176073"/>
                  </a:lnTo>
                  <a:lnTo>
                    <a:pt x="120609" y="177020"/>
                  </a:lnTo>
                  <a:lnTo>
                    <a:pt x="117389" y="180328"/>
                  </a:lnTo>
                  <a:lnTo>
                    <a:pt x="117110" y="181039"/>
                  </a:lnTo>
                  <a:lnTo>
                    <a:pt x="116888" y="181605"/>
                  </a:lnTo>
                  <a:lnTo>
                    <a:pt x="116562" y="182374"/>
                  </a:lnTo>
                  <a:lnTo>
                    <a:pt x="115325" y="182766"/>
                  </a:lnTo>
                  <a:lnTo>
                    <a:pt x="114857" y="182914"/>
                  </a:lnTo>
                  <a:lnTo>
                    <a:pt x="114455" y="183041"/>
                  </a:lnTo>
                  <a:lnTo>
                    <a:pt x="114223" y="183115"/>
                  </a:lnTo>
                  <a:lnTo>
                    <a:pt x="113362" y="183387"/>
                  </a:lnTo>
                  <a:lnTo>
                    <a:pt x="113077" y="183477"/>
                  </a:lnTo>
                  <a:lnTo>
                    <a:pt x="112072" y="183795"/>
                  </a:lnTo>
                  <a:lnTo>
                    <a:pt x="110794" y="184303"/>
                  </a:lnTo>
                  <a:lnTo>
                    <a:pt x="110316" y="185226"/>
                  </a:lnTo>
                  <a:lnTo>
                    <a:pt x="110224" y="185404"/>
                  </a:lnTo>
                  <a:lnTo>
                    <a:pt x="110079" y="185684"/>
                  </a:lnTo>
                  <a:lnTo>
                    <a:pt x="109900" y="186031"/>
                  </a:lnTo>
                  <a:lnTo>
                    <a:pt x="109005" y="187761"/>
                  </a:lnTo>
                  <a:lnTo>
                    <a:pt x="108353" y="189023"/>
                  </a:lnTo>
                  <a:lnTo>
                    <a:pt x="107990" y="189725"/>
                  </a:lnTo>
                  <a:lnTo>
                    <a:pt x="107859" y="189977"/>
                  </a:lnTo>
                  <a:lnTo>
                    <a:pt x="107547" y="190580"/>
                  </a:lnTo>
                  <a:lnTo>
                    <a:pt x="106857" y="191914"/>
                  </a:lnTo>
                  <a:lnTo>
                    <a:pt x="106591" y="192428"/>
                  </a:lnTo>
                  <a:lnTo>
                    <a:pt x="106099" y="193380"/>
                  </a:lnTo>
                  <a:lnTo>
                    <a:pt x="105372" y="194788"/>
                  </a:lnTo>
                  <a:lnTo>
                    <a:pt x="104482" y="196453"/>
                  </a:lnTo>
                  <a:lnTo>
                    <a:pt x="103915" y="196799"/>
                  </a:lnTo>
                  <a:lnTo>
                    <a:pt x="103429" y="197096"/>
                  </a:lnTo>
                  <a:lnTo>
                    <a:pt x="102889" y="197425"/>
                  </a:lnTo>
                  <a:lnTo>
                    <a:pt x="101133" y="198499"/>
                  </a:lnTo>
                  <a:lnTo>
                    <a:pt x="100948" y="198612"/>
                  </a:lnTo>
                  <a:lnTo>
                    <a:pt x="100816" y="198692"/>
                  </a:lnTo>
                  <a:lnTo>
                    <a:pt x="99308" y="199614"/>
                  </a:lnTo>
                  <a:lnTo>
                    <a:pt x="98665" y="200007"/>
                  </a:lnTo>
                  <a:lnTo>
                    <a:pt x="95644" y="201853"/>
                  </a:lnTo>
                  <a:lnTo>
                    <a:pt x="94467" y="202572"/>
                  </a:lnTo>
                  <a:lnTo>
                    <a:pt x="92922" y="203515"/>
                  </a:lnTo>
                  <a:lnTo>
                    <a:pt x="92951" y="205296"/>
                  </a:lnTo>
                  <a:lnTo>
                    <a:pt x="92955" y="205540"/>
                  </a:lnTo>
                  <a:lnTo>
                    <a:pt x="92962" y="206030"/>
                  </a:lnTo>
                  <a:lnTo>
                    <a:pt x="92998" y="208229"/>
                  </a:lnTo>
                  <a:lnTo>
                    <a:pt x="93017" y="209491"/>
                  </a:lnTo>
                  <a:lnTo>
                    <a:pt x="93033" y="210472"/>
                  </a:lnTo>
                  <a:lnTo>
                    <a:pt x="93954" y="210744"/>
                  </a:lnTo>
                  <a:lnTo>
                    <a:pt x="94142" y="210796"/>
                  </a:lnTo>
                  <a:lnTo>
                    <a:pt x="94302" y="210931"/>
                  </a:lnTo>
                  <a:lnTo>
                    <a:pt x="94486" y="211262"/>
                  </a:lnTo>
                  <a:lnTo>
                    <a:pt x="94577" y="211509"/>
                  </a:lnTo>
                  <a:lnTo>
                    <a:pt x="94633" y="211752"/>
                  </a:lnTo>
                  <a:lnTo>
                    <a:pt x="94801" y="211992"/>
                  </a:lnTo>
                  <a:lnTo>
                    <a:pt x="98107" y="211551"/>
                  </a:lnTo>
                  <a:lnTo>
                    <a:pt x="98313" y="211618"/>
                  </a:lnTo>
                  <a:lnTo>
                    <a:pt x="98526" y="211771"/>
                  </a:lnTo>
                  <a:lnTo>
                    <a:pt x="98631" y="212041"/>
                  </a:lnTo>
                  <a:lnTo>
                    <a:pt x="98625" y="212204"/>
                  </a:lnTo>
                  <a:lnTo>
                    <a:pt x="98583" y="213104"/>
                  </a:lnTo>
                  <a:lnTo>
                    <a:pt x="98386" y="213180"/>
                  </a:lnTo>
                  <a:lnTo>
                    <a:pt x="98256" y="213218"/>
                  </a:lnTo>
                  <a:lnTo>
                    <a:pt x="97677" y="213472"/>
                  </a:lnTo>
                  <a:lnTo>
                    <a:pt x="97961" y="214109"/>
                  </a:lnTo>
                  <a:lnTo>
                    <a:pt x="97822" y="214301"/>
                  </a:lnTo>
                  <a:lnTo>
                    <a:pt x="97545" y="214684"/>
                  </a:lnTo>
                  <a:lnTo>
                    <a:pt x="97369" y="214928"/>
                  </a:lnTo>
                  <a:lnTo>
                    <a:pt x="96511" y="216114"/>
                  </a:lnTo>
                  <a:lnTo>
                    <a:pt x="96362" y="216321"/>
                  </a:lnTo>
                  <a:lnTo>
                    <a:pt x="96029" y="216781"/>
                  </a:lnTo>
                  <a:lnTo>
                    <a:pt x="95212" y="217912"/>
                  </a:lnTo>
                  <a:lnTo>
                    <a:pt x="94788" y="218498"/>
                  </a:lnTo>
                  <a:lnTo>
                    <a:pt x="94426" y="218999"/>
                  </a:lnTo>
                  <a:lnTo>
                    <a:pt x="93782" y="219890"/>
                  </a:lnTo>
                  <a:lnTo>
                    <a:pt x="93024" y="220941"/>
                  </a:lnTo>
                  <a:lnTo>
                    <a:pt x="92811" y="221155"/>
                  </a:lnTo>
                  <a:lnTo>
                    <a:pt x="92652" y="221314"/>
                  </a:lnTo>
                  <a:lnTo>
                    <a:pt x="92184" y="221783"/>
                  </a:lnTo>
                  <a:lnTo>
                    <a:pt x="91947" y="222021"/>
                  </a:lnTo>
                  <a:lnTo>
                    <a:pt x="91234" y="222735"/>
                  </a:lnTo>
                  <a:lnTo>
                    <a:pt x="89822" y="225235"/>
                  </a:lnTo>
                  <a:lnTo>
                    <a:pt x="88777" y="227084"/>
                  </a:lnTo>
                  <a:lnTo>
                    <a:pt x="88710" y="227432"/>
                  </a:lnTo>
                  <a:lnTo>
                    <a:pt x="88660" y="227688"/>
                  </a:lnTo>
                  <a:lnTo>
                    <a:pt x="88547" y="228279"/>
                  </a:lnTo>
                  <a:lnTo>
                    <a:pt x="88518" y="228428"/>
                  </a:lnTo>
                  <a:lnTo>
                    <a:pt x="88401" y="229035"/>
                  </a:lnTo>
                  <a:lnTo>
                    <a:pt x="88359" y="229251"/>
                  </a:lnTo>
                  <a:lnTo>
                    <a:pt x="87893" y="230017"/>
                  </a:lnTo>
                  <a:lnTo>
                    <a:pt x="87602" y="230494"/>
                  </a:lnTo>
                  <a:lnTo>
                    <a:pt x="87095" y="231323"/>
                  </a:lnTo>
                  <a:lnTo>
                    <a:pt x="86457" y="232366"/>
                  </a:lnTo>
                  <a:lnTo>
                    <a:pt x="86198" y="232793"/>
                  </a:lnTo>
                  <a:lnTo>
                    <a:pt x="85702" y="233608"/>
                  </a:lnTo>
                  <a:lnTo>
                    <a:pt x="85558" y="233845"/>
                  </a:lnTo>
                  <a:lnTo>
                    <a:pt x="85457" y="234050"/>
                  </a:lnTo>
                  <a:lnTo>
                    <a:pt x="85185" y="234605"/>
                  </a:lnTo>
                  <a:lnTo>
                    <a:pt x="85056" y="234868"/>
                  </a:lnTo>
                  <a:lnTo>
                    <a:pt x="84877" y="235233"/>
                  </a:lnTo>
                  <a:lnTo>
                    <a:pt x="84599" y="235824"/>
                  </a:lnTo>
                  <a:lnTo>
                    <a:pt x="84286" y="236490"/>
                  </a:lnTo>
                  <a:lnTo>
                    <a:pt x="83793" y="237517"/>
                  </a:lnTo>
                  <a:lnTo>
                    <a:pt x="83686" y="237774"/>
                  </a:lnTo>
                  <a:lnTo>
                    <a:pt x="83538" y="238374"/>
                  </a:lnTo>
                  <a:lnTo>
                    <a:pt x="83071" y="239253"/>
                  </a:lnTo>
                  <a:lnTo>
                    <a:pt x="82642" y="240285"/>
                  </a:lnTo>
                  <a:lnTo>
                    <a:pt x="82492" y="240648"/>
                  </a:lnTo>
                  <a:lnTo>
                    <a:pt x="82144" y="241491"/>
                  </a:lnTo>
                  <a:lnTo>
                    <a:pt x="81720" y="242518"/>
                  </a:lnTo>
                  <a:lnTo>
                    <a:pt x="81563" y="242899"/>
                  </a:lnTo>
                  <a:lnTo>
                    <a:pt x="81894" y="243255"/>
                  </a:lnTo>
                  <a:lnTo>
                    <a:pt x="82215" y="243438"/>
                  </a:lnTo>
                  <a:lnTo>
                    <a:pt x="83604" y="243007"/>
                  </a:lnTo>
                  <a:lnTo>
                    <a:pt x="83733" y="242972"/>
                  </a:lnTo>
                  <a:lnTo>
                    <a:pt x="85707" y="243722"/>
                  </a:lnTo>
                  <a:lnTo>
                    <a:pt x="86035" y="244159"/>
                  </a:lnTo>
                  <a:lnTo>
                    <a:pt x="86593" y="244402"/>
                  </a:lnTo>
                  <a:lnTo>
                    <a:pt x="87054" y="244317"/>
                  </a:lnTo>
                  <a:lnTo>
                    <a:pt x="88017" y="244384"/>
                  </a:lnTo>
                  <a:lnTo>
                    <a:pt x="88483" y="244330"/>
                  </a:lnTo>
                  <a:lnTo>
                    <a:pt x="89489" y="244517"/>
                  </a:lnTo>
                  <a:lnTo>
                    <a:pt x="89596" y="244865"/>
                  </a:lnTo>
                  <a:lnTo>
                    <a:pt x="89609" y="245003"/>
                  </a:lnTo>
                  <a:lnTo>
                    <a:pt x="89713" y="245156"/>
                  </a:lnTo>
                  <a:lnTo>
                    <a:pt x="89867" y="245296"/>
                  </a:lnTo>
                  <a:lnTo>
                    <a:pt x="89903" y="245520"/>
                  </a:lnTo>
                  <a:lnTo>
                    <a:pt x="89671" y="246575"/>
                  </a:lnTo>
                  <a:lnTo>
                    <a:pt x="89604" y="246881"/>
                  </a:lnTo>
                  <a:lnTo>
                    <a:pt x="88925" y="250040"/>
                  </a:lnTo>
                  <a:lnTo>
                    <a:pt x="88844" y="250659"/>
                  </a:lnTo>
                  <a:lnTo>
                    <a:pt x="88790" y="251075"/>
                  </a:lnTo>
                  <a:lnTo>
                    <a:pt x="88856" y="251304"/>
                  </a:lnTo>
                  <a:lnTo>
                    <a:pt x="90005" y="252314"/>
                  </a:lnTo>
                  <a:lnTo>
                    <a:pt x="90127" y="252454"/>
                  </a:lnTo>
                  <a:lnTo>
                    <a:pt x="90304" y="252653"/>
                  </a:lnTo>
                  <a:lnTo>
                    <a:pt x="90750" y="253194"/>
                  </a:lnTo>
                  <a:lnTo>
                    <a:pt x="91288" y="253830"/>
                  </a:lnTo>
                  <a:lnTo>
                    <a:pt x="92094" y="254653"/>
                  </a:lnTo>
                  <a:lnTo>
                    <a:pt x="92259" y="254850"/>
                  </a:lnTo>
                  <a:lnTo>
                    <a:pt x="92520" y="255172"/>
                  </a:lnTo>
                  <a:lnTo>
                    <a:pt x="92626" y="255350"/>
                  </a:lnTo>
                  <a:lnTo>
                    <a:pt x="92810" y="255658"/>
                  </a:lnTo>
                  <a:lnTo>
                    <a:pt x="93009" y="255988"/>
                  </a:lnTo>
                  <a:lnTo>
                    <a:pt x="93241" y="256928"/>
                  </a:lnTo>
                  <a:lnTo>
                    <a:pt x="94123" y="259423"/>
                  </a:lnTo>
                  <a:lnTo>
                    <a:pt x="94309" y="260580"/>
                  </a:lnTo>
                  <a:lnTo>
                    <a:pt x="94505" y="261851"/>
                  </a:lnTo>
                  <a:lnTo>
                    <a:pt x="94615" y="262516"/>
                  </a:lnTo>
                  <a:lnTo>
                    <a:pt x="94646" y="262706"/>
                  </a:lnTo>
                  <a:lnTo>
                    <a:pt x="94593" y="262963"/>
                  </a:lnTo>
                  <a:lnTo>
                    <a:pt x="94545" y="263253"/>
                  </a:lnTo>
                  <a:lnTo>
                    <a:pt x="94502" y="263534"/>
                  </a:lnTo>
                  <a:lnTo>
                    <a:pt x="94318" y="264774"/>
                  </a:lnTo>
                  <a:lnTo>
                    <a:pt x="94249" y="264946"/>
                  </a:lnTo>
                  <a:lnTo>
                    <a:pt x="94028" y="265089"/>
                  </a:lnTo>
                  <a:lnTo>
                    <a:pt x="93622" y="265350"/>
                  </a:lnTo>
                  <a:lnTo>
                    <a:pt x="93466" y="265450"/>
                  </a:lnTo>
                  <a:lnTo>
                    <a:pt x="93145" y="265657"/>
                  </a:lnTo>
                  <a:lnTo>
                    <a:pt x="92772" y="265897"/>
                  </a:lnTo>
                  <a:lnTo>
                    <a:pt x="92208" y="266260"/>
                  </a:lnTo>
                  <a:lnTo>
                    <a:pt x="91985" y="266403"/>
                  </a:lnTo>
                  <a:lnTo>
                    <a:pt x="91593" y="266653"/>
                  </a:lnTo>
                  <a:lnTo>
                    <a:pt x="91279" y="266849"/>
                  </a:lnTo>
                  <a:lnTo>
                    <a:pt x="91139" y="266937"/>
                  </a:lnTo>
                  <a:lnTo>
                    <a:pt x="90880" y="267099"/>
                  </a:lnTo>
                  <a:lnTo>
                    <a:pt x="90635" y="267136"/>
                  </a:lnTo>
                  <a:lnTo>
                    <a:pt x="90277" y="267190"/>
                  </a:lnTo>
                  <a:lnTo>
                    <a:pt x="89587" y="267288"/>
                  </a:lnTo>
                  <a:lnTo>
                    <a:pt x="88930" y="267373"/>
                  </a:lnTo>
                  <a:lnTo>
                    <a:pt x="88695" y="267387"/>
                  </a:lnTo>
                  <a:lnTo>
                    <a:pt x="88459" y="267401"/>
                  </a:lnTo>
                  <a:lnTo>
                    <a:pt x="87962" y="267431"/>
                  </a:lnTo>
                  <a:lnTo>
                    <a:pt x="87643" y="267479"/>
                  </a:lnTo>
                  <a:lnTo>
                    <a:pt x="87331" y="267591"/>
                  </a:lnTo>
                  <a:lnTo>
                    <a:pt x="86774" y="267807"/>
                  </a:lnTo>
                  <a:lnTo>
                    <a:pt x="85805" y="268177"/>
                  </a:lnTo>
                  <a:lnTo>
                    <a:pt x="85496" y="268295"/>
                  </a:lnTo>
                  <a:lnTo>
                    <a:pt x="85071" y="268460"/>
                  </a:lnTo>
                  <a:lnTo>
                    <a:pt x="84524" y="268677"/>
                  </a:lnTo>
                  <a:lnTo>
                    <a:pt x="83826" y="268935"/>
                  </a:lnTo>
                  <a:lnTo>
                    <a:pt x="82968" y="269060"/>
                  </a:lnTo>
                  <a:lnTo>
                    <a:pt x="81362" y="269416"/>
                  </a:lnTo>
                  <a:lnTo>
                    <a:pt x="81217" y="269450"/>
                  </a:lnTo>
                  <a:lnTo>
                    <a:pt x="80476" y="269593"/>
                  </a:lnTo>
                  <a:lnTo>
                    <a:pt x="80183" y="269669"/>
                  </a:lnTo>
                  <a:lnTo>
                    <a:pt x="79697" y="269760"/>
                  </a:lnTo>
                  <a:lnTo>
                    <a:pt x="79340" y="269834"/>
                  </a:lnTo>
                  <a:lnTo>
                    <a:pt x="78672" y="269973"/>
                  </a:lnTo>
                  <a:lnTo>
                    <a:pt x="78397" y="270030"/>
                  </a:lnTo>
                  <a:lnTo>
                    <a:pt x="77963" y="270119"/>
                  </a:lnTo>
                  <a:lnTo>
                    <a:pt x="77375" y="270239"/>
                  </a:lnTo>
                  <a:lnTo>
                    <a:pt x="76421" y="270327"/>
                  </a:lnTo>
                  <a:lnTo>
                    <a:pt x="75776" y="270163"/>
                  </a:lnTo>
                  <a:lnTo>
                    <a:pt x="74839" y="269947"/>
                  </a:lnTo>
                  <a:lnTo>
                    <a:pt x="74083" y="269770"/>
                  </a:lnTo>
                  <a:lnTo>
                    <a:pt x="73790" y="269698"/>
                  </a:lnTo>
                  <a:lnTo>
                    <a:pt x="73481" y="269590"/>
                  </a:lnTo>
                  <a:lnTo>
                    <a:pt x="73215" y="269498"/>
                  </a:lnTo>
                  <a:lnTo>
                    <a:pt x="72453" y="269257"/>
                  </a:lnTo>
                  <a:lnTo>
                    <a:pt x="72286" y="269213"/>
                  </a:lnTo>
                  <a:lnTo>
                    <a:pt x="72103" y="269157"/>
                  </a:lnTo>
                  <a:lnTo>
                    <a:pt x="71271" y="269498"/>
                  </a:lnTo>
                  <a:lnTo>
                    <a:pt x="70916" y="269645"/>
                  </a:lnTo>
                  <a:lnTo>
                    <a:pt x="70680" y="269743"/>
                  </a:lnTo>
                  <a:lnTo>
                    <a:pt x="70275" y="269893"/>
                  </a:lnTo>
                  <a:lnTo>
                    <a:pt x="69982" y="270001"/>
                  </a:lnTo>
                  <a:lnTo>
                    <a:pt x="69700" y="270116"/>
                  </a:lnTo>
                  <a:lnTo>
                    <a:pt x="69518" y="270186"/>
                  </a:lnTo>
                  <a:lnTo>
                    <a:pt x="68873" y="270480"/>
                  </a:lnTo>
                  <a:lnTo>
                    <a:pt x="68572" y="270617"/>
                  </a:lnTo>
                  <a:lnTo>
                    <a:pt x="67772" y="271146"/>
                  </a:lnTo>
                  <a:lnTo>
                    <a:pt x="67433" y="271622"/>
                  </a:lnTo>
                  <a:lnTo>
                    <a:pt x="67339" y="271753"/>
                  </a:lnTo>
                  <a:lnTo>
                    <a:pt x="66960" y="272318"/>
                  </a:lnTo>
                  <a:lnTo>
                    <a:pt x="66721" y="272671"/>
                  </a:lnTo>
                  <a:lnTo>
                    <a:pt x="66378" y="273158"/>
                  </a:lnTo>
                  <a:lnTo>
                    <a:pt x="66068" y="273571"/>
                  </a:lnTo>
                  <a:lnTo>
                    <a:pt x="65731" y="274020"/>
                  </a:lnTo>
                  <a:lnTo>
                    <a:pt x="65446" y="274400"/>
                  </a:lnTo>
                  <a:lnTo>
                    <a:pt x="65270" y="274643"/>
                  </a:lnTo>
                  <a:lnTo>
                    <a:pt x="65490" y="274794"/>
                  </a:lnTo>
                  <a:lnTo>
                    <a:pt x="65656" y="274907"/>
                  </a:lnTo>
                  <a:lnTo>
                    <a:pt x="66116" y="275224"/>
                  </a:lnTo>
                  <a:lnTo>
                    <a:pt x="66607" y="275578"/>
                  </a:lnTo>
                  <a:lnTo>
                    <a:pt x="67117" y="275945"/>
                  </a:lnTo>
                  <a:lnTo>
                    <a:pt x="68190" y="276725"/>
                  </a:lnTo>
                  <a:lnTo>
                    <a:pt x="68571" y="277012"/>
                  </a:lnTo>
                  <a:lnTo>
                    <a:pt x="68778" y="277259"/>
                  </a:lnTo>
                  <a:lnTo>
                    <a:pt x="69205" y="277525"/>
                  </a:lnTo>
                  <a:lnTo>
                    <a:pt x="69612" y="277769"/>
                  </a:lnTo>
                  <a:lnTo>
                    <a:pt x="69772" y="277851"/>
                  </a:lnTo>
                  <a:lnTo>
                    <a:pt x="69771" y="278005"/>
                  </a:lnTo>
                  <a:lnTo>
                    <a:pt x="69734" y="278139"/>
                  </a:lnTo>
                  <a:lnTo>
                    <a:pt x="70161" y="278945"/>
                  </a:lnTo>
                  <a:lnTo>
                    <a:pt x="70948" y="280252"/>
                  </a:lnTo>
                  <a:lnTo>
                    <a:pt x="71349" y="282497"/>
                  </a:lnTo>
                  <a:lnTo>
                    <a:pt x="71248" y="282880"/>
                  </a:lnTo>
                  <a:lnTo>
                    <a:pt x="71306" y="283032"/>
                  </a:lnTo>
                  <a:lnTo>
                    <a:pt x="71465" y="283447"/>
                  </a:lnTo>
                  <a:lnTo>
                    <a:pt x="71700" y="284025"/>
                  </a:lnTo>
                  <a:lnTo>
                    <a:pt x="71779" y="284232"/>
                  </a:lnTo>
                  <a:lnTo>
                    <a:pt x="71851" y="284399"/>
                  </a:lnTo>
                  <a:lnTo>
                    <a:pt x="71995" y="284554"/>
                  </a:lnTo>
                  <a:lnTo>
                    <a:pt x="72242" y="285504"/>
                  </a:lnTo>
                  <a:lnTo>
                    <a:pt x="72652" y="286364"/>
                  </a:lnTo>
                  <a:lnTo>
                    <a:pt x="72724" y="286537"/>
                  </a:lnTo>
                  <a:lnTo>
                    <a:pt x="72877" y="286907"/>
                  </a:lnTo>
                  <a:lnTo>
                    <a:pt x="73077" y="286747"/>
                  </a:lnTo>
                  <a:lnTo>
                    <a:pt x="73268" y="286594"/>
                  </a:lnTo>
                  <a:lnTo>
                    <a:pt x="73716" y="286247"/>
                  </a:lnTo>
                  <a:lnTo>
                    <a:pt x="74061" y="285977"/>
                  </a:lnTo>
                  <a:lnTo>
                    <a:pt x="74419" y="285699"/>
                  </a:lnTo>
                  <a:lnTo>
                    <a:pt x="74608" y="285552"/>
                  </a:lnTo>
                  <a:lnTo>
                    <a:pt x="74800" y="285399"/>
                  </a:lnTo>
                  <a:lnTo>
                    <a:pt x="75115" y="285160"/>
                  </a:lnTo>
                  <a:lnTo>
                    <a:pt x="75381" y="284946"/>
                  </a:lnTo>
                  <a:lnTo>
                    <a:pt x="75859" y="284565"/>
                  </a:lnTo>
                  <a:lnTo>
                    <a:pt x="76075" y="284398"/>
                  </a:lnTo>
                  <a:lnTo>
                    <a:pt x="76376" y="284172"/>
                  </a:lnTo>
                  <a:lnTo>
                    <a:pt x="76832" y="283839"/>
                  </a:lnTo>
                  <a:lnTo>
                    <a:pt x="77102" y="283643"/>
                  </a:lnTo>
                  <a:lnTo>
                    <a:pt x="77552" y="283374"/>
                  </a:lnTo>
                  <a:lnTo>
                    <a:pt x="78090" y="283058"/>
                  </a:lnTo>
                  <a:lnTo>
                    <a:pt x="78480" y="282833"/>
                  </a:lnTo>
                  <a:lnTo>
                    <a:pt x="78671" y="282501"/>
                  </a:lnTo>
                  <a:lnTo>
                    <a:pt x="79277" y="282847"/>
                  </a:lnTo>
                  <a:lnTo>
                    <a:pt x="79500" y="282976"/>
                  </a:lnTo>
                  <a:lnTo>
                    <a:pt x="79695" y="283090"/>
                  </a:lnTo>
                  <a:lnTo>
                    <a:pt x="79920" y="283221"/>
                  </a:lnTo>
                  <a:lnTo>
                    <a:pt x="80055" y="283180"/>
                  </a:lnTo>
                  <a:lnTo>
                    <a:pt x="80454" y="283400"/>
                  </a:lnTo>
                  <a:lnTo>
                    <a:pt x="80631" y="283521"/>
                  </a:lnTo>
                  <a:lnTo>
                    <a:pt x="81084" y="283953"/>
                  </a:lnTo>
                  <a:lnTo>
                    <a:pt x="81256" y="284135"/>
                  </a:lnTo>
                  <a:lnTo>
                    <a:pt x="81689" y="284363"/>
                  </a:lnTo>
                  <a:lnTo>
                    <a:pt x="81967" y="284502"/>
                  </a:lnTo>
                  <a:lnTo>
                    <a:pt x="82411" y="284686"/>
                  </a:lnTo>
                  <a:lnTo>
                    <a:pt x="82684" y="284847"/>
                  </a:lnTo>
                  <a:lnTo>
                    <a:pt x="82872" y="284964"/>
                  </a:lnTo>
                  <a:lnTo>
                    <a:pt x="83293" y="285225"/>
                  </a:lnTo>
                  <a:lnTo>
                    <a:pt x="83720" y="285487"/>
                  </a:lnTo>
                  <a:lnTo>
                    <a:pt x="84002" y="285720"/>
                  </a:lnTo>
                  <a:lnTo>
                    <a:pt x="84216" y="285893"/>
                  </a:lnTo>
                  <a:lnTo>
                    <a:pt x="84662" y="286255"/>
                  </a:lnTo>
                  <a:lnTo>
                    <a:pt x="84794" y="286359"/>
                  </a:lnTo>
                  <a:lnTo>
                    <a:pt x="85121" y="286617"/>
                  </a:lnTo>
                  <a:lnTo>
                    <a:pt x="85603" y="286997"/>
                  </a:lnTo>
                  <a:lnTo>
                    <a:pt x="85870" y="286924"/>
                  </a:lnTo>
                  <a:lnTo>
                    <a:pt x="86138" y="286851"/>
                  </a:lnTo>
                  <a:lnTo>
                    <a:pt x="87232" y="286196"/>
                  </a:lnTo>
                  <a:lnTo>
                    <a:pt x="87717" y="286167"/>
                  </a:lnTo>
                  <a:lnTo>
                    <a:pt x="88008" y="286044"/>
                  </a:lnTo>
                  <a:lnTo>
                    <a:pt x="88396" y="285861"/>
                  </a:lnTo>
                  <a:lnTo>
                    <a:pt x="88754" y="285640"/>
                  </a:lnTo>
                  <a:lnTo>
                    <a:pt x="89147" y="285402"/>
                  </a:lnTo>
                  <a:lnTo>
                    <a:pt x="90336" y="284943"/>
                  </a:lnTo>
                  <a:lnTo>
                    <a:pt x="90658" y="284817"/>
                  </a:lnTo>
                  <a:lnTo>
                    <a:pt x="90595" y="284978"/>
                  </a:lnTo>
                  <a:lnTo>
                    <a:pt x="90413" y="285455"/>
                  </a:lnTo>
                  <a:lnTo>
                    <a:pt x="90348" y="285617"/>
                  </a:lnTo>
                  <a:lnTo>
                    <a:pt x="90250" y="285860"/>
                  </a:lnTo>
                  <a:lnTo>
                    <a:pt x="90141" y="286133"/>
                  </a:lnTo>
                  <a:lnTo>
                    <a:pt x="90050" y="286362"/>
                  </a:lnTo>
                  <a:lnTo>
                    <a:pt x="89971" y="286566"/>
                  </a:lnTo>
                  <a:lnTo>
                    <a:pt x="89838" y="286890"/>
                  </a:lnTo>
                  <a:lnTo>
                    <a:pt x="89760" y="287056"/>
                  </a:lnTo>
                  <a:lnTo>
                    <a:pt x="89609" y="287334"/>
                  </a:lnTo>
                  <a:lnTo>
                    <a:pt x="89356" y="287789"/>
                  </a:lnTo>
                  <a:lnTo>
                    <a:pt x="89077" y="288263"/>
                  </a:lnTo>
                  <a:lnTo>
                    <a:pt x="88689" y="289077"/>
                  </a:lnTo>
                  <a:lnTo>
                    <a:pt x="88415" y="289447"/>
                  </a:lnTo>
                  <a:lnTo>
                    <a:pt x="88225" y="289568"/>
                  </a:lnTo>
                  <a:lnTo>
                    <a:pt x="87734" y="289954"/>
                  </a:lnTo>
                  <a:lnTo>
                    <a:pt x="87580" y="290078"/>
                  </a:lnTo>
                  <a:lnTo>
                    <a:pt x="87071" y="290489"/>
                  </a:lnTo>
                  <a:lnTo>
                    <a:pt x="86673" y="291297"/>
                  </a:lnTo>
                  <a:lnTo>
                    <a:pt x="86538" y="291518"/>
                  </a:lnTo>
                  <a:lnTo>
                    <a:pt x="86449" y="291668"/>
                  </a:lnTo>
                  <a:lnTo>
                    <a:pt x="86293" y="291906"/>
                  </a:lnTo>
                  <a:lnTo>
                    <a:pt x="86165" y="292105"/>
                  </a:lnTo>
                  <a:lnTo>
                    <a:pt x="85885" y="292453"/>
                  </a:lnTo>
                  <a:lnTo>
                    <a:pt x="85807" y="293005"/>
                  </a:lnTo>
                  <a:lnTo>
                    <a:pt x="85702" y="293374"/>
                  </a:lnTo>
                  <a:lnTo>
                    <a:pt x="85663" y="293513"/>
                  </a:lnTo>
                  <a:lnTo>
                    <a:pt x="85477" y="294164"/>
                  </a:lnTo>
                  <a:lnTo>
                    <a:pt x="85592" y="294802"/>
                  </a:lnTo>
                  <a:lnTo>
                    <a:pt x="85853" y="295321"/>
                  </a:lnTo>
                  <a:lnTo>
                    <a:pt x="86061" y="295310"/>
                  </a:lnTo>
                  <a:lnTo>
                    <a:pt x="86263" y="295302"/>
                  </a:lnTo>
                  <a:lnTo>
                    <a:pt x="86610" y="295572"/>
                  </a:lnTo>
                  <a:lnTo>
                    <a:pt x="86759" y="295874"/>
                  </a:lnTo>
                  <a:lnTo>
                    <a:pt x="86873" y="296043"/>
                  </a:lnTo>
                  <a:lnTo>
                    <a:pt x="87195" y="296526"/>
                  </a:lnTo>
                  <a:lnTo>
                    <a:pt x="87354" y="296759"/>
                  </a:lnTo>
                  <a:lnTo>
                    <a:pt x="87748" y="297176"/>
                  </a:lnTo>
                  <a:lnTo>
                    <a:pt x="88280" y="297828"/>
                  </a:lnTo>
                  <a:lnTo>
                    <a:pt x="88227" y="298192"/>
                  </a:lnTo>
                  <a:lnTo>
                    <a:pt x="88119" y="299930"/>
                  </a:lnTo>
                  <a:lnTo>
                    <a:pt x="87837" y="300254"/>
                  </a:lnTo>
                  <a:lnTo>
                    <a:pt x="87858" y="300407"/>
                  </a:lnTo>
                  <a:lnTo>
                    <a:pt x="87607" y="301551"/>
                  </a:lnTo>
                  <a:lnTo>
                    <a:pt x="87498" y="302119"/>
                  </a:lnTo>
                  <a:lnTo>
                    <a:pt x="87484" y="302247"/>
                  </a:lnTo>
                  <a:lnTo>
                    <a:pt x="87743" y="303126"/>
                  </a:lnTo>
                  <a:lnTo>
                    <a:pt x="87941" y="303489"/>
                  </a:lnTo>
                  <a:lnTo>
                    <a:pt x="88395" y="304111"/>
                  </a:lnTo>
                  <a:lnTo>
                    <a:pt x="88697" y="304560"/>
                  </a:lnTo>
                  <a:lnTo>
                    <a:pt x="88526" y="304848"/>
                  </a:lnTo>
                  <a:lnTo>
                    <a:pt x="88371" y="305117"/>
                  </a:lnTo>
                  <a:lnTo>
                    <a:pt x="87906" y="305920"/>
                  </a:lnTo>
                  <a:lnTo>
                    <a:pt x="87791" y="306122"/>
                  </a:lnTo>
                  <a:lnTo>
                    <a:pt x="87588" y="306567"/>
                  </a:lnTo>
                  <a:lnTo>
                    <a:pt x="87479" y="306828"/>
                  </a:lnTo>
                  <a:lnTo>
                    <a:pt x="87422" y="307193"/>
                  </a:lnTo>
                  <a:lnTo>
                    <a:pt x="87423" y="307542"/>
                  </a:lnTo>
                  <a:lnTo>
                    <a:pt x="87524" y="308300"/>
                  </a:lnTo>
                  <a:lnTo>
                    <a:pt x="86927" y="310169"/>
                  </a:lnTo>
                  <a:lnTo>
                    <a:pt x="86521" y="310505"/>
                  </a:lnTo>
                  <a:lnTo>
                    <a:pt x="86459" y="310665"/>
                  </a:lnTo>
                  <a:lnTo>
                    <a:pt x="86400" y="311032"/>
                  </a:lnTo>
                  <a:lnTo>
                    <a:pt x="86173" y="311530"/>
                  </a:lnTo>
                  <a:lnTo>
                    <a:pt x="85813" y="312175"/>
                  </a:lnTo>
                  <a:lnTo>
                    <a:pt x="85733" y="312356"/>
                  </a:lnTo>
                  <a:lnTo>
                    <a:pt x="85663" y="312513"/>
                  </a:lnTo>
                  <a:lnTo>
                    <a:pt x="85580" y="312694"/>
                  </a:lnTo>
                  <a:lnTo>
                    <a:pt x="85379" y="313121"/>
                  </a:lnTo>
                  <a:lnTo>
                    <a:pt x="85270" y="313312"/>
                  </a:lnTo>
                  <a:lnTo>
                    <a:pt x="84975" y="314030"/>
                  </a:lnTo>
                  <a:lnTo>
                    <a:pt x="84811" y="314324"/>
                  </a:lnTo>
                  <a:lnTo>
                    <a:pt x="84729" y="314467"/>
                  </a:lnTo>
                  <a:lnTo>
                    <a:pt x="84619" y="314654"/>
                  </a:lnTo>
                  <a:lnTo>
                    <a:pt x="84462" y="314913"/>
                  </a:lnTo>
                  <a:lnTo>
                    <a:pt x="84347" y="315126"/>
                  </a:lnTo>
                  <a:lnTo>
                    <a:pt x="84081" y="315576"/>
                  </a:lnTo>
                  <a:lnTo>
                    <a:pt x="83904" y="315870"/>
                  </a:lnTo>
                  <a:lnTo>
                    <a:pt x="83800" y="316135"/>
                  </a:lnTo>
                  <a:lnTo>
                    <a:pt x="83704" y="316377"/>
                  </a:lnTo>
                  <a:lnTo>
                    <a:pt x="83636" y="316548"/>
                  </a:lnTo>
                  <a:lnTo>
                    <a:pt x="83565" y="316717"/>
                  </a:lnTo>
                  <a:lnTo>
                    <a:pt x="83367" y="316933"/>
                  </a:lnTo>
                  <a:lnTo>
                    <a:pt x="83281" y="317160"/>
                  </a:lnTo>
                  <a:lnTo>
                    <a:pt x="83283" y="317460"/>
                  </a:lnTo>
                  <a:lnTo>
                    <a:pt x="83139" y="317840"/>
                  </a:lnTo>
                  <a:lnTo>
                    <a:pt x="83099" y="318333"/>
                  </a:lnTo>
                  <a:lnTo>
                    <a:pt x="83049" y="319054"/>
                  </a:lnTo>
                  <a:lnTo>
                    <a:pt x="83011" y="319540"/>
                  </a:lnTo>
                  <a:lnTo>
                    <a:pt x="82725" y="320128"/>
                  </a:lnTo>
                  <a:lnTo>
                    <a:pt x="81978" y="321617"/>
                  </a:lnTo>
                  <a:lnTo>
                    <a:pt x="83358" y="320692"/>
                  </a:lnTo>
                  <a:lnTo>
                    <a:pt x="83627" y="321143"/>
                  </a:lnTo>
                  <a:lnTo>
                    <a:pt x="83751" y="321343"/>
                  </a:lnTo>
                  <a:lnTo>
                    <a:pt x="84084" y="321898"/>
                  </a:lnTo>
                  <a:lnTo>
                    <a:pt x="84219" y="322118"/>
                  </a:lnTo>
                  <a:lnTo>
                    <a:pt x="84336" y="322290"/>
                  </a:lnTo>
                  <a:lnTo>
                    <a:pt x="84769" y="322926"/>
                  </a:lnTo>
                  <a:lnTo>
                    <a:pt x="84911" y="323392"/>
                  </a:lnTo>
                  <a:lnTo>
                    <a:pt x="84957" y="323544"/>
                  </a:lnTo>
                  <a:lnTo>
                    <a:pt x="85050" y="323895"/>
                  </a:lnTo>
                  <a:lnTo>
                    <a:pt x="85096" y="324304"/>
                  </a:lnTo>
                  <a:lnTo>
                    <a:pt x="85165" y="324763"/>
                  </a:lnTo>
                  <a:lnTo>
                    <a:pt x="85145" y="324944"/>
                  </a:lnTo>
                  <a:lnTo>
                    <a:pt x="85018" y="325226"/>
                  </a:lnTo>
                  <a:lnTo>
                    <a:pt x="84830" y="325706"/>
                  </a:lnTo>
                  <a:lnTo>
                    <a:pt x="84820" y="326202"/>
                  </a:lnTo>
                  <a:lnTo>
                    <a:pt x="84829" y="327242"/>
                  </a:lnTo>
                  <a:lnTo>
                    <a:pt x="85030" y="327477"/>
                  </a:lnTo>
                  <a:lnTo>
                    <a:pt x="85279" y="327768"/>
                  </a:lnTo>
                  <a:lnTo>
                    <a:pt x="85626" y="328187"/>
                  </a:lnTo>
                  <a:lnTo>
                    <a:pt x="85862" y="328477"/>
                  </a:lnTo>
                  <a:lnTo>
                    <a:pt x="85468" y="328705"/>
                  </a:lnTo>
                  <a:lnTo>
                    <a:pt x="84863" y="329137"/>
                  </a:lnTo>
                  <a:lnTo>
                    <a:pt x="84963" y="329288"/>
                  </a:lnTo>
                  <a:lnTo>
                    <a:pt x="85127" y="329414"/>
                  </a:lnTo>
                  <a:lnTo>
                    <a:pt x="85316" y="329751"/>
                  </a:lnTo>
                  <a:lnTo>
                    <a:pt x="85324" y="329906"/>
                  </a:lnTo>
                  <a:lnTo>
                    <a:pt x="85300" y="330033"/>
                  </a:lnTo>
                  <a:lnTo>
                    <a:pt x="85309" y="330170"/>
                  </a:lnTo>
                  <a:lnTo>
                    <a:pt x="85520" y="332324"/>
                  </a:lnTo>
                  <a:lnTo>
                    <a:pt x="85810" y="332738"/>
                  </a:lnTo>
                  <a:lnTo>
                    <a:pt x="86206" y="333345"/>
                  </a:lnTo>
                  <a:lnTo>
                    <a:pt x="86454" y="333382"/>
                  </a:lnTo>
                  <a:lnTo>
                    <a:pt x="86691" y="333615"/>
                  </a:lnTo>
                  <a:lnTo>
                    <a:pt x="86862" y="333842"/>
                  </a:lnTo>
                  <a:lnTo>
                    <a:pt x="87077" y="334106"/>
                  </a:lnTo>
                  <a:lnTo>
                    <a:pt x="86903" y="334522"/>
                  </a:lnTo>
                  <a:lnTo>
                    <a:pt x="86869" y="335050"/>
                  </a:lnTo>
                  <a:lnTo>
                    <a:pt x="86756" y="335324"/>
                  </a:lnTo>
                  <a:lnTo>
                    <a:pt x="86686" y="335521"/>
                  </a:lnTo>
                  <a:lnTo>
                    <a:pt x="86602" y="335896"/>
                  </a:lnTo>
                  <a:lnTo>
                    <a:pt x="86511" y="336233"/>
                  </a:lnTo>
                  <a:lnTo>
                    <a:pt x="85682" y="337202"/>
                  </a:lnTo>
                  <a:lnTo>
                    <a:pt x="85549" y="337339"/>
                  </a:lnTo>
                  <a:lnTo>
                    <a:pt x="85295" y="337625"/>
                  </a:lnTo>
                  <a:lnTo>
                    <a:pt x="84550" y="338259"/>
                  </a:lnTo>
                  <a:lnTo>
                    <a:pt x="84168" y="338512"/>
                  </a:lnTo>
                  <a:lnTo>
                    <a:pt x="83991" y="338642"/>
                  </a:lnTo>
                  <a:lnTo>
                    <a:pt x="83577" y="338976"/>
                  </a:lnTo>
                  <a:lnTo>
                    <a:pt x="83228" y="339300"/>
                  </a:lnTo>
                  <a:lnTo>
                    <a:pt x="82244" y="340607"/>
                  </a:lnTo>
                  <a:lnTo>
                    <a:pt x="81177" y="342109"/>
                  </a:lnTo>
                  <a:lnTo>
                    <a:pt x="80389" y="343314"/>
                  </a:lnTo>
                  <a:lnTo>
                    <a:pt x="80314" y="344457"/>
                  </a:lnTo>
                  <a:lnTo>
                    <a:pt x="80231" y="345361"/>
                  </a:lnTo>
                  <a:lnTo>
                    <a:pt x="80337" y="346916"/>
                  </a:lnTo>
                  <a:lnTo>
                    <a:pt x="80499" y="349305"/>
                  </a:lnTo>
                  <a:lnTo>
                    <a:pt x="80656" y="351605"/>
                  </a:lnTo>
                  <a:lnTo>
                    <a:pt x="80864" y="355491"/>
                  </a:lnTo>
                  <a:lnTo>
                    <a:pt x="80779" y="356003"/>
                  </a:lnTo>
                  <a:lnTo>
                    <a:pt x="79881" y="357661"/>
                  </a:lnTo>
                  <a:lnTo>
                    <a:pt x="79692" y="357942"/>
                  </a:lnTo>
                  <a:lnTo>
                    <a:pt x="79542" y="358148"/>
                  </a:lnTo>
                  <a:lnTo>
                    <a:pt x="79323" y="358462"/>
                  </a:lnTo>
                  <a:lnTo>
                    <a:pt x="78949" y="358739"/>
                  </a:lnTo>
                  <a:lnTo>
                    <a:pt x="77996" y="359472"/>
                  </a:lnTo>
                  <a:lnTo>
                    <a:pt x="77720" y="359684"/>
                  </a:lnTo>
                  <a:lnTo>
                    <a:pt x="77079" y="360645"/>
                  </a:lnTo>
                  <a:lnTo>
                    <a:pt x="76305" y="361537"/>
                  </a:lnTo>
                  <a:lnTo>
                    <a:pt x="75786" y="362255"/>
                  </a:lnTo>
                  <a:lnTo>
                    <a:pt x="74971" y="363183"/>
                  </a:lnTo>
                  <a:lnTo>
                    <a:pt x="74103" y="364712"/>
                  </a:lnTo>
                  <a:lnTo>
                    <a:pt x="72732" y="366721"/>
                  </a:lnTo>
                  <a:lnTo>
                    <a:pt x="72046" y="367726"/>
                  </a:lnTo>
                  <a:lnTo>
                    <a:pt x="70574" y="368631"/>
                  </a:lnTo>
                  <a:lnTo>
                    <a:pt x="69665" y="369322"/>
                  </a:lnTo>
                  <a:lnTo>
                    <a:pt x="69253" y="369636"/>
                  </a:lnTo>
                  <a:lnTo>
                    <a:pt x="65452" y="370661"/>
                  </a:lnTo>
                  <a:lnTo>
                    <a:pt x="65002" y="370783"/>
                  </a:lnTo>
                  <a:lnTo>
                    <a:pt x="60608" y="372687"/>
                  </a:lnTo>
                  <a:lnTo>
                    <a:pt x="59789" y="373029"/>
                  </a:lnTo>
                  <a:lnTo>
                    <a:pt x="59396" y="373426"/>
                  </a:lnTo>
                  <a:lnTo>
                    <a:pt x="59078" y="373555"/>
                  </a:lnTo>
                  <a:lnTo>
                    <a:pt x="57567" y="373867"/>
                  </a:lnTo>
                  <a:lnTo>
                    <a:pt x="57225" y="373986"/>
                  </a:lnTo>
                  <a:lnTo>
                    <a:pt x="57098" y="373997"/>
                  </a:lnTo>
                  <a:lnTo>
                    <a:pt x="56806" y="374012"/>
                  </a:lnTo>
                  <a:lnTo>
                    <a:pt x="56569" y="374072"/>
                  </a:lnTo>
                  <a:lnTo>
                    <a:pt x="56408" y="374106"/>
                  </a:lnTo>
                  <a:lnTo>
                    <a:pt x="56081" y="374174"/>
                  </a:lnTo>
                  <a:lnTo>
                    <a:pt x="55859" y="374212"/>
                  </a:lnTo>
                  <a:lnTo>
                    <a:pt x="55548" y="374413"/>
                  </a:lnTo>
                  <a:lnTo>
                    <a:pt x="55276" y="374483"/>
                  </a:lnTo>
                  <a:lnTo>
                    <a:pt x="54694" y="374720"/>
                  </a:lnTo>
                  <a:lnTo>
                    <a:pt x="54474" y="374783"/>
                  </a:lnTo>
                  <a:lnTo>
                    <a:pt x="54217" y="374810"/>
                  </a:lnTo>
                  <a:lnTo>
                    <a:pt x="53925" y="375030"/>
                  </a:lnTo>
                  <a:lnTo>
                    <a:pt x="53553" y="375288"/>
                  </a:lnTo>
                  <a:lnTo>
                    <a:pt x="52849" y="375786"/>
                  </a:lnTo>
                  <a:lnTo>
                    <a:pt x="52501" y="375686"/>
                  </a:lnTo>
                  <a:lnTo>
                    <a:pt x="51550" y="375870"/>
                  </a:lnTo>
                  <a:lnTo>
                    <a:pt x="49384" y="376598"/>
                  </a:lnTo>
                  <a:lnTo>
                    <a:pt x="49164" y="376912"/>
                  </a:lnTo>
                  <a:lnTo>
                    <a:pt x="46263" y="377548"/>
                  </a:lnTo>
                  <a:lnTo>
                    <a:pt x="45498" y="377880"/>
                  </a:lnTo>
                  <a:lnTo>
                    <a:pt x="44477" y="378324"/>
                  </a:lnTo>
                  <a:lnTo>
                    <a:pt x="42410" y="378523"/>
                  </a:lnTo>
                  <a:lnTo>
                    <a:pt x="0" y="444256"/>
                  </a:lnTo>
                  <a:lnTo>
                    <a:pt x="375" y="444693"/>
                  </a:lnTo>
                  <a:lnTo>
                    <a:pt x="1001" y="445418"/>
                  </a:lnTo>
                  <a:lnTo>
                    <a:pt x="1546" y="446049"/>
                  </a:lnTo>
                  <a:lnTo>
                    <a:pt x="1955" y="446523"/>
                  </a:lnTo>
                  <a:lnTo>
                    <a:pt x="16582" y="463472"/>
                  </a:lnTo>
                  <a:lnTo>
                    <a:pt x="25688" y="474024"/>
                  </a:lnTo>
                  <a:lnTo>
                    <a:pt x="26574" y="475025"/>
                  </a:lnTo>
                  <a:lnTo>
                    <a:pt x="30795" y="479686"/>
                  </a:lnTo>
                  <a:lnTo>
                    <a:pt x="32186" y="481168"/>
                  </a:lnTo>
                  <a:lnTo>
                    <a:pt x="34006" y="482956"/>
                  </a:lnTo>
                  <a:lnTo>
                    <a:pt x="35905" y="484661"/>
                  </a:lnTo>
                  <a:lnTo>
                    <a:pt x="37878" y="486278"/>
                  </a:lnTo>
                  <a:lnTo>
                    <a:pt x="42691" y="490044"/>
                  </a:lnTo>
                  <a:lnTo>
                    <a:pt x="43151" y="490400"/>
                  </a:lnTo>
                  <a:lnTo>
                    <a:pt x="44370" y="491292"/>
                  </a:lnTo>
                  <a:lnTo>
                    <a:pt x="45210" y="491906"/>
                  </a:lnTo>
                  <a:lnTo>
                    <a:pt x="47335" y="493317"/>
                  </a:lnTo>
                  <a:lnTo>
                    <a:pt x="49522" y="494632"/>
                  </a:lnTo>
                  <a:lnTo>
                    <a:pt x="50793" y="495357"/>
                  </a:lnTo>
                  <a:lnTo>
                    <a:pt x="51178" y="495575"/>
                  </a:lnTo>
                  <a:lnTo>
                    <a:pt x="85913" y="515046"/>
                  </a:lnTo>
                  <a:lnTo>
                    <a:pt x="98597" y="522156"/>
                  </a:lnTo>
                  <a:lnTo>
                    <a:pt x="98901" y="522325"/>
                  </a:lnTo>
                  <a:lnTo>
                    <a:pt x="101160" y="523508"/>
                  </a:lnTo>
                  <a:lnTo>
                    <a:pt x="103471" y="524588"/>
                  </a:lnTo>
                  <a:lnTo>
                    <a:pt x="105828" y="525562"/>
                  </a:lnTo>
                  <a:lnTo>
                    <a:pt x="108226" y="526430"/>
                  </a:lnTo>
                  <a:lnTo>
                    <a:pt x="109300" y="526792"/>
                  </a:lnTo>
                  <a:lnTo>
                    <a:pt x="133904" y="535074"/>
                  </a:lnTo>
                  <a:lnTo>
                    <a:pt x="137224" y="536192"/>
                  </a:lnTo>
                  <a:lnTo>
                    <a:pt x="138069" y="536469"/>
                  </a:lnTo>
                  <a:lnTo>
                    <a:pt x="140515" y="537189"/>
                  </a:lnTo>
                  <a:lnTo>
                    <a:pt x="142992" y="537799"/>
                  </a:lnTo>
                  <a:lnTo>
                    <a:pt x="145492" y="538297"/>
                  </a:lnTo>
                  <a:lnTo>
                    <a:pt x="148013" y="538682"/>
                  </a:lnTo>
                  <a:lnTo>
                    <a:pt x="157110" y="539862"/>
                  </a:lnTo>
                  <a:lnTo>
                    <a:pt x="188410" y="543921"/>
                  </a:lnTo>
                  <a:lnTo>
                    <a:pt x="202216" y="545712"/>
                  </a:lnTo>
                  <a:lnTo>
                    <a:pt x="204443" y="545956"/>
                  </a:lnTo>
                  <a:lnTo>
                    <a:pt x="206987" y="546127"/>
                  </a:lnTo>
                  <a:lnTo>
                    <a:pt x="209535" y="546183"/>
                  </a:lnTo>
                  <a:lnTo>
                    <a:pt x="217114" y="546178"/>
                  </a:lnTo>
                  <a:lnTo>
                    <a:pt x="217818" y="546174"/>
                  </a:lnTo>
                  <a:lnTo>
                    <a:pt x="220366" y="546083"/>
                  </a:lnTo>
                  <a:lnTo>
                    <a:pt x="222907" y="545878"/>
                  </a:lnTo>
                  <a:lnTo>
                    <a:pt x="225436" y="545559"/>
                  </a:lnTo>
                  <a:lnTo>
                    <a:pt x="227948" y="545127"/>
                  </a:lnTo>
                  <a:lnTo>
                    <a:pt x="232798" y="544179"/>
                  </a:lnTo>
                  <a:lnTo>
                    <a:pt x="234297" y="543858"/>
                  </a:lnTo>
                  <a:lnTo>
                    <a:pt x="234826" y="543744"/>
                  </a:lnTo>
                  <a:lnTo>
                    <a:pt x="237294" y="543109"/>
                  </a:lnTo>
                  <a:lnTo>
                    <a:pt x="243471" y="541369"/>
                  </a:lnTo>
                  <a:lnTo>
                    <a:pt x="244327" y="541121"/>
                  </a:lnTo>
                  <a:lnTo>
                    <a:pt x="246169" y="540570"/>
                  </a:lnTo>
                  <a:lnTo>
                    <a:pt x="252058" y="538810"/>
                  </a:lnTo>
                  <a:lnTo>
                    <a:pt x="272467" y="532716"/>
                  </a:lnTo>
                  <a:lnTo>
                    <a:pt x="284741" y="529050"/>
                  </a:lnTo>
                  <a:lnTo>
                    <a:pt x="296281" y="525604"/>
                  </a:lnTo>
                  <a:lnTo>
                    <a:pt x="296642" y="525494"/>
                  </a:lnTo>
                  <a:lnTo>
                    <a:pt x="299062" y="524694"/>
                  </a:lnTo>
                  <a:lnTo>
                    <a:pt x="317851" y="518009"/>
                  </a:lnTo>
                  <a:lnTo>
                    <a:pt x="326494" y="514934"/>
                  </a:lnTo>
                  <a:lnTo>
                    <a:pt x="326788" y="514828"/>
                  </a:lnTo>
                  <a:lnTo>
                    <a:pt x="329498" y="513846"/>
                  </a:lnTo>
                  <a:lnTo>
                    <a:pt x="334568" y="512012"/>
                  </a:lnTo>
                  <a:lnTo>
                    <a:pt x="336067" y="511470"/>
                  </a:lnTo>
                  <a:lnTo>
                    <a:pt x="337566" y="510903"/>
                  </a:lnTo>
                  <a:lnTo>
                    <a:pt x="339915" y="509915"/>
                  </a:lnTo>
                  <a:lnTo>
                    <a:pt x="342217" y="508823"/>
                  </a:lnTo>
                  <a:lnTo>
                    <a:pt x="343161" y="508321"/>
                  </a:lnTo>
                  <a:lnTo>
                    <a:pt x="344467" y="507628"/>
                  </a:lnTo>
                  <a:lnTo>
                    <a:pt x="346662" y="506333"/>
                  </a:lnTo>
                  <a:lnTo>
                    <a:pt x="348795" y="504941"/>
                  </a:lnTo>
                  <a:lnTo>
                    <a:pt x="350865" y="503454"/>
                  </a:lnTo>
                  <a:lnTo>
                    <a:pt x="356400" y="499285"/>
                  </a:lnTo>
                  <a:lnTo>
                    <a:pt x="359444" y="496993"/>
                  </a:lnTo>
                  <a:lnTo>
                    <a:pt x="361408" y="495514"/>
                  </a:lnTo>
                  <a:lnTo>
                    <a:pt x="369892" y="489125"/>
                  </a:lnTo>
                  <a:lnTo>
                    <a:pt x="370223" y="488875"/>
                  </a:lnTo>
                  <a:lnTo>
                    <a:pt x="375765" y="484701"/>
                  </a:lnTo>
                  <a:lnTo>
                    <a:pt x="378779" y="482432"/>
                  </a:lnTo>
                  <a:lnTo>
                    <a:pt x="381896" y="480084"/>
                  </a:lnTo>
                  <a:lnTo>
                    <a:pt x="387624" y="475770"/>
                  </a:lnTo>
                  <a:lnTo>
                    <a:pt x="388262" y="475283"/>
                  </a:lnTo>
                  <a:lnTo>
                    <a:pt x="391255" y="472961"/>
                  </a:lnTo>
                  <a:lnTo>
                    <a:pt x="403717" y="463299"/>
                  </a:lnTo>
                  <a:lnTo>
                    <a:pt x="406703" y="460983"/>
                  </a:lnTo>
                  <a:lnTo>
                    <a:pt x="409608" y="458731"/>
                  </a:lnTo>
                  <a:lnTo>
                    <a:pt x="412798" y="456257"/>
                  </a:lnTo>
                  <a:lnTo>
                    <a:pt x="415486" y="454173"/>
                  </a:lnTo>
                  <a:lnTo>
                    <a:pt x="417674" y="452476"/>
                  </a:lnTo>
                  <a:lnTo>
                    <a:pt x="418043" y="452187"/>
                  </a:lnTo>
                  <a:lnTo>
                    <a:pt x="420008" y="450565"/>
                  </a:lnTo>
                  <a:lnTo>
                    <a:pt x="421535" y="449183"/>
                  </a:lnTo>
                  <a:lnTo>
                    <a:pt x="421897" y="448856"/>
                  </a:lnTo>
                  <a:lnTo>
                    <a:pt x="432782" y="438561"/>
                  </a:lnTo>
                  <a:lnTo>
                    <a:pt x="434499" y="436937"/>
                  </a:lnTo>
                  <a:lnTo>
                    <a:pt x="435766" y="435738"/>
                  </a:lnTo>
                  <a:lnTo>
                    <a:pt x="438059" y="433570"/>
                  </a:lnTo>
                  <a:lnTo>
                    <a:pt x="442388" y="429475"/>
                  </a:lnTo>
                  <a:lnTo>
                    <a:pt x="442939" y="428954"/>
                  </a:lnTo>
                  <a:lnTo>
                    <a:pt x="449871" y="422398"/>
                  </a:lnTo>
                  <a:lnTo>
                    <a:pt x="463833" y="409193"/>
                  </a:lnTo>
                  <a:lnTo>
                    <a:pt x="470861" y="402546"/>
                  </a:lnTo>
                  <a:lnTo>
                    <a:pt x="475286" y="398360"/>
                  </a:lnTo>
                  <a:lnTo>
                    <a:pt x="480392" y="393531"/>
                  </a:lnTo>
                  <a:close/>
                </a:path>
              </a:pathLst>
            </a:custGeom>
            <a:solidFill>
              <a:srgbClr val="D4E5E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3"/>
            <p:cNvSpPr/>
            <p:nvPr/>
          </p:nvSpPr>
          <p:spPr>
            <a:xfrm>
              <a:off x="2702354" y="5324624"/>
              <a:ext cx="411352" cy="504102"/>
            </a:xfrm>
            <a:custGeom>
              <a:avLst/>
              <a:pathLst>
                <a:path w="411352" h="504102">
                  <a:moveTo>
                    <a:pt x="81818" y="339170"/>
                  </a:moveTo>
                  <a:lnTo>
                    <a:pt x="83632" y="343863"/>
                  </a:lnTo>
                  <a:lnTo>
                    <a:pt x="83900" y="344556"/>
                  </a:lnTo>
                  <a:lnTo>
                    <a:pt x="87017" y="352619"/>
                  </a:lnTo>
                  <a:lnTo>
                    <a:pt x="87394" y="353596"/>
                  </a:lnTo>
                  <a:lnTo>
                    <a:pt x="89104" y="358020"/>
                  </a:lnTo>
                  <a:lnTo>
                    <a:pt x="92410" y="366571"/>
                  </a:lnTo>
                  <a:lnTo>
                    <a:pt x="93050" y="368155"/>
                  </a:lnTo>
                  <a:lnTo>
                    <a:pt x="94094" y="370484"/>
                  </a:lnTo>
                  <a:lnTo>
                    <a:pt x="95243" y="372764"/>
                  </a:lnTo>
                  <a:lnTo>
                    <a:pt x="96493" y="374991"/>
                  </a:lnTo>
                  <a:lnTo>
                    <a:pt x="97898" y="377367"/>
                  </a:lnTo>
                  <a:lnTo>
                    <a:pt x="101591" y="383611"/>
                  </a:lnTo>
                  <a:lnTo>
                    <a:pt x="102942" y="385777"/>
                  </a:lnTo>
                  <a:lnTo>
                    <a:pt x="105834" y="390191"/>
                  </a:lnTo>
                  <a:lnTo>
                    <a:pt x="108722" y="394599"/>
                  </a:lnTo>
                  <a:lnTo>
                    <a:pt x="109561" y="395880"/>
                  </a:lnTo>
                  <a:lnTo>
                    <a:pt x="111242" y="398445"/>
                  </a:lnTo>
                  <a:lnTo>
                    <a:pt x="115822" y="405436"/>
                  </a:lnTo>
                  <a:lnTo>
                    <a:pt x="117751" y="408380"/>
                  </a:lnTo>
                  <a:lnTo>
                    <a:pt x="119084" y="410415"/>
                  </a:lnTo>
                  <a:lnTo>
                    <a:pt x="120284" y="412247"/>
                  </a:lnTo>
                  <a:lnTo>
                    <a:pt x="122939" y="416299"/>
                  </a:lnTo>
                  <a:lnTo>
                    <a:pt x="123161" y="416635"/>
                  </a:lnTo>
                  <a:lnTo>
                    <a:pt x="124623" y="418728"/>
                  </a:lnTo>
                  <a:lnTo>
                    <a:pt x="126013" y="420625"/>
                  </a:lnTo>
                  <a:lnTo>
                    <a:pt x="127197" y="422184"/>
                  </a:lnTo>
                  <a:lnTo>
                    <a:pt x="128820" y="424154"/>
                  </a:lnTo>
                  <a:lnTo>
                    <a:pt x="133698" y="429806"/>
                  </a:lnTo>
                  <a:lnTo>
                    <a:pt x="144726" y="442585"/>
                  </a:lnTo>
                  <a:lnTo>
                    <a:pt x="161286" y="461772"/>
                  </a:lnTo>
                  <a:lnTo>
                    <a:pt x="165313" y="466439"/>
                  </a:lnTo>
                  <a:lnTo>
                    <a:pt x="171635" y="473764"/>
                  </a:lnTo>
                  <a:lnTo>
                    <a:pt x="173469" y="475890"/>
                  </a:lnTo>
                  <a:lnTo>
                    <a:pt x="176908" y="479875"/>
                  </a:lnTo>
                  <a:lnTo>
                    <a:pt x="180794" y="484377"/>
                  </a:lnTo>
                  <a:lnTo>
                    <a:pt x="183942" y="488024"/>
                  </a:lnTo>
                  <a:lnTo>
                    <a:pt x="187240" y="491846"/>
                  </a:lnTo>
                  <a:lnTo>
                    <a:pt x="189140" y="494048"/>
                  </a:lnTo>
                  <a:lnTo>
                    <a:pt x="190968" y="496165"/>
                  </a:lnTo>
                  <a:lnTo>
                    <a:pt x="197818" y="504102"/>
                  </a:lnTo>
                  <a:lnTo>
                    <a:pt x="240229" y="438369"/>
                  </a:lnTo>
                  <a:lnTo>
                    <a:pt x="242296" y="438169"/>
                  </a:lnTo>
                  <a:lnTo>
                    <a:pt x="243317" y="437726"/>
                  </a:lnTo>
                  <a:lnTo>
                    <a:pt x="244082" y="437394"/>
                  </a:lnTo>
                  <a:lnTo>
                    <a:pt x="246983" y="436758"/>
                  </a:lnTo>
                  <a:lnTo>
                    <a:pt x="247203" y="436444"/>
                  </a:lnTo>
                  <a:lnTo>
                    <a:pt x="249369" y="435716"/>
                  </a:lnTo>
                  <a:lnTo>
                    <a:pt x="250320" y="435532"/>
                  </a:lnTo>
                  <a:lnTo>
                    <a:pt x="250668" y="435632"/>
                  </a:lnTo>
                  <a:lnTo>
                    <a:pt x="251372" y="435134"/>
                  </a:lnTo>
                  <a:lnTo>
                    <a:pt x="251744" y="434876"/>
                  </a:lnTo>
                  <a:lnTo>
                    <a:pt x="252036" y="434656"/>
                  </a:lnTo>
                  <a:lnTo>
                    <a:pt x="252293" y="434629"/>
                  </a:lnTo>
                  <a:lnTo>
                    <a:pt x="252862" y="434313"/>
                  </a:lnTo>
                  <a:lnTo>
                    <a:pt x="253095" y="434329"/>
                  </a:lnTo>
                  <a:lnTo>
                    <a:pt x="253447" y="434170"/>
                  </a:lnTo>
                  <a:lnTo>
                    <a:pt x="253678" y="434058"/>
                  </a:lnTo>
                  <a:lnTo>
                    <a:pt x="253900" y="434020"/>
                  </a:lnTo>
                  <a:lnTo>
                    <a:pt x="254249" y="433947"/>
                  </a:lnTo>
                  <a:lnTo>
                    <a:pt x="254388" y="433918"/>
                  </a:lnTo>
                  <a:lnTo>
                    <a:pt x="254776" y="433826"/>
                  </a:lnTo>
                  <a:lnTo>
                    <a:pt x="254917" y="433842"/>
                  </a:lnTo>
                  <a:lnTo>
                    <a:pt x="255090" y="433823"/>
                  </a:lnTo>
                  <a:lnTo>
                    <a:pt x="256375" y="433487"/>
                  </a:lnTo>
                  <a:lnTo>
                    <a:pt x="256897" y="433401"/>
                  </a:lnTo>
                  <a:lnTo>
                    <a:pt x="257215" y="433272"/>
                  </a:lnTo>
                  <a:lnTo>
                    <a:pt x="257608" y="432875"/>
                  </a:lnTo>
                  <a:lnTo>
                    <a:pt x="258427" y="432533"/>
                  </a:lnTo>
                  <a:lnTo>
                    <a:pt x="262821" y="430629"/>
                  </a:lnTo>
                  <a:lnTo>
                    <a:pt x="263271" y="430507"/>
                  </a:lnTo>
                  <a:lnTo>
                    <a:pt x="267072" y="429482"/>
                  </a:lnTo>
                  <a:lnTo>
                    <a:pt x="267484" y="429168"/>
                  </a:lnTo>
                  <a:lnTo>
                    <a:pt x="268393" y="428477"/>
                  </a:lnTo>
                  <a:lnTo>
                    <a:pt x="269865" y="427572"/>
                  </a:lnTo>
                  <a:lnTo>
                    <a:pt x="270551" y="426567"/>
                  </a:lnTo>
                  <a:lnTo>
                    <a:pt x="271922" y="424558"/>
                  </a:lnTo>
                  <a:lnTo>
                    <a:pt x="272790" y="423029"/>
                  </a:lnTo>
                  <a:lnTo>
                    <a:pt x="273605" y="422100"/>
                  </a:lnTo>
                  <a:lnTo>
                    <a:pt x="274124" y="421383"/>
                  </a:lnTo>
                  <a:lnTo>
                    <a:pt x="274898" y="420491"/>
                  </a:lnTo>
                  <a:lnTo>
                    <a:pt x="275539" y="419530"/>
                  </a:lnTo>
                  <a:lnTo>
                    <a:pt x="275815" y="419318"/>
                  </a:lnTo>
                  <a:lnTo>
                    <a:pt x="276768" y="418585"/>
                  </a:lnTo>
                  <a:lnTo>
                    <a:pt x="277142" y="418307"/>
                  </a:lnTo>
                  <a:lnTo>
                    <a:pt x="277361" y="417994"/>
                  </a:lnTo>
                  <a:lnTo>
                    <a:pt x="277511" y="417788"/>
                  </a:lnTo>
                  <a:lnTo>
                    <a:pt x="277700" y="417506"/>
                  </a:lnTo>
                  <a:lnTo>
                    <a:pt x="278598" y="415849"/>
                  </a:lnTo>
                  <a:lnTo>
                    <a:pt x="278683" y="415336"/>
                  </a:lnTo>
                  <a:lnTo>
                    <a:pt x="278475" y="411450"/>
                  </a:lnTo>
                  <a:lnTo>
                    <a:pt x="278318" y="409151"/>
                  </a:lnTo>
                  <a:lnTo>
                    <a:pt x="278156" y="406762"/>
                  </a:lnTo>
                  <a:lnTo>
                    <a:pt x="278050" y="405206"/>
                  </a:lnTo>
                  <a:lnTo>
                    <a:pt x="278133" y="404302"/>
                  </a:lnTo>
                  <a:lnTo>
                    <a:pt x="278208" y="403160"/>
                  </a:lnTo>
                  <a:lnTo>
                    <a:pt x="278996" y="401955"/>
                  </a:lnTo>
                  <a:lnTo>
                    <a:pt x="280895" y="399255"/>
                  </a:lnTo>
                  <a:lnTo>
                    <a:pt x="281235" y="398967"/>
                  </a:lnTo>
                  <a:lnTo>
                    <a:pt x="281592" y="398645"/>
                  </a:lnTo>
                  <a:lnTo>
                    <a:pt x="281826" y="398477"/>
                  </a:lnTo>
                  <a:lnTo>
                    <a:pt x="282171" y="398192"/>
                  </a:lnTo>
                  <a:lnTo>
                    <a:pt x="282942" y="397657"/>
                  </a:lnTo>
                  <a:lnTo>
                    <a:pt x="283114" y="397471"/>
                  </a:lnTo>
                  <a:lnTo>
                    <a:pt x="283368" y="397185"/>
                  </a:lnTo>
                  <a:lnTo>
                    <a:pt x="283501" y="397048"/>
                  </a:lnTo>
                  <a:lnTo>
                    <a:pt x="284380" y="395949"/>
                  </a:lnTo>
                  <a:lnTo>
                    <a:pt x="284421" y="395742"/>
                  </a:lnTo>
                  <a:lnTo>
                    <a:pt x="284505" y="395367"/>
                  </a:lnTo>
                  <a:lnTo>
                    <a:pt x="284609" y="395074"/>
                  </a:lnTo>
                  <a:lnTo>
                    <a:pt x="284687" y="394829"/>
                  </a:lnTo>
                  <a:lnTo>
                    <a:pt x="284722" y="394368"/>
                  </a:lnTo>
                  <a:lnTo>
                    <a:pt x="284896" y="393952"/>
                  </a:lnTo>
                  <a:lnTo>
                    <a:pt x="284617" y="393596"/>
                  </a:lnTo>
                  <a:lnTo>
                    <a:pt x="284510" y="393461"/>
                  </a:lnTo>
                  <a:lnTo>
                    <a:pt x="284194" y="393182"/>
                  </a:lnTo>
                  <a:lnTo>
                    <a:pt x="283801" y="392929"/>
                  </a:lnTo>
                  <a:lnTo>
                    <a:pt x="283629" y="392584"/>
                  </a:lnTo>
                  <a:lnTo>
                    <a:pt x="283295" y="392031"/>
                  </a:lnTo>
                  <a:lnTo>
                    <a:pt x="283128" y="390016"/>
                  </a:lnTo>
                  <a:lnTo>
                    <a:pt x="283119" y="389879"/>
                  </a:lnTo>
                  <a:lnTo>
                    <a:pt x="283143" y="389752"/>
                  </a:lnTo>
                  <a:lnTo>
                    <a:pt x="283135" y="389597"/>
                  </a:lnTo>
                  <a:lnTo>
                    <a:pt x="282924" y="389205"/>
                  </a:lnTo>
                  <a:lnTo>
                    <a:pt x="282782" y="389134"/>
                  </a:lnTo>
                  <a:lnTo>
                    <a:pt x="282738" y="388897"/>
                  </a:lnTo>
                  <a:lnTo>
                    <a:pt x="283287" y="388551"/>
                  </a:lnTo>
                  <a:lnTo>
                    <a:pt x="283626" y="388252"/>
                  </a:lnTo>
                  <a:lnTo>
                    <a:pt x="283445" y="388033"/>
                  </a:lnTo>
                  <a:lnTo>
                    <a:pt x="282972" y="387490"/>
                  </a:lnTo>
                  <a:lnTo>
                    <a:pt x="282842" y="387315"/>
                  </a:lnTo>
                  <a:lnTo>
                    <a:pt x="282653" y="386970"/>
                  </a:lnTo>
                  <a:lnTo>
                    <a:pt x="282639" y="386047"/>
                  </a:lnTo>
                  <a:lnTo>
                    <a:pt x="282649" y="385552"/>
                  </a:lnTo>
                  <a:lnTo>
                    <a:pt x="282837" y="385072"/>
                  </a:lnTo>
                  <a:lnTo>
                    <a:pt x="282964" y="384790"/>
                  </a:lnTo>
                  <a:lnTo>
                    <a:pt x="282986" y="384605"/>
                  </a:lnTo>
                  <a:lnTo>
                    <a:pt x="282915" y="384150"/>
                  </a:lnTo>
                  <a:lnTo>
                    <a:pt x="282869" y="383741"/>
                  </a:lnTo>
                  <a:lnTo>
                    <a:pt x="282776" y="383390"/>
                  </a:lnTo>
                  <a:lnTo>
                    <a:pt x="282730" y="383238"/>
                  </a:lnTo>
                  <a:lnTo>
                    <a:pt x="282588" y="382772"/>
                  </a:lnTo>
                  <a:lnTo>
                    <a:pt x="282155" y="382136"/>
                  </a:lnTo>
                  <a:lnTo>
                    <a:pt x="281997" y="381897"/>
                  </a:lnTo>
                  <a:lnTo>
                    <a:pt x="281903" y="381744"/>
                  </a:lnTo>
                  <a:lnTo>
                    <a:pt x="281566" y="381182"/>
                  </a:lnTo>
                  <a:lnTo>
                    <a:pt x="281421" y="380948"/>
                  </a:lnTo>
                  <a:lnTo>
                    <a:pt x="281177" y="380538"/>
                  </a:lnTo>
                  <a:lnTo>
                    <a:pt x="279802" y="381453"/>
                  </a:lnTo>
                  <a:lnTo>
                    <a:pt x="280544" y="379974"/>
                  </a:lnTo>
                  <a:lnTo>
                    <a:pt x="280830" y="379386"/>
                  </a:lnTo>
                  <a:lnTo>
                    <a:pt x="280868" y="378900"/>
                  </a:lnTo>
                  <a:lnTo>
                    <a:pt x="280928" y="378048"/>
                  </a:lnTo>
                  <a:lnTo>
                    <a:pt x="280959" y="377671"/>
                  </a:lnTo>
                  <a:lnTo>
                    <a:pt x="281102" y="377306"/>
                  </a:lnTo>
                  <a:lnTo>
                    <a:pt x="281100" y="377006"/>
                  </a:lnTo>
                  <a:lnTo>
                    <a:pt x="281186" y="376779"/>
                  </a:lnTo>
                  <a:lnTo>
                    <a:pt x="281387" y="376556"/>
                  </a:lnTo>
                  <a:lnTo>
                    <a:pt x="281455" y="376394"/>
                  </a:lnTo>
                  <a:lnTo>
                    <a:pt x="281523" y="376223"/>
                  </a:lnTo>
                  <a:lnTo>
                    <a:pt x="281619" y="375981"/>
                  </a:lnTo>
                  <a:lnTo>
                    <a:pt x="281723" y="375716"/>
                  </a:lnTo>
                  <a:lnTo>
                    <a:pt x="281989" y="375274"/>
                  </a:lnTo>
                  <a:lnTo>
                    <a:pt x="282166" y="374972"/>
                  </a:lnTo>
                  <a:lnTo>
                    <a:pt x="282281" y="374759"/>
                  </a:lnTo>
                  <a:lnTo>
                    <a:pt x="282438" y="374500"/>
                  </a:lnTo>
                  <a:lnTo>
                    <a:pt x="282548" y="374313"/>
                  </a:lnTo>
                  <a:lnTo>
                    <a:pt x="282630" y="374170"/>
                  </a:lnTo>
                  <a:lnTo>
                    <a:pt x="282929" y="373494"/>
                  </a:lnTo>
                  <a:lnTo>
                    <a:pt x="283089" y="373158"/>
                  </a:lnTo>
                  <a:lnTo>
                    <a:pt x="283242" y="372847"/>
                  </a:lnTo>
                  <a:lnTo>
                    <a:pt x="283417" y="372505"/>
                  </a:lnTo>
                  <a:lnTo>
                    <a:pt x="283482" y="372359"/>
                  </a:lnTo>
                  <a:lnTo>
                    <a:pt x="283552" y="372202"/>
                  </a:lnTo>
                  <a:lnTo>
                    <a:pt x="283701" y="371866"/>
                  </a:lnTo>
                  <a:lnTo>
                    <a:pt x="283992" y="371376"/>
                  </a:lnTo>
                  <a:lnTo>
                    <a:pt x="284219" y="370878"/>
                  </a:lnTo>
                  <a:lnTo>
                    <a:pt x="284278" y="370498"/>
                  </a:lnTo>
                  <a:lnTo>
                    <a:pt x="284420" y="370328"/>
                  </a:lnTo>
                  <a:lnTo>
                    <a:pt x="284711" y="368553"/>
                  </a:lnTo>
                  <a:lnTo>
                    <a:pt x="285343" y="368146"/>
                  </a:lnTo>
                  <a:lnTo>
                    <a:pt x="285231" y="367327"/>
                  </a:lnTo>
                  <a:lnTo>
                    <a:pt x="285241" y="367039"/>
                  </a:lnTo>
                  <a:lnTo>
                    <a:pt x="285316" y="366605"/>
                  </a:lnTo>
                  <a:lnTo>
                    <a:pt x="285514" y="366177"/>
                  </a:lnTo>
                  <a:lnTo>
                    <a:pt x="285610" y="365968"/>
                  </a:lnTo>
                  <a:lnTo>
                    <a:pt x="285877" y="365505"/>
                  </a:lnTo>
                  <a:lnTo>
                    <a:pt x="286190" y="364963"/>
                  </a:lnTo>
                  <a:lnTo>
                    <a:pt x="286360" y="364669"/>
                  </a:lnTo>
                  <a:lnTo>
                    <a:pt x="286513" y="364402"/>
                  </a:lnTo>
                  <a:lnTo>
                    <a:pt x="286026" y="363779"/>
                  </a:lnTo>
                  <a:lnTo>
                    <a:pt x="285758" y="363331"/>
                  </a:lnTo>
                  <a:lnTo>
                    <a:pt x="285293" y="362220"/>
                  </a:lnTo>
                  <a:lnTo>
                    <a:pt x="285303" y="362093"/>
                  </a:lnTo>
                  <a:lnTo>
                    <a:pt x="285428" y="361526"/>
                  </a:lnTo>
                  <a:lnTo>
                    <a:pt x="285433" y="361268"/>
                  </a:lnTo>
                  <a:lnTo>
                    <a:pt x="285677" y="360253"/>
                  </a:lnTo>
                  <a:lnTo>
                    <a:pt x="285667" y="360054"/>
                  </a:lnTo>
                  <a:lnTo>
                    <a:pt x="286074" y="358221"/>
                  </a:lnTo>
                  <a:lnTo>
                    <a:pt x="286046" y="358038"/>
                  </a:lnTo>
                  <a:lnTo>
                    <a:pt x="286099" y="357674"/>
                  </a:lnTo>
                  <a:lnTo>
                    <a:pt x="285273" y="356755"/>
                  </a:lnTo>
                  <a:lnTo>
                    <a:pt x="285145" y="356566"/>
                  </a:lnTo>
                  <a:lnTo>
                    <a:pt x="285010" y="356365"/>
                  </a:lnTo>
                  <a:lnTo>
                    <a:pt x="284692" y="355889"/>
                  </a:lnTo>
                  <a:lnTo>
                    <a:pt x="284578" y="355720"/>
                  </a:lnTo>
                  <a:lnTo>
                    <a:pt x="284429" y="355418"/>
                  </a:lnTo>
                  <a:lnTo>
                    <a:pt x="284082" y="355148"/>
                  </a:lnTo>
                  <a:lnTo>
                    <a:pt x="283880" y="355156"/>
                  </a:lnTo>
                  <a:lnTo>
                    <a:pt x="283672" y="355166"/>
                  </a:lnTo>
                  <a:lnTo>
                    <a:pt x="283411" y="354647"/>
                  </a:lnTo>
                  <a:lnTo>
                    <a:pt x="283331" y="353893"/>
                  </a:lnTo>
                  <a:lnTo>
                    <a:pt x="283482" y="353359"/>
                  </a:lnTo>
                  <a:lnTo>
                    <a:pt x="283521" y="353220"/>
                  </a:lnTo>
                  <a:lnTo>
                    <a:pt x="283626" y="352851"/>
                  </a:lnTo>
                  <a:lnTo>
                    <a:pt x="283704" y="352299"/>
                  </a:lnTo>
                  <a:lnTo>
                    <a:pt x="284018" y="351909"/>
                  </a:lnTo>
                  <a:lnTo>
                    <a:pt x="284112" y="351752"/>
                  </a:lnTo>
                  <a:lnTo>
                    <a:pt x="284268" y="351514"/>
                  </a:lnTo>
                  <a:lnTo>
                    <a:pt x="284357" y="351364"/>
                  </a:lnTo>
                  <a:lnTo>
                    <a:pt x="284492" y="351143"/>
                  </a:lnTo>
                  <a:lnTo>
                    <a:pt x="284890" y="350335"/>
                  </a:lnTo>
                  <a:lnTo>
                    <a:pt x="285399" y="349924"/>
                  </a:lnTo>
                  <a:lnTo>
                    <a:pt x="285625" y="349726"/>
                  </a:lnTo>
                  <a:lnTo>
                    <a:pt x="286044" y="349414"/>
                  </a:lnTo>
                  <a:lnTo>
                    <a:pt x="286295" y="349252"/>
                  </a:lnTo>
                  <a:lnTo>
                    <a:pt x="286508" y="348923"/>
                  </a:lnTo>
                  <a:lnTo>
                    <a:pt x="286957" y="348004"/>
                  </a:lnTo>
                  <a:lnTo>
                    <a:pt x="287175" y="347634"/>
                  </a:lnTo>
                  <a:lnTo>
                    <a:pt x="287428" y="347180"/>
                  </a:lnTo>
                  <a:lnTo>
                    <a:pt x="287592" y="346876"/>
                  </a:lnTo>
                  <a:lnTo>
                    <a:pt x="287710" y="346617"/>
                  </a:lnTo>
                  <a:lnTo>
                    <a:pt x="287790" y="346412"/>
                  </a:lnTo>
                  <a:lnTo>
                    <a:pt x="287869" y="346208"/>
                  </a:lnTo>
                  <a:lnTo>
                    <a:pt x="287960" y="345979"/>
                  </a:lnTo>
                  <a:lnTo>
                    <a:pt x="288069" y="345706"/>
                  </a:lnTo>
                  <a:lnTo>
                    <a:pt x="288167" y="345463"/>
                  </a:lnTo>
                  <a:lnTo>
                    <a:pt x="288232" y="345301"/>
                  </a:lnTo>
                  <a:lnTo>
                    <a:pt x="288414" y="344824"/>
                  </a:lnTo>
                  <a:lnTo>
                    <a:pt x="288477" y="344663"/>
                  </a:lnTo>
                  <a:lnTo>
                    <a:pt x="288155" y="344789"/>
                  </a:lnTo>
                  <a:lnTo>
                    <a:pt x="286941" y="345256"/>
                  </a:lnTo>
                  <a:lnTo>
                    <a:pt x="286573" y="345486"/>
                  </a:lnTo>
                  <a:lnTo>
                    <a:pt x="286215" y="345707"/>
                  </a:lnTo>
                  <a:lnTo>
                    <a:pt x="285827" y="345890"/>
                  </a:lnTo>
                  <a:lnTo>
                    <a:pt x="285536" y="346013"/>
                  </a:lnTo>
                  <a:lnTo>
                    <a:pt x="284953" y="346049"/>
                  </a:lnTo>
                  <a:lnTo>
                    <a:pt x="283957" y="346697"/>
                  </a:lnTo>
                  <a:lnTo>
                    <a:pt x="283609" y="346792"/>
                  </a:lnTo>
                  <a:lnTo>
                    <a:pt x="283422" y="346842"/>
                  </a:lnTo>
                  <a:lnTo>
                    <a:pt x="282940" y="346463"/>
                  </a:lnTo>
                  <a:lnTo>
                    <a:pt x="282613" y="346205"/>
                  </a:lnTo>
                  <a:lnTo>
                    <a:pt x="282471" y="346092"/>
                  </a:lnTo>
                  <a:lnTo>
                    <a:pt x="282035" y="345739"/>
                  </a:lnTo>
                  <a:lnTo>
                    <a:pt x="281683" y="345454"/>
                  </a:lnTo>
                  <a:lnTo>
                    <a:pt x="281480" y="345298"/>
                  </a:lnTo>
                  <a:lnTo>
                    <a:pt x="280939" y="344964"/>
                  </a:lnTo>
                  <a:lnTo>
                    <a:pt x="280691" y="344809"/>
                  </a:lnTo>
                  <a:lnTo>
                    <a:pt x="280503" y="344693"/>
                  </a:lnTo>
                  <a:lnTo>
                    <a:pt x="280070" y="344467"/>
                  </a:lnTo>
                  <a:lnTo>
                    <a:pt x="279673" y="344295"/>
                  </a:lnTo>
                  <a:lnTo>
                    <a:pt x="279397" y="344151"/>
                  </a:lnTo>
                  <a:lnTo>
                    <a:pt x="279075" y="343981"/>
                  </a:lnTo>
                  <a:lnTo>
                    <a:pt x="278643" y="343517"/>
                  </a:lnTo>
                  <a:lnTo>
                    <a:pt x="278450" y="343367"/>
                  </a:lnTo>
                  <a:lnTo>
                    <a:pt x="278273" y="343246"/>
                  </a:lnTo>
                  <a:lnTo>
                    <a:pt x="277874" y="343026"/>
                  </a:lnTo>
                  <a:lnTo>
                    <a:pt x="277739" y="343067"/>
                  </a:lnTo>
                  <a:lnTo>
                    <a:pt x="277514" y="342936"/>
                  </a:lnTo>
                  <a:lnTo>
                    <a:pt x="277319" y="342821"/>
                  </a:lnTo>
                  <a:lnTo>
                    <a:pt x="277021" y="342649"/>
                  </a:lnTo>
                  <a:lnTo>
                    <a:pt x="276490" y="342347"/>
                  </a:lnTo>
                  <a:lnTo>
                    <a:pt x="276299" y="342679"/>
                  </a:lnTo>
                  <a:lnTo>
                    <a:pt x="275909" y="342904"/>
                  </a:lnTo>
                  <a:lnTo>
                    <a:pt x="275371" y="343220"/>
                  </a:lnTo>
                  <a:lnTo>
                    <a:pt x="274921" y="343489"/>
                  </a:lnTo>
                  <a:lnTo>
                    <a:pt x="274651" y="343685"/>
                  </a:lnTo>
                  <a:lnTo>
                    <a:pt x="274024" y="344143"/>
                  </a:lnTo>
                  <a:lnTo>
                    <a:pt x="273850" y="344277"/>
                  </a:lnTo>
                  <a:lnTo>
                    <a:pt x="273676" y="344412"/>
                  </a:lnTo>
                  <a:lnTo>
                    <a:pt x="273200" y="344792"/>
                  </a:lnTo>
                  <a:lnTo>
                    <a:pt x="272934" y="345006"/>
                  </a:lnTo>
                  <a:lnTo>
                    <a:pt x="272619" y="345245"/>
                  </a:lnTo>
                  <a:lnTo>
                    <a:pt x="272427" y="345398"/>
                  </a:lnTo>
                  <a:lnTo>
                    <a:pt x="272238" y="345545"/>
                  </a:lnTo>
                  <a:lnTo>
                    <a:pt x="271773" y="345907"/>
                  </a:lnTo>
                  <a:lnTo>
                    <a:pt x="271338" y="346245"/>
                  </a:lnTo>
                  <a:lnTo>
                    <a:pt x="271087" y="346440"/>
                  </a:lnTo>
                  <a:lnTo>
                    <a:pt x="270896" y="346592"/>
                  </a:lnTo>
                  <a:lnTo>
                    <a:pt x="270696" y="346753"/>
                  </a:lnTo>
                  <a:lnTo>
                    <a:pt x="270543" y="346383"/>
                  </a:lnTo>
                  <a:lnTo>
                    <a:pt x="270470" y="346208"/>
                  </a:lnTo>
                  <a:lnTo>
                    <a:pt x="270061" y="345350"/>
                  </a:lnTo>
                  <a:lnTo>
                    <a:pt x="269804" y="344389"/>
                  </a:lnTo>
                  <a:lnTo>
                    <a:pt x="269670" y="344245"/>
                  </a:lnTo>
                  <a:lnTo>
                    <a:pt x="269598" y="344078"/>
                  </a:lnTo>
                  <a:lnTo>
                    <a:pt x="269519" y="343871"/>
                  </a:lnTo>
                  <a:lnTo>
                    <a:pt x="269284" y="343293"/>
                  </a:lnTo>
                  <a:lnTo>
                    <a:pt x="269125" y="342878"/>
                  </a:lnTo>
                  <a:lnTo>
                    <a:pt x="269067" y="342726"/>
                  </a:lnTo>
                  <a:lnTo>
                    <a:pt x="268842" y="340233"/>
                  </a:lnTo>
                  <a:lnTo>
                    <a:pt x="268131" y="338846"/>
                  </a:lnTo>
                  <a:lnTo>
                    <a:pt x="267557" y="338112"/>
                  </a:lnTo>
                  <a:lnTo>
                    <a:pt x="267553" y="337985"/>
                  </a:lnTo>
                  <a:lnTo>
                    <a:pt x="267591" y="337849"/>
                  </a:lnTo>
                  <a:lnTo>
                    <a:pt x="267591" y="337697"/>
                  </a:lnTo>
                  <a:lnTo>
                    <a:pt x="267431" y="337615"/>
                  </a:lnTo>
                  <a:lnTo>
                    <a:pt x="267024" y="337371"/>
                  </a:lnTo>
                  <a:lnTo>
                    <a:pt x="266569" y="337083"/>
                  </a:lnTo>
                  <a:lnTo>
                    <a:pt x="266291" y="336784"/>
                  </a:lnTo>
                  <a:lnTo>
                    <a:pt x="265765" y="336387"/>
                  </a:lnTo>
                  <a:lnTo>
                    <a:pt x="264687" y="335611"/>
                  </a:lnTo>
                  <a:lnTo>
                    <a:pt x="264319" y="335348"/>
                  </a:lnTo>
                  <a:lnTo>
                    <a:pt x="263935" y="335070"/>
                  </a:lnTo>
                  <a:lnTo>
                    <a:pt x="263475" y="334753"/>
                  </a:lnTo>
                  <a:lnTo>
                    <a:pt x="263216" y="334576"/>
                  </a:lnTo>
                  <a:lnTo>
                    <a:pt x="263176" y="334379"/>
                  </a:lnTo>
                  <a:lnTo>
                    <a:pt x="263444" y="334006"/>
                  </a:lnTo>
                  <a:lnTo>
                    <a:pt x="263606" y="333791"/>
                  </a:lnTo>
                  <a:lnTo>
                    <a:pt x="263993" y="333276"/>
                  </a:lnTo>
                  <a:lnTo>
                    <a:pt x="264197" y="333004"/>
                  </a:lnTo>
                  <a:lnTo>
                    <a:pt x="264540" y="332516"/>
                  </a:lnTo>
                  <a:lnTo>
                    <a:pt x="264779" y="332164"/>
                  </a:lnTo>
                  <a:lnTo>
                    <a:pt x="265158" y="331599"/>
                  </a:lnTo>
                  <a:lnTo>
                    <a:pt x="265252" y="331468"/>
                  </a:lnTo>
                  <a:lnTo>
                    <a:pt x="265774" y="330743"/>
                  </a:lnTo>
                  <a:lnTo>
                    <a:pt x="266480" y="330423"/>
                  </a:lnTo>
                  <a:lnTo>
                    <a:pt x="266692" y="330326"/>
                  </a:lnTo>
                  <a:lnTo>
                    <a:pt x="267337" y="330032"/>
                  </a:lnTo>
                  <a:lnTo>
                    <a:pt x="267648" y="329912"/>
                  </a:lnTo>
                  <a:lnTo>
                    <a:pt x="267803" y="329846"/>
                  </a:lnTo>
                  <a:lnTo>
                    <a:pt x="268094" y="329739"/>
                  </a:lnTo>
                  <a:lnTo>
                    <a:pt x="268499" y="329589"/>
                  </a:lnTo>
                  <a:lnTo>
                    <a:pt x="268805" y="329462"/>
                  </a:lnTo>
                  <a:lnTo>
                    <a:pt x="269090" y="329343"/>
                  </a:lnTo>
                  <a:lnTo>
                    <a:pt x="269922" y="329002"/>
                  </a:lnTo>
                  <a:lnTo>
                    <a:pt x="270105" y="329059"/>
                  </a:lnTo>
                  <a:lnTo>
                    <a:pt x="270409" y="329152"/>
                  </a:lnTo>
                  <a:lnTo>
                    <a:pt x="271138" y="329380"/>
                  </a:lnTo>
                  <a:lnTo>
                    <a:pt x="271300" y="329436"/>
                  </a:lnTo>
                  <a:lnTo>
                    <a:pt x="271609" y="329544"/>
                  </a:lnTo>
                  <a:lnTo>
                    <a:pt x="271902" y="329616"/>
                  </a:lnTo>
                  <a:lnTo>
                    <a:pt x="272904" y="329850"/>
                  </a:lnTo>
                  <a:lnTo>
                    <a:pt x="273714" y="330040"/>
                  </a:lnTo>
                  <a:lnTo>
                    <a:pt x="274250" y="330175"/>
                  </a:lnTo>
                  <a:lnTo>
                    <a:pt x="275194" y="330085"/>
                  </a:lnTo>
                  <a:lnTo>
                    <a:pt x="275908" y="329939"/>
                  </a:lnTo>
                  <a:lnTo>
                    <a:pt x="276216" y="329876"/>
                  </a:lnTo>
                  <a:lnTo>
                    <a:pt x="276491" y="329819"/>
                  </a:lnTo>
                  <a:lnTo>
                    <a:pt x="277159" y="329680"/>
                  </a:lnTo>
                  <a:lnTo>
                    <a:pt x="277624" y="329586"/>
                  </a:lnTo>
                  <a:lnTo>
                    <a:pt x="278002" y="329514"/>
                  </a:lnTo>
                  <a:lnTo>
                    <a:pt x="278295" y="329439"/>
                  </a:lnTo>
                  <a:lnTo>
                    <a:pt x="279036" y="329296"/>
                  </a:lnTo>
                  <a:lnTo>
                    <a:pt x="279242" y="329248"/>
                  </a:lnTo>
                  <a:lnTo>
                    <a:pt x="280806" y="328901"/>
                  </a:lnTo>
                  <a:lnTo>
                    <a:pt x="281645" y="328781"/>
                  </a:lnTo>
                  <a:lnTo>
                    <a:pt x="282343" y="328522"/>
                  </a:lnTo>
                  <a:lnTo>
                    <a:pt x="282890" y="328306"/>
                  </a:lnTo>
                  <a:lnTo>
                    <a:pt x="283315" y="328141"/>
                  </a:lnTo>
                  <a:lnTo>
                    <a:pt x="283624" y="328023"/>
                  </a:lnTo>
                  <a:lnTo>
                    <a:pt x="284593" y="327653"/>
                  </a:lnTo>
                  <a:lnTo>
                    <a:pt x="285150" y="327437"/>
                  </a:lnTo>
                  <a:lnTo>
                    <a:pt x="285462" y="327325"/>
                  </a:lnTo>
                  <a:lnTo>
                    <a:pt x="285781" y="327277"/>
                  </a:lnTo>
                  <a:lnTo>
                    <a:pt x="286278" y="327247"/>
                  </a:lnTo>
                  <a:lnTo>
                    <a:pt x="286526" y="327232"/>
                  </a:lnTo>
                  <a:lnTo>
                    <a:pt x="286749" y="327219"/>
                  </a:lnTo>
                  <a:lnTo>
                    <a:pt x="287406" y="327134"/>
                  </a:lnTo>
                  <a:lnTo>
                    <a:pt x="288096" y="327036"/>
                  </a:lnTo>
                  <a:lnTo>
                    <a:pt x="288513" y="326973"/>
                  </a:lnTo>
                  <a:lnTo>
                    <a:pt x="288699" y="326945"/>
                  </a:lnTo>
                  <a:lnTo>
                    <a:pt x="288965" y="326779"/>
                  </a:lnTo>
                  <a:lnTo>
                    <a:pt x="289098" y="326695"/>
                  </a:lnTo>
                  <a:lnTo>
                    <a:pt x="289541" y="326418"/>
                  </a:lnTo>
                  <a:lnTo>
                    <a:pt x="289813" y="326243"/>
                  </a:lnTo>
                  <a:lnTo>
                    <a:pt x="290027" y="326106"/>
                  </a:lnTo>
                  <a:lnTo>
                    <a:pt x="290591" y="325743"/>
                  </a:lnTo>
                  <a:lnTo>
                    <a:pt x="291013" y="325471"/>
                  </a:lnTo>
                  <a:lnTo>
                    <a:pt x="291285" y="325296"/>
                  </a:lnTo>
                  <a:lnTo>
                    <a:pt x="291506" y="325154"/>
                  </a:lnTo>
                  <a:lnTo>
                    <a:pt x="291847" y="324935"/>
                  </a:lnTo>
                  <a:lnTo>
                    <a:pt x="292068" y="324792"/>
                  </a:lnTo>
                  <a:lnTo>
                    <a:pt x="292150" y="324496"/>
                  </a:lnTo>
                  <a:lnTo>
                    <a:pt x="292329" y="323328"/>
                  </a:lnTo>
                  <a:lnTo>
                    <a:pt x="292364" y="323099"/>
                  </a:lnTo>
                  <a:lnTo>
                    <a:pt x="292412" y="322809"/>
                  </a:lnTo>
                  <a:lnTo>
                    <a:pt x="292465" y="322552"/>
                  </a:lnTo>
                  <a:lnTo>
                    <a:pt x="292434" y="322362"/>
                  </a:lnTo>
                  <a:lnTo>
                    <a:pt x="292324" y="321697"/>
                  </a:lnTo>
                  <a:lnTo>
                    <a:pt x="292128" y="320426"/>
                  </a:lnTo>
                  <a:lnTo>
                    <a:pt x="291942" y="319269"/>
                  </a:lnTo>
                  <a:lnTo>
                    <a:pt x="291060" y="316774"/>
                  </a:lnTo>
                  <a:lnTo>
                    <a:pt x="290828" y="315834"/>
                  </a:lnTo>
                  <a:lnTo>
                    <a:pt x="290629" y="315504"/>
                  </a:lnTo>
                  <a:lnTo>
                    <a:pt x="290418" y="315150"/>
                  </a:lnTo>
                  <a:lnTo>
                    <a:pt x="290223" y="314870"/>
                  </a:lnTo>
                  <a:lnTo>
                    <a:pt x="290078" y="314696"/>
                  </a:lnTo>
                  <a:lnTo>
                    <a:pt x="289478" y="314131"/>
                  </a:lnTo>
                  <a:lnTo>
                    <a:pt x="288980" y="313524"/>
                  </a:lnTo>
                  <a:lnTo>
                    <a:pt x="288531" y="312995"/>
                  </a:lnTo>
                  <a:lnTo>
                    <a:pt x="288123" y="312499"/>
                  </a:lnTo>
                  <a:lnTo>
                    <a:pt x="287946" y="312300"/>
                  </a:lnTo>
                  <a:lnTo>
                    <a:pt x="287824" y="312160"/>
                  </a:lnTo>
                  <a:lnTo>
                    <a:pt x="286584" y="311099"/>
                  </a:lnTo>
                  <a:lnTo>
                    <a:pt x="286609" y="310921"/>
                  </a:lnTo>
                  <a:lnTo>
                    <a:pt x="286663" y="310505"/>
                  </a:lnTo>
                  <a:lnTo>
                    <a:pt x="286744" y="309886"/>
                  </a:lnTo>
                  <a:lnTo>
                    <a:pt x="287456" y="306576"/>
                  </a:lnTo>
                  <a:lnTo>
                    <a:pt x="287504" y="306357"/>
                  </a:lnTo>
                  <a:lnTo>
                    <a:pt x="287722" y="305366"/>
                  </a:lnTo>
                  <a:lnTo>
                    <a:pt x="287683" y="305126"/>
                  </a:lnTo>
                  <a:lnTo>
                    <a:pt x="287532" y="305002"/>
                  </a:lnTo>
                  <a:lnTo>
                    <a:pt x="287428" y="304849"/>
                  </a:lnTo>
                  <a:lnTo>
                    <a:pt x="287329" y="304551"/>
                  </a:lnTo>
                  <a:lnTo>
                    <a:pt x="286572" y="304026"/>
                  </a:lnTo>
                  <a:lnTo>
                    <a:pt x="286045" y="304244"/>
                  </a:lnTo>
                  <a:lnTo>
                    <a:pt x="285114" y="304314"/>
                  </a:lnTo>
                  <a:lnTo>
                    <a:pt x="284873" y="304163"/>
                  </a:lnTo>
                  <a:lnTo>
                    <a:pt x="283890" y="304139"/>
                  </a:lnTo>
                  <a:lnTo>
                    <a:pt x="283854" y="304005"/>
                  </a:lnTo>
                  <a:lnTo>
                    <a:pt x="283526" y="303568"/>
                  </a:lnTo>
                  <a:lnTo>
                    <a:pt x="281552" y="302818"/>
                  </a:lnTo>
                  <a:lnTo>
                    <a:pt x="281294" y="302827"/>
                  </a:lnTo>
                  <a:lnTo>
                    <a:pt x="280034" y="303284"/>
                  </a:lnTo>
                  <a:lnTo>
                    <a:pt x="279669" y="303087"/>
                  </a:lnTo>
                  <a:lnTo>
                    <a:pt x="279477" y="302513"/>
                  </a:lnTo>
                  <a:lnTo>
                    <a:pt x="279550" y="302336"/>
                  </a:lnTo>
                  <a:lnTo>
                    <a:pt x="279963" y="301336"/>
                  </a:lnTo>
                  <a:lnTo>
                    <a:pt x="280311" y="300494"/>
                  </a:lnTo>
                  <a:lnTo>
                    <a:pt x="280461" y="300131"/>
                  </a:lnTo>
                  <a:lnTo>
                    <a:pt x="280890" y="299099"/>
                  </a:lnTo>
                  <a:lnTo>
                    <a:pt x="281357" y="298220"/>
                  </a:lnTo>
                  <a:lnTo>
                    <a:pt x="281505" y="297620"/>
                  </a:lnTo>
                  <a:lnTo>
                    <a:pt x="281612" y="297363"/>
                  </a:lnTo>
                  <a:lnTo>
                    <a:pt x="282105" y="296336"/>
                  </a:lnTo>
                  <a:lnTo>
                    <a:pt x="282423" y="295660"/>
                  </a:lnTo>
                  <a:lnTo>
                    <a:pt x="282696" y="295079"/>
                  </a:lnTo>
                  <a:lnTo>
                    <a:pt x="282899" y="294665"/>
                  </a:lnTo>
                  <a:lnTo>
                    <a:pt x="283010" y="294439"/>
                  </a:lnTo>
                  <a:lnTo>
                    <a:pt x="283306" y="293835"/>
                  </a:lnTo>
                  <a:lnTo>
                    <a:pt x="283377" y="293691"/>
                  </a:lnTo>
                  <a:lnTo>
                    <a:pt x="283521" y="293454"/>
                  </a:lnTo>
                  <a:lnTo>
                    <a:pt x="284017" y="292639"/>
                  </a:lnTo>
                  <a:lnTo>
                    <a:pt x="284276" y="292212"/>
                  </a:lnTo>
                  <a:lnTo>
                    <a:pt x="284938" y="291129"/>
                  </a:lnTo>
                  <a:lnTo>
                    <a:pt x="285421" y="290340"/>
                  </a:lnTo>
                  <a:lnTo>
                    <a:pt x="285730" y="289834"/>
                  </a:lnTo>
                  <a:lnTo>
                    <a:pt x="286178" y="289097"/>
                  </a:lnTo>
                  <a:lnTo>
                    <a:pt x="286220" y="288881"/>
                  </a:lnTo>
                  <a:lnTo>
                    <a:pt x="286337" y="288274"/>
                  </a:lnTo>
                  <a:lnTo>
                    <a:pt x="286366" y="288125"/>
                  </a:lnTo>
                  <a:lnTo>
                    <a:pt x="286479" y="287533"/>
                  </a:lnTo>
                  <a:lnTo>
                    <a:pt x="286530" y="287271"/>
                  </a:lnTo>
                  <a:lnTo>
                    <a:pt x="286596" y="286930"/>
                  </a:lnTo>
                  <a:lnTo>
                    <a:pt x="287641" y="285081"/>
                  </a:lnTo>
                  <a:lnTo>
                    <a:pt x="289053" y="282581"/>
                  </a:lnTo>
                  <a:lnTo>
                    <a:pt x="289766" y="281867"/>
                  </a:lnTo>
                  <a:lnTo>
                    <a:pt x="290003" y="281629"/>
                  </a:lnTo>
                  <a:lnTo>
                    <a:pt x="290471" y="281160"/>
                  </a:lnTo>
                  <a:lnTo>
                    <a:pt x="290655" y="280976"/>
                  </a:lnTo>
                  <a:lnTo>
                    <a:pt x="290843" y="280787"/>
                  </a:lnTo>
                  <a:lnTo>
                    <a:pt x="291609" y="279726"/>
                  </a:lnTo>
                  <a:lnTo>
                    <a:pt x="292273" y="278805"/>
                  </a:lnTo>
                  <a:lnTo>
                    <a:pt x="292607" y="278344"/>
                  </a:lnTo>
                  <a:lnTo>
                    <a:pt x="293031" y="277758"/>
                  </a:lnTo>
                  <a:lnTo>
                    <a:pt x="293902" y="276554"/>
                  </a:lnTo>
                  <a:lnTo>
                    <a:pt x="294181" y="276166"/>
                  </a:lnTo>
                  <a:lnTo>
                    <a:pt x="294330" y="275960"/>
                  </a:lnTo>
                  <a:lnTo>
                    <a:pt x="295188" y="274774"/>
                  </a:lnTo>
                  <a:lnTo>
                    <a:pt x="295364" y="274530"/>
                  </a:lnTo>
                  <a:lnTo>
                    <a:pt x="295641" y="274146"/>
                  </a:lnTo>
                  <a:lnTo>
                    <a:pt x="295784" y="273949"/>
                  </a:lnTo>
                  <a:lnTo>
                    <a:pt x="295933" y="273131"/>
                  </a:lnTo>
                  <a:lnTo>
                    <a:pt x="296075" y="273064"/>
                  </a:lnTo>
                  <a:lnTo>
                    <a:pt x="296205" y="273025"/>
                  </a:lnTo>
                  <a:lnTo>
                    <a:pt x="296494" y="272252"/>
                  </a:lnTo>
                  <a:lnTo>
                    <a:pt x="296444" y="272049"/>
                  </a:lnTo>
                  <a:lnTo>
                    <a:pt x="296396" y="271765"/>
                  </a:lnTo>
                  <a:lnTo>
                    <a:pt x="296345" y="271617"/>
                  </a:lnTo>
                  <a:lnTo>
                    <a:pt x="296131" y="271464"/>
                  </a:lnTo>
                  <a:lnTo>
                    <a:pt x="292758" y="271805"/>
                  </a:lnTo>
                  <a:lnTo>
                    <a:pt x="292508" y="271762"/>
                  </a:lnTo>
                  <a:lnTo>
                    <a:pt x="292452" y="271598"/>
                  </a:lnTo>
                  <a:lnTo>
                    <a:pt x="292396" y="271355"/>
                  </a:lnTo>
                  <a:lnTo>
                    <a:pt x="292305" y="271108"/>
                  </a:lnTo>
                  <a:lnTo>
                    <a:pt x="292121" y="270777"/>
                  </a:lnTo>
                  <a:lnTo>
                    <a:pt x="291961" y="270642"/>
                  </a:lnTo>
                  <a:lnTo>
                    <a:pt x="291749" y="270583"/>
                  </a:lnTo>
                  <a:lnTo>
                    <a:pt x="290852" y="270318"/>
                  </a:lnTo>
                  <a:lnTo>
                    <a:pt x="290836" y="269337"/>
                  </a:lnTo>
                  <a:lnTo>
                    <a:pt x="290817" y="268075"/>
                  </a:lnTo>
                  <a:lnTo>
                    <a:pt x="290781" y="265876"/>
                  </a:lnTo>
                  <a:lnTo>
                    <a:pt x="290774" y="265386"/>
                  </a:lnTo>
                  <a:lnTo>
                    <a:pt x="290770" y="265142"/>
                  </a:lnTo>
                  <a:lnTo>
                    <a:pt x="290741" y="263361"/>
                  </a:lnTo>
                  <a:lnTo>
                    <a:pt x="292286" y="262418"/>
                  </a:lnTo>
                  <a:lnTo>
                    <a:pt x="293463" y="261699"/>
                  </a:lnTo>
                  <a:lnTo>
                    <a:pt x="296484" y="259853"/>
                  </a:lnTo>
                  <a:lnTo>
                    <a:pt x="297572" y="259188"/>
                  </a:lnTo>
                  <a:lnTo>
                    <a:pt x="298635" y="258538"/>
                  </a:lnTo>
                  <a:lnTo>
                    <a:pt x="298767" y="258458"/>
                  </a:lnTo>
                  <a:lnTo>
                    <a:pt x="298952" y="258344"/>
                  </a:lnTo>
                  <a:lnTo>
                    <a:pt x="300708" y="257271"/>
                  </a:lnTo>
                  <a:lnTo>
                    <a:pt x="301437" y="256826"/>
                  </a:lnTo>
                  <a:lnTo>
                    <a:pt x="301977" y="256496"/>
                  </a:lnTo>
                  <a:lnTo>
                    <a:pt x="302343" y="256273"/>
                  </a:lnTo>
                  <a:lnTo>
                    <a:pt x="303208" y="254599"/>
                  </a:lnTo>
                  <a:lnTo>
                    <a:pt x="303918" y="253226"/>
                  </a:lnTo>
                  <a:lnTo>
                    <a:pt x="304410" y="252274"/>
                  </a:lnTo>
                  <a:lnTo>
                    <a:pt x="304676" y="251760"/>
                  </a:lnTo>
                  <a:lnTo>
                    <a:pt x="305366" y="250426"/>
                  </a:lnTo>
                  <a:lnTo>
                    <a:pt x="305704" y="249772"/>
                  </a:lnTo>
                  <a:lnTo>
                    <a:pt x="305809" y="249570"/>
                  </a:lnTo>
                  <a:lnTo>
                    <a:pt x="306172" y="248869"/>
                  </a:lnTo>
                  <a:lnTo>
                    <a:pt x="306824" y="247607"/>
                  </a:lnTo>
                  <a:lnTo>
                    <a:pt x="307719" y="245877"/>
                  </a:lnTo>
                  <a:lnTo>
                    <a:pt x="307898" y="245530"/>
                  </a:lnTo>
                  <a:lnTo>
                    <a:pt x="308066" y="245207"/>
                  </a:lnTo>
                  <a:lnTo>
                    <a:pt x="308170" y="245004"/>
                  </a:lnTo>
                  <a:lnTo>
                    <a:pt x="308677" y="244026"/>
                  </a:lnTo>
                  <a:lnTo>
                    <a:pt x="309998" y="243608"/>
                  </a:lnTo>
                  <a:lnTo>
                    <a:pt x="310896" y="243323"/>
                  </a:lnTo>
                  <a:lnTo>
                    <a:pt x="311181" y="243233"/>
                  </a:lnTo>
                  <a:lnTo>
                    <a:pt x="312042" y="242961"/>
                  </a:lnTo>
                  <a:lnTo>
                    <a:pt x="312274" y="242887"/>
                  </a:lnTo>
                  <a:lnTo>
                    <a:pt x="312711" y="242749"/>
                  </a:lnTo>
                  <a:lnTo>
                    <a:pt x="313144" y="242612"/>
                  </a:lnTo>
                  <a:lnTo>
                    <a:pt x="314381" y="242219"/>
                  </a:lnTo>
                  <a:lnTo>
                    <a:pt x="314707" y="241451"/>
                  </a:lnTo>
                  <a:lnTo>
                    <a:pt x="314959" y="240809"/>
                  </a:lnTo>
                  <a:lnTo>
                    <a:pt x="315208" y="240174"/>
                  </a:lnTo>
                  <a:lnTo>
                    <a:pt x="318428" y="236866"/>
                  </a:lnTo>
                  <a:lnTo>
                    <a:pt x="319578" y="235919"/>
                  </a:lnTo>
                  <a:lnTo>
                    <a:pt x="320554" y="235114"/>
                  </a:lnTo>
                  <a:lnTo>
                    <a:pt x="321876" y="234022"/>
                  </a:lnTo>
                  <a:lnTo>
                    <a:pt x="323601" y="232601"/>
                  </a:lnTo>
                  <a:lnTo>
                    <a:pt x="324258" y="232268"/>
                  </a:lnTo>
                  <a:lnTo>
                    <a:pt x="325263" y="231746"/>
                  </a:lnTo>
                  <a:lnTo>
                    <a:pt x="326064" y="231331"/>
                  </a:lnTo>
                  <a:lnTo>
                    <a:pt x="327441" y="230606"/>
                  </a:lnTo>
                  <a:lnTo>
                    <a:pt x="327791" y="229830"/>
                  </a:lnTo>
                  <a:lnTo>
                    <a:pt x="328050" y="229176"/>
                  </a:lnTo>
                  <a:lnTo>
                    <a:pt x="328808" y="227263"/>
                  </a:lnTo>
                  <a:lnTo>
                    <a:pt x="329855" y="226443"/>
                  </a:lnTo>
                  <a:lnTo>
                    <a:pt x="330937" y="225597"/>
                  </a:lnTo>
                  <a:lnTo>
                    <a:pt x="331833" y="224895"/>
                  </a:lnTo>
                  <a:lnTo>
                    <a:pt x="331981" y="224780"/>
                  </a:lnTo>
                  <a:lnTo>
                    <a:pt x="332568" y="224321"/>
                  </a:lnTo>
                  <a:lnTo>
                    <a:pt x="332756" y="224174"/>
                  </a:lnTo>
                  <a:lnTo>
                    <a:pt x="333557" y="223547"/>
                  </a:lnTo>
                  <a:lnTo>
                    <a:pt x="333790" y="223364"/>
                  </a:lnTo>
                  <a:lnTo>
                    <a:pt x="335468" y="222051"/>
                  </a:lnTo>
                  <a:lnTo>
                    <a:pt x="337841" y="220195"/>
                  </a:lnTo>
                  <a:lnTo>
                    <a:pt x="343146" y="216044"/>
                  </a:lnTo>
                  <a:lnTo>
                    <a:pt x="343557" y="215722"/>
                  </a:lnTo>
                  <a:lnTo>
                    <a:pt x="344743" y="214794"/>
                  </a:lnTo>
                  <a:lnTo>
                    <a:pt x="347774" y="212129"/>
                  </a:lnTo>
                  <a:lnTo>
                    <a:pt x="347495" y="211904"/>
                  </a:lnTo>
                  <a:lnTo>
                    <a:pt x="347394" y="211732"/>
                  </a:lnTo>
                  <a:lnTo>
                    <a:pt x="347266" y="211621"/>
                  </a:lnTo>
                  <a:lnTo>
                    <a:pt x="347210" y="211455"/>
                  </a:lnTo>
                  <a:lnTo>
                    <a:pt x="347246" y="211300"/>
                  </a:lnTo>
                  <a:lnTo>
                    <a:pt x="347404" y="211135"/>
                  </a:lnTo>
                  <a:lnTo>
                    <a:pt x="347430" y="210652"/>
                  </a:lnTo>
                  <a:lnTo>
                    <a:pt x="347643" y="209988"/>
                  </a:lnTo>
                  <a:lnTo>
                    <a:pt x="347304" y="209786"/>
                  </a:lnTo>
                  <a:lnTo>
                    <a:pt x="347304" y="209524"/>
                  </a:lnTo>
                  <a:lnTo>
                    <a:pt x="347422" y="209275"/>
                  </a:lnTo>
                  <a:lnTo>
                    <a:pt x="347602" y="209034"/>
                  </a:lnTo>
                  <a:lnTo>
                    <a:pt x="347486" y="208625"/>
                  </a:lnTo>
                  <a:lnTo>
                    <a:pt x="347895" y="207576"/>
                  </a:lnTo>
                  <a:lnTo>
                    <a:pt x="348086" y="207242"/>
                  </a:lnTo>
                  <a:lnTo>
                    <a:pt x="348045" y="206998"/>
                  </a:lnTo>
                  <a:lnTo>
                    <a:pt x="347825" y="206574"/>
                  </a:lnTo>
                  <a:lnTo>
                    <a:pt x="347602" y="206279"/>
                  </a:lnTo>
                  <a:lnTo>
                    <a:pt x="347516" y="206116"/>
                  </a:lnTo>
                  <a:lnTo>
                    <a:pt x="347343" y="205933"/>
                  </a:lnTo>
                  <a:lnTo>
                    <a:pt x="347254" y="205802"/>
                  </a:lnTo>
                  <a:lnTo>
                    <a:pt x="347198" y="205617"/>
                  </a:lnTo>
                  <a:lnTo>
                    <a:pt x="347159" y="205471"/>
                  </a:lnTo>
                  <a:lnTo>
                    <a:pt x="347165" y="205189"/>
                  </a:lnTo>
                  <a:lnTo>
                    <a:pt x="347086" y="204965"/>
                  </a:lnTo>
                  <a:lnTo>
                    <a:pt x="347002" y="204782"/>
                  </a:lnTo>
                  <a:lnTo>
                    <a:pt x="346857" y="204510"/>
                  </a:lnTo>
                  <a:lnTo>
                    <a:pt x="346750" y="204352"/>
                  </a:lnTo>
                  <a:lnTo>
                    <a:pt x="346587" y="204235"/>
                  </a:lnTo>
                  <a:lnTo>
                    <a:pt x="346452" y="204159"/>
                  </a:lnTo>
                  <a:lnTo>
                    <a:pt x="346292" y="204138"/>
                  </a:lnTo>
                  <a:lnTo>
                    <a:pt x="346058" y="204123"/>
                  </a:lnTo>
                  <a:lnTo>
                    <a:pt x="345877" y="204136"/>
                  </a:lnTo>
                  <a:lnTo>
                    <a:pt x="345704" y="204161"/>
                  </a:lnTo>
                  <a:lnTo>
                    <a:pt x="345556" y="204174"/>
                  </a:lnTo>
                  <a:lnTo>
                    <a:pt x="345388" y="204192"/>
                  </a:lnTo>
                  <a:lnTo>
                    <a:pt x="345208" y="204100"/>
                  </a:lnTo>
                  <a:lnTo>
                    <a:pt x="345427" y="203589"/>
                  </a:lnTo>
                  <a:lnTo>
                    <a:pt x="345536" y="203016"/>
                  </a:lnTo>
                  <a:lnTo>
                    <a:pt x="345653" y="202871"/>
                  </a:lnTo>
                  <a:lnTo>
                    <a:pt x="346009" y="202675"/>
                  </a:lnTo>
                  <a:lnTo>
                    <a:pt x="346279" y="202400"/>
                  </a:lnTo>
                  <a:lnTo>
                    <a:pt x="346292" y="202237"/>
                  </a:lnTo>
                  <a:lnTo>
                    <a:pt x="346249" y="202067"/>
                  </a:lnTo>
                  <a:lnTo>
                    <a:pt x="346292" y="201884"/>
                  </a:lnTo>
                  <a:lnTo>
                    <a:pt x="346368" y="201675"/>
                  </a:lnTo>
                  <a:lnTo>
                    <a:pt x="346574" y="201484"/>
                  </a:lnTo>
                  <a:lnTo>
                    <a:pt x="346788" y="201329"/>
                  </a:lnTo>
                  <a:lnTo>
                    <a:pt x="346961" y="201258"/>
                  </a:lnTo>
                  <a:lnTo>
                    <a:pt x="347162" y="201120"/>
                  </a:lnTo>
                  <a:lnTo>
                    <a:pt x="347325" y="200996"/>
                  </a:lnTo>
                  <a:lnTo>
                    <a:pt x="347526" y="200616"/>
                  </a:lnTo>
                  <a:lnTo>
                    <a:pt x="347414" y="200428"/>
                  </a:lnTo>
                  <a:lnTo>
                    <a:pt x="348119" y="199764"/>
                  </a:lnTo>
                  <a:lnTo>
                    <a:pt x="348536" y="199377"/>
                  </a:lnTo>
                  <a:lnTo>
                    <a:pt x="348694" y="199278"/>
                  </a:lnTo>
                  <a:lnTo>
                    <a:pt x="349037" y="199186"/>
                  </a:lnTo>
                  <a:lnTo>
                    <a:pt x="349340" y="199136"/>
                  </a:lnTo>
                  <a:lnTo>
                    <a:pt x="349625" y="199130"/>
                  </a:lnTo>
                  <a:lnTo>
                    <a:pt x="350256" y="199059"/>
                  </a:lnTo>
                  <a:lnTo>
                    <a:pt x="350416" y="198985"/>
                  </a:lnTo>
                  <a:lnTo>
                    <a:pt x="350587" y="198685"/>
                  </a:lnTo>
                  <a:lnTo>
                    <a:pt x="351190" y="198619"/>
                  </a:lnTo>
                  <a:lnTo>
                    <a:pt x="351503" y="198527"/>
                  </a:lnTo>
                  <a:lnTo>
                    <a:pt x="351681" y="198319"/>
                  </a:lnTo>
                  <a:lnTo>
                    <a:pt x="351890" y="198108"/>
                  </a:lnTo>
                  <a:lnTo>
                    <a:pt x="352068" y="197975"/>
                  </a:lnTo>
                  <a:lnTo>
                    <a:pt x="352284" y="197904"/>
                  </a:lnTo>
                  <a:lnTo>
                    <a:pt x="352447" y="197858"/>
                  </a:lnTo>
                  <a:lnTo>
                    <a:pt x="352625" y="197774"/>
                  </a:lnTo>
                  <a:lnTo>
                    <a:pt x="352745" y="197578"/>
                  </a:lnTo>
                  <a:lnTo>
                    <a:pt x="352796" y="197441"/>
                  </a:lnTo>
                  <a:lnTo>
                    <a:pt x="352811" y="197281"/>
                  </a:lnTo>
                  <a:lnTo>
                    <a:pt x="352712" y="197123"/>
                  </a:lnTo>
                  <a:lnTo>
                    <a:pt x="352523" y="197049"/>
                  </a:lnTo>
                  <a:lnTo>
                    <a:pt x="352256" y="196881"/>
                  </a:lnTo>
                  <a:lnTo>
                    <a:pt x="352279" y="196672"/>
                  </a:lnTo>
                  <a:lnTo>
                    <a:pt x="352338" y="196527"/>
                  </a:lnTo>
                  <a:lnTo>
                    <a:pt x="352429" y="196395"/>
                  </a:lnTo>
                  <a:lnTo>
                    <a:pt x="352549" y="196179"/>
                  </a:lnTo>
                  <a:lnTo>
                    <a:pt x="352620" y="196006"/>
                  </a:lnTo>
                  <a:lnTo>
                    <a:pt x="352582" y="195823"/>
                  </a:lnTo>
                  <a:lnTo>
                    <a:pt x="352513" y="195680"/>
                  </a:lnTo>
                  <a:lnTo>
                    <a:pt x="352750" y="195220"/>
                  </a:lnTo>
                  <a:lnTo>
                    <a:pt x="353282" y="195059"/>
                  </a:lnTo>
                  <a:lnTo>
                    <a:pt x="353648" y="194937"/>
                  </a:lnTo>
                  <a:lnTo>
                    <a:pt x="353928" y="194764"/>
                  </a:lnTo>
                  <a:lnTo>
                    <a:pt x="354040" y="194571"/>
                  </a:lnTo>
                  <a:lnTo>
                    <a:pt x="354205" y="194362"/>
                  </a:lnTo>
                  <a:lnTo>
                    <a:pt x="354350" y="194237"/>
                  </a:lnTo>
                  <a:lnTo>
                    <a:pt x="354503" y="194219"/>
                  </a:lnTo>
                  <a:lnTo>
                    <a:pt x="354770" y="194174"/>
                  </a:lnTo>
                  <a:lnTo>
                    <a:pt x="354951" y="194120"/>
                  </a:lnTo>
                  <a:lnTo>
                    <a:pt x="355058" y="193993"/>
                  </a:lnTo>
                  <a:lnTo>
                    <a:pt x="355114" y="193851"/>
                  </a:lnTo>
                  <a:lnTo>
                    <a:pt x="355208" y="193652"/>
                  </a:lnTo>
                  <a:lnTo>
                    <a:pt x="354208" y="193210"/>
                  </a:lnTo>
                  <a:lnTo>
                    <a:pt x="353315" y="192896"/>
                  </a:lnTo>
                  <a:lnTo>
                    <a:pt x="352399" y="192588"/>
                  </a:lnTo>
                  <a:lnTo>
                    <a:pt x="350851" y="192097"/>
                  </a:lnTo>
                  <a:lnTo>
                    <a:pt x="350630" y="192029"/>
                  </a:lnTo>
                  <a:lnTo>
                    <a:pt x="350302" y="191884"/>
                  </a:lnTo>
                  <a:lnTo>
                    <a:pt x="349564" y="191929"/>
                  </a:lnTo>
                  <a:lnTo>
                    <a:pt x="349167" y="191952"/>
                  </a:lnTo>
                  <a:lnTo>
                    <a:pt x="347690" y="191913"/>
                  </a:lnTo>
                  <a:lnTo>
                    <a:pt x="347458" y="191907"/>
                  </a:lnTo>
                  <a:lnTo>
                    <a:pt x="346700" y="191887"/>
                  </a:lnTo>
                  <a:lnTo>
                    <a:pt x="346187" y="191868"/>
                  </a:lnTo>
                  <a:lnTo>
                    <a:pt x="345564" y="191853"/>
                  </a:lnTo>
                  <a:lnTo>
                    <a:pt x="344974" y="191838"/>
                  </a:lnTo>
                  <a:lnTo>
                    <a:pt x="344316" y="191821"/>
                  </a:lnTo>
                  <a:lnTo>
                    <a:pt x="343773" y="191805"/>
                  </a:lnTo>
                  <a:lnTo>
                    <a:pt x="343165" y="191787"/>
                  </a:lnTo>
                  <a:lnTo>
                    <a:pt x="342908" y="191779"/>
                  </a:lnTo>
                  <a:lnTo>
                    <a:pt x="342404" y="191739"/>
                  </a:lnTo>
                  <a:lnTo>
                    <a:pt x="342009" y="191683"/>
                  </a:lnTo>
                  <a:lnTo>
                    <a:pt x="341012" y="188884"/>
                  </a:lnTo>
                  <a:lnTo>
                    <a:pt x="340924" y="188710"/>
                  </a:lnTo>
                  <a:lnTo>
                    <a:pt x="341020" y="188076"/>
                  </a:lnTo>
                  <a:lnTo>
                    <a:pt x="341059" y="187813"/>
                  </a:lnTo>
                  <a:lnTo>
                    <a:pt x="342140" y="180634"/>
                  </a:lnTo>
                  <a:lnTo>
                    <a:pt x="342227" y="180053"/>
                  </a:lnTo>
                  <a:lnTo>
                    <a:pt x="342553" y="177889"/>
                  </a:lnTo>
                  <a:lnTo>
                    <a:pt x="342677" y="177065"/>
                  </a:lnTo>
                  <a:lnTo>
                    <a:pt x="342698" y="176929"/>
                  </a:lnTo>
                  <a:lnTo>
                    <a:pt x="342759" y="176519"/>
                  </a:lnTo>
                  <a:lnTo>
                    <a:pt x="342844" y="175955"/>
                  </a:lnTo>
                  <a:lnTo>
                    <a:pt x="343396" y="172288"/>
                  </a:lnTo>
                  <a:lnTo>
                    <a:pt x="342164" y="168192"/>
                  </a:lnTo>
                  <a:lnTo>
                    <a:pt x="342118" y="168038"/>
                  </a:lnTo>
                  <a:lnTo>
                    <a:pt x="341710" y="166682"/>
                  </a:lnTo>
                  <a:lnTo>
                    <a:pt x="343875" y="155922"/>
                  </a:lnTo>
                  <a:lnTo>
                    <a:pt x="343910" y="155749"/>
                  </a:lnTo>
                  <a:lnTo>
                    <a:pt x="343957" y="155519"/>
                  </a:lnTo>
                  <a:lnTo>
                    <a:pt x="344063" y="154993"/>
                  </a:lnTo>
                  <a:lnTo>
                    <a:pt x="344133" y="154641"/>
                  </a:lnTo>
                  <a:lnTo>
                    <a:pt x="344208" y="154269"/>
                  </a:lnTo>
                  <a:lnTo>
                    <a:pt x="344254" y="154040"/>
                  </a:lnTo>
                  <a:lnTo>
                    <a:pt x="344317" y="153730"/>
                  </a:lnTo>
                  <a:lnTo>
                    <a:pt x="344377" y="153429"/>
                  </a:lnTo>
                  <a:lnTo>
                    <a:pt x="344940" y="152887"/>
                  </a:lnTo>
                  <a:lnTo>
                    <a:pt x="346111" y="150884"/>
                  </a:lnTo>
                  <a:lnTo>
                    <a:pt x="346467" y="149774"/>
                  </a:lnTo>
                  <a:lnTo>
                    <a:pt x="347307" y="148704"/>
                  </a:lnTo>
                  <a:lnTo>
                    <a:pt x="348385" y="146013"/>
                  </a:lnTo>
                  <a:lnTo>
                    <a:pt x="348784" y="145018"/>
                  </a:lnTo>
                  <a:lnTo>
                    <a:pt x="348922" y="144892"/>
                  </a:lnTo>
                  <a:lnTo>
                    <a:pt x="349253" y="144593"/>
                  </a:lnTo>
                  <a:lnTo>
                    <a:pt x="349480" y="144057"/>
                  </a:lnTo>
                  <a:lnTo>
                    <a:pt x="349510" y="143755"/>
                  </a:lnTo>
                  <a:lnTo>
                    <a:pt x="349525" y="143612"/>
                  </a:lnTo>
                  <a:lnTo>
                    <a:pt x="349592" y="142940"/>
                  </a:lnTo>
                  <a:lnTo>
                    <a:pt x="349784" y="142343"/>
                  </a:lnTo>
                  <a:lnTo>
                    <a:pt x="349868" y="141921"/>
                  </a:lnTo>
                  <a:lnTo>
                    <a:pt x="350821" y="140155"/>
                  </a:lnTo>
                  <a:lnTo>
                    <a:pt x="350986" y="139624"/>
                  </a:lnTo>
                  <a:lnTo>
                    <a:pt x="355724" y="131675"/>
                  </a:lnTo>
                  <a:lnTo>
                    <a:pt x="356085" y="131911"/>
                  </a:lnTo>
                  <a:lnTo>
                    <a:pt x="356605" y="132629"/>
                  </a:lnTo>
                  <a:lnTo>
                    <a:pt x="356658" y="132807"/>
                  </a:lnTo>
                  <a:lnTo>
                    <a:pt x="356940" y="133250"/>
                  </a:lnTo>
                  <a:lnTo>
                    <a:pt x="356976" y="133387"/>
                  </a:lnTo>
                  <a:lnTo>
                    <a:pt x="357009" y="133514"/>
                  </a:lnTo>
                  <a:lnTo>
                    <a:pt x="357279" y="133601"/>
                  </a:lnTo>
                  <a:lnTo>
                    <a:pt x="357411" y="133570"/>
                  </a:lnTo>
                  <a:lnTo>
                    <a:pt x="357630" y="133642"/>
                  </a:lnTo>
                  <a:lnTo>
                    <a:pt x="357818" y="133700"/>
                  </a:lnTo>
                  <a:lnTo>
                    <a:pt x="357963" y="133667"/>
                  </a:lnTo>
                  <a:lnTo>
                    <a:pt x="357991" y="133499"/>
                  </a:lnTo>
                  <a:lnTo>
                    <a:pt x="358037" y="133217"/>
                  </a:lnTo>
                  <a:lnTo>
                    <a:pt x="358187" y="132929"/>
                  </a:lnTo>
                  <a:lnTo>
                    <a:pt x="358350" y="132901"/>
                  </a:lnTo>
                  <a:lnTo>
                    <a:pt x="358778" y="132878"/>
                  </a:lnTo>
                  <a:lnTo>
                    <a:pt x="358854" y="133087"/>
                  </a:lnTo>
                  <a:lnTo>
                    <a:pt x="359154" y="133311"/>
                  </a:lnTo>
                  <a:lnTo>
                    <a:pt x="359449" y="133596"/>
                  </a:lnTo>
                  <a:lnTo>
                    <a:pt x="359582" y="133517"/>
                  </a:lnTo>
                  <a:lnTo>
                    <a:pt x="360045" y="133178"/>
                  </a:lnTo>
                  <a:lnTo>
                    <a:pt x="360472" y="132285"/>
                  </a:lnTo>
                  <a:lnTo>
                    <a:pt x="360699" y="132150"/>
                  </a:lnTo>
                  <a:lnTo>
                    <a:pt x="360724" y="132016"/>
                  </a:lnTo>
                  <a:lnTo>
                    <a:pt x="360605" y="131809"/>
                  </a:lnTo>
                  <a:lnTo>
                    <a:pt x="360772" y="131387"/>
                  </a:lnTo>
                  <a:lnTo>
                    <a:pt x="360923" y="131479"/>
                  </a:lnTo>
                  <a:lnTo>
                    <a:pt x="361091" y="131568"/>
                  </a:lnTo>
                  <a:lnTo>
                    <a:pt x="361289" y="131677"/>
                  </a:lnTo>
                  <a:lnTo>
                    <a:pt x="361487" y="131809"/>
                  </a:lnTo>
                  <a:lnTo>
                    <a:pt x="361729" y="131820"/>
                  </a:lnTo>
                  <a:lnTo>
                    <a:pt x="361755" y="131458"/>
                  </a:lnTo>
                  <a:lnTo>
                    <a:pt x="361701" y="131133"/>
                  </a:lnTo>
                  <a:lnTo>
                    <a:pt x="361551" y="131036"/>
                  </a:lnTo>
                  <a:lnTo>
                    <a:pt x="361068" y="130497"/>
                  </a:lnTo>
                  <a:lnTo>
                    <a:pt x="360910" y="130280"/>
                  </a:lnTo>
                  <a:lnTo>
                    <a:pt x="360722" y="130049"/>
                  </a:lnTo>
                  <a:lnTo>
                    <a:pt x="360434" y="129664"/>
                  </a:lnTo>
                  <a:lnTo>
                    <a:pt x="360029" y="129224"/>
                  </a:lnTo>
                  <a:lnTo>
                    <a:pt x="359732" y="128891"/>
                  </a:lnTo>
                  <a:lnTo>
                    <a:pt x="359416" y="128540"/>
                  </a:lnTo>
                  <a:lnTo>
                    <a:pt x="359144" y="128240"/>
                  </a:lnTo>
                  <a:lnTo>
                    <a:pt x="358943" y="128016"/>
                  </a:lnTo>
                  <a:lnTo>
                    <a:pt x="358307" y="127293"/>
                  </a:lnTo>
                  <a:lnTo>
                    <a:pt x="358062" y="126741"/>
                  </a:lnTo>
                  <a:lnTo>
                    <a:pt x="357783" y="126443"/>
                  </a:lnTo>
                  <a:lnTo>
                    <a:pt x="357617" y="126186"/>
                  </a:lnTo>
                  <a:lnTo>
                    <a:pt x="357388" y="125919"/>
                  </a:lnTo>
                  <a:lnTo>
                    <a:pt x="356991" y="125514"/>
                  </a:lnTo>
                  <a:lnTo>
                    <a:pt x="356826" y="125186"/>
                  </a:lnTo>
                  <a:lnTo>
                    <a:pt x="356747" y="124939"/>
                  </a:lnTo>
                  <a:lnTo>
                    <a:pt x="356676" y="124792"/>
                  </a:lnTo>
                  <a:lnTo>
                    <a:pt x="356551" y="124530"/>
                  </a:lnTo>
                  <a:lnTo>
                    <a:pt x="356360" y="124283"/>
                  </a:lnTo>
                  <a:lnTo>
                    <a:pt x="356312" y="123985"/>
                  </a:lnTo>
                  <a:lnTo>
                    <a:pt x="356134" y="123754"/>
                  </a:lnTo>
                  <a:lnTo>
                    <a:pt x="355589" y="122893"/>
                  </a:lnTo>
                  <a:lnTo>
                    <a:pt x="355706" y="122718"/>
                  </a:lnTo>
                  <a:lnTo>
                    <a:pt x="355887" y="122601"/>
                  </a:lnTo>
                  <a:lnTo>
                    <a:pt x="356037" y="122504"/>
                  </a:lnTo>
                  <a:lnTo>
                    <a:pt x="356594" y="122430"/>
                  </a:lnTo>
                  <a:lnTo>
                    <a:pt x="356732" y="122463"/>
                  </a:lnTo>
                  <a:lnTo>
                    <a:pt x="356879" y="122502"/>
                  </a:lnTo>
                  <a:lnTo>
                    <a:pt x="357029" y="122502"/>
                  </a:lnTo>
                  <a:lnTo>
                    <a:pt x="357187" y="122621"/>
                  </a:lnTo>
                  <a:lnTo>
                    <a:pt x="357696" y="122575"/>
                  </a:lnTo>
                  <a:lnTo>
                    <a:pt x="357851" y="122547"/>
                  </a:lnTo>
                  <a:lnTo>
                    <a:pt x="358378" y="122362"/>
                  </a:lnTo>
                  <a:lnTo>
                    <a:pt x="358523" y="122318"/>
                  </a:lnTo>
                  <a:lnTo>
                    <a:pt x="358673" y="122275"/>
                  </a:lnTo>
                  <a:lnTo>
                    <a:pt x="358834" y="122265"/>
                  </a:lnTo>
                  <a:lnTo>
                    <a:pt x="359098" y="122204"/>
                  </a:lnTo>
                  <a:lnTo>
                    <a:pt x="359248" y="122148"/>
                  </a:lnTo>
                  <a:lnTo>
                    <a:pt x="359378" y="122097"/>
                  </a:lnTo>
                  <a:lnTo>
                    <a:pt x="359793" y="121985"/>
                  </a:lnTo>
                  <a:lnTo>
                    <a:pt x="359943" y="121881"/>
                  </a:lnTo>
                  <a:lnTo>
                    <a:pt x="360098" y="121911"/>
                  </a:lnTo>
                  <a:lnTo>
                    <a:pt x="360274" y="121909"/>
                  </a:lnTo>
                  <a:lnTo>
                    <a:pt x="360526" y="121863"/>
                  </a:lnTo>
                  <a:lnTo>
                    <a:pt x="360699" y="121835"/>
                  </a:lnTo>
                  <a:lnTo>
                    <a:pt x="360828" y="121815"/>
                  </a:lnTo>
                  <a:lnTo>
                    <a:pt x="360989" y="121787"/>
                  </a:lnTo>
                  <a:lnTo>
                    <a:pt x="361228" y="121621"/>
                  </a:lnTo>
                  <a:lnTo>
                    <a:pt x="361521" y="121570"/>
                  </a:lnTo>
                  <a:lnTo>
                    <a:pt x="361648" y="121552"/>
                  </a:lnTo>
                  <a:lnTo>
                    <a:pt x="361803" y="121504"/>
                  </a:lnTo>
                  <a:lnTo>
                    <a:pt x="361968" y="121463"/>
                  </a:lnTo>
                  <a:lnTo>
                    <a:pt x="362381" y="121303"/>
                  </a:lnTo>
                  <a:lnTo>
                    <a:pt x="362569" y="121213"/>
                  </a:lnTo>
                  <a:lnTo>
                    <a:pt x="362902" y="121051"/>
                  </a:lnTo>
                  <a:lnTo>
                    <a:pt x="363149" y="120934"/>
                  </a:lnTo>
                  <a:lnTo>
                    <a:pt x="363302" y="120860"/>
                  </a:lnTo>
                  <a:lnTo>
                    <a:pt x="363574" y="120741"/>
                  </a:lnTo>
                  <a:lnTo>
                    <a:pt x="363744" y="120649"/>
                  </a:lnTo>
                  <a:lnTo>
                    <a:pt x="363938" y="120560"/>
                  </a:lnTo>
                  <a:lnTo>
                    <a:pt x="364228" y="120435"/>
                  </a:lnTo>
                  <a:lnTo>
                    <a:pt x="364360" y="120349"/>
                  </a:lnTo>
                  <a:lnTo>
                    <a:pt x="364671" y="120166"/>
                  </a:lnTo>
                  <a:lnTo>
                    <a:pt x="365337" y="119769"/>
                  </a:lnTo>
                  <a:lnTo>
                    <a:pt x="365666" y="119410"/>
                  </a:lnTo>
                  <a:lnTo>
                    <a:pt x="365798" y="119280"/>
                  </a:lnTo>
                  <a:lnTo>
                    <a:pt x="366197" y="119728"/>
                  </a:lnTo>
                  <a:lnTo>
                    <a:pt x="366622" y="119740"/>
                  </a:lnTo>
                  <a:lnTo>
                    <a:pt x="366783" y="119718"/>
                  </a:lnTo>
                  <a:lnTo>
                    <a:pt x="367854" y="119041"/>
                  </a:lnTo>
                  <a:lnTo>
                    <a:pt x="368309" y="118753"/>
                  </a:lnTo>
                  <a:lnTo>
                    <a:pt x="368556" y="118598"/>
                  </a:lnTo>
                  <a:lnTo>
                    <a:pt x="369017" y="118344"/>
                  </a:lnTo>
                  <a:lnTo>
                    <a:pt x="369228" y="118211"/>
                  </a:lnTo>
                  <a:lnTo>
                    <a:pt x="369584" y="117995"/>
                  </a:lnTo>
                  <a:lnTo>
                    <a:pt x="370177" y="117611"/>
                  </a:lnTo>
                  <a:lnTo>
                    <a:pt x="370603" y="117323"/>
                  </a:lnTo>
                  <a:lnTo>
                    <a:pt x="371003" y="117037"/>
                  </a:lnTo>
                  <a:lnTo>
                    <a:pt x="371243" y="116856"/>
                  </a:lnTo>
                  <a:lnTo>
                    <a:pt x="371591" y="116620"/>
                  </a:lnTo>
                  <a:lnTo>
                    <a:pt x="371761" y="116505"/>
                  </a:lnTo>
                  <a:lnTo>
                    <a:pt x="371901" y="116405"/>
                  </a:lnTo>
                  <a:lnTo>
                    <a:pt x="372037" y="116328"/>
                  </a:lnTo>
                  <a:lnTo>
                    <a:pt x="372211" y="116246"/>
                  </a:lnTo>
                  <a:lnTo>
                    <a:pt x="372340" y="116184"/>
                  </a:lnTo>
                  <a:lnTo>
                    <a:pt x="372732" y="115990"/>
                  </a:lnTo>
                  <a:lnTo>
                    <a:pt x="372860" y="115951"/>
                  </a:lnTo>
                  <a:lnTo>
                    <a:pt x="373400" y="115561"/>
                  </a:lnTo>
                  <a:lnTo>
                    <a:pt x="373490" y="115385"/>
                  </a:lnTo>
                  <a:lnTo>
                    <a:pt x="373523" y="115032"/>
                  </a:lnTo>
                  <a:lnTo>
                    <a:pt x="373585" y="114688"/>
                  </a:lnTo>
                  <a:lnTo>
                    <a:pt x="373676" y="114392"/>
                  </a:lnTo>
                  <a:lnTo>
                    <a:pt x="373774" y="114204"/>
                  </a:lnTo>
                  <a:lnTo>
                    <a:pt x="373954" y="113994"/>
                  </a:lnTo>
                  <a:lnTo>
                    <a:pt x="374143" y="113796"/>
                  </a:lnTo>
                  <a:lnTo>
                    <a:pt x="374446" y="113518"/>
                  </a:lnTo>
                  <a:lnTo>
                    <a:pt x="374655" y="113263"/>
                  </a:lnTo>
                  <a:lnTo>
                    <a:pt x="374761" y="113110"/>
                  </a:lnTo>
                  <a:lnTo>
                    <a:pt x="374926" y="112840"/>
                  </a:lnTo>
                  <a:lnTo>
                    <a:pt x="375010" y="112699"/>
                  </a:lnTo>
                  <a:lnTo>
                    <a:pt x="375260" y="112332"/>
                  </a:lnTo>
                  <a:lnTo>
                    <a:pt x="375795" y="111766"/>
                  </a:lnTo>
                  <a:lnTo>
                    <a:pt x="375932" y="111643"/>
                  </a:lnTo>
                  <a:lnTo>
                    <a:pt x="376294" y="111327"/>
                  </a:lnTo>
                  <a:lnTo>
                    <a:pt x="376720" y="111052"/>
                  </a:lnTo>
                  <a:lnTo>
                    <a:pt x="376987" y="110888"/>
                  </a:lnTo>
                  <a:lnTo>
                    <a:pt x="377119" y="110823"/>
                  </a:lnTo>
                  <a:lnTo>
                    <a:pt x="377528" y="110578"/>
                  </a:lnTo>
                  <a:lnTo>
                    <a:pt x="377615" y="110332"/>
                  </a:lnTo>
                  <a:lnTo>
                    <a:pt x="377531" y="110059"/>
                  </a:lnTo>
                  <a:lnTo>
                    <a:pt x="377329" y="109691"/>
                  </a:lnTo>
                  <a:lnTo>
                    <a:pt x="377177" y="109385"/>
                  </a:lnTo>
                  <a:lnTo>
                    <a:pt x="377116" y="109097"/>
                  </a:lnTo>
                  <a:lnTo>
                    <a:pt x="377003" y="108945"/>
                  </a:lnTo>
                  <a:lnTo>
                    <a:pt x="376789" y="108568"/>
                  </a:lnTo>
                  <a:lnTo>
                    <a:pt x="376784" y="108431"/>
                  </a:lnTo>
                  <a:lnTo>
                    <a:pt x="376795" y="108296"/>
                  </a:lnTo>
                  <a:lnTo>
                    <a:pt x="376801" y="108153"/>
                  </a:lnTo>
                  <a:lnTo>
                    <a:pt x="376813" y="108026"/>
                  </a:lnTo>
                  <a:lnTo>
                    <a:pt x="376804" y="107716"/>
                  </a:lnTo>
                  <a:lnTo>
                    <a:pt x="376539" y="107317"/>
                  </a:lnTo>
                  <a:lnTo>
                    <a:pt x="376248" y="107093"/>
                  </a:lnTo>
                  <a:lnTo>
                    <a:pt x="376110" y="107030"/>
                  </a:lnTo>
                  <a:lnTo>
                    <a:pt x="375722" y="106813"/>
                  </a:lnTo>
                  <a:lnTo>
                    <a:pt x="375465" y="106642"/>
                  </a:lnTo>
                  <a:lnTo>
                    <a:pt x="375233" y="106438"/>
                  </a:lnTo>
                  <a:lnTo>
                    <a:pt x="375065" y="106289"/>
                  </a:lnTo>
                  <a:lnTo>
                    <a:pt x="374913" y="106009"/>
                  </a:lnTo>
                  <a:lnTo>
                    <a:pt x="375014" y="105603"/>
                  </a:lnTo>
                  <a:lnTo>
                    <a:pt x="375157" y="105424"/>
                  </a:lnTo>
                  <a:lnTo>
                    <a:pt x="375254" y="105219"/>
                  </a:lnTo>
                  <a:lnTo>
                    <a:pt x="375482" y="104995"/>
                  </a:lnTo>
                  <a:lnTo>
                    <a:pt x="375677" y="104545"/>
                  </a:lnTo>
                  <a:lnTo>
                    <a:pt x="375545" y="104301"/>
                  </a:lnTo>
                  <a:lnTo>
                    <a:pt x="375380" y="104060"/>
                  </a:lnTo>
                  <a:lnTo>
                    <a:pt x="375296" y="103917"/>
                  </a:lnTo>
                  <a:lnTo>
                    <a:pt x="374900" y="103498"/>
                  </a:lnTo>
                  <a:lnTo>
                    <a:pt x="374629" y="103299"/>
                  </a:lnTo>
                  <a:lnTo>
                    <a:pt x="374319" y="103177"/>
                  </a:lnTo>
                  <a:lnTo>
                    <a:pt x="374130" y="103183"/>
                  </a:lnTo>
                  <a:lnTo>
                    <a:pt x="373930" y="103086"/>
                  </a:lnTo>
                  <a:lnTo>
                    <a:pt x="373779" y="103017"/>
                  </a:lnTo>
                  <a:lnTo>
                    <a:pt x="373401" y="102845"/>
                  </a:lnTo>
                  <a:lnTo>
                    <a:pt x="373251" y="102773"/>
                  </a:lnTo>
                  <a:lnTo>
                    <a:pt x="373111" y="102708"/>
                  </a:lnTo>
                  <a:lnTo>
                    <a:pt x="372970" y="102645"/>
                  </a:lnTo>
                  <a:lnTo>
                    <a:pt x="372368" y="102249"/>
                  </a:lnTo>
                  <a:lnTo>
                    <a:pt x="372240" y="102147"/>
                  </a:lnTo>
                  <a:lnTo>
                    <a:pt x="371775" y="101760"/>
                  </a:lnTo>
                  <a:lnTo>
                    <a:pt x="371691" y="101625"/>
                  </a:lnTo>
                  <a:lnTo>
                    <a:pt x="371291" y="101197"/>
                  </a:lnTo>
                  <a:lnTo>
                    <a:pt x="371161" y="101110"/>
                  </a:lnTo>
                  <a:lnTo>
                    <a:pt x="370918" y="100949"/>
                  </a:lnTo>
                  <a:lnTo>
                    <a:pt x="370709" y="100763"/>
                  </a:lnTo>
                  <a:lnTo>
                    <a:pt x="370551" y="100500"/>
                  </a:lnTo>
                  <a:lnTo>
                    <a:pt x="370416" y="100286"/>
                  </a:lnTo>
                  <a:lnTo>
                    <a:pt x="370282" y="100060"/>
                  </a:lnTo>
                  <a:lnTo>
                    <a:pt x="370141" y="99596"/>
                  </a:lnTo>
                  <a:lnTo>
                    <a:pt x="370355" y="99491"/>
                  </a:lnTo>
                  <a:lnTo>
                    <a:pt x="370612" y="99331"/>
                  </a:lnTo>
                  <a:lnTo>
                    <a:pt x="370963" y="99123"/>
                  </a:lnTo>
                  <a:lnTo>
                    <a:pt x="371416" y="98843"/>
                  </a:lnTo>
                  <a:lnTo>
                    <a:pt x="371612" y="98723"/>
                  </a:lnTo>
                  <a:lnTo>
                    <a:pt x="372039" y="98469"/>
                  </a:lnTo>
                  <a:lnTo>
                    <a:pt x="372660" y="98067"/>
                  </a:lnTo>
                  <a:lnTo>
                    <a:pt x="372859" y="97937"/>
                  </a:lnTo>
                  <a:lnTo>
                    <a:pt x="372874" y="97789"/>
                  </a:lnTo>
                  <a:lnTo>
                    <a:pt x="372871" y="97639"/>
                  </a:lnTo>
                  <a:lnTo>
                    <a:pt x="372889" y="97458"/>
                  </a:lnTo>
                  <a:lnTo>
                    <a:pt x="372917" y="97150"/>
                  </a:lnTo>
                  <a:lnTo>
                    <a:pt x="372935" y="96995"/>
                  </a:lnTo>
                  <a:lnTo>
                    <a:pt x="372948" y="96843"/>
                  </a:lnTo>
                  <a:lnTo>
                    <a:pt x="372961" y="96700"/>
                  </a:lnTo>
                  <a:lnTo>
                    <a:pt x="372963" y="96415"/>
                  </a:lnTo>
                  <a:lnTo>
                    <a:pt x="372968" y="96265"/>
                  </a:lnTo>
                  <a:lnTo>
                    <a:pt x="372973" y="96110"/>
                  </a:lnTo>
                  <a:lnTo>
                    <a:pt x="372986" y="95975"/>
                  </a:lnTo>
                  <a:lnTo>
                    <a:pt x="373004" y="95802"/>
                  </a:lnTo>
                  <a:lnTo>
                    <a:pt x="373029" y="95517"/>
                  </a:lnTo>
                  <a:lnTo>
                    <a:pt x="373044" y="95362"/>
                  </a:lnTo>
                  <a:lnTo>
                    <a:pt x="373060" y="95082"/>
                  </a:lnTo>
                  <a:lnTo>
                    <a:pt x="373072" y="94927"/>
                  </a:lnTo>
                  <a:lnTo>
                    <a:pt x="373085" y="94774"/>
                  </a:lnTo>
                  <a:lnTo>
                    <a:pt x="373100" y="94626"/>
                  </a:lnTo>
                  <a:lnTo>
                    <a:pt x="373106" y="94349"/>
                  </a:lnTo>
                  <a:lnTo>
                    <a:pt x="373118" y="94176"/>
                  </a:lnTo>
                  <a:lnTo>
                    <a:pt x="373131" y="94023"/>
                  </a:lnTo>
                  <a:lnTo>
                    <a:pt x="373144" y="93891"/>
                  </a:lnTo>
                  <a:lnTo>
                    <a:pt x="373164" y="93591"/>
                  </a:lnTo>
                  <a:lnTo>
                    <a:pt x="373169" y="93428"/>
                  </a:lnTo>
                  <a:lnTo>
                    <a:pt x="373177" y="93285"/>
                  </a:lnTo>
                  <a:lnTo>
                    <a:pt x="373172" y="93150"/>
                  </a:lnTo>
                  <a:lnTo>
                    <a:pt x="373192" y="93005"/>
                  </a:lnTo>
                  <a:lnTo>
                    <a:pt x="373238" y="92767"/>
                  </a:lnTo>
                  <a:lnTo>
                    <a:pt x="373766" y="90762"/>
                  </a:lnTo>
                  <a:lnTo>
                    <a:pt x="373873" y="90321"/>
                  </a:lnTo>
                  <a:lnTo>
                    <a:pt x="374017" y="89728"/>
                  </a:lnTo>
                  <a:lnTo>
                    <a:pt x="374162" y="89128"/>
                  </a:lnTo>
                  <a:lnTo>
                    <a:pt x="374289" y="88605"/>
                  </a:lnTo>
                  <a:lnTo>
                    <a:pt x="374480" y="87818"/>
                  </a:lnTo>
                  <a:lnTo>
                    <a:pt x="374608" y="87295"/>
                  </a:lnTo>
                  <a:lnTo>
                    <a:pt x="374668" y="87051"/>
                  </a:lnTo>
                  <a:lnTo>
                    <a:pt x="374811" y="86471"/>
                  </a:lnTo>
                  <a:lnTo>
                    <a:pt x="375013" y="85649"/>
                  </a:lnTo>
                  <a:lnTo>
                    <a:pt x="375150" y="85094"/>
                  </a:lnTo>
                  <a:lnTo>
                    <a:pt x="375193" y="84917"/>
                  </a:lnTo>
                  <a:lnTo>
                    <a:pt x="375285" y="84668"/>
                  </a:lnTo>
                  <a:lnTo>
                    <a:pt x="375377" y="84220"/>
                  </a:lnTo>
                  <a:lnTo>
                    <a:pt x="375411" y="84050"/>
                  </a:lnTo>
                  <a:lnTo>
                    <a:pt x="375498" y="83627"/>
                  </a:lnTo>
                  <a:lnTo>
                    <a:pt x="375559" y="83328"/>
                  </a:lnTo>
                  <a:lnTo>
                    <a:pt x="375653" y="82982"/>
                  </a:lnTo>
                  <a:lnTo>
                    <a:pt x="375699" y="82797"/>
                  </a:lnTo>
                  <a:lnTo>
                    <a:pt x="375829" y="82281"/>
                  </a:lnTo>
                  <a:lnTo>
                    <a:pt x="375889" y="82020"/>
                  </a:lnTo>
                  <a:lnTo>
                    <a:pt x="376075" y="81244"/>
                  </a:lnTo>
                  <a:lnTo>
                    <a:pt x="376112" y="81094"/>
                  </a:lnTo>
                  <a:lnTo>
                    <a:pt x="376383" y="80020"/>
                  </a:lnTo>
                  <a:lnTo>
                    <a:pt x="376470" y="79675"/>
                  </a:lnTo>
                  <a:lnTo>
                    <a:pt x="376686" y="78806"/>
                  </a:lnTo>
                  <a:lnTo>
                    <a:pt x="376808" y="78306"/>
                  </a:lnTo>
                  <a:lnTo>
                    <a:pt x="377036" y="77375"/>
                  </a:lnTo>
                  <a:lnTo>
                    <a:pt x="379783" y="77861"/>
                  </a:lnTo>
                  <a:lnTo>
                    <a:pt x="380002" y="77900"/>
                  </a:lnTo>
                  <a:lnTo>
                    <a:pt x="380312" y="78128"/>
                  </a:lnTo>
                  <a:lnTo>
                    <a:pt x="382428" y="79586"/>
                  </a:lnTo>
                  <a:lnTo>
                    <a:pt x="383178" y="80108"/>
                  </a:lnTo>
                  <a:lnTo>
                    <a:pt x="383417" y="80273"/>
                  </a:lnTo>
                  <a:lnTo>
                    <a:pt x="383547" y="80363"/>
                  </a:lnTo>
                  <a:lnTo>
                    <a:pt x="384132" y="80768"/>
                  </a:lnTo>
                  <a:lnTo>
                    <a:pt x="384383" y="80942"/>
                  </a:lnTo>
                  <a:lnTo>
                    <a:pt x="384802" y="81232"/>
                  </a:lnTo>
                  <a:lnTo>
                    <a:pt x="384934" y="80993"/>
                  </a:lnTo>
                  <a:lnTo>
                    <a:pt x="385481" y="80000"/>
                  </a:lnTo>
                  <a:lnTo>
                    <a:pt x="385704" y="79595"/>
                  </a:lnTo>
                  <a:lnTo>
                    <a:pt x="385850" y="79328"/>
                  </a:lnTo>
                  <a:lnTo>
                    <a:pt x="385993" y="79068"/>
                  </a:lnTo>
                  <a:lnTo>
                    <a:pt x="386417" y="78297"/>
                  </a:lnTo>
                  <a:lnTo>
                    <a:pt x="386883" y="77450"/>
                  </a:lnTo>
                  <a:lnTo>
                    <a:pt x="387258" y="76768"/>
                  </a:lnTo>
                  <a:lnTo>
                    <a:pt x="387856" y="76084"/>
                  </a:lnTo>
                  <a:lnTo>
                    <a:pt x="388071" y="75839"/>
                  </a:lnTo>
                  <a:lnTo>
                    <a:pt x="388337" y="75535"/>
                  </a:lnTo>
                  <a:lnTo>
                    <a:pt x="388672" y="75153"/>
                  </a:lnTo>
                  <a:lnTo>
                    <a:pt x="389000" y="74778"/>
                  </a:lnTo>
                  <a:lnTo>
                    <a:pt x="389656" y="74387"/>
                  </a:lnTo>
                  <a:lnTo>
                    <a:pt x="391689" y="72646"/>
                  </a:lnTo>
                  <a:lnTo>
                    <a:pt x="392005" y="71787"/>
                  </a:lnTo>
                  <a:lnTo>
                    <a:pt x="392404" y="70702"/>
                  </a:lnTo>
                  <a:lnTo>
                    <a:pt x="392675" y="69714"/>
                  </a:lnTo>
                  <a:lnTo>
                    <a:pt x="392963" y="68664"/>
                  </a:lnTo>
                  <a:lnTo>
                    <a:pt x="393147" y="67981"/>
                  </a:lnTo>
                  <a:lnTo>
                    <a:pt x="393282" y="67480"/>
                  </a:lnTo>
                  <a:lnTo>
                    <a:pt x="393818" y="65491"/>
                  </a:lnTo>
                  <a:lnTo>
                    <a:pt x="393890" y="65224"/>
                  </a:lnTo>
                  <a:lnTo>
                    <a:pt x="394150" y="63912"/>
                  </a:lnTo>
                  <a:lnTo>
                    <a:pt x="396673" y="62892"/>
                  </a:lnTo>
                  <a:lnTo>
                    <a:pt x="398135" y="62303"/>
                  </a:lnTo>
                  <a:lnTo>
                    <a:pt x="398628" y="62105"/>
                  </a:lnTo>
                  <a:lnTo>
                    <a:pt x="398972" y="61966"/>
                  </a:lnTo>
                  <a:lnTo>
                    <a:pt x="400181" y="61492"/>
                  </a:lnTo>
                  <a:lnTo>
                    <a:pt x="400325" y="61488"/>
                  </a:lnTo>
                  <a:lnTo>
                    <a:pt x="401171" y="61461"/>
                  </a:lnTo>
                  <a:lnTo>
                    <a:pt x="402733" y="61410"/>
                  </a:lnTo>
                  <a:lnTo>
                    <a:pt x="403034" y="61401"/>
                  </a:lnTo>
                  <a:lnTo>
                    <a:pt x="403292" y="61393"/>
                  </a:lnTo>
                  <a:lnTo>
                    <a:pt x="403558" y="61384"/>
                  </a:lnTo>
                  <a:lnTo>
                    <a:pt x="404750" y="61344"/>
                  </a:lnTo>
                  <a:lnTo>
                    <a:pt x="405161" y="61331"/>
                  </a:lnTo>
                  <a:lnTo>
                    <a:pt x="408002" y="61234"/>
                  </a:lnTo>
                  <a:lnTo>
                    <a:pt x="408952" y="61202"/>
                  </a:lnTo>
                  <a:lnTo>
                    <a:pt x="410468" y="60888"/>
                  </a:lnTo>
                  <a:lnTo>
                    <a:pt x="410996" y="60468"/>
                  </a:lnTo>
                  <a:lnTo>
                    <a:pt x="411352" y="59739"/>
                  </a:lnTo>
                  <a:lnTo>
                    <a:pt x="411222" y="59377"/>
                  </a:lnTo>
                  <a:lnTo>
                    <a:pt x="406235" y="55496"/>
                  </a:lnTo>
                  <a:lnTo>
                    <a:pt x="406100" y="55391"/>
                  </a:lnTo>
                  <a:lnTo>
                    <a:pt x="405902" y="55272"/>
                  </a:lnTo>
                  <a:lnTo>
                    <a:pt x="405333" y="54932"/>
                  </a:lnTo>
                  <a:lnTo>
                    <a:pt x="405136" y="54814"/>
                  </a:lnTo>
                  <a:lnTo>
                    <a:pt x="404556" y="54466"/>
                  </a:lnTo>
                  <a:lnTo>
                    <a:pt x="404135" y="54214"/>
                  </a:lnTo>
                  <a:lnTo>
                    <a:pt x="398631" y="50916"/>
                  </a:lnTo>
                  <a:lnTo>
                    <a:pt x="397434" y="50199"/>
                  </a:lnTo>
                  <a:lnTo>
                    <a:pt x="397954" y="48777"/>
                  </a:lnTo>
                  <a:lnTo>
                    <a:pt x="398774" y="46530"/>
                  </a:lnTo>
                  <a:lnTo>
                    <a:pt x="398902" y="44382"/>
                  </a:lnTo>
                  <a:lnTo>
                    <a:pt x="398924" y="44011"/>
                  </a:lnTo>
                  <a:lnTo>
                    <a:pt x="399035" y="42133"/>
                  </a:lnTo>
                  <a:lnTo>
                    <a:pt x="399082" y="41330"/>
                  </a:lnTo>
                  <a:lnTo>
                    <a:pt x="399100" y="41035"/>
                  </a:lnTo>
                  <a:lnTo>
                    <a:pt x="399151" y="40176"/>
                  </a:lnTo>
                  <a:lnTo>
                    <a:pt x="399353" y="36759"/>
                  </a:lnTo>
                  <a:lnTo>
                    <a:pt x="399388" y="36173"/>
                  </a:lnTo>
                  <a:lnTo>
                    <a:pt x="399505" y="34186"/>
                  </a:lnTo>
                  <a:lnTo>
                    <a:pt x="399604" y="32517"/>
                  </a:lnTo>
                  <a:lnTo>
                    <a:pt x="398625" y="28382"/>
                  </a:lnTo>
                  <a:lnTo>
                    <a:pt x="398593" y="28248"/>
                  </a:lnTo>
                  <a:lnTo>
                    <a:pt x="398247" y="26788"/>
                  </a:lnTo>
                  <a:lnTo>
                    <a:pt x="394298" y="27009"/>
                  </a:lnTo>
                  <a:lnTo>
                    <a:pt x="389835" y="27260"/>
                  </a:lnTo>
                  <a:lnTo>
                    <a:pt x="389591" y="27274"/>
                  </a:lnTo>
                  <a:lnTo>
                    <a:pt x="388269" y="27348"/>
                  </a:lnTo>
                  <a:lnTo>
                    <a:pt x="387386" y="27398"/>
                  </a:lnTo>
                  <a:lnTo>
                    <a:pt x="385796" y="27488"/>
                  </a:lnTo>
                  <a:lnTo>
                    <a:pt x="385308" y="27515"/>
                  </a:lnTo>
                  <a:lnTo>
                    <a:pt x="384939" y="27536"/>
                  </a:lnTo>
                  <a:lnTo>
                    <a:pt x="382211" y="27690"/>
                  </a:lnTo>
                  <a:lnTo>
                    <a:pt x="381702" y="27718"/>
                  </a:lnTo>
                  <a:lnTo>
                    <a:pt x="381531" y="27728"/>
                  </a:lnTo>
                  <a:lnTo>
                    <a:pt x="380952" y="27761"/>
                  </a:lnTo>
                  <a:lnTo>
                    <a:pt x="379109" y="28651"/>
                  </a:lnTo>
                  <a:lnTo>
                    <a:pt x="378774" y="28813"/>
                  </a:lnTo>
                  <a:lnTo>
                    <a:pt x="377507" y="29421"/>
                  </a:lnTo>
                  <a:lnTo>
                    <a:pt x="376289" y="30007"/>
                  </a:lnTo>
                  <a:lnTo>
                    <a:pt x="375238" y="30512"/>
                  </a:lnTo>
                  <a:lnTo>
                    <a:pt x="374579" y="30828"/>
                  </a:lnTo>
                  <a:lnTo>
                    <a:pt x="373455" y="31368"/>
                  </a:lnTo>
                  <a:lnTo>
                    <a:pt x="372988" y="31592"/>
                  </a:lnTo>
                  <a:lnTo>
                    <a:pt x="372568" y="31794"/>
                  </a:lnTo>
                  <a:lnTo>
                    <a:pt x="372098" y="32020"/>
                  </a:lnTo>
                  <a:lnTo>
                    <a:pt x="371814" y="32156"/>
                  </a:lnTo>
                  <a:lnTo>
                    <a:pt x="371662" y="32229"/>
                  </a:lnTo>
                  <a:lnTo>
                    <a:pt x="370730" y="32633"/>
                  </a:lnTo>
                  <a:lnTo>
                    <a:pt x="367795" y="33905"/>
                  </a:lnTo>
                  <a:lnTo>
                    <a:pt x="367014" y="34243"/>
                  </a:lnTo>
                  <a:lnTo>
                    <a:pt x="366491" y="34470"/>
                  </a:lnTo>
                  <a:lnTo>
                    <a:pt x="366273" y="34564"/>
                  </a:lnTo>
                  <a:lnTo>
                    <a:pt x="365650" y="34834"/>
                  </a:lnTo>
                  <a:lnTo>
                    <a:pt x="365127" y="35061"/>
                  </a:lnTo>
                  <a:lnTo>
                    <a:pt x="364675" y="35256"/>
                  </a:lnTo>
                  <a:lnTo>
                    <a:pt x="364196" y="35464"/>
                  </a:lnTo>
                  <a:lnTo>
                    <a:pt x="363096" y="35941"/>
                  </a:lnTo>
                  <a:lnTo>
                    <a:pt x="362755" y="36088"/>
                  </a:lnTo>
                  <a:lnTo>
                    <a:pt x="361775" y="36513"/>
                  </a:lnTo>
                  <a:lnTo>
                    <a:pt x="361087" y="36811"/>
                  </a:lnTo>
                  <a:lnTo>
                    <a:pt x="360868" y="36906"/>
                  </a:lnTo>
                  <a:lnTo>
                    <a:pt x="360708" y="36975"/>
                  </a:lnTo>
                  <a:lnTo>
                    <a:pt x="357233" y="38481"/>
                  </a:lnTo>
                  <a:lnTo>
                    <a:pt x="356295" y="38888"/>
                  </a:lnTo>
                  <a:lnTo>
                    <a:pt x="354917" y="39688"/>
                  </a:lnTo>
                  <a:lnTo>
                    <a:pt x="354359" y="40012"/>
                  </a:lnTo>
                  <a:lnTo>
                    <a:pt x="353887" y="40286"/>
                  </a:lnTo>
                  <a:lnTo>
                    <a:pt x="352452" y="40885"/>
                  </a:lnTo>
                  <a:lnTo>
                    <a:pt x="351813" y="41223"/>
                  </a:lnTo>
                  <a:lnTo>
                    <a:pt x="351387" y="41449"/>
                  </a:lnTo>
                  <a:lnTo>
                    <a:pt x="350980" y="41802"/>
                  </a:lnTo>
                  <a:lnTo>
                    <a:pt x="350264" y="42055"/>
                  </a:lnTo>
                  <a:lnTo>
                    <a:pt x="349928" y="42174"/>
                  </a:lnTo>
                  <a:lnTo>
                    <a:pt x="349792" y="42223"/>
                  </a:lnTo>
                  <a:lnTo>
                    <a:pt x="349436" y="42683"/>
                  </a:lnTo>
                  <a:lnTo>
                    <a:pt x="349347" y="42888"/>
                  </a:lnTo>
                  <a:lnTo>
                    <a:pt x="349257" y="43469"/>
                  </a:lnTo>
                  <a:lnTo>
                    <a:pt x="349221" y="43733"/>
                  </a:lnTo>
                  <a:lnTo>
                    <a:pt x="348607" y="44259"/>
                  </a:lnTo>
                  <a:lnTo>
                    <a:pt x="347927" y="44355"/>
                  </a:lnTo>
                  <a:lnTo>
                    <a:pt x="347619" y="44286"/>
                  </a:lnTo>
                  <a:lnTo>
                    <a:pt x="347213" y="43948"/>
                  </a:lnTo>
                  <a:lnTo>
                    <a:pt x="346320" y="44036"/>
                  </a:lnTo>
                  <a:lnTo>
                    <a:pt x="346022" y="43968"/>
                  </a:lnTo>
                  <a:lnTo>
                    <a:pt x="345882" y="43909"/>
                  </a:lnTo>
                  <a:lnTo>
                    <a:pt x="345649" y="43812"/>
                  </a:lnTo>
                  <a:lnTo>
                    <a:pt x="344336" y="43940"/>
                  </a:lnTo>
                  <a:lnTo>
                    <a:pt x="343652" y="44136"/>
                  </a:lnTo>
                  <a:lnTo>
                    <a:pt x="342934" y="44341"/>
                  </a:lnTo>
                  <a:lnTo>
                    <a:pt x="341959" y="44615"/>
                  </a:lnTo>
                  <a:lnTo>
                    <a:pt x="341372" y="44780"/>
                  </a:lnTo>
                  <a:lnTo>
                    <a:pt x="340892" y="44914"/>
                  </a:lnTo>
                  <a:lnTo>
                    <a:pt x="340445" y="45040"/>
                  </a:lnTo>
                  <a:lnTo>
                    <a:pt x="340115" y="45109"/>
                  </a:lnTo>
                  <a:lnTo>
                    <a:pt x="339943" y="45078"/>
                  </a:lnTo>
                  <a:lnTo>
                    <a:pt x="339499" y="44999"/>
                  </a:lnTo>
                  <a:lnTo>
                    <a:pt x="339344" y="44971"/>
                  </a:lnTo>
                  <a:lnTo>
                    <a:pt x="337181" y="44190"/>
                  </a:lnTo>
                  <a:lnTo>
                    <a:pt x="336786" y="43980"/>
                  </a:lnTo>
                  <a:lnTo>
                    <a:pt x="336542" y="43849"/>
                  </a:lnTo>
                  <a:lnTo>
                    <a:pt x="335130" y="43097"/>
                  </a:lnTo>
                  <a:lnTo>
                    <a:pt x="332953" y="41935"/>
                  </a:lnTo>
                  <a:lnTo>
                    <a:pt x="332739" y="40530"/>
                  </a:lnTo>
                  <a:lnTo>
                    <a:pt x="332652" y="39961"/>
                  </a:lnTo>
                  <a:lnTo>
                    <a:pt x="332528" y="39109"/>
                  </a:lnTo>
                  <a:lnTo>
                    <a:pt x="332646" y="38275"/>
                  </a:lnTo>
                  <a:lnTo>
                    <a:pt x="332763" y="37491"/>
                  </a:lnTo>
                  <a:lnTo>
                    <a:pt x="332806" y="37204"/>
                  </a:lnTo>
                  <a:lnTo>
                    <a:pt x="333178" y="36363"/>
                  </a:lnTo>
                  <a:lnTo>
                    <a:pt x="333396" y="35871"/>
                  </a:lnTo>
                  <a:lnTo>
                    <a:pt x="333938" y="34647"/>
                  </a:lnTo>
                  <a:lnTo>
                    <a:pt x="334340" y="33737"/>
                  </a:lnTo>
                  <a:lnTo>
                    <a:pt x="334499" y="33494"/>
                  </a:lnTo>
                  <a:lnTo>
                    <a:pt x="334983" y="32752"/>
                  </a:lnTo>
                  <a:lnTo>
                    <a:pt x="335474" y="31831"/>
                  </a:lnTo>
                  <a:lnTo>
                    <a:pt x="335864" y="31098"/>
                  </a:lnTo>
                  <a:lnTo>
                    <a:pt x="336073" y="30706"/>
                  </a:lnTo>
                  <a:lnTo>
                    <a:pt x="336228" y="29916"/>
                  </a:lnTo>
                  <a:lnTo>
                    <a:pt x="336273" y="29685"/>
                  </a:lnTo>
                  <a:lnTo>
                    <a:pt x="336386" y="29110"/>
                  </a:lnTo>
                  <a:lnTo>
                    <a:pt x="336733" y="28841"/>
                  </a:lnTo>
                  <a:lnTo>
                    <a:pt x="337010" y="28625"/>
                  </a:lnTo>
                  <a:lnTo>
                    <a:pt x="337763" y="26909"/>
                  </a:lnTo>
                  <a:lnTo>
                    <a:pt x="338992" y="25037"/>
                  </a:lnTo>
                  <a:lnTo>
                    <a:pt x="340042" y="23438"/>
                  </a:lnTo>
                  <a:lnTo>
                    <a:pt x="339995" y="22887"/>
                  </a:lnTo>
                  <a:lnTo>
                    <a:pt x="339715" y="22551"/>
                  </a:lnTo>
                  <a:lnTo>
                    <a:pt x="339356" y="22063"/>
                  </a:lnTo>
                  <a:lnTo>
                    <a:pt x="338776" y="19792"/>
                  </a:lnTo>
                  <a:lnTo>
                    <a:pt x="339255" y="18413"/>
                  </a:lnTo>
                  <a:lnTo>
                    <a:pt x="339188" y="16714"/>
                  </a:lnTo>
                  <a:lnTo>
                    <a:pt x="339830" y="16255"/>
                  </a:lnTo>
                  <a:lnTo>
                    <a:pt x="339865" y="16099"/>
                  </a:lnTo>
                  <a:lnTo>
                    <a:pt x="340251" y="14397"/>
                  </a:lnTo>
                  <a:lnTo>
                    <a:pt x="340470" y="13471"/>
                  </a:lnTo>
                  <a:lnTo>
                    <a:pt x="340779" y="12168"/>
                  </a:lnTo>
                  <a:lnTo>
                    <a:pt x="341159" y="10475"/>
                  </a:lnTo>
                  <a:lnTo>
                    <a:pt x="342104" y="8757"/>
                  </a:lnTo>
                  <a:lnTo>
                    <a:pt x="342423" y="8417"/>
                  </a:lnTo>
                  <a:lnTo>
                    <a:pt x="342303" y="8200"/>
                  </a:lnTo>
                  <a:lnTo>
                    <a:pt x="342191" y="8010"/>
                  </a:lnTo>
                  <a:lnTo>
                    <a:pt x="342011" y="7722"/>
                  </a:lnTo>
                  <a:lnTo>
                    <a:pt x="341896" y="7455"/>
                  </a:lnTo>
                  <a:lnTo>
                    <a:pt x="341823" y="7202"/>
                  </a:lnTo>
                  <a:lnTo>
                    <a:pt x="341458" y="6391"/>
                  </a:lnTo>
                  <a:lnTo>
                    <a:pt x="341592" y="6114"/>
                  </a:lnTo>
                  <a:lnTo>
                    <a:pt x="341196" y="5587"/>
                  </a:lnTo>
                  <a:lnTo>
                    <a:pt x="340961" y="5294"/>
                  </a:lnTo>
                  <a:lnTo>
                    <a:pt x="339431" y="3388"/>
                  </a:lnTo>
                  <a:lnTo>
                    <a:pt x="339037" y="2999"/>
                  </a:lnTo>
                  <a:lnTo>
                    <a:pt x="338067" y="1915"/>
                  </a:lnTo>
                  <a:lnTo>
                    <a:pt x="337901" y="1653"/>
                  </a:lnTo>
                  <a:lnTo>
                    <a:pt x="337600" y="1908"/>
                  </a:lnTo>
                  <a:lnTo>
                    <a:pt x="337459" y="1984"/>
                  </a:lnTo>
                  <a:lnTo>
                    <a:pt x="337133" y="2101"/>
                  </a:lnTo>
                  <a:lnTo>
                    <a:pt x="336536" y="2554"/>
                  </a:lnTo>
                  <a:lnTo>
                    <a:pt x="335907" y="2666"/>
                  </a:lnTo>
                  <a:lnTo>
                    <a:pt x="334857" y="2854"/>
                  </a:lnTo>
                  <a:lnTo>
                    <a:pt x="333760" y="3096"/>
                  </a:lnTo>
                  <a:lnTo>
                    <a:pt x="332707" y="3330"/>
                  </a:lnTo>
                  <a:lnTo>
                    <a:pt x="332098" y="3472"/>
                  </a:lnTo>
                  <a:lnTo>
                    <a:pt x="330971" y="3753"/>
                  </a:lnTo>
                  <a:lnTo>
                    <a:pt x="330331" y="3646"/>
                  </a:lnTo>
                  <a:lnTo>
                    <a:pt x="329752" y="3861"/>
                  </a:lnTo>
                  <a:lnTo>
                    <a:pt x="329447" y="3876"/>
                  </a:lnTo>
                  <a:lnTo>
                    <a:pt x="329274" y="3875"/>
                  </a:lnTo>
                  <a:lnTo>
                    <a:pt x="328966" y="3862"/>
                  </a:lnTo>
                  <a:lnTo>
                    <a:pt x="328774" y="3854"/>
                  </a:lnTo>
                  <a:lnTo>
                    <a:pt x="325113" y="3634"/>
                  </a:lnTo>
                  <a:lnTo>
                    <a:pt x="324776" y="2963"/>
                  </a:lnTo>
                  <a:lnTo>
                    <a:pt x="324665" y="2742"/>
                  </a:lnTo>
                  <a:lnTo>
                    <a:pt x="324332" y="2078"/>
                  </a:lnTo>
                  <a:lnTo>
                    <a:pt x="322611" y="977"/>
                  </a:lnTo>
                  <a:lnTo>
                    <a:pt x="322154" y="685"/>
                  </a:lnTo>
                  <a:lnTo>
                    <a:pt x="321082" y="0"/>
                  </a:lnTo>
                  <a:lnTo>
                    <a:pt x="319099" y="1196"/>
                  </a:lnTo>
                  <a:lnTo>
                    <a:pt x="317327" y="2265"/>
                  </a:lnTo>
                  <a:lnTo>
                    <a:pt x="313012" y="5381"/>
                  </a:lnTo>
                  <a:lnTo>
                    <a:pt x="312435" y="5642"/>
                  </a:lnTo>
                  <a:lnTo>
                    <a:pt x="312117" y="5786"/>
                  </a:lnTo>
                  <a:lnTo>
                    <a:pt x="311101" y="6246"/>
                  </a:lnTo>
                  <a:lnTo>
                    <a:pt x="310410" y="6560"/>
                  </a:lnTo>
                  <a:lnTo>
                    <a:pt x="309294" y="7065"/>
                  </a:lnTo>
                  <a:lnTo>
                    <a:pt x="309023" y="7188"/>
                  </a:lnTo>
                  <a:lnTo>
                    <a:pt x="308663" y="7351"/>
                  </a:lnTo>
                  <a:lnTo>
                    <a:pt x="308511" y="7420"/>
                  </a:lnTo>
                  <a:lnTo>
                    <a:pt x="306124" y="8501"/>
                  </a:lnTo>
                  <a:lnTo>
                    <a:pt x="305820" y="8948"/>
                  </a:lnTo>
                  <a:lnTo>
                    <a:pt x="304545" y="10823"/>
                  </a:lnTo>
                  <a:lnTo>
                    <a:pt x="304389" y="11053"/>
                  </a:lnTo>
                  <a:lnTo>
                    <a:pt x="303169" y="12848"/>
                  </a:lnTo>
                  <a:lnTo>
                    <a:pt x="298224" y="13077"/>
                  </a:lnTo>
                  <a:lnTo>
                    <a:pt x="297957" y="13089"/>
                  </a:lnTo>
                  <a:lnTo>
                    <a:pt x="297002" y="13133"/>
                  </a:lnTo>
                  <a:lnTo>
                    <a:pt x="296786" y="13143"/>
                  </a:lnTo>
                  <a:lnTo>
                    <a:pt x="292270" y="13352"/>
                  </a:lnTo>
                  <a:lnTo>
                    <a:pt x="291089" y="13407"/>
                  </a:lnTo>
                  <a:lnTo>
                    <a:pt x="289822" y="12834"/>
                  </a:lnTo>
                  <a:lnTo>
                    <a:pt x="288323" y="15973"/>
                  </a:lnTo>
                  <a:lnTo>
                    <a:pt x="287463" y="16200"/>
                  </a:lnTo>
                  <a:lnTo>
                    <a:pt x="284860" y="16888"/>
                  </a:lnTo>
                  <a:lnTo>
                    <a:pt x="283382" y="19689"/>
                  </a:lnTo>
                  <a:lnTo>
                    <a:pt x="281064" y="22557"/>
                  </a:lnTo>
                  <a:lnTo>
                    <a:pt x="280577" y="23150"/>
                  </a:lnTo>
                  <a:lnTo>
                    <a:pt x="280225" y="23579"/>
                  </a:lnTo>
                  <a:lnTo>
                    <a:pt x="279818" y="24073"/>
                  </a:lnTo>
                  <a:lnTo>
                    <a:pt x="279249" y="25204"/>
                  </a:lnTo>
                  <a:lnTo>
                    <a:pt x="278876" y="26245"/>
                  </a:lnTo>
                  <a:lnTo>
                    <a:pt x="278848" y="26825"/>
                  </a:lnTo>
                  <a:lnTo>
                    <a:pt x="278589" y="28423"/>
                  </a:lnTo>
                  <a:lnTo>
                    <a:pt x="278044" y="31739"/>
                  </a:lnTo>
                  <a:lnTo>
                    <a:pt x="277967" y="32215"/>
                  </a:lnTo>
                  <a:lnTo>
                    <a:pt x="277628" y="34336"/>
                  </a:lnTo>
                  <a:lnTo>
                    <a:pt x="276702" y="34641"/>
                  </a:lnTo>
                  <a:lnTo>
                    <a:pt x="273706" y="35628"/>
                  </a:lnTo>
                  <a:lnTo>
                    <a:pt x="272362" y="36126"/>
                  </a:lnTo>
                  <a:lnTo>
                    <a:pt x="270470" y="39677"/>
                  </a:lnTo>
                  <a:lnTo>
                    <a:pt x="270300" y="39927"/>
                  </a:lnTo>
                  <a:lnTo>
                    <a:pt x="270127" y="40133"/>
                  </a:lnTo>
                  <a:lnTo>
                    <a:pt x="269848" y="40499"/>
                  </a:lnTo>
                  <a:lnTo>
                    <a:pt x="269512" y="40855"/>
                  </a:lnTo>
                  <a:lnTo>
                    <a:pt x="269452" y="41253"/>
                  </a:lnTo>
                  <a:lnTo>
                    <a:pt x="269322" y="41619"/>
                  </a:lnTo>
                  <a:lnTo>
                    <a:pt x="269212" y="41942"/>
                  </a:lnTo>
                  <a:lnTo>
                    <a:pt x="269074" y="42563"/>
                  </a:lnTo>
                  <a:lnTo>
                    <a:pt x="268823" y="43365"/>
                  </a:lnTo>
                  <a:lnTo>
                    <a:pt x="268626" y="44246"/>
                  </a:lnTo>
                  <a:lnTo>
                    <a:pt x="268467" y="44627"/>
                  </a:lnTo>
                  <a:lnTo>
                    <a:pt x="268378" y="44839"/>
                  </a:lnTo>
                  <a:lnTo>
                    <a:pt x="268120" y="45537"/>
                  </a:lnTo>
                  <a:lnTo>
                    <a:pt x="267989" y="46680"/>
                  </a:lnTo>
                  <a:lnTo>
                    <a:pt x="267096" y="48397"/>
                  </a:lnTo>
                  <a:lnTo>
                    <a:pt x="266990" y="48533"/>
                  </a:lnTo>
                  <a:lnTo>
                    <a:pt x="266883" y="48758"/>
                  </a:lnTo>
                  <a:lnTo>
                    <a:pt x="266707" y="49183"/>
                  </a:lnTo>
                  <a:lnTo>
                    <a:pt x="265431" y="50621"/>
                  </a:lnTo>
                  <a:lnTo>
                    <a:pt x="264815" y="49583"/>
                  </a:lnTo>
                  <a:lnTo>
                    <a:pt x="263492" y="50705"/>
                  </a:lnTo>
                  <a:lnTo>
                    <a:pt x="263603" y="51103"/>
                  </a:lnTo>
                  <a:lnTo>
                    <a:pt x="263840" y="51967"/>
                  </a:lnTo>
                  <a:lnTo>
                    <a:pt x="263369" y="52558"/>
                  </a:lnTo>
                  <a:lnTo>
                    <a:pt x="263225" y="52739"/>
                  </a:lnTo>
                  <a:lnTo>
                    <a:pt x="262956" y="53077"/>
                  </a:lnTo>
                  <a:lnTo>
                    <a:pt x="262569" y="54924"/>
                  </a:lnTo>
                  <a:lnTo>
                    <a:pt x="263018" y="55829"/>
                  </a:lnTo>
                  <a:lnTo>
                    <a:pt x="262653" y="56670"/>
                  </a:lnTo>
                  <a:lnTo>
                    <a:pt x="262130" y="57040"/>
                  </a:lnTo>
                  <a:lnTo>
                    <a:pt x="261431" y="57536"/>
                  </a:lnTo>
                  <a:lnTo>
                    <a:pt x="261613" y="57924"/>
                  </a:lnTo>
                  <a:lnTo>
                    <a:pt x="262105" y="58948"/>
                  </a:lnTo>
                  <a:lnTo>
                    <a:pt x="262250" y="59161"/>
                  </a:lnTo>
                  <a:lnTo>
                    <a:pt x="262647" y="60148"/>
                  </a:lnTo>
                  <a:lnTo>
                    <a:pt x="262637" y="60735"/>
                  </a:lnTo>
                  <a:lnTo>
                    <a:pt x="262641" y="61646"/>
                  </a:lnTo>
                  <a:lnTo>
                    <a:pt x="262342" y="62401"/>
                  </a:lnTo>
                  <a:lnTo>
                    <a:pt x="262249" y="62970"/>
                  </a:lnTo>
                  <a:lnTo>
                    <a:pt x="262158" y="63592"/>
                  </a:lnTo>
                  <a:lnTo>
                    <a:pt x="261674" y="64518"/>
                  </a:lnTo>
                  <a:lnTo>
                    <a:pt x="261455" y="64944"/>
                  </a:lnTo>
                  <a:lnTo>
                    <a:pt x="261308" y="65230"/>
                  </a:lnTo>
                  <a:lnTo>
                    <a:pt x="261055" y="65722"/>
                  </a:lnTo>
                  <a:lnTo>
                    <a:pt x="258699" y="65565"/>
                  </a:lnTo>
                  <a:lnTo>
                    <a:pt x="258537" y="65555"/>
                  </a:lnTo>
                  <a:lnTo>
                    <a:pt x="258119" y="65529"/>
                  </a:lnTo>
                  <a:lnTo>
                    <a:pt x="255349" y="65361"/>
                  </a:lnTo>
                  <a:lnTo>
                    <a:pt x="253413" y="64367"/>
                  </a:lnTo>
                  <a:lnTo>
                    <a:pt x="252936" y="64602"/>
                  </a:lnTo>
                  <a:lnTo>
                    <a:pt x="252309" y="64883"/>
                  </a:lnTo>
                  <a:lnTo>
                    <a:pt x="252061" y="64793"/>
                  </a:lnTo>
                  <a:lnTo>
                    <a:pt x="251753" y="64681"/>
                  </a:lnTo>
                  <a:lnTo>
                    <a:pt x="250725" y="63822"/>
                  </a:lnTo>
                  <a:lnTo>
                    <a:pt x="249387" y="62704"/>
                  </a:lnTo>
                  <a:lnTo>
                    <a:pt x="248469" y="61830"/>
                  </a:lnTo>
                  <a:lnTo>
                    <a:pt x="247997" y="61382"/>
                  </a:lnTo>
                  <a:lnTo>
                    <a:pt x="247834" y="61320"/>
                  </a:lnTo>
                  <a:lnTo>
                    <a:pt x="247383" y="61153"/>
                  </a:lnTo>
                  <a:lnTo>
                    <a:pt x="247242" y="61098"/>
                  </a:lnTo>
                  <a:lnTo>
                    <a:pt x="245869" y="60566"/>
                  </a:lnTo>
                  <a:lnTo>
                    <a:pt x="243827" y="59906"/>
                  </a:lnTo>
                  <a:lnTo>
                    <a:pt x="243142" y="60009"/>
                  </a:lnTo>
                  <a:lnTo>
                    <a:pt x="242716" y="60222"/>
                  </a:lnTo>
                  <a:lnTo>
                    <a:pt x="242082" y="60540"/>
                  </a:lnTo>
                  <a:lnTo>
                    <a:pt x="241908" y="60644"/>
                  </a:lnTo>
                  <a:lnTo>
                    <a:pt x="241724" y="61001"/>
                  </a:lnTo>
                  <a:lnTo>
                    <a:pt x="241169" y="61607"/>
                  </a:lnTo>
                  <a:lnTo>
                    <a:pt x="236438" y="59763"/>
                  </a:lnTo>
                  <a:lnTo>
                    <a:pt x="235934" y="61350"/>
                  </a:lnTo>
                  <a:lnTo>
                    <a:pt x="235759" y="62114"/>
                  </a:lnTo>
                  <a:lnTo>
                    <a:pt x="235534" y="62548"/>
                  </a:lnTo>
                  <a:lnTo>
                    <a:pt x="235062" y="62672"/>
                  </a:lnTo>
                  <a:lnTo>
                    <a:pt x="234110" y="62922"/>
                  </a:lnTo>
                  <a:lnTo>
                    <a:pt x="231328" y="63653"/>
                  </a:lnTo>
                  <a:lnTo>
                    <a:pt x="230266" y="63589"/>
                  </a:lnTo>
                  <a:lnTo>
                    <a:pt x="230582" y="61294"/>
                  </a:lnTo>
                  <a:lnTo>
                    <a:pt x="230880" y="59248"/>
                  </a:lnTo>
                  <a:lnTo>
                    <a:pt x="230912" y="59023"/>
                  </a:lnTo>
                  <a:lnTo>
                    <a:pt x="231010" y="58327"/>
                  </a:lnTo>
                  <a:lnTo>
                    <a:pt x="230122" y="57185"/>
                  </a:lnTo>
                  <a:lnTo>
                    <a:pt x="229214" y="56551"/>
                  </a:lnTo>
                  <a:lnTo>
                    <a:pt x="228792" y="56257"/>
                  </a:lnTo>
                  <a:lnTo>
                    <a:pt x="228208" y="55851"/>
                  </a:lnTo>
                  <a:lnTo>
                    <a:pt x="228018" y="55739"/>
                  </a:lnTo>
                  <a:lnTo>
                    <a:pt x="227768" y="55593"/>
                  </a:lnTo>
                  <a:lnTo>
                    <a:pt x="226883" y="55073"/>
                  </a:lnTo>
                  <a:lnTo>
                    <a:pt x="226434" y="54812"/>
                  </a:lnTo>
                  <a:lnTo>
                    <a:pt x="225002" y="53977"/>
                  </a:lnTo>
                  <a:lnTo>
                    <a:pt x="223604" y="53650"/>
                  </a:lnTo>
                  <a:lnTo>
                    <a:pt x="223237" y="53564"/>
                  </a:lnTo>
                  <a:lnTo>
                    <a:pt x="222973" y="53925"/>
                  </a:lnTo>
                  <a:lnTo>
                    <a:pt x="222478" y="54223"/>
                  </a:lnTo>
                  <a:lnTo>
                    <a:pt x="221910" y="53733"/>
                  </a:lnTo>
                  <a:lnTo>
                    <a:pt x="221524" y="53028"/>
                  </a:lnTo>
                  <a:lnTo>
                    <a:pt x="221502" y="52777"/>
                  </a:lnTo>
                  <a:lnTo>
                    <a:pt x="221624" y="51803"/>
                  </a:lnTo>
                  <a:lnTo>
                    <a:pt x="221102" y="49145"/>
                  </a:lnTo>
                  <a:lnTo>
                    <a:pt x="220958" y="48900"/>
                  </a:lnTo>
                  <a:lnTo>
                    <a:pt x="220728" y="48841"/>
                  </a:lnTo>
                  <a:lnTo>
                    <a:pt x="220303" y="48737"/>
                  </a:lnTo>
                  <a:lnTo>
                    <a:pt x="219929" y="48644"/>
                  </a:lnTo>
                  <a:lnTo>
                    <a:pt x="219775" y="48609"/>
                  </a:lnTo>
                  <a:lnTo>
                    <a:pt x="219574" y="48567"/>
                  </a:lnTo>
                  <a:lnTo>
                    <a:pt x="219223" y="48505"/>
                  </a:lnTo>
                  <a:lnTo>
                    <a:pt x="218953" y="48455"/>
                  </a:lnTo>
                  <a:lnTo>
                    <a:pt x="218759" y="48304"/>
                  </a:lnTo>
                  <a:lnTo>
                    <a:pt x="218420" y="48055"/>
                  </a:lnTo>
                  <a:lnTo>
                    <a:pt x="218043" y="47850"/>
                  </a:lnTo>
                  <a:lnTo>
                    <a:pt x="217710" y="47705"/>
                  </a:lnTo>
                  <a:lnTo>
                    <a:pt x="217268" y="47513"/>
                  </a:lnTo>
                  <a:lnTo>
                    <a:pt x="216943" y="47359"/>
                  </a:lnTo>
                  <a:lnTo>
                    <a:pt x="216779" y="47280"/>
                  </a:lnTo>
                  <a:lnTo>
                    <a:pt x="216372" y="47234"/>
                  </a:lnTo>
                  <a:lnTo>
                    <a:pt x="216129" y="47206"/>
                  </a:lnTo>
                  <a:lnTo>
                    <a:pt x="215725" y="47155"/>
                  </a:lnTo>
                  <a:lnTo>
                    <a:pt x="215479" y="47124"/>
                  </a:lnTo>
                  <a:lnTo>
                    <a:pt x="215294" y="47100"/>
                  </a:lnTo>
                  <a:lnTo>
                    <a:pt x="214308" y="46983"/>
                  </a:lnTo>
                  <a:lnTo>
                    <a:pt x="213936" y="46727"/>
                  </a:lnTo>
                  <a:lnTo>
                    <a:pt x="213008" y="46089"/>
                  </a:lnTo>
                  <a:lnTo>
                    <a:pt x="212346" y="45081"/>
                  </a:lnTo>
                  <a:lnTo>
                    <a:pt x="212148" y="44782"/>
                  </a:lnTo>
                  <a:lnTo>
                    <a:pt x="211937" y="44088"/>
                  </a:lnTo>
                  <a:lnTo>
                    <a:pt x="211866" y="43860"/>
                  </a:lnTo>
                  <a:lnTo>
                    <a:pt x="212125" y="41855"/>
                  </a:lnTo>
                  <a:lnTo>
                    <a:pt x="212211" y="41187"/>
                  </a:lnTo>
                  <a:lnTo>
                    <a:pt x="208191" y="41342"/>
                  </a:lnTo>
                  <a:lnTo>
                    <a:pt x="206926" y="40820"/>
                  </a:lnTo>
                  <a:lnTo>
                    <a:pt x="206545" y="40662"/>
                  </a:lnTo>
                  <a:lnTo>
                    <a:pt x="205495" y="37852"/>
                  </a:lnTo>
                  <a:lnTo>
                    <a:pt x="205656" y="29346"/>
                  </a:lnTo>
                  <a:lnTo>
                    <a:pt x="205729" y="25532"/>
                  </a:lnTo>
                  <a:lnTo>
                    <a:pt x="194271" y="27821"/>
                  </a:lnTo>
                  <a:lnTo>
                    <a:pt x="190911" y="25362"/>
                  </a:lnTo>
                  <a:lnTo>
                    <a:pt x="187351" y="22758"/>
                  </a:lnTo>
                  <a:lnTo>
                    <a:pt x="184072" y="7263"/>
                  </a:lnTo>
                  <a:lnTo>
                    <a:pt x="181794" y="6672"/>
                  </a:lnTo>
                  <a:lnTo>
                    <a:pt x="178022" y="14324"/>
                  </a:lnTo>
                  <a:lnTo>
                    <a:pt x="178040" y="22859"/>
                  </a:lnTo>
                  <a:lnTo>
                    <a:pt x="173893" y="30368"/>
                  </a:lnTo>
                  <a:lnTo>
                    <a:pt x="173040" y="31912"/>
                  </a:lnTo>
                  <a:lnTo>
                    <a:pt x="170172" y="44567"/>
                  </a:lnTo>
                  <a:lnTo>
                    <a:pt x="170069" y="51680"/>
                  </a:lnTo>
                  <a:lnTo>
                    <a:pt x="170058" y="52423"/>
                  </a:lnTo>
                  <a:lnTo>
                    <a:pt x="169962" y="59002"/>
                  </a:lnTo>
                  <a:lnTo>
                    <a:pt x="166511" y="63255"/>
                  </a:lnTo>
                  <a:lnTo>
                    <a:pt x="164557" y="65123"/>
                  </a:lnTo>
                  <a:lnTo>
                    <a:pt x="162493" y="70276"/>
                  </a:lnTo>
                  <a:lnTo>
                    <a:pt x="160218" y="71474"/>
                  </a:lnTo>
                  <a:lnTo>
                    <a:pt x="156962" y="69848"/>
                  </a:lnTo>
                  <a:lnTo>
                    <a:pt x="155938" y="70537"/>
                  </a:lnTo>
                  <a:lnTo>
                    <a:pt x="154921" y="71221"/>
                  </a:lnTo>
                  <a:lnTo>
                    <a:pt x="154524" y="75997"/>
                  </a:lnTo>
                  <a:lnTo>
                    <a:pt x="154157" y="76061"/>
                  </a:lnTo>
                  <a:lnTo>
                    <a:pt x="153225" y="76064"/>
                  </a:lnTo>
                  <a:lnTo>
                    <a:pt x="152787" y="76013"/>
                  </a:lnTo>
                  <a:lnTo>
                    <a:pt x="152431" y="75972"/>
                  </a:lnTo>
                  <a:lnTo>
                    <a:pt x="152299" y="75956"/>
                  </a:lnTo>
                  <a:lnTo>
                    <a:pt x="151989" y="75920"/>
                  </a:lnTo>
                  <a:lnTo>
                    <a:pt x="151614" y="75875"/>
                  </a:lnTo>
                  <a:lnTo>
                    <a:pt x="151469" y="75858"/>
                  </a:lnTo>
                  <a:lnTo>
                    <a:pt x="151157" y="75821"/>
                  </a:lnTo>
                  <a:lnTo>
                    <a:pt x="151016" y="75804"/>
                  </a:lnTo>
                  <a:lnTo>
                    <a:pt x="150381" y="75564"/>
                  </a:lnTo>
                  <a:lnTo>
                    <a:pt x="150134" y="75195"/>
                  </a:lnTo>
                  <a:lnTo>
                    <a:pt x="149919" y="75137"/>
                  </a:lnTo>
                  <a:lnTo>
                    <a:pt x="149734" y="75086"/>
                  </a:lnTo>
                  <a:lnTo>
                    <a:pt x="149494" y="75021"/>
                  </a:lnTo>
                  <a:lnTo>
                    <a:pt x="149100" y="74914"/>
                  </a:lnTo>
                  <a:lnTo>
                    <a:pt x="148880" y="74999"/>
                  </a:lnTo>
                  <a:lnTo>
                    <a:pt x="148588" y="75409"/>
                  </a:lnTo>
                  <a:lnTo>
                    <a:pt x="148379" y="75771"/>
                  </a:lnTo>
                  <a:lnTo>
                    <a:pt x="148154" y="76111"/>
                  </a:lnTo>
                  <a:lnTo>
                    <a:pt x="147760" y="76153"/>
                  </a:lnTo>
                  <a:lnTo>
                    <a:pt x="147222" y="76210"/>
                  </a:lnTo>
                  <a:lnTo>
                    <a:pt x="147032" y="76229"/>
                  </a:lnTo>
                  <a:lnTo>
                    <a:pt x="146630" y="76272"/>
                  </a:lnTo>
                  <a:lnTo>
                    <a:pt x="146468" y="76289"/>
                  </a:lnTo>
                  <a:lnTo>
                    <a:pt x="145850" y="76354"/>
                  </a:lnTo>
                  <a:lnTo>
                    <a:pt x="145549" y="76386"/>
                  </a:lnTo>
                  <a:lnTo>
                    <a:pt x="145066" y="76437"/>
                  </a:lnTo>
                  <a:lnTo>
                    <a:pt x="144622" y="76484"/>
                  </a:lnTo>
                  <a:lnTo>
                    <a:pt x="143917" y="76674"/>
                  </a:lnTo>
                  <a:lnTo>
                    <a:pt x="144161" y="77010"/>
                  </a:lnTo>
                  <a:lnTo>
                    <a:pt x="144328" y="77279"/>
                  </a:lnTo>
                  <a:lnTo>
                    <a:pt x="144696" y="77868"/>
                  </a:lnTo>
                  <a:lnTo>
                    <a:pt x="144994" y="78346"/>
                  </a:lnTo>
                  <a:lnTo>
                    <a:pt x="145269" y="78786"/>
                  </a:lnTo>
                  <a:lnTo>
                    <a:pt x="144566" y="78867"/>
                  </a:lnTo>
                  <a:lnTo>
                    <a:pt x="143807" y="78396"/>
                  </a:lnTo>
                  <a:lnTo>
                    <a:pt x="143174" y="78110"/>
                  </a:lnTo>
                  <a:lnTo>
                    <a:pt x="142779" y="78054"/>
                  </a:lnTo>
                  <a:lnTo>
                    <a:pt x="141861" y="77982"/>
                  </a:lnTo>
                  <a:lnTo>
                    <a:pt x="141618" y="78054"/>
                  </a:lnTo>
                  <a:lnTo>
                    <a:pt x="141296" y="77764"/>
                  </a:lnTo>
                  <a:lnTo>
                    <a:pt x="141426" y="77318"/>
                  </a:lnTo>
                  <a:lnTo>
                    <a:pt x="141314" y="75007"/>
                  </a:lnTo>
                  <a:lnTo>
                    <a:pt x="141022" y="74989"/>
                  </a:lnTo>
                  <a:lnTo>
                    <a:pt x="140826" y="74986"/>
                  </a:lnTo>
                  <a:lnTo>
                    <a:pt x="140399" y="75031"/>
                  </a:lnTo>
                  <a:lnTo>
                    <a:pt x="140314" y="75162"/>
                  </a:lnTo>
                  <a:lnTo>
                    <a:pt x="139878" y="75359"/>
                  </a:lnTo>
                  <a:lnTo>
                    <a:pt x="139328" y="75594"/>
                  </a:lnTo>
                  <a:lnTo>
                    <a:pt x="138978" y="75759"/>
                  </a:lnTo>
                  <a:lnTo>
                    <a:pt x="138843" y="76011"/>
                  </a:lnTo>
                  <a:lnTo>
                    <a:pt x="138965" y="76325"/>
                  </a:lnTo>
                  <a:lnTo>
                    <a:pt x="138922" y="76518"/>
                  </a:lnTo>
                  <a:lnTo>
                    <a:pt x="138720" y="76667"/>
                  </a:lnTo>
                  <a:lnTo>
                    <a:pt x="138591" y="76764"/>
                  </a:lnTo>
                  <a:lnTo>
                    <a:pt x="138513" y="77024"/>
                  </a:lnTo>
                  <a:lnTo>
                    <a:pt x="138408" y="77237"/>
                  </a:lnTo>
                  <a:lnTo>
                    <a:pt x="138226" y="77511"/>
                  </a:lnTo>
                  <a:lnTo>
                    <a:pt x="137809" y="77589"/>
                  </a:lnTo>
                  <a:lnTo>
                    <a:pt x="137602" y="77633"/>
                  </a:lnTo>
                  <a:lnTo>
                    <a:pt x="137453" y="77665"/>
                  </a:lnTo>
                  <a:lnTo>
                    <a:pt x="137258" y="77705"/>
                  </a:lnTo>
                  <a:lnTo>
                    <a:pt x="137115" y="77733"/>
                  </a:lnTo>
                  <a:lnTo>
                    <a:pt x="136656" y="77827"/>
                  </a:lnTo>
                  <a:lnTo>
                    <a:pt x="136464" y="77868"/>
                  </a:lnTo>
                  <a:lnTo>
                    <a:pt x="135804" y="78009"/>
                  </a:lnTo>
                  <a:lnTo>
                    <a:pt x="135475" y="78273"/>
                  </a:lnTo>
                  <a:lnTo>
                    <a:pt x="134905" y="78235"/>
                  </a:lnTo>
                  <a:lnTo>
                    <a:pt x="134579" y="78473"/>
                  </a:lnTo>
                  <a:lnTo>
                    <a:pt x="134291" y="78587"/>
                  </a:lnTo>
                  <a:lnTo>
                    <a:pt x="134021" y="78698"/>
                  </a:lnTo>
                  <a:lnTo>
                    <a:pt x="133102" y="79172"/>
                  </a:lnTo>
                  <a:lnTo>
                    <a:pt x="132790" y="79259"/>
                  </a:lnTo>
                  <a:lnTo>
                    <a:pt x="132674" y="79416"/>
                  </a:lnTo>
                  <a:lnTo>
                    <a:pt x="132497" y="79439"/>
                  </a:lnTo>
                  <a:lnTo>
                    <a:pt x="132334" y="79362"/>
                  </a:lnTo>
                  <a:lnTo>
                    <a:pt x="132138" y="79181"/>
                  </a:lnTo>
                  <a:lnTo>
                    <a:pt x="132002" y="78841"/>
                  </a:lnTo>
                  <a:lnTo>
                    <a:pt x="131770" y="78430"/>
                  </a:lnTo>
                  <a:lnTo>
                    <a:pt x="131043" y="77572"/>
                  </a:lnTo>
                  <a:lnTo>
                    <a:pt x="130906" y="77404"/>
                  </a:lnTo>
                  <a:lnTo>
                    <a:pt x="129489" y="75366"/>
                  </a:lnTo>
                  <a:lnTo>
                    <a:pt x="129138" y="75204"/>
                  </a:lnTo>
                  <a:lnTo>
                    <a:pt x="128230" y="74785"/>
                  </a:lnTo>
                  <a:lnTo>
                    <a:pt x="128001" y="74680"/>
                  </a:lnTo>
                  <a:lnTo>
                    <a:pt x="127549" y="74114"/>
                  </a:lnTo>
                  <a:lnTo>
                    <a:pt x="126942" y="73353"/>
                  </a:lnTo>
                  <a:lnTo>
                    <a:pt x="126319" y="73015"/>
                  </a:lnTo>
                  <a:lnTo>
                    <a:pt x="125895" y="72604"/>
                  </a:lnTo>
                  <a:lnTo>
                    <a:pt x="125544" y="72521"/>
                  </a:lnTo>
                  <a:lnTo>
                    <a:pt x="125184" y="72161"/>
                  </a:lnTo>
                  <a:lnTo>
                    <a:pt x="124977" y="71842"/>
                  </a:lnTo>
                  <a:lnTo>
                    <a:pt x="124905" y="71515"/>
                  </a:lnTo>
                  <a:lnTo>
                    <a:pt x="124176" y="70782"/>
                  </a:lnTo>
                  <a:lnTo>
                    <a:pt x="124109" y="70392"/>
                  </a:lnTo>
                  <a:lnTo>
                    <a:pt x="123478" y="69699"/>
                  </a:lnTo>
                  <a:lnTo>
                    <a:pt x="122189" y="69697"/>
                  </a:lnTo>
                  <a:lnTo>
                    <a:pt x="119074" y="67586"/>
                  </a:lnTo>
                  <a:lnTo>
                    <a:pt x="115957" y="65474"/>
                  </a:lnTo>
                  <a:lnTo>
                    <a:pt x="112138" y="65586"/>
                  </a:lnTo>
                  <a:lnTo>
                    <a:pt x="109898" y="65652"/>
                  </a:lnTo>
                  <a:lnTo>
                    <a:pt x="85036" y="66381"/>
                  </a:lnTo>
                  <a:lnTo>
                    <a:pt x="34441" y="40666"/>
                  </a:lnTo>
                  <a:lnTo>
                    <a:pt x="27048" y="55212"/>
                  </a:lnTo>
                  <a:lnTo>
                    <a:pt x="19011" y="71025"/>
                  </a:lnTo>
                  <a:lnTo>
                    <a:pt x="8795" y="91128"/>
                  </a:lnTo>
                  <a:lnTo>
                    <a:pt x="7938" y="92888"/>
                  </a:lnTo>
                  <a:lnTo>
                    <a:pt x="6913" y="95228"/>
                  </a:lnTo>
                  <a:lnTo>
                    <a:pt x="4388" y="101363"/>
                  </a:lnTo>
                  <a:lnTo>
                    <a:pt x="3518" y="103611"/>
                  </a:lnTo>
                  <a:lnTo>
                    <a:pt x="2701" y="106031"/>
                  </a:lnTo>
                  <a:lnTo>
                    <a:pt x="1994" y="108486"/>
                  </a:lnTo>
                  <a:lnTo>
                    <a:pt x="1398" y="110970"/>
                  </a:lnTo>
                  <a:lnTo>
                    <a:pt x="915" y="113478"/>
                  </a:lnTo>
                  <a:lnTo>
                    <a:pt x="545" y="116006"/>
                  </a:lnTo>
                  <a:lnTo>
                    <a:pt x="289" y="118548"/>
                  </a:lnTo>
                  <a:lnTo>
                    <a:pt x="147" y="121098"/>
                  </a:lnTo>
                  <a:lnTo>
                    <a:pt x="27" y="124760"/>
                  </a:lnTo>
                  <a:lnTo>
                    <a:pt x="0" y="127268"/>
                  </a:lnTo>
                  <a:lnTo>
                    <a:pt x="86" y="129821"/>
                  </a:lnTo>
                  <a:lnTo>
                    <a:pt x="287" y="132368"/>
                  </a:lnTo>
                  <a:lnTo>
                    <a:pt x="603" y="134903"/>
                  </a:lnTo>
                  <a:lnTo>
                    <a:pt x="1032" y="137421"/>
                  </a:lnTo>
                  <a:lnTo>
                    <a:pt x="1574" y="139917"/>
                  </a:lnTo>
                  <a:lnTo>
                    <a:pt x="2228" y="142387"/>
                  </a:lnTo>
                  <a:lnTo>
                    <a:pt x="2992" y="144824"/>
                  </a:lnTo>
                  <a:lnTo>
                    <a:pt x="3865" y="147225"/>
                  </a:lnTo>
                  <a:lnTo>
                    <a:pt x="4846" y="149583"/>
                  </a:lnTo>
                  <a:lnTo>
                    <a:pt x="5018" y="149972"/>
                  </a:lnTo>
                  <a:lnTo>
                    <a:pt x="5787" y="151638"/>
                  </a:lnTo>
                  <a:lnTo>
                    <a:pt x="6947" y="153914"/>
                  </a:lnTo>
                  <a:lnTo>
                    <a:pt x="8208" y="156135"/>
                  </a:lnTo>
                  <a:lnTo>
                    <a:pt x="9567" y="158298"/>
                  </a:lnTo>
                  <a:lnTo>
                    <a:pt x="11023" y="160397"/>
                  </a:lnTo>
                  <a:lnTo>
                    <a:pt x="12571" y="162429"/>
                  </a:lnTo>
                  <a:lnTo>
                    <a:pt x="14209" y="164388"/>
                  </a:lnTo>
                  <a:lnTo>
                    <a:pt x="15934" y="166272"/>
                  </a:lnTo>
                  <a:lnTo>
                    <a:pt x="29284" y="180209"/>
                  </a:lnTo>
                  <a:lnTo>
                    <a:pt x="34955" y="186130"/>
                  </a:lnTo>
                  <a:lnTo>
                    <a:pt x="38639" y="189976"/>
                  </a:lnTo>
                  <a:lnTo>
                    <a:pt x="39745" y="191131"/>
                  </a:lnTo>
                  <a:lnTo>
                    <a:pt x="44115" y="195693"/>
                  </a:lnTo>
                  <a:lnTo>
                    <a:pt x="49064" y="200859"/>
                  </a:lnTo>
                  <a:lnTo>
                    <a:pt x="52009" y="203933"/>
                  </a:lnTo>
                  <a:lnTo>
                    <a:pt x="52593" y="205042"/>
                  </a:lnTo>
                  <a:lnTo>
                    <a:pt x="59382" y="217915"/>
                  </a:lnTo>
                  <a:lnTo>
                    <a:pt x="64792" y="228173"/>
                  </a:lnTo>
                  <a:lnTo>
                    <a:pt x="64882" y="229284"/>
                  </a:lnTo>
                  <a:lnTo>
                    <a:pt x="66920" y="254599"/>
                  </a:lnTo>
                  <a:lnTo>
                    <a:pt x="67047" y="255962"/>
                  </a:lnTo>
                  <a:lnTo>
                    <a:pt x="67437" y="259677"/>
                  </a:lnTo>
                  <a:lnTo>
                    <a:pt x="68445" y="269282"/>
                  </a:lnTo>
                  <a:lnTo>
                    <a:pt x="69130" y="275801"/>
                  </a:lnTo>
                  <a:lnTo>
                    <a:pt x="69186" y="276332"/>
                  </a:lnTo>
                  <a:lnTo>
                    <a:pt x="69441" y="278761"/>
                  </a:lnTo>
                  <a:lnTo>
                    <a:pt x="69797" y="282154"/>
                  </a:lnTo>
                  <a:lnTo>
                    <a:pt x="70936" y="292998"/>
                  </a:lnTo>
                  <a:lnTo>
                    <a:pt x="71244" y="295424"/>
                  </a:lnTo>
                  <a:lnTo>
                    <a:pt x="71677" y="297941"/>
                  </a:lnTo>
                  <a:lnTo>
                    <a:pt x="72087" y="300038"/>
                  </a:lnTo>
                  <a:lnTo>
                    <a:pt x="73684" y="308214"/>
                  </a:lnTo>
                  <a:lnTo>
                    <a:pt x="74889" y="314383"/>
                  </a:lnTo>
                  <a:lnTo>
                    <a:pt x="75099" y="315455"/>
                  </a:lnTo>
                  <a:lnTo>
                    <a:pt x="75182" y="315878"/>
                  </a:lnTo>
                  <a:lnTo>
                    <a:pt x="75837" y="319235"/>
                  </a:lnTo>
                  <a:lnTo>
                    <a:pt x="76338" y="321799"/>
                  </a:lnTo>
                  <a:lnTo>
                    <a:pt x="76376" y="321993"/>
                  </a:lnTo>
                  <a:lnTo>
                    <a:pt x="76541" y="322794"/>
                  </a:lnTo>
                  <a:lnTo>
                    <a:pt x="76602" y="323093"/>
                  </a:lnTo>
                  <a:lnTo>
                    <a:pt x="77198" y="325576"/>
                  </a:lnTo>
                  <a:lnTo>
                    <a:pt x="77904" y="328030"/>
                  </a:lnTo>
                  <a:lnTo>
                    <a:pt x="79000" y="331537"/>
                  </a:lnTo>
                  <a:lnTo>
                    <a:pt x="79366" y="332668"/>
                  </a:lnTo>
                  <a:lnTo>
                    <a:pt x="80233" y="335070"/>
                  </a:lnTo>
                  <a:lnTo>
                    <a:pt x="81037" y="337149"/>
                  </a:lnTo>
                  <a:close/>
                </a:path>
              </a:pathLst>
            </a:custGeom>
            <a:solidFill>
              <a:srgbClr val="BBCFD9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14"/>
            <p:cNvSpPr/>
            <p:nvPr/>
          </p:nvSpPr>
          <p:spPr>
            <a:xfrm>
              <a:off x="3707023" y="2634579"/>
              <a:ext cx="853136" cy="1317271"/>
            </a:xfrm>
            <a:custGeom>
              <a:avLst/>
              <a:pathLst>
                <a:path w="853136" h="1317271">
                  <a:moveTo>
                    <a:pt x="307887" y="1270853"/>
                  </a:moveTo>
                  <a:lnTo>
                    <a:pt x="309996" y="1271305"/>
                  </a:lnTo>
                  <a:lnTo>
                    <a:pt x="310421" y="1271420"/>
                  </a:lnTo>
                  <a:lnTo>
                    <a:pt x="311998" y="1271847"/>
                  </a:lnTo>
                  <a:lnTo>
                    <a:pt x="313398" y="1272227"/>
                  </a:lnTo>
                  <a:lnTo>
                    <a:pt x="313622" y="1272287"/>
                  </a:lnTo>
                  <a:lnTo>
                    <a:pt x="318203" y="1273528"/>
                  </a:lnTo>
                  <a:lnTo>
                    <a:pt x="322796" y="1273957"/>
                  </a:lnTo>
                  <a:lnTo>
                    <a:pt x="323262" y="1274001"/>
                  </a:lnTo>
                  <a:lnTo>
                    <a:pt x="323544" y="1274027"/>
                  </a:lnTo>
                  <a:lnTo>
                    <a:pt x="324082" y="1274078"/>
                  </a:lnTo>
                  <a:lnTo>
                    <a:pt x="324904" y="1274155"/>
                  </a:lnTo>
                  <a:lnTo>
                    <a:pt x="330998" y="1274725"/>
                  </a:lnTo>
                  <a:lnTo>
                    <a:pt x="338244" y="1272372"/>
                  </a:lnTo>
                  <a:lnTo>
                    <a:pt x="339168" y="1272060"/>
                  </a:lnTo>
                  <a:lnTo>
                    <a:pt x="340288" y="1271702"/>
                  </a:lnTo>
                  <a:lnTo>
                    <a:pt x="341865" y="1271193"/>
                  </a:lnTo>
                  <a:lnTo>
                    <a:pt x="342690" y="1270920"/>
                  </a:lnTo>
                  <a:lnTo>
                    <a:pt x="344193" y="1270447"/>
                  </a:lnTo>
                  <a:lnTo>
                    <a:pt x="345013" y="1270170"/>
                  </a:lnTo>
                  <a:lnTo>
                    <a:pt x="345282" y="1270063"/>
                  </a:lnTo>
                  <a:lnTo>
                    <a:pt x="346743" y="1270391"/>
                  </a:lnTo>
                  <a:lnTo>
                    <a:pt x="347837" y="1270663"/>
                  </a:lnTo>
                  <a:lnTo>
                    <a:pt x="349504" y="1271149"/>
                  </a:lnTo>
                  <a:lnTo>
                    <a:pt x="350847" y="1271572"/>
                  </a:lnTo>
                  <a:lnTo>
                    <a:pt x="351916" y="1271908"/>
                  </a:lnTo>
                  <a:lnTo>
                    <a:pt x="353260" y="1272325"/>
                  </a:lnTo>
                  <a:lnTo>
                    <a:pt x="354181" y="1272615"/>
                  </a:lnTo>
                  <a:lnTo>
                    <a:pt x="355036" y="1272938"/>
                  </a:lnTo>
                  <a:lnTo>
                    <a:pt x="356262" y="1273317"/>
                  </a:lnTo>
                  <a:lnTo>
                    <a:pt x="357053" y="1273565"/>
                  </a:lnTo>
                  <a:lnTo>
                    <a:pt x="358300" y="1273310"/>
                  </a:lnTo>
                  <a:lnTo>
                    <a:pt x="359847" y="1273012"/>
                  </a:lnTo>
                  <a:lnTo>
                    <a:pt x="360914" y="1272803"/>
                  </a:lnTo>
                  <a:lnTo>
                    <a:pt x="361069" y="1272773"/>
                  </a:lnTo>
                  <a:lnTo>
                    <a:pt x="362277" y="1272559"/>
                  </a:lnTo>
                  <a:lnTo>
                    <a:pt x="363947" y="1272241"/>
                  </a:lnTo>
                  <a:lnTo>
                    <a:pt x="365056" y="1272050"/>
                  </a:lnTo>
                  <a:lnTo>
                    <a:pt x="366519" y="1271780"/>
                  </a:lnTo>
                  <a:lnTo>
                    <a:pt x="366748" y="1271709"/>
                  </a:lnTo>
                  <a:lnTo>
                    <a:pt x="367733" y="1271763"/>
                  </a:lnTo>
                  <a:lnTo>
                    <a:pt x="368270" y="1271847"/>
                  </a:lnTo>
                  <a:lnTo>
                    <a:pt x="369028" y="1271880"/>
                  </a:lnTo>
                  <a:lnTo>
                    <a:pt x="369634" y="1271951"/>
                  </a:lnTo>
                  <a:lnTo>
                    <a:pt x="370440" y="1272022"/>
                  </a:lnTo>
                  <a:lnTo>
                    <a:pt x="371260" y="1272093"/>
                  </a:lnTo>
                  <a:lnTo>
                    <a:pt x="371964" y="1272147"/>
                  </a:lnTo>
                  <a:lnTo>
                    <a:pt x="372743" y="1272226"/>
                  </a:lnTo>
                  <a:lnTo>
                    <a:pt x="373407" y="1272251"/>
                  </a:lnTo>
                  <a:lnTo>
                    <a:pt x="374115" y="1272328"/>
                  </a:lnTo>
                  <a:lnTo>
                    <a:pt x="374644" y="1272381"/>
                  </a:lnTo>
                  <a:lnTo>
                    <a:pt x="375199" y="1272435"/>
                  </a:lnTo>
                  <a:lnTo>
                    <a:pt x="375514" y="1272343"/>
                  </a:lnTo>
                  <a:lnTo>
                    <a:pt x="376028" y="1272190"/>
                  </a:lnTo>
                  <a:lnTo>
                    <a:pt x="376763" y="1271951"/>
                  </a:lnTo>
                  <a:lnTo>
                    <a:pt x="377524" y="1271725"/>
                  </a:lnTo>
                  <a:lnTo>
                    <a:pt x="378137" y="1271529"/>
                  </a:lnTo>
                  <a:lnTo>
                    <a:pt x="378728" y="1271335"/>
                  </a:lnTo>
                  <a:lnTo>
                    <a:pt x="379272" y="1271160"/>
                  </a:lnTo>
                  <a:lnTo>
                    <a:pt x="379977" y="1270964"/>
                  </a:lnTo>
                  <a:lnTo>
                    <a:pt x="380555" y="1270778"/>
                  </a:lnTo>
                  <a:lnTo>
                    <a:pt x="381173" y="1270605"/>
                  </a:lnTo>
                  <a:lnTo>
                    <a:pt x="381639" y="1270389"/>
                  </a:lnTo>
                  <a:lnTo>
                    <a:pt x="381898" y="1270386"/>
                  </a:lnTo>
                  <a:lnTo>
                    <a:pt x="383331" y="1270386"/>
                  </a:lnTo>
                  <a:lnTo>
                    <a:pt x="384219" y="1270401"/>
                  </a:lnTo>
                  <a:lnTo>
                    <a:pt x="384888" y="1270419"/>
                  </a:lnTo>
                  <a:lnTo>
                    <a:pt x="385422" y="1270419"/>
                  </a:lnTo>
                  <a:lnTo>
                    <a:pt x="386224" y="1270424"/>
                  </a:lnTo>
                  <a:lnTo>
                    <a:pt x="387087" y="1270429"/>
                  </a:lnTo>
                  <a:lnTo>
                    <a:pt x="387916" y="1270427"/>
                  </a:lnTo>
                  <a:lnTo>
                    <a:pt x="389786" y="1270427"/>
                  </a:lnTo>
                  <a:lnTo>
                    <a:pt x="390435" y="1270452"/>
                  </a:lnTo>
                  <a:lnTo>
                    <a:pt x="391293" y="1270452"/>
                  </a:lnTo>
                  <a:lnTo>
                    <a:pt x="392209" y="1270450"/>
                  </a:lnTo>
                  <a:lnTo>
                    <a:pt x="393290" y="1270473"/>
                  </a:lnTo>
                  <a:lnTo>
                    <a:pt x="393720" y="1269999"/>
                  </a:lnTo>
                  <a:lnTo>
                    <a:pt x="394290" y="1269404"/>
                  </a:lnTo>
                  <a:lnTo>
                    <a:pt x="394860" y="1268788"/>
                  </a:lnTo>
                  <a:lnTo>
                    <a:pt x="395387" y="1268198"/>
                  </a:lnTo>
                  <a:lnTo>
                    <a:pt x="395631" y="1268175"/>
                  </a:lnTo>
                  <a:lnTo>
                    <a:pt x="396542" y="1268142"/>
                  </a:lnTo>
                  <a:lnTo>
                    <a:pt x="397908" y="1268015"/>
                  </a:lnTo>
                  <a:lnTo>
                    <a:pt x="398781" y="1267946"/>
                  </a:lnTo>
                  <a:lnTo>
                    <a:pt x="399580" y="1267895"/>
                  </a:lnTo>
                  <a:lnTo>
                    <a:pt x="400321" y="1267831"/>
                  </a:lnTo>
                  <a:lnTo>
                    <a:pt x="401254" y="1267732"/>
                  </a:lnTo>
                  <a:lnTo>
                    <a:pt x="402010" y="1267656"/>
                  </a:lnTo>
                  <a:lnTo>
                    <a:pt x="402964" y="1267562"/>
                  </a:lnTo>
                  <a:lnTo>
                    <a:pt x="403448" y="1267740"/>
                  </a:lnTo>
                  <a:lnTo>
                    <a:pt x="404081" y="1267977"/>
                  </a:lnTo>
                  <a:lnTo>
                    <a:pt x="404712" y="1268223"/>
                  </a:lnTo>
                  <a:lnTo>
                    <a:pt x="405501" y="1268465"/>
                  </a:lnTo>
                  <a:lnTo>
                    <a:pt x="406224" y="1268742"/>
                  </a:lnTo>
                  <a:lnTo>
                    <a:pt x="407071" y="1269035"/>
                  </a:lnTo>
                  <a:lnTo>
                    <a:pt x="407801" y="1269310"/>
                  </a:lnTo>
                  <a:lnTo>
                    <a:pt x="408511" y="1269557"/>
                  </a:lnTo>
                  <a:lnTo>
                    <a:pt x="409099" y="1269796"/>
                  </a:lnTo>
                  <a:lnTo>
                    <a:pt x="409628" y="1269613"/>
                  </a:lnTo>
                  <a:lnTo>
                    <a:pt x="410160" y="1269430"/>
                  </a:lnTo>
                  <a:lnTo>
                    <a:pt x="410583" y="1269285"/>
                  </a:lnTo>
                  <a:lnTo>
                    <a:pt x="411145" y="1269122"/>
                  </a:lnTo>
                  <a:lnTo>
                    <a:pt x="411697" y="1268903"/>
                  </a:lnTo>
                  <a:lnTo>
                    <a:pt x="412153" y="1268745"/>
                  </a:lnTo>
                  <a:lnTo>
                    <a:pt x="412700" y="1268559"/>
                  </a:lnTo>
                  <a:lnTo>
                    <a:pt x="413224" y="1268389"/>
                  </a:lnTo>
                  <a:lnTo>
                    <a:pt x="413537" y="1268287"/>
                  </a:lnTo>
                  <a:lnTo>
                    <a:pt x="413997" y="1268124"/>
                  </a:lnTo>
                  <a:lnTo>
                    <a:pt x="414471" y="1267989"/>
                  </a:lnTo>
                  <a:lnTo>
                    <a:pt x="414702" y="1267867"/>
                  </a:lnTo>
                  <a:lnTo>
                    <a:pt x="414954" y="1267763"/>
                  </a:lnTo>
                  <a:lnTo>
                    <a:pt x="415567" y="1267524"/>
                  </a:lnTo>
                  <a:lnTo>
                    <a:pt x="416209" y="1267234"/>
                  </a:lnTo>
                  <a:lnTo>
                    <a:pt x="416644" y="1267025"/>
                  </a:lnTo>
                  <a:lnTo>
                    <a:pt x="417211" y="1266796"/>
                  </a:lnTo>
                  <a:lnTo>
                    <a:pt x="417646" y="1266603"/>
                  </a:lnTo>
                  <a:lnTo>
                    <a:pt x="418076" y="1266412"/>
                  </a:lnTo>
                  <a:lnTo>
                    <a:pt x="418516" y="1266229"/>
                  </a:lnTo>
                  <a:lnTo>
                    <a:pt x="418885" y="1266091"/>
                  </a:lnTo>
                  <a:lnTo>
                    <a:pt x="419259" y="1265913"/>
                  </a:lnTo>
                  <a:lnTo>
                    <a:pt x="419588" y="1265773"/>
                  </a:lnTo>
                  <a:lnTo>
                    <a:pt x="420132" y="1265516"/>
                  </a:lnTo>
                  <a:lnTo>
                    <a:pt x="420585" y="1265343"/>
                  </a:lnTo>
                  <a:lnTo>
                    <a:pt x="420946" y="1265170"/>
                  </a:lnTo>
                  <a:lnTo>
                    <a:pt x="421160" y="1265061"/>
                  </a:lnTo>
                  <a:lnTo>
                    <a:pt x="421504" y="1265125"/>
                  </a:lnTo>
                  <a:lnTo>
                    <a:pt x="421860" y="1265244"/>
                  </a:lnTo>
                  <a:lnTo>
                    <a:pt x="422168" y="1265407"/>
                  </a:lnTo>
                  <a:lnTo>
                    <a:pt x="422481" y="1265651"/>
                  </a:lnTo>
                  <a:lnTo>
                    <a:pt x="422944" y="1266158"/>
                  </a:lnTo>
                  <a:lnTo>
                    <a:pt x="423209" y="1266473"/>
                  </a:lnTo>
                  <a:lnTo>
                    <a:pt x="423453" y="1266791"/>
                  </a:lnTo>
                  <a:lnTo>
                    <a:pt x="423700" y="1266967"/>
                  </a:lnTo>
                  <a:lnTo>
                    <a:pt x="424048" y="1267216"/>
                  </a:lnTo>
                  <a:lnTo>
                    <a:pt x="424379" y="1267420"/>
                  </a:lnTo>
                  <a:lnTo>
                    <a:pt x="424865" y="1267410"/>
                  </a:lnTo>
                  <a:lnTo>
                    <a:pt x="425845" y="1267402"/>
                  </a:lnTo>
                  <a:lnTo>
                    <a:pt x="426850" y="1267377"/>
                  </a:lnTo>
                  <a:lnTo>
                    <a:pt x="427631" y="1267336"/>
                  </a:lnTo>
                  <a:lnTo>
                    <a:pt x="427827" y="1267321"/>
                  </a:lnTo>
                  <a:lnTo>
                    <a:pt x="428473" y="1267315"/>
                  </a:lnTo>
                  <a:lnTo>
                    <a:pt x="428720" y="1267331"/>
                  </a:lnTo>
                  <a:lnTo>
                    <a:pt x="429084" y="1267320"/>
                  </a:lnTo>
                  <a:lnTo>
                    <a:pt x="429628" y="1267336"/>
                  </a:lnTo>
                  <a:lnTo>
                    <a:pt x="430244" y="1267354"/>
                  </a:lnTo>
                  <a:lnTo>
                    <a:pt x="430850" y="1267376"/>
                  </a:lnTo>
                  <a:lnTo>
                    <a:pt x="431437" y="1267399"/>
                  </a:lnTo>
                  <a:lnTo>
                    <a:pt x="431707" y="1267534"/>
                  </a:lnTo>
                  <a:lnTo>
                    <a:pt x="431860" y="1267918"/>
                  </a:lnTo>
                  <a:lnTo>
                    <a:pt x="432071" y="1268488"/>
                  </a:lnTo>
                  <a:lnTo>
                    <a:pt x="432257" y="1268979"/>
                  </a:lnTo>
                  <a:lnTo>
                    <a:pt x="432478" y="1269560"/>
                  </a:lnTo>
                  <a:lnTo>
                    <a:pt x="432697" y="1269715"/>
                  </a:lnTo>
                  <a:lnTo>
                    <a:pt x="432990" y="1269659"/>
                  </a:lnTo>
                  <a:lnTo>
                    <a:pt x="433211" y="1269651"/>
                  </a:lnTo>
                  <a:lnTo>
                    <a:pt x="433582" y="1269641"/>
                  </a:lnTo>
                  <a:lnTo>
                    <a:pt x="434697" y="1269644"/>
                  </a:lnTo>
                  <a:lnTo>
                    <a:pt x="434817" y="1269786"/>
                  </a:lnTo>
                  <a:lnTo>
                    <a:pt x="435376" y="1270445"/>
                  </a:lnTo>
                  <a:lnTo>
                    <a:pt x="435590" y="1270682"/>
                  </a:lnTo>
                  <a:lnTo>
                    <a:pt x="436063" y="1271193"/>
                  </a:lnTo>
                  <a:lnTo>
                    <a:pt x="436386" y="1271557"/>
                  </a:lnTo>
                  <a:lnTo>
                    <a:pt x="436883" y="1272114"/>
                  </a:lnTo>
                  <a:lnTo>
                    <a:pt x="439290" y="1270313"/>
                  </a:lnTo>
                  <a:lnTo>
                    <a:pt x="440398" y="1271058"/>
                  </a:lnTo>
                  <a:lnTo>
                    <a:pt x="441546" y="1264559"/>
                  </a:lnTo>
                  <a:lnTo>
                    <a:pt x="442615" y="1258534"/>
                  </a:lnTo>
                  <a:lnTo>
                    <a:pt x="444151" y="1249870"/>
                  </a:lnTo>
                  <a:lnTo>
                    <a:pt x="445294" y="1243892"/>
                  </a:lnTo>
                  <a:lnTo>
                    <a:pt x="447066" y="1234624"/>
                  </a:lnTo>
                  <a:lnTo>
                    <a:pt x="447600" y="1234017"/>
                  </a:lnTo>
                  <a:lnTo>
                    <a:pt x="451004" y="1230142"/>
                  </a:lnTo>
                  <a:lnTo>
                    <a:pt x="458559" y="1221547"/>
                  </a:lnTo>
                  <a:lnTo>
                    <a:pt x="462424" y="1217146"/>
                  </a:lnTo>
                  <a:lnTo>
                    <a:pt x="462154" y="1205544"/>
                  </a:lnTo>
                  <a:lnTo>
                    <a:pt x="461997" y="1198933"/>
                  </a:lnTo>
                  <a:lnTo>
                    <a:pt x="461997" y="1198785"/>
                  </a:lnTo>
                  <a:lnTo>
                    <a:pt x="461998" y="1185975"/>
                  </a:lnTo>
                  <a:lnTo>
                    <a:pt x="461998" y="1184845"/>
                  </a:lnTo>
                  <a:lnTo>
                    <a:pt x="461998" y="1181966"/>
                  </a:lnTo>
                  <a:lnTo>
                    <a:pt x="461998" y="1179004"/>
                  </a:lnTo>
                  <a:lnTo>
                    <a:pt x="461988" y="1174796"/>
                  </a:lnTo>
                  <a:lnTo>
                    <a:pt x="461967" y="1166364"/>
                  </a:lnTo>
                  <a:lnTo>
                    <a:pt x="461963" y="1164690"/>
                  </a:lnTo>
                  <a:lnTo>
                    <a:pt x="461945" y="1157139"/>
                  </a:lnTo>
                  <a:lnTo>
                    <a:pt x="462493" y="1152166"/>
                  </a:lnTo>
                  <a:lnTo>
                    <a:pt x="462882" y="1148634"/>
                  </a:lnTo>
                  <a:lnTo>
                    <a:pt x="463903" y="1139294"/>
                  </a:lnTo>
                  <a:lnTo>
                    <a:pt x="464806" y="1131165"/>
                  </a:lnTo>
                  <a:lnTo>
                    <a:pt x="464829" y="1130937"/>
                  </a:lnTo>
                  <a:lnTo>
                    <a:pt x="465876" y="1120612"/>
                  </a:lnTo>
                  <a:lnTo>
                    <a:pt x="467339" y="1106284"/>
                  </a:lnTo>
                  <a:lnTo>
                    <a:pt x="469169" y="1100498"/>
                  </a:lnTo>
                  <a:lnTo>
                    <a:pt x="469472" y="1099541"/>
                  </a:lnTo>
                  <a:lnTo>
                    <a:pt x="471801" y="1092175"/>
                  </a:lnTo>
                  <a:lnTo>
                    <a:pt x="474382" y="1084022"/>
                  </a:lnTo>
                  <a:lnTo>
                    <a:pt x="477342" y="1074852"/>
                  </a:lnTo>
                  <a:lnTo>
                    <a:pt x="475377" y="1064025"/>
                  </a:lnTo>
                  <a:lnTo>
                    <a:pt x="474738" y="1060530"/>
                  </a:lnTo>
                  <a:lnTo>
                    <a:pt x="473799" y="1055333"/>
                  </a:lnTo>
                  <a:lnTo>
                    <a:pt x="472732" y="1049429"/>
                  </a:lnTo>
                  <a:lnTo>
                    <a:pt x="472169" y="1041924"/>
                  </a:lnTo>
                  <a:lnTo>
                    <a:pt x="471594" y="1034199"/>
                  </a:lnTo>
                  <a:lnTo>
                    <a:pt x="471533" y="1033391"/>
                  </a:lnTo>
                  <a:lnTo>
                    <a:pt x="470909" y="1028758"/>
                  </a:lnTo>
                  <a:lnTo>
                    <a:pt x="469836" y="1020704"/>
                  </a:lnTo>
                  <a:lnTo>
                    <a:pt x="469097" y="1015146"/>
                  </a:lnTo>
                  <a:lnTo>
                    <a:pt x="468517" y="1009568"/>
                  </a:lnTo>
                  <a:lnTo>
                    <a:pt x="468066" y="1005805"/>
                  </a:lnTo>
                  <a:lnTo>
                    <a:pt x="466699" y="994301"/>
                  </a:lnTo>
                  <a:lnTo>
                    <a:pt x="465341" y="983790"/>
                  </a:lnTo>
                  <a:lnTo>
                    <a:pt x="476197" y="982831"/>
                  </a:lnTo>
                  <a:lnTo>
                    <a:pt x="484600" y="982090"/>
                  </a:lnTo>
                  <a:lnTo>
                    <a:pt x="491474" y="981458"/>
                  </a:lnTo>
                  <a:lnTo>
                    <a:pt x="498451" y="980800"/>
                  </a:lnTo>
                  <a:lnTo>
                    <a:pt x="505265" y="980184"/>
                  </a:lnTo>
                  <a:lnTo>
                    <a:pt x="510872" y="979530"/>
                  </a:lnTo>
                  <a:lnTo>
                    <a:pt x="511441" y="979464"/>
                  </a:lnTo>
                  <a:lnTo>
                    <a:pt x="525009" y="978054"/>
                  </a:lnTo>
                  <a:lnTo>
                    <a:pt x="535455" y="970500"/>
                  </a:lnTo>
                  <a:lnTo>
                    <a:pt x="543304" y="964857"/>
                  </a:lnTo>
                  <a:lnTo>
                    <a:pt x="546834" y="962213"/>
                  </a:lnTo>
                  <a:lnTo>
                    <a:pt x="547167" y="961963"/>
                  </a:lnTo>
                  <a:lnTo>
                    <a:pt x="555880" y="955512"/>
                  </a:lnTo>
                  <a:lnTo>
                    <a:pt x="560459" y="952316"/>
                  </a:lnTo>
                  <a:lnTo>
                    <a:pt x="569473" y="946028"/>
                  </a:lnTo>
                  <a:lnTo>
                    <a:pt x="572385" y="943996"/>
                  </a:lnTo>
                  <a:lnTo>
                    <a:pt x="576274" y="941280"/>
                  </a:lnTo>
                  <a:lnTo>
                    <a:pt x="575030" y="935198"/>
                  </a:lnTo>
                  <a:lnTo>
                    <a:pt x="572627" y="923469"/>
                  </a:lnTo>
                  <a:lnTo>
                    <a:pt x="571227" y="916755"/>
                  </a:lnTo>
                  <a:lnTo>
                    <a:pt x="569854" y="910195"/>
                  </a:lnTo>
                  <a:lnTo>
                    <a:pt x="567305" y="899477"/>
                  </a:lnTo>
                  <a:lnTo>
                    <a:pt x="564672" y="888406"/>
                  </a:lnTo>
                  <a:lnTo>
                    <a:pt x="563651" y="884114"/>
                  </a:lnTo>
                  <a:lnTo>
                    <a:pt x="569820" y="875697"/>
                  </a:lnTo>
                  <a:lnTo>
                    <a:pt x="571934" y="872809"/>
                  </a:lnTo>
                  <a:lnTo>
                    <a:pt x="579361" y="865003"/>
                  </a:lnTo>
                  <a:lnTo>
                    <a:pt x="581162" y="863124"/>
                  </a:lnTo>
                  <a:lnTo>
                    <a:pt x="583674" y="860459"/>
                  </a:lnTo>
                  <a:lnTo>
                    <a:pt x="590999" y="852686"/>
                  </a:lnTo>
                  <a:lnTo>
                    <a:pt x="594310" y="846142"/>
                  </a:lnTo>
                  <a:lnTo>
                    <a:pt x="594430" y="845904"/>
                  </a:lnTo>
                  <a:lnTo>
                    <a:pt x="599341" y="836204"/>
                  </a:lnTo>
                  <a:lnTo>
                    <a:pt x="601478" y="831952"/>
                  </a:lnTo>
                  <a:lnTo>
                    <a:pt x="603598" y="827832"/>
                  </a:lnTo>
                  <a:lnTo>
                    <a:pt x="606133" y="822872"/>
                  </a:lnTo>
                  <a:lnTo>
                    <a:pt x="607160" y="820863"/>
                  </a:lnTo>
                  <a:lnTo>
                    <a:pt x="611488" y="812412"/>
                  </a:lnTo>
                  <a:lnTo>
                    <a:pt x="617366" y="801234"/>
                  </a:lnTo>
                  <a:lnTo>
                    <a:pt x="622312" y="791824"/>
                  </a:lnTo>
                  <a:lnTo>
                    <a:pt x="624314" y="787825"/>
                  </a:lnTo>
                  <a:lnTo>
                    <a:pt x="627718" y="781036"/>
                  </a:lnTo>
                  <a:lnTo>
                    <a:pt x="629634" y="777214"/>
                  </a:lnTo>
                  <a:lnTo>
                    <a:pt x="631726" y="773043"/>
                  </a:lnTo>
                  <a:lnTo>
                    <a:pt x="636572" y="761838"/>
                  </a:lnTo>
                  <a:lnTo>
                    <a:pt x="641114" y="756430"/>
                  </a:lnTo>
                  <a:lnTo>
                    <a:pt x="646442" y="750086"/>
                  </a:lnTo>
                  <a:lnTo>
                    <a:pt x="648506" y="747606"/>
                  </a:lnTo>
                  <a:lnTo>
                    <a:pt x="653475" y="741634"/>
                  </a:lnTo>
                  <a:lnTo>
                    <a:pt x="662617" y="733793"/>
                  </a:lnTo>
                  <a:lnTo>
                    <a:pt x="665735" y="731118"/>
                  </a:lnTo>
                  <a:lnTo>
                    <a:pt x="671680" y="725906"/>
                  </a:lnTo>
                  <a:lnTo>
                    <a:pt x="671878" y="725732"/>
                  </a:lnTo>
                  <a:lnTo>
                    <a:pt x="674585" y="723358"/>
                  </a:lnTo>
                  <a:lnTo>
                    <a:pt x="674642" y="716666"/>
                  </a:lnTo>
                  <a:lnTo>
                    <a:pt x="674688" y="712396"/>
                  </a:lnTo>
                  <a:lnTo>
                    <a:pt x="674828" y="705141"/>
                  </a:lnTo>
                  <a:lnTo>
                    <a:pt x="675032" y="691449"/>
                  </a:lnTo>
                  <a:lnTo>
                    <a:pt x="675229" y="685032"/>
                  </a:lnTo>
                  <a:lnTo>
                    <a:pt x="675372" y="678079"/>
                  </a:lnTo>
                  <a:lnTo>
                    <a:pt x="670930" y="669724"/>
                  </a:lnTo>
                  <a:lnTo>
                    <a:pt x="666873" y="662071"/>
                  </a:lnTo>
                  <a:lnTo>
                    <a:pt x="662627" y="654452"/>
                  </a:lnTo>
                  <a:lnTo>
                    <a:pt x="659428" y="648693"/>
                  </a:lnTo>
                  <a:lnTo>
                    <a:pt x="653386" y="637840"/>
                  </a:lnTo>
                  <a:lnTo>
                    <a:pt x="649823" y="631439"/>
                  </a:lnTo>
                  <a:lnTo>
                    <a:pt x="646655" y="625835"/>
                  </a:lnTo>
                  <a:lnTo>
                    <a:pt x="639658" y="613451"/>
                  </a:lnTo>
                  <a:lnTo>
                    <a:pt x="642042" y="605267"/>
                  </a:lnTo>
                  <a:lnTo>
                    <a:pt x="643920" y="598846"/>
                  </a:lnTo>
                  <a:lnTo>
                    <a:pt x="646640" y="589525"/>
                  </a:lnTo>
                  <a:lnTo>
                    <a:pt x="656126" y="587607"/>
                  </a:lnTo>
                  <a:lnTo>
                    <a:pt x="660440" y="586747"/>
                  </a:lnTo>
                  <a:lnTo>
                    <a:pt x="670565" y="585212"/>
                  </a:lnTo>
                  <a:lnTo>
                    <a:pt x="673637" y="584748"/>
                  </a:lnTo>
                  <a:lnTo>
                    <a:pt x="677387" y="577556"/>
                  </a:lnTo>
                  <a:lnTo>
                    <a:pt x="682695" y="567386"/>
                  </a:lnTo>
                  <a:lnTo>
                    <a:pt x="685017" y="561785"/>
                  </a:lnTo>
                  <a:lnTo>
                    <a:pt x="688964" y="552267"/>
                  </a:lnTo>
                  <a:lnTo>
                    <a:pt x="691343" y="542894"/>
                  </a:lnTo>
                  <a:lnTo>
                    <a:pt x="693325" y="534030"/>
                  </a:lnTo>
                  <a:lnTo>
                    <a:pt x="694920" y="526852"/>
                  </a:lnTo>
                  <a:lnTo>
                    <a:pt x="696878" y="518059"/>
                  </a:lnTo>
                  <a:lnTo>
                    <a:pt x="698322" y="512093"/>
                  </a:lnTo>
                  <a:lnTo>
                    <a:pt x="700842" y="501660"/>
                  </a:lnTo>
                  <a:lnTo>
                    <a:pt x="702129" y="495802"/>
                  </a:lnTo>
                  <a:lnTo>
                    <a:pt x="703191" y="490958"/>
                  </a:lnTo>
                  <a:lnTo>
                    <a:pt x="703805" y="488151"/>
                  </a:lnTo>
                  <a:lnTo>
                    <a:pt x="705199" y="481785"/>
                  </a:lnTo>
                  <a:lnTo>
                    <a:pt x="706468" y="476021"/>
                  </a:lnTo>
                  <a:lnTo>
                    <a:pt x="711455" y="471423"/>
                  </a:lnTo>
                  <a:lnTo>
                    <a:pt x="716375" y="466934"/>
                  </a:lnTo>
                  <a:lnTo>
                    <a:pt x="724097" y="459660"/>
                  </a:lnTo>
                  <a:lnTo>
                    <a:pt x="726372" y="457517"/>
                  </a:lnTo>
                  <a:lnTo>
                    <a:pt x="728849" y="455427"/>
                  </a:lnTo>
                  <a:lnTo>
                    <a:pt x="735159" y="450103"/>
                  </a:lnTo>
                  <a:lnTo>
                    <a:pt x="738539" y="447250"/>
                  </a:lnTo>
                  <a:lnTo>
                    <a:pt x="745109" y="441835"/>
                  </a:lnTo>
                  <a:lnTo>
                    <a:pt x="752317" y="435892"/>
                  </a:lnTo>
                  <a:lnTo>
                    <a:pt x="755105" y="430109"/>
                  </a:lnTo>
                  <a:lnTo>
                    <a:pt x="759440" y="421123"/>
                  </a:lnTo>
                  <a:lnTo>
                    <a:pt x="762317" y="416123"/>
                  </a:lnTo>
                  <a:lnTo>
                    <a:pt x="769962" y="419982"/>
                  </a:lnTo>
                  <a:lnTo>
                    <a:pt x="770231" y="420122"/>
                  </a:lnTo>
                  <a:lnTo>
                    <a:pt x="775516" y="422760"/>
                  </a:lnTo>
                  <a:lnTo>
                    <a:pt x="775828" y="422917"/>
                  </a:lnTo>
                  <a:lnTo>
                    <a:pt x="779511" y="424764"/>
                  </a:lnTo>
                  <a:lnTo>
                    <a:pt x="785439" y="427716"/>
                  </a:lnTo>
                  <a:lnTo>
                    <a:pt x="790919" y="430571"/>
                  </a:lnTo>
                  <a:lnTo>
                    <a:pt x="796710" y="433590"/>
                  </a:lnTo>
                  <a:lnTo>
                    <a:pt x="803830" y="437300"/>
                  </a:lnTo>
                  <a:lnTo>
                    <a:pt x="809045" y="441021"/>
                  </a:lnTo>
                  <a:lnTo>
                    <a:pt x="817566" y="447104"/>
                  </a:lnTo>
                  <a:lnTo>
                    <a:pt x="824030" y="451707"/>
                  </a:lnTo>
                  <a:lnTo>
                    <a:pt x="829686" y="455736"/>
                  </a:lnTo>
                  <a:lnTo>
                    <a:pt x="831610" y="450328"/>
                  </a:lnTo>
                  <a:lnTo>
                    <a:pt x="834758" y="441485"/>
                  </a:lnTo>
                  <a:lnTo>
                    <a:pt x="836638" y="436205"/>
                  </a:lnTo>
                  <a:lnTo>
                    <a:pt x="838509" y="430954"/>
                  </a:lnTo>
                  <a:lnTo>
                    <a:pt x="840464" y="425464"/>
                  </a:lnTo>
                  <a:lnTo>
                    <a:pt x="841046" y="423824"/>
                  </a:lnTo>
                  <a:lnTo>
                    <a:pt x="842326" y="420211"/>
                  </a:lnTo>
                  <a:lnTo>
                    <a:pt x="843974" y="415602"/>
                  </a:lnTo>
                  <a:lnTo>
                    <a:pt x="844910" y="413062"/>
                  </a:lnTo>
                  <a:lnTo>
                    <a:pt x="848033" y="404622"/>
                  </a:lnTo>
                  <a:lnTo>
                    <a:pt x="850749" y="396508"/>
                  </a:lnTo>
                  <a:lnTo>
                    <a:pt x="852011" y="392756"/>
                  </a:lnTo>
                  <a:lnTo>
                    <a:pt x="853136" y="389410"/>
                  </a:lnTo>
                  <a:lnTo>
                    <a:pt x="851940" y="381107"/>
                  </a:lnTo>
                  <a:lnTo>
                    <a:pt x="851098" y="375242"/>
                  </a:lnTo>
                  <a:lnTo>
                    <a:pt x="850612" y="372200"/>
                  </a:lnTo>
                  <a:lnTo>
                    <a:pt x="850244" y="369715"/>
                  </a:lnTo>
                  <a:lnTo>
                    <a:pt x="850081" y="368601"/>
                  </a:lnTo>
                  <a:lnTo>
                    <a:pt x="849183" y="362431"/>
                  </a:lnTo>
                  <a:lnTo>
                    <a:pt x="848552" y="358255"/>
                  </a:lnTo>
                  <a:lnTo>
                    <a:pt x="847236" y="349439"/>
                  </a:lnTo>
                  <a:lnTo>
                    <a:pt x="846020" y="339934"/>
                  </a:lnTo>
                  <a:lnTo>
                    <a:pt x="844884" y="330942"/>
                  </a:lnTo>
                  <a:lnTo>
                    <a:pt x="844940" y="327499"/>
                  </a:lnTo>
                  <a:lnTo>
                    <a:pt x="845032" y="323926"/>
                  </a:lnTo>
                  <a:lnTo>
                    <a:pt x="845190" y="317147"/>
                  </a:lnTo>
                  <a:lnTo>
                    <a:pt x="845258" y="314078"/>
                  </a:lnTo>
                  <a:lnTo>
                    <a:pt x="845420" y="307115"/>
                  </a:lnTo>
                  <a:lnTo>
                    <a:pt x="845475" y="302915"/>
                  </a:lnTo>
                  <a:lnTo>
                    <a:pt x="845529" y="298917"/>
                  </a:lnTo>
                  <a:lnTo>
                    <a:pt x="845598" y="293835"/>
                  </a:lnTo>
                  <a:lnTo>
                    <a:pt x="845074" y="293016"/>
                  </a:lnTo>
                  <a:lnTo>
                    <a:pt x="844533" y="292187"/>
                  </a:lnTo>
                  <a:lnTo>
                    <a:pt x="844199" y="291627"/>
                  </a:lnTo>
                  <a:lnTo>
                    <a:pt x="843876" y="291060"/>
                  </a:lnTo>
                  <a:lnTo>
                    <a:pt x="843604" y="290566"/>
                  </a:lnTo>
                  <a:lnTo>
                    <a:pt x="843090" y="289632"/>
                  </a:lnTo>
                  <a:lnTo>
                    <a:pt x="842665" y="288861"/>
                  </a:lnTo>
                  <a:lnTo>
                    <a:pt x="842281" y="288245"/>
                  </a:lnTo>
                  <a:lnTo>
                    <a:pt x="841912" y="287581"/>
                  </a:lnTo>
                  <a:lnTo>
                    <a:pt x="841398" y="286798"/>
                  </a:lnTo>
                  <a:lnTo>
                    <a:pt x="840950" y="286065"/>
                  </a:lnTo>
                  <a:lnTo>
                    <a:pt x="840571" y="285429"/>
                  </a:lnTo>
                  <a:lnTo>
                    <a:pt x="840209" y="284739"/>
                  </a:lnTo>
                  <a:lnTo>
                    <a:pt x="839820" y="284052"/>
                  </a:lnTo>
                  <a:lnTo>
                    <a:pt x="839268" y="283118"/>
                  </a:lnTo>
                  <a:lnTo>
                    <a:pt x="838863" y="282365"/>
                  </a:lnTo>
                  <a:lnTo>
                    <a:pt x="838413" y="281607"/>
                  </a:lnTo>
                  <a:lnTo>
                    <a:pt x="837935" y="280856"/>
                  </a:lnTo>
                  <a:lnTo>
                    <a:pt x="837520" y="280250"/>
                  </a:lnTo>
                  <a:lnTo>
                    <a:pt x="837092" y="279507"/>
                  </a:lnTo>
                  <a:lnTo>
                    <a:pt x="836660" y="278736"/>
                  </a:lnTo>
                  <a:lnTo>
                    <a:pt x="836413" y="278278"/>
                  </a:lnTo>
                  <a:lnTo>
                    <a:pt x="836057" y="277665"/>
                  </a:lnTo>
                  <a:lnTo>
                    <a:pt x="835749" y="277072"/>
                  </a:lnTo>
                  <a:lnTo>
                    <a:pt x="835400" y="276515"/>
                  </a:lnTo>
                  <a:lnTo>
                    <a:pt x="834927" y="275724"/>
                  </a:lnTo>
                  <a:lnTo>
                    <a:pt x="833942" y="273978"/>
                  </a:lnTo>
                  <a:lnTo>
                    <a:pt x="833080" y="274332"/>
                  </a:lnTo>
                  <a:lnTo>
                    <a:pt x="832482" y="274380"/>
                  </a:lnTo>
                  <a:lnTo>
                    <a:pt x="831980" y="274408"/>
                  </a:lnTo>
                  <a:lnTo>
                    <a:pt x="831400" y="274444"/>
                  </a:lnTo>
                  <a:lnTo>
                    <a:pt x="831138" y="274454"/>
                  </a:lnTo>
                  <a:lnTo>
                    <a:pt x="830955" y="274462"/>
                  </a:lnTo>
                  <a:lnTo>
                    <a:pt x="830662" y="274490"/>
                  </a:lnTo>
                  <a:lnTo>
                    <a:pt x="830370" y="274485"/>
                  </a:lnTo>
                  <a:lnTo>
                    <a:pt x="829912" y="274538"/>
                  </a:lnTo>
                  <a:lnTo>
                    <a:pt x="829785" y="274510"/>
                  </a:lnTo>
                  <a:lnTo>
                    <a:pt x="829197" y="274556"/>
                  </a:lnTo>
                  <a:lnTo>
                    <a:pt x="828505" y="274609"/>
                  </a:lnTo>
                  <a:lnTo>
                    <a:pt x="828011" y="274619"/>
                  </a:lnTo>
                  <a:lnTo>
                    <a:pt x="827777" y="274647"/>
                  </a:lnTo>
                  <a:lnTo>
                    <a:pt x="827637" y="274622"/>
                  </a:lnTo>
                  <a:lnTo>
                    <a:pt x="827337" y="274612"/>
                  </a:lnTo>
                  <a:lnTo>
                    <a:pt x="827026" y="274680"/>
                  </a:lnTo>
                  <a:lnTo>
                    <a:pt x="826881" y="274736"/>
                  </a:lnTo>
                  <a:lnTo>
                    <a:pt x="826327" y="274823"/>
                  </a:lnTo>
                  <a:lnTo>
                    <a:pt x="826059" y="274874"/>
                  </a:lnTo>
                  <a:lnTo>
                    <a:pt x="825685" y="274955"/>
                  </a:lnTo>
                  <a:lnTo>
                    <a:pt x="825321" y="275024"/>
                  </a:lnTo>
                  <a:lnTo>
                    <a:pt x="824683" y="275146"/>
                  </a:lnTo>
                  <a:lnTo>
                    <a:pt x="824535" y="275169"/>
                  </a:lnTo>
                  <a:lnTo>
                    <a:pt x="823996" y="275263"/>
                  </a:lnTo>
                  <a:lnTo>
                    <a:pt x="823365" y="275373"/>
                  </a:lnTo>
                  <a:lnTo>
                    <a:pt x="822772" y="275472"/>
                  </a:lnTo>
                  <a:lnTo>
                    <a:pt x="822624" y="275495"/>
                  </a:lnTo>
                  <a:lnTo>
                    <a:pt x="822182" y="275568"/>
                  </a:lnTo>
                  <a:lnTo>
                    <a:pt x="821507" y="275688"/>
                  </a:lnTo>
                  <a:lnTo>
                    <a:pt x="821034" y="275752"/>
                  </a:lnTo>
                  <a:lnTo>
                    <a:pt x="820556" y="275841"/>
                  </a:lnTo>
                  <a:lnTo>
                    <a:pt x="820052" y="275932"/>
                  </a:lnTo>
                  <a:lnTo>
                    <a:pt x="819861" y="275955"/>
                  </a:lnTo>
                  <a:lnTo>
                    <a:pt x="819512" y="276019"/>
                  </a:lnTo>
                  <a:lnTo>
                    <a:pt x="818879" y="276133"/>
                  </a:lnTo>
                  <a:lnTo>
                    <a:pt x="818703" y="276156"/>
                  </a:lnTo>
                  <a:lnTo>
                    <a:pt x="818118" y="276255"/>
                  </a:lnTo>
                  <a:lnTo>
                    <a:pt x="817533" y="276357"/>
                  </a:lnTo>
                  <a:lnTo>
                    <a:pt x="817059" y="276436"/>
                  </a:lnTo>
                  <a:lnTo>
                    <a:pt x="816377" y="276553"/>
                  </a:lnTo>
                  <a:lnTo>
                    <a:pt x="815601" y="276683"/>
                  </a:lnTo>
                  <a:lnTo>
                    <a:pt x="815207" y="276734"/>
                  </a:lnTo>
                  <a:lnTo>
                    <a:pt x="814731" y="276823"/>
                  </a:lnTo>
                  <a:lnTo>
                    <a:pt x="813820" y="276965"/>
                  </a:lnTo>
                  <a:lnTo>
                    <a:pt x="813031" y="277138"/>
                  </a:lnTo>
                  <a:lnTo>
                    <a:pt x="812897" y="277161"/>
                  </a:lnTo>
                  <a:lnTo>
                    <a:pt x="812154" y="277294"/>
                  </a:lnTo>
                  <a:lnTo>
                    <a:pt x="811747" y="277360"/>
                  </a:lnTo>
                  <a:lnTo>
                    <a:pt x="811138" y="277459"/>
                  </a:lnTo>
                  <a:lnTo>
                    <a:pt x="810612" y="277543"/>
                  </a:lnTo>
                  <a:lnTo>
                    <a:pt x="810156" y="277624"/>
                  </a:lnTo>
                  <a:lnTo>
                    <a:pt x="810029" y="277642"/>
                  </a:lnTo>
                  <a:lnTo>
                    <a:pt x="809441" y="277747"/>
                  </a:lnTo>
                  <a:lnTo>
                    <a:pt x="808922" y="277841"/>
                  </a:lnTo>
                  <a:lnTo>
                    <a:pt x="808301" y="277950"/>
                  </a:lnTo>
                  <a:lnTo>
                    <a:pt x="807553" y="278077"/>
                  </a:lnTo>
                  <a:lnTo>
                    <a:pt x="807133" y="278149"/>
                  </a:lnTo>
                  <a:lnTo>
                    <a:pt x="806635" y="278238"/>
                  </a:lnTo>
                  <a:lnTo>
                    <a:pt x="805993" y="278339"/>
                  </a:lnTo>
                  <a:lnTo>
                    <a:pt x="805836" y="278365"/>
                  </a:lnTo>
                  <a:lnTo>
                    <a:pt x="805607" y="278398"/>
                  </a:lnTo>
                  <a:lnTo>
                    <a:pt x="805357" y="278436"/>
                  </a:lnTo>
                  <a:lnTo>
                    <a:pt x="800253" y="278682"/>
                  </a:lnTo>
                  <a:lnTo>
                    <a:pt x="795553" y="278908"/>
                  </a:lnTo>
                  <a:lnTo>
                    <a:pt x="794957" y="278939"/>
                  </a:lnTo>
                  <a:lnTo>
                    <a:pt x="793479" y="279015"/>
                  </a:lnTo>
                  <a:lnTo>
                    <a:pt x="792954" y="279041"/>
                  </a:lnTo>
                  <a:lnTo>
                    <a:pt x="792404" y="279069"/>
                  </a:lnTo>
                  <a:lnTo>
                    <a:pt x="792243" y="279078"/>
                  </a:lnTo>
                  <a:lnTo>
                    <a:pt x="791776" y="279101"/>
                  </a:lnTo>
                  <a:lnTo>
                    <a:pt x="791518" y="279114"/>
                  </a:lnTo>
                  <a:lnTo>
                    <a:pt x="791365" y="279121"/>
                  </a:lnTo>
                  <a:lnTo>
                    <a:pt x="791166" y="279131"/>
                  </a:lnTo>
                  <a:lnTo>
                    <a:pt x="790969" y="279140"/>
                  </a:lnTo>
                  <a:lnTo>
                    <a:pt x="790509" y="279163"/>
                  </a:lnTo>
                  <a:lnTo>
                    <a:pt x="790323" y="279172"/>
                  </a:lnTo>
                  <a:lnTo>
                    <a:pt x="789877" y="279194"/>
                  </a:lnTo>
                  <a:lnTo>
                    <a:pt x="789731" y="279201"/>
                  </a:lnTo>
                  <a:lnTo>
                    <a:pt x="789540" y="279210"/>
                  </a:lnTo>
                  <a:lnTo>
                    <a:pt x="789114" y="279233"/>
                  </a:lnTo>
                  <a:lnTo>
                    <a:pt x="787828" y="279301"/>
                  </a:lnTo>
                  <a:lnTo>
                    <a:pt x="785519" y="279419"/>
                  </a:lnTo>
                  <a:lnTo>
                    <a:pt x="784850" y="279453"/>
                  </a:lnTo>
                  <a:lnTo>
                    <a:pt x="776172" y="283785"/>
                  </a:lnTo>
                  <a:lnTo>
                    <a:pt x="775372" y="284183"/>
                  </a:lnTo>
                  <a:lnTo>
                    <a:pt x="773016" y="285357"/>
                  </a:lnTo>
                  <a:lnTo>
                    <a:pt x="771489" y="286118"/>
                  </a:lnTo>
                  <a:lnTo>
                    <a:pt x="769530" y="287095"/>
                  </a:lnTo>
                  <a:lnTo>
                    <a:pt x="766502" y="288609"/>
                  </a:lnTo>
                  <a:lnTo>
                    <a:pt x="766295" y="288712"/>
                  </a:lnTo>
                  <a:lnTo>
                    <a:pt x="766125" y="288797"/>
                  </a:lnTo>
                  <a:lnTo>
                    <a:pt x="765869" y="288925"/>
                  </a:lnTo>
                  <a:lnTo>
                    <a:pt x="765572" y="289074"/>
                  </a:lnTo>
                  <a:lnTo>
                    <a:pt x="765256" y="289231"/>
                  </a:lnTo>
                  <a:lnTo>
                    <a:pt x="764995" y="289362"/>
                  </a:lnTo>
                  <a:lnTo>
                    <a:pt x="764628" y="289545"/>
                  </a:lnTo>
                  <a:lnTo>
                    <a:pt x="764187" y="289765"/>
                  </a:lnTo>
                  <a:lnTo>
                    <a:pt x="763725" y="289995"/>
                  </a:lnTo>
                  <a:lnTo>
                    <a:pt x="763189" y="290157"/>
                  </a:lnTo>
                  <a:lnTo>
                    <a:pt x="763036" y="290179"/>
                  </a:lnTo>
                  <a:lnTo>
                    <a:pt x="762841" y="290207"/>
                  </a:lnTo>
                  <a:lnTo>
                    <a:pt x="762629" y="290237"/>
                  </a:lnTo>
                  <a:lnTo>
                    <a:pt x="762431" y="290265"/>
                  </a:lnTo>
                  <a:lnTo>
                    <a:pt x="761740" y="290363"/>
                  </a:lnTo>
                  <a:lnTo>
                    <a:pt x="761322" y="290422"/>
                  </a:lnTo>
                  <a:lnTo>
                    <a:pt x="760888" y="290483"/>
                  </a:lnTo>
                  <a:lnTo>
                    <a:pt x="760360" y="290558"/>
                  </a:lnTo>
                  <a:lnTo>
                    <a:pt x="759875" y="290627"/>
                  </a:lnTo>
                  <a:lnTo>
                    <a:pt x="759563" y="290671"/>
                  </a:lnTo>
                  <a:lnTo>
                    <a:pt x="759375" y="290698"/>
                  </a:lnTo>
                  <a:lnTo>
                    <a:pt x="759105" y="290736"/>
                  </a:lnTo>
                  <a:lnTo>
                    <a:pt x="758749" y="290788"/>
                  </a:lnTo>
                  <a:lnTo>
                    <a:pt x="758447" y="290829"/>
                  </a:lnTo>
                  <a:lnTo>
                    <a:pt x="757666" y="290940"/>
                  </a:lnTo>
                  <a:lnTo>
                    <a:pt x="757213" y="291004"/>
                  </a:lnTo>
                  <a:lnTo>
                    <a:pt x="756885" y="291050"/>
                  </a:lnTo>
                  <a:lnTo>
                    <a:pt x="753002" y="291573"/>
                  </a:lnTo>
                  <a:lnTo>
                    <a:pt x="752696" y="291607"/>
                  </a:lnTo>
                  <a:lnTo>
                    <a:pt x="752505" y="291628"/>
                  </a:lnTo>
                  <a:lnTo>
                    <a:pt x="751897" y="291696"/>
                  </a:lnTo>
                  <a:lnTo>
                    <a:pt x="751619" y="291726"/>
                  </a:lnTo>
                  <a:lnTo>
                    <a:pt x="750819" y="291817"/>
                  </a:lnTo>
                  <a:lnTo>
                    <a:pt x="750053" y="291895"/>
                  </a:lnTo>
                  <a:lnTo>
                    <a:pt x="749723" y="292077"/>
                  </a:lnTo>
                  <a:lnTo>
                    <a:pt x="748790" y="292069"/>
                  </a:lnTo>
                  <a:lnTo>
                    <a:pt x="748405" y="291947"/>
                  </a:lnTo>
                  <a:lnTo>
                    <a:pt x="748264" y="291903"/>
                  </a:lnTo>
                  <a:lnTo>
                    <a:pt x="747802" y="291757"/>
                  </a:lnTo>
                  <a:lnTo>
                    <a:pt x="746563" y="291655"/>
                  </a:lnTo>
                  <a:lnTo>
                    <a:pt x="745421" y="291556"/>
                  </a:lnTo>
                  <a:lnTo>
                    <a:pt x="744072" y="291388"/>
                  </a:lnTo>
                  <a:lnTo>
                    <a:pt x="742823" y="291220"/>
                  </a:lnTo>
                  <a:lnTo>
                    <a:pt x="742263" y="291164"/>
                  </a:lnTo>
                  <a:lnTo>
                    <a:pt x="741013" y="291062"/>
                  </a:lnTo>
                  <a:lnTo>
                    <a:pt x="739362" y="290968"/>
                  </a:lnTo>
                  <a:lnTo>
                    <a:pt x="736894" y="290729"/>
                  </a:lnTo>
                  <a:lnTo>
                    <a:pt x="735624" y="290627"/>
                  </a:lnTo>
                  <a:lnTo>
                    <a:pt x="734665" y="290563"/>
                  </a:lnTo>
                  <a:lnTo>
                    <a:pt x="733639" y="290479"/>
                  </a:lnTo>
                  <a:lnTo>
                    <a:pt x="732476" y="290390"/>
                  </a:lnTo>
                  <a:lnTo>
                    <a:pt x="731214" y="290260"/>
                  </a:lnTo>
                  <a:lnTo>
                    <a:pt x="729853" y="290148"/>
                  </a:lnTo>
                  <a:lnTo>
                    <a:pt x="728683" y="290054"/>
                  </a:lnTo>
                  <a:lnTo>
                    <a:pt x="725830" y="289841"/>
                  </a:lnTo>
                  <a:lnTo>
                    <a:pt x="722428" y="289640"/>
                  </a:lnTo>
                  <a:lnTo>
                    <a:pt x="721749" y="289507"/>
                  </a:lnTo>
                  <a:lnTo>
                    <a:pt x="720859" y="289442"/>
                  </a:lnTo>
                  <a:lnTo>
                    <a:pt x="720001" y="289380"/>
                  </a:lnTo>
                  <a:lnTo>
                    <a:pt x="717970" y="289197"/>
                  </a:lnTo>
                  <a:lnTo>
                    <a:pt x="716122" y="289006"/>
                  </a:lnTo>
                  <a:lnTo>
                    <a:pt x="714557" y="288859"/>
                  </a:lnTo>
                  <a:lnTo>
                    <a:pt x="712366" y="291645"/>
                  </a:lnTo>
                  <a:lnTo>
                    <a:pt x="712094" y="291990"/>
                  </a:lnTo>
                  <a:lnTo>
                    <a:pt x="710169" y="294439"/>
                  </a:lnTo>
                  <a:lnTo>
                    <a:pt x="709946" y="294723"/>
                  </a:lnTo>
                  <a:lnTo>
                    <a:pt x="709699" y="295042"/>
                  </a:lnTo>
                  <a:lnTo>
                    <a:pt x="708746" y="296277"/>
                  </a:lnTo>
                  <a:lnTo>
                    <a:pt x="708148" y="297009"/>
                  </a:lnTo>
                  <a:lnTo>
                    <a:pt x="707086" y="297656"/>
                  </a:lnTo>
                  <a:lnTo>
                    <a:pt x="700920" y="305031"/>
                  </a:lnTo>
                  <a:lnTo>
                    <a:pt x="700448" y="305560"/>
                  </a:lnTo>
                  <a:lnTo>
                    <a:pt x="700118" y="305927"/>
                  </a:lnTo>
                  <a:lnTo>
                    <a:pt x="699801" y="306270"/>
                  </a:lnTo>
                  <a:lnTo>
                    <a:pt x="699466" y="306632"/>
                  </a:lnTo>
                  <a:lnTo>
                    <a:pt x="699223" y="306900"/>
                  </a:lnTo>
                  <a:lnTo>
                    <a:pt x="698712" y="307138"/>
                  </a:lnTo>
                  <a:lnTo>
                    <a:pt x="698427" y="307271"/>
                  </a:lnTo>
                  <a:lnTo>
                    <a:pt x="698256" y="307350"/>
                  </a:lnTo>
                  <a:lnTo>
                    <a:pt x="698056" y="307443"/>
                  </a:lnTo>
                  <a:lnTo>
                    <a:pt x="697828" y="307551"/>
                  </a:lnTo>
                  <a:lnTo>
                    <a:pt x="697613" y="307651"/>
                  </a:lnTo>
                  <a:lnTo>
                    <a:pt x="697325" y="307784"/>
                  </a:lnTo>
                  <a:lnTo>
                    <a:pt x="697064" y="307906"/>
                  </a:lnTo>
                  <a:lnTo>
                    <a:pt x="696623" y="308115"/>
                  </a:lnTo>
                  <a:lnTo>
                    <a:pt x="695754" y="308510"/>
                  </a:lnTo>
                  <a:lnTo>
                    <a:pt x="695205" y="308763"/>
                  </a:lnTo>
                  <a:lnTo>
                    <a:pt x="694821" y="308940"/>
                  </a:lnTo>
                  <a:lnTo>
                    <a:pt x="694511" y="309089"/>
                  </a:lnTo>
                  <a:lnTo>
                    <a:pt x="693993" y="309246"/>
                  </a:lnTo>
                  <a:lnTo>
                    <a:pt x="693626" y="309358"/>
                  </a:lnTo>
                  <a:lnTo>
                    <a:pt x="692751" y="309655"/>
                  </a:lnTo>
                  <a:lnTo>
                    <a:pt x="692330" y="309800"/>
                  </a:lnTo>
                  <a:lnTo>
                    <a:pt x="691306" y="310171"/>
                  </a:lnTo>
                  <a:lnTo>
                    <a:pt x="691144" y="310236"/>
                  </a:lnTo>
                  <a:lnTo>
                    <a:pt x="691011" y="310275"/>
                  </a:lnTo>
                  <a:lnTo>
                    <a:pt x="690679" y="310390"/>
                  </a:lnTo>
                  <a:lnTo>
                    <a:pt x="690415" y="310489"/>
                  </a:lnTo>
                  <a:lnTo>
                    <a:pt x="690081" y="310493"/>
                  </a:lnTo>
                  <a:lnTo>
                    <a:pt x="689823" y="310512"/>
                  </a:lnTo>
                  <a:lnTo>
                    <a:pt x="688949" y="310369"/>
                  </a:lnTo>
                  <a:lnTo>
                    <a:pt x="688627" y="310316"/>
                  </a:lnTo>
                  <a:lnTo>
                    <a:pt x="688400" y="310278"/>
                  </a:lnTo>
                  <a:lnTo>
                    <a:pt x="688212" y="310248"/>
                  </a:lnTo>
                  <a:lnTo>
                    <a:pt x="686796" y="310038"/>
                  </a:lnTo>
                  <a:lnTo>
                    <a:pt x="685062" y="309684"/>
                  </a:lnTo>
                  <a:lnTo>
                    <a:pt x="684916" y="309487"/>
                  </a:lnTo>
                  <a:lnTo>
                    <a:pt x="684781" y="309549"/>
                  </a:lnTo>
                  <a:lnTo>
                    <a:pt x="684599" y="309643"/>
                  </a:lnTo>
                  <a:lnTo>
                    <a:pt x="684194" y="309833"/>
                  </a:lnTo>
                  <a:lnTo>
                    <a:pt x="684051" y="309902"/>
                  </a:lnTo>
                  <a:lnTo>
                    <a:pt x="683977" y="310047"/>
                  </a:lnTo>
                  <a:lnTo>
                    <a:pt x="683720" y="310540"/>
                  </a:lnTo>
                  <a:lnTo>
                    <a:pt x="683659" y="310688"/>
                  </a:lnTo>
                  <a:lnTo>
                    <a:pt x="683598" y="310836"/>
                  </a:lnTo>
                  <a:lnTo>
                    <a:pt x="683542" y="310977"/>
                  </a:lnTo>
                  <a:lnTo>
                    <a:pt x="683441" y="311229"/>
                  </a:lnTo>
                  <a:lnTo>
                    <a:pt x="683374" y="311397"/>
                  </a:lnTo>
                  <a:lnTo>
                    <a:pt x="683308" y="311561"/>
                  </a:lnTo>
                  <a:lnTo>
                    <a:pt x="683071" y="312135"/>
                  </a:lnTo>
                  <a:lnTo>
                    <a:pt x="682925" y="312494"/>
                  </a:lnTo>
                  <a:lnTo>
                    <a:pt x="682772" y="312906"/>
                  </a:lnTo>
                  <a:lnTo>
                    <a:pt x="682671" y="313140"/>
                  </a:lnTo>
                  <a:lnTo>
                    <a:pt x="682654" y="313517"/>
                  </a:lnTo>
                  <a:lnTo>
                    <a:pt x="682622" y="314154"/>
                  </a:lnTo>
                  <a:lnTo>
                    <a:pt x="682614" y="314378"/>
                  </a:lnTo>
                  <a:lnTo>
                    <a:pt x="682607" y="314532"/>
                  </a:lnTo>
                  <a:lnTo>
                    <a:pt x="682602" y="314732"/>
                  </a:lnTo>
                  <a:lnTo>
                    <a:pt x="682611" y="315146"/>
                  </a:lnTo>
                  <a:lnTo>
                    <a:pt x="682621" y="315565"/>
                  </a:lnTo>
                  <a:lnTo>
                    <a:pt x="682631" y="315920"/>
                  </a:lnTo>
                  <a:lnTo>
                    <a:pt x="682641" y="316402"/>
                  </a:lnTo>
                  <a:lnTo>
                    <a:pt x="682652" y="317023"/>
                  </a:lnTo>
                  <a:lnTo>
                    <a:pt x="682657" y="317248"/>
                  </a:lnTo>
                  <a:lnTo>
                    <a:pt x="682919" y="317787"/>
                  </a:lnTo>
                  <a:lnTo>
                    <a:pt x="683070" y="318096"/>
                  </a:lnTo>
                  <a:lnTo>
                    <a:pt x="683160" y="318281"/>
                  </a:lnTo>
                  <a:lnTo>
                    <a:pt x="683263" y="318502"/>
                  </a:lnTo>
                  <a:lnTo>
                    <a:pt x="683307" y="318701"/>
                  </a:lnTo>
                  <a:lnTo>
                    <a:pt x="683367" y="318971"/>
                  </a:lnTo>
                  <a:lnTo>
                    <a:pt x="683413" y="319154"/>
                  </a:lnTo>
                  <a:lnTo>
                    <a:pt x="683514" y="319366"/>
                  </a:lnTo>
                  <a:lnTo>
                    <a:pt x="683575" y="319505"/>
                  </a:lnTo>
                  <a:lnTo>
                    <a:pt x="683545" y="319744"/>
                  </a:lnTo>
                  <a:lnTo>
                    <a:pt x="683512" y="319976"/>
                  </a:lnTo>
                  <a:lnTo>
                    <a:pt x="683334" y="320225"/>
                  </a:lnTo>
                  <a:lnTo>
                    <a:pt x="683232" y="320369"/>
                  </a:lnTo>
                  <a:lnTo>
                    <a:pt x="683130" y="320602"/>
                  </a:lnTo>
                  <a:lnTo>
                    <a:pt x="683041" y="320809"/>
                  </a:lnTo>
                  <a:lnTo>
                    <a:pt x="682938" y="321293"/>
                  </a:lnTo>
                  <a:lnTo>
                    <a:pt x="682873" y="321587"/>
                  </a:lnTo>
                  <a:lnTo>
                    <a:pt x="682850" y="321882"/>
                  </a:lnTo>
                  <a:lnTo>
                    <a:pt x="683103" y="322092"/>
                  </a:lnTo>
                  <a:lnTo>
                    <a:pt x="683301" y="322272"/>
                  </a:lnTo>
                  <a:lnTo>
                    <a:pt x="683603" y="322544"/>
                  </a:lnTo>
                  <a:lnTo>
                    <a:pt x="683771" y="322694"/>
                  </a:lnTo>
                  <a:lnTo>
                    <a:pt x="683940" y="322850"/>
                  </a:lnTo>
                  <a:lnTo>
                    <a:pt x="684303" y="323180"/>
                  </a:lnTo>
                  <a:lnTo>
                    <a:pt x="684290" y="323488"/>
                  </a:lnTo>
                  <a:lnTo>
                    <a:pt x="684023" y="323932"/>
                  </a:lnTo>
                  <a:lnTo>
                    <a:pt x="683923" y="324181"/>
                  </a:lnTo>
                  <a:lnTo>
                    <a:pt x="683832" y="324443"/>
                  </a:lnTo>
                  <a:lnTo>
                    <a:pt x="683660" y="324870"/>
                  </a:lnTo>
                  <a:lnTo>
                    <a:pt x="683365" y="325373"/>
                  </a:lnTo>
                  <a:lnTo>
                    <a:pt x="684527" y="329009"/>
                  </a:lnTo>
                  <a:lnTo>
                    <a:pt x="677352" y="331045"/>
                  </a:lnTo>
                  <a:lnTo>
                    <a:pt x="671278" y="335290"/>
                  </a:lnTo>
                  <a:lnTo>
                    <a:pt x="668395" y="337304"/>
                  </a:lnTo>
                  <a:lnTo>
                    <a:pt x="655494" y="340103"/>
                  </a:lnTo>
                  <a:lnTo>
                    <a:pt x="648358" y="344225"/>
                  </a:lnTo>
                  <a:lnTo>
                    <a:pt x="646045" y="345561"/>
                  </a:lnTo>
                  <a:lnTo>
                    <a:pt x="642542" y="347584"/>
                  </a:lnTo>
                  <a:lnTo>
                    <a:pt x="628675" y="346490"/>
                  </a:lnTo>
                  <a:lnTo>
                    <a:pt x="629565" y="333538"/>
                  </a:lnTo>
                  <a:lnTo>
                    <a:pt x="630457" y="331427"/>
                  </a:lnTo>
                  <a:lnTo>
                    <a:pt x="639562" y="309867"/>
                  </a:lnTo>
                  <a:lnTo>
                    <a:pt x="641191" y="306010"/>
                  </a:lnTo>
                  <a:lnTo>
                    <a:pt x="641601" y="305040"/>
                  </a:lnTo>
                  <a:lnTo>
                    <a:pt x="637962" y="304174"/>
                  </a:lnTo>
                  <a:lnTo>
                    <a:pt x="637796" y="300322"/>
                  </a:lnTo>
                  <a:lnTo>
                    <a:pt x="636486" y="300362"/>
                  </a:lnTo>
                  <a:lnTo>
                    <a:pt x="635843" y="300380"/>
                  </a:lnTo>
                  <a:lnTo>
                    <a:pt x="635119" y="300659"/>
                  </a:lnTo>
                  <a:lnTo>
                    <a:pt x="634781" y="300789"/>
                  </a:lnTo>
                  <a:lnTo>
                    <a:pt x="633972" y="300901"/>
                  </a:lnTo>
                  <a:lnTo>
                    <a:pt x="633731" y="300947"/>
                  </a:lnTo>
                  <a:lnTo>
                    <a:pt x="633262" y="301041"/>
                  </a:lnTo>
                  <a:lnTo>
                    <a:pt x="632850" y="301191"/>
                  </a:lnTo>
                  <a:lnTo>
                    <a:pt x="632530" y="301382"/>
                  </a:lnTo>
                  <a:lnTo>
                    <a:pt x="632209" y="301639"/>
                  </a:lnTo>
                  <a:lnTo>
                    <a:pt x="632089" y="301797"/>
                  </a:lnTo>
                  <a:lnTo>
                    <a:pt x="631845" y="302107"/>
                  </a:lnTo>
                  <a:lnTo>
                    <a:pt x="631644" y="302308"/>
                  </a:lnTo>
                  <a:lnTo>
                    <a:pt x="631486" y="302382"/>
                  </a:lnTo>
                  <a:lnTo>
                    <a:pt x="630952" y="302459"/>
                  </a:lnTo>
                  <a:lnTo>
                    <a:pt x="630736" y="302512"/>
                  </a:lnTo>
                  <a:lnTo>
                    <a:pt x="630606" y="302619"/>
                  </a:lnTo>
                  <a:lnTo>
                    <a:pt x="630385" y="302815"/>
                  </a:lnTo>
                  <a:lnTo>
                    <a:pt x="630250" y="302934"/>
                  </a:lnTo>
                  <a:lnTo>
                    <a:pt x="630107" y="302858"/>
                  </a:lnTo>
                  <a:lnTo>
                    <a:pt x="629512" y="302459"/>
                  </a:lnTo>
                  <a:lnTo>
                    <a:pt x="628682" y="301876"/>
                  </a:lnTo>
                  <a:lnTo>
                    <a:pt x="628351" y="301700"/>
                  </a:lnTo>
                  <a:lnTo>
                    <a:pt x="627927" y="301377"/>
                  </a:lnTo>
                  <a:lnTo>
                    <a:pt x="627316" y="300990"/>
                  </a:lnTo>
                  <a:lnTo>
                    <a:pt x="626883" y="300705"/>
                  </a:lnTo>
                  <a:lnTo>
                    <a:pt x="626448" y="300397"/>
                  </a:lnTo>
                  <a:lnTo>
                    <a:pt x="626008" y="300115"/>
                  </a:lnTo>
                  <a:lnTo>
                    <a:pt x="625616" y="299833"/>
                  </a:lnTo>
                  <a:lnTo>
                    <a:pt x="625471" y="299677"/>
                  </a:lnTo>
                  <a:lnTo>
                    <a:pt x="625374" y="299494"/>
                  </a:lnTo>
                  <a:lnTo>
                    <a:pt x="625339" y="299319"/>
                  </a:lnTo>
                  <a:lnTo>
                    <a:pt x="625522" y="298805"/>
                  </a:lnTo>
                  <a:lnTo>
                    <a:pt x="625527" y="298619"/>
                  </a:lnTo>
                  <a:lnTo>
                    <a:pt x="625423" y="298237"/>
                  </a:lnTo>
                  <a:lnTo>
                    <a:pt x="625212" y="297937"/>
                  </a:lnTo>
                  <a:lnTo>
                    <a:pt x="624972" y="297662"/>
                  </a:lnTo>
                  <a:lnTo>
                    <a:pt x="624563" y="297166"/>
                  </a:lnTo>
                  <a:lnTo>
                    <a:pt x="624456" y="297006"/>
                  </a:lnTo>
                  <a:lnTo>
                    <a:pt x="624443" y="296660"/>
                  </a:lnTo>
                  <a:lnTo>
                    <a:pt x="624392" y="296153"/>
                  </a:lnTo>
                  <a:lnTo>
                    <a:pt x="624382" y="295797"/>
                  </a:lnTo>
                  <a:lnTo>
                    <a:pt x="624433" y="295634"/>
                  </a:lnTo>
                  <a:lnTo>
                    <a:pt x="624970" y="295273"/>
                  </a:lnTo>
                  <a:lnTo>
                    <a:pt x="625484" y="294904"/>
                  </a:lnTo>
                  <a:lnTo>
                    <a:pt x="625705" y="294672"/>
                  </a:lnTo>
                  <a:lnTo>
                    <a:pt x="626130" y="294298"/>
                  </a:lnTo>
                  <a:lnTo>
                    <a:pt x="626649" y="293698"/>
                  </a:lnTo>
                  <a:lnTo>
                    <a:pt x="626901" y="293420"/>
                  </a:lnTo>
                  <a:lnTo>
                    <a:pt x="627321" y="292889"/>
                  </a:lnTo>
                  <a:lnTo>
                    <a:pt x="627695" y="292443"/>
                  </a:lnTo>
                  <a:lnTo>
                    <a:pt x="627626" y="292100"/>
                  </a:lnTo>
                  <a:lnTo>
                    <a:pt x="627430" y="291751"/>
                  </a:lnTo>
                  <a:lnTo>
                    <a:pt x="627496" y="291092"/>
                  </a:lnTo>
                  <a:lnTo>
                    <a:pt x="627530" y="290578"/>
                  </a:lnTo>
                  <a:lnTo>
                    <a:pt x="627469" y="290270"/>
                  </a:lnTo>
                  <a:lnTo>
                    <a:pt x="627400" y="290100"/>
                  </a:lnTo>
                  <a:lnTo>
                    <a:pt x="627048" y="289734"/>
                  </a:lnTo>
                  <a:lnTo>
                    <a:pt x="626990" y="289596"/>
                  </a:lnTo>
                  <a:lnTo>
                    <a:pt x="626809" y="289306"/>
                  </a:lnTo>
                  <a:lnTo>
                    <a:pt x="626644" y="288986"/>
                  </a:lnTo>
                  <a:lnTo>
                    <a:pt x="625995" y="288930"/>
                  </a:lnTo>
                  <a:lnTo>
                    <a:pt x="625674" y="288685"/>
                  </a:lnTo>
                  <a:lnTo>
                    <a:pt x="625232" y="288403"/>
                  </a:lnTo>
                  <a:lnTo>
                    <a:pt x="624835" y="287996"/>
                  </a:lnTo>
                  <a:lnTo>
                    <a:pt x="624402" y="287607"/>
                  </a:lnTo>
                  <a:lnTo>
                    <a:pt x="624277" y="287156"/>
                  </a:lnTo>
                  <a:lnTo>
                    <a:pt x="624720" y="286864"/>
                  </a:lnTo>
                  <a:lnTo>
                    <a:pt x="624926" y="286729"/>
                  </a:lnTo>
                  <a:lnTo>
                    <a:pt x="625132" y="286647"/>
                  </a:lnTo>
                  <a:lnTo>
                    <a:pt x="625392" y="286599"/>
                  </a:lnTo>
                  <a:lnTo>
                    <a:pt x="625361" y="286411"/>
                  </a:lnTo>
                  <a:lnTo>
                    <a:pt x="625316" y="286220"/>
                  </a:lnTo>
                  <a:lnTo>
                    <a:pt x="625214" y="285719"/>
                  </a:lnTo>
                  <a:lnTo>
                    <a:pt x="625122" y="285121"/>
                  </a:lnTo>
                  <a:lnTo>
                    <a:pt x="624980" y="284698"/>
                  </a:lnTo>
                  <a:lnTo>
                    <a:pt x="624702" y="284197"/>
                  </a:lnTo>
                  <a:lnTo>
                    <a:pt x="624448" y="284044"/>
                  </a:lnTo>
                  <a:lnTo>
                    <a:pt x="624033" y="283777"/>
                  </a:lnTo>
                  <a:lnTo>
                    <a:pt x="623779" y="283556"/>
                  </a:lnTo>
                  <a:lnTo>
                    <a:pt x="623227" y="283220"/>
                  </a:lnTo>
                  <a:lnTo>
                    <a:pt x="622761" y="282701"/>
                  </a:lnTo>
                  <a:lnTo>
                    <a:pt x="622476" y="282334"/>
                  </a:lnTo>
                  <a:lnTo>
                    <a:pt x="622275" y="281744"/>
                  </a:lnTo>
                  <a:lnTo>
                    <a:pt x="622000" y="281138"/>
                  </a:lnTo>
                  <a:lnTo>
                    <a:pt x="621629" y="280660"/>
                  </a:lnTo>
                  <a:lnTo>
                    <a:pt x="621285" y="280225"/>
                  </a:lnTo>
                  <a:lnTo>
                    <a:pt x="620934" y="279780"/>
                  </a:lnTo>
                  <a:lnTo>
                    <a:pt x="620560" y="279347"/>
                  </a:lnTo>
                  <a:lnTo>
                    <a:pt x="620471" y="279574"/>
                  </a:lnTo>
                  <a:lnTo>
                    <a:pt x="620222" y="280209"/>
                  </a:lnTo>
                  <a:lnTo>
                    <a:pt x="619885" y="280504"/>
                  </a:lnTo>
                  <a:lnTo>
                    <a:pt x="618914" y="280617"/>
                  </a:lnTo>
                  <a:lnTo>
                    <a:pt x="618782" y="280855"/>
                  </a:lnTo>
                  <a:lnTo>
                    <a:pt x="618591" y="281312"/>
                  </a:lnTo>
                  <a:lnTo>
                    <a:pt x="618733" y="282381"/>
                  </a:lnTo>
                  <a:lnTo>
                    <a:pt x="618222" y="282883"/>
                  </a:lnTo>
                  <a:lnTo>
                    <a:pt x="617607" y="283049"/>
                  </a:lnTo>
                  <a:lnTo>
                    <a:pt x="617444" y="283608"/>
                  </a:lnTo>
                  <a:lnTo>
                    <a:pt x="617422" y="283741"/>
                  </a:lnTo>
                  <a:lnTo>
                    <a:pt x="617481" y="284019"/>
                  </a:lnTo>
                  <a:lnTo>
                    <a:pt x="617463" y="284301"/>
                  </a:lnTo>
                  <a:lnTo>
                    <a:pt x="617308" y="284617"/>
                  </a:lnTo>
                  <a:lnTo>
                    <a:pt x="617178" y="284813"/>
                  </a:lnTo>
                  <a:lnTo>
                    <a:pt x="617186" y="285009"/>
                  </a:lnTo>
                  <a:lnTo>
                    <a:pt x="617064" y="285800"/>
                  </a:lnTo>
                  <a:lnTo>
                    <a:pt x="617115" y="286141"/>
                  </a:lnTo>
                  <a:lnTo>
                    <a:pt x="617196" y="286487"/>
                  </a:lnTo>
                  <a:lnTo>
                    <a:pt x="617229" y="286886"/>
                  </a:lnTo>
                  <a:lnTo>
                    <a:pt x="617122" y="287149"/>
                  </a:lnTo>
                  <a:lnTo>
                    <a:pt x="617206" y="287459"/>
                  </a:lnTo>
                  <a:lnTo>
                    <a:pt x="617244" y="287744"/>
                  </a:lnTo>
                  <a:lnTo>
                    <a:pt x="617229" y="288095"/>
                  </a:lnTo>
                  <a:lnTo>
                    <a:pt x="617036" y="288367"/>
                  </a:lnTo>
                  <a:lnTo>
                    <a:pt x="616865" y="288579"/>
                  </a:lnTo>
                  <a:lnTo>
                    <a:pt x="616618" y="288922"/>
                  </a:lnTo>
                  <a:lnTo>
                    <a:pt x="616430" y="289131"/>
                  </a:lnTo>
                  <a:lnTo>
                    <a:pt x="616277" y="289423"/>
                  </a:lnTo>
                  <a:lnTo>
                    <a:pt x="616099" y="289749"/>
                  </a:lnTo>
                  <a:lnTo>
                    <a:pt x="616076" y="289902"/>
                  </a:lnTo>
                  <a:lnTo>
                    <a:pt x="615952" y="290212"/>
                  </a:lnTo>
                  <a:lnTo>
                    <a:pt x="615812" y="290444"/>
                  </a:lnTo>
                  <a:lnTo>
                    <a:pt x="615636" y="290675"/>
                  </a:lnTo>
                  <a:lnTo>
                    <a:pt x="615489" y="290958"/>
                  </a:lnTo>
                  <a:lnTo>
                    <a:pt x="615333" y="291230"/>
                  </a:lnTo>
                  <a:lnTo>
                    <a:pt x="615292" y="291481"/>
                  </a:lnTo>
                  <a:lnTo>
                    <a:pt x="615244" y="291858"/>
                  </a:lnTo>
                  <a:lnTo>
                    <a:pt x="615145" y="292416"/>
                  </a:lnTo>
                  <a:lnTo>
                    <a:pt x="615003" y="292726"/>
                  </a:lnTo>
                  <a:lnTo>
                    <a:pt x="614980" y="293039"/>
                  </a:lnTo>
                  <a:lnTo>
                    <a:pt x="615005" y="293456"/>
                  </a:lnTo>
                  <a:lnTo>
                    <a:pt x="614926" y="293987"/>
                  </a:lnTo>
                  <a:lnTo>
                    <a:pt x="614797" y="294080"/>
                  </a:lnTo>
                  <a:lnTo>
                    <a:pt x="614557" y="294179"/>
                  </a:lnTo>
                  <a:lnTo>
                    <a:pt x="614272" y="294304"/>
                  </a:lnTo>
                  <a:lnTo>
                    <a:pt x="614021" y="294434"/>
                  </a:lnTo>
                  <a:lnTo>
                    <a:pt x="613680" y="294683"/>
                  </a:lnTo>
                  <a:lnTo>
                    <a:pt x="613468" y="294843"/>
                  </a:lnTo>
                  <a:lnTo>
                    <a:pt x="613242" y="295034"/>
                  </a:lnTo>
                  <a:lnTo>
                    <a:pt x="613178" y="295207"/>
                  </a:lnTo>
                  <a:lnTo>
                    <a:pt x="613132" y="295352"/>
                  </a:lnTo>
                  <a:lnTo>
                    <a:pt x="613181" y="295609"/>
                  </a:lnTo>
                  <a:lnTo>
                    <a:pt x="613295" y="295915"/>
                  </a:lnTo>
                  <a:lnTo>
                    <a:pt x="613468" y="296360"/>
                  </a:lnTo>
                  <a:lnTo>
                    <a:pt x="613596" y="296696"/>
                  </a:lnTo>
                  <a:lnTo>
                    <a:pt x="613575" y="296884"/>
                  </a:lnTo>
                  <a:lnTo>
                    <a:pt x="613621" y="297085"/>
                  </a:lnTo>
                  <a:lnTo>
                    <a:pt x="613878" y="297485"/>
                  </a:lnTo>
                  <a:lnTo>
                    <a:pt x="614049" y="297978"/>
                  </a:lnTo>
                  <a:lnTo>
                    <a:pt x="613901" y="298166"/>
                  </a:lnTo>
                  <a:lnTo>
                    <a:pt x="613901" y="298614"/>
                  </a:lnTo>
                  <a:lnTo>
                    <a:pt x="613896" y="298971"/>
                  </a:lnTo>
                  <a:lnTo>
                    <a:pt x="613865" y="299540"/>
                  </a:lnTo>
                  <a:lnTo>
                    <a:pt x="613748" y="299856"/>
                  </a:lnTo>
                  <a:lnTo>
                    <a:pt x="613567" y="300328"/>
                  </a:lnTo>
                  <a:lnTo>
                    <a:pt x="613561" y="300465"/>
                  </a:lnTo>
                  <a:lnTo>
                    <a:pt x="613549" y="300836"/>
                  </a:lnTo>
                  <a:lnTo>
                    <a:pt x="613528" y="301482"/>
                  </a:lnTo>
                  <a:lnTo>
                    <a:pt x="613519" y="301836"/>
                  </a:lnTo>
                  <a:lnTo>
                    <a:pt x="613507" y="302117"/>
                  </a:lnTo>
                  <a:lnTo>
                    <a:pt x="613295" y="302164"/>
                  </a:lnTo>
                  <a:lnTo>
                    <a:pt x="612350" y="302376"/>
                  </a:lnTo>
                  <a:lnTo>
                    <a:pt x="611563" y="302552"/>
                  </a:lnTo>
                  <a:lnTo>
                    <a:pt x="610799" y="302467"/>
                  </a:lnTo>
                  <a:lnTo>
                    <a:pt x="610272" y="302414"/>
                  </a:lnTo>
                  <a:lnTo>
                    <a:pt x="609717" y="302354"/>
                  </a:lnTo>
                  <a:lnTo>
                    <a:pt x="608552" y="302232"/>
                  </a:lnTo>
                  <a:lnTo>
                    <a:pt x="607642" y="302136"/>
                  </a:lnTo>
                  <a:lnTo>
                    <a:pt x="607017" y="302199"/>
                  </a:lnTo>
                  <a:lnTo>
                    <a:pt x="606260" y="303930"/>
                  </a:lnTo>
                  <a:lnTo>
                    <a:pt x="606084" y="304336"/>
                  </a:lnTo>
                  <a:lnTo>
                    <a:pt x="605109" y="305908"/>
                  </a:lnTo>
                  <a:lnTo>
                    <a:pt x="604954" y="306164"/>
                  </a:lnTo>
                  <a:lnTo>
                    <a:pt x="604838" y="306410"/>
                  </a:lnTo>
                  <a:lnTo>
                    <a:pt x="604726" y="306700"/>
                  </a:lnTo>
                  <a:lnTo>
                    <a:pt x="604670" y="306947"/>
                  </a:lnTo>
                  <a:lnTo>
                    <a:pt x="604601" y="307128"/>
                  </a:lnTo>
                  <a:lnTo>
                    <a:pt x="604407" y="307324"/>
                  </a:lnTo>
                  <a:lnTo>
                    <a:pt x="604184" y="307456"/>
                  </a:lnTo>
                  <a:lnTo>
                    <a:pt x="603866" y="307624"/>
                  </a:lnTo>
                  <a:lnTo>
                    <a:pt x="603532" y="307853"/>
                  </a:lnTo>
                  <a:lnTo>
                    <a:pt x="603067" y="308186"/>
                  </a:lnTo>
                  <a:lnTo>
                    <a:pt x="602919" y="308347"/>
                  </a:lnTo>
                  <a:lnTo>
                    <a:pt x="602540" y="308571"/>
                  </a:lnTo>
                  <a:lnTo>
                    <a:pt x="602255" y="308911"/>
                  </a:lnTo>
                  <a:lnTo>
                    <a:pt x="602250" y="309062"/>
                  </a:lnTo>
                  <a:lnTo>
                    <a:pt x="602255" y="309354"/>
                  </a:lnTo>
                  <a:lnTo>
                    <a:pt x="602285" y="309667"/>
                  </a:lnTo>
                  <a:lnTo>
                    <a:pt x="602301" y="309937"/>
                  </a:lnTo>
                  <a:lnTo>
                    <a:pt x="602234" y="310153"/>
                  </a:lnTo>
                  <a:lnTo>
                    <a:pt x="602138" y="310326"/>
                  </a:lnTo>
                  <a:lnTo>
                    <a:pt x="601952" y="310461"/>
                  </a:lnTo>
                  <a:lnTo>
                    <a:pt x="601695" y="310456"/>
                  </a:lnTo>
                  <a:lnTo>
                    <a:pt x="601212" y="310425"/>
                  </a:lnTo>
                  <a:lnTo>
                    <a:pt x="594584" y="316905"/>
                  </a:lnTo>
                  <a:lnTo>
                    <a:pt x="594234" y="317197"/>
                  </a:lnTo>
                  <a:lnTo>
                    <a:pt x="594041" y="317489"/>
                  </a:lnTo>
                  <a:lnTo>
                    <a:pt x="593899" y="317731"/>
                  </a:lnTo>
                  <a:lnTo>
                    <a:pt x="593746" y="317993"/>
                  </a:lnTo>
                  <a:lnTo>
                    <a:pt x="593560" y="318270"/>
                  </a:lnTo>
                  <a:lnTo>
                    <a:pt x="593331" y="318812"/>
                  </a:lnTo>
                  <a:lnTo>
                    <a:pt x="593232" y="319021"/>
                  </a:lnTo>
                  <a:lnTo>
                    <a:pt x="593018" y="319191"/>
                  </a:lnTo>
                  <a:lnTo>
                    <a:pt x="592817" y="319347"/>
                  </a:lnTo>
                  <a:lnTo>
                    <a:pt x="592570" y="319644"/>
                  </a:lnTo>
                  <a:lnTo>
                    <a:pt x="592466" y="319830"/>
                  </a:lnTo>
                  <a:lnTo>
                    <a:pt x="592441" y="320029"/>
                  </a:lnTo>
                  <a:lnTo>
                    <a:pt x="592603" y="320614"/>
                  </a:lnTo>
                  <a:lnTo>
                    <a:pt x="592784" y="321278"/>
                  </a:lnTo>
                  <a:lnTo>
                    <a:pt x="592871" y="321672"/>
                  </a:lnTo>
                  <a:lnTo>
                    <a:pt x="592932" y="321896"/>
                  </a:lnTo>
                  <a:lnTo>
                    <a:pt x="593005" y="322029"/>
                  </a:lnTo>
                  <a:lnTo>
                    <a:pt x="592797" y="322515"/>
                  </a:lnTo>
                  <a:lnTo>
                    <a:pt x="592463" y="322866"/>
                  </a:lnTo>
                  <a:lnTo>
                    <a:pt x="592222" y="323179"/>
                  </a:lnTo>
                  <a:lnTo>
                    <a:pt x="592049" y="323364"/>
                  </a:lnTo>
                  <a:lnTo>
                    <a:pt x="591794" y="323525"/>
                  </a:lnTo>
                  <a:lnTo>
                    <a:pt x="591634" y="323616"/>
                  </a:lnTo>
                  <a:lnTo>
                    <a:pt x="591292" y="323902"/>
                  </a:lnTo>
                  <a:lnTo>
                    <a:pt x="591229" y="324095"/>
                  </a:lnTo>
                  <a:lnTo>
                    <a:pt x="591082" y="324133"/>
                  </a:lnTo>
                  <a:lnTo>
                    <a:pt x="590893" y="324224"/>
                  </a:lnTo>
                  <a:lnTo>
                    <a:pt x="590695" y="324296"/>
                  </a:lnTo>
                  <a:lnTo>
                    <a:pt x="590390" y="324420"/>
                  </a:lnTo>
                  <a:lnTo>
                    <a:pt x="590107" y="324527"/>
                  </a:lnTo>
                  <a:lnTo>
                    <a:pt x="589863" y="324649"/>
                  </a:lnTo>
                  <a:lnTo>
                    <a:pt x="589703" y="324698"/>
                  </a:lnTo>
                  <a:lnTo>
                    <a:pt x="589555" y="324876"/>
                  </a:lnTo>
                  <a:lnTo>
                    <a:pt x="589392" y="325133"/>
                  </a:lnTo>
                  <a:lnTo>
                    <a:pt x="589095" y="325591"/>
                  </a:lnTo>
                  <a:lnTo>
                    <a:pt x="588972" y="325817"/>
                  </a:lnTo>
                  <a:lnTo>
                    <a:pt x="588873" y="326039"/>
                  </a:lnTo>
                  <a:lnTo>
                    <a:pt x="588759" y="326240"/>
                  </a:lnTo>
                  <a:lnTo>
                    <a:pt x="588705" y="326410"/>
                  </a:lnTo>
                  <a:lnTo>
                    <a:pt x="588639" y="326688"/>
                  </a:lnTo>
                  <a:lnTo>
                    <a:pt x="588611" y="327021"/>
                  </a:lnTo>
                  <a:lnTo>
                    <a:pt x="588664" y="327184"/>
                  </a:lnTo>
                  <a:lnTo>
                    <a:pt x="588667" y="327428"/>
                  </a:lnTo>
                  <a:lnTo>
                    <a:pt x="588570" y="327985"/>
                  </a:lnTo>
                  <a:lnTo>
                    <a:pt x="588392" y="328016"/>
                  </a:lnTo>
                  <a:lnTo>
                    <a:pt x="587733" y="327392"/>
                  </a:lnTo>
                  <a:lnTo>
                    <a:pt x="587530" y="327235"/>
                  </a:lnTo>
                  <a:lnTo>
                    <a:pt x="587288" y="327064"/>
                  </a:lnTo>
                  <a:lnTo>
                    <a:pt x="586853" y="326822"/>
                  </a:lnTo>
                  <a:lnTo>
                    <a:pt x="586657" y="326688"/>
                  </a:lnTo>
                  <a:lnTo>
                    <a:pt x="586507" y="326509"/>
                  </a:lnTo>
                  <a:lnTo>
                    <a:pt x="586273" y="326296"/>
                  </a:lnTo>
                  <a:lnTo>
                    <a:pt x="586097" y="326143"/>
                  </a:lnTo>
                  <a:lnTo>
                    <a:pt x="585860" y="325942"/>
                  </a:lnTo>
                  <a:lnTo>
                    <a:pt x="585677" y="325744"/>
                  </a:lnTo>
                  <a:lnTo>
                    <a:pt x="585519" y="325599"/>
                  </a:lnTo>
                  <a:lnTo>
                    <a:pt x="585377" y="325441"/>
                  </a:lnTo>
                  <a:lnTo>
                    <a:pt x="585329" y="325120"/>
                  </a:lnTo>
                  <a:lnTo>
                    <a:pt x="585222" y="324952"/>
                  </a:lnTo>
                  <a:lnTo>
                    <a:pt x="585156" y="324817"/>
                  </a:lnTo>
                  <a:lnTo>
                    <a:pt x="585138" y="324680"/>
                  </a:lnTo>
                  <a:lnTo>
                    <a:pt x="585168" y="324408"/>
                  </a:lnTo>
                  <a:lnTo>
                    <a:pt x="585224" y="324242"/>
                  </a:lnTo>
                  <a:lnTo>
                    <a:pt x="585074" y="323858"/>
                  </a:lnTo>
                  <a:lnTo>
                    <a:pt x="585229" y="323474"/>
                  </a:lnTo>
                  <a:lnTo>
                    <a:pt x="585364" y="323415"/>
                  </a:lnTo>
                  <a:lnTo>
                    <a:pt x="585545" y="323146"/>
                  </a:lnTo>
                  <a:lnTo>
                    <a:pt x="585621" y="323006"/>
                  </a:lnTo>
                  <a:lnTo>
                    <a:pt x="585642" y="322841"/>
                  </a:lnTo>
                  <a:lnTo>
                    <a:pt x="585906" y="322401"/>
                  </a:lnTo>
                  <a:lnTo>
                    <a:pt x="586140" y="322274"/>
                  </a:lnTo>
                  <a:lnTo>
                    <a:pt x="586357" y="322146"/>
                  </a:lnTo>
                  <a:lnTo>
                    <a:pt x="586654" y="321994"/>
                  </a:lnTo>
                  <a:lnTo>
                    <a:pt x="586949" y="321766"/>
                  </a:lnTo>
                  <a:lnTo>
                    <a:pt x="586934" y="321520"/>
                  </a:lnTo>
                  <a:lnTo>
                    <a:pt x="586888" y="321241"/>
                  </a:lnTo>
                  <a:lnTo>
                    <a:pt x="586807" y="321022"/>
                  </a:lnTo>
                  <a:lnTo>
                    <a:pt x="586743" y="320813"/>
                  </a:lnTo>
                  <a:lnTo>
                    <a:pt x="586901" y="320364"/>
                  </a:lnTo>
                  <a:lnTo>
                    <a:pt x="587273" y="320006"/>
                  </a:lnTo>
                  <a:lnTo>
                    <a:pt x="587456" y="319891"/>
                  </a:lnTo>
                  <a:lnTo>
                    <a:pt x="587659" y="319789"/>
                  </a:lnTo>
                  <a:lnTo>
                    <a:pt x="587866" y="319698"/>
                  </a:lnTo>
                  <a:lnTo>
                    <a:pt x="588072" y="319688"/>
                  </a:lnTo>
                  <a:lnTo>
                    <a:pt x="588339" y="319634"/>
                  </a:lnTo>
                  <a:lnTo>
                    <a:pt x="588789" y="319634"/>
                  </a:lnTo>
                  <a:lnTo>
                    <a:pt x="589044" y="319481"/>
                  </a:lnTo>
                  <a:lnTo>
                    <a:pt x="589194" y="319283"/>
                  </a:lnTo>
                  <a:lnTo>
                    <a:pt x="589339" y="319087"/>
                  </a:lnTo>
                  <a:lnTo>
                    <a:pt x="589425" y="318932"/>
                  </a:lnTo>
                  <a:lnTo>
                    <a:pt x="589484" y="318768"/>
                  </a:lnTo>
                  <a:lnTo>
                    <a:pt x="589527" y="318609"/>
                  </a:lnTo>
                  <a:lnTo>
                    <a:pt x="589601" y="318481"/>
                  </a:lnTo>
                  <a:lnTo>
                    <a:pt x="589764" y="318245"/>
                  </a:lnTo>
                  <a:lnTo>
                    <a:pt x="590039" y="318123"/>
                  </a:lnTo>
                  <a:lnTo>
                    <a:pt x="590178" y="318077"/>
                  </a:lnTo>
                  <a:lnTo>
                    <a:pt x="590367" y="317822"/>
                  </a:lnTo>
                  <a:lnTo>
                    <a:pt x="590718" y="317342"/>
                  </a:lnTo>
                  <a:lnTo>
                    <a:pt x="591164" y="315925"/>
                  </a:lnTo>
                  <a:lnTo>
                    <a:pt x="591067" y="315735"/>
                  </a:lnTo>
                  <a:lnTo>
                    <a:pt x="590937" y="315485"/>
                  </a:lnTo>
                  <a:lnTo>
                    <a:pt x="590186" y="310932"/>
                  </a:lnTo>
                  <a:lnTo>
                    <a:pt x="590130" y="310611"/>
                  </a:lnTo>
                  <a:lnTo>
                    <a:pt x="590097" y="310367"/>
                  </a:lnTo>
                  <a:lnTo>
                    <a:pt x="590028" y="310166"/>
                  </a:lnTo>
                  <a:lnTo>
                    <a:pt x="590031" y="309820"/>
                  </a:lnTo>
                  <a:lnTo>
                    <a:pt x="590070" y="309487"/>
                  </a:lnTo>
                  <a:lnTo>
                    <a:pt x="590135" y="309237"/>
                  </a:lnTo>
                  <a:lnTo>
                    <a:pt x="590354" y="308841"/>
                  </a:lnTo>
                  <a:lnTo>
                    <a:pt x="590105" y="308644"/>
                  </a:lnTo>
                  <a:lnTo>
                    <a:pt x="589804" y="308433"/>
                  </a:lnTo>
                  <a:lnTo>
                    <a:pt x="589489" y="308250"/>
                  </a:lnTo>
                  <a:lnTo>
                    <a:pt x="589296" y="308092"/>
                  </a:lnTo>
                  <a:lnTo>
                    <a:pt x="589235" y="307945"/>
                  </a:lnTo>
                  <a:lnTo>
                    <a:pt x="589102" y="307784"/>
                  </a:lnTo>
                  <a:lnTo>
                    <a:pt x="589072" y="307614"/>
                  </a:lnTo>
                  <a:lnTo>
                    <a:pt x="589028" y="307301"/>
                  </a:lnTo>
                  <a:lnTo>
                    <a:pt x="588939" y="306828"/>
                  </a:lnTo>
                  <a:lnTo>
                    <a:pt x="588873" y="306545"/>
                  </a:lnTo>
                  <a:lnTo>
                    <a:pt x="588779" y="306212"/>
                  </a:lnTo>
                  <a:lnTo>
                    <a:pt x="588759" y="305970"/>
                  </a:lnTo>
                  <a:lnTo>
                    <a:pt x="588782" y="305578"/>
                  </a:lnTo>
                  <a:lnTo>
                    <a:pt x="588820" y="305125"/>
                  </a:lnTo>
                  <a:lnTo>
                    <a:pt x="588822" y="304861"/>
                  </a:lnTo>
                  <a:lnTo>
                    <a:pt x="588710" y="304731"/>
                  </a:lnTo>
                  <a:lnTo>
                    <a:pt x="588509" y="304600"/>
                  </a:lnTo>
                  <a:lnTo>
                    <a:pt x="586563" y="304065"/>
                  </a:lnTo>
                  <a:lnTo>
                    <a:pt x="586392" y="303883"/>
                  </a:lnTo>
                  <a:lnTo>
                    <a:pt x="586229" y="303639"/>
                  </a:lnTo>
                  <a:lnTo>
                    <a:pt x="586125" y="303380"/>
                  </a:lnTo>
                  <a:lnTo>
                    <a:pt x="586130" y="303090"/>
                  </a:lnTo>
                  <a:lnTo>
                    <a:pt x="586219" y="302802"/>
                  </a:lnTo>
                  <a:lnTo>
                    <a:pt x="586224" y="302515"/>
                  </a:lnTo>
                  <a:lnTo>
                    <a:pt x="586270" y="302207"/>
                  </a:lnTo>
                  <a:lnTo>
                    <a:pt x="586364" y="301871"/>
                  </a:lnTo>
                  <a:lnTo>
                    <a:pt x="586344" y="301657"/>
                  </a:lnTo>
                  <a:lnTo>
                    <a:pt x="586097" y="301517"/>
                  </a:lnTo>
                  <a:lnTo>
                    <a:pt x="585957" y="301385"/>
                  </a:lnTo>
                  <a:lnTo>
                    <a:pt x="585952" y="301112"/>
                  </a:lnTo>
                  <a:lnTo>
                    <a:pt x="585914" y="300868"/>
                  </a:lnTo>
                  <a:lnTo>
                    <a:pt x="585830" y="300639"/>
                  </a:lnTo>
                  <a:lnTo>
                    <a:pt x="585708" y="300438"/>
                  </a:lnTo>
                  <a:lnTo>
                    <a:pt x="585405" y="300181"/>
                  </a:lnTo>
                  <a:lnTo>
                    <a:pt x="585171" y="300057"/>
                  </a:lnTo>
                  <a:lnTo>
                    <a:pt x="584928" y="299880"/>
                  </a:lnTo>
                  <a:lnTo>
                    <a:pt x="585265" y="298841"/>
                  </a:lnTo>
                  <a:lnTo>
                    <a:pt x="585074" y="298724"/>
                  </a:lnTo>
                  <a:lnTo>
                    <a:pt x="584596" y="298462"/>
                  </a:lnTo>
                  <a:lnTo>
                    <a:pt x="584479" y="298024"/>
                  </a:lnTo>
                  <a:lnTo>
                    <a:pt x="584466" y="297792"/>
                  </a:lnTo>
                  <a:lnTo>
                    <a:pt x="584430" y="297602"/>
                  </a:lnTo>
                  <a:lnTo>
                    <a:pt x="584479" y="297202"/>
                  </a:lnTo>
                  <a:lnTo>
                    <a:pt x="584514" y="297021"/>
                  </a:lnTo>
                  <a:lnTo>
                    <a:pt x="584423" y="296787"/>
                  </a:lnTo>
                  <a:lnTo>
                    <a:pt x="584374" y="296640"/>
                  </a:lnTo>
                  <a:lnTo>
                    <a:pt x="584326" y="296507"/>
                  </a:lnTo>
                  <a:lnTo>
                    <a:pt x="583906" y="295757"/>
                  </a:lnTo>
                  <a:lnTo>
                    <a:pt x="583924" y="295617"/>
                  </a:lnTo>
                  <a:lnTo>
                    <a:pt x="583977" y="295436"/>
                  </a:lnTo>
                  <a:lnTo>
                    <a:pt x="583980" y="295306"/>
                  </a:lnTo>
                  <a:lnTo>
                    <a:pt x="584031" y="294451"/>
                  </a:lnTo>
                  <a:lnTo>
                    <a:pt x="583995" y="294070"/>
                  </a:lnTo>
                  <a:lnTo>
                    <a:pt x="583886" y="293884"/>
                  </a:lnTo>
                  <a:lnTo>
                    <a:pt x="583657" y="293586"/>
                  </a:lnTo>
                  <a:lnTo>
                    <a:pt x="582443" y="292688"/>
                  </a:lnTo>
                  <a:lnTo>
                    <a:pt x="582392" y="292517"/>
                  </a:lnTo>
                  <a:lnTo>
                    <a:pt x="582720" y="292011"/>
                  </a:lnTo>
                  <a:lnTo>
                    <a:pt x="582977" y="292016"/>
                  </a:lnTo>
                  <a:lnTo>
                    <a:pt x="583105" y="291970"/>
                  </a:lnTo>
                  <a:lnTo>
                    <a:pt x="583257" y="291897"/>
                  </a:lnTo>
                  <a:lnTo>
                    <a:pt x="583509" y="291726"/>
                  </a:lnTo>
                  <a:lnTo>
                    <a:pt x="583728" y="291469"/>
                  </a:lnTo>
                  <a:lnTo>
                    <a:pt x="584074" y="291133"/>
                  </a:lnTo>
                  <a:lnTo>
                    <a:pt x="584155" y="290988"/>
                  </a:lnTo>
                  <a:lnTo>
                    <a:pt x="584468" y="290609"/>
                  </a:lnTo>
                  <a:lnTo>
                    <a:pt x="584664" y="290484"/>
                  </a:lnTo>
                  <a:lnTo>
                    <a:pt x="585000" y="290530"/>
                  </a:lnTo>
                  <a:lnTo>
                    <a:pt x="585456" y="290568"/>
                  </a:lnTo>
                  <a:lnTo>
                    <a:pt x="586005" y="290609"/>
                  </a:lnTo>
                  <a:lnTo>
                    <a:pt x="586377" y="290657"/>
                  </a:lnTo>
                  <a:lnTo>
                    <a:pt x="586555" y="290662"/>
                  </a:lnTo>
                  <a:lnTo>
                    <a:pt x="588220" y="288924"/>
                  </a:lnTo>
                  <a:lnTo>
                    <a:pt x="589906" y="287599"/>
                  </a:lnTo>
                  <a:lnTo>
                    <a:pt x="590126" y="287093"/>
                  </a:lnTo>
                  <a:lnTo>
                    <a:pt x="590120" y="286691"/>
                  </a:lnTo>
                  <a:lnTo>
                    <a:pt x="590381" y="285810"/>
                  </a:lnTo>
                  <a:lnTo>
                    <a:pt x="590643" y="285329"/>
                  </a:lnTo>
                  <a:lnTo>
                    <a:pt x="590820" y="284549"/>
                  </a:lnTo>
                  <a:lnTo>
                    <a:pt x="590397" y="283444"/>
                  </a:lnTo>
                  <a:lnTo>
                    <a:pt x="590302" y="283195"/>
                  </a:lnTo>
                  <a:lnTo>
                    <a:pt x="589652" y="282525"/>
                  </a:lnTo>
                  <a:lnTo>
                    <a:pt x="589501" y="282533"/>
                  </a:lnTo>
                  <a:lnTo>
                    <a:pt x="589258" y="282087"/>
                  </a:lnTo>
                  <a:lnTo>
                    <a:pt x="589634" y="281400"/>
                  </a:lnTo>
                  <a:lnTo>
                    <a:pt x="589780" y="281134"/>
                  </a:lnTo>
                  <a:lnTo>
                    <a:pt x="589641" y="280348"/>
                  </a:lnTo>
                  <a:lnTo>
                    <a:pt x="589524" y="279682"/>
                  </a:lnTo>
                  <a:lnTo>
                    <a:pt x="589363" y="279377"/>
                  </a:lnTo>
                  <a:lnTo>
                    <a:pt x="589267" y="279194"/>
                  </a:lnTo>
                  <a:lnTo>
                    <a:pt x="588944" y="278581"/>
                  </a:lnTo>
                  <a:lnTo>
                    <a:pt x="588597" y="277921"/>
                  </a:lnTo>
                  <a:lnTo>
                    <a:pt x="588199" y="277166"/>
                  </a:lnTo>
                  <a:lnTo>
                    <a:pt x="588027" y="276247"/>
                  </a:lnTo>
                  <a:lnTo>
                    <a:pt x="587809" y="275093"/>
                  </a:lnTo>
                  <a:lnTo>
                    <a:pt x="589538" y="274464"/>
                  </a:lnTo>
                  <a:lnTo>
                    <a:pt x="589728" y="274326"/>
                  </a:lnTo>
                  <a:lnTo>
                    <a:pt x="590026" y="274077"/>
                  </a:lnTo>
                  <a:lnTo>
                    <a:pt x="590331" y="273835"/>
                  </a:lnTo>
                  <a:lnTo>
                    <a:pt x="590591" y="273548"/>
                  </a:lnTo>
                  <a:lnTo>
                    <a:pt x="590858" y="273342"/>
                  </a:lnTo>
                  <a:lnTo>
                    <a:pt x="591033" y="273186"/>
                  </a:lnTo>
                  <a:lnTo>
                    <a:pt x="590993" y="272919"/>
                  </a:lnTo>
                  <a:lnTo>
                    <a:pt x="590977" y="272634"/>
                  </a:lnTo>
                  <a:lnTo>
                    <a:pt x="591023" y="272443"/>
                  </a:lnTo>
                  <a:lnTo>
                    <a:pt x="591127" y="272179"/>
                  </a:lnTo>
                  <a:lnTo>
                    <a:pt x="591199" y="271973"/>
                  </a:lnTo>
                  <a:lnTo>
                    <a:pt x="591311" y="271762"/>
                  </a:lnTo>
                  <a:lnTo>
                    <a:pt x="591547" y="271591"/>
                  </a:lnTo>
                  <a:lnTo>
                    <a:pt x="591807" y="271331"/>
                  </a:lnTo>
                  <a:lnTo>
                    <a:pt x="592138" y="271161"/>
                  </a:lnTo>
                  <a:lnTo>
                    <a:pt x="592428" y="270825"/>
                  </a:lnTo>
                  <a:lnTo>
                    <a:pt x="592738" y="270568"/>
                  </a:lnTo>
                  <a:lnTo>
                    <a:pt x="593049" y="270306"/>
                  </a:lnTo>
                  <a:lnTo>
                    <a:pt x="593199" y="270128"/>
                  </a:lnTo>
                  <a:lnTo>
                    <a:pt x="593392" y="269927"/>
                  </a:lnTo>
                  <a:lnTo>
                    <a:pt x="593647" y="269871"/>
                  </a:lnTo>
                  <a:lnTo>
                    <a:pt x="593942" y="270053"/>
                  </a:lnTo>
                  <a:lnTo>
                    <a:pt x="594201" y="270263"/>
                  </a:lnTo>
                  <a:lnTo>
                    <a:pt x="594593" y="270591"/>
                  </a:lnTo>
                  <a:lnTo>
                    <a:pt x="594840" y="270881"/>
                  </a:lnTo>
                  <a:lnTo>
                    <a:pt x="595059" y="270879"/>
                  </a:lnTo>
                  <a:lnTo>
                    <a:pt x="595351" y="270736"/>
                  </a:lnTo>
                  <a:lnTo>
                    <a:pt x="595486" y="270723"/>
                  </a:lnTo>
                  <a:lnTo>
                    <a:pt x="595644" y="270795"/>
                  </a:lnTo>
                  <a:lnTo>
                    <a:pt x="595926" y="270912"/>
                  </a:lnTo>
                  <a:lnTo>
                    <a:pt x="596079" y="271113"/>
                  </a:lnTo>
                  <a:lnTo>
                    <a:pt x="596181" y="271382"/>
                  </a:lnTo>
                  <a:lnTo>
                    <a:pt x="596316" y="271619"/>
                  </a:lnTo>
                  <a:lnTo>
                    <a:pt x="596529" y="271756"/>
                  </a:lnTo>
                  <a:lnTo>
                    <a:pt x="596830" y="271899"/>
                  </a:lnTo>
                  <a:lnTo>
                    <a:pt x="597059" y="272013"/>
                  </a:lnTo>
                  <a:lnTo>
                    <a:pt x="597563" y="271980"/>
                  </a:lnTo>
                  <a:lnTo>
                    <a:pt x="597814" y="271919"/>
                  </a:lnTo>
                  <a:lnTo>
                    <a:pt x="598021" y="271868"/>
                  </a:lnTo>
                  <a:lnTo>
                    <a:pt x="600021" y="269789"/>
                  </a:lnTo>
                  <a:lnTo>
                    <a:pt x="600181" y="269581"/>
                  </a:lnTo>
                  <a:lnTo>
                    <a:pt x="600308" y="269436"/>
                  </a:lnTo>
                  <a:lnTo>
                    <a:pt x="600580" y="269232"/>
                  </a:lnTo>
                  <a:lnTo>
                    <a:pt x="600822" y="269156"/>
                  </a:lnTo>
                  <a:lnTo>
                    <a:pt x="601021" y="269054"/>
                  </a:lnTo>
                  <a:lnTo>
                    <a:pt x="601272" y="268866"/>
                  </a:lnTo>
                  <a:lnTo>
                    <a:pt x="601295" y="268690"/>
                  </a:lnTo>
                  <a:lnTo>
                    <a:pt x="601336" y="268497"/>
                  </a:lnTo>
                  <a:lnTo>
                    <a:pt x="601440" y="268174"/>
                  </a:lnTo>
                  <a:lnTo>
                    <a:pt x="601730" y="267754"/>
                  </a:lnTo>
                  <a:lnTo>
                    <a:pt x="601448" y="267275"/>
                  </a:lnTo>
                  <a:lnTo>
                    <a:pt x="601612" y="266819"/>
                  </a:lnTo>
                  <a:lnTo>
                    <a:pt x="601712" y="266545"/>
                  </a:lnTo>
                  <a:lnTo>
                    <a:pt x="601895" y="266039"/>
                  </a:lnTo>
                  <a:lnTo>
                    <a:pt x="602401" y="264658"/>
                  </a:lnTo>
                  <a:lnTo>
                    <a:pt x="602648" y="264095"/>
                  </a:lnTo>
                  <a:lnTo>
                    <a:pt x="601361" y="259227"/>
                  </a:lnTo>
                  <a:lnTo>
                    <a:pt x="601195" y="259071"/>
                  </a:lnTo>
                  <a:lnTo>
                    <a:pt x="601155" y="258911"/>
                  </a:lnTo>
                  <a:lnTo>
                    <a:pt x="601183" y="258670"/>
                  </a:lnTo>
                  <a:lnTo>
                    <a:pt x="601802" y="257054"/>
                  </a:lnTo>
                  <a:lnTo>
                    <a:pt x="601755" y="252550"/>
                  </a:lnTo>
                  <a:lnTo>
                    <a:pt x="601934" y="252559"/>
                  </a:lnTo>
                  <a:lnTo>
                    <a:pt x="602130" y="252711"/>
                  </a:lnTo>
                  <a:lnTo>
                    <a:pt x="602530" y="252648"/>
                  </a:lnTo>
                  <a:lnTo>
                    <a:pt x="602748" y="252781"/>
                  </a:lnTo>
                  <a:lnTo>
                    <a:pt x="602907" y="252763"/>
                  </a:lnTo>
                  <a:lnTo>
                    <a:pt x="603149" y="252659"/>
                  </a:lnTo>
                  <a:lnTo>
                    <a:pt x="603725" y="252031"/>
                  </a:lnTo>
                  <a:lnTo>
                    <a:pt x="604736" y="252147"/>
                  </a:lnTo>
                  <a:lnTo>
                    <a:pt x="605193" y="252220"/>
                  </a:lnTo>
                  <a:lnTo>
                    <a:pt x="606791" y="252381"/>
                  </a:lnTo>
                  <a:lnTo>
                    <a:pt x="607247" y="251899"/>
                  </a:lnTo>
                  <a:lnTo>
                    <a:pt x="607962" y="252597"/>
                  </a:lnTo>
                  <a:lnTo>
                    <a:pt x="608280" y="252571"/>
                  </a:lnTo>
                  <a:lnTo>
                    <a:pt x="608724" y="252404"/>
                  </a:lnTo>
                  <a:lnTo>
                    <a:pt x="608992" y="252521"/>
                  </a:lnTo>
                  <a:lnTo>
                    <a:pt x="609130" y="252342"/>
                  </a:lnTo>
                  <a:lnTo>
                    <a:pt x="610507" y="252342"/>
                  </a:lnTo>
                  <a:lnTo>
                    <a:pt x="610519" y="252622"/>
                  </a:lnTo>
                  <a:lnTo>
                    <a:pt x="611664" y="252470"/>
                  </a:lnTo>
                  <a:lnTo>
                    <a:pt x="612008" y="252266"/>
                  </a:lnTo>
                  <a:lnTo>
                    <a:pt x="612364" y="251859"/>
                  </a:lnTo>
                  <a:lnTo>
                    <a:pt x="612829" y="250183"/>
                  </a:lnTo>
                  <a:lnTo>
                    <a:pt x="612949" y="249747"/>
                  </a:lnTo>
                  <a:lnTo>
                    <a:pt x="612809" y="249671"/>
                  </a:lnTo>
                  <a:lnTo>
                    <a:pt x="612517" y="248984"/>
                  </a:lnTo>
                  <a:lnTo>
                    <a:pt x="612491" y="247940"/>
                  </a:lnTo>
                  <a:lnTo>
                    <a:pt x="612720" y="247660"/>
                  </a:lnTo>
                  <a:lnTo>
                    <a:pt x="612644" y="247508"/>
                  </a:lnTo>
                  <a:lnTo>
                    <a:pt x="612631" y="247202"/>
                  </a:lnTo>
                  <a:lnTo>
                    <a:pt x="613102" y="246910"/>
                  </a:lnTo>
                  <a:lnTo>
                    <a:pt x="613344" y="246859"/>
                  </a:lnTo>
                  <a:lnTo>
                    <a:pt x="613687" y="246528"/>
                  </a:lnTo>
                  <a:lnTo>
                    <a:pt x="614909" y="246019"/>
                  </a:lnTo>
                  <a:lnTo>
                    <a:pt x="615189" y="245917"/>
                  </a:lnTo>
                  <a:lnTo>
                    <a:pt x="615519" y="246019"/>
                  </a:lnTo>
                  <a:lnTo>
                    <a:pt x="615888" y="246261"/>
                  </a:lnTo>
                  <a:lnTo>
                    <a:pt x="616383" y="246258"/>
                  </a:lnTo>
                  <a:lnTo>
                    <a:pt x="616514" y="246395"/>
                  </a:lnTo>
                  <a:lnTo>
                    <a:pt x="616722" y="246354"/>
                  </a:lnTo>
                  <a:lnTo>
                    <a:pt x="617087" y="246283"/>
                  </a:lnTo>
                  <a:lnTo>
                    <a:pt x="617424" y="246217"/>
                  </a:lnTo>
                  <a:lnTo>
                    <a:pt x="617664" y="245910"/>
                  </a:lnTo>
                  <a:lnTo>
                    <a:pt x="617821" y="245709"/>
                  </a:lnTo>
                  <a:lnTo>
                    <a:pt x="619596" y="243440"/>
                  </a:lnTo>
                  <a:lnTo>
                    <a:pt x="619640" y="243663"/>
                  </a:lnTo>
                  <a:lnTo>
                    <a:pt x="619699" y="243939"/>
                  </a:lnTo>
                  <a:lnTo>
                    <a:pt x="619795" y="244071"/>
                  </a:lnTo>
                  <a:lnTo>
                    <a:pt x="620162" y="244273"/>
                  </a:lnTo>
                  <a:lnTo>
                    <a:pt x="620426" y="244013"/>
                  </a:lnTo>
                  <a:lnTo>
                    <a:pt x="620566" y="243841"/>
                  </a:lnTo>
                  <a:lnTo>
                    <a:pt x="621087" y="243308"/>
                  </a:lnTo>
                  <a:lnTo>
                    <a:pt x="620956" y="243037"/>
                  </a:lnTo>
                  <a:lnTo>
                    <a:pt x="620901" y="242884"/>
                  </a:lnTo>
                  <a:lnTo>
                    <a:pt x="620952" y="242735"/>
                  </a:lnTo>
                  <a:lnTo>
                    <a:pt x="620866" y="242435"/>
                  </a:lnTo>
                  <a:lnTo>
                    <a:pt x="620945" y="241847"/>
                  </a:lnTo>
                  <a:lnTo>
                    <a:pt x="621190" y="241531"/>
                  </a:lnTo>
                  <a:lnTo>
                    <a:pt x="621221" y="241380"/>
                  </a:lnTo>
                  <a:lnTo>
                    <a:pt x="620993" y="240667"/>
                  </a:lnTo>
                  <a:lnTo>
                    <a:pt x="621206" y="240648"/>
                  </a:lnTo>
                  <a:lnTo>
                    <a:pt x="621415" y="240565"/>
                  </a:lnTo>
                  <a:lnTo>
                    <a:pt x="622317" y="239950"/>
                  </a:lnTo>
                  <a:lnTo>
                    <a:pt x="623057" y="239764"/>
                  </a:lnTo>
                  <a:lnTo>
                    <a:pt x="623726" y="239430"/>
                  </a:lnTo>
                  <a:lnTo>
                    <a:pt x="623883" y="239324"/>
                  </a:lnTo>
                  <a:lnTo>
                    <a:pt x="624392" y="239079"/>
                  </a:lnTo>
                  <a:lnTo>
                    <a:pt x="627435" y="238555"/>
                  </a:lnTo>
                  <a:lnTo>
                    <a:pt x="628496" y="238373"/>
                  </a:lnTo>
                  <a:lnTo>
                    <a:pt x="626003" y="222571"/>
                  </a:lnTo>
                  <a:lnTo>
                    <a:pt x="624733" y="222682"/>
                  </a:lnTo>
                  <a:lnTo>
                    <a:pt x="617250" y="223334"/>
                  </a:lnTo>
                  <a:lnTo>
                    <a:pt x="616384" y="219441"/>
                  </a:lnTo>
                  <a:lnTo>
                    <a:pt x="617962" y="212037"/>
                  </a:lnTo>
                  <a:lnTo>
                    <a:pt x="623382" y="202978"/>
                  </a:lnTo>
                  <a:lnTo>
                    <a:pt x="625799" y="195446"/>
                  </a:lnTo>
                  <a:lnTo>
                    <a:pt x="634451" y="188907"/>
                  </a:lnTo>
                  <a:lnTo>
                    <a:pt x="630568" y="175936"/>
                  </a:lnTo>
                  <a:lnTo>
                    <a:pt x="627958" y="167214"/>
                  </a:lnTo>
                  <a:lnTo>
                    <a:pt x="629377" y="164705"/>
                  </a:lnTo>
                  <a:lnTo>
                    <a:pt x="631514" y="160926"/>
                  </a:lnTo>
                  <a:lnTo>
                    <a:pt x="634638" y="155401"/>
                  </a:lnTo>
                  <a:lnTo>
                    <a:pt x="634978" y="154800"/>
                  </a:lnTo>
                  <a:lnTo>
                    <a:pt x="641069" y="144028"/>
                  </a:lnTo>
                  <a:lnTo>
                    <a:pt x="642384" y="141704"/>
                  </a:lnTo>
                  <a:lnTo>
                    <a:pt x="651445" y="125681"/>
                  </a:lnTo>
                  <a:lnTo>
                    <a:pt x="653479" y="122084"/>
                  </a:lnTo>
                  <a:lnTo>
                    <a:pt x="658164" y="104458"/>
                  </a:lnTo>
                  <a:lnTo>
                    <a:pt x="664611" y="80206"/>
                  </a:lnTo>
                  <a:lnTo>
                    <a:pt x="666337" y="73714"/>
                  </a:lnTo>
                  <a:lnTo>
                    <a:pt x="667220" y="70394"/>
                  </a:lnTo>
                  <a:lnTo>
                    <a:pt x="669822" y="60606"/>
                  </a:lnTo>
                  <a:lnTo>
                    <a:pt x="672426" y="50807"/>
                  </a:lnTo>
                  <a:lnTo>
                    <a:pt x="659739" y="27226"/>
                  </a:lnTo>
                  <a:lnTo>
                    <a:pt x="645090" y="0"/>
                  </a:lnTo>
                  <a:lnTo>
                    <a:pt x="613230" y="16166"/>
                  </a:lnTo>
                  <a:lnTo>
                    <a:pt x="602551" y="21585"/>
                  </a:lnTo>
                  <a:lnTo>
                    <a:pt x="601684" y="22025"/>
                  </a:lnTo>
                  <a:lnTo>
                    <a:pt x="599630" y="23067"/>
                  </a:lnTo>
                  <a:lnTo>
                    <a:pt x="599410" y="23179"/>
                  </a:lnTo>
                  <a:lnTo>
                    <a:pt x="598957" y="23411"/>
                  </a:lnTo>
                  <a:lnTo>
                    <a:pt x="596726" y="24633"/>
                  </a:lnTo>
                  <a:lnTo>
                    <a:pt x="596071" y="25031"/>
                  </a:lnTo>
                  <a:lnTo>
                    <a:pt x="594553" y="25954"/>
                  </a:lnTo>
                  <a:lnTo>
                    <a:pt x="592441" y="27371"/>
                  </a:lnTo>
                  <a:lnTo>
                    <a:pt x="590395" y="28882"/>
                  </a:lnTo>
                  <a:lnTo>
                    <a:pt x="588424" y="30407"/>
                  </a:lnTo>
                  <a:lnTo>
                    <a:pt x="583963" y="33859"/>
                  </a:lnTo>
                  <a:lnTo>
                    <a:pt x="567819" y="46350"/>
                  </a:lnTo>
                  <a:lnTo>
                    <a:pt x="549700" y="60369"/>
                  </a:lnTo>
                  <a:lnTo>
                    <a:pt x="545214" y="63840"/>
                  </a:lnTo>
                  <a:lnTo>
                    <a:pt x="536482" y="70596"/>
                  </a:lnTo>
                  <a:lnTo>
                    <a:pt x="523128" y="80928"/>
                  </a:lnTo>
                  <a:lnTo>
                    <a:pt x="502393" y="96972"/>
                  </a:lnTo>
                  <a:lnTo>
                    <a:pt x="501384" y="97772"/>
                  </a:lnTo>
                  <a:lnTo>
                    <a:pt x="499445" y="99418"/>
                  </a:lnTo>
                  <a:lnTo>
                    <a:pt x="497581" y="101149"/>
                  </a:lnTo>
                  <a:lnTo>
                    <a:pt x="495798" y="102962"/>
                  </a:lnTo>
                  <a:lnTo>
                    <a:pt x="494098" y="104854"/>
                  </a:lnTo>
                  <a:lnTo>
                    <a:pt x="482406" y="118471"/>
                  </a:lnTo>
                  <a:lnTo>
                    <a:pt x="479414" y="121954"/>
                  </a:lnTo>
                  <a:lnTo>
                    <a:pt x="469388" y="133630"/>
                  </a:lnTo>
                  <a:lnTo>
                    <a:pt x="462156" y="142052"/>
                  </a:lnTo>
                  <a:lnTo>
                    <a:pt x="457438" y="147547"/>
                  </a:lnTo>
                  <a:lnTo>
                    <a:pt x="454406" y="151077"/>
                  </a:lnTo>
                  <a:lnTo>
                    <a:pt x="438377" y="169744"/>
                  </a:lnTo>
                  <a:lnTo>
                    <a:pt x="435168" y="173481"/>
                  </a:lnTo>
                  <a:lnTo>
                    <a:pt x="424446" y="185967"/>
                  </a:lnTo>
                  <a:lnTo>
                    <a:pt x="413422" y="198805"/>
                  </a:lnTo>
                  <a:lnTo>
                    <a:pt x="411979" y="200486"/>
                  </a:lnTo>
                  <a:lnTo>
                    <a:pt x="407499" y="205702"/>
                  </a:lnTo>
                  <a:lnTo>
                    <a:pt x="406419" y="206999"/>
                  </a:lnTo>
                  <a:lnTo>
                    <a:pt x="404865" y="209013"/>
                  </a:lnTo>
                  <a:lnTo>
                    <a:pt x="403403" y="211094"/>
                  </a:lnTo>
                  <a:lnTo>
                    <a:pt x="402037" y="213239"/>
                  </a:lnTo>
                  <a:lnTo>
                    <a:pt x="400769" y="215444"/>
                  </a:lnTo>
                  <a:lnTo>
                    <a:pt x="399600" y="217703"/>
                  </a:lnTo>
                  <a:lnTo>
                    <a:pt x="398535" y="220013"/>
                  </a:lnTo>
                  <a:lnTo>
                    <a:pt x="396830" y="223938"/>
                  </a:lnTo>
                  <a:lnTo>
                    <a:pt x="394410" y="229513"/>
                  </a:lnTo>
                  <a:lnTo>
                    <a:pt x="391103" y="237127"/>
                  </a:lnTo>
                  <a:lnTo>
                    <a:pt x="389327" y="241218"/>
                  </a:lnTo>
                  <a:lnTo>
                    <a:pt x="387127" y="244740"/>
                  </a:lnTo>
                  <a:lnTo>
                    <a:pt x="364694" y="280649"/>
                  </a:lnTo>
                  <a:lnTo>
                    <a:pt x="359080" y="289635"/>
                  </a:lnTo>
                  <a:lnTo>
                    <a:pt x="353467" y="298620"/>
                  </a:lnTo>
                  <a:lnTo>
                    <a:pt x="348789" y="306108"/>
                  </a:lnTo>
                  <a:lnTo>
                    <a:pt x="343525" y="314535"/>
                  </a:lnTo>
                  <a:lnTo>
                    <a:pt x="339967" y="320230"/>
                  </a:lnTo>
                  <a:lnTo>
                    <a:pt x="336820" y="322398"/>
                  </a:lnTo>
                  <a:lnTo>
                    <a:pt x="334929" y="323701"/>
                  </a:lnTo>
                  <a:lnTo>
                    <a:pt x="325221" y="330391"/>
                  </a:lnTo>
                  <a:lnTo>
                    <a:pt x="320109" y="333913"/>
                  </a:lnTo>
                  <a:lnTo>
                    <a:pt x="313522" y="338453"/>
                  </a:lnTo>
                  <a:lnTo>
                    <a:pt x="312197" y="339365"/>
                  </a:lnTo>
                  <a:lnTo>
                    <a:pt x="293842" y="352014"/>
                  </a:lnTo>
                  <a:lnTo>
                    <a:pt x="292588" y="352904"/>
                  </a:lnTo>
                  <a:lnTo>
                    <a:pt x="290567" y="354449"/>
                  </a:lnTo>
                  <a:lnTo>
                    <a:pt x="288619" y="356084"/>
                  </a:lnTo>
                  <a:lnTo>
                    <a:pt x="286746" y="357805"/>
                  </a:lnTo>
                  <a:lnTo>
                    <a:pt x="284952" y="359608"/>
                  </a:lnTo>
                  <a:lnTo>
                    <a:pt x="283241" y="361491"/>
                  </a:lnTo>
                  <a:lnTo>
                    <a:pt x="277991" y="367534"/>
                  </a:lnTo>
                  <a:lnTo>
                    <a:pt x="276862" y="368834"/>
                  </a:lnTo>
                  <a:lnTo>
                    <a:pt x="273234" y="373011"/>
                  </a:lnTo>
                  <a:lnTo>
                    <a:pt x="272349" y="374055"/>
                  </a:lnTo>
                  <a:lnTo>
                    <a:pt x="270772" y="376051"/>
                  </a:lnTo>
                  <a:lnTo>
                    <a:pt x="269287" y="378116"/>
                  </a:lnTo>
                  <a:lnTo>
                    <a:pt x="267896" y="380246"/>
                  </a:lnTo>
                  <a:lnTo>
                    <a:pt x="267241" y="381356"/>
                  </a:lnTo>
                  <a:lnTo>
                    <a:pt x="266603" y="382436"/>
                  </a:lnTo>
                  <a:lnTo>
                    <a:pt x="259247" y="395552"/>
                  </a:lnTo>
                  <a:lnTo>
                    <a:pt x="253633" y="405563"/>
                  </a:lnTo>
                  <a:lnTo>
                    <a:pt x="247828" y="415922"/>
                  </a:lnTo>
                  <a:lnTo>
                    <a:pt x="244960" y="421037"/>
                  </a:lnTo>
                  <a:lnTo>
                    <a:pt x="244423" y="421995"/>
                  </a:lnTo>
                  <a:lnTo>
                    <a:pt x="237760" y="433878"/>
                  </a:lnTo>
                  <a:lnTo>
                    <a:pt x="234794" y="439169"/>
                  </a:lnTo>
                  <a:lnTo>
                    <a:pt x="233878" y="440871"/>
                  </a:lnTo>
                  <a:lnTo>
                    <a:pt x="232761" y="443157"/>
                  </a:lnTo>
                  <a:lnTo>
                    <a:pt x="231749" y="445490"/>
                  </a:lnTo>
                  <a:lnTo>
                    <a:pt x="230843" y="447868"/>
                  </a:lnTo>
                  <a:lnTo>
                    <a:pt x="217913" y="484207"/>
                  </a:lnTo>
                  <a:lnTo>
                    <a:pt x="213215" y="497420"/>
                  </a:lnTo>
                  <a:lnTo>
                    <a:pt x="197577" y="508316"/>
                  </a:lnTo>
                  <a:lnTo>
                    <a:pt x="176523" y="522986"/>
                  </a:lnTo>
                  <a:lnTo>
                    <a:pt x="166167" y="530201"/>
                  </a:lnTo>
                  <a:lnTo>
                    <a:pt x="165060" y="530972"/>
                  </a:lnTo>
                  <a:lnTo>
                    <a:pt x="164229" y="531563"/>
                  </a:lnTo>
                  <a:lnTo>
                    <a:pt x="162202" y="533101"/>
                  </a:lnTo>
                  <a:lnTo>
                    <a:pt x="157535" y="536810"/>
                  </a:lnTo>
                  <a:lnTo>
                    <a:pt x="156580" y="537587"/>
                  </a:lnTo>
                  <a:lnTo>
                    <a:pt x="143604" y="548371"/>
                  </a:lnTo>
                  <a:lnTo>
                    <a:pt x="143060" y="548828"/>
                  </a:lnTo>
                  <a:lnTo>
                    <a:pt x="141162" y="550522"/>
                  </a:lnTo>
                  <a:lnTo>
                    <a:pt x="139342" y="552299"/>
                  </a:lnTo>
                  <a:lnTo>
                    <a:pt x="137603" y="554156"/>
                  </a:lnTo>
                  <a:lnTo>
                    <a:pt x="135950" y="556090"/>
                  </a:lnTo>
                  <a:lnTo>
                    <a:pt x="134385" y="558096"/>
                  </a:lnTo>
                  <a:lnTo>
                    <a:pt x="132913" y="560171"/>
                  </a:lnTo>
                  <a:lnTo>
                    <a:pt x="131535" y="562309"/>
                  </a:lnTo>
                  <a:lnTo>
                    <a:pt x="130255" y="564508"/>
                  </a:lnTo>
                  <a:lnTo>
                    <a:pt x="129075" y="566762"/>
                  </a:lnTo>
                  <a:lnTo>
                    <a:pt x="127997" y="569066"/>
                  </a:lnTo>
                  <a:lnTo>
                    <a:pt x="127024" y="571417"/>
                  </a:lnTo>
                  <a:lnTo>
                    <a:pt x="126158" y="573809"/>
                  </a:lnTo>
                  <a:lnTo>
                    <a:pt x="121092" y="588854"/>
                  </a:lnTo>
                  <a:lnTo>
                    <a:pt x="120713" y="590019"/>
                  </a:lnTo>
                  <a:lnTo>
                    <a:pt x="119989" y="592539"/>
                  </a:lnTo>
                  <a:lnTo>
                    <a:pt x="119544" y="594345"/>
                  </a:lnTo>
                  <a:lnTo>
                    <a:pt x="119031" y="596837"/>
                  </a:lnTo>
                  <a:lnTo>
                    <a:pt x="118632" y="599349"/>
                  </a:lnTo>
                  <a:lnTo>
                    <a:pt x="118345" y="601877"/>
                  </a:lnTo>
                  <a:lnTo>
                    <a:pt x="118173" y="604415"/>
                  </a:lnTo>
                  <a:lnTo>
                    <a:pt x="118115" y="606959"/>
                  </a:lnTo>
                  <a:lnTo>
                    <a:pt x="118172" y="609502"/>
                  </a:lnTo>
                  <a:lnTo>
                    <a:pt x="118343" y="612041"/>
                  </a:lnTo>
                  <a:lnTo>
                    <a:pt x="118627" y="614569"/>
                  </a:lnTo>
                  <a:lnTo>
                    <a:pt x="119026" y="617081"/>
                  </a:lnTo>
                  <a:lnTo>
                    <a:pt x="119537" y="619574"/>
                  </a:lnTo>
                  <a:lnTo>
                    <a:pt x="121443" y="627912"/>
                  </a:lnTo>
                  <a:lnTo>
                    <a:pt x="121945" y="629937"/>
                  </a:lnTo>
                  <a:lnTo>
                    <a:pt x="122658" y="632379"/>
                  </a:lnTo>
                  <a:lnTo>
                    <a:pt x="151564" y="723651"/>
                  </a:lnTo>
                  <a:lnTo>
                    <a:pt x="169887" y="781490"/>
                  </a:lnTo>
                  <a:lnTo>
                    <a:pt x="145605" y="806235"/>
                  </a:lnTo>
                  <a:lnTo>
                    <a:pt x="144902" y="806965"/>
                  </a:lnTo>
                  <a:lnTo>
                    <a:pt x="143195" y="808851"/>
                  </a:lnTo>
                  <a:lnTo>
                    <a:pt x="141574" y="810812"/>
                  </a:lnTo>
                  <a:lnTo>
                    <a:pt x="140044" y="812844"/>
                  </a:lnTo>
                  <a:lnTo>
                    <a:pt x="138606" y="814943"/>
                  </a:lnTo>
                  <a:lnTo>
                    <a:pt x="137265" y="817105"/>
                  </a:lnTo>
                  <a:lnTo>
                    <a:pt x="136022" y="819324"/>
                  </a:lnTo>
                  <a:lnTo>
                    <a:pt x="135067" y="821226"/>
                  </a:lnTo>
                  <a:lnTo>
                    <a:pt x="134880" y="821598"/>
                  </a:lnTo>
                  <a:lnTo>
                    <a:pt x="129293" y="833375"/>
                  </a:lnTo>
                  <a:lnTo>
                    <a:pt x="100333" y="894426"/>
                  </a:lnTo>
                  <a:lnTo>
                    <a:pt x="73499" y="950992"/>
                  </a:lnTo>
                  <a:lnTo>
                    <a:pt x="73250" y="951524"/>
                  </a:lnTo>
                  <a:lnTo>
                    <a:pt x="72236" y="953858"/>
                  </a:lnTo>
                  <a:lnTo>
                    <a:pt x="71327" y="956235"/>
                  </a:lnTo>
                  <a:lnTo>
                    <a:pt x="70527" y="958650"/>
                  </a:lnTo>
                  <a:lnTo>
                    <a:pt x="53373" y="1014628"/>
                  </a:lnTo>
                  <a:lnTo>
                    <a:pt x="45854" y="1039164"/>
                  </a:lnTo>
                  <a:lnTo>
                    <a:pt x="30344" y="1089776"/>
                  </a:lnTo>
                  <a:lnTo>
                    <a:pt x="13393" y="1125428"/>
                  </a:lnTo>
                  <a:lnTo>
                    <a:pt x="8831" y="1135023"/>
                  </a:lnTo>
                  <a:lnTo>
                    <a:pt x="4269" y="1144618"/>
                  </a:lnTo>
                  <a:lnTo>
                    <a:pt x="0" y="1153573"/>
                  </a:lnTo>
                  <a:lnTo>
                    <a:pt x="50806" y="1178506"/>
                  </a:lnTo>
                  <a:lnTo>
                    <a:pt x="51032" y="1178666"/>
                  </a:lnTo>
                  <a:lnTo>
                    <a:pt x="93954" y="1209162"/>
                  </a:lnTo>
                  <a:lnTo>
                    <a:pt x="103175" y="1226403"/>
                  </a:lnTo>
                  <a:lnTo>
                    <a:pt x="122974" y="1238421"/>
                  </a:lnTo>
                  <a:lnTo>
                    <a:pt x="139654" y="1248545"/>
                  </a:lnTo>
                  <a:lnTo>
                    <a:pt x="143649" y="1250970"/>
                  </a:lnTo>
                  <a:lnTo>
                    <a:pt x="153131" y="1250723"/>
                  </a:lnTo>
                  <a:lnTo>
                    <a:pt x="155745" y="1257402"/>
                  </a:lnTo>
                  <a:lnTo>
                    <a:pt x="155445" y="1258831"/>
                  </a:lnTo>
                  <a:lnTo>
                    <a:pt x="155301" y="1259518"/>
                  </a:lnTo>
                  <a:lnTo>
                    <a:pt x="155106" y="1260424"/>
                  </a:lnTo>
                  <a:lnTo>
                    <a:pt x="155475" y="1261013"/>
                  </a:lnTo>
                  <a:lnTo>
                    <a:pt x="155809" y="1261548"/>
                  </a:lnTo>
                  <a:lnTo>
                    <a:pt x="156129" y="1262040"/>
                  </a:lnTo>
                  <a:lnTo>
                    <a:pt x="156627" y="1262816"/>
                  </a:lnTo>
                  <a:lnTo>
                    <a:pt x="157066" y="1263003"/>
                  </a:lnTo>
                  <a:lnTo>
                    <a:pt x="157336" y="1263116"/>
                  </a:lnTo>
                  <a:lnTo>
                    <a:pt x="157866" y="1263342"/>
                  </a:lnTo>
                  <a:lnTo>
                    <a:pt x="157603" y="1263627"/>
                  </a:lnTo>
                  <a:lnTo>
                    <a:pt x="157075" y="1264200"/>
                  </a:lnTo>
                  <a:lnTo>
                    <a:pt x="156564" y="1264755"/>
                  </a:lnTo>
                  <a:lnTo>
                    <a:pt x="156099" y="1265259"/>
                  </a:lnTo>
                  <a:lnTo>
                    <a:pt x="155934" y="1265400"/>
                  </a:lnTo>
                  <a:lnTo>
                    <a:pt x="155785" y="1265527"/>
                  </a:lnTo>
                  <a:lnTo>
                    <a:pt x="154983" y="1266215"/>
                  </a:lnTo>
                  <a:lnTo>
                    <a:pt x="154594" y="1266553"/>
                  </a:lnTo>
                  <a:lnTo>
                    <a:pt x="154358" y="1266761"/>
                  </a:lnTo>
                  <a:lnTo>
                    <a:pt x="154173" y="1266907"/>
                  </a:lnTo>
                  <a:lnTo>
                    <a:pt x="153583" y="1267415"/>
                  </a:lnTo>
                  <a:lnTo>
                    <a:pt x="153264" y="1267687"/>
                  </a:lnTo>
                  <a:lnTo>
                    <a:pt x="152942" y="1267964"/>
                  </a:lnTo>
                  <a:lnTo>
                    <a:pt x="153414" y="1268692"/>
                  </a:lnTo>
                  <a:lnTo>
                    <a:pt x="153517" y="1268852"/>
                  </a:lnTo>
                  <a:lnTo>
                    <a:pt x="153133" y="1269102"/>
                  </a:lnTo>
                  <a:lnTo>
                    <a:pt x="153280" y="1269411"/>
                  </a:lnTo>
                  <a:lnTo>
                    <a:pt x="153270" y="1269893"/>
                  </a:lnTo>
                  <a:lnTo>
                    <a:pt x="153194" y="1270125"/>
                  </a:lnTo>
                  <a:lnTo>
                    <a:pt x="152962" y="1270915"/>
                  </a:lnTo>
                  <a:lnTo>
                    <a:pt x="152514" y="1272490"/>
                  </a:lnTo>
                  <a:lnTo>
                    <a:pt x="152212" y="1273556"/>
                  </a:lnTo>
                  <a:lnTo>
                    <a:pt x="150023" y="1274467"/>
                  </a:lnTo>
                  <a:lnTo>
                    <a:pt x="149355" y="1275831"/>
                  </a:lnTo>
                  <a:lnTo>
                    <a:pt x="147647" y="1276497"/>
                  </a:lnTo>
                  <a:lnTo>
                    <a:pt x="147420" y="1277164"/>
                  </a:lnTo>
                  <a:lnTo>
                    <a:pt x="149061" y="1277234"/>
                  </a:lnTo>
                  <a:lnTo>
                    <a:pt x="149249" y="1277242"/>
                  </a:lnTo>
                  <a:lnTo>
                    <a:pt x="149560" y="1277256"/>
                  </a:lnTo>
                  <a:lnTo>
                    <a:pt x="149895" y="1277273"/>
                  </a:lnTo>
                  <a:lnTo>
                    <a:pt x="150326" y="1277312"/>
                  </a:lnTo>
                  <a:lnTo>
                    <a:pt x="150604" y="1277337"/>
                  </a:lnTo>
                  <a:lnTo>
                    <a:pt x="150858" y="1277360"/>
                  </a:lnTo>
                  <a:lnTo>
                    <a:pt x="151485" y="1277294"/>
                  </a:lnTo>
                  <a:lnTo>
                    <a:pt x="152165" y="1277065"/>
                  </a:lnTo>
                  <a:lnTo>
                    <a:pt x="152901" y="1277006"/>
                  </a:lnTo>
                  <a:lnTo>
                    <a:pt x="155021" y="1277247"/>
                  </a:lnTo>
                  <a:lnTo>
                    <a:pt x="156233" y="1275692"/>
                  </a:lnTo>
                  <a:lnTo>
                    <a:pt x="156364" y="1275380"/>
                  </a:lnTo>
                  <a:lnTo>
                    <a:pt x="156411" y="1275097"/>
                  </a:lnTo>
                  <a:lnTo>
                    <a:pt x="156557" y="1274852"/>
                  </a:lnTo>
                  <a:lnTo>
                    <a:pt x="157259" y="1274403"/>
                  </a:lnTo>
                  <a:lnTo>
                    <a:pt x="157443" y="1274616"/>
                  </a:lnTo>
                  <a:lnTo>
                    <a:pt x="157798" y="1275006"/>
                  </a:lnTo>
                  <a:lnTo>
                    <a:pt x="157959" y="1275175"/>
                  </a:lnTo>
                  <a:lnTo>
                    <a:pt x="158101" y="1275274"/>
                  </a:lnTo>
                  <a:lnTo>
                    <a:pt x="158388" y="1275425"/>
                  </a:lnTo>
                  <a:lnTo>
                    <a:pt x="158822" y="1275702"/>
                  </a:lnTo>
                  <a:lnTo>
                    <a:pt x="159359" y="1276127"/>
                  </a:lnTo>
                  <a:lnTo>
                    <a:pt x="159652" y="1276438"/>
                  </a:lnTo>
                  <a:lnTo>
                    <a:pt x="159814" y="1276495"/>
                  </a:lnTo>
                  <a:lnTo>
                    <a:pt x="160120" y="1276573"/>
                  </a:lnTo>
                  <a:lnTo>
                    <a:pt x="160061" y="1277305"/>
                  </a:lnTo>
                  <a:lnTo>
                    <a:pt x="165350" y="1277474"/>
                  </a:lnTo>
                  <a:lnTo>
                    <a:pt x="166157" y="1277759"/>
                  </a:lnTo>
                  <a:lnTo>
                    <a:pt x="166785" y="1277751"/>
                  </a:lnTo>
                  <a:lnTo>
                    <a:pt x="167786" y="1277998"/>
                  </a:lnTo>
                  <a:lnTo>
                    <a:pt x="167763" y="1278361"/>
                  </a:lnTo>
                  <a:lnTo>
                    <a:pt x="167252" y="1280632"/>
                  </a:lnTo>
                  <a:lnTo>
                    <a:pt x="167226" y="1281042"/>
                  </a:lnTo>
                  <a:lnTo>
                    <a:pt x="166198" y="1283360"/>
                  </a:lnTo>
                  <a:lnTo>
                    <a:pt x="166034" y="1284400"/>
                  </a:lnTo>
                  <a:lnTo>
                    <a:pt x="166276" y="1285767"/>
                  </a:lnTo>
                  <a:lnTo>
                    <a:pt x="166315" y="1287044"/>
                  </a:lnTo>
                  <a:lnTo>
                    <a:pt x="165764" y="1288332"/>
                  </a:lnTo>
                  <a:lnTo>
                    <a:pt x="166360" y="1288449"/>
                  </a:lnTo>
                  <a:lnTo>
                    <a:pt x="166594" y="1290069"/>
                  </a:lnTo>
                  <a:lnTo>
                    <a:pt x="166680" y="1290524"/>
                  </a:lnTo>
                  <a:lnTo>
                    <a:pt x="166751" y="1290809"/>
                  </a:lnTo>
                  <a:lnTo>
                    <a:pt x="166996" y="1291982"/>
                  </a:lnTo>
                  <a:lnTo>
                    <a:pt x="170550" y="1296470"/>
                  </a:lnTo>
                  <a:lnTo>
                    <a:pt x="171239" y="1297161"/>
                  </a:lnTo>
                  <a:lnTo>
                    <a:pt x="172285" y="1296848"/>
                  </a:lnTo>
                  <a:lnTo>
                    <a:pt x="173155" y="1296588"/>
                  </a:lnTo>
                  <a:lnTo>
                    <a:pt x="173353" y="1296529"/>
                  </a:lnTo>
                  <a:lnTo>
                    <a:pt x="174782" y="1296101"/>
                  </a:lnTo>
                  <a:lnTo>
                    <a:pt x="175731" y="1296835"/>
                  </a:lnTo>
                  <a:lnTo>
                    <a:pt x="176154" y="1297162"/>
                  </a:lnTo>
                  <a:lnTo>
                    <a:pt x="176822" y="1297678"/>
                  </a:lnTo>
                  <a:lnTo>
                    <a:pt x="175953" y="1294842"/>
                  </a:lnTo>
                  <a:lnTo>
                    <a:pt x="175596" y="1293677"/>
                  </a:lnTo>
                  <a:lnTo>
                    <a:pt x="175923" y="1293781"/>
                  </a:lnTo>
                  <a:lnTo>
                    <a:pt x="176595" y="1292247"/>
                  </a:lnTo>
                  <a:lnTo>
                    <a:pt x="177427" y="1291242"/>
                  </a:lnTo>
                  <a:lnTo>
                    <a:pt x="179100" y="1292057"/>
                  </a:lnTo>
                  <a:lnTo>
                    <a:pt x="179260" y="1292136"/>
                  </a:lnTo>
                  <a:lnTo>
                    <a:pt x="179367" y="1292330"/>
                  </a:lnTo>
                  <a:lnTo>
                    <a:pt x="179558" y="1292668"/>
                  </a:lnTo>
                  <a:lnTo>
                    <a:pt x="179573" y="1292940"/>
                  </a:lnTo>
                  <a:lnTo>
                    <a:pt x="179591" y="1293274"/>
                  </a:lnTo>
                  <a:lnTo>
                    <a:pt x="179970" y="1294312"/>
                  </a:lnTo>
                  <a:lnTo>
                    <a:pt x="180071" y="1294604"/>
                  </a:lnTo>
                  <a:lnTo>
                    <a:pt x="180398" y="1295517"/>
                  </a:lnTo>
                  <a:lnTo>
                    <a:pt x="180557" y="1295788"/>
                  </a:lnTo>
                  <a:lnTo>
                    <a:pt x="183484" y="1297657"/>
                  </a:lnTo>
                  <a:lnTo>
                    <a:pt x="184006" y="1297988"/>
                  </a:lnTo>
                  <a:lnTo>
                    <a:pt x="182944" y="1299441"/>
                  </a:lnTo>
                  <a:lnTo>
                    <a:pt x="182468" y="1300525"/>
                  </a:lnTo>
                  <a:lnTo>
                    <a:pt x="182499" y="1302684"/>
                  </a:lnTo>
                  <a:lnTo>
                    <a:pt x="182785" y="1303079"/>
                  </a:lnTo>
                  <a:lnTo>
                    <a:pt x="182969" y="1303420"/>
                  </a:lnTo>
                  <a:lnTo>
                    <a:pt x="183233" y="1303907"/>
                  </a:lnTo>
                  <a:lnTo>
                    <a:pt x="183487" y="1304158"/>
                  </a:lnTo>
                  <a:lnTo>
                    <a:pt x="184029" y="1304611"/>
                  </a:lnTo>
                  <a:lnTo>
                    <a:pt x="184236" y="1304753"/>
                  </a:lnTo>
                  <a:lnTo>
                    <a:pt x="184477" y="1304951"/>
                  </a:lnTo>
                  <a:lnTo>
                    <a:pt x="184728" y="1305206"/>
                  </a:lnTo>
                  <a:lnTo>
                    <a:pt x="185011" y="1305476"/>
                  </a:lnTo>
                  <a:lnTo>
                    <a:pt x="185326" y="1305596"/>
                  </a:lnTo>
                  <a:lnTo>
                    <a:pt x="185947" y="1305296"/>
                  </a:lnTo>
                  <a:lnTo>
                    <a:pt x="186146" y="1305456"/>
                  </a:lnTo>
                  <a:lnTo>
                    <a:pt x="186451" y="1305712"/>
                  </a:lnTo>
                  <a:lnTo>
                    <a:pt x="186741" y="1305897"/>
                  </a:lnTo>
                  <a:lnTo>
                    <a:pt x="187046" y="1306092"/>
                  </a:lnTo>
                  <a:lnTo>
                    <a:pt x="187560" y="1306349"/>
                  </a:lnTo>
                  <a:lnTo>
                    <a:pt x="188591" y="1306829"/>
                  </a:lnTo>
                  <a:lnTo>
                    <a:pt x="189181" y="1307030"/>
                  </a:lnTo>
                  <a:lnTo>
                    <a:pt x="189427" y="1306848"/>
                  </a:lnTo>
                  <a:lnTo>
                    <a:pt x="190392" y="1306132"/>
                  </a:lnTo>
                  <a:lnTo>
                    <a:pt x="191798" y="1308196"/>
                  </a:lnTo>
                  <a:lnTo>
                    <a:pt x="192138" y="1308436"/>
                  </a:lnTo>
                  <a:lnTo>
                    <a:pt x="193327" y="1309276"/>
                  </a:lnTo>
                  <a:lnTo>
                    <a:pt x="193742" y="1309568"/>
                  </a:lnTo>
                  <a:lnTo>
                    <a:pt x="194102" y="1309360"/>
                  </a:lnTo>
                  <a:lnTo>
                    <a:pt x="194535" y="1309052"/>
                  </a:lnTo>
                  <a:lnTo>
                    <a:pt x="194891" y="1308836"/>
                  </a:lnTo>
                  <a:lnTo>
                    <a:pt x="195331" y="1308561"/>
                  </a:lnTo>
                  <a:lnTo>
                    <a:pt x="195669" y="1308360"/>
                  </a:lnTo>
                  <a:lnTo>
                    <a:pt x="195917" y="1308213"/>
                  </a:lnTo>
                  <a:lnTo>
                    <a:pt x="196700" y="1307757"/>
                  </a:lnTo>
                  <a:lnTo>
                    <a:pt x="197469" y="1307319"/>
                  </a:lnTo>
                  <a:lnTo>
                    <a:pt x="198110" y="1306869"/>
                  </a:lnTo>
                  <a:lnTo>
                    <a:pt x="198911" y="1306411"/>
                  </a:lnTo>
                  <a:lnTo>
                    <a:pt x="199868" y="1305833"/>
                  </a:lnTo>
                  <a:lnTo>
                    <a:pt x="200563" y="1305386"/>
                  </a:lnTo>
                  <a:lnTo>
                    <a:pt x="201375" y="1304915"/>
                  </a:lnTo>
                  <a:lnTo>
                    <a:pt x="202084" y="1304498"/>
                  </a:lnTo>
                  <a:lnTo>
                    <a:pt x="202708" y="1304098"/>
                  </a:lnTo>
                  <a:lnTo>
                    <a:pt x="203334" y="1303755"/>
                  </a:lnTo>
                  <a:lnTo>
                    <a:pt x="204336" y="1303162"/>
                  </a:lnTo>
                  <a:lnTo>
                    <a:pt x="204973" y="1302811"/>
                  </a:lnTo>
                  <a:lnTo>
                    <a:pt x="205354" y="1302498"/>
                  </a:lnTo>
                  <a:lnTo>
                    <a:pt x="206069" y="1302073"/>
                  </a:lnTo>
                  <a:lnTo>
                    <a:pt x="206886" y="1301592"/>
                  </a:lnTo>
                  <a:lnTo>
                    <a:pt x="207136" y="1301468"/>
                  </a:lnTo>
                  <a:lnTo>
                    <a:pt x="207352" y="1301360"/>
                  </a:lnTo>
                  <a:lnTo>
                    <a:pt x="207601" y="1301230"/>
                  </a:lnTo>
                  <a:lnTo>
                    <a:pt x="208395" y="1301070"/>
                  </a:lnTo>
                  <a:lnTo>
                    <a:pt x="209548" y="1300917"/>
                  </a:lnTo>
                  <a:lnTo>
                    <a:pt x="209899" y="1300894"/>
                  </a:lnTo>
                  <a:lnTo>
                    <a:pt x="211051" y="1301129"/>
                  </a:lnTo>
                  <a:lnTo>
                    <a:pt x="211726" y="1301302"/>
                  </a:lnTo>
                  <a:lnTo>
                    <a:pt x="212378" y="1301520"/>
                  </a:lnTo>
                  <a:lnTo>
                    <a:pt x="212751" y="1301645"/>
                  </a:lnTo>
                  <a:lnTo>
                    <a:pt x="213802" y="1301994"/>
                  </a:lnTo>
                  <a:lnTo>
                    <a:pt x="215072" y="1302447"/>
                  </a:lnTo>
                  <a:lnTo>
                    <a:pt x="215619" y="1302938"/>
                  </a:lnTo>
                  <a:lnTo>
                    <a:pt x="216303" y="1303635"/>
                  </a:lnTo>
                  <a:lnTo>
                    <a:pt x="216657" y="1304024"/>
                  </a:lnTo>
                  <a:lnTo>
                    <a:pt x="217201" y="1303788"/>
                  </a:lnTo>
                  <a:lnTo>
                    <a:pt x="217535" y="1303630"/>
                  </a:lnTo>
                  <a:lnTo>
                    <a:pt x="217906" y="1303620"/>
                  </a:lnTo>
                  <a:lnTo>
                    <a:pt x="218110" y="1303645"/>
                  </a:lnTo>
                  <a:lnTo>
                    <a:pt x="218303" y="1303742"/>
                  </a:lnTo>
                  <a:lnTo>
                    <a:pt x="218878" y="1304052"/>
                  </a:lnTo>
                  <a:lnTo>
                    <a:pt x="219275" y="1304335"/>
                  </a:lnTo>
                  <a:lnTo>
                    <a:pt x="219766" y="1304658"/>
                  </a:lnTo>
                  <a:lnTo>
                    <a:pt x="220476" y="1305129"/>
                  </a:lnTo>
                  <a:lnTo>
                    <a:pt x="221326" y="1305688"/>
                  </a:lnTo>
                  <a:lnTo>
                    <a:pt x="221672" y="1305808"/>
                  </a:lnTo>
                  <a:lnTo>
                    <a:pt x="223298" y="1305553"/>
                  </a:lnTo>
                  <a:lnTo>
                    <a:pt x="224308" y="1304884"/>
                  </a:lnTo>
                  <a:lnTo>
                    <a:pt x="226558" y="1303378"/>
                  </a:lnTo>
                  <a:lnTo>
                    <a:pt x="227573" y="1302673"/>
                  </a:lnTo>
                  <a:lnTo>
                    <a:pt x="228235" y="1302312"/>
                  </a:lnTo>
                  <a:lnTo>
                    <a:pt x="229252" y="1302724"/>
                  </a:lnTo>
                  <a:lnTo>
                    <a:pt x="230036" y="1303042"/>
                  </a:lnTo>
                  <a:lnTo>
                    <a:pt x="230554" y="1303326"/>
                  </a:lnTo>
                  <a:lnTo>
                    <a:pt x="230654" y="1304350"/>
                  </a:lnTo>
                  <a:lnTo>
                    <a:pt x="230715" y="1305632"/>
                  </a:lnTo>
                  <a:lnTo>
                    <a:pt x="230771" y="1306393"/>
                  </a:lnTo>
                  <a:lnTo>
                    <a:pt x="230840" y="1307327"/>
                  </a:lnTo>
                  <a:lnTo>
                    <a:pt x="230949" y="1308449"/>
                  </a:lnTo>
                  <a:lnTo>
                    <a:pt x="230972" y="1309482"/>
                  </a:lnTo>
                  <a:lnTo>
                    <a:pt x="231041" y="1310307"/>
                  </a:lnTo>
                  <a:lnTo>
                    <a:pt x="231575" y="1311083"/>
                  </a:lnTo>
                  <a:lnTo>
                    <a:pt x="232344" y="1312177"/>
                  </a:lnTo>
                  <a:lnTo>
                    <a:pt x="233125" y="1313228"/>
                  </a:lnTo>
                  <a:lnTo>
                    <a:pt x="233909" y="1314403"/>
                  </a:lnTo>
                  <a:lnTo>
                    <a:pt x="234672" y="1315449"/>
                  </a:lnTo>
                  <a:lnTo>
                    <a:pt x="235395" y="1316485"/>
                  </a:lnTo>
                  <a:lnTo>
                    <a:pt x="235781" y="1317022"/>
                  </a:lnTo>
                  <a:lnTo>
                    <a:pt x="236779" y="1316442"/>
                  </a:lnTo>
                  <a:lnTo>
                    <a:pt x="238122" y="1315714"/>
                  </a:lnTo>
                  <a:lnTo>
                    <a:pt x="238965" y="1315312"/>
                  </a:lnTo>
                  <a:lnTo>
                    <a:pt x="240723" y="1314894"/>
                  </a:lnTo>
                  <a:lnTo>
                    <a:pt x="241868" y="1314625"/>
                  </a:lnTo>
                  <a:lnTo>
                    <a:pt x="243038" y="1314355"/>
                  </a:lnTo>
                  <a:lnTo>
                    <a:pt x="244245" y="1314065"/>
                  </a:lnTo>
                  <a:lnTo>
                    <a:pt x="245504" y="1313782"/>
                  </a:lnTo>
                  <a:lnTo>
                    <a:pt x="246305" y="1313688"/>
                  </a:lnTo>
                  <a:lnTo>
                    <a:pt x="247818" y="1314965"/>
                  </a:lnTo>
                  <a:lnTo>
                    <a:pt x="250144" y="1316609"/>
                  </a:lnTo>
                  <a:lnTo>
                    <a:pt x="251374" y="1316945"/>
                  </a:lnTo>
                  <a:lnTo>
                    <a:pt x="252581" y="1317271"/>
                  </a:lnTo>
                  <a:lnTo>
                    <a:pt x="255470" y="1313775"/>
                  </a:lnTo>
                  <a:lnTo>
                    <a:pt x="253691" y="1307447"/>
                  </a:lnTo>
                  <a:lnTo>
                    <a:pt x="262227" y="1307934"/>
                  </a:lnTo>
                  <a:lnTo>
                    <a:pt x="269560" y="1308352"/>
                  </a:lnTo>
                  <a:lnTo>
                    <a:pt x="272930" y="1305519"/>
                  </a:lnTo>
                  <a:lnTo>
                    <a:pt x="274730" y="1301208"/>
                  </a:lnTo>
                  <a:lnTo>
                    <a:pt x="274507" y="1300688"/>
                  </a:lnTo>
                  <a:lnTo>
                    <a:pt x="274386" y="1300494"/>
                  </a:lnTo>
                  <a:lnTo>
                    <a:pt x="274215" y="1300373"/>
                  </a:lnTo>
                  <a:lnTo>
                    <a:pt x="273226" y="1299461"/>
                  </a:lnTo>
                  <a:lnTo>
                    <a:pt x="273032" y="1299100"/>
                  </a:lnTo>
                  <a:lnTo>
                    <a:pt x="272736" y="1298261"/>
                  </a:lnTo>
                  <a:lnTo>
                    <a:pt x="271694" y="1297174"/>
                  </a:lnTo>
                  <a:lnTo>
                    <a:pt x="270442" y="1296214"/>
                  </a:lnTo>
                  <a:lnTo>
                    <a:pt x="270186" y="1292820"/>
                  </a:lnTo>
                  <a:lnTo>
                    <a:pt x="272911" y="1290157"/>
                  </a:lnTo>
                  <a:lnTo>
                    <a:pt x="277374" y="1291970"/>
                  </a:lnTo>
                  <a:lnTo>
                    <a:pt x="281092" y="1281995"/>
                  </a:lnTo>
                  <a:lnTo>
                    <a:pt x="282499" y="1281568"/>
                  </a:lnTo>
                  <a:lnTo>
                    <a:pt x="284012" y="1280947"/>
                  </a:lnTo>
                  <a:lnTo>
                    <a:pt x="284244" y="1280875"/>
                  </a:lnTo>
                  <a:lnTo>
                    <a:pt x="285367" y="1280835"/>
                  </a:lnTo>
                  <a:lnTo>
                    <a:pt x="285975" y="1280809"/>
                  </a:lnTo>
                  <a:lnTo>
                    <a:pt x="287139" y="1280544"/>
                  </a:lnTo>
                  <a:lnTo>
                    <a:pt x="287991" y="1280696"/>
                  </a:lnTo>
                  <a:lnTo>
                    <a:pt x="292149" y="1270557"/>
                  </a:lnTo>
                  <a:lnTo>
                    <a:pt x="300219" y="1269121"/>
                  </a:lnTo>
                  <a:close/>
                </a:path>
              </a:pathLst>
            </a:custGeom>
            <a:solidFill>
              <a:srgbClr val="D4E5ED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5"/>
            <p:cNvSpPr/>
            <p:nvPr/>
          </p:nvSpPr>
          <p:spPr>
            <a:xfrm>
              <a:off x="3306900" y="3788152"/>
              <a:ext cx="840520" cy="906019"/>
            </a:xfrm>
            <a:custGeom>
              <a:avLst/>
              <a:pathLst>
                <a:path w="840520" h="906019">
                  <a:moveTo>
                    <a:pt x="229323" y="249049"/>
                  </a:moveTo>
                  <a:lnTo>
                    <a:pt x="177399" y="298276"/>
                  </a:lnTo>
                  <a:lnTo>
                    <a:pt x="135327" y="327690"/>
                  </a:lnTo>
                  <a:lnTo>
                    <a:pt x="128487" y="332472"/>
                  </a:lnTo>
                  <a:lnTo>
                    <a:pt x="99904" y="352456"/>
                  </a:lnTo>
                  <a:lnTo>
                    <a:pt x="97691" y="354003"/>
                  </a:lnTo>
                  <a:lnTo>
                    <a:pt x="83382" y="364006"/>
                  </a:lnTo>
                  <a:lnTo>
                    <a:pt x="73577" y="370861"/>
                  </a:lnTo>
                  <a:lnTo>
                    <a:pt x="72849" y="371380"/>
                  </a:lnTo>
                  <a:lnTo>
                    <a:pt x="70819" y="372918"/>
                  </a:lnTo>
                  <a:lnTo>
                    <a:pt x="68860" y="374546"/>
                  </a:lnTo>
                  <a:lnTo>
                    <a:pt x="67562" y="375676"/>
                  </a:lnTo>
                  <a:lnTo>
                    <a:pt x="66917" y="376245"/>
                  </a:lnTo>
                  <a:lnTo>
                    <a:pt x="65770" y="377322"/>
                  </a:lnTo>
                  <a:lnTo>
                    <a:pt x="65060" y="377988"/>
                  </a:lnTo>
                  <a:lnTo>
                    <a:pt x="63284" y="379813"/>
                  </a:lnTo>
                  <a:lnTo>
                    <a:pt x="61458" y="381775"/>
                  </a:lnTo>
                  <a:lnTo>
                    <a:pt x="34197" y="411073"/>
                  </a:lnTo>
                  <a:lnTo>
                    <a:pt x="16576" y="430011"/>
                  </a:lnTo>
                  <a:lnTo>
                    <a:pt x="0" y="447830"/>
                  </a:lnTo>
                  <a:lnTo>
                    <a:pt x="4567" y="452095"/>
                  </a:lnTo>
                  <a:lnTo>
                    <a:pt x="10741" y="457860"/>
                  </a:lnTo>
                  <a:lnTo>
                    <a:pt x="27699" y="473695"/>
                  </a:lnTo>
                  <a:lnTo>
                    <a:pt x="41441" y="486527"/>
                  </a:lnTo>
                  <a:lnTo>
                    <a:pt x="52320" y="502269"/>
                  </a:lnTo>
                  <a:lnTo>
                    <a:pt x="53530" y="507779"/>
                  </a:lnTo>
                  <a:lnTo>
                    <a:pt x="54728" y="513234"/>
                  </a:lnTo>
                  <a:lnTo>
                    <a:pt x="57381" y="525320"/>
                  </a:lnTo>
                  <a:lnTo>
                    <a:pt x="57512" y="525913"/>
                  </a:lnTo>
                  <a:lnTo>
                    <a:pt x="58822" y="531880"/>
                  </a:lnTo>
                  <a:lnTo>
                    <a:pt x="60981" y="541714"/>
                  </a:lnTo>
                  <a:lnTo>
                    <a:pt x="61194" y="542685"/>
                  </a:lnTo>
                  <a:lnTo>
                    <a:pt x="61456" y="543876"/>
                  </a:lnTo>
                  <a:lnTo>
                    <a:pt x="61651" y="544763"/>
                  </a:lnTo>
                  <a:lnTo>
                    <a:pt x="63521" y="553281"/>
                  </a:lnTo>
                  <a:lnTo>
                    <a:pt x="63625" y="553752"/>
                  </a:lnTo>
                  <a:lnTo>
                    <a:pt x="65338" y="556693"/>
                  </a:lnTo>
                  <a:lnTo>
                    <a:pt x="66254" y="558266"/>
                  </a:lnTo>
                  <a:lnTo>
                    <a:pt x="70250" y="565122"/>
                  </a:lnTo>
                  <a:lnTo>
                    <a:pt x="70967" y="566353"/>
                  </a:lnTo>
                  <a:lnTo>
                    <a:pt x="74731" y="572814"/>
                  </a:lnTo>
                  <a:lnTo>
                    <a:pt x="77546" y="571206"/>
                  </a:lnTo>
                  <a:lnTo>
                    <a:pt x="87117" y="565737"/>
                  </a:lnTo>
                  <a:lnTo>
                    <a:pt x="96121" y="562937"/>
                  </a:lnTo>
                  <a:lnTo>
                    <a:pt x="97089" y="562636"/>
                  </a:lnTo>
                  <a:lnTo>
                    <a:pt x="99922" y="561755"/>
                  </a:lnTo>
                  <a:lnTo>
                    <a:pt x="105072" y="560153"/>
                  </a:lnTo>
                  <a:lnTo>
                    <a:pt x="105266" y="560093"/>
                  </a:lnTo>
                  <a:lnTo>
                    <a:pt x="105977" y="559872"/>
                  </a:lnTo>
                  <a:lnTo>
                    <a:pt x="109631" y="558736"/>
                  </a:lnTo>
                  <a:lnTo>
                    <a:pt x="110269" y="558537"/>
                  </a:lnTo>
                  <a:lnTo>
                    <a:pt x="127870" y="553063"/>
                  </a:lnTo>
                  <a:lnTo>
                    <a:pt x="129543" y="562517"/>
                  </a:lnTo>
                  <a:lnTo>
                    <a:pt x="129852" y="562717"/>
                  </a:lnTo>
                  <a:lnTo>
                    <a:pt x="130167" y="562920"/>
                  </a:lnTo>
                  <a:lnTo>
                    <a:pt x="130347" y="563035"/>
                  </a:lnTo>
                  <a:lnTo>
                    <a:pt x="130737" y="563469"/>
                  </a:lnTo>
                  <a:lnTo>
                    <a:pt x="130983" y="563742"/>
                  </a:lnTo>
                  <a:lnTo>
                    <a:pt x="131131" y="563907"/>
                  </a:lnTo>
                  <a:lnTo>
                    <a:pt x="132225" y="565124"/>
                  </a:lnTo>
                  <a:lnTo>
                    <a:pt x="132609" y="565395"/>
                  </a:lnTo>
                  <a:lnTo>
                    <a:pt x="134274" y="566570"/>
                  </a:lnTo>
                  <a:lnTo>
                    <a:pt x="134236" y="566851"/>
                  </a:lnTo>
                  <a:lnTo>
                    <a:pt x="133378" y="570283"/>
                  </a:lnTo>
                  <a:lnTo>
                    <a:pt x="132834" y="572267"/>
                  </a:lnTo>
                  <a:lnTo>
                    <a:pt x="132958" y="572935"/>
                  </a:lnTo>
                  <a:lnTo>
                    <a:pt x="133037" y="573357"/>
                  </a:lnTo>
                  <a:lnTo>
                    <a:pt x="133006" y="573750"/>
                  </a:lnTo>
                  <a:lnTo>
                    <a:pt x="132889" y="575223"/>
                  </a:lnTo>
                  <a:lnTo>
                    <a:pt x="133813" y="575370"/>
                  </a:lnTo>
                  <a:lnTo>
                    <a:pt x="135100" y="575578"/>
                  </a:lnTo>
                  <a:lnTo>
                    <a:pt x="135730" y="575678"/>
                  </a:lnTo>
                  <a:lnTo>
                    <a:pt x="135966" y="575577"/>
                  </a:lnTo>
                  <a:lnTo>
                    <a:pt x="136096" y="575521"/>
                  </a:lnTo>
                  <a:lnTo>
                    <a:pt x="136328" y="575432"/>
                  </a:lnTo>
                  <a:lnTo>
                    <a:pt x="136599" y="575623"/>
                  </a:lnTo>
                  <a:lnTo>
                    <a:pt x="136957" y="575877"/>
                  </a:lnTo>
                  <a:lnTo>
                    <a:pt x="137180" y="576036"/>
                  </a:lnTo>
                  <a:lnTo>
                    <a:pt x="137666" y="576379"/>
                  </a:lnTo>
                  <a:lnTo>
                    <a:pt x="138004" y="576618"/>
                  </a:lnTo>
                  <a:lnTo>
                    <a:pt x="138650" y="577075"/>
                  </a:lnTo>
                  <a:lnTo>
                    <a:pt x="139057" y="577364"/>
                  </a:lnTo>
                  <a:lnTo>
                    <a:pt x="140100" y="577159"/>
                  </a:lnTo>
                  <a:lnTo>
                    <a:pt x="141616" y="576279"/>
                  </a:lnTo>
                  <a:lnTo>
                    <a:pt x="142323" y="578585"/>
                  </a:lnTo>
                  <a:lnTo>
                    <a:pt x="142846" y="579375"/>
                  </a:lnTo>
                  <a:lnTo>
                    <a:pt x="143016" y="579632"/>
                  </a:lnTo>
                  <a:lnTo>
                    <a:pt x="143154" y="579840"/>
                  </a:lnTo>
                  <a:lnTo>
                    <a:pt x="143632" y="580557"/>
                  </a:lnTo>
                  <a:lnTo>
                    <a:pt x="144222" y="581445"/>
                  </a:lnTo>
                  <a:lnTo>
                    <a:pt x="146082" y="580982"/>
                  </a:lnTo>
                  <a:lnTo>
                    <a:pt x="146708" y="580830"/>
                  </a:lnTo>
                  <a:lnTo>
                    <a:pt x="146635" y="580990"/>
                  </a:lnTo>
                  <a:lnTo>
                    <a:pt x="146176" y="581913"/>
                  </a:lnTo>
                  <a:lnTo>
                    <a:pt x="146056" y="582156"/>
                  </a:lnTo>
                  <a:lnTo>
                    <a:pt x="145946" y="582367"/>
                  </a:lnTo>
                  <a:lnTo>
                    <a:pt x="145851" y="582560"/>
                  </a:lnTo>
                  <a:lnTo>
                    <a:pt x="145678" y="582918"/>
                  </a:lnTo>
                  <a:lnTo>
                    <a:pt x="145287" y="583080"/>
                  </a:lnTo>
                  <a:lnTo>
                    <a:pt x="144653" y="583340"/>
                  </a:lnTo>
                  <a:lnTo>
                    <a:pt x="144472" y="583415"/>
                  </a:lnTo>
                  <a:lnTo>
                    <a:pt x="144292" y="583490"/>
                  </a:lnTo>
                  <a:lnTo>
                    <a:pt x="144044" y="583592"/>
                  </a:lnTo>
                  <a:lnTo>
                    <a:pt x="143489" y="583818"/>
                  </a:lnTo>
                  <a:lnTo>
                    <a:pt x="143204" y="583935"/>
                  </a:lnTo>
                  <a:lnTo>
                    <a:pt x="143068" y="583991"/>
                  </a:lnTo>
                  <a:lnTo>
                    <a:pt x="142742" y="584135"/>
                  </a:lnTo>
                  <a:lnTo>
                    <a:pt x="142630" y="585174"/>
                  </a:lnTo>
                  <a:lnTo>
                    <a:pt x="142517" y="586212"/>
                  </a:lnTo>
                  <a:lnTo>
                    <a:pt x="140791" y="587855"/>
                  </a:lnTo>
                  <a:lnTo>
                    <a:pt x="140506" y="588424"/>
                  </a:lnTo>
                  <a:lnTo>
                    <a:pt x="139991" y="589451"/>
                  </a:lnTo>
                  <a:lnTo>
                    <a:pt x="139682" y="590068"/>
                  </a:lnTo>
                  <a:lnTo>
                    <a:pt x="139813" y="591725"/>
                  </a:lnTo>
                  <a:lnTo>
                    <a:pt x="139522" y="593985"/>
                  </a:lnTo>
                  <a:lnTo>
                    <a:pt x="139451" y="594507"/>
                  </a:lnTo>
                  <a:lnTo>
                    <a:pt x="139377" y="595070"/>
                  </a:lnTo>
                  <a:lnTo>
                    <a:pt x="139373" y="595274"/>
                  </a:lnTo>
                  <a:lnTo>
                    <a:pt x="139368" y="595517"/>
                  </a:lnTo>
                  <a:lnTo>
                    <a:pt x="139355" y="596093"/>
                  </a:lnTo>
                  <a:lnTo>
                    <a:pt x="139350" y="596351"/>
                  </a:lnTo>
                  <a:lnTo>
                    <a:pt x="139334" y="597108"/>
                  </a:lnTo>
                  <a:lnTo>
                    <a:pt x="139323" y="597599"/>
                  </a:lnTo>
                  <a:lnTo>
                    <a:pt x="138360" y="598126"/>
                  </a:lnTo>
                  <a:lnTo>
                    <a:pt x="137066" y="598834"/>
                  </a:lnTo>
                  <a:lnTo>
                    <a:pt x="136532" y="599524"/>
                  </a:lnTo>
                  <a:lnTo>
                    <a:pt x="135363" y="601037"/>
                  </a:lnTo>
                  <a:lnTo>
                    <a:pt x="134699" y="601895"/>
                  </a:lnTo>
                  <a:lnTo>
                    <a:pt x="134262" y="602459"/>
                  </a:lnTo>
                  <a:lnTo>
                    <a:pt x="134103" y="602665"/>
                  </a:lnTo>
                  <a:lnTo>
                    <a:pt x="133478" y="603472"/>
                  </a:lnTo>
                  <a:lnTo>
                    <a:pt x="132649" y="604543"/>
                  </a:lnTo>
                  <a:lnTo>
                    <a:pt x="132320" y="604967"/>
                  </a:lnTo>
                  <a:lnTo>
                    <a:pt x="132142" y="605202"/>
                  </a:lnTo>
                  <a:lnTo>
                    <a:pt x="132291" y="605542"/>
                  </a:lnTo>
                  <a:lnTo>
                    <a:pt x="132689" y="606883"/>
                  </a:lnTo>
                  <a:lnTo>
                    <a:pt x="132861" y="608814"/>
                  </a:lnTo>
                  <a:lnTo>
                    <a:pt x="133209" y="611645"/>
                  </a:lnTo>
                  <a:lnTo>
                    <a:pt x="133498" y="611934"/>
                  </a:lnTo>
                  <a:lnTo>
                    <a:pt x="135429" y="613868"/>
                  </a:lnTo>
                  <a:lnTo>
                    <a:pt x="136181" y="614620"/>
                  </a:lnTo>
                  <a:lnTo>
                    <a:pt x="137173" y="615610"/>
                  </a:lnTo>
                  <a:lnTo>
                    <a:pt x="137072" y="616371"/>
                  </a:lnTo>
                  <a:lnTo>
                    <a:pt x="137052" y="616514"/>
                  </a:lnTo>
                  <a:lnTo>
                    <a:pt x="136726" y="618884"/>
                  </a:lnTo>
                  <a:lnTo>
                    <a:pt x="134746" y="619488"/>
                  </a:lnTo>
                  <a:lnTo>
                    <a:pt x="133541" y="619858"/>
                  </a:lnTo>
                  <a:lnTo>
                    <a:pt x="133473" y="620086"/>
                  </a:lnTo>
                  <a:lnTo>
                    <a:pt x="132812" y="622386"/>
                  </a:lnTo>
                  <a:lnTo>
                    <a:pt x="132693" y="622796"/>
                  </a:lnTo>
                  <a:lnTo>
                    <a:pt x="132649" y="622947"/>
                  </a:lnTo>
                  <a:lnTo>
                    <a:pt x="132486" y="623528"/>
                  </a:lnTo>
                  <a:lnTo>
                    <a:pt x="132538" y="624428"/>
                  </a:lnTo>
                  <a:lnTo>
                    <a:pt x="130612" y="625402"/>
                  </a:lnTo>
                  <a:lnTo>
                    <a:pt x="123251" y="626097"/>
                  </a:lnTo>
                  <a:lnTo>
                    <a:pt x="111664" y="625680"/>
                  </a:lnTo>
                  <a:lnTo>
                    <a:pt x="102892" y="627696"/>
                  </a:lnTo>
                  <a:lnTo>
                    <a:pt x="102462" y="627794"/>
                  </a:lnTo>
                  <a:lnTo>
                    <a:pt x="99047" y="628579"/>
                  </a:lnTo>
                  <a:lnTo>
                    <a:pt x="98260" y="628760"/>
                  </a:lnTo>
                  <a:lnTo>
                    <a:pt x="97963" y="628849"/>
                  </a:lnTo>
                  <a:lnTo>
                    <a:pt x="93625" y="630742"/>
                  </a:lnTo>
                  <a:lnTo>
                    <a:pt x="93115" y="630964"/>
                  </a:lnTo>
                  <a:lnTo>
                    <a:pt x="86431" y="633881"/>
                  </a:lnTo>
                  <a:lnTo>
                    <a:pt x="85508" y="633819"/>
                  </a:lnTo>
                  <a:lnTo>
                    <a:pt x="84803" y="633771"/>
                  </a:lnTo>
                  <a:lnTo>
                    <a:pt x="74211" y="633056"/>
                  </a:lnTo>
                  <a:lnTo>
                    <a:pt x="72612" y="632948"/>
                  </a:lnTo>
                  <a:lnTo>
                    <a:pt x="72272" y="632925"/>
                  </a:lnTo>
                  <a:lnTo>
                    <a:pt x="71834" y="632895"/>
                  </a:lnTo>
                  <a:lnTo>
                    <a:pt x="67562" y="629571"/>
                  </a:lnTo>
                  <a:lnTo>
                    <a:pt x="65457" y="629578"/>
                  </a:lnTo>
                  <a:lnTo>
                    <a:pt x="63759" y="629584"/>
                  </a:lnTo>
                  <a:lnTo>
                    <a:pt x="58553" y="629602"/>
                  </a:lnTo>
                  <a:lnTo>
                    <a:pt x="54358" y="630085"/>
                  </a:lnTo>
                  <a:lnTo>
                    <a:pt x="53919" y="630136"/>
                  </a:lnTo>
                  <a:lnTo>
                    <a:pt x="50362" y="630545"/>
                  </a:lnTo>
                  <a:lnTo>
                    <a:pt x="49705" y="630621"/>
                  </a:lnTo>
                  <a:lnTo>
                    <a:pt x="47025" y="630929"/>
                  </a:lnTo>
                  <a:lnTo>
                    <a:pt x="46857" y="630948"/>
                  </a:lnTo>
                  <a:lnTo>
                    <a:pt x="43728" y="631308"/>
                  </a:lnTo>
                  <a:lnTo>
                    <a:pt x="42918" y="631710"/>
                  </a:lnTo>
                  <a:lnTo>
                    <a:pt x="41327" y="632499"/>
                  </a:lnTo>
                  <a:lnTo>
                    <a:pt x="37259" y="634515"/>
                  </a:lnTo>
                  <a:lnTo>
                    <a:pt x="38516" y="637042"/>
                  </a:lnTo>
                  <a:lnTo>
                    <a:pt x="39489" y="638995"/>
                  </a:lnTo>
                  <a:lnTo>
                    <a:pt x="42363" y="644771"/>
                  </a:lnTo>
                  <a:lnTo>
                    <a:pt x="44180" y="653306"/>
                  </a:lnTo>
                  <a:lnTo>
                    <a:pt x="44313" y="653932"/>
                  </a:lnTo>
                  <a:lnTo>
                    <a:pt x="46876" y="665976"/>
                  </a:lnTo>
                  <a:lnTo>
                    <a:pt x="50305" y="668478"/>
                  </a:lnTo>
                  <a:lnTo>
                    <a:pt x="51783" y="669556"/>
                  </a:lnTo>
                  <a:lnTo>
                    <a:pt x="55244" y="666110"/>
                  </a:lnTo>
                  <a:lnTo>
                    <a:pt x="56051" y="666058"/>
                  </a:lnTo>
                  <a:lnTo>
                    <a:pt x="57429" y="664950"/>
                  </a:lnTo>
                  <a:lnTo>
                    <a:pt x="58029" y="664327"/>
                  </a:lnTo>
                  <a:lnTo>
                    <a:pt x="58537" y="663799"/>
                  </a:lnTo>
                  <a:lnTo>
                    <a:pt x="59366" y="662938"/>
                  </a:lnTo>
                  <a:lnTo>
                    <a:pt x="61869" y="662018"/>
                  </a:lnTo>
                  <a:lnTo>
                    <a:pt x="63649" y="661363"/>
                  </a:lnTo>
                  <a:lnTo>
                    <a:pt x="63855" y="661817"/>
                  </a:lnTo>
                  <a:lnTo>
                    <a:pt x="64614" y="664207"/>
                  </a:lnTo>
                  <a:lnTo>
                    <a:pt x="65600" y="662744"/>
                  </a:lnTo>
                  <a:lnTo>
                    <a:pt x="67103" y="662322"/>
                  </a:lnTo>
                  <a:lnTo>
                    <a:pt x="67999" y="661552"/>
                  </a:lnTo>
                  <a:lnTo>
                    <a:pt x="68891" y="660986"/>
                  </a:lnTo>
                  <a:lnTo>
                    <a:pt x="69034" y="660896"/>
                  </a:lnTo>
                  <a:lnTo>
                    <a:pt x="70518" y="659968"/>
                  </a:lnTo>
                  <a:lnTo>
                    <a:pt x="71637" y="659799"/>
                  </a:lnTo>
                  <a:lnTo>
                    <a:pt x="73502" y="659037"/>
                  </a:lnTo>
                  <a:lnTo>
                    <a:pt x="73652" y="659223"/>
                  </a:lnTo>
                  <a:lnTo>
                    <a:pt x="73994" y="659874"/>
                  </a:lnTo>
                  <a:lnTo>
                    <a:pt x="76074" y="662194"/>
                  </a:lnTo>
                  <a:lnTo>
                    <a:pt x="76778" y="661518"/>
                  </a:lnTo>
                  <a:lnTo>
                    <a:pt x="77727" y="660984"/>
                  </a:lnTo>
                  <a:lnTo>
                    <a:pt x="77898" y="659379"/>
                  </a:lnTo>
                  <a:lnTo>
                    <a:pt x="77945" y="658978"/>
                  </a:lnTo>
                  <a:lnTo>
                    <a:pt x="78039" y="658178"/>
                  </a:lnTo>
                  <a:lnTo>
                    <a:pt x="78101" y="657622"/>
                  </a:lnTo>
                  <a:lnTo>
                    <a:pt x="78162" y="657042"/>
                  </a:lnTo>
                  <a:lnTo>
                    <a:pt x="79530" y="655982"/>
                  </a:lnTo>
                  <a:lnTo>
                    <a:pt x="80061" y="655571"/>
                  </a:lnTo>
                  <a:lnTo>
                    <a:pt x="80515" y="655149"/>
                  </a:lnTo>
                  <a:lnTo>
                    <a:pt x="80608" y="654898"/>
                  </a:lnTo>
                  <a:lnTo>
                    <a:pt x="81185" y="654701"/>
                  </a:lnTo>
                  <a:lnTo>
                    <a:pt x="82544" y="654227"/>
                  </a:lnTo>
                  <a:lnTo>
                    <a:pt x="84058" y="653702"/>
                  </a:lnTo>
                  <a:lnTo>
                    <a:pt x="84241" y="653638"/>
                  </a:lnTo>
                  <a:lnTo>
                    <a:pt x="85028" y="656003"/>
                  </a:lnTo>
                  <a:lnTo>
                    <a:pt x="85301" y="656826"/>
                  </a:lnTo>
                  <a:lnTo>
                    <a:pt x="85370" y="657023"/>
                  </a:lnTo>
                  <a:lnTo>
                    <a:pt x="85460" y="657469"/>
                  </a:lnTo>
                  <a:lnTo>
                    <a:pt x="85486" y="657606"/>
                  </a:lnTo>
                  <a:lnTo>
                    <a:pt x="85540" y="657866"/>
                  </a:lnTo>
                  <a:lnTo>
                    <a:pt x="85760" y="658971"/>
                  </a:lnTo>
                  <a:lnTo>
                    <a:pt x="85992" y="662565"/>
                  </a:lnTo>
                  <a:lnTo>
                    <a:pt x="86982" y="661911"/>
                  </a:lnTo>
                  <a:lnTo>
                    <a:pt x="88179" y="661120"/>
                  </a:lnTo>
                  <a:lnTo>
                    <a:pt x="89322" y="660365"/>
                  </a:lnTo>
                  <a:lnTo>
                    <a:pt x="90378" y="660682"/>
                  </a:lnTo>
                  <a:lnTo>
                    <a:pt x="91964" y="661158"/>
                  </a:lnTo>
                  <a:lnTo>
                    <a:pt x="92965" y="659671"/>
                  </a:lnTo>
                  <a:lnTo>
                    <a:pt x="93918" y="659487"/>
                  </a:lnTo>
                  <a:lnTo>
                    <a:pt x="95009" y="659276"/>
                  </a:lnTo>
                  <a:lnTo>
                    <a:pt x="95832" y="659117"/>
                  </a:lnTo>
                  <a:lnTo>
                    <a:pt x="96391" y="659155"/>
                  </a:lnTo>
                  <a:lnTo>
                    <a:pt x="98059" y="659270"/>
                  </a:lnTo>
                  <a:lnTo>
                    <a:pt x="98987" y="658953"/>
                  </a:lnTo>
                  <a:lnTo>
                    <a:pt x="100291" y="658508"/>
                  </a:lnTo>
                  <a:lnTo>
                    <a:pt x="100874" y="658309"/>
                  </a:lnTo>
                  <a:lnTo>
                    <a:pt x="101033" y="658255"/>
                  </a:lnTo>
                  <a:lnTo>
                    <a:pt x="102026" y="657916"/>
                  </a:lnTo>
                  <a:lnTo>
                    <a:pt x="103340" y="658700"/>
                  </a:lnTo>
                  <a:lnTo>
                    <a:pt x="104414" y="658416"/>
                  </a:lnTo>
                  <a:lnTo>
                    <a:pt x="105324" y="657788"/>
                  </a:lnTo>
                  <a:lnTo>
                    <a:pt x="105715" y="660212"/>
                  </a:lnTo>
                  <a:lnTo>
                    <a:pt x="106651" y="659774"/>
                  </a:lnTo>
                  <a:lnTo>
                    <a:pt x="107483" y="659382"/>
                  </a:lnTo>
                  <a:lnTo>
                    <a:pt x="107664" y="659297"/>
                  </a:lnTo>
                  <a:lnTo>
                    <a:pt x="108558" y="658877"/>
                  </a:lnTo>
                  <a:lnTo>
                    <a:pt x="109547" y="658431"/>
                  </a:lnTo>
                  <a:lnTo>
                    <a:pt x="110603" y="658064"/>
                  </a:lnTo>
                  <a:lnTo>
                    <a:pt x="111185" y="657440"/>
                  </a:lnTo>
                  <a:lnTo>
                    <a:pt x="111672" y="656958"/>
                  </a:lnTo>
                  <a:lnTo>
                    <a:pt x="112570" y="656061"/>
                  </a:lnTo>
                  <a:lnTo>
                    <a:pt x="112819" y="655844"/>
                  </a:lnTo>
                  <a:lnTo>
                    <a:pt x="113077" y="655618"/>
                  </a:lnTo>
                  <a:lnTo>
                    <a:pt x="113398" y="655567"/>
                  </a:lnTo>
                  <a:lnTo>
                    <a:pt x="115106" y="655077"/>
                  </a:lnTo>
                  <a:lnTo>
                    <a:pt x="117090" y="652684"/>
                  </a:lnTo>
                  <a:lnTo>
                    <a:pt x="117615" y="652587"/>
                  </a:lnTo>
                  <a:lnTo>
                    <a:pt x="118874" y="651686"/>
                  </a:lnTo>
                  <a:lnTo>
                    <a:pt x="119566" y="651333"/>
                  </a:lnTo>
                  <a:lnTo>
                    <a:pt x="121104" y="650548"/>
                  </a:lnTo>
                  <a:lnTo>
                    <a:pt x="122873" y="649645"/>
                  </a:lnTo>
                  <a:lnTo>
                    <a:pt x="122408" y="648407"/>
                  </a:lnTo>
                  <a:lnTo>
                    <a:pt x="122732" y="647643"/>
                  </a:lnTo>
                  <a:lnTo>
                    <a:pt x="123126" y="647451"/>
                  </a:lnTo>
                  <a:lnTo>
                    <a:pt x="123875" y="647086"/>
                  </a:lnTo>
                  <a:lnTo>
                    <a:pt x="124231" y="646658"/>
                  </a:lnTo>
                  <a:lnTo>
                    <a:pt x="125266" y="645414"/>
                  </a:lnTo>
                  <a:lnTo>
                    <a:pt x="125753" y="645312"/>
                  </a:lnTo>
                  <a:lnTo>
                    <a:pt x="127231" y="644511"/>
                  </a:lnTo>
                  <a:lnTo>
                    <a:pt x="127732" y="644562"/>
                  </a:lnTo>
                  <a:lnTo>
                    <a:pt x="128139" y="644638"/>
                  </a:lnTo>
                  <a:lnTo>
                    <a:pt x="128452" y="644684"/>
                  </a:lnTo>
                  <a:lnTo>
                    <a:pt x="128757" y="644888"/>
                  </a:lnTo>
                  <a:lnTo>
                    <a:pt x="128978" y="644883"/>
                  </a:lnTo>
                  <a:lnTo>
                    <a:pt x="129200" y="644880"/>
                  </a:lnTo>
                  <a:lnTo>
                    <a:pt x="129411" y="644913"/>
                  </a:lnTo>
                  <a:lnTo>
                    <a:pt x="129630" y="644946"/>
                  </a:lnTo>
                  <a:lnTo>
                    <a:pt x="129767" y="644967"/>
                  </a:lnTo>
                  <a:lnTo>
                    <a:pt x="130594" y="644984"/>
                  </a:lnTo>
                  <a:lnTo>
                    <a:pt x="131219" y="645710"/>
                  </a:lnTo>
                  <a:lnTo>
                    <a:pt x="131469" y="646000"/>
                  </a:lnTo>
                  <a:lnTo>
                    <a:pt x="131629" y="646186"/>
                  </a:lnTo>
                  <a:lnTo>
                    <a:pt x="132006" y="646237"/>
                  </a:lnTo>
                  <a:lnTo>
                    <a:pt x="132268" y="646309"/>
                  </a:lnTo>
                  <a:lnTo>
                    <a:pt x="132791" y="646927"/>
                  </a:lnTo>
                  <a:lnTo>
                    <a:pt x="133332" y="647609"/>
                  </a:lnTo>
                  <a:lnTo>
                    <a:pt x="133456" y="647990"/>
                  </a:lnTo>
                  <a:lnTo>
                    <a:pt x="133674" y="648638"/>
                  </a:lnTo>
                  <a:lnTo>
                    <a:pt x="135593" y="647861"/>
                  </a:lnTo>
                  <a:lnTo>
                    <a:pt x="137224" y="647196"/>
                  </a:lnTo>
                  <a:lnTo>
                    <a:pt x="138001" y="646988"/>
                  </a:lnTo>
                  <a:lnTo>
                    <a:pt x="138822" y="646909"/>
                  </a:lnTo>
                  <a:lnTo>
                    <a:pt x="139005" y="647051"/>
                  </a:lnTo>
                  <a:lnTo>
                    <a:pt x="139588" y="647506"/>
                  </a:lnTo>
                  <a:lnTo>
                    <a:pt x="140288" y="648246"/>
                  </a:lnTo>
                  <a:lnTo>
                    <a:pt x="140945" y="647931"/>
                  </a:lnTo>
                  <a:lnTo>
                    <a:pt x="142094" y="647381"/>
                  </a:lnTo>
                  <a:lnTo>
                    <a:pt x="143531" y="646694"/>
                  </a:lnTo>
                  <a:lnTo>
                    <a:pt x="144332" y="646310"/>
                  </a:lnTo>
                  <a:lnTo>
                    <a:pt x="144511" y="646224"/>
                  </a:lnTo>
                  <a:lnTo>
                    <a:pt x="144711" y="646129"/>
                  </a:lnTo>
                  <a:lnTo>
                    <a:pt x="145510" y="645746"/>
                  </a:lnTo>
                  <a:lnTo>
                    <a:pt x="146731" y="645162"/>
                  </a:lnTo>
                  <a:lnTo>
                    <a:pt x="148248" y="644436"/>
                  </a:lnTo>
                  <a:lnTo>
                    <a:pt x="148327" y="644628"/>
                  </a:lnTo>
                  <a:lnTo>
                    <a:pt x="148636" y="645374"/>
                  </a:lnTo>
                  <a:lnTo>
                    <a:pt x="148892" y="645990"/>
                  </a:lnTo>
                  <a:lnTo>
                    <a:pt x="149224" y="646791"/>
                  </a:lnTo>
                  <a:lnTo>
                    <a:pt x="149357" y="647116"/>
                  </a:lnTo>
                  <a:lnTo>
                    <a:pt x="149461" y="647707"/>
                  </a:lnTo>
                  <a:lnTo>
                    <a:pt x="149527" y="649400"/>
                  </a:lnTo>
                  <a:lnTo>
                    <a:pt x="149630" y="649750"/>
                  </a:lnTo>
                  <a:lnTo>
                    <a:pt x="149809" y="650363"/>
                  </a:lnTo>
                  <a:lnTo>
                    <a:pt x="150034" y="651132"/>
                  </a:lnTo>
                  <a:lnTo>
                    <a:pt x="150229" y="651799"/>
                  </a:lnTo>
                  <a:lnTo>
                    <a:pt x="150315" y="652094"/>
                  </a:lnTo>
                  <a:lnTo>
                    <a:pt x="150628" y="653160"/>
                  </a:lnTo>
                  <a:lnTo>
                    <a:pt x="150667" y="653296"/>
                  </a:lnTo>
                  <a:lnTo>
                    <a:pt x="150384" y="653607"/>
                  </a:lnTo>
                  <a:lnTo>
                    <a:pt x="149648" y="653964"/>
                  </a:lnTo>
                  <a:lnTo>
                    <a:pt x="149118" y="654132"/>
                  </a:lnTo>
                  <a:lnTo>
                    <a:pt x="147486" y="655226"/>
                  </a:lnTo>
                  <a:lnTo>
                    <a:pt x="146634" y="655549"/>
                  </a:lnTo>
                  <a:lnTo>
                    <a:pt x="145759" y="655848"/>
                  </a:lnTo>
                  <a:lnTo>
                    <a:pt x="145884" y="656336"/>
                  </a:lnTo>
                  <a:lnTo>
                    <a:pt x="145982" y="656722"/>
                  </a:lnTo>
                  <a:lnTo>
                    <a:pt x="146061" y="657034"/>
                  </a:lnTo>
                  <a:lnTo>
                    <a:pt x="146205" y="657598"/>
                  </a:lnTo>
                  <a:lnTo>
                    <a:pt x="146368" y="658238"/>
                  </a:lnTo>
                  <a:lnTo>
                    <a:pt x="146869" y="660204"/>
                  </a:lnTo>
                  <a:lnTo>
                    <a:pt x="146958" y="660552"/>
                  </a:lnTo>
                  <a:lnTo>
                    <a:pt x="146982" y="661816"/>
                  </a:lnTo>
                  <a:lnTo>
                    <a:pt x="148001" y="661749"/>
                  </a:lnTo>
                  <a:lnTo>
                    <a:pt x="148383" y="661775"/>
                  </a:lnTo>
                  <a:lnTo>
                    <a:pt x="149069" y="661820"/>
                  </a:lnTo>
                  <a:lnTo>
                    <a:pt x="150138" y="661977"/>
                  </a:lnTo>
                  <a:lnTo>
                    <a:pt x="150392" y="662015"/>
                  </a:lnTo>
                  <a:lnTo>
                    <a:pt x="151057" y="661925"/>
                  </a:lnTo>
                  <a:lnTo>
                    <a:pt x="151417" y="661938"/>
                  </a:lnTo>
                  <a:lnTo>
                    <a:pt x="152220" y="661930"/>
                  </a:lnTo>
                  <a:lnTo>
                    <a:pt x="153544" y="661417"/>
                  </a:lnTo>
                  <a:lnTo>
                    <a:pt x="154663" y="660615"/>
                  </a:lnTo>
                  <a:lnTo>
                    <a:pt x="154993" y="659790"/>
                  </a:lnTo>
                  <a:lnTo>
                    <a:pt x="155083" y="659411"/>
                  </a:lnTo>
                  <a:lnTo>
                    <a:pt x="155827" y="658802"/>
                  </a:lnTo>
                  <a:lnTo>
                    <a:pt x="156848" y="658295"/>
                  </a:lnTo>
                  <a:lnTo>
                    <a:pt x="157722" y="658001"/>
                  </a:lnTo>
                  <a:lnTo>
                    <a:pt x="159548" y="657890"/>
                  </a:lnTo>
                  <a:lnTo>
                    <a:pt x="161421" y="658162"/>
                  </a:lnTo>
                  <a:lnTo>
                    <a:pt x="161662" y="658097"/>
                  </a:lnTo>
                  <a:lnTo>
                    <a:pt x="161726" y="659117"/>
                  </a:lnTo>
                  <a:lnTo>
                    <a:pt x="161813" y="660325"/>
                  </a:lnTo>
                  <a:lnTo>
                    <a:pt x="161932" y="662100"/>
                  </a:lnTo>
                  <a:lnTo>
                    <a:pt x="161942" y="662258"/>
                  </a:lnTo>
                  <a:lnTo>
                    <a:pt x="162003" y="663227"/>
                  </a:lnTo>
                  <a:lnTo>
                    <a:pt x="162029" y="663642"/>
                  </a:lnTo>
                  <a:lnTo>
                    <a:pt x="162078" y="664440"/>
                  </a:lnTo>
                  <a:lnTo>
                    <a:pt x="162290" y="665823"/>
                  </a:lnTo>
                  <a:lnTo>
                    <a:pt x="162318" y="666025"/>
                  </a:lnTo>
                  <a:lnTo>
                    <a:pt x="162372" y="666588"/>
                  </a:lnTo>
                  <a:lnTo>
                    <a:pt x="162550" y="667571"/>
                  </a:lnTo>
                  <a:lnTo>
                    <a:pt x="162639" y="668578"/>
                  </a:lnTo>
                  <a:lnTo>
                    <a:pt x="162703" y="669299"/>
                  </a:lnTo>
                  <a:lnTo>
                    <a:pt x="162820" y="669929"/>
                  </a:lnTo>
                  <a:lnTo>
                    <a:pt x="162919" y="670402"/>
                  </a:lnTo>
                  <a:lnTo>
                    <a:pt x="162935" y="670546"/>
                  </a:lnTo>
                  <a:lnTo>
                    <a:pt x="162962" y="670769"/>
                  </a:lnTo>
                  <a:lnTo>
                    <a:pt x="163068" y="671257"/>
                  </a:lnTo>
                  <a:lnTo>
                    <a:pt x="163080" y="671476"/>
                  </a:lnTo>
                  <a:lnTo>
                    <a:pt x="163843" y="671629"/>
                  </a:lnTo>
                  <a:lnTo>
                    <a:pt x="163916" y="671825"/>
                  </a:lnTo>
                  <a:lnTo>
                    <a:pt x="164133" y="672289"/>
                  </a:lnTo>
                  <a:lnTo>
                    <a:pt x="164166" y="672673"/>
                  </a:lnTo>
                  <a:lnTo>
                    <a:pt x="163885" y="672739"/>
                  </a:lnTo>
                  <a:lnTo>
                    <a:pt x="163654" y="672803"/>
                  </a:lnTo>
                  <a:lnTo>
                    <a:pt x="163201" y="673272"/>
                  </a:lnTo>
                  <a:lnTo>
                    <a:pt x="163125" y="673400"/>
                  </a:lnTo>
                  <a:lnTo>
                    <a:pt x="163018" y="673551"/>
                  </a:lnTo>
                  <a:lnTo>
                    <a:pt x="162818" y="673986"/>
                  </a:lnTo>
                  <a:lnTo>
                    <a:pt x="162707" y="674430"/>
                  </a:lnTo>
                  <a:lnTo>
                    <a:pt x="162691" y="674652"/>
                  </a:lnTo>
                  <a:lnTo>
                    <a:pt x="162737" y="674850"/>
                  </a:lnTo>
                  <a:lnTo>
                    <a:pt x="162787" y="675019"/>
                  </a:lnTo>
                  <a:lnTo>
                    <a:pt x="162823" y="675220"/>
                  </a:lnTo>
                  <a:lnTo>
                    <a:pt x="162796" y="675350"/>
                  </a:lnTo>
                  <a:lnTo>
                    <a:pt x="163713" y="676162"/>
                  </a:lnTo>
                  <a:lnTo>
                    <a:pt x="164096" y="676541"/>
                  </a:lnTo>
                  <a:lnTo>
                    <a:pt x="164482" y="676931"/>
                  </a:lnTo>
                  <a:lnTo>
                    <a:pt x="164693" y="677044"/>
                  </a:lnTo>
                  <a:lnTo>
                    <a:pt x="164910" y="677279"/>
                  </a:lnTo>
                  <a:lnTo>
                    <a:pt x="165024" y="677453"/>
                  </a:lnTo>
                  <a:lnTo>
                    <a:pt x="165108" y="677635"/>
                  </a:lnTo>
                  <a:lnTo>
                    <a:pt x="165278" y="677948"/>
                  </a:lnTo>
                  <a:lnTo>
                    <a:pt x="165440" y="678220"/>
                  </a:lnTo>
                  <a:lnTo>
                    <a:pt x="165497" y="678360"/>
                  </a:lnTo>
                  <a:lnTo>
                    <a:pt x="165757" y="678961"/>
                  </a:lnTo>
                  <a:lnTo>
                    <a:pt x="165961" y="679518"/>
                  </a:lnTo>
                  <a:lnTo>
                    <a:pt x="166457" y="679429"/>
                  </a:lnTo>
                  <a:lnTo>
                    <a:pt x="166950" y="679446"/>
                  </a:lnTo>
                  <a:lnTo>
                    <a:pt x="167265" y="679397"/>
                  </a:lnTo>
                  <a:lnTo>
                    <a:pt x="167436" y="679370"/>
                  </a:lnTo>
                  <a:lnTo>
                    <a:pt x="167679" y="679332"/>
                  </a:lnTo>
                  <a:lnTo>
                    <a:pt x="168100" y="679315"/>
                  </a:lnTo>
                  <a:lnTo>
                    <a:pt x="168314" y="679400"/>
                  </a:lnTo>
                  <a:lnTo>
                    <a:pt x="168511" y="679478"/>
                  </a:lnTo>
                  <a:lnTo>
                    <a:pt x="168766" y="679579"/>
                  </a:lnTo>
                  <a:lnTo>
                    <a:pt x="169057" y="679694"/>
                  </a:lnTo>
                  <a:lnTo>
                    <a:pt x="168994" y="679860"/>
                  </a:lnTo>
                  <a:lnTo>
                    <a:pt x="167758" y="682721"/>
                  </a:lnTo>
                  <a:lnTo>
                    <a:pt x="167371" y="682794"/>
                  </a:lnTo>
                  <a:lnTo>
                    <a:pt x="166685" y="683324"/>
                  </a:lnTo>
                  <a:lnTo>
                    <a:pt x="168192" y="685738"/>
                  </a:lnTo>
                  <a:lnTo>
                    <a:pt x="168896" y="686114"/>
                  </a:lnTo>
                  <a:lnTo>
                    <a:pt x="169827" y="686607"/>
                  </a:lnTo>
                  <a:lnTo>
                    <a:pt x="171188" y="686723"/>
                  </a:lnTo>
                  <a:lnTo>
                    <a:pt x="171107" y="686985"/>
                  </a:lnTo>
                  <a:lnTo>
                    <a:pt x="170713" y="688249"/>
                  </a:lnTo>
                  <a:lnTo>
                    <a:pt x="170569" y="688717"/>
                  </a:lnTo>
                  <a:lnTo>
                    <a:pt x="168225" y="687489"/>
                  </a:lnTo>
                  <a:lnTo>
                    <a:pt x="166461" y="687531"/>
                  </a:lnTo>
                  <a:lnTo>
                    <a:pt x="166320" y="687596"/>
                  </a:lnTo>
                  <a:lnTo>
                    <a:pt x="165648" y="688334"/>
                  </a:lnTo>
                  <a:lnTo>
                    <a:pt x="162052" y="695073"/>
                  </a:lnTo>
                  <a:lnTo>
                    <a:pt x="163893" y="695863"/>
                  </a:lnTo>
                  <a:lnTo>
                    <a:pt x="164077" y="696001"/>
                  </a:lnTo>
                  <a:lnTo>
                    <a:pt x="164274" y="696155"/>
                  </a:lnTo>
                  <a:lnTo>
                    <a:pt x="164109" y="696368"/>
                  </a:lnTo>
                  <a:lnTo>
                    <a:pt x="163971" y="696549"/>
                  </a:lnTo>
                  <a:lnTo>
                    <a:pt x="163771" y="696807"/>
                  </a:lnTo>
                  <a:lnTo>
                    <a:pt x="163497" y="696603"/>
                  </a:lnTo>
                  <a:lnTo>
                    <a:pt x="163188" y="696366"/>
                  </a:lnTo>
                  <a:lnTo>
                    <a:pt x="163035" y="696245"/>
                  </a:lnTo>
                  <a:lnTo>
                    <a:pt x="162786" y="702675"/>
                  </a:lnTo>
                  <a:lnTo>
                    <a:pt x="162891" y="702826"/>
                  </a:lnTo>
                  <a:lnTo>
                    <a:pt x="163177" y="702874"/>
                  </a:lnTo>
                  <a:lnTo>
                    <a:pt x="166870" y="705791"/>
                  </a:lnTo>
                  <a:lnTo>
                    <a:pt x="167017" y="706053"/>
                  </a:lnTo>
                  <a:lnTo>
                    <a:pt x="167388" y="706710"/>
                  </a:lnTo>
                  <a:lnTo>
                    <a:pt x="167931" y="707513"/>
                  </a:lnTo>
                  <a:lnTo>
                    <a:pt x="168046" y="707683"/>
                  </a:lnTo>
                  <a:lnTo>
                    <a:pt x="168533" y="707952"/>
                  </a:lnTo>
                  <a:lnTo>
                    <a:pt x="168814" y="708119"/>
                  </a:lnTo>
                  <a:lnTo>
                    <a:pt x="169236" y="708164"/>
                  </a:lnTo>
                  <a:lnTo>
                    <a:pt x="170939" y="707222"/>
                  </a:lnTo>
                  <a:lnTo>
                    <a:pt x="172752" y="706214"/>
                  </a:lnTo>
                  <a:lnTo>
                    <a:pt x="174387" y="706321"/>
                  </a:lnTo>
                  <a:lnTo>
                    <a:pt x="175739" y="706408"/>
                  </a:lnTo>
                  <a:lnTo>
                    <a:pt x="175968" y="706424"/>
                  </a:lnTo>
                  <a:lnTo>
                    <a:pt x="177130" y="706499"/>
                  </a:lnTo>
                  <a:lnTo>
                    <a:pt x="180297" y="706706"/>
                  </a:lnTo>
                  <a:lnTo>
                    <a:pt x="180660" y="706728"/>
                  </a:lnTo>
                  <a:lnTo>
                    <a:pt x="180940" y="706745"/>
                  </a:lnTo>
                  <a:lnTo>
                    <a:pt x="181303" y="707220"/>
                  </a:lnTo>
                  <a:lnTo>
                    <a:pt x="182180" y="708372"/>
                  </a:lnTo>
                  <a:lnTo>
                    <a:pt x="182787" y="709170"/>
                  </a:lnTo>
                  <a:lnTo>
                    <a:pt x="183306" y="709851"/>
                  </a:lnTo>
                  <a:lnTo>
                    <a:pt x="184263" y="711113"/>
                  </a:lnTo>
                  <a:lnTo>
                    <a:pt x="184448" y="711357"/>
                  </a:lnTo>
                  <a:lnTo>
                    <a:pt x="184821" y="711847"/>
                  </a:lnTo>
                  <a:lnTo>
                    <a:pt x="185723" y="713031"/>
                  </a:lnTo>
                  <a:lnTo>
                    <a:pt x="186035" y="716297"/>
                  </a:lnTo>
                  <a:lnTo>
                    <a:pt x="185940" y="716988"/>
                  </a:lnTo>
                  <a:lnTo>
                    <a:pt x="184318" y="717371"/>
                  </a:lnTo>
                  <a:lnTo>
                    <a:pt x="184103" y="717713"/>
                  </a:lnTo>
                  <a:lnTo>
                    <a:pt x="182799" y="719771"/>
                  </a:lnTo>
                  <a:lnTo>
                    <a:pt x="182219" y="720685"/>
                  </a:lnTo>
                  <a:lnTo>
                    <a:pt x="184014" y="722269"/>
                  </a:lnTo>
                  <a:lnTo>
                    <a:pt x="187653" y="725491"/>
                  </a:lnTo>
                  <a:lnTo>
                    <a:pt x="186548" y="728263"/>
                  </a:lnTo>
                  <a:lnTo>
                    <a:pt x="186517" y="728572"/>
                  </a:lnTo>
                  <a:lnTo>
                    <a:pt x="186246" y="731785"/>
                  </a:lnTo>
                  <a:lnTo>
                    <a:pt x="186159" y="732693"/>
                  </a:lnTo>
                  <a:lnTo>
                    <a:pt x="185945" y="735031"/>
                  </a:lnTo>
                  <a:lnTo>
                    <a:pt x="185726" y="737488"/>
                  </a:lnTo>
                  <a:lnTo>
                    <a:pt x="185687" y="737763"/>
                  </a:lnTo>
                  <a:lnTo>
                    <a:pt x="185608" y="738354"/>
                  </a:lnTo>
                  <a:lnTo>
                    <a:pt x="185411" y="739839"/>
                  </a:lnTo>
                  <a:lnTo>
                    <a:pt x="185351" y="740295"/>
                  </a:lnTo>
                  <a:lnTo>
                    <a:pt x="185722" y="742037"/>
                  </a:lnTo>
                  <a:lnTo>
                    <a:pt x="186016" y="743413"/>
                  </a:lnTo>
                  <a:lnTo>
                    <a:pt x="187536" y="744012"/>
                  </a:lnTo>
                  <a:lnTo>
                    <a:pt x="189329" y="744713"/>
                  </a:lnTo>
                  <a:lnTo>
                    <a:pt x="190310" y="745102"/>
                  </a:lnTo>
                  <a:lnTo>
                    <a:pt x="179958" y="747998"/>
                  </a:lnTo>
                  <a:lnTo>
                    <a:pt x="176135" y="749067"/>
                  </a:lnTo>
                  <a:lnTo>
                    <a:pt x="175776" y="749167"/>
                  </a:lnTo>
                  <a:lnTo>
                    <a:pt x="170647" y="750598"/>
                  </a:lnTo>
                  <a:lnTo>
                    <a:pt x="161003" y="753237"/>
                  </a:lnTo>
                  <a:lnTo>
                    <a:pt x="160685" y="753288"/>
                  </a:lnTo>
                  <a:lnTo>
                    <a:pt x="160540" y="753283"/>
                  </a:lnTo>
                  <a:lnTo>
                    <a:pt x="160389" y="753285"/>
                  </a:lnTo>
                  <a:lnTo>
                    <a:pt x="159372" y="753156"/>
                  </a:lnTo>
                  <a:lnTo>
                    <a:pt x="159193" y="753156"/>
                  </a:lnTo>
                  <a:lnTo>
                    <a:pt x="158881" y="753191"/>
                  </a:lnTo>
                  <a:lnTo>
                    <a:pt x="158423" y="753235"/>
                  </a:lnTo>
                  <a:lnTo>
                    <a:pt x="158168" y="753349"/>
                  </a:lnTo>
                  <a:lnTo>
                    <a:pt x="157893" y="753341"/>
                  </a:lnTo>
                  <a:lnTo>
                    <a:pt x="157494" y="753110"/>
                  </a:lnTo>
                  <a:lnTo>
                    <a:pt x="157255" y="753072"/>
                  </a:lnTo>
                  <a:lnTo>
                    <a:pt x="156906" y="753107"/>
                  </a:lnTo>
                  <a:lnTo>
                    <a:pt x="156713" y="753143"/>
                  </a:lnTo>
                  <a:lnTo>
                    <a:pt x="156448" y="753196"/>
                  </a:lnTo>
                  <a:lnTo>
                    <a:pt x="156127" y="753255"/>
                  </a:lnTo>
                  <a:lnTo>
                    <a:pt x="155720" y="753329"/>
                  </a:lnTo>
                  <a:lnTo>
                    <a:pt x="155491" y="753367"/>
                  </a:lnTo>
                  <a:lnTo>
                    <a:pt x="155359" y="753369"/>
                  </a:lnTo>
                  <a:lnTo>
                    <a:pt x="155031" y="753273"/>
                  </a:lnTo>
                  <a:lnTo>
                    <a:pt x="154740" y="753151"/>
                  </a:lnTo>
                  <a:lnTo>
                    <a:pt x="154361" y="752983"/>
                  </a:lnTo>
                  <a:lnTo>
                    <a:pt x="154173" y="752871"/>
                  </a:lnTo>
                  <a:lnTo>
                    <a:pt x="154323" y="752433"/>
                  </a:lnTo>
                  <a:lnTo>
                    <a:pt x="154165" y="752105"/>
                  </a:lnTo>
                  <a:lnTo>
                    <a:pt x="153957" y="752013"/>
                  </a:lnTo>
                  <a:lnTo>
                    <a:pt x="153646" y="751858"/>
                  </a:lnTo>
                  <a:lnTo>
                    <a:pt x="153402" y="751754"/>
                  </a:lnTo>
                  <a:lnTo>
                    <a:pt x="153275" y="751629"/>
                  </a:lnTo>
                  <a:lnTo>
                    <a:pt x="153137" y="751575"/>
                  </a:lnTo>
                  <a:lnTo>
                    <a:pt x="152771" y="751580"/>
                  </a:lnTo>
                  <a:lnTo>
                    <a:pt x="152117" y="751573"/>
                  </a:lnTo>
                  <a:lnTo>
                    <a:pt x="150823" y="753217"/>
                  </a:lnTo>
                  <a:lnTo>
                    <a:pt x="150084" y="754156"/>
                  </a:lnTo>
                  <a:lnTo>
                    <a:pt x="149315" y="755021"/>
                  </a:lnTo>
                  <a:lnTo>
                    <a:pt x="148440" y="755060"/>
                  </a:lnTo>
                  <a:lnTo>
                    <a:pt x="139957" y="755433"/>
                  </a:lnTo>
                  <a:lnTo>
                    <a:pt x="130541" y="763115"/>
                  </a:lnTo>
                  <a:lnTo>
                    <a:pt x="130607" y="763260"/>
                  </a:lnTo>
                  <a:lnTo>
                    <a:pt x="137170" y="777881"/>
                  </a:lnTo>
                  <a:lnTo>
                    <a:pt x="141239" y="777752"/>
                  </a:lnTo>
                  <a:lnTo>
                    <a:pt x="141371" y="777948"/>
                  </a:lnTo>
                  <a:lnTo>
                    <a:pt x="143692" y="781413"/>
                  </a:lnTo>
                  <a:lnTo>
                    <a:pt x="144399" y="782464"/>
                  </a:lnTo>
                  <a:lnTo>
                    <a:pt x="145069" y="783463"/>
                  </a:lnTo>
                  <a:lnTo>
                    <a:pt x="145539" y="784164"/>
                  </a:lnTo>
                  <a:lnTo>
                    <a:pt x="146613" y="785764"/>
                  </a:lnTo>
                  <a:lnTo>
                    <a:pt x="147603" y="787380"/>
                  </a:lnTo>
                  <a:lnTo>
                    <a:pt x="147877" y="787604"/>
                  </a:lnTo>
                  <a:lnTo>
                    <a:pt x="148025" y="787973"/>
                  </a:lnTo>
                  <a:lnTo>
                    <a:pt x="148743" y="788978"/>
                  </a:lnTo>
                  <a:lnTo>
                    <a:pt x="149125" y="789513"/>
                  </a:lnTo>
                  <a:lnTo>
                    <a:pt x="151374" y="793332"/>
                  </a:lnTo>
                  <a:lnTo>
                    <a:pt x="152249" y="794818"/>
                  </a:lnTo>
                  <a:lnTo>
                    <a:pt x="152623" y="795454"/>
                  </a:lnTo>
                  <a:lnTo>
                    <a:pt x="152657" y="795589"/>
                  </a:lnTo>
                  <a:lnTo>
                    <a:pt x="153611" y="799457"/>
                  </a:lnTo>
                  <a:lnTo>
                    <a:pt x="153746" y="800001"/>
                  </a:lnTo>
                  <a:lnTo>
                    <a:pt x="153863" y="800475"/>
                  </a:lnTo>
                  <a:lnTo>
                    <a:pt x="153898" y="800620"/>
                  </a:lnTo>
                  <a:lnTo>
                    <a:pt x="154008" y="801083"/>
                  </a:lnTo>
                  <a:lnTo>
                    <a:pt x="154153" y="801332"/>
                  </a:lnTo>
                  <a:lnTo>
                    <a:pt x="154418" y="801498"/>
                  </a:lnTo>
                  <a:lnTo>
                    <a:pt x="154621" y="801604"/>
                  </a:lnTo>
                  <a:lnTo>
                    <a:pt x="154883" y="801747"/>
                  </a:lnTo>
                  <a:lnTo>
                    <a:pt x="155206" y="801979"/>
                  </a:lnTo>
                  <a:lnTo>
                    <a:pt x="155364" y="802172"/>
                  </a:lnTo>
                  <a:lnTo>
                    <a:pt x="155652" y="802289"/>
                  </a:lnTo>
                  <a:lnTo>
                    <a:pt x="155621" y="802505"/>
                  </a:lnTo>
                  <a:lnTo>
                    <a:pt x="155764" y="802602"/>
                  </a:lnTo>
                  <a:lnTo>
                    <a:pt x="155902" y="802598"/>
                  </a:lnTo>
                  <a:lnTo>
                    <a:pt x="156406" y="803041"/>
                  </a:lnTo>
                  <a:lnTo>
                    <a:pt x="156467" y="803302"/>
                  </a:lnTo>
                  <a:lnTo>
                    <a:pt x="156902" y="803644"/>
                  </a:lnTo>
                  <a:lnTo>
                    <a:pt x="156654" y="804082"/>
                  </a:lnTo>
                  <a:lnTo>
                    <a:pt x="156888" y="804301"/>
                  </a:lnTo>
                  <a:lnTo>
                    <a:pt x="157135" y="804669"/>
                  </a:lnTo>
                  <a:lnTo>
                    <a:pt x="157206" y="804885"/>
                  </a:lnTo>
                  <a:lnTo>
                    <a:pt x="157107" y="805166"/>
                  </a:lnTo>
                  <a:lnTo>
                    <a:pt x="157374" y="805202"/>
                  </a:lnTo>
                  <a:lnTo>
                    <a:pt x="158141" y="804974"/>
                  </a:lnTo>
                  <a:lnTo>
                    <a:pt x="158383" y="804834"/>
                  </a:lnTo>
                  <a:lnTo>
                    <a:pt x="158888" y="804781"/>
                  </a:lnTo>
                  <a:lnTo>
                    <a:pt x="159293" y="804703"/>
                  </a:lnTo>
                  <a:lnTo>
                    <a:pt x="159711" y="804811"/>
                  </a:lnTo>
                  <a:lnTo>
                    <a:pt x="159899" y="805053"/>
                  </a:lnTo>
                  <a:lnTo>
                    <a:pt x="160275" y="804980"/>
                  </a:lnTo>
                  <a:lnTo>
                    <a:pt x="160422" y="804953"/>
                  </a:lnTo>
                  <a:lnTo>
                    <a:pt x="160953" y="804857"/>
                  </a:lnTo>
                  <a:lnTo>
                    <a:pt x="161278" y="804798"/>
                  </a:lnTo>
                  <a:lnTo>
                    <a:pt x="161733" y="804663"/>
                  </a:lnTo>
                  <a:lnTo>
                    <a:pt x="162011" y="804554"/>
                  </a:lnTo>
                  <a:lnTo>
                    <a:pt x="162199" y="804531"/>
                  </a:lnTo>
                  <a:lnTo>
                    <a:pt x="162703" y="804490"/>
                  </a:lnTo>
                  <a:lnTo>
                    <a:pt x="163507" y="805973"/>
                  </a:lnTo>
                  <a:lnTo>
                    <a:pt x="163662" y="805945"/>
                  </a:lnTo>
                  <a:lnTo>
                    <a:pt x="163991" y="805881"/>
                  </a:lnTo>
                  <a:lnTo>
                    <a:pt x="164354" y="805808"/>
                  </a:lnTo>
                  <a:lnTo>
                    <a:pt x="164767" y="805725"/>
                  </a:lnTo>
                  <a:lnTo>
                    <a:pt x="165179" y="805640"/>
                  </a:lnTo>
                  <a:lnTo>
                    <a:pt x="165531" y="805571"/>
                  </a:lnTo>
                  <a:lnTo>
                    <a:pt x="165841" y="805512"/>
                  </a:lnTo>
                  <a:lnTo>
                    <a:pt x="166119" y="805454"/>
                  </a:lnTo>
                  <a:lnTo>
                    <a:pt x="166199" y="806317"/>
                  </a:lnTo>
                  <a:lnTo>
                    <a:pt x="166312" y="806705"/>
                  </a:lnTo>
                  <a:lnTo>
                    <a:pt x="166745" y="806874"/>
                  </a:lnTo>
                  <a:lnTo>
                    <a:pt x="167448" y="808345"/>
                  </a:lnTo>
                  <a:lnTo>
                    <a:pt x="167616" y="808864"/>
                  </a:lnTo>
                  <a:lnTo>
                    <a:pt x="167680" y="809154"/>
                  </a:lnTo>
                  <a:lnTo>
                    <a:pt x="167710" y="809281"/>
                  </a:lnTo>
                  <a:lnTo>
                    <a:pt x="167784" y="809546"/>
                  </a:lnTo>
                  <a:lnTo>
                    <a:pt x="168013" y="810185"/>
                  </a:lnTo>
                  <a:lnTo>
                    <a:pt x="168140" y="810396"/>
                  </a:lnTo>
                  <a:lnTo>
                    <a:pt x="168484" y="810605"/>
                  </a:lnTo>
                  <a:lnTo>
                    <a:pt x="168558" y="810737"/>
                  </a:lnTo>
                  <a:lnTo>
                    <a:pt x="168611" y="810994"/>
                  </a:lnTo>
                  <a:lnTo>
                    <a:pt x="168604" y="811215"/>
                  </a:lnTo>
                  <a:lnTo>
                    <a:pt x="168571" y="811432"/>
                  </a:lnTo>
                  <a:lnTo>
                    <a:pt x="168535" y="811656"/>
                  </a:lnTo>
                  <a:lnTo>
                    <a:pt x="168448" y="811910"/>
                  </a:lnTo>
                  <a:lnTo>
                    <a:pt x="168242" y="812129"/>
                  </a:lnTo>
                  <a:lnTo>
                    <a:pt x="168018" y="812465"/>
                  </a:lnTo>
                  <a:lnTo>
                    <a:pt x="167955" y="812651"/>
                  </a:lnTo>
                  <a:lnTo>
                    <a:pt x="167784" y="812923"/>
                  </a:lnTo>
                  <a:lnTo>
                    <a:pt x="167718" y="813228"/>
                  </a:lnTo>
                  <a:lnTo>
                    <a:pt x="167655" y="813528"/>
                  </a:lnTo>
                  <a:lnTo>
                    <a:pt x="167614" y="813826"/>
                  </a:lnTo>
                  <a:lnTo>
                    <a:pt x="167525" y="814147"/>
                  </a:lnTo>
                  <a:lnTo>
                    <a:pt x="167494" y="814325"/>
                  </a:lnTo>
                  <a:lnTo>
                    <a:pt x="167431" y="814549"/>
                  </a:lnTo>
                  <a:lnTo>
                    <a:pt x="167461" y="814760"/>
                  </a:lnTo>
                  <a:lnTo>
                    <a:pt x="167489" y="814943"/>
                  </a:lnTo>
                  <a:lnTo>
                    <a:pt x="167474" y="815091"/>
                  </a:lnTo>
                  <a:lnTo>
                    <a:pt x="167497" y="815450"/>
                  </a:lnTo>
                  <a:lnTo>
                    <a:pt x="167349" y="816508"/>
                  </a:lnTo>
                  <a:lnTo>
                    <a:pt x="166499" y="815384"/>
                  </a:lnTo>
                  <a:lnTo>
                    <a:pt x="165641" y="817395"/>
                  </a:lnTo>
                  <a:lnTo>
                    <a:pt x="165512" y="817719"/>
                  </a:lnTo>
                  <a:lnTo>
                    <a:pt x="165382" y="817981"/>
                  </a:lnTo>
                  <a:lnTo>
                    <a:pt x="165199" y="818389"/>
                  </a:lnTo>
                  <a:lnTo>
                    <a:pt x="165036" y="818582"/>
                  </a:lnTo>
                  <a:lnTo>
                    <a:pt x="164919" y="818933"/>
                  </a:lnTo>
                  <a:lnTo>
                    <a:pt x="164881" y="819134"/>
                  </a:lnTo>
                  <a:lnTo>
                    <a:pt x="164855" y="819271"/>
                  </a:lnTo>
                  <a:lnTo>
                    <a:pt x="164845" y="819490"/>
                  </a:lnTo>
                  <a:lnTo>
                    <a:pt x="164746" y="819694"/>
                  </a:lnTo>
                  <a:lnTo>
                    <a:pt x="164853" y="819890"/>
                  </a:lnTo>
                  <a:lnTo>
                    <a:pt x="164960" y="820040"/>
                  </a:lnTo>
                  <a:lnTo>
                    <a:pt x="165016" y="820386"/>
                  </a:lnTo>
                  <a:lnTo>
                    <a:pt x="165031" y="820702"/>
                  </a:lnTo>
                  <a:lnTo>
                    <a:pt x="164894" y="820847"/>
                  </a:lnTo>
                  <a:lnTo>
                    <a:pt x="164754" y="820900"/>
                  </a:lnTo>
                  <a:lnTo>
                    <a:pt x="164603" y="820959"/>
                  </a:lnTo>
                  <a:lnTo>
                    <a:pt x="164033" y="820757"/>
                  </a:lnTo>
                  <a:lnTo>
                    <a:pt x="163761" y="820620"/>
                  </a:lnTo>
                  <a:lnTo>
                    <a:pt x="163519" y="820343"/>
                  </a:lnTo>
                  <a:lnTo>
                    <a:pt x="163408" y="820213"/>
                  </a:lnTo>
                  <a:lnTo>
                    <a:pt x="162863" y="820310"/>
                  </a:lnTo>
                  <a:lnTo>
                    <a:pt x="162759" y="820801"/>
                  </a:lnTo>
                  <a:lnTo>
                    <a:pt x="162832" y="820933"/>
                  </a:lnTo>
                  <a:lnTo>
                    <a:pt x="163023" y="821381"/>
                  </a:lnTo>
                  <a:lnTo>
                    <a:pt x="163120" y="821735"/>
                  </a:lnTo>
                  <a:lnTo>
                    <a:pt x="163209" y="822009"/>
                  </a:lnTo>
                  <a:lnTo>
                    <a:pt x="163173" y="822233"/>
                  </a:lnTo>
                  <a:lnTo>
                    <a:pt x="163334" y="822630"/>
                  </a:lnTo>
                  <a:lnTo>
                    <a:pt x="163362" y="822951"/>
                  </a:lnTo>
                  <a:lnTo>
                    <a:pt x="163368" y="823344"/>
                  </a:lnTo>
                  <a:lnTo>
                    <a:pt x="163372" y="823506"/>
                  </a:lnTo>
                  <a:lnTo>
                    <a:pt x="163329" y="823752"/>
                  </a:lnTo>
                  <a:lnTo>
                    <a:pt x="163346" y="824012"/>
                  </a:lnTo>
                  <a:lnTo>
                    <a:pt x="163341" y="824249"/>
                  </a:lnTo>
                  <a:lnTo>
                    <a:pt x="163299" y="824610"/>
                  </a:lnTo>
                  <a:lnTo>
                    <a:pt x="162952" y="826182"/>
                  </a:lnTo>
                  <a:lnTo>
                    <a:pt x="162925" y="826310"/>
                  </a:lnTo>
                  <a:lnTo>
                    <a:pt x="162535" y="826516"/>
                  </a:lnTo>
                  <a:lnTo>
                    <a:pt x="161659" y="828895"/>
                  </a:lnTo>
                  <a:lnTo>
                    <a:pt x="160519" y="831975"/>
                  </a:lnTo>
                  <a:lnTo>
                    <a:pt x="159549" y="834653"/>
                  </a:lnTo>
                  <a:lnTo>
                    <a:pt x="158365" y="837959"/>
                  </a:lnTo>
                  <a:lnTo>
                    <a:pt x="159290" y="839790"/>
                  </a:lnTo>
                  <a:lnTo>
                    <a:pt x="159549" y="840307"/>
                  </a:lnTo>
                  <a:lnTo>
                    <a:pt x="159974" y="841152"/>
                  </a:lnTo>
                  <a:lnTo>
                    <a:pt x="159628" y="841943"/>
                  </a:lnTo>
                  <a:lnTo>
                    <a:pt x="159277" y="842745"/>
                  </a:lnTo>
                  <a:lnTo>
                    <a:pt x="159040" y="843284"/>
                  </a:lnTo>
                  <a:lnTo>
                    <a:pt x="158536" y="844427"/>
                  </a:lnTo>
                  <a:lnTo>
                    <a:pt x="158264" y="845050"/>
                  </a:lnTo>
                  <a:lnTo>
                    <a:pt x="157903" y="845872"/>
                  </a:lnTo>
                  <a:lnTo>
                    <a:pt x="157653" y="846445"/>
                  </a:lnTo>
                  <a:lnTo>
                    <a:pt x="157465" y="846872"/>
                  </a:lnTo>
                  <a:lnTo>
                    <a:pt x="152770" y="852585"/>
                  </a:lnTo>
                  <a:lnTo>
                    <a:pt x="151310" y="854363"/>
                  </a:lnTo>
                  <a:lnTo>
                    <a:pt x="148816" y="856351"/>
                  </a:lnTo>
                  <a:lnTo>
                    <a:pt x="146452" y="858223"/>
                  </a:lnTo>
                  <a:lnTo>
                    <a:pt x="145966" y="858544"/>
                  </a:lnTo>
                  <a:lnTo>
                    <a:pt x="145295" y="858788"/>
                  </a:lnTo>
                  <a:lnTo>
                    <a:pt x="144086" y="859229"/>
                  </a:lnTo>
                  <a:lnTo>
                    <a:pt x="143610" y="859447"/>
                  </a:lnTo>
                  <a:lnTo>
                    <a:pt x="143348" y="859544"/>
                  </a:lnTo>
                  <a:lnTo>
                    <a:pt x="143032" y="859659"/>
                  </a:lnTo>
                  <a:lnTo>
                    <a:pt x="141386" y="860267"/>
                  </a:lnTo>
                  <a:lnTo>
                    <a:pt x="140684" y="860506"/>
                  </a:lnTo>
                  <a:lnTo>
                    <a:pt x="140131" y="860690"/>
                  </a:lnTo>
                  <a:lnTo>
                    <a:pt x="140447" y="860914"/>
                  </a:lnTo>
                  <a:lnTo>
                    <a:pt x="140978" y="861291"/>
                  </a:lnTo>
                  <a:lnTo>
                    <a:pt x="141760" y="861846"/>
                  </a:lnTo>
                  <a:lnTo>
                    <a:pt x="142380" y="862283"/>
                  </a:lnTo>
                  <a:lnTo>
                    <a:pt x="143167" y="862843"/>
                  </a:lnTo>
                  <a:lnTo>
                    <a:pt x="143940" y="863393"/>
                  </a:lnTo>
                  <a:lnTo>
                    <a:pt x="144523" y="863805"/>
                  </a:lnTo>
                  <a:lnTo>
                    <a:pt x="145714" y="864377"/>
                  </a:lnTo>
                  <a:lnTo>
                    <a:pt x="146368" y="864688"/>
                  </a:lnTo>
                  <a:lnTo>
                    <a:pt x="147472" y="865220"/>
                  </a:lnTo>
                  <a:lnTo>
                    <a:pt x="148597" y="865759"/>
                  </a:lnTo>
                  <a:lnTo>
                    <a:pt x="149627" y="866250"/>
                  </a:lnTo>
                  <a:lnTo>
                    <a:pt x="150772" y="866800"/>
                  </a:lnTo>
                  <a:lnTo>
                    <a:pt x="151546" y="867171"/>
                  </a:lnTo>
                  <a:lnTo>
                    <a:pt x="152508" y="867634"/>
                  </a:lnTo>
                  <a:lnTo>
                    <a:pt x="152925" y="867836"/>
                  </a:lnTo>
                  <a:lnTo>
                    <a:pt x="153589" y="868154"/>
                  </a:lnTo>
                  <a:lnTo>
                    <a:pt x="154686" y="868678"/>
                  </a:lnTo>
                  <a:lnTo>
                    <a:pt x="155762" y="869194"/>
                  </a:lnTo>
                  <a:lnTo>
                    <a:pt x="156961" y="869769"/>
                  </a:lnTo>
                  <a:lnTo>
                    <a:pt x="158635" y="870571"/>
                  </a:lnTo>
                  <a:lnTo>
                    <a:pt x="159159" y="870822"/>
                  </a:lnTo>
                  <a:lnTo>
                    <a:pt x="159762" y="871115"/>
                  </a:lnTo>
                  <a:lnTo>
                    <a:pt x="160579" y="871359"/>
                  </a:lnTo>
                  <a:lnTo>
                    <a:pt x="161648" y="871873"/>
                  </a:lnTo>
                  <a:lnTo>
                    <a:pt x="162663" y="872362"/>
                  </a:lnTo>
                  <a:lnTo>
                    <a:pt x="164365" y="873179"/>
                  </a:lnTo>
                  <a:lnTo>
                    <a:pt x="164979" y="873474"/>
                  </a:lnTo>
                  <a:lnTo>
                    <a:pt x="165940" y="873937"/>
                  </a:lnTo>
                  <a:lnTo>
                    <a:pt x="167050" y="874471"/>
                  </a:lnTo>
                  <a:lnTo>
                    <a:pt x="167599" y="874736"/>
                  </a:lnTo>
                  <a:lnTo>
                    <a:pt x="168678" y="875258"/>
                  </a:lnTo>
                  <a:lnTo>
                    <a:pt x="169905" y="875848"/>
                  </a:lnTo>
                  <a:lnTo>
                    <a:pt x="170854" y="876304"/>
                  </a:lnTo>
                  <a:lnTo>
                    <a:pt x="171851" y="876784"/>
                  </a:lnTo>
                  <a:lnTo>
                    <a:pt x="172767" y="877227"/>
                  </a:lnTo>
                  <a:lnTo>
                    <a:pt x="173325" y="877492"/>
                  </a:lnTo>
                  <a:lnTo>
                    <a:pt x="174055" y="877846"/>
                  </a:lnTo>
                  <a:lnTo>
                    <a:pt x="175253" y="878423"/>
                  </a:lnTo>
                  <a:lnTo>
                    <a:pt x="176431" y="878991"/>
                  </a:lnTo>
                  <a:lnTo>
                    <a:pt x="177498" y="879499"/>
                  </a:lnTo>
                  <a:lnTo>
                    <a:pt x="177953" y="879726"/>
                  </a:lnTo>
                  <a:lnTo>
                    <a:pt x="178490" y="880021"/>
                  </a:lnTo>
                  <a:lnTo>
                    <a:pt x="179192" y="880408"/>
                  </a:lnTo>
                  <a:lnTo>
                    <a:pt x="180141" y="880932"/>
                  </a:lnTo>
                  <a:lnTo>
                    <a:pt x="180750" y="881263"/>
                  </a:lnTo>
                  <a:lnTo>
                    <a:pt x="181320" y="881578"/>
                  </a:lnTo>
                  <a:lnTo>
                    <a:pt x="181900" y="881902"/>
                  </a:lnTo>
                  <a:lnTo>
                    <a:pt x="182475" y="882215"/>
                  </a:lnTo>
                  <a:lnTo>
                    <a:pt x="182882" y="882438"/>
                  </a:lnTo>
                  <a:lnTo>
                    <a:pt x="183373" y="882711"/>
                  </a:lnTo>
                  <a:lnTo>
                    <a:pt x="183686" y="882884"/>
                  </a:lnTo>
                  <a:lnTo>
                    <a:pt x="183920" y="883011"/>
                  </a:lnTo>
                  <a:lnTo>
                    <a:pt x="184253" y="883197"/>
                  </a:lnTo>
                  <a:lnTo>
                    <a:pt x="184485" y="883327"/>
                  </a:lnTo>
                  <a:lnTo>
                    <a:pt x="184727" y="883459"/>
                  </a:lnTo>
                  <a:lnTo>
                    <a:pt x="184958" y="883584"/>
                  </a:lnTo>
                  <a:lnTo>
                    <a:pt x="185085" y="883655"/>
                  </a:lnTo>
                  <a:lnTo>
                    <a:pt x="185559" y="883917"/>
                  </a:lnTo>
                  <a:lnTo>
                    <a:pt x="185795" y="884047"/>
                  </a:lnTo>
                  <a:lnTo>
                    <a:pt x="186103" y="884217"/>
                  </a:lnTo>
                  <a:lnTo>
                    <a:pt x="186673" y="884530"/>
                  </a:lnTo>
                  <a:lnTo>
                    <a:pt x="187154" y="884795"/>
                  </a:lnTo>
                  <a:lnTo>
                    <a:pt x="187671" y="885080"/>
                  </a:lnTo>
                  <a:lnTo>
                    <a:pt x="188253" y="885401"/>
                  </a:lnTo>
                  <a:lnTo>
                    <a:pt x="188773" y="885688"/>
                  </a:lnTo>
                  <a:lnTo>
                    <a:pt x="189269" y="885960"/>
                  </a:lnTo>
                  <a:lnTo>
                    <a:pt x="189879" y="886296"/>
                  </a:lnTo>
                  <a:lnTo>
                    <a:pt x="190419" y="886594"/>
                  </a:lnTo>
                  <a:lnTo>
                    <a:pt x="190689" y="886742"/>
                  </a:lnTo>
                  <a:lnTo>
                    <a:pt x="191388" y="887128"/>
                  </a:lnTo>
                  <a:lnTo>
                    <a:pt x="191790" y="887350"/>
                  </a:lnTo>
                  <a:lnTo>
                    <a:pt x="192073" y="887505"/>
                  </a:lnTo>
                  <a:lnTo>
                    <a:pt x="192477" y="887732"/>
                  </a:lnTo>
                  <a:lnTo>
                    <a:pt x="193019" y="888027"/>
                  </a:lnTo>
                  <a:lnTo>
                    <a:pt x="193561" y="888325"/>
                  </a:lnTo>
                  <a:lnTo>
                    <a:pt x="193915" y="888551"/>
                  </a:lnTo>
                  <a:lnTo>
                    <a:pt x="194106" y="888788"/>
                  </a:lnTo>
                  <a:lnTo>
                    <a:pt x="194513" y="889284"/>
                  </a:lnTo>
                  <a:lnTo>
                    <a:pt x="194846" y="889688"/>
                  </a:lnTo>
                  <a:lnTo>
                    <a:pt x="195152" y="890060"/>
                  </a:lnTo>
                  <a:lnTo>
                    <a:pt x="195264" y="890195"/>
                  </a:lnTo>
                  <a:lnTo>
                    <a:pt x="195574" y="890574"/>
                  </a:lnTo>
                  <a:lnTo>
                    <a:pt x="195877" y="890940"/>
                  </a:lnTo>
                  <a:lnTo>
                    <a:pt x="196149" y="891271"/>
                  </a:lnTo>
                  <a:lnTo>
                    <a:pt x="196727" y="891976"/>
                  </a:lnTo>
                  <a:lnTo>
                    <a:pt x="197103" y="892436"/>
                  </a:lnTo>
                  <a:lnTo>
                    <a:pt x="197325" y="892704"/>
                  </a:lnTo>
                  <a:lnTo>
                    <a:pt x="197732" y="892981"/>
                  </a:lnTo>
                  <a:lnTo>
                    <a:pt x="198241" y="893322"/>
                  </a:lnTo>
                  <a:lnTo>
                    <a:pt x="198721" y="893647"/>
                  </a:lnTo>
                  <a:lnTo>
                    <a:pt x="200826" y="895070"/>
                  </a:lnTo>
                  <a:lnTo>
                    <a:pt x="201358" y="895429"/>
                  </a:lnTo>
                  <a:lnTo>
                    <a:pt x="201873" y="895618"/>
                  </a:lnTo>
                  <a:lnTo>
                    <a:pt x="203566" y="896777"/>
                  </a:lnTo>
                  <a:lnTo>
                    <a:pt x="204028" y="897100"/>
                  </a:lnTo>
                  <a:lnTo>
                    <a:pt x="205521" y="898112"/>
                  </a:lnTo>
                  <a:lnTo>
                    <a:pt x="208237" y="899972"/>
                  </a:lnTo>
                  <a:lnTo>
                    <a:pt x="208594" y="899821"/>
                  </a:lnTo>
                  <a:lnTo>
                    <a:pt x="209224" y="899555"/>
                  </a:lnTo>
                  <a:lnTo>
                    <a:pt x="211729" y="898523"/>
                  </a:lnTo>
                  <a:lnTo>
                    <a:pt x="212635" y="898245"/>
                  </a:lnTo>
                  <a:lnTo>
                    <a:pt x="215317" y="897123"/>
                  </a:lnTo>
                  <a:lnTo>
                    <a:pt x="217778" y="896090"/>
                  </a:lnTo>
                  <a:lnTo>
                    <a:pt x="220015" y="895151"/>
                  </a:lnTo>
                  <a:lnTo>
                    <a:pt x="220193" y="895077"/>
                  </a:lnTo>
                  <a:lnTo>
                    <a:pt x="220638" y="894881"/>
                  </a:lnTo>
                  <a:lnTo>
                    <a:pt x="221350" y="894622"/>
                  </a:lnTo>
                  <a:lnTo>
                    <a:pt x="224175" y="893586"/>
                  </a:lnTo>
                  <a:lnTo>
                    <a:pt x="225376" y="893508"/>
                  </a:lnTo>
                  <a:lnTo>
                    <a:pt x="227058" y="893396"/>
                  </a:lnTo>
                  <a:lnTo>
                    <a:pt x="228857" y="893276"/>
                  </a:lnTo>
                  <a:lnTo>
                    <a:pt x="230600" y="893159"/>
                  </a:lnTo>
                  <a:lnTo>
                    <a:pt x="231185" y="893118"/>
                  </a:lnTo>
                  <a:lnTo>
                    <a:pt x="232488" y="893034"/>
                  </a:lnTo>
                  <a:lnTo>
                    <a:pt x="233488" y="892968"/>
                  </a:lnTo>
                  <a:lnTo>
                    <a:pt x="234091" y="892927"/>
                  </a:lnTo>
                  <a:lnTo>
                    <a:pt x="234867" y="893025"/>
                  </a:lnTo>
                  <a:lnTo>
                    <a:pt x="235353" y="892722"/>
                  </a:lnTo>
                  <a:lnTo>
                    <a:pt x="235565" y="892378"/>
                  </a:lnTo>
                  <a:lnTo>
                    <a:pt x="235763" y="892198"/>
                  </a:lnTo>
                  <a:lnTo>
                    <a:pt x="236112" y="892058"/>
                  </a:lnTo>
                  <a:lnTo>
                    <a:pt x="236274" y="891908"/>
                  </a:lnTo>
                  <a:lnTo>
                    <a:pt x="236496" y="891689"/>
                  </a:lnTo>
                  <a:lnTo>
                    <a:pt x="236715" y="891506"/>
                  </a:lnTo>
                  <a:lnTo>
                    <a:pt x="236911" y="891325"/>
                  </a:lnTo>
                  <a:lnTo>
                    <a:pt x="237043" y="891203"/>
                  </a:lnTo>
                  <a:lnTo>
                    <a:pt x="237740" y="890691"/>
                  </a:lnTo>
                  <a:lnTo>
                    <a:pt x="238012" y="890630"/>
                  </a:lnTo>
                  <a:lnTo>
                    <a:pt x="238168" y="890536"/>
                  </a:lnTo>
                  <a:lnTo>
                    <a:pt x="238501" y="890333"/>
                  </a:lnTo>
                  <a:lnTo>
                    <a:pt x="238791" y="890167"/>
                  </a:lnTo>
                  <a:lnTo>
                    <a:pt x="238936" y="890111"/>
                  </a:lnTo>
                  <a:lnTo>
                    <a:pt x="238928" y="889943"/>
                  </a:lnTo>
                  <a:lnTo>
                    <a:pt x="239015" y="889498"/>
                  </a:lnTo>
                  <a:lnTo>
                    <a:pt x="239099" y="889198"/>
                  </a:lnTo>
                  <a:lnTo>
                    <a:pt x="239185" y="888925"/>
                  </a:lnTo>
                  <a:lnTo>
                    <a:pt x="239175" y="888648"/>
                  </a:lnTo>
                  <a:lnTo>
                    <a:pt x="239341" y="888399"/>
                  </a:lnTo>
                  <a:lnTo>
                    <a:pt x="239600" y="888307"/>
                  </a:lnTo>
                  <a:lnTo>
                    <a:pt x="239862" y="888203"/>
                  </a:lnTo>
                  <a:lnTo>
                    <a:pt x="240104" y="887903"/>
                  </a:lnTo>
                  <a:lnTo>
                    <a:pt x="240145" y="887684"/>
                  </a:lnTo>
                  <a:lnTo>
                    <a:pt x="240130" y="887447"/>
                  </a:lnTo>
                  <a:lnTo>
                    <a:pt x="240089" y="887315"/>
                  </a:lnTo>
                  <a:lnTo>
                    <a:pt x="239944" y="887093"/>
                  </a:lnTo>
                  <a:lnTo>
                    <a:pt x="240259" y="886411"/>
                  </a:lnTo>
                  <a:lnTo>
                    <a:pt x="240906" y="885709"/>
                  </a:lnTo>
                  <a:lnTo>
                    <a:pt x="240873" y="885483"/>
                  </a:lnTo>
                  <a:lnTo>
                    <a:pt x="240748" y="885210"/>
                  </a:lnTo>
                  <a:lnTo>
                    <a:pt x="240699" y="885068"/>
                  </a:lnTo>
                  <a:lnTo>
                    <a:pt x="240641" y="884862"/>
                  </a:lnTo>
                  <a:lnTo>
                    <a:pt x="240582" y="884651"/>
                  </a:lnTo>
                  <a:lnTo>
                    <a:pt x="240430" y="884287"/>
                  </a:lnTo>
                  <a:lnTo>
                    <a:pt x="240392" y="884058"/>
                  </a:lnTo>
                  <a:lnTo>
                    <a:pt x="240328" y="883592"/>
                  </a:lnTo>
                  <a:lnTo>
                    <a:pt x="240338" y="883289"/>
                  </a:lnTo>
                  <a:lnTo>
                    <a:pt x="240333" y="883022"/>
                  </a:lnTo>
                  <a:lnTo>
                    <a:pt x="240338" y="882806"/>
                  </a:lnTo>
                  <a:lnTo>
                    <a:pt x="240280" y="882488"/>
                  </a:lnTo>
                  <a:lnTo>
                    <a:pt x="240338" y="882264"/>
                  </a:lnTo>
                  <a:lnTo>
                    <a:pt x="240427" y="881836"/>
                  </a:lnTo>
                  <a:lnTo>
                    <a:pt x="240603" y="881518"/>
                  </a:lnTo>
                  <a:lnTo>
                    <a:pt x="240819" y="881450"/>
                  </a:lnTo>
                  <a:lnTo>
                    <a:pt x="240964" y="881404"/>
                  </a:lnTo>
                  <a:lnTo>
                    <a:pt x="241231" y="881363"/>
                  </a:lnTo>
                  <a:lnTo>
                    <a:pt x="241369" y="881419"/>
                  </a:lnTo>
                  <a:lnTo>
                    <a:pt x="241628" y="881528"/>
                  </a:lnTo>
                  <a:lnTo>
                    <a:pt x="241969" y="881579"/>
                  </a:lnTo>
                  <a:lnTo>
                    <a:pt x="242292" y="881666"/>
                  </a:lnTo>
                  <a:lnTo>
                    <a:pt x="242460" y="881673"/>
                  </a:lnTo>
                  <a:lnTo>
                    <a:pt x="242684" y="881686"/>
                  </a:lnTo>
                  <a:lnTo>
                    <a:pt x="243051" y="881633"/>
                  </a:lnTo>
                  <a:lnTo>
                    <a:pt x="243267" y="881411"/>
                  </a:lnTo>
                  <a:lnTo>
                    <a:pt x="243239" y="881185"/>
                  </a:lnTo>
                  <a:lnTo>
                    <a:pt x="243086" y="881129"/>
                  </a:lnTo>
                  <a:lnTo>
                    <a:pt x="242875" y="881042"/>
                  </a:lnTo>
                  <a:lnTo>
                    <a:pt x="242583" y="880976"/>
                  </a:lnTo>
                  <a:lnTo>
                    <a:pt x="242384" y="880895"/>
                  </a:lnTo>
                  <a:lnTo>
                    <a:pt x="242056" y="880734"/>
                  </a:lnTo>
                  <a:lnTo>
                    <a:pt x="241906" y="880633"/>
                  </a:lnTo>
                  <a:lnTo>
                    <a:pt x="242041" y="880078"/>
                  </a:lnTo>
                  <a:lnTo>
                    <a:pt x="241979" y="879722"/>
                  </a:lnTo>
                  <a:lnTo>
                    <a:pt x="241893" y="879462"/>
                  </a:lnTo>
                  <a:lnTo>
                    <a:pt x="241949" y="879109"/>
                  </a:lnTo>
                  <a:lnTo>
                    <a:pt x="241580" y="878801"/>
                  </a:lnTo>
                  <a:lnTo>
                    <a:pt x="241392" y="878722"/>
                  </a:lnTo>
                  <a:lnTo>
                    <a:pt x="240880" y="878740"/>
                  </a:lnTo>
                  <a:lnTo>
                    <a:pt x="240348" y="878579"/>
                  </a:lnTo>
                  <a:lnTo>
                    <a:pt x="240130" y="878465"/>
                  </a:lnTo>
                  <a:lnTo>
                    <a:pt x="239773" y="877925"/>
                  </a:lnTo>
                  <a:lnTo>
                    <a:pt x="239496" y="877793"/>
                  </a:lnTo>
                  <a:lnTo>
                    <a:pt x="239188" y="877602"/>
                  </a:lnTo>
                  <a:lnTo>
                    <a:pt x="239272" y="877325"/>
                  </a:lnTo>
                  <a:lnTo>
                    <a:pt x="239509" y="876905"/>
                  </a:lnTo>
                  <a:lnTo>
                    <a:pt x="239628" y="876686"/>
                  </a:lnTo>
                  <a:lnTo>
                    <a:pt x="239773" y="876381"/>
                  </a:lnTo>
                  <a:lnTo>
                    <a:pt x="239941" y="876126"/>
                  </a:lnTo>
                  <a:lnTo>
                    <a:pt x="240084" y="875829"/>
                  </a:lnTo>
                  <a:lnTo>
                    <a:pt x="240272" y="875513"/>
                  </a:lnTo>
                  <a:lnTo>
                    <a:pt x="240417" y="875226"/>
                  </a:lnTo>
                  <a:lnTo>
                    <a:pt x="240499" y="875075"/>
                  </a:lnTo>
                  <a:lnTo>
                    <a:pt x="240896" y="874376"/>
                  </a:lnTo>
                  <a:lnTo>
                    <a:pt x="241514" y="873223"/>
                  </a:lnTo>
                  <a:lnTo>
                    <a:pt x="241939" y="872450"/>
                  </a:lnTo>
                  <a:lnTo>
                    <a:pt x="249552" y="878098"/>
                  </a:lnTo>
                  <a:lnTo>
                    <a:pt x="250035" y="877819"/>
                  </a:lnTo>
                  <a:lnTo>
                    <a:pt x="250542" y="877526"/>
                  </a:lnTo>
                  <a:lnTo>
                    <a:pt x="254254" y="875381"/>
                  </a:lnTo>
                  <a:lnTo>
                    <a:pt x="257300" y="868299"/>
                  </a:lnTo>
                  <a:lnTo>
                    <a:pt x="257356" y="868172"/>
                  </a:lnTo>
                  <a:lnTo>
                    <a:pt x="257387" y="867330"/>
                  </a:lnTo>
                  <a:lnTo>
                    <a:pt x="257422" y="866177"/>
                  </a:lnTo>
                  <a:lnTo>
                    <a:pt x="257471" y="864658"/>
                  </a:lnTo>
                  <a:lnTo>
                    <a:pt x="257494" y="863857"/>
                  </a:lnTo>
                  <a:lnTo>
                    <a:pt x="257499" y="863689"/>
                  </a:lnTo>
                  <a:lnTo>
                    <a:pt x="258107" y="863467"/>
                  </a:lnTo>
                  <a:lnTo>
                    <a:pt x="258875" y="863188"/>
                  </a:lnTo>
                  <a:lnTo>
                    <a:pt x="259226" y="863063"/>
                  </a:lnTo>
                  <a:lnTo>
                    <a:pt x="259618" y="862920"/>
                  </a:lnTo>
                  <a:lnTo>
                    <a:pt x="260239" y="862694"/>
                  </a:lnTo>
                  <a:lnTo>
                    <a:pt x="260466" y="862612"/>
                  </a:lnTo>
                  <a:lnTo>
                    <a:pt x="266315" y="860488"/>
                  </a:lnTo>
                  <a:lnTo>
                    <a:pt x="268929" y="859539"/>
                  </a:lnTo>
                  <a:lnTo>
                    <a:pt x="269855" y="859203"/>
                  </a:lnTo>
                  <a:lnTo>
                    <a:pt x="270852" y="858842"/>
                  </a:lnTo>
                  <a:lnTo>
                    <a:pt x="271527" y="858597"/>
                  </a:lnTo>
                  <a:lnTo>
                    <a:pt x="272120" y="858384"/>
                  </a:lnTo>
                  <a:lnTo>
                    <a:pt x="273186" y="857994"/>
                  </a:lnTo>
                  <a:lnTo>
                    <a:pt x="273997" y="857702"/>
                  </a:lnTo>
                  <a:lnTo>
                    <a:pt x="275254" y="857244"/>
                  </a:lnTo>
                  <a:lnTo>
                    <a:pt x="276229" y="856890"/>
                  </a:lnTo>
                  <a:lnTo>
                    <a:pt x="277290" y="856506"/>
                  </a:lnTo>
                  <a:lnTo>
                    <a:pt x="275729" y="850881"/>
                  </a:lnTo>
                  <a:lnTo>
                    <a:pt x="273086" y="841361"/>
                  </a:lnTo>
                  <a:lnTo>
                    <a:pt x="272172" y="838105"/>
                  </a:lnTo>
                  <a:lnTo>
                    <a:pt x="271472" y="835610"/>
                  </a:lnTo>
                  <a:lnTo>
                    <a:pt x="271188" y="834589"/>
                  </a:lnTo>
                  <a:lnTo>
                    <a:pt x="270617" y="831610"/>
                  </a:lnTo>
                  <a:lnTo>
                    <a:pt x="269438" y="826014"/>
                  </a:lnTo>
                  <a:lnTo>
                    <a:pt x="269447" y="825605"/>
                  </a:lnTo>
                  <a:lnTo>
                    <a:pt x="269248" y="824584"/>
                  </a:lnTo>
                  <a:lnTo>
                    <a:pt x="268152" y="818692"/>
                  </a:lnTo>
                  <a:lnTo>
                    <a:pt x="272581" y="816272"/>
                  </a:lnTo>
                  <a:lnTo>
                    <a:pt x="272077" y="815126"/>
                  </a:lnTo>
                  <a:lnTo>
                    <a:pt x="271906" y="815041"/>
                  </a:lnTo>
                  <a:lnTo>
                    <a:pt x="271865" y="814791"/>
                  </a:lnTo>
                  <a:lnTo>
                    <a:pt x="271774" y="814292"/>
                  </a:lnTo>
                  <a:lnTo>
                    <a:pt x="271663" y="813696"/>
                  </a:lnTo>
                  <a:lnTo>
                    <a:pt x="271546" y="813549"/>
                  </a:lnTo>
                  <a:lnTo>
                    <a:pt x="271448" y="812994"/>
                  </a:lnTo>
                  <a:lnTo>
                    <a:pt x="271402" y="812568"/>
                  </a:lnTo>
                  <a:lnTo>
                    <a:pt x="271439" y="811152"/>
                  </a:lnTo>
                  <a:lnTo>
                    <a:pt x="272196" y="810688"/>
                  </a:lnTo>
                  <a:lnTo>
                    <a:pt x="273134" y="810112"/>
                  </a:lnTo>
                  <a:lnTo>
                    <a:pt x="273756" y="809151"/>
                  </a:lnTo>
                  <a:lnTo>
                    <a:pt x="274328" y="808268"/>
                  </a:lnTo>
                  <a:lnTo>
                    <a:pt x="275336" y="807575"/>
                  </a:lnTo>
                  <a:lnTo>
                    <a:pt x="275666" y="807349"/>
                  </a:lnTo>
                  <a:lnTo>
                    <a:pt x="276074" y="807292"/>
                  </a:lnTo>
                  <a:lnTo>
                    <a:pt x="276889" y="807168"/>
                  </a:lnTo>
                  <a:lnTo>
                    <a:pt x="277223" y="807122"/>
                  </a:lnTo>
                  <a:lnTo>
                    <a:pt x="277521" y="807095"/>
                  </a:lnTo>
                  <a:lnTo>
                    <a:pt x="277986" y="806981"/>
                  </a:lnTo>
                  <a:lnTo>
                    <a:pt x="278313" y="805870"/>
                  </a:lnTo>
                  <a:lnTo>
                    <a:pt x="278412" y="805560"/>
                  </a:lnTo>
                  <a:lnTo>
                    <a:pt x="278717" y="804628"/>
                  </a:lnTo>
                  <a:lnTo>
                    <a:pt x="278941" y="803943"/>
                  </a:lnTo>
                  <a:lnTo>
                    <a:pt x="279401" y="802536"/>
                  </a:lnTo>
                  <a:lnTo>
                    <a:pt x="279826" y="801237"/>
                  </a:lnTo>
                  <a:lnTo>
                    <a:pt x="280071" y="800490"/>
                  </a:lnTo>
                  <a:lnTo>
                    <a:pt x="281208" y="798987"/>
                  </a:lnTo>
                  <a:lnTo>
                    <a:pt x="282350" y="797478"/>
                  </a:lnTo>
                  <a:lnTo>
                    <a:pt x="283634" y="792738"/>
                  </a:lnTo>
                  <a:lnTo>
                    <a:pt x="285236" y="789811"/>
                  </a:lnTo>
                  <a:lnTo>
                    <a:pt x="286306" y="789188"/>
                  </a:lnTo>
                  <a:lnTo>
                    <a:pt x="287160" y="788690"/>
                  </a:lnTo>
                  <a:lnTo>
                    <a:pt x="287503" y="788401"/>
                  </a:lnTo>
                  <a:lnTo>
                    <a:pt x="287490" y="788265"/>
                  </a:lnTo>
                  <a:lnTo>
                    <a:pt x="287482" y="788130"/>
                  </a:lnTo>
                  <a:lnTo>
                    <a:pt x="287475" y="788003"/>
                  </a:lnTo>
                  <a:lnTo>
                    <a:pt x="287462" y="787863"/>
                  </a:lnTo>
                  <a:lnTo>
                    <a:pt x="287454" y="787736"/>
                  </a:lnTo>
                  <a:lnTo>
                    <a:pt x="287723" y="787231"/>
                  </a:lnTo>
                  <a:lnTo>
                    <a:pt x="288132" y="787184"/>
                  </a:lnTo>
                  <a:lnTo>
                    <a:pt x="289153" y="786592"/>
                  </a:lnTo>
                  <a:lnTo>
                    <a:pt x="289145" y="786321"/>
                  </a:lnTo>
                  <a:lnTo>
                    <a:pt x="289109" y="786091"/>
                  </a:lnTo>
                  <a:lnTo>
                    <a:pt x="289098" y="785844"/>
                  </a:lnTo>
                  <a:lnTo>
                    <a:pt x="289079" y="785370"/>
                  </a:lnTo>
                  <a:lnTo>
                    <a:pt x="289138" y="784296"/>
                  </a:lnTo>
                  <a:lnTo>
                    <a:pt x="289126" y="784125"/>
                  </a:lnTo>
                  <a:lnTo>
                    <a:pt x="288989" y="783499"/>
                  </a:lnTo>
                  <a:lnTo>
                    <a:pt x="289339" y="783565"/>
                  </a:lnTo>
                  <a:lnTo>
                    <a:pt x="289420" y="784069"/>
                  </a:lnTo>
                  <a:lnTo>
                    <a:pt x="289555" y="784290"/>
                  </a:lnTo>
                  <a:lnTo>
                    <a:pt x="289592" y="784561"/>
                  </a:lnTo>
                  <a:lnTo>
                    <a:pt x="290336" y="784465"/>
                  </a:lnTo>
                  <a:lnTo>
                    <a:pt x="290542" y="784438"/>
                  </a:lnTo>
                  <a:lnTo>
                    <a:pt x="290830" y="784345"/>
                  </a:lnTo>
                  <a:lnTo>
                    <a:pt x="291185" y="784180"/>
                  </a:lnTo>
                  <a:lnTo>
                    <a:pt x="291353" y="784098"/>
                  </a:lnTo>
                  <a:lnTo>
                    <a:pt x="291094" y="782537"/>
                  </a:lnTo>
                  <a:lnTo>
                    <a:pt x="291335" y="782388"/>
                  </a:lnTo>
                  <a:lnTo>
                    <a:pt x="291906" y="782031"/>
                  </a:lnTo>
                  <a:lnTo>
                    <a:pt x="292129" y="781902"/>
                  </a:lnTo>
                  <a:lnTo>
                    <a:pt x="292516" y="781635"/>
                  </a:lnTo>
                  <a:lnTo>
                    <a:pt x="292992" y="781274"/>
                  </a:lnTo>
                  <a:lnTo>
                    <a:pt x="294325" y="781586"/>
                  </a:lnTo>
                  <a:lnTo>
                    <a:pt x="294964" y="782267"/>
                  </a:lnTo>
                  <a:lnTo>
                    <a:pt x="295038" y="782419"/>
                  </a:lnTo>
                  <a:lnTo>
                    <a:pt x="295111" y="782549"/>
                  </a:lnTo>
                  <a:lnTo>
                    <a:pt x="295228" y="782882"/>
                  </a:lnTo>
                  <a:lnTo>
                    <a:pt x="296888" y="782935"/>
                  </a:lnTo>
                  <a:lnTo>
                    <a:pt x="297113" y="782746"/>
                  </a:lnTo>
                  <a:lnTo>
                    <a:pt x="298623" y="782607"/>
                  </a:lnTo>
                  <a:lnTo>
                    <a:pt x="298786" y="782592"/>
                  </a:lnTo>
                  <a:lnTo>
                    <a:pt x="301190" y="782305"/>
                  </a:lnTo>
                  <a:lnTo>
                    <a:pt x="301389" y="782277"/>
                  </a:lnTo>
                  <a:lnTo>
                    <a:pt x="306227" y="782612"/>
                  </a:lnTo>
                  <a:lnTo>
                    <a:pt x="312617" y="783037"/>
                  </a:lnTo>
                  <a:lnTo>
                    <a:pt x="317691" y="784641"/>
                  </a:lnTo>
                  <a:lnTo>
                    <a:pt x="321072" y="785729"/>
                  </a:lnTo>
                  <a:lnTo>
                    <a:pt x="321342" y="785816"/>
                  </a:lnTo>
                  <a:lnTo>
                    <a:pt x="327797" y="787902"/>
                  </a:lnTo>
                  <a:lnTo>
                    <a:pt x="333436" y="789798"/>
                  </a:lnTo>
                  <a:lnTo>
                    <a:pt x="346813" y="794404"/>
                  </a:lnTo>
                  <a:lnTo>
                    <a:pt x="347011" y="794432"/>
                  </a:lnTo>
                  <a:lnTo>
                    <a:pt x="347146" y="794442"/>
                  </a:lnTo>
                  <a:lnTo>
                    <a:pt x="347408" y="794460"/>
                  </a:lnTo>
                  <a:lnTo>
                    <a:pt x="354434" y="791292"/>
                  </a:lnTo>
                  <a:lnTo>
                    <a:pt x="357335" y="791902"/>
                  </a:lnTo>
                  <a:lnTo>
                    <a:pt x="357469" y="791931"/>
                  </a:lnTo>
                  <a:lnTo>
                    <a:pt x="362332" y="794826"/>
                  </a:lnTo>
                  <a:lnTo>
                    <a:pt x="362586" y="797043"/>
                  </a:lnTo>
                  <a:lnTo>
                    <a:pt x="362856" y="799363"/>
                  </a:lnTo>
                  <a:lnTo>
                    <a:pt x="365668" y="800888"/>
                  </a:lnTo>
                  <a:lnTo>
                    <a:pt x="372418" y="792611"/>
                  </a:lnTo>
                  <a:lnTo>
                    <a:pt x="373065" y="791818"/>
                  </a:lnTo>
                  <a:lnTo>
                    <a:pt x="375375" y="790617"/>
                  </a:lnTo>
                  <a:lnTo>
                    <a:pt x="377520" y="789488"/>
                  </a:lnTo>
                  <a:lnTo>
                    <a:pt x="380983" y="788419"/>
                  </a:lnTo>
                  <a:lnTo>
                    <a:pt x="382458" y="788370"/>
                  </a:lnTo>
                  <a:lnTo>
                    <a:pt x="389663" y="788130"/>
                  </a:lnTo>
                  <a:lnTo>
                    <a:pt x="390620" y="788098"/>
                  </a:lnTo>
                  <a:lnTo>
                    <a:pt x="391202" y="788236"/>
                  </a:lnTo>
                  <a:lnTo>
                    <a:pt x="391243" y="788371"/>
                  </a:lnTo>
                  <a:lnTo>
                    <a:pt x="391299" y="788498"/>
                  </a:lnTo>
                  <a:lnTo>
                    <a:pt x="391421" y="788633"/>
                  </a:lnTo>
                  <a:lnTo>
                    <a:pt x="391693" y="788801"/>
                  </a:lnTo>
                  <a:lnTo>
                    <a:pt x="392806" y="789487"/>
                  </a:lnTo>
                  <a:lnTo>
                    <a:pt x="397950" y="792661"/>
                  </a:lnTo>
                  <a:lnTo>
                    <a:pt x="398194" y="792811"/>
                  </a:lnTo>
                  <a:lnTo>
                    <a:pt x="405569" y="797361"/>
                  </a:lnTo>
                  <a:lnTo>
                    <a:pt x="408575" y="797970"/>
                  </a:lnTo>
                  <a:lnTo>
                    <a:pt x="415840" y="799504"/>
                  </a:lnTo>
                  <a:lnTo>
                    <a:pt x="416075" y="799811"/>
                  </a:lnTo>
                  <a:lnTo>
                    <a:pt x="416113" y="800144"/>
                  </a:lnTo>
                  <a:lnTo>
                    <a:pt x="416184" y="800770"/>
                  </a:lnTo>
                  <a:lnTo>
                    <a:pt x="416207" y="800951"/>
                  </a:lnTo>
                  <a:lnTo>
                    <a:pt x="416541" y="801353"/>
                  </a:lnTo>
                  <a:lnTo>
                    <a:pt x="417167" y="802114"/>
                  </a:lnTo>
                  <a:lnTo>
                    <a:pt x="417146" y="802348"/>
                  </a:lnTo>
                  <a:lnTo>
                    <a:pt x="416874" y="802529"/>
                  </a:lnTo>
                  <a:lnTo>
                    <a:pt x="416731" y="802696"/>
                  </a:lnTo>
                  <a:lnTo>
                    <a:pt x="416688" y="802854"/>
                  </a:lnTo>
                  <a:lnTo>
                    <a:pt x="416930" y="803081"/>
                  </a:lnTo>
                  <a:lnTo>
                    <a:pt x="417136" y="803193"/>
                  </a:lnTo>
                  <a:lnTo>
                    <a:pt x="417599" y="802737"/>
                  </a:lnTo>
                  <a:lnTo>
                    <a:pt x="417859" y="802773"/>
                  </a:lnTo>
                  <a:lnTo>
                    <a:pt x="418039" y="802826"/>
                  </a:lnTo>
                  <a:lnTo>
                    <a:pt x="418327" y="802727"/>
                  </a:lnTo>
                  <a:lnTo>
                    <a:pt x="418579" y="802950"/>
                  </a:lnTo>
                  <a:lnTo>
                    <a:pt x="419127" y="803205"/>
                  </a:lnTo>
                  <a:lnTo>
                    <a:pt x="420468" y="803779"/>
                  </a:lnTo>
                  <a:lnTo>
                    <a:pt x="420547" y="807366"/>
                  </a:lnTo>
                  <a:lnTo>
                    <a:pt x="420569" y="808368"/>
                  </a:lnTo>
                  <a:lnTo>
                    <a:pt x="420581" y="808916"/>
                  </a:lnTo>
                  <a:lnTo>
                    <a:pt x="420601" y="809815"/>
                  </a:lnTo>
                  <a:lnTo>
                    <a:pt x="420614" y="810417"/>
                  </a:lnTo>
                  <a:lnTo>
                    <a:pt x="420494" y="812031"/>
                  </a:lnTo>
                  <a:lnTo>
                    <a:pt x="420427" y="812364"/>
                  </a:lnTo>
                  <a:lnTo>
                    <a:pt x="420416" y="812698"/>
                  </a:lnTo>
                  <a:lnTo>
                    <a:pt x="420501" y="812995"/>
                  </a:lnTo>
                  <a:lnTo>
                    <a:pt x="420788" y="813545"/>
                  </a:lnTo>
                  <a:lnTo>
                    <a:pt x="421560" y="814380"/>
                  </a:lnTo>
                  <a:lnTo>
                    <a:pt x="422420" y="815328"/>
                  </a:lnTo>
                  <a:lnTo>
                    <a:pt x="422976" y="815838"/>
                  </a:lnTo>
                  <a:lnTo>
                    <a:pt x="423446" y="816708"/>
                  </a:lnTo>
                  <a:lnTo>
                    <a:pt x="423781" y="817800"/>
                  </a:lnTo>
                  <a:lnTo>
                    <a:pt x="423836" y="824202"/>
                  </a:lnTo>
                  <a:lnTo>
                    <a:pt x="423803" y="824912"/>
                  </a:lnTo>
                  <a:lnTo>
                    <a:pt x="423798" y="825109"/>
                  </a:lnTo>
                  <a:lnTo>
                    <a:pt x="423965" y="825708"/>
                  </a:lnTo>
                  <a:lnTo>
                    <a:pt x="424325" y="825622"/>
                  </a:lnTo>
                  <a:lnTo>
                    <a:pt x="424499" y="825574"/>
                  </a:lnTo>
                  <a:lnTo>
                    <a:pt x="424943" y="825509"/>
                  </a:lnTo>
                  <a:lnTo>
                    <a:pt x="429969" y="827286"/>
                  </a:lnTo>
                  <a:lnTo>
                    <a:pt x="429967" y="827794"/>
                  </a:lnTo>
                  <a:lnTo>
                    <a:pt x="429995" y="828605"/>
                  </a:lnTo>
                  <a:lnTo>
                    <a:pt x="430017" y="829231"/>
                  </a:lnTo>
                  <a:lnTo>
                    <a:pt x="430405" y="830015"/>
                  </a:lnTo>
                  <a:lnTo>
                    <a:pt x="430813" y="836487"/>
                  </a:lnTo>
                  <a:lnTo>
                    <a:pt x="430780" y="836785"/>
                  </a:lnTo>
                  <a:lnTo>
                    <a:pt x="431453" y="837251"/>
                  </a:lnTo>
                  <a:lnTo>
                    <a:pt x="434274" y="838237"/>
                  </a:lnTo>
                  <a:lnTo>
                    <a:pt x="434319" y="838017"/>
                  </a:lnTo>
                  <a:lnTo>
                    <a:pt x="434436" y="837824"/>
                  </a:lnTo>
                  <a:lnTo>
                    <a:pt x="434664" y="837662"/>
                  </a:lnTo>
                  <a:lnTo>
                    <a:pt x="434816" y="837614"/>
                  </a:lnTo>
                  <a:lnTo>
                    <a:pt x="435064" y="837749"/>
                  </a:lnTo>
                  <a:lnTo>
                    <a:pt x="435233" y="837945"/>
                  </a:lnTo>
                  <a:lnTo>
                    <a:pt x="435464" y="838228"/>
                  </a:lnTo>
                  <a:lnTo>
                    <a:pt x="436335" y="839991"/>
                  </a:lnTo>
                  <a:lnTo>
                    <a:pt x="444261" y="846983"/>
                  </a:lnTo>
                  <a:lnTo>
                    <a:pt x="445399" y="848880"/>
                  </a:lnTo>
                  <a:lnTo>
                    <a:pt x="451961" y="852765"/>
                  </a:lnTo>
                  <a:lnTo>
                    <a:pt x="455099" y="856374"/>
                  </a:lnTo>
                  <a:lnTo>
                    <a:pt x="455644" y="857498"/>
                  </a:lnTo>
                  <a:lnTo>
                    <a:pt x="455940" y="858114"/>
                  </a:lnTo>
                  <a:lnTo>
                    <a:pt x="456049" y="858360"/>
                  </a:lnTo>
                  <a:lnTo>
                    <a:pt x="456100" y="858491"/>
                  </a:lnTo>
                  <a:lnTo>
                    <a:pt x="456149" y="858619"/>
                  </a:lnTo>
                  <a:lnTo>
                    <a:pt x="456243" y="858878"/>
                  </a:lnTo>
                  <a:lnTo>
                    <a:pt x="456413" y="859373"/>
                  </a:lnTo>
                  <a:lnTo>
                    <a:pt x="456580" y="860012"/>
                  </a:lnTo>
                  <a:lnTo>
                    <a:pt x="456597" y="860140"/>
                  </a:lnTo>
                  <a:lnTo>
                    <a:pt x="456609" y="860306"/>
                  </a:lnTo>
                  <a:lnTo>
                    <a:pt x="456617" y="860439"/>
                  </a:lnTo>
                  <a:lnTo>
                    <a:pt x="456625" y="860576"/>
                  </a:lnTo>
                  <a:lnTo>
                    <a:pt x="456916" y="860799"/>
                  </a:lnTo>
                  <a:lnTo>
                    <a:pt x="457136" y="860805"/>
                  </a:lnTo>
                  <a:lnTo>
                    <a:pt x="457119" y="861029"/>
                  </a:lnTo>
                  <a:lnTo>
                    <a:pt x="459994" y="865385"/>
                  </a:lnTo>
                  <a:lnTo>
                    <a:pt x="460316" y="865884"/>
                  </a:lnTo>
                  <a:lnTo>
                    <a:pt x="460346" y="866024"/>
                  </a:lnTo>
                  <a:lnTo>
                    <a:pt x="460747" y="866924"/>
                  </a:lnTo>
                  <a:lnTo>
                    <a:pt x="461075" y="867756"/>
                  </a:lnTo>
                  <a:lnTo>
                    <a:pt x="461429" y="868636"/>
                  </a:lnTo>
                  <a:lnTo>
                    <a:pt x="461864" y="869728"/>
                  </a:lnTo>
                  <a:lnTo>
                    <a:pt x="462080" y="870275"/>
                  </a:lnTo>
                  <a:lnTo>
                    <a:pt x="462217" y="870621"/>
                  </a:lnTo>
                  <a:lnTo>
                    <a:pt x="462421" y="871132"/>
                  </a:lnTo>
                  <a:lnTo>
                    <a:pt x="462838" y="872173"/>
                  </a:lnTo>
                  <a:lnTo>
                    <a:pt x="463228" y="873127"/>
                  </a:lnTo>
                  <a:lnTo>
                    <a:pt x="463340" y="873512"/>
                  </a:lnTo>
                  <a:lnTo>
                    <a:pt x="463770" y="874998"/>
                  </a:lnTo>
                  <a:lnTo>
                    <a:pt x="464098" y="876261"/>
                  </a:lnTo>
                  <a:lnTo>
                    <a:pt x="464242" y="876825"/>
                  </a:lnTo>
                  <a:lnTo>
                    <a:pt x="464339" y="877204"/>
                  </a:lnTo>
                  <a:lnTo>
                    <a:pt x="464494" y="877813"/>
                  </a:lnTo>
                  <a:lnTo>
                    <a:pt x="464599" y="878225"/>
                  </a:lnTo>
                  <a:lnTo>
                    <a:pt x="464775" y="878917"/>
                  </a:lnTo>
                  <a:lnTo>
                    <a:pt x="464914" y="879461"/>
                  </a:lnTo>
                  <a:lnTo>
                    <a:pt x="465113" y="879982"/>
                  </a:lnTo>
                  <a:lnTo>
                    <a:pt x="465269" y="880388"/>
                  </a:lnTo>
                  <a:lnTo>
                    <a:pt x="465419" y="880780"/>
                  </a:lnTo>
                  <a:lnTo>
                    <a:pt x="465593" y="881048"/>
                  </a:lnTo>
                  <a:lnTo>
                    <a:pt x="465716" y="881237"/>
                  </a:lnTo>
                  <a:lnTo>
                    <a:pt x="465960" y="881622"/>
                  </a:lnTo>
                  <a:lnTo>
                    <a:pt x="466208" y="882014"/>
                  </a:lnTo>
                  <a:lnTo>
                    <a:pt x="466440" y="882622"/>
                  </a:lnTo>
                  <a:lnTo>
                    <a:pt x="466646" y="883162"/>
                  </a:lnTo>
                  <a:lnTo>
                    <a:pt x="466876" y="883461"/>
                  </a:lnTo>
                  <a:lnTo>
                    <a:pt x="467207" y="883965"/>
                  </a:lnTo>
                  <a:lnTo>
                    <a:pt x="467803" y="884804"/>
                  </a:lnTo>
                  <a:lnTo>
                    <a:pt x="467937" y="884835"/>
                  </a:lnTo>
                  <a:lnTo>
                    <a:pt x="468423" y="884926"/>
                  </a:lnTo>
                  <a:lnTo>
                    <a:pt x="469131" y="885061"/>
                  </a:lnTo>
                  <a:lnTo>
                    <a:pt x="469418" y="884924"/>
                  </a:lnTo>
                  <a:lnTo>
                    <a:pt x="469646" y="884836"/>
                  </a:lnTo>
                  <a:lnTo>
                    <a:pt x="469849" y="884843"/>
                  </a:lnTo>
                  <a:lnTo>
                    <a:pt x="470083" y="884840"/>
                  </a:lnTo>
                  <a:lnTo>
                    <a:pt x="472519" y="884712"/>
                  </a:lnTo>
                  <a:lnTo>
                    <a:pt x="475569" y="883832"/>
                  </a:lnTo>
                  <a:lnTo>
                    <a:pt x="475726" y="883805"/>
                  </a:lnTo>
                  <a:lnTo>
                    <a:pt x="475972" y="883763"/>
                  </a:lnTo>
                  <a:lnTo>
                    <a:pt x="476384" y="883695"/>
                  </a:lnTo>
                  <a:lnTo>
                    <a:pt x="477783" y="883458"/>
                  </a:lnTo>
                  <a:lnTo>
                    <a:pt x="479619" y="883147"/>
                  </a:lnTo>
                  <a:lnTo>
                    <a:pt x="481160" y="882886"/>
                  </a:lnTo>
                  <a:lnTo>
                    <a:pt x="482422" y="882776"/>
                  </a:lnTo>
                  <a:lnTo>
                    <a:pt x="483157" y="882712"/>
                  </a:lnTo>
                  <a:lnTo>
                    <a:pt x="483212" y="882975"/>
                  </a:lnTo>
                  <a:lnTo>
                    <a:pt x="483429" y="883926"/>
                  </a:lnTo>
                  <a:lnTo>
                    <a:pt x="483731" y="884474"/>
                  </a:lnTo>
                  <a:lnTo>
                    <a:pt x="483813" y="884620"/>
                  </a:lnTo>
                  <a:lnTo>
                    <a:pt x="484098" y="885130"/>
                  </a:lnTo>
                  <a:lnTo>
                    <a:pt x="484390" y="885692"/>
                  </a:lnTo>
                  <a:lnTo>
                    <a:pt x="484663" y="886214"/>
                  </a:lnTo>
                  <a:lnTo>
                    <a:pt x="484859" y="886550"/>
                  </a:lnTo>
                  <a:lnTo>
                    <a:pt x="485052" y="886886"/>
                  </a:lnTo>
                  <a:lnTo>
                    <a:pt x="485217" y="887283"/>
                  </a:lnTo>
                  <a:lnTo>
                    <a:pt x="485174" y="887787"/>
                  </a:lnTo>
                  <a:lnTo>
                    <a:pt x="485080" y="888924"/>
                  </a:lnTo>
                  <a:lnTo>
                    <a:pt x="484986" y="890011"/>
                  </a:lnTo>
                  <a:lnTo>
                    <a:pt x="484932" y="890624"/>
                  </a:lnTo>
                  <a:lnTo>
                    <a:pt x="484899" y="891453"/>
                  </a:lnTo>
                  <a:lnTo>
                    <a:pt x="485296" y="891949"/>
                  </a:lnTo>
                  <a:lnTo>
                    <a:pt x="485426" y="891937"/>
                  </a:lnTo>
                  <a:lnTo>
                    <a:pt x="485823" y="892031"/>
                  </a:lnTo>
                  <a:lnTo>
                    <a:pt x="486591" y="892056"/>
                  </a:lnTo>
                  <a:lnTo>
                    <a:pt x="486729" y="892112"/>
                  </a:lnTo>
                  <a:lnTo>
                    <a:pt x="486871" y="892171"/>
                  </a:lnTo>
                  <a:lnTo>
                    <a:pt x="487283" y="892166"/>
                  </a:lnTo>
                  <a:lnTo>
                    <a:pt x="490206" y="892483"/>
                  </a:lnTo>
                  <a:lnTo>
                    <a:pt x="490044" y="892107"/>
                  </a:lnTo>
                  <a:lnTo>
                    <a:pt x="490044" y="891820"/>
                  </a:lnTo>
                  <a:lnTo>
                    <a:pt x="490146" y="891700"/>
                  </a:lnTo>
                  <a:lnTo>
                    <a:pt x="490350" y="891728"/>
                  </a:lnTo>
                  <a:lnTo>
                    <a:pt x="490505" y="891621"/>
                  </a:lnTo>
                  <a:lnTo>
                    <a:pt x="490408" y="891316"/>
                  </a:lnTo>
                  <a:lnTo>
                    <a:pt x="490500" y="891117"/>
                  </a:lnTo>
                  <a:lnTo>
                    <a:pt x="490454" y="890453"/>
                  </a:lnTo>
                  <a:lnTo>
                    <a:pt x="490523" y="890217"/>
                  </a:lnTo>
                  <a:lnTo>
                    <a:pt x="490469" y="890033"/>
                  </a:lnTo>
                  <a:lnTo>
                    <a:pt x="490373" y="889848"/>
                  </a:lnTo>
                  <a:lnTo>
                    <a:pt x="489927" y="889321"/>
                  </a:lnTo>
                  <a:lnTo>
                    <a:pt x="490060" y="889209"/>
                  </a:lnTo>
                  <a:lnTo>
                    <a:pt x="490759" y="889000"/>
                  </a:lnTo>
                  <a:lnTo>
                    <a:pt x="491156" y="889316"/>
                  </a:lnTo>
                  <a:lnTo>
                    <a:pt x="491365" y="889316"/>
                  </a:lnTo>
                  <a:lnTo>
                    <a:pt x="491688" y="889288"/>
                  </a:lnTo>
                  <a:lnTo>
                    <a:pt x="491864" y="889298"/>
                  </a:lnTo>
                  <a:lnTo>
                    <a:pt x="492462" y="889138"/>
                  </a:lnTo>
                  <a:lnTo>
                    <a:pt x="492869" y="888848"/>
                  </a:lnTo>
                  <a:lnTo>
                    <a:pt x="492988" y="888537"/>
                  </a:lnTo>
                  <a:lnTo>
                    <a:pt x="493258" y="888316"/>
                  </a:lnTo>
                  <a:lnTo>
                    <a:pt x="493431" y="887983"/>
                  </a:lnTo>
                  <a:lnTo>
                    <a:pt x="493579" y="887682"/>
                  </a:lnTo>
                  <a:lnTo>
                    <a:pt x="493813" y="887293"/>
                  </a:lnTo>
                  <a:lnTo>
                    <a:pt x="494128" y="886830"/>
                  </a:lnTo>
                  <a:lnTo>
                    <a:pt x="494126" y="886570"/>
                  </a:lnTo>
                  <a:lnTo>
                    <a:pt x="494126" y="886423"/>
                  </a:lnTo>
                  <a:lnTo>
                    <a:pt x="494144" y="886290"/>
                  </a:lnTo>
                  <a:lnTo>
                    <a:pt x="494075" y="886077"/>
                  </a:lnTo>
                  <a:lnTo>
                    <a:pt x="494210" y="885621"/>
                  </a:lnTo>
                  <a:lnTo>
                    <a:pt x="494408" y="885265"/>
                  </a:lnTo>
                  <a:lnTo>
                    <a:pt x="494508" y="885074"/>
                  </a:lnTo>
                  <a:lnTo>
                    <a:pt x="494630" y="884860"/>
                  </a:lnTo>
                  <a:lnTo>
                    <a:pt x="494828" y="884413"/>
                  </a:lnTo>
                  <a:lnTo>
                    <a:pt x="494943" y="884166"/>
                  </a:lnTo>
                  <a:lnTo>
                    <a:pt x="495205" y="883799"/>
                  </a:lnTo>
                  <a:lnTo>
                    <a:pt x="495299" y="883664"/>
                  </a:lnTo>
                  <a:lnTo>
                    <a:pt x="495436" y="883494"/>
                  </a:lnTo>
                  <a:lnTo>
                    <a:pt x="495691" y="883301"/>
                  </a:lnTo>
                  <a:lnTo>
                    <a:pt x="495899" y="883194"/>
                  </a:lnTo>
                  <a:lnTo>
                    <a:pt x="496055" y="883161"/>
                  </a:lnTo>
                  <a:lnTo>
                    <a:pt x="496297" y="883119"/>
                  </a:lnTo>
                  <a:lnTo>
                    <a:pt x="496431" y="883125"/>
                  </a:lnTo>
                  <a:lnTo>
                    <a:pt x="496833" y="883163"/>
                  </a:lnTo>
                  <a:lnTo>
                    <a:pt x="497128" y="883285"/>
                  </a:lnTo>
                  <a:lnTo>
                    <a:pt x="497289" y="883354"/>
                  </a:lnTo>
                  <a:lnTo>
                    <a:pt x="497719" y="883626"/>
                  </a:lnTo>
                  <a:lnTo>
                    <a:pt x="497905" y="883807"/>
                  </a:lnTo>
                  <a:lnTo>
                    <a:pt x="498212" y="884079"/>
                  </a:lnTo>
                  <a:lnTo>
                    <a:pt x="498367" y="884172"/>
                  </a:lnTo>
                  <a:lnTo>
                    <a:pt x="498515" y="884204"/>
                  </a:lnTo>
                  <a:lnTo>
                    <a:pt x="498981" y="884318"/>
                  </a:lnTo>
                  <a:lnTo>
                    <a:pt x="499749" y="884520"/>
                  </a:lnTo>
                  <a:lnTo>
                    <a:pt x="500060" y="884601"/>
                  </a:lnTo>
                  <a:lnTo>
                    <a:pt x="500187" y="884647"/>
                  </a:lnTo>
                  <a:lnTo>
                    <a:pt x="500459" y="884718"/>
                  </a:lnTo>
                  <a:lnTo>
                    <a:pt x="501169" y="884909"/>
                  </a:lnTo>
                  <a:lnTo>
                    <a:pt x="502060" y="885148"/>
                  </a:lnTo>
                  <a:lnTo>
                    <a:pt x="503070" y="885418"/>
                  </a:lnTo>
                  <a:lnTo>
                    <a:pt x="503767" y="885604"/>
                  </a:lnTo>
                  <a:lnTo>
                    <a:pt x="504401" y="885774"/>
                  </a:lnTo>
                  <a:lnTo>
                    <a:pt x="504770" y="885873"/>
                  </a:lnTo>
                  <a:lnTo>
                    <a:pt x="505529" y="886066"/>
                  </a:lnTo>
                  <a:lnTo>
                    <a:pt x="506105" y="886214"/>
                  </a:lnTo>
                  <a:lnTo>
                    <a:pt x="507392" y="886545"/>
                  </a:lnTo>
                  <a:lnTo>
                    <a:pt x="508344" y="886792"/>
                  </a:lnTo>
                  <a:lnTo>
                    <a:pt x="509219" y="887016"/>
                  </a:lnTo>
                  <a:lnTo>
                    <a:pt x="510176" y="887260"/>
                  </a:lnTo>
                  <a:lnTo>
                    <a:pt x="511362" y="887565"/>
                  </a:lnTo>
                  <a:lnTo>
                    <a:pt x="511624" y="887631"/>
                  </a:lnTo>
                  <a:lnTo>
                    <a:pt x="511911" y="887705"/>
                  </a:lnTo>
                  <a:lnTo>
                    <a:pt x="512723" y="887914"/>
                  </a:lnTo>
                  <a:lnTo>
                    <a:pt x="513066" y="888016"/>
                  </a:lnTo>
                  <a:lnTo>
                    <a:pt x="514746" y="888459"/>
                  </a:lnTo>
                  <a:lnTo>
                    <a:pt x="515906" y="888761"/>
                  </a:lnTo>
                  <a:lnTo>
                    <a:pt x="516194" y="888850"/>
                  </a:lnTo>
                  <a:lnTo>
                    <a:pt x="516372" y="888904"/>
                  </a:lnTo>
                  <a:lnTo>
                    <a:pt x="516535" y="888924"/>
                  </a:lnTo>
                  <a:lnTo>
                    <a:pt x="517041" y="889049"/>
                  </a:lnTo>
                  <a:lnTo>
                    <a:pt x="517664" y="889207"/>
                  </a:lnTo>
                  <a:lnTo>
                    <a:pt x="517977" y="889291"/>
                  </a:lnTo>
                  <a:lnTo>
                    <a:pt x="518649" y="889446"/>
                  </a:lnTo>
                  <a:lnTo>
                    <a:pt x="519257" y="889606"/>
                  </a:lnTo>
                  <a:lnTo>
                    <a:pt x="520158" y="889843"/>
                  </a:lnTo>
                  <a:lnTo>
                    <a:pt x="520486" y="889924"/>
                  </a:lnTo>
                  <a:lnTo>
                    <a:pt x="520657" y="889965"/>
                  </a:lnTo>
                  <a:lnTo>
                    <a:pt x="521171" y="890095"/>
                  </a:lnTo>
                  <a:lnTo>
                    <a:pt x="521965" y="890324"/>
                  </a:lnTo>
                  <a:lnTo>
                    <a:pt x="522843" y="890563"/>
                  </a:lnTo>
                  <a:lnTo>
                    <a:pt x="523270" y="890685"/>
                  </a:lnTo>
                  <a:lnTo>
                    <a:pt x="523995" y="890955"/>
                  </a:lnTo>
                  <a:lnTo>
                    <a:pt x="524115" y="891087"/>
                  </a:lnTo>
                  <a:lnTo>
                    <a:pt x="524474" y="891217"/>
                  </a:lnTo>
                  <a:lnTo>
                    <a:pt x="524469" y="891385"/>
                  </a:lnTo>
                  <a:lnTo>
                    <a:pt x="524698" y="891853"/>
                  </a:lnTo>
                  <a:lnTo>
                    <a:pt x="524848" y="892174"/>
                  </a:lnTo>
                  <a:lnTo>
                    <a:pt x="525041" y="892619"/>
                  </a:lnTo>
                  <a:lnTo>
                    <a:pt x="525364" y="892764"/>
                  </a:lnTo>
                  <a:lnTo>
                    <a:pt x="525619" y="892777"/>
                  </a:lnTo>
                  <a:lnTo>
                    <a:pt x="525845" y="892756"/>
                  </a:lnTo>
                  <a:lnTo>
                    <a:pt x="526184" y="892733"/>
                  </a:lnTo>
                  <a:lnTo>
                    <a:pt x="526390" y="892741"/>
                  </a:lnTo>
                  <a:lnTo>
                    <a:pt x="526657" y="892772"/>
                  </a:lnTo>
                  <a:lnTo>
                    <a:pt x="527031" y="892848"/>
                  </a:lnTo>
                  <a:lnTo>
                    <a:pt x="527273" y="892901"/>
                  </a:lnTo>
                  <a:lnTo>
                    <a:pt x="527560" y="892985"/>
                  </a:lnTo>
                  <a:lnTo>
                    <a:pt x="527891" y="892894"/>
                  </a:lnTo>
                  <a:lnTo>
                    <a:pt x="528118" y="892975"/>
                  </a:lnTo>
                  <a:lnTo>
                    <a:pt x="528649" y="893334"/>
                  </a:lnTo>
                  <a:lnTo>
                    <a:pt x="528988" y="893502"/>
                  </a:lnTo>
                  <a:lnTo>
                    <a:pt x="529298" y="893624"/>
                  </a:lnTo>
                  <a:lnTo>
                    <a:pt x="529845" y="893881"/>
                  </a:lnTo>
                  <a:lnTo>
                    <a:pt x="530219" y="894034"/>
                  </a:lnTo>
                  <a:lnTo>
                    <a:pt x="530512" y="894189"/>
                  </a:lnTo>
                  <a:lnTo>
                    <a:pt x="530934" y="894321"/>
                  </a:lnTo>
                  <a:lnTo>
                    <a:pt x="531453" y="894321"/>
                  </a:lnTo>
                  <a:lnTo>
                    <a:pt x="531797" y="894492"/>
                  </a:lnTo>
                  <a:lnTo>
                    <a:pt x="532230" y="894665"/>
                  </a:lnTo>
                  <a:lnTo>
                    <a:pt x="532520" y="894563"/>
                  </a:lnTo>
                  <a:lnTo>
                    <a:pt x="532647" y="894736"/>
                  </a:lnTo>
                  <a:lnTo>
                    <a:pt x="532723" y="894940"/>
                  </a:lnTo>
                  <a:lnTo>
                    <a:pt x="532761" y="895403"/>
                  </a:lnTo>
                  <a:lnTo>
                    <a:pt x="532947" y="895380"/>
                  </a:lnTo>
                  <a:lnTo>
                    <a:pt x="533191" y="895337"/>
                  </a:lnTo>
                  <a:lnTo>
                    <a:pt x="533385" y="895273"/>
                  </a:lnTo>
                  <a:lnTo>
                    <a:pt x="533545" y="895214"/>
                  </a:lnTo>
                  <a:lnTo>
                    <a:pt x="533675" y="895258"/>
                  </a:lnTo>
                  <a:lnTo>
                    <a:pt x="534044" y="895606"/>
                  </a:lnTo>
                  <a:lnTo>
                    <a:pt x="534530" y="896339"/>
                  </a:lnTo>
                  <a:lnTo>
                    <a:pt x="534650" y="896471"/>
                  </a:lnTo>
                  <a:lnTo>
                    <a:pt x="534680" y="896619"/>
                  </a:lnTo>
                  <a:lnTo>
                    <a:pt x="534764" y="896795"/>
                  </a:lnTo>
                  <a:lnTo>
                    <a:pt x="534907" y="897087"/>
                  </a:lnTo>
                  <a:lnTo>
                    <a:pt x="534985" y="897253"/>
                  </a:lnTo>
                  <a:lnTo>
                    <a:pt x="535176" y="897594"/>
                  </a:lnTo>
                  <a:lnTo>
                    <a:pt x="535319" y="897952"/>
                  </a:lnTo>
                  <a:lnTo>
                    <a:pt x="535533" y="898357"/>
                  </a:lnTo>
                  <a:lnTo>
                    <a:pt x="535629" y="898560"/>
                  </a:lnTo>
                  <a:lnTo>
                    <a:pt x="535907" y="898985"/>
                  </a:lnTo>
                  <a:lnTo>
                    <a:pt x="536260" y="899464"/>
                  </a:lnTo>
                  <a:lnTo>
                    <a:pt x="536683" y="900041"/>
                  </a:lnTo>
                  <a:lnTo>
                    <a:pt x="536975" y="900321"/>
                  </a:lnTo>
                  <a:lnTo>
                    <a:pt x="537438" y="900764"/>
                  </a:lnTo>
                  <a:lnTo>
                    <a:pt x="537805" y="901192"/>
                  </a:lnTo>
                  <a:lnTo>
                    <a:pt x="537975" y="901382"/>
                  </a:lnTo>
                  <a:lnTo>
                    <a:pt x="538131" y="901527"/>
                  </a:lnTo>
                  <a:lnTo>
                    <a:pt x="538436" y="901815"/>
                  </a:lnTo>
                  <a:lnTo>
                    <a:pt x="538696" y="902085"/>
                  </a:lnTo>
                  <a:lnTo>
                    <a:pt x="538807" y="902278"/>
                  </a:lnTo>
                  <a:lnTo>
                    <a:pt x="538965" y="902545"/>
                  </a:lnTo>
                  <a:lnTo>
                    <a:pt x="539131" y="902784"/>
                  </a:lnTo>
                  <a:lnTo>
                    <a:pt x="539342" y="903046"/>
                  </a:lnTo>
                  <a:lnTo>
                    <a:pt x="539571" y="903393"/>
                  </a:lnTo>
                  <a:lnTo>
                    <a:pt x="539978" y="903817"/>
                  </a:lnTo>
                  <a:lnTo>
                    <a:pt x="540383" y="904120"/>
                  </a:lnTo>
                  <a:lnTo>
                    <a:pt x="540866" y="904428"/>
                  </a:lnTo>
                  <a:lnTo>
                    <a:pt x="541039" y="904543"/>
                  </a:lnTo>
                  <a:lnTo>
                    <a:pt x="541210" y="904576"/>
                  </a:lnTo>
                  <a:lnTo>
                    <a:pt x="541599" y="904858"/>
                  </a:lnTo>
                  <a:lnTo>
                    <a:pt x="541780" y="904973"/>
                  </a:lnTo>
                  <a:lnTo>
                    <a:pt x="542304" y="905413"/>
                  </a:lnTo>
                  <a:lnTo>
                    <a:pt x="542441" y="905499"/>
                  </a:lnTo>
                  <a:lnTo>
                    <a:pt x="542500" y="905670"/>
                  </a:lnTo>
                  <a:lnTo>
                    <a:pt x="542762" y="905952"/>
                  </a:lnTo>
                  <a:lnTo>
                    <a:pt x="542907" y="905978"/>
                  </a:lnTo>
                  <a:lnTo>
                    <a:pt x="543100" y="905973"/>
                  </a:lnTo>
                  <a:lnTo>
                    <a:pt x="543345" y="905998"/>
                  </a:lnTo>
                  <a:lnTo>
                    <a:pt x="543597" y="906019"/>
                  </a:lnTo>
                  <a:lnTo>
                    <a:pt x="543909" y="905777"/>
                  </a:lnTo>
                  <a:lnTo>
                    <a:pt x="544136" y="905563"/>
                  </a:lnTo>
                  <a:lnTo>
                    <a:pt x="544327" y="905543"/>
                  </a:lnTo>
                  <a:lnTo>
                    <a:pt x="544482" y="905520"/>
                  </a:lnTo>
                  <a:lnTo>
                    <a:pt x="545098" y="905657"/>
                  </a:lnTo>
                  <a:lnTo>
                    <a:pt x="545347" y="905576"/>
                  </a:lnTo>
                  <a:lnTo>
                    <a:pt x="545520" y="905240"/>
                  </a:lnTo>
                  <a:lnTo>
                    <a:pt x="545915" y="904901"/>
                  </a:lnTo>
                  <a:lnTo>
                    <a:pt x="546075" y="904896"/>
                  </a:lnTo>
                  <a:lnTo>
                    <a:pt x="546228" y="904818"/>
                  </a:lnTo>
                  <a:lnTo>
                    <a:pt x="546579" y="905072"/>
                  </a:lnTo>
                  <a:lnTo>
                    <a:pt x="546675" y="905235"/>
                  </a:lnTo>
                  <a:lnTo>
                    <a:pt x="546935" y="905398"/>
                  </a:lnTo>
                  <a:lnTo>
                    <a:pt x="547444" y="905260"/>
                  </a:lnTo>
                  <a:lnTo>
                    <a:pt x="547546" y="905133"/>
                  </a:lnTo>
                  <a:lnTo>
                    <a:pt x="547691" y="904746"/>
                  </a:lnTo>
                  <a:lnTo>
                    <a:pt x="547673" y="904609"/>
                  </a:lnTo>
                  <a:lnTo>
                    <a:pt x="547675" y="904438"/>
                  </a:lnTo>
                  <a:lnTo>
                    <a:pt x="547889" y="904169"/>
                  </a:lnTo>
                  <a:lnTo>
                    <a:pt x="548189" y="904156"/>
                  </a:lnTo>
                  <a:lnTo>
                    <a:pt x="548352" y="904136"/>
                  </a:lnTo>
                  <a:lnTo>
                    <a:pt x="548635" y="904064"/>
                  </a:lnTo>
                  <a:lnTo>
                    <a:pt x="548876" y="903965"/>
                  </a:lnTo>
                  <a:lnTo>
                    <a:pt x="549004" y="903929"/>
                  </a:lnTo>
                  <a:lnTo>
                    <a:pt x="549319" y="903754"/>
                  </a:lnTo>
                  <a:lnTo>
                    <a:pt x="549609" y="903530"/>
                  </a:lnTo>
                  <a:lnTo>
                    <a:pt x="549706" y="903395"/>
                  </a:lnTo>
                  <a:lnTo>
                    <a:pt x="549874" y="903158"/>
                  </a:lnTo>
                  <a:lnTo>
                    <a:pt x="550151" y="902698"/>
                  </a:lnTo>
                  <a:lnTo>
                    <a:pt x="550169" y="902540"/>
                  </a:lnTo>
                  <a:lnTo>
                    <a:pt x="550579" y="902003"/>
                  </a:lnTo>
                  <a:lnTo>
                    <a:pt x="550734" y="901711"/>
                  </a:lnTo>
                  <a:lnTo>
                    <a:pt x="550912" y="901421"/>
                  </a:lnTo>
                  <a:lnTo>
                    <a:pt x="551184" y="901286"/>
                  </a:lnTo>
                  <a:lnTo>
                    <a:pt x="551388" y="901189"/>
                  </a:lnTo>
                  <a:lnTo>
                    <a:pt x="551538" y="901115"/>
                  </a:lnTo>
                  <a:lnTo>
                    <a:pt x="551782" y="901049"/>
                  </a:lnTo>
                  <a:lnTo>
                    <a:pt x="552248" y="900868"/>
                  </a:lnTo>
                  <a:lnTo>
                    <a:pt x="552545" y="900731"/>
                  </a:lnTo>
                  <a:lnTo>
                    <a:pt x="552848" y="900591"/>
                  </a:lnTo>
                  <a:lnTo>
                    <a:pt x="552986" y="900540"/>
                  </a:lnTo>
                  <a:lnTo>
                    <a:pt x="553393" y="900428"/>
                  </a:lnTo>
                  <a:lnTo>
                    <a:pt x="553657" y="900545"/>
                  </a:lnTo>
                  <a:lnTo>
                    <a:pt x="553988" y="900583"/>
                  </a:lnTo>
                  <a:lnTo>
                    <a:pt x="554344" y="900611"/>
                  </a:lnTo>
                  <a:lnTo>
                    <a:pt x="554645" y="900772"/>
                  </a:lnTo>
                  <a:lnTo>
                    <a:pt x="554785" y="900848"/>
                  </a:lnTo>
                  <a:lnTo>
                    <a:pt x="554981" y="900952"/>
                  </a:lnTo>
                  <a:lnTo>
                    <a:pt x="555090" y="901141"/>
                  </a:lnTo>
                  <a:lnTo>
                    <a:pt x="555171" y="901288"/>
                  </a:lnTo>
                  <a:lnTo>
                    <a:pt x="555530" y="901492"/>
                  </a:lnTo>
                  <a:lnTo>
                    <a:pt x="555843" y="901573"/>
                  </a:lnTo>
                  <a:lnTo>
                    <a:pt x="556113" y="901568"/>
                  </a:lnTo>
                  <a:lnTo>
                    <a:pt x="556347" y="901469"/>
                  </a:lnTo>
                  <a:lnTo>
                    <a:pt x="556719" y="901342"/>
                  </a:lnTo>
                  <a:lnTo>
                    <a:pt x="556925" y="901286"/>
                  </a:lnTo>
                  <a:lnTo>
                    <a:pt x="557184" y="901171"/>
                  </a:lnTo>
                  <a:lnTo>
                    <a:pt x="557327" y="901092"/>
                  </a:lnTo>
                  <a:lnTo>
                    <a:pt x="557510" y="900960"/>
                  </a:lnTo>
                  <a:lnTo>
                    <a:pt x="557607" y="900774"/>
                  </a:lnTo>
                  <a:lnTo>
                    <a:pt x="557790" y="900749"/>
                  </a:lnTo>
                  <a:lnTo>
                    <a:pt x="558016" y="900767"/>
                  </a:lnTo>
                  <a:lnTo>
                    <a:pt x="558258" y="900741"/>
                  </a:lnTo>
                  <a:lnTo>
                    <a:pt x="558579" y="900713"/>
                  </a:lnTo>
                  <a:lnTo>
                    <a:pt x="558836" y="900690"/>
                  </a:lnTo>
                  <a:lnTo>
                    <a:pt x="559203" y="900696"/>
                  </a:lnTo>
                  <a:lnTo>
                    <a:pt x="558082" y="896727"/>
                  </a:lnTo>
                  <a:lnTo>
                    <a:pt x="556086" y="889664"/>
                  </a:lnTo>
                  <a:lnTo>
                    <a:pt x="553511" y="880560"/>
                  </a:lnTo>
                  <a:lnTo>
                    <a:pt x="550847" y="871068"/>
                  </a:lnTo>
                  <a:lnTo>
                    <a:pt x="549005" y="864318"/>
                  </a:lnTo>
                  <a:lnTo>
                    <a:pt x="546274" y="854784"/>
                  </a:lnTo>
                  <a:lnTo>
                    <a:pt x="542221" y="840337"/>
                  </a:lnTo>
                  <a:lnTo>
                    <a:pt x="538100" y="825201"/>
                  </a:lnTo>
                  <a:lnTo>
                    <a:pt x="536679" y="819977"/>
                  </a:lnTo>
                  <a:lnTo>
                    <a:pt x="538094" y="815577"/>
                  </a:lnTo>
                  <a:lnTo>
                    <a:pt x="539371" y="811614"/>
                  </a:lnTo>
                  <a:lnTo>
                    <a:pt x="540510" y="808050"/>
                  </a:lnTo>
                  <a:lnTo>
                    <a:pt x="542037" y="803287"/>
                  </a:lnTo>
                  <a:lnTo>
                    <a:pt x="542184" y="802828"/>
                  </a:lnTo>
                  <a:lnTo>
                    <a:pt x="542908" y="800552"/>
                  </a:lnTo>
                  <a:lnTo>
                    <a:pt x="545137" y="793582"/>
                  </a:lnTo>
                  <a:lnTo>
                    <a:pt x="548863" y="781922"/>
                  </a:lnTo>
                  <a:lnTo>
                    <a:pt x="547030" y="768523"/>
                  </a:lnTo>
                  <a:lnTo>
                    <a:pt x="545674" y="758608"/>
                  </a:lnTo>
                  <a:lnTo>
                    <a:pt x="545159" y="754823"/>
                  </a:lnTo>
                  <a:lnTo>
                    <a:pt x="544509" y="750037"/>
                  </a:lnTo>
                  <a:lnTo>
                    <a:pt x="542840" y="737758"/>
                  </a:lnTo>
                  <a:lnTo>
                    <a:pt x="545959" y="733547"/>
                  </a:lnTo>
                  <a:lnTo>
                    <a:pt x="551118" y="726585"/>
                  </a:lnTo>
                  <a:lnTo>
                    <a:pt x="553217" y="723736"/>
                  </a:lnTo>
                  <a:lnTo>
                    <a:pt x="556018" y="719935"/>
                  </a:lnTo>
                  <a:lnTo>
                    <a:pt x="557112" y="718428"/>
                  </a:lnTo>
                  <a:lnTo>
                    <a:pt x="562588" y="710877"/>
                  </a:lnTo>
                  <a:lnTo>
                    <a:pt x="560432" y="704822"/>
                  </a:lnTo>
                  <a:lnTo>
                    <a:pt x="557041" y="695300"/>
                  </a:lnTo>
                  <a:lnTo>
                    <a:pt x="553762" y="686085"/>
                  </a:lnTo>
                  <a:lnTo>
                    <a:pt x="551176" y="678968"/>
                  </a:lnTo>
                  <a:lnTo>
                    <a:pt x="549132" y="673337"/>
                  </a:lnTo>
                  <a:lnTo>
                    <a:pt x="545929" y="664518"/>
                  </a:lnTo>
                  <a:lnTo>
                    <a:pt x="543619" y="658051"/>
                  </a:lnTo>
                  <a:lnTo>
                    <a:pt x="543015" y="656360"/>
                  </a:lnTo>
                  <a:lnTo>
                    <a:pt x="540403" y="649057"/>
                  </a:lnTo>
                  <a:lnTo>
                    <a:pt x="537475" y="640978"/>
                  </a:lnTo>
                  <a:lnTo>
                    <a:pt x="534800" y="633288"/>
                  </a:lnTo>
                  <a:lnTo>
                    <a:pt x="540785" y="623801"/>
                  </a:lnTo>
                  <a:lnTo>
                    <a:pt x="542715" y="620733"/>
                  </a:lnTo>
                  <a:lnTo>
                    <a:pt x="542976" y="620318"/>
                  </a:lnTo>
                  <a:lnTo>
                    <a:pt x="546617" y="614611"/>
                  </a:lnTo>
                  <a:lnTo>
                    <a:pt x="549886" y="609472"/>
                  </a:lnTo>
                  <a:lnTo>
                    <a:pt x="551885" y="605561"/>
                  </a:lnTo>
                  <a:lnTo>
                    <a:pt x="557709" y="594175"/>
                  </a:lnTo>
                  <a:lnTo>
                    <a:pt x="562115" y="585941"/>
                  </a:lnTo>
                  <a:lnTo>
                    <a:pt x="564435" y="581604"/>
                  </a:lnTo>
                  <a:lnTo>
                    <a:pt x="565019" y="580513"/>
                  </a:lnTo>
                  <a:lnTo>
                    <a:pt x="567788" y="575350"/>
                  </a:lnTo>
                  <a:lnTo>
                    <a:pt x="565590" y="564371"/>
                  </a:lnTo>
                  <a:lnTo>
                    <a:pt x="564616" y="559505"/>
                  </a:lnTo>
                  <a:lnTo>
                    <a:pt x="562139" y="546866"/>
                  </a:lnTo>
                  <a:lnTo>
                    <a:pt x="561250" y="542316"/>
                  </a:lnTo>
                  <a:lnTo>
                    <a:pt x="564388" y="539235"/>
                  </a:lnTo>
                  <a:lnTo>
                    <a:pt x="567543" y="536141"/>
                  </a:lnTo>
                  <a:lnTo>
                    <a:pt x="571480" y="532281"/>
                  </a:lnTo>
                  <a:lnTo>
                    <a:pt x="575735" y="527286"/>
                  </a:lnTo>
                  <a:lnTo>
                    <a:pt x="581071" y="521026"/>
                  </a:lnTo>
                  <a:lnTo>
                    <a:pt x="582784" y="516384"/>
                  </a:lnTo>
                  <a:lnTo>
                    <a:pt x="585497" y="508981"/>
                  </a:lnTo>
                  <a:lnTo>
                    <a:pt x="587708" y="505823"/>
                  </a:lnTo>
                  <a:lnTo>
                    <a:pt x="592184" y="499428"/>
                  </a:lnTo>
                  <a:lnTo>
                    <a:pt x="595118" y="495245"/>
                  </a:lnTo>
                  <a:lnTo>
                    <a:pt x="597655" y="491612"/>
                  </a:lnTo>
                  <a:lnTo>
                    <a:pt x="600211" y="487959"/>
                  </a:lnTo>
                  <a:lnTo>
                    <a:pt x="605460" y="480362"/>
                  </a:lnTo>
                  <a:lnTo>
                    <a:pt x="607908" y="476536"/>
                  </a:lnTo>
                  <a:lnTo>
                    <a:pt x="613183" y="468306"/>
                  </a:lnTo>
                  <a:lnTo>
                    <a:pt x="618488" y="459831"/>
                  </a:lnTo>
                  <a:lnTo>
                    <a:pt x="622738" y="453035"/>
                  </a:lnTo>
                  <a:lnTo>
                    <a:pt x="628282" y="444142"/>
                  </a:lnTo>
                  <a:lnTo>
                    <a:pt x="632518" y="437269"/>
                  </a:lnTo>
                  <a:lnTo>
                    <a:pt x="642176" y="430202"/>
                  </a:lnTo>
                  <a:lnTo>
                    <a:pt x="651781" y="423174"/>
                  </a:lnTo>
                  <a:lnTo>
                    <a:pt x="663566" y="414580"/>
                  </a:lnTo>
                  <a:lnTo>
                    <a:pt x="672532" y="412195"/>
                  </a:lnTo>
                  <a:lnTo>
                    <a:pt x="674707" y="411619"/>
                  </a:lnTo>
                  <a:lnTo>
                    <a:pt x="683383" y="409320"/>
                  </a:lnTo>
                  <a:lnTo>
                    <a:pt x="690920" y="407275"/>
                  </a:lnTo>
                  <a:lnTo>
                    <a:pt x="699174" y="405045"/>
                  </a:lnTo>
                  <a:lnTo>
                    <a:pt x="709947" y="407611"/>
                  </a:lnTo>
                  <a:lnTo>
                    <a:pt x="719812" y="410052"/>
                  </a:lnTo>
                  <a:lnTo>
                    <a:pt x="728575" y="412047"/>
                  </a:lnTo>
                  <a:lnTo>
                    <a:pt x="739476" y="414538"/>
                  </a:lnTo>
                  <a:lnTo>
                    <a:pt x="747139" y="416610"/>
                  </a:lnTo>
                  <a:lnTo>
                    <a:pt x="750339" y="417474"/>
                  </a:lnTo>
                  <a:lnTo>
                    <a:pt x="754743" y="418657"/>
                  </a:lnTo>
                  <a:lnTo>
                    <a:pt x="761428" y="420468"/>
                  </a:lnTo>
                  <a:lnTo>
                    <a:pt x="772407" y="424524"/>
                  </a:lnTo>
                  <a:lnTo>
                    <a:pt x="777117" y="426266"/>
                  </a:lnTo>
                  <a:lnTo>
                    <a:pt x="782811" y="428369"/>
                  </a:lnTo>
                  <a:lnTo>
                    <a:pt x="786194" y="429600"/>
                  </a:lnTo>
                  <a:lnTo>
                    <a:pt x="792576" y="431901"/>
                  </a:lnTo>
                  <a:lnTo>
                    <a:pt x="795494" y="425869"/>
                  </a:lnTo>
                  <a:lnTo>
                    <a:pt x="798326" y="420001"/>
                  </a:lnTo>
                  <a:lnTo>
                    <a:pt x="800166" y="416016"/>
                  </a:lnTo>
                  <a:lnTo>
                    <a:pt x="803613" y="408531"/>
                  </a:lnTo>
                  <a:lnTo>
                    <a:pt x="805817" y="403749"/>
                  </a:lnTo>
                  <a:lnTo>
                    <a:pt x="808933" y="396832"/>
                  </a:lnTo>
                  <a:lnTo>
                    <a:pt x="811080" y="392051"/>
                  </a:lnTo>
                  <a:lnTo>
                    <a:pt x="812124" y="389734"/>
                  </a:lnTo>
                  <a:lnTo>
                    <a:pt x="812732" y="388385"/>
                  </a:lnTo>
                  <a:lnTo>
                    <a:pt x="816865" y="379204"/>
                  </a:lnTo>
                  <a:lnTo>
                    <a:pt x="816468" y="370775"/>
                  </a:lnTo>
                  <a:lnTo>
                    <a:pt x="816019" y="361225"/>
                  </a:lnTo>
                  <a:lnTo>
                    <a:pt x="815672" y="353885"/>
                  </a:lnTo>
                  <a:lnTo>
                    <a:pt x="815129" y="345201"/>
                  </a:lnTo>
                  <a:lnTo>
                    <a:pt x="814108" y="328869"/>
                  </a:lnTo>
                  <a:lnTo>
                    <a:pt x="813673" y="321556"/>
                  </a:lnTo>
                  <a:lnTo>
                    <a:pt x="813046" y="311094"/>
                  </a:lnTo>
                  <a:lnTo>
                    <a:pt x="812578" y="303306"/>
                  </a:lnTo>
                  <a:lnTo>
                    <a:pt x="809138" y="298786"/>
                  </a:lnTo>
                  <a:lnTo>
                    <a:pt x="805477" y="297437"/>
                  </a:lnTo>
                  <a:lnTo>
                    <a:pt x="792185" y="292617"/>
                  </a:lnTo>
                  <a:lnTo>
                    <a:pt x="785545" y="290218"/>
                  </a:lnTo>
                  <a:lnTo>
                    <a:pt x="779471" y="285716"/>
                  </a:lnTo>
                  <a:lnTo>
                    <a:pt x="772988" y="280907"/>
                  </a:lnTo>
                  <a:lnTo>
                    <a:pt x="768641" y="277682"/>
                  </a:lnTo>
                  <a:lnTo>
                    <a:pt x="762585" y="273096"/>
                  </a:lnTo>
                  <a:lnTo>
                    <a:pt x="757038" y="268903"/>
                  </a:lnTo>
                  <a:lnTo>
                    <a:pt x="760753" y="259448"/>
                  </a:lnTo>
                  <a:lnTo>
                    <a:pt x="763624" y="252130"/>
                  </a:lnTo>
                  <a:lnTo>
                    <a:pt x="770164" y="240417"/>
                  </a:lnTo>
                  <a:lnTo>
                    <a:pt x="774854" y="232036"/>
                  </a:lnTo>
                  <a:lnTo>
                    <a:pt x="777700" y="226837"/>
                  </a:lnTo>
                  <a:lnTo>
                    <a:pt x="782458" y="218161"/>
                  </a:lnTo>
                  <a:lnTo>
                    <a:pt x="784724" y="214029"/>
                  </a:lnTo>
                  <a:lnTo>
                    <a:pt x="790105" y="204323"/>
                  </a:lnTo>
                  <a:lnTo>
                    <a:pt x="791950" y="200991"/>
                  </a:lnTo>
                  <a:lnTo>
                    <a:pt x="797713" y="190438"/>
                  </a:lnTo>
                  <a:lnTo>
                    <a:pt x="802388" y="181963"/>
                  </a:lnTo>
                  <a:lnTo>
                    <a:pt x="806252" y="175011"/>
                  </a:lnTo>
                  <a:lnTo>
                    <a:pt x="807698" y="172409"/>
                  </a:lnTo>
                  <a:lnTo>
                    <a:pt x="810069" y="168144"/>
                  </a:lnTo>
                  <a:lnTo>
                    <a:pt x="812092" y="164660"/>
                  </a:lnTo>
                  <a:lnTo>
                    <a:pt x="816548" y="156998"/>
                  </a:lnTo>
                  <a:lnTo>
                    <a:pt x="822312" y="147444"/>
                  </a:lnTo>
                  <a:lnTo>
                    <a:pt x="828451" y="137265"/>
                  </a:lnTo>
                  <a:lnTo>
                    <a:pt x="830740" y="133509"/>
                  </a:lnTo>
                  <a:lnTo>
                    <a:pt x="836558" y="123972"/>
                  </a:lnTo>
                  <a:lnTo>
                    <a:pt x="840520" y="117485"/>
                  </a:lnTo>
                  <a:lnTo>
                    <a:pt x="839412" y="116740"/>
                  </a:lnTo>
                  <a:lnTo>
                    <a:pt x="837005" y="118541"/>
                  </a:lnTo>
                  <a:lnTo>
                    <a:pt x="836509" y="117984"/>
                  </a:lnTo>
                  <a:lnTo>
                    <a:pt x="836099" y="117536"/>
                  </a:lnTo>
                  <a:lnTo>
                    <a:pt x="835712" y="117109"/>
                  </a:lnTo>
                  <a:lnTo>
                    <a:pt x="835499" y="116872"/>
                  </a:lnTo>
                  <a:lnTo>
                    <a:pt x="834939" y="116213"/>
                  </a:lnTo>
                  <a:lnTo>
                    <a:pt x="834776" y="116020"/>
                  </a:lnTo>
                  <a:lnTo>
                    <a:pt x="833705" y="116068"/>
                  </a:lnTo>
                  <a:lnTo>
                    <a:pt x="833333" y="116078"/>
                  </a:lnTo>
                  <a:lnTo>
                    <a:pt x="833112" y="116086"/>
                  </a:lnTo>
                  <a:lnTo>
                    <a:pt x="832740" y="116086"/>
                  </a:lnTo>
                  <a:lnTo>
                    <a:pt x="832600" y="115987"/>
                  </a:lnTo>
                  <a:lnTo>
                    <a:pt x="832379" y="115406"/>
                  </a:lnTo>
                  <a:lnTo>
                    <a:pt x="832145" y="114798"/>
                  </a:lnTo>
                  <a:lnTo>
                    <a:pt x="831952" y="114266"/>
                  </a:lnTo>
                  <a:lnTo>
                    <a:pt x="831779" y="113836"/>
                  </a:lnTo>
                  <a:lnTo>
                    <a:pt x="831560" y="113826"/>
                  </a:lnTo>
                  <a:lnTo>
                    <a:pt x="830972" y="113803"/>
                  </a:lnTo>
                  <a:lnTo>
                    <a:pt x="830300" y="113803"/>
                  </a:lnTo>
                  <a:lnTo>
                    <a:pt x="829751" y="113763"/>
                  </a:lnTo>
                  <a:lnTo>
                    <a:pt x="829206" y="113747"/>
                  </a:lnTo>
                  <a:lnTo>
                    <a:pt x="828842" y="113758"/>
                  </a:lnTo>
                  <a:lnTo>
                    <a:pt x="828595" y="113742"/>
                  </a:lnTo>
                  <a:lnTo>
                    <a:pt x="827949" y="113748"/>
                  </a:lnTo>
                  <a:lnTo>
                    <a:pt x="827700" y="113763"/>
                  </a:lnTo>
                  <a:lnTo>
                    <a:pt x="826972" y="113804"/>
                  </a:lnTo>
                  <a:lnTo>
                    <a:pt x="825967" y="113829"/>
                  </a:lnTo>
                  <a:lnTo>
                    <a:pt x="824987" y="113837"/>
                  </a:lnTo>
                  <a:lnTo>
                    <a:pt x="824501" y="113847"/>
                  </a:lnTo>
                  <a:lnTo>
                    <a:pt x="824171" y="113643"/>
                  </a:lnTo>
                  <a:lnTo>
                    <a:pt x="823822" y="113394"/>
                  </a:lnTo>
                  <a:lnTo>
                    <a:pt x="823575" y="113218"/>
                  </a:lnTo>
                  <a:lnTo>
                    <a:pt x="823331" y="112900"/>
                  </a:lnTo>
                  <a:lnTo>
                    <a:pt x="823066" y="112585"/>
                  </a:lnTo>
                  <a:lnTo>
                    <a:pt x="822603" y="112078"/>
                  </a:lnTo>
                  <a:lnTo>
                    <a:pt x="822290" y="111834"/>
                  </a:lnTo>
                  <a:lnTo>
                    <a:pt x="821982" y="111671"/>
                  </a:lnTo>
                  <a:lnTo>
                    <a:pt x="821626" y="111552"/>
                  </a:lnTo>
                  <a:lnTo>
                    <a:pt x="821283" y="111488"/>
                  </a:lnTo>
                  <a:lnTo>
                    <a:pt x="821069" y="111597"/>
                  </a:lnTo>
                  <a:lnTo>
                    <a:pt x="820707" y="111770"/>
                  </a:lnTo>
                  <a:lnTo>
                    <a:pt x="820255" y="111943"/>
                  </a:lnTo>
                  <a:lnTo>
                    <a:pt x="819710" y="112200"/>
                  </a:lnTo>
                  <a:lnTo>
                    <a:pt x="819382" y="112340"/>
                  </a:lnTo>
                  <a:lnTo>
                    <a:pt x="819008" y="112518"/>
                  </a:lnTo>
                  <a:lnTo>
                    <a:pt x="818639" y="112656"/>
                  </a:lnTo>
                  <a:lnTo>
                    <a:pt x="818199" y="112839"/>
                  </a:lnTo>
                  <a:lnTo>
                    <a:pt x="817769" y="113030"/>
                  </a:lnTo>
                  <a:lnTo>
                    <a:pt x="817333" y="113223"/>
                  </a:lnTo>
                  <a:lnTo>
                    <a:pt x="816766" y="113452"/>
                  </a:lnTo>
                  <a:lnTo>
                    <a:pt x="816331" y="113661"/>
                  </a:lnTo>
                  <a:lnTo>
                    <a:pt x="815690" y="113951"/>
                  </a:lnTo>
                  <a:lnTo>
                    <a:pt x="815076" y="114190"/>
                  </a:lnTo>
                  <a:lnTo>
                    <a:pt x="814825" y="114294"/>
                  </a:lnTo>
                  <a:lnTo>
                    <a:pt x="814593" y="114416"/>
                  </a:lnTo>
                  <a:lnTo>
                    <a:pt x="814120" y="114551"/>
                  </a:lnTo>
                  <a:lnTo>
                    <a:pt x="813659" y="114714"/>
                  </a:lnTo>
                  <a:lnTo>
                    <a:pt x="813346" y="114816"/>
                  </a:lnTo>
                  <a:lnTo>
                    <a:pt x="812822" y="114986"/>
                  </a:lnTo>
                  <a:lnTo>
                    <a:pt x="812275" y="115172"/>
                  </a:lnTo>
                  <a:lnTo>
                    <a:pt x="811819" y="115330"/>
                  </a:lnTo>
                  <a:lnTo>
                    <a:pt x="811267" y="115549"/>
                  </a:lnTo>
                  <a:lnTo>
                    <a:pt x="810705" y="115712"/>
                  </a:lnTo>
                  <a:lnTo>
                    <a:pt x="810283" y="115857"/>
                  </a:lnTo>
                  <a:lnTo>
                    <a:pt x="809751" y="116040"/>
                  </a:lnTo>
                  <a:lnTo>
                    <a:pt x="809221" y="116223"/>
                  </a:lnTo>
                  <a:lnTo>
                    <a:pt x="808634" y="115984"/>
                  </a:lnTo>
                  <a:lnTo>
                    <a:pt x="807924" y="115737"/>
                  </a:lnTo>
                  <a:lnTo>
                    <a:pt x="807193" y="115462"/>
                  </a:lnTo>
                  <a:lnTo>
                    <a:pt x="806346" y="115169"/>
                  </a:lnTo>
                  <a:lnTo>
                    <a:pt x="805623" y="114892"/>
                  </a:lnTo>
                  <a:lnTo>
                    <a:pt x="804835" y="114650"/>
                  </a:lnTo>
                  <a:lnTo>
                    <a:pt x="804204" y="114404"/>
                  </a:lnTo>
                  <a:lnTo>
                    <a:pt x="803570" y="114167"/>
                  </a:lnTo>
                  <a:lnTo>
                    <a:pt x="803087" y="113989"/>
                  </a:lnTo>
                  <a:lnTo>
                    <a:pt x="802132" y="114083"/>
                  </a:lnTo>
                  <a:lnTo>
                    <a:pt x="801377" y="114159"/>
                  </a:lnTo>
                  <a:lnTo>
                    <a:pt x="800443" y="114258"/>
                  </a:lnTo>
                  <a:lnTo>
                    <a:pt x="799702" y="114322"/>
                  </a:lnTo>
                  <a:lnTo>
                    <a:pt x="798903" y="114373"/>
                  </a:lnTo>
                  <a:lnTo>
                    <a:pt x="798031" y="114442"/>
                  </a:lnTo>
                  <a:lnTo>
                    <a:pt x="796664" y="114569"/>
                  </a:lnTo>
                  <a:lnTo>
                    <a:pt x="795753" y="114602"/>
                  </a:lnTo>
                  <a:lnTo>
                    <a:pt x="795509" y="114625"/>
                  </a:lnTo>
                  <a:lnTo>
                    <a:pt x="794982" y="115215"/>
                  </a:lnTo>
                  <a:lnTo>
                    <a:pt x="794412" y="115831"/>
                  </a:lnTo>
                  <a:lnTo>
                    <a:pt x="793842" y="116426"/>
                  </a:lnTo>
                  <a:lnTo>
                    <a:pt x="793412" y="116900"/>
                  </a:lnTo>
                  <a:lnTo>
                    <a:pt x="792331" y="116877"/>
                  </a:lnTo>
                  <a:lnTo>
                    <a:pt x="791415" y="116879"/>
                  </a:lnTo>
                  <a:lnTo>
                    <a:pt x="790557" y="116879"/>
                  </a:lnTo>
                  <a:lnTo>
                    <a:pt x="789909" y="116854"/>
                  </a:lnTo>
                  <a:lnTo>
                    <a:pt x="788038" y="116854"/>
                  </a:lnTo>
                  <a:lnTo>
                    <a:pt x="787209" y="116856"/>
                  </a:lnTo>
                  <a:lnTo>
                    <a:pt x="786346" y="116851"/>
                  </a:lnTo>
                  <a:lnTo>
                    <a:pt x="785545" y="116846"/>
                  </a:lnTo>
                  <a:lnTo>
                    <a:pt x="785010" y="116846"/>
                  </a:lnTo>
                  <a:lnTo>
                    <a:pt x="784341" y="116828"/>
                  </a:lnTo>
                  <a:lnTo>
                    <a:pt x="783453" y="116813"/>
                  </a:lnTo>
                  <a:lnTo>
                    <a:pt x="782021" y="116813"/>
                  </a:lnTo>
                  <a:lnTo>
                    <a:pt x="781761" y="116816"/>
                  </a:lnTo>
                  <a:lnTo>
                    <a:pt x="781295" y="117032"/>
                  </a:lnTo>
                  <a:lnTo>
                    <a:pt x="780677" y="117205"/>
                  </a:lnTo>
                  <a:lnTo>
                    <a:pt x="780099" y="117391"/>
                  </a:lnTo>
                  <a:lnTo>
                    <a:pt x="779395" y="117587"/>
                  </a:lnTo>
                  <a:lnTo>
                    <a:pt x="778850" y="117762"/>
                  </a:lnTo>
                  <a:lnTo>
                    <a:pt x="778260" y="117956"/>
                  </a:lnTo>
                  <a:lnTo>
                    <a:pt x="777647" y="118152"/>
                  </a:lnTo>
                  <a:lnTo>
                    <a:pt x="776886" y="118378"/>
                  </a:lnTo>
                  <a:lnTo>
                    <a:pt x="776150" y="118617"/>
                  </a:lnTo>
                  <a:lnTo>
                    <a:pt x="775636" y="118770"/>
                  </a:lnTo>
                  <a:lnTo>
                    <a:pt x="775321" y="118861"/>
                  </a:lnTo>
                  <a:lnTo>
                    <a:pt x="774766" y="118808"/>
                  </a:lnTo>
                  <a:lnTo>
                    <a:pt x="774237" y="118755"/>
                  </a:lnTo>
                  <a:lnTo>
                    <a:pt x="773530" y="118678"/>
                  </a:lnTo>
                  <a:lnTo>
                    <a:pt x="772865" y="118653"/>
                  </a:lnTo>
                  <a:lnTo>
                    <a:pt x="772087" y="118574"/>
                  </a:lnTo>
                  <a:lnTo>
                    <a:pt x="771382" y="118520"/>
                  </a:lnTo>
                  <a:lnTo>
                    <a:pt x="770563" y="118449"/>
                  </a:lnTo>
                  <a:lnTo>
                    <a:pt x="769756" y="118378"/>
                  </a:lnTo>
                  <a:lnTo>
                    <a:pt x="769150" y="118307"/>
                  </a:lnTo>
                  <a:lnTo>
                    <a:pt x="768392" y="118274"/>
                  </a:lnTo>
                  <a:lnTo>
                    <a:pt x="767855" y="118190"/>
                  </a:lnTo>
                  <a:lnTo>
                    <a:pt x="766870" y="118136"/>
                  </a:lnTo>
                  <a:lnTo>
                    <a:pt x="766641" y="118207"/>
                  </a:lnTo>
                  <a:lnTo>
                    <a:pt x="765178" y="118477"/>
                  </a:lnTo>
                  <a:lnTo>
                    <a:pt x="764069" y="118668"/>
                  </a:lnTo>
                  <a:lnTo>
                    <a:pt x="762400" y="118986"/>
                  </a:lnTo>
                  <a:lnTo>
                    <a:pt x="761191" y="119200"/>
                  </a:lnTo>
                  <a:lnTo>
                    <a:pt x="761036" y="119230"/>
                  </a:lnTo>
                  <a:lnTo>
                    <a:pt x="759970" y="119439"/>
                  </a:lnTo>
                  <a:lnTo>
                    <a:pt x="758423" y="119737"/>
                  </a:lnTo>
                  <a:lnTo>
                    <a:pt x="757175" y="119992"/>
                  </a:lnTo>
                  <a:lnTo>
                    <a:pt x="756384" y="119744"/>
                  </a:lnTo>
                  <a:lnTo>
                    <a:pt x="755158" y="119365"/>
                  </a:lnTo>
                  <a:lnTo>
                    <a:pt x="754303" y="119042"/>
                  </a:lnTo>
                  <a:lnTo>
                    <a:pt x="753382" y="118752"/>
                  </a:lnTo>
                  <a:lnTo>
                    <a:pt x="752038" y="118335"/>
                  </a:lnTo>
                  <a:lnTo>
                    <a:pt x="750970" y="117999"/>
                  </a:lnTo>
                  <a:lnTo>
                    <a:pt x="749626" y="117576"/>
                  </a:lnTo>
                  <a:lnTo>
                    <a:pt x="747959" y="117090"/>
                  </a:lnTo>
                  <a:lnTo>
                    <a:pt x="746865" y="116818"/>
                  </a:lnTo>
                  <a:lnTo>
                    <a:pt x="745405" y="116490"/>
                  </a:lnTo>
                  <a:lnTo>
                    <a:pt x="745135" y="116597"/>
                  </a:lnTo>
                  <a:lnTo>
                    <a:pt x="744316" y="116874"/>
                  </a:lnTo>
                  <a:lnTo>
                    <a:pt x="742812" y="117347"/>
                  </a:lnTo>
                  <a:lnTo>
                    <a:pt x="741987" y="117620"/>
                  </a:lnTo>
                  <a:lnTo>
                    <a:pt x="740410" y="118128"/>
                  </a:lnTo>
                  <a:lnTo>
                    <a:pt x="739290" y="118487"/>
                  </a:lnTo>
                  <a:lnTo>
                    <a:pt x="738366" y="118799"/>
                  </a:lnTo>
                  <a:lnTo>
                    <a:pt x="731120" y="121152"/>
                  </a:lnTo>
                  <a:lnTo>
                    <a:pt x="725026" y="120582"/>
                  </a:lnTo>
                  <a:lnTo>
                    <a:pt x="724205" y="120505"/>
                  </a:lnTo>
                  <a:lnTo>
                    <a:pt x="723666" y="120454"/>
                  </a:lnTo>
                  <a:lnTo>
                    <a:pt x="723168" y="120408"/>
                  </a:lnTo>
                  <a:lnTo>
                    <a:pt x="722835" y="120377"/>
                  </a:lnTo>
                  <a:lnTo>
                    <a:pt x="718325" y="119955"/>
                  </a:lnTo>
                  <a:lnTo>
                    <a:pt x="713745" y="118714"/>
                  </a:lnTo>
                  <a:lnTo>
                    <a:pt x="713521" y="118654"/>
                  </a:lnTo>
                  <a:lnTo>
                    <a:pt x="712120" y="118274"/>
                  </a:lnTo>
                  <a:lnTo>
                    <a:pt x="710543" y="117847"/>
                  </a:lnTo>
                  <a:lnTo>
                    <a:pt x="710118" y="117732"/>
                  </a:lnTo>
                  <a:lnTo>
                    <a:pt x="708009" y="117280"/>
                  </a:lnTo>
                  <a:lnTo>
                    <a:pt x="700341" y="115548"/>
                  </a:lnTo>
                  <a:lnTo>
                    <a:pt x="692271" y="116984"/>
                  </a:lnTo>
                  <a:lnTo>
                    <a:pt x="688113" y="127123"/>
                  </a:lnTo>
                  <a:lnTo>
                    <a:pt x="687262" y="126971"/>
                  </a:lnTo>
                  <a:lnTo>
                    <a:pt x="686097" y="127236"/>
                  </a:lnTo>
                  <a:lnTo>
                    <a:pt x="685489" y="127262"/>
                  </a:lnTo>
                  <a:lnTo>
                    <a:pt x="684366" y="127302"/>
                  </a:lnTo>
                  <a:lnTo>
                    <a:pt x="684135" y="127374"/>
                  </a:lnTo>
                  <a:lnTo>
                    <a:pt x="682622" y="127995"/>
                  </a:lnTo>
                  <a:lnTo>
                    <a:pt x="681214" y="128422"/>
                  </a:lnTo>
                  <a:lnTo>
                    <a:pt x="677496" y="138397"/>
                  </a:lnTo>
                  <a:lnTo>
                    <a:pt x="673033" y="136584"/>
                  </a:lnTo>
                  <a:lnTo>
                    <a:pt x="670308" y="139246"/>
                  </a:lnTo>
                  <a:lnTo>
                    <a:pt x="670564" y="142641"/>
                  </a:lnTo>
                  <a:lnTo>
                    <a:pt x="671816" y="143601"/>
                  </a:lnTo>
                  <a:lnTo>
                    <a:pt x="672859" y="144688"/>
                  </a:lnTo>
                  <a:lnTo>
                    <a:pt x="673154" y="145527"/>
                  </a:lnTo>
                  <a:lnTo>
                    <a:pt x="673455" y="146001"/>
                  </a:lnTo>
                  <a:lnTo>
                    <a:pt x="674337" y="146800"/>
                  </a:lnTo>
                  <a:lnTo>
                    <a:pt x="674508" y="146921"/>
                  </a:lnTo>
                  <a:lnTo>
                    <a:pt x="674629" y="147115"/>
                  </a:lnTo>
                  <a:lnTo>
                    <a:pt x="674852" y="147635"/>
                  </a:lnTo>
                  <a:lnTo>
                    <a:pt x="673052" y="151946"/>
                  </a:lnTo>
                  <a:lnTo>
                    <a:pt x="669682" y="154779"/>
                  </a:lnTo>
                  <a:lnTo>
                    <a:pt x="662350" y="154361"/>
                  </a:lnTo>
                  <a:lnTo>
                    <a:pt x="653814" y="153874"/>
                  </a:lnTo>
                  <a:lnTo>
                    <a:pt x="655593" y="160202"/>
                  </a:lnTo>
                  <a:lnTo>
                    <a:pt x="652703" y="163698"/>
                  </a:lnTo>
                  <a:lnTo>
                    <a:pt x="651496" y="163372"/>
                  </a:lnTo>
                  <a:lnTo>
                    <a:pt x="650266" y="163036"/>
                  </a:lnTo>
                  <a:lnTo>
                    <a:pt x="647940" y="161392"/>
                  </a:lnTo>
                  <a:lnTo>
                    <a:pt x="646427" y="160115"/>
                  </a:lnTo>
                  <a:lnTo>
                    <a:pt x="645626" y="160209"/>
                  </a:lnTo>
                  <a:lnTo>
                    <a:pt x="644367" y="160492"/>
                  </a:lnTo>
                  <a:lnTo>
                    <a:pt x="643161" y="160782"/>
                  </a:lnTo>
                  <a:lnTo>
                    <a:pt x="641990" y="161052"/>
                  </a:lnTo>
                  <a:lnTo>
                    <a:pt x="640845" y="161321"/>
                  </a:lnTo>
                  <a:lnTo>
                    <a:pt x="639087" y="161739"/>
                  </a:lnTo>
                  <a:lnTo>
                    <a:pt x="638245" y="162141"/>
                  </a:lnTo>
                  <a:lnTo>
                    <a:pt x="636901" y="162869"/>
                  </a:lnTo>
                  <a:lnTo>
                    <a:pt x="635904" y="163449"/>
                  </a:lnTo>
                  <a:lnTo>
                    <a:pt x="635517" y="162912"/>
                  </a:lnTo>
                  <a:lnTo>
                    <a:pt x="634794" y="161876"/>
                  </a:lnTo>
                  <a:lnTo>
                    <a:pt x="634031" y="160830"/>
                  </a:lnTo>
                  <a:lnTo>
                    <a:pt x="633247" y="159655"/>
                  </a:lnTo>
                  <a:lnTo>
                    <a:pt x="632466" y="158604"/>
                  </a:lnTo>
                  <a:lnTo>
                    <a:pt x="631698" y="157510"/>
                  </a:lnTo>
                  <a:lnTo>
                    <a:pt x="631163" y="156734"/>
                  </a:lnTo>
                  <a:lnTo>
                    <a:pt x="631095" y="155909"/>
                  </a:lnTo>
                  <a:lnTo>
                    <a:pt x="631072" y="154876"/>
                  </a:lnTo>
                  <a:lnTo>
                    <a:pt x="630962" y="153754"/>
                  </a:lnTo>
                  <a:lnTo>
                    <a:pt x="630894" y="152820"/>
                  </a:lnTo>
                  <a:lnTo>
                    <a:pt x="630838" y="152059"/>
                  </a:lnTo>
                  <a:lnTo>
                    <a:pt x="630777" y="150777"/>
                  </a:lnTo>
                  <a:lnTo>
                    <a:pt x="630676" y="149753"/>
                  </a:lnTo>
                  <a:lnTo>
                    <a:pt x="630158" y="149469"/>
                  </a:lnTo>
                  <a:lnTo>
                    <a:pt x="629375" y="149151"/>
                  </a:lnTo>
                  <a:lnTo>
                    <a:pt x="628357" y="148739"/>
                  </a:lnTo>
                  <a:lnTo>
                    <a:pt x="627695" y="149100"/>
                  </a:lnTo>
                  <a:lnTo>
                    <a:pt x="626680" y="149805"/>
                  </a:lnTo>
                  <a:lnTo>
                    <a:pt x="624431" y="151311"/>
                  </a:lnTo>
                  <a:lnTo>
                    <a:pt x="623420" y="151980"/>
                  </a:lnTo>
                  <a:lnTo>
                    <a:pt x="621794" y="152235"/>
                  </a:lnTo>
                  <a:lnTo>
                    <a:pt x="621448" y="152115"/>
                  </a:lnTo>
                  <a:lnTo>
                    <a:pt x="620599" y="151556"/>
                  </a:lnTo>
                  <a:lnTo>
                    <a:pt x="619889" y="151085"/>
                  </a:lnTo>
                  <a:lnTo>
                    <a:pt x="619398" y="150762"/>
                  </a:lnTo>
                  <a:lnTo>
                    <a:pt x="619001" y="150479"/>
                  </a:lnTo>
                  <a:lnTo>
                    <a:pt x="618426" y="150169"/>
                  </a:lnTo>
                  <a:lnTo>
                    <a:pt x="618232" y="150072"/>
                  </a:lnTo>
                  <a:lnTo>
                    <a:pt x="618029" y="150047"/>
                  </a:lnTo>
                  <a:lnTo>
                    <a:pt x="617657" y="150057"/>
                  </a:lnTo>
                  <a:lnTo>
                    <a:pt x="617324" y="150215"/>
                  </a:lnTo>
                  <a:lnTo>
                    <a:pt x="616779" y="150451"/>
                  </a:lnTo>
                  <a:lnTo>
                    <a:pt x="616426" y="150062"/>
                  </a:lnTo>
                  <a:lnTo>
                    <a:pt x="615741" y="149365"/>
                  </a:lnTo>
                  <a:lnTo>
                    <a:pt x="615194" y="148874"/>
                  </a:lnTo>
                  <a:lnTo>
                    <a:pt x="613924" y="148421"/>
                  </a:lnTo>
                  <a:lnTo>
                    <a:pt x="612873" y="148072"/>
                  </a:lnTo>
                  <a:lnTo>
                    <a:pt x="612500" y="147947"/>
                  </a:lnTo>
                  <a:lnTo>
                    <a:pt x="611848" y="147729"/>
                  </a:lnTo>
                  <a:lnTo>
                    <a:pt x="611174" y="147556"/>
                  </a:lnTo>
                  <a:lnTo>
                    <a:pt x="610021" y="147321"/>
                  </a:lnTo>
                  <a:lnTo>
                    <a:pt x="609670" y="147344"/>
                  </a:lnTo>
                  <a:lnTo>
                    <a:pt x="608517" y="147497"/>
                  </a:lnTo>
                  <a:lnTo>
                    <a:pt x="607723" y="147657"/>
                  </a:lnTo>
                  <a:lnTo>
                    <a:pt x="607474" y="147787"/>
                  </a:lnTo>
                  <a:lnTo>
                    <a:pt x="607258" y="147894"/>
                  </a:lnTo>
                  <a:lnTo>
                    <a:pt x="607008" y="148019"/>
                  </a:lnTo>
                  <a:lnTo>
                    <a:pt x="606192" y="148500"/>
                  </a:lnTo>
                  <a:lnTo>
                    <a:pt x="605477" y="148925"/>
                  </a:lnTo>
                  <a:lnTo>
                    <a:pt x="605095" y="149238"/>
                  </a:lnTo>
                  <a:lnTo>
                    <a:pt x="604459" y="149589"/>
                  </a:lnTo>
                  <a:lnTo>
                    <a:pt x="603456" y="150182"/>
                  </a:lnTo>
                  <a:lnTo>
                    <a:pt x="602830" y="150525"/>
                  </a:lnTo>
                  <a:lnTo>
                    <a:pt x="602207" y="150925"/>
                  </a:lnTo>
                  <a:lnTo>
                    <a:pt x="601497" y="151342"/>
                  </a:lnTo>
                  <a:lnTo>
                    <a:pt x="600685" y="151813"/>
                  </a:lnTo>
                  <a:lnTo>
                    <a:pt x="599991" y="152260"/>
                  </a:lnTo>
                  <a:lnTo>
                    <a:pt x="599034" y="152838"/>
                  </a:lnTo>
                  <a:lnTo>
                    <a:pt x="598232" y="153296"/>
                  </a:lnTo>
                  <a:lnTo>
                    <a:pt x="597591" y="153746"/>
                  </a:lnTo>
                  <a:lnTo>
                    <a:pt x="596823" y="154184"/>
                  </a:lnTo>
                  <a:lnTo>
                    <a:pt x="596039" y="154640"/>
                  </a:lnTo>
                  <a:lnTo>
                    <a:pt x="595791" y="154787"/>
                  </a:lnTo>
                  <a:lnTo>
                    <a:pt x="595454" y="154988"/>
                  </a:lnTo>
                  <a:lnTo>
                    <a:pt x="595013" y="155263"/>
                  </a:lnTo>
                  <a:lnTo>
                    <a:pt x="594657" y="155479"/>
                  </a:lnTo>
                  <a:lnTo>
                    <a:pt x="594225" y="155787"/>
                  </a:lnTo>
                  <a:lnTo>
                    <a:pt x="593864" y="155995"/>
                  </a:lnTo>
                  <a:lnTo>
                    <a:pt x="593450" y="155703"/>
                  </a:lnTo>
                  <a:lnTo>
                    <a:pt x="592260" y="154863"/>
                  </a:lnTo>
                  <a:lnTo>
                    <a:pt x="591920" y="154623"/>
                  </a:lnTo>
                  <a:lnTo>
                    <a:pt x="590514" y="152559"/>
                  </a:lnTo>
                  <a:lnTo>
                    <a:pt x="589550" y="153275"/>
                  </a:lnTo>
                  <a:lnTo>
                    <a:pt x="589304" y="153457"/>
                  </a:lnTo>
                  <a:lnTo>
                    <a:pt x="588713" y="153256"/>
                  </a:lnTo>
                  <a:lnTo>
                    <a:pt x="587682" y="152776"/>
                  </a:lnTo>
                  <a:lnTo>
                    <a:pt x="587169" y="152519"/>
                  </a:lnTo>
                  <a:lnTo>
                    <a:pt x="586863" y="152324"/>
                  </a:lnTo>
                  <a:lnTo>
                    <a:pt x="586485" y="152097"/>
                  </a:lnTo>
                  <a:lnTo>
                    <a:pt x="586268" y="151883"/>
                  </a:lnTo>
                  <a:lnTo>
                    <a:pt x="586069" y="151723"/>
                  </a:lnTo>
                  <a:lnTo>
                    <a:pt x="585443" y="152026"/>
                  </a:lnTo>
                  <a:lnTo>
                    <a:pt x="585133" y="151903"/>
                  </a:lnTo>
                  <a:lnTo>
                    <a:pt x="584851" y="151633"/>
                  </a:lnTo>
                  <a:lnTo>
                    <a:pt x="584537" y="151327"/>
                  </a:lnTo>
                  <a:lnTo>
                    <a:pt x="584358" y="151180"/>
                  </a:lnTo>
                  <a:lnTo>
                    <a:pt x="584065" y="150930"/>
                  </a:lnTo>
                  <a:lnTo>
                    <a:pt x="583516" y="150520"/>
                  </a:lnTo>
                  <a:lnTo>
                    <a:pt x="583356" y="150334"/>
                  </a:lnTo>
                  <a:lnTo>
                    <a:pt x="583091" y="149847"/>
                  </a:lnTo>
                  <a:lnTo>
                    <a:pt x="582794" y="149386"/>
                  </a:lnTo>
                  <a:lnTo>
                    <a:pt x="582621" y="149111"/>
                  </a:lnTo>
                  <a:lnTo>
                    <a:pt x="582591" y="146952"/>
                  </a:lnTo>
                  <a:lnTo>
                    <a:pt x="583066" y="145868"/>
                  </a:lnTo>
                  <a:lnTo>
                    <a:pt x="584128" y="144415"/>
                  </a:lnTo>
                  <a:lnTo>
                    <a:pt x="583536" y="144039"/>
                  </a:lnTo>
                  <a:lnTo>
                    <a:pt x="580599" y="142164"/>
                  </a:lnTo>
                  <a:lnTo>
                    <a:pt x="580520" y="141944"/>
                  </a:lnTo>
                  <a:lnTo>
                    <a:pt x="580171" y="140968"/>
                  </a:lnTo>
                  <a:lnTo>
                    <a:pt x="580057" y="140637"/>
                  </a:lnTo>
                  <a:lnTo>
                    <a:pt x="579713" y="139701"/>
                  </a:lnTo>
                  <a:lnTo>
                    <a:pt x="579690" y="139291"/>
                  </a:lnTo>
                  <a:lnTo>
                    <a:pt x="579680" y="139077"/>
                  </a:lnTo>
                  <a:lnTo>
                    <a:pt x="579489" y="138757"/>
                  </a:lnTo>
                  <a:lnTo>
                    <a:pt x="579382" y="138563"/>
                  </a:lnTo>
                  <a:lnTo>
                    <a:pt x="579148" y="138449"/>
                  </a:lnTo>
                  <a:lnTo>
                    <a:pt x="576820" y="138506"/>
                  </a:lnTo>
                  <a:lnTo>
                    <a:pt x="576202" y="140258"/>
                  </a:lnTo>
                  <a:lnTo>
                    <a:pt x="576045" y="140208"/>
                  </a:lnTo>
                  <a:lnTo>
                    <a:pt x="575718" y="140104"/>
                  </a:lnTo>
                  <a:lnTo>
                    <a:pt x="576075" y="141269"/>
                  </a:lnTo>
                  <a:lnTo>
                    <a:pt x="576944" y="144105"/>
                  </a:lnTo>
                  <a:lnTo>
                    <a:pt x="576276" y="143589"/>
                  </a:lnTo>
                  <a:lnTo>
                    <a:pt x="575853" y="143262"/>
                  </a:lnTo>
                  <a:lnTo>
                    <a:pt x="574904" y="142528"/>
                  </a:lnTo>
                  <a:lnTo>
                    <a:pt x="573475" y="142956"/>
                  </a:lnTo>
                  <a:lnTo>
                    <a:pt x="573278" y="143015"/>
                  </a:lnTo>
                  <a:lnTo>
                    <a:pt x="572407" y="143275"/>
                  </a:lnTo>
                  <a:lnTo>
                    <a:pt x="571362" y="143588"/>
                  </a:lnTo>
                  <a:lnTo>
                    <a:pt x="567262" y="138965"/>
                  </a:lnTo>
                  <a:lnTo>
                    <a:pt x="567118" y="138409"/>
                  </a:lnTo>
                  <a:lnTo>
                    <a:pt x="566873" y="137236"/>
                  </a:lnTo>
                  <a:lnTo>
                    <a:pt x="566802" y="136951"/>
                  </a:lnTo>
                  <a:lnTo>
                    <a:pt x="566713" y="136485"/>
                  </a:lnTo>
                  <a:lnTo>
                    <a:pt x="566482" y="134876"/>
                  </a:lnTo>
                  <a:lnTo>
                    <a:pt x="565886" y="134759"/>
                  </a:lnTo>
                  <a:lnTo>
                    <a:pt x="566438" y="133471"/>
                  </a:lnTo>
                  <a:lnTo>
                    <a:pt x="566398" y="132194"/>
                  </a:lnTo>
                  <a:lnTo>
                    <a:pt x="566156" y="130827"/>
                  </a:lnTo>
                  <a:lnTo>
                    <a:pt x="566320" y="129787"/>
                  </a:lnTo>
                  <a:lnTo>
                    <a:pt x="567348" y="127469"/>
                  </a:lnTo>
                  <a:lnTo>
                    <a:pt x="567490" y="125580"/>
                  </a:lnTo>
                  <a:lnTo>
                    <a:pt x="567886" y="124788"/>
                  </a:lnTo>
                  <a:lnTo>
                    <a:pt x="567909" y="124425"/>
                  </a:lnTo>
                  <a:lnTo>
                    <a:pt x="566908" y="124178"/>
                  </a:lnTo>
                  <a:lnTo>
                    <a:pt x="566279" y="124186"/>
                  </a:lnTo>
                  <a:lnTo>
                    <a:pt x="565473" y="123901"/>
                  </a:lnTo>
                  <a:lnTo>
                    <a:pt x="560184" y="123732"/>
                  </a:lnTo>
                  <a:lnTo>
                    <a:pt x="560242" y="123000"/>
                  </a:lnTo>
                  <a:lnTo>
                    <a:pt x="559914" y="122914"/>
                  </a:lnTo>
                  <a:lnTo>
                    <a:pt x="559661" y="122776"/>
                  </a:lnTo>
                  <a:lnTo>
                    <a:pt x="559482" y="122554"/>
                  </a:lnTo>
                  <a:lnTo>
                    <a:pt x="558945" y="122129"/>
                  </a:lnTo>
                  <a:lnTo>
                    <a:pt x="558510" y="121852"/>
                  </a:lnTo>
                  <a:lnTo>
                    <a:pt x="558223" y="121701"/>
                  </a:lnTo>
                  <a:lnTo>
                    <a:pt x="558081" y="121602"/>
                  </a:lnTo>
                  <a:lnTo>
                    <a:pt x="557793" y="121293"/>
                  </a:lnTo>
                  <a:lnTo>
                    <a:pt x="557544" y="121019"/>
                  </a:lnTo>
                  <a:lnTo>
                    <a:pt x="557381" y="120830"/>
                  </a:lnTo>
                  <a:lnTo>
                    <a:pt x="556680" y="121279"/>
                  </a:lnTo>
                  <a:lnTo>
                    <a:pt x="556533" y="121524"/>
                  </a:lnTo>
                  <a:lnTo>
                    <a:pt x="556440" y="121916"/>
                  </a:lnTo>
                  <a:lnTo>
                    <a:pt x="556355" y="122119"/>
                  </a:lnTo>
                  <a:lnTo>
                    <a:pt x="555143" y="123674"/>
                  </a:lnTo>
                  <a:lnTo>
                    <a:pt x="552920" y="123441"/>
                  </a:lnTo>
                  <a:lnTo>
                    <a:pt x="552287" y="123492"/>
                  </a:lnTo>
                  <a:lnTo>
                    <a:pt x="551607" y="123721"/>
                  </a:lnTo>
                  <a:lnTo>
                    <a:pt x="550980" y="123787"/>
                  </a:lnTo>
                  <a:lnTo>
                    <a:pt x="550727" y="123764"/>
                  </a:lnTo>
                  <a:lnTo>
                    <a:pt x="550448" y="123739"/>
                  </a:lnTo>
                  <a:lnTo>
                    <a:pt x="549871" y="123691"/>
                  </a:lnTo>
                  <a:lnTo>
                    <a:pt x="549683" y="123683"/>
                  </a:lnTo>
                  <a:lnTo>
                    <a:pt x="549372" y="123669"/>
                  </a:lnTo>
                  <a:lnTo>
                    <a:pt x="549183" y="123661"/>
                  </a:lnTo>
                  <a:lnTo>
                    <a:pt x="547543" y="123591"/>
                  </a:lnTo>
                  <a:lnTo>
                    <a:pt x="547769" y="122924"/>
                  </a:lnTo>
                  <a:lnTo>
                    <a:pt x="549478" y="122258"/>
                  </a:lnTo>
                  <a:lnTo>
                    <a:pt x="550145" y="120894"/>
                  </a:lnTo>
                  <a:lnTo>
                    <a:pt x="552334" y="119983"/>
                  </a:lnTo>
                  <a:lnTo>
                    <a:pt x="552637" y="118917"/>
                  </a:lnTo>
                  <a:lnTo>
                    <a:pt x="553084" y="117342"/>
                  </a:lnTo>
                  <a:lnTo>
                    <a:pt x="553316" y="116552"/>
                  </a:lnTo>
                  <a:lnTo>
                    <a:pt x="553392" y="116320"/>
                  </a:lnTo>
                  <a:lnTo>
                    <a:pt x="553369" y="115786"/>
                  </a:lnTo>
                  <a:lnTo>
                    <a:pt x="553255" y="115529"/>
                  </a:lnTo>
                  <a:lnTo>
                    <a:pt x="553639" y="115279"/>
                  </a:lnTo>
                  <a:lnTo>
                    <a:pt x="553528" y="115105"/>
                  </a:lnTo>
                  <a:lnTo>
                    <a:pt x="553065" y="114391"/>
                  </a:lnTo>
                  <a:lnTo>
                    <a:pt x="553387" y="114114"/>
                  </a:lnTo>
                  <a:lnTo>
                    <a:pt x="553705" y="113842"/>
                  </a:lnTo>
                  <a:lnTo>
                    <a:pt x="554295" y="113334"/>
                  </a:lnTo>
                  <a:lnTo>
                    <a:pt x="554481" y="113188"/>
                  </a:lnTo>
                  <a:lnTo>
                    <a:pt x="554717" y="112980"/>
                  </a:lnTo>
                  <a:lnTo>
                    <a:pt x="555128" y="112623"/>
                  </a:lnTo>
                  <a:lnTo>
                    <a:pt x="555907" y="111954"/>
                  </a:lnTo>
                  <a:lnTo>
                    <a:pt x="556057" y="111827"/>
                  </a:lnTo>
                  <a:lnTo>
                    <a:pt x="556221" y="111686"/>
                  </a:lnTo>
                  <a:lnTo>
                    <a:pt x="556686" y="111182"/>
                  </a:lnTo>
                  <a:lnTo>
                    <a:pt x="557198" y="110627"/>
                  </a:lnTo>
                  <a:lnTo>
                    <a:pt x="557839" y="109931"/>
                  </a:lnTo>
                  <a:lnTo>
                    <a:pt x="557989" y="109769"/>
                  </a:lnTo>
                  <a:lnTo>
                    <a:pt x="557458" y="109543"/>
                  </a:lnTo>
                  <a:lnTo>
                    <a:pt x="557189" y="109430"/>
                  </a:lnTo>
                  <a:lnTo>
                    <a:pt x="556741" y="109239"/>
                  </a:lnTo>
                  <a:lnTo>
                    <a:pt x="556251" y="108467"/>
                  </a:lnTo>
                  <a:lnTo>
                    <a:pt x="555932" y="107975"/>
                  </a:lnTo>
                  <a:lnTo>
                    <a:pt x="555598" y="107440"/>
                  </a:lnTo>
                  <a:lnTo>
                    <a:pt x="555228" y="106851"/>
                  </a:lnTo>
                  <a:lnTo>
                    <a:pt x="555423" y="105946"/>
                  </a:lnTo>
                  <a:lnTo>
                    <a:pt x="555567" y="105258"/>
                  </a:lnTo>
                  <a:lnTo>
                    <a:pt x="555871" y="100551"/>
                  </a:lnTo>
                  <a:lnTo>
                    <a:pt x="553254" y="97150"/>
                  </a:lnTo>
                  <a:lnTo>
                    <a:pt x="543771" y="97397"/>
                  </a:lnTo>
                  <a:lnTo>
                    <a:pt x="539776" y="94972"/>
                  </a:lnTo>
                  <a:lnTo>
                    <a:pt x="523096" y="84848"/>
                  </a:lnTo>
                  <a:lnTo>
                    <a:pt x="503297" y="72830"/>
                  </a:lnTo>
                  <a:lnTo>
                    <a:pt x="494076" y="55589"/>
                  </a:lnTo>
                  <a:lnTo>
                    <a:pt x="451155" y="25093"/>
                  </a:lnTo>
                  <a:lnTo>
                    <a:pt x="450929" y="24933"/>
                  </a:lnTo>
                  <a:lnTo>
                    <a:pt x="400122" y="0"/>
                  </a:lnTo>
                  <a:lnTo>
                    <a:pt x="385669" y="27795"/>
                  </a:lnTo>
                  <a:lnTo>
                    <a:pt x="383341" y="32271"/>
                  </a:lnTo>
                  <a:lnTo>
                    <a:pt x="382752" y="33404"/>
                  </a:lnTo>
                  <a:lnTo>
                    <a:pt x="370895" y="56206"/>
                  </a:lnTo>
                  <a:lnTo>
                    <a:pt x="340500" y="114661"/>
                  </a:lnTo>
                  <a:lnTo>
                    <a:pt x="338029" y="119414"/>
                  </a:lnTo>
                  <a:lnTo>
                    <a:pt x="332103" y="130810"/>
                  </a:lnTo>
                  <a:lnTo>
                    <a:pt x="331087" y="132866"/>
                  </a:lnTo>
                  <a:lnTo>
                    <a:pt x="330057" y="135194"/>
                  </a:lnTo>
                  <a:lnTo>
                    <a:pt x="320596" y="157964"/>
                  </a:lnTo>
                  <a:lnTo>
                    <a:pt x="319846" y="159867"/>
                  </a:lnTo>
                  <a:lnTo>
                    <a:pt x="319009" y="162271"/>
                  </a:lnTo>
                  <a:lnTo>
                    <a:pt x="318281" y="164709"/>
                  </a:lnTo>
                  <a:lnTo>
                    <a:pt x="292916" y="188758"/>
                  </a:lnTo>
                  <a:lnTo>
                    <a:pt x="286048" y="195268"/>
                  </a:lnTo>
                  <a:lnTo>
                    <a:pt x="279189" y="201771"/>
                  </a:lnTo>
                  <a:close/>
                </a:path>
              </a:pathLst>
            </a:custGeom>
            <a:solidFill>
              <a:srgbClr val="74919E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6"/>
            <p:cNvSpPr/>
            <p:nvPr/>
          </p:nvSpPr>
          <p:spPr>
            <a:xfrm>
              <a:off x="3210212" y="4569309"/>
              <a:ext cx="728028" cy="822212"/>
            </a:xfrm>
            <a:custGeom>
              <a:avLst/>
              <a:pathLst>
                <a:path w="728028" h="822212">
                  <a:moveTo>
                    <a:pt x="515472" y="674385"/>
                  </a:moveTo>
                  <a:lnTo>
                    <a:pt x="515899" y="675085"/>
                  </a:lnTo>
                  <a:lnTo>
                    <a:pt x="516075" y="675426"/>
                  </a:lnTo>
                  <a:lnTo>
                    <a:pt x="516282" y="675849"/>
                  </a:lnTo>
                  <a:lnTo>
                    <a:pt x="516356" y="676012"/>
                  </a:lnTo>
                  <a:lnTo>
                    <a:pt x="516656" y="676859"/>
                  </a:lnTo>
                  <a:lnTo>
                    <a:pt x="516772" y="678099"/>
                  </a:lnTo>
                  <a:lnTo>
                    <a:pt x="516962" y="678189"/>
                  </a:lnTo>
                  <a:lnTo>
                    <a:pt x="518408" y="679016"/>
                  </a:lnTo>
                  <a:lnTo>
                    <a:pt x="518990" y="679679"/>
                  </a:lnTo>
                  <a:lnTo>
                    <a:pt x="519512" y="680296"/>
                  </a:lnTo>
                  <a:lnTo>
                    <a:pt x="519963" y="680401"/>
                  </a:lnTo>
                  <a:lnTo>
                    <a:pt x="520642" y="680519"/>
                  </a:lnTo>
                  <a:lnTo>
                    <a:pt x="520855" y="680555"/>
                  </a:lnTo>
                  <a:lnTo>
                    <a:pt x="521161" y="680602"/>
                  </a:lnTo>
                  <a:lnTo>
                    <a:pt x="521721" y="680580"/>
                  </a:lnTo>
                  <a:lnTo>
                    <a:pt x="522041" y="680570"/>
                  </a:lnTo>
                  <a:lnTo>
                    <a:pt x="522591" y="680712"/>
                  </a:lnTo>
                  <a:lnTo>
                    <a:pt x="522674" y="680876"/>
                  </a:lnTo>
                  <a:lnTo>
                    <a:pt x="522855" y="681201"/>
                  </a:lnTo>
                  <a:lnTo>
                    <a:pt x="523280" y="681959"/>
                  </a:lnTo>
                  <a:lnTo>
                    <a:pt x="523695" y="682767"/>
                  </a:lnTo>
                  <a:lnTo>
                    <a:pt x="523793" y="682953"/>
                  </a:lnTo>
                  <a:lnTo>
                    <a:pt x="524400" y="684096"/>
                  </a:lnTo>
                  <a:lnTo>
                    <a:pt x="525001" y="685147"/>
                  </a:lnTo>
                  <a:lnTo>
                    <a:pt x="525364" y="685572"/>
                  </a:lnTo>
                  <a:lnTo>
                    <a:pt x="525756" y="686040"/>
                  </a:lnTo>
                  <a:lnTo>
                    <a:pt x="525884" y="686195"/>
                  </a:lnTo>
                  <a:lnTo>
                    <a:pt x="526068" y="686408"/>
                  </a:lnTo>
                  <a:lnTo>
                    <a:pt x="526428" y="686969"/>
                  </a:lnTo>
                  <a:lnTo>
                    <a:pt x="526545" y="687109"/>
                  </a:lnTo>
                  <a:lnTo>
                    <a:pt x="526581" y="687244"/>
                  </a:lnTo>
                  <a:lnTo>
                    <a:pt x="526706" y="687596"/>
                  </a:lnTo>
                  <a:lnTo>
                    <a:pt x="526830" y="687854"/>
                  </a:lnTo>
                  <a:lnTo>
                    <a:pt x="527052" y="688214"/>
                  </a:lnTo>
                  <a:lnTo>
                    <a:pt x="527200" y="688523"/>
                  </a:lnTo>
                  <a:lnTo>
                    <a:pt x="527299" y="688768"/>
                  </a:lnTo>
                  <a:lnTo>
                    <a:pt x="527429" y="688983"/>
                  </a:lnTo>
                  <a:lnTo>
                    <a:pt x="527566" y="689307"/>
                  </a:lnTo>
                  <a:lnTo>
                    <a:pt x="527662" y="689508"/>
                  </a:lnTo>
                  <a:lnTo>
                    <a:pt x="527760" y="689791"/>
                  </a:lnTo>
                  <a:lnTo>
                    <a:pt x="527822" y="690218"/>
                  </a:lnTo>
                  <a:lnTo>
                    <a:pt x="528423" y="691268"/>
                  </a:lnTo>
                  <a:lnTo>
                    <a:pt x="528583" y="691402"/>
                  </a:lnTo>
                  <a:lnTo>
                    <a:pt x="528825" y="691611"/>
                  </a:lnTo>
                  <a:lnTo>
                    <a:pt x="529567" y="692242"/>
                  </a:lnTo>
                  <a:lnTo>
                    <a:pt x="529844" y="692489"/>
                  </a:lnTo>
                  <a:lnTo>
                    <a:pt x="530189" y="692765"/>
                  </a:lnTo>
                  <a:lnTo>
                    <a:pt x="530617" y="693138"/>
                  </a:lnTo>
                  <a:lnTo>
                    <a:pt x="531018" y="693471"/>
                  </a:lnTo>
                  <a:lnTo>
                    <a:pt x="531510" y="693889"/>
                  </a:lnTo>
                  <a:lnTo>
                    <a:pt x="532043" y="694341"/>
                  </a:lnTo>
                  <a:lnTo>
                    <a:pt x="532415" y="694637"/>
                  </a:lnTo>
                  <a:lnTo>
                    <a:pt x="532621" y="694821"/>
                  </a:lnTo>
                  <a:lnTo>
                    <a:pt x="532980" y="695122"/>
                  </a:lnTo>
                  <a:lnTo>
                    <a:pt x="533446" y="695577"/>
                  </a:lnTo>
                  <a:lnTo>
                    <a:pt x="533559" y="695748"/>
                  </a:lnTo>
                  <a:lnTo>
                    <a:pt x="533912" y="696077"/>
                  </a:lnTo>
                  <a:lnTo>
                    <a:pt x="534363" y="696204"/>
                  </a:lnTo>
                  <a:lnTo>
                    <a:pt x="534658" y="696335"/>
                  </a:lnTo>
                  <a:lnTo>
                    <a:pt x="534982" y="696456"/>
                  </a:lnTo>
                  <a:lnTo>
                    <a:pt x="535429" y="696743"/>
                  </a:lnTo>
                  <a:lnTo>
                    <a:pt x="535601" y="696853"/>
                  </a:lnTo>
                  <a:lnTo>
                    <a:pt x="535792" y="696950"/>
                  </a:lnTo>
                  <a:lnTo>
                    <a:pt x="536351" y="697245"/>
                  </a:lnTo>
                  <a:lnTo>
                    <a:pt x="536673" y="697392"/>
                  </a:lnTo>
                  <a:lnTo>
                    <a:pt x="536996" y="697796"/>
                  </a:lnTo>
                  <a:lnTo>
                    <a:pt x="537335" y="698111"/>
                  </a:lnTo>
                  <a:lnTo>
                    <a:pt x="537595" y="698357"/>
                  </a:lnTo>
                  <a:lnTo>
                    <a:pt x="538006" y="698643"/>
                  </a:lnTo>
                  <a:lnTo>
                    <a:pt x="538200" y="698819"/>
                  </a:lnTo>
                  <a:lnTo>
                    <a:pt x="538501" y="699191"/>
                  </a:lnTo>
                  <a:lnTo>
                    <a:pt x="538561" y="699368"/>
                  </a:lnTo>
                  <a:lnTo>
                    <a:pt x="538790" y="699497"/>
                  </a:lnTo>
                  <a:lnTo>
                    <a:pt x="538950" y="699546"/>
                  </a:lnTo>
                  <a:lnTo>
                    <a:pt x="539104" y="699625"/>
                  </a:lnTo>
                  <a:lnTo>
                    <a:pt x="539247" y="699727"/>
                  </a:lnTo>
                  <a:lnTo>
                    <a:pt x="539316" y="700112"/>
                  </a:lnTo>
                  <a:lnTo>
                    <a:pt x="539017" y="700751"/>
                  </a:lnTo>
                  <a:lnTo>
                    <a:pt x="538976" y="702882"/>
                  </a:lnTo>
                  <a:lnTo>
                    <a:pt x="538975" y="703156"/>
                  </a:lnTo>
                  <a:lnTo>
                    <a:pt x="538559" y="704378"/>
                  </a:lnTo>
                  <a:lnTo>
                    <a:pt x="538257" y="704924"/>
                  </a:lnTo>
                  <a:lnTo>
                    <a:pt x="538271" y="705109"/>
                  </a:lnTo>
                  <a:lnTo>
                    <a:pt x="536157" y="715319"/>
                  </a:lnTo>
                  <a:lnTo>
                    <a:pt x="536225" y="716295"/>
                  </a:lnTo>
                  <a:lnTo>
                    <a:pt x="536176" y="716643"/>
                  </a:lnTo>
                  <a:lnTo>
                    <a:pt x="535949" y="716705"/>
                  </a:lnTo>
                  <a:lnTo>
                    <a:pt x="536016" y="717232"/>
                  </a:lnTo>
                  <a:lnTo>
                    <a:pt x="536372" y="730018"/>
                  </a:lnTo>
                  <a:lnTo>
                    <a:pt x="539503" y="734004"/>
                  </a:lnTo>
                  <a:lnTo>
                    <a:pt x="540695" y="735598"/>
                  </a:lnTo>
                  <a:lnTo>
                    <a:pt x="540922" y="736642"/>
                  </a:lnTo>
                  <a:lnTo>
                    <a:pt x="542548" y="738753"/>
                  </a:lnTo>
                  <a:lnTo>
                    <a:pt x="543817" y="740094"/>
                  </a:lnTo>
                  <a:lnTo>
                    <a:pt x="545139" y="741326"/>
                  </a:lnTo>
                  <a:lnTo>
                    <a:pt x="545751" y="741639"/>
                  </a:lnTo>
                  <a:lnTo>
                    <a:pt x="545922" y="741874"/>
                  </a:lnTo>
                  <a:lnTo>
                    <a:pt x="546877" y="742683"/>
                  </a:lnTo>
                  <a:lnTo>
                    <a:pt x="547449" y="743168"/>
                  </a:lnTo>
                  <a:lnTo>
                    <a:pt x="549670" y="744381"/>
                  </a:lnTo>
                  <a:lnTo>
                    <a:pt x="550100" y="744580"/>
                  </a:lnTo>
                  <a:lnTo>
                    <a:pt x="556279" y="749208"/>
                  </a:lnTo>
                  <a:lnTo>
                    <a:pt x="556804" y="749185"/>
                  </a:lnTo>
                  <a:lnTo>
                    <a:pt x="556964" y="749171"/>
                  </a:lnTo>
                  <a:lnTo>
                    <a:pt x="557269" y="749162"/>
                  </a:lnTo>
                  <a:lnTo>
                    <a:pt x="557818" y="749164"/>
                  </a:lnTo>
                  <a:lnTo>
                    <a:pt x="557945" y="749180"/>
                  </a:lnTo>
                  <a:lnTo>
                    <a:pt x="558220" y="749222"/>
                  </a:lnTo>
                  <a:lnTo>
                    <a:pt x="558399" y="749293"/>
                  </a:lnTo>
                  <a:lnTo>
                    <a:pt x="560595" y="750799"/>
                  </a:lnTo>
                  <a:lnTo>
                    <a:pt x="561858" y="752819"/>
                  </a:lnTo>
                  <a:lnTo>
                    <a:pt x="562019" y="753602"/>
                  </a:lnTo>
                  <a:lnTo>
                    <a:pt x="562098" y="754408"/>
                  </a:lnTo>
                  <a:lnTo>
                    <a:pt x="562583" y="755107"/>
                  </a:lnTo>
                  <a:lnTo>
                    <a:pt x="562599" y="755309"/>
                  </a:lnTo>
                  <a:lnTo>
                    <a:pt x="563279" y="756675"/>
                  </a:lnTo>
                  <a:lnTo>
                    <a:pt x="562703" y="758141"/>
                  </a:lnTo>
                  <a:lnTo>
                    <a:pt x="562702" y="758418"/>
                  </a:lnTo>
                  <a:lnTo>
                    <a:pt x="562869" y="759960"/>
                  </a:lnTo>
                  <a:lnTo>
                    <a:pt x="562781" y="761394"/>
                  </a:lnTo>
                  <a:lnTo>
                    <a:pt x="562521" y="762089"/>
                  </a:lnTo>
                  <a:lnTo>
                    <a:pt x="563472" y="763116"/>
                  </a:lnTo>
                  <a:lnTo>
                    <a:pt x="563808" y="762932"/>
                  </a:lnTo>
                  <a:lnTo>
                    <a:pt x="564249" y="762674"/>
                  </a:lnTo>
                  <a:lnTo>
                    <a:pt x="564552" y="762518"/>
                  </a:lnTo>
                  <a:lnTo>
                    <a:pt x="564798" y="762386"/>
                  </a:lnTo>
                  <a:lnTo>
                    <a:pt x="565582" y="761917"/>
                  </a:lnTo>
                  <a:lnTo>
                    <a:pt x="565781" y="761642"/>
                  </a:lnTo>
                  <a:lnTo>
                    <a:pt x="565926" y="761470"/>
                  </a:lnTo>
                  <a:lnTo>
                    <a:pt x="566144" y="761169"/>
                  </a:lnTo>
                  <a:lnTo>
                    <a:pt x="566482" y="760797"/>
                  </a:lnTo>
                  <a:lnTo>
                    <a:pt x="566818" y="760448"/>
                  </a:lnTo>
                  <a:lnTo>
                    <a:pt x="567030" y="760473"/>
                  </a:lnTo>
                  <a:lnTo>
                    <a:pt x="566873" y="760980"/>
                  </a:lnTo>
                  <a:lnTo>
                    <a:pt x="567021" y="761236"/>
                  </a:lnTo>
                  <a:lnTo>
                    <a:pt x="567221" y="761620"/>
                  </a:lnTo>
                  <a:lnTo>
                    <a:pt x="567293" y="761768"/>
                  </a:lnTo>
                  <a:lnTo>
                    <a:pt x="567402" y="762015"/>
                  </a:lnTo>
                  <a:lnTo>
                    <a:pt x="567518" y="762652"/>
                  </a:lnTo>
                  <a:lnTo>
                    <a:pt x="567529" y="762824"/>
                  </a:lnTo>
                  <a:lnTo>
                    <a:pt x="567507" y="763243"/>
                  </a:lnTo>
                  <a:lnTo>
                    <a:pt x="567495" y="763398"/>
                  </a:lnTo>
                  <a:lnTo>
                    <a:pt x="567484" y="763577"/>
                  </a:lnTo>
                  <a:lnTo>
                    <a:pt x="567515" y="763764"/>
                  </a:lnTo>
                  <a:lnTo>
                    <a:pt x="567490" y="764577"/>
                  </a:lnTo>
                  <a:lnTo>
                    <a:pt x="567473" y="764710"/>
                  </a:lnTo>
                  <a:lnTo>
                    <a:pt x="567454" y="764845"/>
                  </a:lnTo>
                  <a:lnTo>
                    <a:pt x="567389" y="765157"/>
                  </a:lnTo>
                  <a:lnTo>
                    <a:pt x="567352" y="766954"/>
                  </a:lnTo>
                  <a:lnTo>
                    <a:pt x="567258" y="767880"/>
                  </a:lnTo>
                  <a:lnTo>
                    <a:pt x="567229" y="768600"/>
                  </a:lnTo>
                  <a:lnTo>
                    <a:pt x="566742" y="770355"/>
                  </a:lnTo>
                  <a:lnTo>
                    <a:pt x="569195" y="772511"/>
                  </a:lnTo>
                  <a:lnTo>
                    <a:pt x="569115" y="774948"/>
                  </a:lnTo>
                  <a:lnTo>
                    <a:pt x="569062" y="775152"/>
                  </a:lnTo>
                  <a:lnTo>
                    <a:pt x="568955" y="775606"/>
                  </a:lnTo>
                  <a:lnTo>
                    <a:pt x="568867" y="776059"/>
                  </a:lnTo>
                  <a:lnTo>
                    <a:pt x="568788" y="776542"/>
                  </a:lnTo>
                  <a:lnTo>
                    <a:pt x="568656" y="777380"/>
                  </a:lnTo>
                  <a:lnTo>
                    <a:pt x="568621" y="777513"/>
                  </a:lnTo>
                  <a:lnTo>
                    <a:pt x="568549" y="777728"/>
                  </a:lnTo>
                  <a:lnTo>
                    <a:pt x="568412" y="778016"/>
                  </a:lnTo>
                  <a:lnTo>
                    <a:pt x="568188" y="778390"/>
                  </a:lnTo>
                  <a:lnTo>
                    <a:pt x="567992" y="778563"/>
                  </a:lnTo>
                  <a:lnTo>
                    <a:pt x="567838" y="778642"/>
                  </a:lnTo>
                  <a:lnTo>
                    <a:pt x="567705" y="778668"/>
                  </a:lnTo>
                  <a:lnTo>
                    <a:pt x="566996" y="778643"/>
                  </a:lnTo>
                  <a:lnTo>
                    <a:pt x="566118" y="778837"/>
                  </a:lnTo>
                  <a:lnTo>
                    <a:pt x="565943" y="779113"/>
                  </a:lnTo>
                  <a:lnTo>
                    <a:pt x="565827" y="779320"/>
                  </a:lnTo>
                  <a:lnTo>
                    <a:pt x="565741" y="779481"/>
                  </a:lnTo>
                  <a:lnTo>
                    <a:pt x="564797" y="780970"/>
                  </a:lnTo>
                  <a:lnTo>
                    <a:pt x="564593" y="781456"/>
                  </a:lnTo>
                  <a:lnTo>
                    <a:pt x="564590" y="781636"/>
                  </a:lnTo>
                  <a:lnTo>
                    <a:pt x="563525" y="784539"/>
                  </a:lnTo>
                  <a:lnTo>
                    <a:pt x="563348" y="784901"/>
                  </a:lnTo>
                  <a:lnTo>
                    <a:pt x="562853" y="785869"/>
                  </a:lnTo>
                  <a:lnTo>
                    <a:pt x="562554" y="786731"/>
                  </a:lnTo>
                  <a:lnTo>
                    <a:pt x="562371" y="787916"/>
                  </a:lnTo>
                  <a:lnTo>
                    <a:pt x="562321" y="788247"/>
                  </a:lnTo>
                  <a:lnTo>
                    <a:pt x="562210" y="788597"/>
                  </a:lnTo>
                  <a:lnTo>
                    <a:pt x="562101" y="788976"/>
                  </a:lnTo>
                  <a:lnTo>
                    <a:pt x="562086" y="789196"/>
                  </a:lnTo>
                  <a:lnTo>
                    <a:pt x="562125" y="789442"/>
                  </a:lnTo>
                  <a:lnTo>
                    <a:pt x="562514" y="789983"/>
                  </a:lnTo>
                  <a:lnTo>
                    <a:pt x="562660" y="790194"/>
                  </a:lnTo>
                  <a:lnTo>
                    <a:pt x="563145" y="790821"/>
                  </a:lnTo>
                  <a:lnTo>
                    <a:pt x="564175" y="791964"/>
                  </a:lnTo>
                  <a:lnTo>
                    <a:pt x="564230" y="792130"/>
                  </a:lnTo>
                  <a:lnTo>
                    <a:pt x="564226" y="792376"/>
                  </a:lnTo>
                  <a:lnTo>
                    <a:pt x="564158" y="792512"/>
                  </a:lnTo>
                  <a:lnTo>
                    <a:pt x="564163" y="792695"/>
                  </a:lnTo>
                  <a:lnTo>
                    <a:pt x="564145" y="792877"/>
                  </a:lnTo>
                  <a:lnTo>
                    <a:pt x="564937" y="793825"/>
                  </a:lnTo>
                  <a:lnTo>
                    <a:pt x="564967" y="793969"/>
                  </a:lnTo>
                  <a:lnTo>
                    <a:pt x="565056" y="794202"/>
                  </a:lnTo>
                  <a:lnTo>
                    <a:pt x="565178" y="794470"/>
                  </a:lnTo>
                  <a:lnTo>
                    <a:pt x="565386" y="794908"/>
                  </a:lnTo>
                  <a:lnTo>
                    <a:pt x="565510" y="795316"/>
                  </a:lnTo>
                  <a:lnTo>
                    <a:pt x="565279" y="795751"/>
                  </a:lnTo>
                  <a:lnTo>
                    <a:pt x="565151" y="795972"/>
                  </a:lnTo>
                  <a:lnTo>
                    <a:pt x="565459" y="796459"/>
                  </a:lnTo>
                  <a:lnTo>
                    <a:pt x="565631" y="796886"/>
                  </a:lnTo>
                  <a:lnTo>
                    <a:pt x="565232" y="797213"/>
                  </a:lnTo>
                  <a:lnTo>
                    <a:pt x="564912" y="797760"/>
                  </a:lnTo>
                  <a:lnTo>
                    <a:pt x="564821" y="797928"/>
                  </a:lnTo>
                  <a:lnTo>
                    <a:pt x="566889" y="815929"/>
                  </a:lnTo>
                  <a:lnTo>
                    <a:pt x="566913" y="816267"/>
                  </a:lnTo>
                  <a:lnTo>
                    <a:pt x="566883" y="816523"/>
                  </a:lnTo>
                  <a:lnTo>
                    <a:pt x="566960" y="816878"/>
                  </a:lnTo>
                  <a:lnTo>
                    <a:pt x="566866" y="817374"/>
                  </a:lnTo>
                  <a:lnTo>
                    <a:pt x="566839" y="817590"/>
                  </a:lnTo>
                  <a:lnTo>
                    <a:pt x="566810" y="817795"/>
                  </a:lnTo>
                  <a:lnTo>
                    <a:pt x="566564" y="818317"/>
                  </a:lnTo>
                  <a:lnTo>
                    <a:pt x="566524" y="819000"/>
                  </a:lnTo>
                  <a:lnTo>
                    <a:pt x="566876" y="819901"/>
                  </a:lnTo>
                  <a:lnTo>
                    <a:pt x="566918" y="820595"/>
                  </a:lnTo>
                  <a:lnTo>
                    <a:pt x="566397" y="820851"/>
                  </a:lnTo>
                  <a:lnTo>
                    <a:pt x="566882" y="822212"/>
                  </a:lnTo>
                  <a:lnTo>
                    <a:pt x="567371" y="821981"/>
                  </a:lnTo>
                  <a:lnTo>
                    <a:pt x="567513" y="821954"/>
                  </a:lnTo>
                  <a:lnTo>
                    <a:pt x="567719" y="821875"/>
                  </a:lnTo>
                  <a:lnTo>
                    <a:pt x="568416" y="821474"/>
                  </a:lnTo>
                  <a:lnTo>
                    <a:pt x="569537" y="820992"/>
                  </a:lnTo>
                  <a:lnTo>
                    <a:pt x="573234" y="818644"/>
                  </a:lnTo>
                  <a:lnTo>
                    <a:pt x="573555" y="815570"/>
                  </a:lnTo>
                  <a:lnTo>
                    <a:pt x="573496" y="815421"/>
                  </a:lnTo>
                  <a:lnTo>
                    <a:pt x="573456" y="815265"/>
                  </a:lnTo>
                  <a:lnTo>
                    <a:pt x="573436" y="815105"/>
                  </a:lnTo>
                  <a:lnTo>
                    <a:pt x="573436" y="814944"/>
                  </a:lnTo>
                  <a:lnTo>
                    <a:pt x="573456" y="814785"/>
                  </a:lnTo>
                  <a:lnTo>
                    <a:pt x="573497" y="814629"/>
                  </a:lnTo>
                  <a:lnTo>
                    <a:pt x="577490" y="813883"/>
                  </a:lnTo>
                  <a:lnTo>
                    <a:pt x="577647" y="813917"/>
                  </a:lnTo>
                  <a:lnTo>
                    <a:pt x="577808" y="813930"/>
                  </a:lnTo>
                  <a:lnTo>
                    <a:pt x="577968" y="813923"/>
                  </a:lnTo>
                  <a:lnTo>
                    <a:pt x="578127" y="813895"/>
                  </a:lnTo>
                  <a:lnTo>
                    <a:pt x="578281" y="813848"/>
                  </a:lnTo>
                  <a:lnTo>
                    <a:pt x="578507" y="813735"/>
                  </a:lnTo>
                  <a:lnTo>
                    <a:pt x="578715" y="813643"/>
                  </a:lnTo>
                  <a:lnTo>
                    <a:pt x="578914" y="813532"/>
                  </a:lnTo>
                  <a:lnTo>
                    <a:pt x="579418" y="812628"/>
                  </a:lnTo>
                  <a:lnTo>
                    <a:pt x="579344" y="812033"/>
                  </a:lnTo>
                  <a:lnTo>
                    <a:pt x="579308" y="811894"/>
                  </a:lnTo>
                  <a:lnTo>
                    <a:pt x="579291" y="811751"/>
                  </a:lnTo>
                  <a:lnTo>
                    <a:pt x="579295" y="811607"/>
                  </a:lnTo>
                  <a:lnTo>
                    <a:pt x="579319" y="811466"/>
                  </a:lnTo>
                  <a:lnTo>
                    <a:pt x="579360" y="811336"/>
                  </a:lnTo>
                  <a:lnTo>
                    <a:pt x="579488" y="811123"/>
                  </a:lnTo>
                  <a:lnTo>
                    <a:pt x="579634" y="810920"/>
                  </a:lnTo>
                  <a:lnTo>
                    <a:pt x="579795" y="810731"/>
                  </a:lnTo>
                  <a:lnTo>
                    <a:pt x="579972" y="810555"/>
                  </a:lnTo>
                  <a:lnTo>
                    <a:pt x="580162" y="810393"/>
                  </a:lnTo>
                  <a:lnTo>
                    <a:pt x="580365" y="810248"/>
                  </a:lnTo>
                  <a:lnTo>
                    <a:pt x="580579" y="810121"/>
                  </a:lnTo>
                  <a:lnTo>
                    <a:pt x="582381" y="808994"/>
                  </a:lnTo>
                  <a:lnTo>
                    <a:pt x="588957" y="806795"/>
                  </a:lnTo>
                  <a:lnTo>
                    <a:pt x="594066" y="809288"/>
                  </a:lnTo>
                  <a:lnTo>
                    <a:pt x="594411" y="809456"/>
                  </a:lnTo>
                  <a:lnTo>
                    <a:pt x="595225" y="809852"/>
                  </a:lnTo>
                  <a:lnTo>
                    <a:pt x="595364" y="809919"/>
                  </a:lnTo>
                  <a:lnTo>
                    <a:pt x="596394" y="810274"/>
                  </a:lnTo>
                  <a:lnTo>
                    <a:pt x="597073" y="810508"/>
                  </a:lnTo>
                  <a:lnTo>
                    <a:pt x="598179" y="810887"/>
                  </a:lnTo>
                  <a:lnTo>
                    <a:pt x="604831" y="809842"/>
                  </a:lnTo>
                  <a:lnTo>
                    <a:pt x="608618" y="809076"/>
                  </a:lnTo>
                  <a:lnTo>
                    <a:pt x="609688" y="809660"/>
                  </a:lnTo>
                  <a:lnTo>
                    <a:pt x="612680" y="811293"/>
                  </a:lnTo>
                  <a:lnTo>
                    <a:pt x="615423" y="810541"/>
                  </a:lnTo>
                  <a:lnTo>
                    <a:pt x="617906" y="807371"/>
                  </a:lnTo>
                  <a:lnTo>
                    <a:pt x="620484" y="804310"/>
                  </a:lnTo>
                  <a:lnTo>
                    <a:pt x="623948" y="800182"/>
                  </a:lnTo>
                  <a:lnTo>
                    <a:pt x="624408" y="799894"/>
                  </a:lnTo>
                  <a:lnTo>
                    <a:pt x="625628" y="799130"/>
                  </a:lnTo>
                  <a:lnTo>
                    <a:pt x="631142" y="795650"/>
                  </a:lnTo>
                  <a:lnTo>
                    <a:pt x="636928" y="791997"/>
                  </a:lnTo>
                  <a:lnTo>
                    <a:pt x="639579" y="790325"/>
                  </a:lnTo>
                  <a:lnTo>
                    <a:pt x="640032" y="790039"/>
                  </a:lnTo>
                  <a:lnTo>
                    <a:pt x="642705" y="785597"/>
                  </a:lnTo>
                  <a:lnTo>
                    <a:pt x="644329" y="782897"/>
                  </a:lnTo>
                  <a:lnTo>
                    <a:pt x="645542" y="780869"/>
                  </a:lnTo>
                  <a:lnTo>
                    <a:pt x="648332" y="776206"/>
                  </a:lnTo>
                  <a:lnTo>
                    <a:pt x="648955" y="775776"/>
                  </a:lnTo>
                  <a:lnTo>
                    <a:pt x="652590" y="773268"/>
                  </a:lnTo>
                  <a:lnTo>
                    <a:pt x="656090" y="769820"/>
                  </a:lnTo>
                  <a:lnTo>
                    <a:pt x="657810" y="766513"/>
                  </a:lnTo>
                  <a:lnTo>
                    <a:pt x="660983" y="760407"/>
                  </a:lnTo>
                  <a:lnTo>
                    <a:pt x="661174" y="759964"/>
                  </a:lnTo>
                  <a:lnTo>
                    <a:pt x="663611" y="754304"/>
                  </a:lnTo>
                  <a:lnTo>
                    <a:pt x="663941" y="753533"/>
                  </a:lnTo>
                  <a:lnTo>
                    <a:pt x="664111" y="753136"/>
                  </a:lnTo>
                  <a:lnTo>
                    <a:pt x="664397" y="752019"/>
                  </a:lnTo>
                  <a:lnTo>
                    <a:pt x="664893" y="750064"/>
                  </a:lnTo>
                  <a:lnTo>
                    <a:pt x="666779" y="742672"/>
                  </a:lnTo>
                  <a:lnTo>
                    <a:pt x="667892" y="738368"/>
                  </a:lnTo>
                  <a:lnTo>
                    <a:pt x="668909" y="734475"/>
                  </a:lnTo>
                  <a:lnTo>
                    <a:pt x="668950" y="734319"/>
                  </a:lnTo>
                  <a:lnTo>
                    <a:pt x="670942" y="726644"/>
                  </a:lnTo>
                  <a:lnTo>
                    <a:pt x="669007" y="718513"/>
                  </a:lnTo>
                  <a:lnTo>
                    <a:pt x="668881" y="717984"/>
                  </a:lnTo>
                  <a:lnTo>
                    <a:pt x="668332" y="714037"/>
                  </a:lnTo>
                  <a:lnTo>
                    <a:pt x="667751" y="709863"/>
                  </a:lnTo>
                  <a:lnTo>
                    <a:pt x="667604" y="708824"/>
                  </a:lnTo>
                  <a:lnTo>
                    <a:pt x="666770" y="702816"/>
                  </a:lnTo>
                  <a:lnTo>
                    <a:pt x="666597" y="701566"/>
                  </a:lnTo>
                  <a:lnTo>
                    <a:pt x="666427" y="696350"/>
                  </a:lnTo>
                  <a:lnTo>
                    <a:pt x="666393" y="694300"/>
                  </a:lnTo>
                  <a:lnTo>
                    <a:pt x="666261" y="689514"/>
                  </a:lnTo>
                  <a:lnTo>
                    <a:pt x="669261" y="686651"/>
                  </a:lnTo>
                  <a:lnTo>
                    <a:pt x="671640" y="684384"/>
                  </a:lnTo>
                  <a:lnTo>
                    <a:pt x="673042" y="683047"/>
                  </a:lnTo>
                  <a:lnTo>
                    <a:pt x="673397" y="682424"/>
                  </a:lnTo>
                  <a:lnTo>
                    <a:pt x="673743" y="681818"/>
                  </a:lnTo>
                  <a:lnTo>
                    <a:pt x="676664" y="676692"/>
                  </a:lnTo>
                  <a:lnTo>
                    <a:pt x="676743" y="676553"/>
                  </a:lnTo>
                  <a:lnTo>
                    <a:pt x="679142" y="672231"/>
                  </a:lnTo>
                  <a:lnTo>
                    <a:pt x="679461" y="671656"/>
                  </a:lnTo>
                  <a:lnTo>
                    <a:pt x="682175" y="666768"/>
                  </a:lnTo>
                  <a:lnTo>
                    <a:pt x="682207" y="665961"/>
                  </a:lnTo>
                  <a:lnTo>
                    <a:pt x="682413" y="660653"/>
                  </a:lnTo>
                  <a:lnTo>
                    <a:pt x="682595" y="656032"/>
                  </a:lnTo>
                  <a:lnTo>
                    <a:pt x="682857" y="649283"/>
                  </a:lnTo>
                  <a:lnTo>
                    <a:pt x="682961" y="646562"/>
                  </a:lnTo>
                  <a:lnTo>
                    <a:pt x="683141" y="642366"/>
                  </a:lnTo>
                  <a:lnTo>
                    <a:pt x="683392" y="636514"/>
                  </a:lnTo>
                  <a:lnTo>
                    <a:pt x="683331" y="636301"/>
                  </a:lnTo>
                  <a:lnTo>
                    <a:pt x="682327" y="632754"/>
                  </a:lnTo>
                  <a:lnTo>
                    <a:pt x="680295" y="625576"/>
                  </a:lnTo>
                  <a:lnTo>
                    <a:pt x="678614" y="622848"/>
                  </a:lnTo>
                  <a:lnTo>
                    <a:pt x="676001" y="618607"/>
                  </a:lnTo>
                  <a:lnTo>
                    <a:pt x="673887" y="615086"/>
                  </a:lnTo>
                  <a:lnTo>
                    <a:pt x="671604" y="611282"/>
                  </a:lnTo>
                  <a:lnTo>
                    <a:pt x="671483" y="604344"/>
                  </a:lnTo>
                  <a:lnTo>
                    <a:pt x="671394" y="599273"/>
                  </a:lnTo>
                  <a:lnTo>
                    <a:pt x="667581" y="591948"/>
                  </a:lnTo>
                  <a:lnTo>
                    <a:pt x="664913" y="586895"/>
                  </a:lnTo>
                  <a:lnTo>
                    <a:pt x="664725" y="586587"/>
                  </a:lnTo>
                  <a:lnTo>
                    <a:pt x="660754" y="580071"/>
                  </a:lnTo>
                  <a:lnTo>
                    <a:pt x="658325" y="576048"/>
                  </a:lnTo>
                  <a:lnTo>
                    <a:pt x="656336" y="572752"/>
                  </a:lnTo>
                  <a:lnTo>
                    <a:pt x="654761" y="565719"/>
                  </a:lnTo>
                  <a:lnTo>
                    <a:pt x="653893" y="561832"/>
                  </a:lnTo>
                  <a:lnTo>
                    <a:pt x="652707" y="556521"/>
                  </a:lnTo>
                  <a:lnTo>
                    <a:pt x="650926" y="548701"/>
                  </a:lnTo>
                  <a:lnTo>
                    <a:pt x="649934" y="542856"/>
                  </a:lnTo>
                  <a:lnTo>
                    <a:pt x="649659" y="541239"/>
                  </a:lnTo>
                  <a:lnTo>
                    <a:pt x="649255" y="538854"/>
                  </a:lnTo>
                  <a:lnTo>
                    <a:pt x="649404" y="530874"/>
                  </a:lnTo>
                  <a:lnTo>
                    <a:pt x="649437" y="529155"/>
                  </a:lnTo>
                  <a:lnTo>
                    <a:pt x="649456" y="528135"/>
                  </a:lnTo>
                  <a:lnTo>
                    <a:pt x="648712" y="526230"/>
                  </a:lnTo>
                  <a:lnTo>
                    <a:pt x="647388" y="522838"/>
                  </a:lnTo>
                  <a:lnTo>
                    <a:pt x="645955" y="519126"/>
                  </a:lnTo>
                  <a:lnTo>
                    <a:pt x="643430" y="512663"/>
                  </a:lnTo>
                  <a:lnTo>
                    <a:pt x="641362" y="507179"/>
                  </a:lnTo>
                  <a:lnTo>
                    <a:pt x="639647" y="502627"/>
                  </a:lnTo>
                  <a:lnTo>
                    <a:pt x="637430" y="496732"/>
                  </a:lnTo>
                  <a:lnTo>
                    <a:pt x="635916" y="492699"/>
                  </a:lnTo>
                  <a:lnTo>
                    <a:pt x="638152" y="491122"/>
                  </a:lnTo>
                  <a:lnTo>
                    <a:pt x="638536" y="490857"/>
                  </a:lnTo>
                  <a:lnTo>
                    <a:pt x="639207" y="490694"/>
                  </a:lnTo>
                  <a:lnTo>
                    <a:pt x="640269" y="490441"/>
                  </a:lnTo>
                  <a:lnTo>
                    <a:pt x="645816" y="489120"/>
                  </a:lnTo>
                  <a:lnTo>
                    <a:pt x="652414" y="487294"/>
                  </a:lnTo>
                  <a:lnTo>
                    <a:pt x="657581" y="485862"/>
                  </a:lnTo>
                  <a:lnTo>
                    <a:pt x="659907" y="485231"/>
                  </a:lnTo>
                  <a:lnTo>
                    <a:pt x="667077" y="483285"/>
                  </a:lnTo>
                  <a:lnTo>
                    <a:pt x="672578" y="483242"/>
                  </a:lnTo>
                  <a:lnTo>
                    <a:pt x="673942" y="483419"/>
                  </a:lnTo>
                  <a:lnTo>
                    <a:pt x="674898" y="483542"/>
                  </a:lnTo>
                  <a:lnTo>
                    <a:pt x="679847" y="484183"/>
                  </a:lnTo>
                  <a:lnTo>
                    <a:pt x="687697" y="485115"/>
                  </a:lnTo>
                  <a:lnTo>
                    <a:pt x="687980" y="485289"/>
                  </a:lnTo>
                  <a:lnTo>
                    <a:pt x="688225" y="485293"/>
                  </a:lnTo>
                  <a:lnTo>
                    <a:pt x="689382" y="485316"/>
                  </a:lnTo>
                  <a:lnTo>
                    <a:pt x="689683" y="485243"/>
                  </a:lnTo>
                  <a:lnTo>
                    <a:pt x="695118" y="483927"/>
                  </a:lnTo>
                  <a:lnTo>
                    <a:pt x="695942" y="483804"/>
                  </a:lnTo>
                  <a:lnTo>
                    <a:pt x="697447" y="483189"/>
                  </a:lnTo>
                  <a:lnTo>
                    <a:pt x="697846" y="482789"/>
                  </a:lnTo>
                  <a:lnTo>
                    <a:pt x="699274" y="481985"/>
                  </a:lnTo>
                  <a:lnTo>
                    <a:pt x="699453" y="481514"/>
                  </a:lnTo>
                  <a:lnTo>
                    <a:pt x="700251" y="477173"/>
                  </a:lnTo>
                  <a:lnTo>
                    <a:pt x="701535" y="470181"/>
                  </a:lnTo>
                  <a:lnTo>
                    <a:pt x="702497" y="464750"/>
                  </a:lnTo>
                  <a:lnTo>
                    <a:pt x="702605" y="464142"/>
                  </a:lnTo>
                  <a:lnTo>
                    <a:pt x="703081" y="461452"/>
                  </a:lnTo>
                  <a:lnTo>
                    <a:pt x="703624" y="458387"/>
                  </a:lnTo>
                  <a:lnTo>
                    <a:pt x="708407" y="452433"/>
                  </a:lnTo>
                  <a:lnTo>
                    <a:pt x="710030" y="450417"/>
                  </a:lnTo>
                  <a:lnTo>
                    <a:pt x="712505" y="447333"/>
                  </a:lnTo>
                  <a:lnTo>
                    <a:pt x="715549" y="443544"/>
                  </a:lnTo>
                  <a:lnTo>
                    <a:pt x="716019" y="442305"/>
                  </a:lnTo>
                  <a:lnTo>
                    <a:pt x="717833" y="437516"/>
                  </a:lnTo>
                  <a:lnTo>
                    <a:pt x="718047" y="436952"/>
                  </a:lnTo>
                  <a:lnTo>
                    <a:pt x="720572" y="430292"/>
                  </a:lnTo>
                  <a:lnTo>
                    <a:pt x="722070" y="426341"/>
                  </a:lnTo>
                  <a:lnTo>
                    <a:pt x="722559" y="424132"/>
                  </a:lnTo>
                  <a:lnTo>
                    <a:pt x="722614" y="423886"/>
                  </a:lnTo>
                  <a:lnTo>
                    <a:pt x="723838" y="418358"/>
                  </a:lnTo>
                  <a:lnTo>
                    <a:pt x="725162" y="412360"/>
                  </a:lnTo>
                  <a:lnTo>
                    <a:pt x="725710" y="409761"/>
                  </a:lnTo>
                  <a:lnTo>
                    <a:pt x="726365" y="406648"/>
                  </a:lnTo>
                  <a:lnTo>
                    <a:pt x="728028" y="398732"/>
                  </a:lnTo>
                  <a:lnTo>
                    <a:pt x="724488" y="392936"/>
                  </a:lnTo>
                  <a:lnTo>
                    <a:pt x="719542" y="384843"/>
                  </a:lnTo>
                  <a:lnTo>
                    <a:pt x="715034" y="377823"/>
                  </a:lnTo>
                  <a:lnTo>
                    <a:pt x="711611" y="372493"/>
                  </a:lnTo>
                  <a:lnTo>
                    <a:pt x="710213" y="370316"/>
                  </a:lnTo>
                  <a:lnTo>
                    <a:pt x="708942" y="368337"/>
                  </a:lnTo>
                  <a:lnTo>
                    <a:pt x="703576" y="359861"/>
                  </a:lnTo>
                  <a:lnTo>
                    <a:pt x="700182" y="354510"/>
                  </a:lnTo>
                  <a:lnTo>
                    <a:pt x="695892" y="347701"/>
                  </a:lnTo>
                  <a:lnTo>
                    <a:pt x="689256" y="337168"/>
                  </a:lnTo>
                  <a:lnTo>
                    <a:pt x="678791" y="337058"/>
                  </a:lnTo>
                  <a:lnTo>
                    <a:pt x="672661" y="336994"/>
                  </a:lnTo>
                  <a:lnTo>
                    <a:pt x="668968" y="338023"/>
                  </a:lnTo>
                  <a:lnTo>
                    <a:pt x="665606" y="332953"/>
                  </a:lnTo>
                  <a:lnTo>
                    <a:pt x="663688" y="330061"/>
                  </a:lnTo>
                  <a:lnTo>
                    <a:pt x="661778" y="327181"/>
                  </a:lnTo>
                  <a:lnTo>
                    <a:pt x="658976" y="322954"/>
                  </a:lnTo>
                  <a:lnTo>
                    <a:pt x="655551" y="319903"/>
                  </a:lnTo>
                  <a:lnTo>
                    <a:pt x="650433" y="315344"/>
                  </a:lnTo>
                  <a:lnTo>
                    <a:pt x="646736" y="310203"/>
                  </a:lnTo>
                  <a:lnTo>
                    <a:pt x="643500" y="305697"/>
                  </a:lnTo>
                  <a:lnTo>
                    <a:pt x="638455" y="298654"/>
                  </a:lnTo>
                  <a:lnTo>
                    <a:pt x="637215" y="296924"/>
                  </a:lnTo>
                  <a:lnTo>
                    <a:pt x="632882" y="290873"/>
                  </a:lnTo>
                  <a:lnTo>
                    <a:pt x="634032" y="284916"/>
                  </a:lnTo>
                  <a:lnTo>
                    <a:pt x="635207" y="278835"/>
                  </a:lnTo>
                  <a:lnTo>
                    <a:pt x="636986" y="269626"/>
                  </a:lnTo>
                  <a:lnTo>
                    <a:pt x="638206" y="263058"/>
                  </a:lnTo>
                  <a:lnTo>
                    <a:pt x="638824" y="259743"/>
                  </a:lnTo>
                  <a:lnTo>
                    <a:pt x="639784" y="254567"/>
                  </a:lnTo>
                  <a:lnTo>
                    <a:pt x="639833" y="254299"/>
                  </a:lnTo>
                  <a:lnTo>
                    <a:pt x="640686" y="249713"/>
                  </a:lnTo>
                  <a:lnTo>
                    <a:pt x="640741" y="249416"/>
                  </a:lnTo>
                  <a:lnTo>
                    <a:pt x="641117" y="247385"/>
                  </a:lnTo>
                  <a:lnTo>
                    <a:pt x="641901" y="243041"/>
                  </a:lnTo>
                  <a:lnTo>
                    <a:pt x="642696" y="238620"/>
                  </a:lnTo>
                  <a:lnTo>
                    <a:pt x="643747" y="232782"/>
                  </a:lnTo>
                  <a:lnTo>
                    <a:pt x="643966" y="231567"/>
                  </a:lnTo>
                  <a:lnTo>
                    <a:pt x="644583" y="228135"/>
                  </a:lnTo>
                  <a:lnTo>
                    <a:pt x="645427" y="223402"/>
                  </a:lnTo>
                  <a:lnTo>
                    <a:pt x="646181" y="219176"/>
                  </a:lnTo>
                  <a:lnTo>
                    <a:pt x="646661" y="216486"/>
                  </a:lnTo>
                  <a:lnTo>
                    <a:pt x="647431" y="212166"/>
                  </a:lnTo>
                  <a:lnTo>
                    <a:pt x="648140" y="208212"/>
                  </a:lnTo>
                  <a:lnTo>
                    <a:pt x="649434" y="201008"/>
                  </a:lnTo>
                  <a:lnTo>
                    <a:pt x="650412" y="195524"/>
                  </a:lnTo>
                  <a:lnTo>
                    <a:pt x="651635" y="188707"/>
                  </a:lnTo>
                  <a:lnTo>
                    <a:pt x="653935" y="177219"/>
                  </a:lnTo>
                  <a:lnTo>
                    <a:pt x="654420" y="174794"/>
                  </a:lnTo>
                  <a:lnTo>
                    <a:pt x="656088" y="165055"/>
                  </a:lnTo>
                  <a:lnTo>
                    <a:pt x="657322" y="157841"/>
                  </a:lnTo>
                  <a:lnTo>
                    <a:pt x="658658" y="150605"/>
                  </a:lnTo>
                  <a:lnTo>
                    <a:pt x="659355" y="146833"/>
                  </a:lnTo>
                  <a:lnTo>
                    <a:pt x="661029" y="137786"/>
                  </a:lnTo>
                  <a:lnTo>
                    <a:pt x="658617" y="129230"/>
                  </a:lnTo>
                  <a:lnTo>
                    <a:pt x="656807" y="122783"/>
                  </a:lnTo>
                  <a:lnTo>
                    <a:pt x="655891" y="119539"/>
                  </a:lnTo>
                  <a:lnTo>
                    <a:pt x="655524" y="119534"/>
                  </a:lnTo>
                  <a:lnTo>
                    <a:pt x="655267" y="119557"/>
                  </a:lnTo>
                  <a:lnTo>
                    <a:pt x="654946" y="119585"/>
                  </a:lnTo>
                  <a:lnTo>
                    <a:pt x="654704" y="119610"/>
                  </a:lnTo>
                  <a:lnTo>
                    <a:pt x="654478" y="119592"/>
                  </a:lnTo>
                  <a:lnTo>
                    <a:pt x="654295" y="119618"/>
                  </a:lnTo>
                  <a:lnTo>
                    <a:pt x="654198" y="119803"/>
                  </a:lnTo>
                  <a:lnTo>
                    <a:pt x="654015" y="119936"/>
                  </a:lnTo>
                  <a:lnTo>
                    <a:pt x="653872" y="120015"/>
                  </a:lnTo>
                  <a:lnTo>
                    <a:pt x="653613" y="120129"/>
                  </a:lnTo>
                  <a:lnTo>
                    <a:pt x="653178" y="120249"/>
                  </a:lnTo>
                  <a:lnTo>
                    <a:pt x="653035" y="120312"/>
                  </a:lnTo>
                  <a:lnTo>
                    <a:pt x="652801" y="120412"/>
                  </a:lnTo>
                  <a:lnTo>
                    <a:pt x="652531" y="120417"/>
                  </a:lnTo>
                  <a:lnTo>
                    <a:pt x="652218" y="120335"/>
                  </a:lnTo>
                  <a:lnTo>
                    <a:pt x="651859" y="120132"/>
                  </a:lnTo>
                  <a:lnTo>
                    <a:pt x="651778" y="119984"/>
                  </a:lnTo>
                  <a:lnTo>
                    <a:pt x="651669" y="119796"/>
                  </a:lnTo>
                  <a:lnTo>
                    <a:pt x="651473" y="119691"/>
                  </a:lnTo>
                  <a:lnTo>
                    <a:pt x="651211" y="119549"/>
                  </a:lnTo>
                  <a:lnTo>
                    <a:pt x="651032" y="119455"/>
                  </a:lnTo>
                  <a:lnTo>
                    <a:pt x="650676" y="119427"/>
                  </a:lnTo>
                  <a:lnTo>
                    <a:pt x="650236" y="119340"/>
                  </a:lnTo>
                  <a:lnTo>
                    <a:pt x="649867" y="119254"/>
                  </a:lnTo>
                  <a:lnTo>
                    <a:pt x="649674" y="119384"/>
                  </a:lnTo>
                  <a:lnTo>
                    <a:pt x="649432" y="119485"/>
                  </a:lnTo>
                  <a:lnTo>
                    <a:pt x="649234" y="119574"/>
                  </a:lnTo>
                  <a:lnTo>
                    <a:pt x="648936" y="119712"/>
                  </a:lnTo>
                  <a:lnTo>
                    <a:pt x="648470" y="119892"/>
                  </a:lnTo>
                  <a:lnTo>
                    <a:pt x="648226" y="119959"/>
                  </a:lnTo>
                  <a:lnTo>
                    <a:pt x="648076" y="120032"/>
                  </a:lnTo>
                  <a:lnTo>
                    <a:pt x="647872" y="120129"/>
                  </a:lnTo>
                  <a:lnTo>
                    <a:pt x="647600" y="120264"/>
                  </a:lnTo>
                  <a:lnTo>
                    <a:pt x="647422" y="120554"/>
                  </a:lnTo>
                  <a:lnTo>
                    <a:pt x="646903" y="121251"/>
                  </a:lnTo>
                  <a:lnTo>
                    <a:pt x="646857" y="121384"/>
                  </a:lnTo>
                  <a:lnTo>
                    <a:pt x="646684" y="121839"/>
                  </a:lnTo>
                  <a:lnTo>
                    <a:pt x="646562" y="122002"/>
                  </a:lnTo>
                  <a:lnTo>
                    <a:pt x="646394" y="122239"/>
                  </a:lnTo>
                  <a:lnTo>
                    <a:pt x="646297" y="122373"/>
                  </a:lnTo>
                  <a:lnTo>
                    <a:pt x="646007" y="122597"/>
                  </a:lnTo>
                  <a:lnTo>
                    <a:pt x="645692" y="122773"/>
                  </a:lnTo>
                  <a:lnTo>
                    <a:pt x="645564" y="122809"/>
                  </a:lnTo>
                  <a:lnTo>
                    <a:pt x="645198" y="122959"/>
                  </a:lnTo>
                  <a:lnTo>
                    <a:pt x="645040" y="122979"/>
                  </a:lnTo>
                  <a:lnTo>
                    <a:pt x="644877" y="122999"/>
                  </a:lnTo>
                  <a:lnTo>
                    <a:pt x="644460" y="123050"/>
                  </a:lnTo>
                  <a:lnTo>
                    <a:pt x="644363" y="123282"/>
                  </a:lnTo>
                  <a:lnTo>
                    <a:pt x="644361" y="123452"/>
                  </a:lnTo>
                  <a:lnTo>
                    <a:pt x="644315" y="123793"/>
                  </a:lnTo>
                  <a:lnTo>
                    <a:pt x="644234" y="123977"/>
                  </a:lnTo>
                  <a:lnTo>
                    <a:pt x="643839" y="124244"/>
                  </a:lnTo>
                  <a:lnTo>
                    <a:pt x="643501" y="124244"/>
                  </a:lnTo>
                  <a:lnTo>
                    <a:pt x="643363" y="124078"/>
                  </a:lnTo>
                  <a:lnTo>
                    <a:pt x="643211" y="123814"/>
                  </a:lnTo>
                  <a:lnTo>
                    <a:pt x="642916" y="123661"/>
                  </a:lnTo>
                  <a:lnTo>
                    <a:pt x="642763" y="123740"/>
                  </a:lnTo>
                  <a:lnTo>
                    <a:pt x="642320" y="123908"/>
                  </a:lnTo>
                  <a:lnTo>
                    <a:pt x="642106" y="124251"/>
                  </a:lnTo>
                  <a:lnTo>
                    <a:pt x="641936" y="124508"/>
                  </a:lnTo>
                  <a:lnTo>
                    <a:pt x="641351" y="124407"/>
                  </a:lnTo>
                  <a:lnTo>
                    <a:pt x="641170" y="124363"/>
                  </a:lnTo>
                  <a:lnTo>
                    <a:pt x="641015" y="124386"/>
                  </a:lnTo>
                  <a:lnTo>
                    <a:pt x="640709" y="124419"/>
                  </a:lnTo>
                  <a:lnTo>
                    <a:pt x="640442" y="124821"/>
                  </a:lnTo>
                  <a:lnTo>
                    <a:pt x="640170" y="124852"/>
                  </a:lnTo>
                  <a:lnTo>
                    <a:pt x="640033" y="124842"/>
                  </a:lnTo>
                  <a:lnTo>
                    <a:pt x="639788" y="124816"/>
                  </a:lnTo>
                  <a:lnTo>
                    <a:pt x="639595" y="124821"/>
                  </a:lnTo>
                  <a:lnTo>
                    <a:pt x="639239" y="124679"/>
                  </a:lnTo>
                  <a:lnTo>
                    <a:pt x="639188" y="124513"/>
                  </a:lnTo>
                  <a:lnTo>
                    <a:pt x="639129" y="124343"/>
                  </a:lnTo>
                  <a:lnTo>
                    <a:pt x="638641" y="123923"/>
                  </a:lnTo>
                  <a:lnTo>
                    <a:pt x="638468" y="123816"/>
                  </a:lnTo>
                  <a:lnTo>
                    <a:pt x="638287" y="123702"/>
                  </a:lnTo>
                  <a:lnTo>
                    <a:pt x="637898" y="123419"/>
                  </a:lnTo>
                  <a:lnTo>
                    <a:pt x="637727" y="123386"/>
                  </a:lnTo>
                  <a:lnTo>
                    <a:pt x="637483" y="123226"/>
                  </a:lnTo>
                  <a:lnTo>
                    <a:pt x="637071" y="122964"/>
                  </a:lnTo>
                  <a:lnTo>
                    <a:pt x="636666" y="122661"/>
                  </a:lnTo>
                  <a:lnTo>
                    <a:pt x="636259" y="122236"/>
                  </a:lnTo>
                  <a:lnTo>
                    <a:pt x="636030" y="121890"/>
                  </a:lnTo>
                  <a:lnTo>
                    <a:pt x="635819" y="121628"/>
                  </a:lnTo>
                  <a:lnTo>
                    <a:pt x="635653" y="121389"/>
                  </a:lnTo>
                  <a:lnTo>
                    <a:pt x="635496" y="121122"/>
                  </a:lnTo>
                  <a:lnTo>
                    <a:pt x="635335" y="120854"/>
                  </a:lnTo>
                  <a:lnTo>
                    <a:pt x="635124" y="120658"/>
                  </a:lnTo>
                  <a:lnTo>
                    <a:pt x="634819" y="120371"/>
                  </a:lnTo>
                  <a:lnTo>
                    <a:pt x="634663" y="120226"/>
                  </a:lnTo>
                  <a:lnTo>
                    <a:pt x="634493" y="120035"/>
                  </a:lnTo>
                  <a:lnTo>
                    <a:pt x="634127" y="119608"/>
                  </a:lnTo>
                  <a:lnTo>
                    <a:pt x="633663" y="119165"/>
                  </a:lnTo>
                  <a:lnTo>
                    <a:pt x="633340" y="118783"/>
                  </a:lnTo>
                  <a:lnTo>
                    <a:pt x="632948" y="118307"/>
                  </a:lnTo>
                  <a:lnTo>
                    <a:pt x="632556" y="117753"/>
                  </a:lnTo>
                  <a:lnTo>
                    <a:pt x="632317" y="117404"/>
                  </a:lnTo>
                  <a:lnTo>
                    <a:pt x="632221" y="117200"/>
                  </a:lnTo>
                  <a:lnTo>
                    <a:pt x="631951" y="116704"/>
                  </a:lnTo>
                  <a:lnTo>
                    <a:pt x="631864" y="116437"/>
                  </a:lnTo>
                  <a:lnTo>
                    <a:pt x="631673" y="116096"/>
                  </a:lnTo>
                  <a:lnTo>
                    <a:pt x="631595" y="115931"/>
                  </a:lnTo>
                  <a:lnTo>
                    <a:pt x="631452" y="115638"/>
                  </a:lnTo>
                  <a:lnTo>
                    <a:pt x="631368" y="115463"/>
                  </a:lnTo>
                  <a:lnTo>
                    <a:pt x="631338" y="115315"/>
                  </a:lnTo>
                  <a:lnTo>
                    <a:pt x="630882" y="114613"/>
                  </a:lnTo>
                  <a:lnTo>
                    <a:pt x="630508" y="114157"/>
                  </a:lnTo>
                  <a:lnTo>
                    <a:pt x="630363" y="114101"/>
                  </a:lnTo>
                  <a:lnTo>
                    <a:pt x="630233" y="114058"/>
                  </a:lnTo>
                  <a:lnTo>
                    <a:pt x="630073" y="114116"/>
                  </a:lnTo>
                  <a:lnTo>
                    <a:pt x="629790" y="114213"/>
                  </a:lnTo>
                  <a:lnTo>
                    <a:pt x="629635" y="114223"/>
                  </a:lnTo>
                  <a:lnTo>
                    <a:pt x="629289" y="113943"/>
                  </a:lnTo>
                  <a:lnTo>
                    <a:pt x="629411" y="113783"/>
                  </a:lnTo>
                  <a:lnTo>
                    <a:pt x="629335" y="113580"/>
                  </a:lnTo>
                  <a:lnTo>
                    <a:pt x="629208" y="113407"/>
                  </a:lnTo>
                  <a:lnTo>
                    <a:pt x="628918" y="113508"/>
                  </a:lnTo>
                  <a:lnTo>
                    <a:pt x="628485" y="113335"/>
                  </a:lnTo>
                  <a:lnTo>
                    <a:pt x="628142" y="113165"/>
                  </a:lnTo>
                  <a:lnTo>
                    <a:pt x="627622" y="113165"/>
                  </a:lnTo>
                  <a:lnTo>
                    <a:pt x="627124" y="112956"/>
                  </a:lnTo>
                  <a:lnTo>
                    <a:pt x="626709" y="112803"/>
                  </a:lnTo>
                  <a:lnTo>
                    <a:pt x="626177" y="112478"/>
                  </a:lnTo>
                  <a:lnTo>
                    <a:pt x="625821" y="112412"/>
                  </a:lnTo>
                  <a:lnTo>
                    <a:pt x="625551" y="112180"/>
                  </a:lnTo>
                  <a:lnTo>
                    <a:pt x="624971" y="111880"/>
                  </a:lnTo>
                  <a:lnTo>
                    <a:pt x="624806" y="111819"/>
                  </a:lnTo>
                  <a:lnTo>
                    <a:pt x="624401" y="111793"/>
                  </a:lnTo>
                  <a:lnTo>
                    <a:pt x="624248" y="111829"/>
                  </a:lnTo>
                  <a:lnTo>
                    <a:pt x="623872" y="111714"/>
                  </a:lnTo>
                  <a:lnTo>
                    <a:pt x="623620" y="111671"/>
                  </a:lnTo>
                  <a:lnTo>
                    <a:pt x="623228" y="111590"/>
                  </a:lnTo>
                  <a:lnTo>
                    <a:pt x="623078" y="111585"/>
                  </a:lnTo>
                  <a:lnTo>
                    <a:pt x="622872" y="111577"/>
                  </a:lnTo>
                  <a:lnTo>
                    <a:pt x="622533" y="111600"/>
                  </a:lnTo>
                  <a:lnTo>
                    <a:pt x="622307" y="111620"/>
                  </a:lnTo>
                  <a:lnTo>
                    <a:pt x="622052" y="111607"/>
                  </a:lnTo>
                  <a:lnTo>
                    <a:pt x="621640" y="111297"/>
                  </a:lnTo>
                  <a:lnTo>
                    <a:pt x="621439" y="110826"/>
                  </a:lnTo>
                  <a:lnTo>
                    <a:pt x="621213" y="110389"/>
                  </a:lnTo>
                  <a:lnTo>
                    <a:pt x="621157" y="110228"/>
                  </a:lnTo>
                  <a:lnTo>
                    <a:pt x="620986" y="109936"/>
                  </a:lnTo>
                  <a:lnTo>
                    <a:pt x="620803" y="109931"/>
                  </a:lnTo>
                  <a:lnTo>
                    <a:pt x="620347" y="109607"/>
                  </a:lnTo>
                  <a:lnTo>
                    <a:pt x="619958" y="109529"/>
                  </a:lnTo>
                  <a:lnTo>
                    <a:pt x="619444" y="109383"/>
                  </a:lnTo>
                  <a:lnTo>
                    <a:pt x="618653" y="109167"/>
                  </a:lnTo>
                  <a:lnTo>
                    <a:pt x="617859" y="108938"/>
                  </a:lnTo>
                  <a:lnTo>
                    <a:pt x="617345" y="108808"/>
                  </a:lnTo>
                  <a:lnTo>
                    <a:pt x="617174" y="108768"/>
                  </a:lnTo>
                  <a:lnTo>
                    <a:pt x="616732" y="108666"/>
                  </a:lnTo>
                  <a:lnTo>
                    <a:pt x="615945" y="108450"/>
                  </a:lnTo>
                  <a:lnTo>
                    <a:pt x="615337" y="108289"/>
                  </a:lnTo>
                  <a:lnTo>
                    <a:pt x="614665" y="108134"/>
                  </a:lnTo>
                  <a:lnTo>
                    <a:pt x="614352" y="108050"/>
                  </a:lnTo>
                  <a:lnTo>
                    <a:pt x="613729" y="107892"/>
                  </a:lnTo>
                  <a:lnTo>
                    <a:pt x="613223" y="107768"/>
                  </a:lnTo>
                  <a:lnTo>
                    <a:pt x="613060" y="107747"/>
                  </a:lnTo>
                  <a:lnTo>
                    <a:pt x="612882" y="107693"/>
                  </a:lnTo>
                  <a:lnTo>
                    <a:pt x="612594" y="107605"/>
                  </a:lnTo>
                  <a:lnTo>
                    <a:pt x="611434" y="107302"/>
                  </a:lnTo>
                  <a:lnTo>
                    <a:pt x="609754" y="106859"/>
                  </a:lnTo>
                  <a:lnTo>
                    <a:pt x="609411" y="106757"/>
                  </a:lnTo>
                  <a:lnTo>
                    <a:pt x="608599" y="106549"/>
                  </a:lnTo>
                  <a:lnTo>
                    <a:pt x="608312" y="106475"/>
                  </a:lnTo>
                  <a:lnTo>
                    <a:pt x="608050" y="106409"/>
                  </a:lnTo>
                  <a:lnTo>
                    <a:pt x="606864" y="106103"/>
                  </a:lnTo>
                  <a:lnTo>
                    <a:pt x="605907" y="105859"/>
                  </a:lnTo>
                  <a:lnTo>
                    <a:pt x="604934" y="105610"/>
                  </a:lnTo>
                  <a:lnTo>
                    <a:pt x="604080" y="105388"/>
                  </a:lnTo>
                  <a:lnTo>
                    <a:pt x="602793" y="105058"/>
                  </a:lnTo>
                  <a:lnTo>
                    <a:pt x="602217" y="104910"/>
                  </a:lnTo>
                  <a:lnTo>
                    <a:pt x="601458" y="104716"/>
                  </a:lnTo>
                  <a:lnTo>
                    <a:pt x="601089" y="104617"/>
                  </a:lnTo>
                  <a:lnTo>
                    <a:pt x="600455" y="104447"/>
                  </a:lnTo>
                  <a:lnTo>
                    <a:pt x="599758" y="104261"/>
                  </a:lnTo>
                  <a:lnTo>
                    <a:pt x="598748" y="103992"/>
                  </a:lnTo>
                  <a:lnTo>
                    <a:pt x="597857" y="103752"/>
                  </a:lnTo>
                  <a:lnTo>
                    <a:pt x="597147" y="103561"/>
                  </a:lnTo>
                  <a:lnTo>
                    <a:pt x="596875" y="103490"/>
                  </a:lnTo>
                  <a:lnTo>
                    <a:pt x="596748" y="103444"/>
                  </a:lnTo>
                  <a:lnTo>
                    <a:pt x="596437" y="103363"/>
                  </a:lnTo>
                  <a:lnTo>
                    <a:pt x="595669" y="103162"/>
                  </a:lnTo>
                  <a:lnTo>
                    <a:pt x="595203" y="103047"/>
                  </a:lnTo>
                  <a:lnTo>
                    <a:pt x="595036" y="103006"/>
                  </a:lnTo>
                  <a:lnTo>
                    <a:pt x="594819" y="102874"/>
                  </a:lnTo>
                  <a:lnTo>
                    <a:pt x="594593" y="102650"/>
                  </a:lnTo>
                  <a:lnTo>
                    <a:pt x="594292" y="102360"/>
                  </a:lnTo>
                  <a:lnTo>
                    <a:pt x="593977" y="102198"/>
                  </a:lnTo>
                  <a:lnTo>
                    <a:pt x="593817" y="102129"/>
                  </a:lnTo>
                  <a:lnTo>
                    <a:pt x="593425" y="101984"/>
                  </a:lnTo>
                  <a:lnTo>
                    <a:pt x="593119" y="101969"/>
                  </a:lnTo>
                  <a:lnTo>
                    <a:pt x="592946" y="101961"/>
                  </a:lnTo>
                  <a:lnTo>
                    <a:pt x="592743" y="102004"/>
                  </a:lnTo>
                  <a:lnTo>
                    <a:pt x="592587" y="102037"/>
                  </a:lnTo>
                  <a:lnTo>
                    <a:pt x="592262" y="102205"/>
                  </a:lnTo>
                  <a:lnTo>
                    <a:pt x="592124" y="102337"/>
                  </a:lnTo>
                  <a:lnTo>
                    <a:pt x="591987" y="102508"/>
                  </a:lnTo>
                  <a:lnTo>
                    <a:pt x="591893" y="102643"/>
                  </a:lnTo>
                  <a:lnTo>
                    <a:pt x="591631" y="103009"/>
                  </a:lnTo>
                  <a:lnTo>
                    <a:pt x="591465" y="103363"/>
                  </a:lnTo>
                  <a:lnTo>
                    <a:pt x="591264" y="103788"/>
                  </a:lnTo>
                  <a:lnTo>
                    <a:pt x="591196" y="103918"/>
                  </a:lnTo>
                  <a:lnTo>
                    <a:pt x="591028" y="104231"/>
                  </a:lnTo>
                  <a:lnTo>
                    <a:pt x="590832" y="104643"/>
                  </a:lnTo>
                  <a:lnTo>
                    <a:pt x="590775" y="104957"/>
                  </a:lnTo>
                  <a:lnTo>
                    <a:pt x="590832" y="105134"/>
                  </a:lnTo>
                  <a:lnTo>
                    <a:pt x="590814" y="105266"/>
                  </a:lnTo>
                  <a:lnTo>
                    <a:pt x="590815" y="105535"/>
                  </a:lnTo>
                  <a:lnTo>
                    <a:pt x="590626" y="105969"/>
                  </a:lnTo>
                  <a:lnTo>
                    <a:pt x="590397" y="106299"/>
                  </a:lnTo>
                  <a:lnTo>
                    <a:pt x="590211" y="106645"/>
                  </a:lnTo>
                  <a:lnTo>
                    <a:pt x="590038" y="106986"/>
                  </a:lnTo>
                  <a:lnTo>
                    <a:pt x="589827" y="107259"/>
                  </a:lnTo>
                  <a:lnTo>
                    <a:pt x="589633" y="107490"/>
                  </a:lnTo>
                  <a:lnTo>
                    <a:pt x="589341" y="107826"/>
                  </a:lnTo>
                  <a:lnTo>
                    <a:pt x="588699" y="108200"/>
                  </a:lnTo>
                  <a:lnTo>
                    <a:pt x="588552" y="108142"/>
                  </a:lnTo>
                  <a:lnTo>
                    <a:pt x="588262" y="108096"/>
                  </a:lnTo>
                  <a:lnTo>
                    <a:pt x="587989" y="108246"/>
                  </a:lnTo>
                  <a:lnTo>
                    <a:pt x="587605" y="107915"/>
                  </a:lnTo>
                  <a:lnTo>
                    <a:pt x="586977" y="108030"/>
                  </a:lnTo>
                  <a:lnTo>
                    <a:pt x="586748" y="108053"/>
                  </a:lnTo>
                  <a:lnTo>
                    <a:pt x="586890" y="108605"/>
                  </a:lnTo>
                  <a:lnTo>
                    <a:pt x="587160" y="108740"/>
                  </a:lnTo>
                  <a:lnTo>
                    <a:pt x="587157" y="108877"/>
                  </a:lnTo>
                  <a:lnTo>
                    <a:pt x="587188" y="109147"/>
                  </a:lnTo>
                  <a:lnTo>
                    <a:pt x="587285" y="109783"/>
                  </a:lnTo>
                  <a:lnTo>
                    <a:pt x="587089" y="109961"/>
                  </a:lnTo>
                  <a:lnTo>
                    <a:pt x="587203" y="110254"/>
                  </a:lnTo>
                  <a:lnTo>
                    <a:pt x="587183" y="110556"/>
                  </a:lnTo>
                  <a:lnTo>
                    <a:pt x="587038" y="110572"/>
                  </a:lnTo>
                  <a:lnTo>
                    <a:pt x="586748" y="110480"/>
                  </a:lnTo>
                  <a:lnTo>
                    <a:pt x="586679" y="110808"/>
                  </a:lnTo>
                  <a:lnTo>
                    <a:pt x="586732" y="111055"/>
                  </a:lnTo>
                  <a:lnTo>
                    <a:pt x="584114" y="111047"/>
                  </a:lnTo>
                  <a:lnTo>
                    <a:pt x="583740" y="110971"/>
                  </a:lnTo>
                  <a:lnTo>
                    <a:pt x="583559" y="111014"/>
                  </a:lnTo>
                  <a:lnTo>
                    <a:pt x="583417" y="110956"/>
                  </a:lnTo>
                  <a:lnTo>
                    <a:pt x="582707" y="110862"/>
                  </a:lnTo>
                  <a:lnTo>
                    <a:pt x="582264" y="110747"/>
                  </a:lnTo>
                  <a:lnTo>
                    <a:pt x="582114" y="110780"/>
                  </a:lnTo>
                  <a:lnTo>
                    <a:pt x="581641" y="110546"/>
                  </a:lnTo>
                  <a:lnTo>
                    <a:pt x="581562" y="110198"/>
                  </a:lnTo>
                  <a:lnTo>
                    <a:pt x="581620" y="109467"/>
                  </a:lnTo>
                  <a:lnTo>
                    <a:pt x="581674" y="108854"/>
                  </a:lnTo>
                  <a:lnTo>
                    <a:pt x="581768" y="107768"/>
                  </a:lnTo>
                  <a:lnTo>
                    <a:pt x="581862" y="106630"/>
                  </a:lnTo>
                  <a:lnTo>
                    <a:pt x="581865" y="105971"/>
                  </a:lnTo>
                  <a:lnTo>
                    <a:pt x="581740" y="105729"/>
                  </a:lnTo>
                  <a:lnTo>
                    <a:pt x="581547" y="105393"/>
                  </a:lnTo>
                  <a:lnTo>
                    <a:pt x="581351" y="105058"/>
                  </a:lnTo>
                  <a:lnTo>
                    <a:pt x="581078" y="104536"/>
                  </a:lnTo>
                  <a:lnTo>
                    <a:pt x="580786" y="103974"/>
                  </a:lnTo>
                  <a:lnTo>
                    <a:pt x="580501" y="103464"/>
                  </a:lnTo>
                  <a:lnTo>
                    <a:pt x="580419" y="103317"/>
                  </a:lnTo>
                  <a:lnTo>
                    <a:pt x="580117" y="102770"/>
                  </a:lnTo>
                  <a:lnTo>
                    <a:pt x="579900" y="101818"/>
                  </a:lnTo>
                  <a:lnTo>
                    <a:pt x="579845" y="101556"/>
                  </a:lnTo>
                  <a:lnTo>
                    <a:pt x="579110" y="101619"/>
                  </a:lnTo>
                  <a:lnTo>
                    <a:pt x="577848" y="101729"/>
                  </a:lnTo>
                  <a:lnTo>
                    <a:pt x="576307" y="101991"/>
                  </a:lnTo>
                  <a:lnTo>
                    <a:pt x="574471" y="102302"/>
                  </a:lnTo>
                  <a:lnTo>
                    <a:pt x="573072" y="102539"/>
                  </a:lnTo>
                  <a:lnTo>
                    <a:pt x="572660" y="102607"/>
                  </a:lnTo>
                  <a:lnTo>
                    <a:pt x="572414" y="102649"/>
                  </a:lnTo>
                  <a:lnTo>
                    <a:pt x="572257" y="102675"/>
                  </a:lnTo>
                  <a:lnTo>
                    <a:pt x="569207" y="103556"/>
                  </a:lnTo>
                  <a:lnTo>
                    <a:pt x="566721" y="103694"/>
                  </a:lnTo>
                  <a:lnTo>
                    <a:pt x="566537" y="103687"/>
                  </a:lnTo>
                  <a:lnTo>
                    <a:pt x="566315" y="103678"/>
                  </a:lnTo>
                  <a:lnTo>
                    <a:pt x="566106" y="103767"/>
                  </a:lnTo>
                  <a:lnTo>
                    <a:pt x="565727" y="103971"/>
                  </a:lnTo>
                  <a:lnTo>
                    <a:pt x="565111" y="103770"/>
                  </a:lnTo>
                  <a:lnTo>
                    <a:pt x="564625" y="103678"/>
                  </a:lnTo>
                  <a:lnTo>
                    <a:pt x="564491" y="103648"/>
                  </a:lnTo>
                  <a:lnTo>
                    <a:pt x="563895" y="102808"/>
                  </a:lnTo>
                  <a:lnTo>
                    <a:pt x="563564" y="102304"/>
                  </a:lnTo>
                  <a:lnTo>
                    <a:pt x="563334" y="102006"/>
                  </a:lnTo>
                  <a:lnTo>
                    <a:pt x="563128" y="101465"/>
                  </a:lnTo>
                  <a:lnTo>
                    <a:pt x="562896" y="100857"/>
                  </a:lnTo>
                  <a:lnTo>
                    <a:pt x="562648" y="100465"/>
                  </a:lnTo>
                  <a:lnTo>
                    <a:pt x="562404" y="100080"/>
                  </a:lnTo>
                  <a:lnTo>
                    <a:pt x="562281" y="99892"/>
                  </a:lnTo>
                  <a:lnTo>
                    <a:pt x="562107" y="99623"/>
                  </a:lnTo>
                  <a:lnTo>
                    <a:pt x="561957" y="99232"/>
                  </a:lnTo>
                  <a:lnTo>
                    <a:pt x="561801" y="98825"/>
                  </a:lnTo>
                  <a:lnTo>
                    <a:pt x="561602" y="98305"/>
                  </a:lnTo>
                  <a:lnTo>
                    <a:pt x="561463" y="97760"/>
                  </a:lnTo>
                  <a:lnTo>
                    <a:pt x="561287" y="97068"/>
                  </a:lnTo>
                  <a:lnTo>
                    <a:pt x="561182" y="96657"/>
                  </a:lnTo>
                  <a:lnTo>
                    <a:pt x="561027" y="96048"/>
                  </a:lnTo>
                  <a:lnTo>
                    <a:pt x="560930" y="95668"/>
                  </a:lnTo>
                  <a:lnTo>
                    <a:pt x="560786" y="95105"/>
                  </a:lnTo>
                  <a:lnTo>
                    <a:pt x="560458" y="93841"/>
                  </a:lnTo>
                  <a:lnTo>
                    <a:pt x="560028" y="92355"/>
                  </a:lnTo>
                  <a:lnTo>
                    <a:pt x="559885" y="91859"/>
                  </a:lnTo>
                  <a:lnTo>
                    <a:pt x="559526" y="91017"/>
                  </a:lnTo>
                  <a:lnTo>
                    <a:pt x="559109" y="89976"/>
                  </a:lnTo>
                  <a:lnTo>
                    <a:pt x="558905" y="89464"/>
                  </a:lnTo>
                  <a:lnTo>
                    <a:pt x="558768" y="89118"/>
                  </a:lnTo>
                  <a:lnTo>
                    <a:pt x="558552" y="88571"/>
                  </a:lnTo>
                  <a:lnTo>
                    <a:pt x="558117" y="87480"/>
                  </a:lnTo>
                  <a:lnTo>
                    <a:pt x="557763" y="86599"/>
                  </a:lnTo>
                  <a:lnTo>
                    <a:pt x="557435" y="85767"/>
                  </a:lnTo>
                  <a:lnTo>
                    <a:pt x="557031" y="84860"/>
                  </a:lnTo>
                  <a:lnTo>
                    <a:pt x="556974" y="84580"/>
                  </a:lnTo>
                  <a:lnTo>
                    <a:pt x="553785" y="80009"/>
                  </a:lnTo>
                  <a:lnTo>
                    <a:pt x="553827" y="79779"/>
                  </a:lnTo>
                  <a:lnTo>
                    <a:pt x="553752" y="79598"/>
                  </a:lnTo>
                  <a:lnTo>
                    <a:pt x="553321" y="79555"/>
                  </a:lnTo>
                  <a:lnTo>
                    <a:pt x="553313" y="79419"/>
                  </a:lnTo>
                  <a:lnTo>
                    <a:pt x="553306" y="79283"/>
                  </a:lnTo>
                  <a:lnTo>
                    <a:pt x="553297" y="79149"/>
                  </a:lnTo>
                  <a:lnTo>
                    <a:pt x="553285" y="78984"/>
                  </a:lnTo>
                  <a:lnTo>
                    <a:pt x="553151" y="78347"/>
                  </a:lnTo>
                  <a:lnTo>
                    <a:pt x="552980" y="77852"/>
                  </a:lnTo>
                  <a:lnTo>
                    <a:pt x="552885" y="77595"/>
                  </a:lnTo>
                  <a:lnTo>
                    <a:pt x="552837" y="77462"/>
                  </a:lnTo>
                  <a:lnTo>
                    <a:pt x="552788" y="77334"/>
                  </a:lnTo>
                  <a:lnTo>
                    <a:pt x="552692" y="77087"/>
                  </a:lnTo>
                  <a:lnTo>
                    <a:pt x="552395" y="76471"/>
                  </a:lnTo>
                  <a:lnTo>
                    <a:pt x="551850" y="75346"/>
                  </a:lnTo>
                  <a:lnTo>
                    <a:pt x="548777" y="71683"/>
                  </a:lnTo>
                  <a:lnTo>
                    <a:pt x="542240" y="67813"/>
                  </a:lnTo>
                  <a:lnTo>
                    <a:pt x="541064" y="66020"/>
                  </a:lnTo>
                  <a:lnTo>
                    <a:pt x="532973" y="58974"/>
                  </a:lnTo>
                  <a:lnTo>
                    <a:pt x="532753" y="58395"/>
                  </a:lnTo>
                  <a:lnTo>
                    <a:pt x="532119" y="57007"/>
                  </a:lnTo>
                  <a:lnTo>
                    <a:pt x="531921" y="56788"/>
                  </a:lnTo>
                  <a:lnTo>
                    <a:pt x="531752" y="56592"/>
                  </a:lnTo>
                  <a:lnTo>
                    <a:pt x="531504" y="56458"/>
                  </a:lnTo>
                  <a:lnTo>
                    <a:pt x="531352" y="56505"/>
                  </a:lnTo>
                  <a:lnTo>
                    <a:pt x="531124" y="56668"/>
                  </a:lnTo>
                  <a:lnTo>
                    <a:pt x="531007" y="56861"/>
                  </a:lnTo>
                  <a:lnTo>
                    <a:pt x="528282" y="56096"/>
                  </a:lnTo>
                  <a:lnTo>
                    <a:pt x="527440" y="55882"/>
                  </a:lnTo>
                  <a:lnTo>
                    <a:pt x="527468" y="55629"/>
                  </a:lnTo>
                  <a:lnTo>
                    <a:pt x="527370" y="50032"/>
                  </a:lnTo>
                  <a:lnTo>
                    <a:pt x="527093" y="48859"/>
                  </a:lnTo>
                  <a:lnTo>
                    <a:pt x="526705" y="48074"/>
                  </a:lnTo>
                  <a:lnTo>
                    <a:pt x="526683" y="47448"/>
                  </a:lnTo>
                  <a:lnTo>
                    <a:pt x="526652" y="46527"/>
                  </a:lnTo>
                  <a:lnTo>
                    <a:pt x="521773" y="44426"/>
                  </a:lnTo>
                  <a:lnTo>
                    <a:pt x="521459" y="44348"/>
                  </a:lnTo>
                  <a:lnTo>
                    <a:pt x="521187" y="44417"/>
                  </a:lnTo>
                  <a:lnTo>
                    <a:pt x="521013" y="44465"/>
                  </a:lnTo>
                  <a:lnTo>
                    <a:pt x="520482" y="44411"/>
                  </a:lnTo>
                  <a:lnTo>
                    <a:pt x="520486" y="43953"/>
                  </a:lnTo>
                  <a:lnTo>
                    <a:pt x="520491" y="43756"/>
                  </a:lnTo>
                  <a:lnTo>
                    <a:pt x="520872" y="37939"/>
                  </a:lnTo>
                  <a:lnTo>
                    <a:pt x="520469" y="36644"/>
                  </a:lnTo>
                  <a:lnTo>
                    <a:pt x="520134" y="35552"/>
                  </a:lnTo>
                  <a:lnTo>
                    <a:pt x="519654" y="34673"/>
                  </a:lnTo>
                  <a:lnTo>
                    <a:pt x="519108" y="34171"/>
                  </a:lnTo>
                  <a:lnTo>
                    <a:pt x="518248" y="33223"/>
                  </a:lnTo>
                  <a:lnTo>
                    <a:pt x="517368" y="32265"/>
                  </a:lnTo>
                  <a:lnTo>
                    <a:pt x="517189" y="31838"/>
                  </a:lnTo>
                  <a:lnTo>
                    <a:pt x="517104" y="31542"/>
                  </a:lnTo>
                  <a:lnTo>
                    <a:pt x="517115" y="31208"/>
                  </a:lnTo>
                  <a:lnTo>
                    <a:pt x="517331" y="30556"/>
                  </a:lnTo>
                  <a:lnTo>
                    <a:pt x="517302" y="29260"/>
                  </a:lnTo>
                  <a:lnTo>
                    <a:pt x="517289" y="28658"/>
                  </a:lnTo>
                  <a:lnTo>
                    <a:pt x="517269" y="27759"/>
                  </a:lnTo>
                  <a:lnTo>
                    <a:pt x="517257" y="27212"/>
                  </a:lnTo>
                  <a:lnTo>
                    <a:pt x="517235" y="26209"/>
                  </a:lnTo>
                  <a:lnTo>
                    <a:pt x="517156" y="22623"/>
                  </a:lnTo>
                  <a:lnTo>
                    <a:pt x="515815" y="22048"/>
                  </a:lnTo>
                  <a:lnTo>
                    <a:pt x="515267" y="21793"/>
                  </a:lnTo>
                  <a:lnTo>
                    <a:pt x="514900" y="21609"/>
                  </a:lnTo>
                  <a:lnTo>
                    <a:pt x="514727" y="21670"/>
                  </a:lnTo>
                  <a:lnTo>
                    <a:pt x="514450" y="21583"/>
                  </a:lnTo>
                  <a:lnTo>
                    <a:pt x="513954" y="21965"/>
                  </a:lnTo>
                  <a:lnTo>
                    <a:pt x="513824" y="22036"/>
                  </a:lnTo>
                  <a:lnTo>
                    <a:pt x="513564" y="21848"/>
                  </a:lnTo>
                  <a:lnTo>
                    <a:pt x="513376" y="21698"/>
                  </a:lnTo>
                  <a:lnTo>
                    <a:pt x="513419" y="21540"/>
                  </a:lnTo>
                  <a:lnTo>
                    <a:pt x="513674" y="21199"/>
                  </a:lnTo>
                  <a:lnTo>
                    <a:pt x="513834" y="21191"/>
                  </a:lnTo>
                  <a:lnTo>
                    <a:pt x="513818" y="20912"/>
                  </a:lnTo>
                  <a:lnTo>
                    <a:pt x="513229" y="20196"/>
                  </a:lnTo>
                  <a:lnTo>
                    <a:pt x="512895" y="19794"/>
                  </a:lnTo>
                  <a:lnTo>
                    <a:pt x="512872" y="19614"/>
                  </a:lnTo>
                  <a:lnTo>
                    <a:pt x="512798" y="18959"/>
                  </a:lnTo>
                  <a:lnTo>
                    <a:pt x="512740" y="18563"/>
                  </a:lnTo>
                  <a:lnTo>
                    <a:pt x="512417" y="18254"/>
                  </a:lnTo>
                  <a:lnTo>
                    <a:pt x="505263" y="16813"/>
                  </a:lnTo>
                  <a:lnTo>
                    <a:pt x="502257" y="16204"/>
                  </a:lnTo>
                  <a:lnTo>
                    <a:pt x="494882" y="11655"/>
                  </a:lnTo>
                  <a:lnTo>
                    <a:pt x="494638" y="11504"/>
                  </a:lnTo>
                  <a:lnTo>
                    <a:pt x="489494" y="8331"/>
                  </a:lnTo>
                  <a:lnTo>
                    <a:pt x="488381" y="7644"/>
                  </a:lnTo>
                  <a:lnTo>
                    <a:pt x="488109" y="7476"/>
                  </a:lnTo>
                  <a:lnTo>
                    <a:pt x="487987" y="7341"/>
                  </a:lnTo>
                  <a:lnTo>
                    <a:pt x="487931" y="7214"/>
                  </a:lnTo>
                  <a:lnTo>
                    <a:pt x="487740" y="6927"/>
                  </a:lnTo>
                  <a:lnTo>
                    <a:pt x="487308" y="6942"/>
                  </a:lnTo>
                  <a:lnTo>
                    <a:pt x="486351" y="6974"/>
                  </a:lnTo>
                  <a:lnTo>
                    <a:pt x="479063" y="7216"/>
                  </a:lnTo>
                  <a:lnTo>
                    <a:pt x="477671" y="7262"/>
                  </a:lnTo>
                  <a:lnTo>
                    <a:pt x="474208" y="8331"/>
                  </a:lnTo>
                  <a:lnTo>
                    <a:pt x="472063" y="9461"/>
                  </a:lnTo>
                  <a:lnTo>
                    <a:pt x="469753" y="10662"/>
                  </a:lnTo>
                  <a:lnTo>
                    <a:pt x="469106" y="11455"/>
                  </a:lnTo>
                  <a:lnTo>
                    <a:pt x="462356" y="19732"/>
                  </a:lnTo>
                  <a:lnTo>
                    <a:pt x="459544" y="18207"/>
                  </a:lnTo>
                  <a:lnTo>
                    <a:pt x="459274" y="15886"/>
                  </a:lnTo>
                  <a:lnTo>
                    <a:pt x="459020" y="13670"/>
                  </a:lnTo>
                  <a:lnTo>
                    <a:pt x="454157" y="10774"/>
                  </a:lnTo>
                  <a:lnTo>
                    <a:pt x="454023" y="10746"/>
                  </a:lnTo>
                  <a:lnTo>
                    <a:pt x="451122" y="10135"/>
                  </a:lnTo>
                  <a:lnTo>
                    <a:pt x="444096" y="13303"/>
                  </a:lnTo>
                  <a:lnTo>
                    <a:pt x="443834" y="13286"/>
                  </a:lnTo>
                  <a:lnTo>
                    <a:pt x="443699" y="13275"/>
                  </a:lnTo>
                  <a:lnTo>
                    <a:pt x="443501" y="13247"/>
                  </a:lnTo>
                  <a:lnTo>
                    <a:pt x="430124" y="8642"/>
                  </a:lnTo>
                  <a:lnTo>
                    <a:pt x="424485" y="6746"/>
                  </a:lnTo>
                  <a:lnTo>
                    <a:pt x="417948" y="4633"/>
                  </a:lnTo>
                  <a:lnTo>
                    <a:pt x="417760" y="4573"/>
                  </a:lnTo>
                  <a:lnTo>
                    <a:pt x="414379" y="3484"/>
                  </a:lnTo>
                  <a:lnTo>
                    <a:pt x="409305" y="1881"/>
                  </a:lnTo>
                  <a:lnTo>
                    <a:pt x="402915" y="1456"/>
                  </a:lnTo>
                  <a:lnTo>
                    <a:pt x="398077" y="1120"/>
                  </a:lnTo>
                  <a:lnTo>
                    <a:pt x="397877" y="1148"/>
                  </a:lnTo>
                  <a:lnTo>
                    <a:pt x="395474" y="1435"/>
                  </a:lnTo>
                  <a:lnTo>
                    <a:pt x="395309" y="1450"/>
                  </a:lnTo>
                  <a:lnTo>
                    <a:pt x="393801" y="1590"/>
                  </a:lnTo>
                  <a:lnTo>
                    <a:pt x="391950" y="1884"/>
                  </a:lnTo>
                  <a:lnTo>
                    <a:pt x="391837" y="1541"/>
                  </a:lnTo>
                  <a:lnTo>
                    <a:pt x="391799" y="1393"/>
                  </a:lnTo>
                  <a:lnTo>
                    <a:pt x="391726" y="1262"/>
                  </a:lnTo>
                  <a:lnTo>
                    <a:pt x="391144" y="548"/>
                  </a:lnTo>
                  <a:lnTo>
                    <a:pt x="390007" y="0"/>
                  </a:lnTo>
                  <a:lnTo>
                    <a:pt x="389526" y="333"/>
                  </a:lnTo>
                  <a:lnTo>
                    <a:pt x="389204" y="479"/>
                  </a:lnTo>
                  <a:lnTo>
                    <a:pt x="388817" y="746"/>
                  </a:lnTo>
                  <a:lnTo>
                    <a:pt x="388594" y="875"/>
                  </a:lnTo>
                  <a:lnTo>
                    <a:pt x="388023" y="1231"/>
                  </a:lnTo>
                  <a:lnTo>
                    <a:pt x="387727" y="1409"/>
                  </a:lnTo>
                  <a:lnTo>
                    <a:pt x="388041" y="2941"/>
                  </a:lnTo>
                  <a:lnTo>
                    <a:pt x="387858" y="3031"/>
                  </a:lnTo>
                  <a:lnTo>
                    <a:pt x="387518" y="3188"/>
                  </a:lnTo>
                  <a:lnTo>
                    <a:pt x="387231" y="3282"/>
                  </a:lnTo>
                  <a:lnTo>
                    <a:pt x="387024" y="3308"/>
                  </a:lnTo>
                  <a:lnTo>
                    <a:pt x="386280" y="3404"/>
                  </a:lnTo>
                  <a:lnTo>
                    <a:pt x="386243" y="3133"/>
                  </a:lnTo>
                  <a:lnTo>
                    <a:pt x="386112" y="2861"/>
                  </a:lnTo>
                  <a:lnTo>
                    <a:pt x="386041" y="2385"/>
                  </a:lnTo>
                  <a:lnTo>
                    <a:pt x="385843" y="2689"/>
                  </a:lnTo>
                  <a:lnTo>
                    <a:pt x="385814" y="2968"/>
                  </a:lnTo>
                  <a:lnTo>
                    <a:pt x="385744" y="3851"/>
                  </a:lnTo>
                  <a:lnTo>
                    <a:pt x="385767" y="4214"/>
                  </a:lnTo>
                  <a:lnTo>
                    <a:pt x="385786" y="4687"/>
                  </a:lnTo>
                  <a:lnTo>
                    <a:pt x="385797" y="4934"/>
                  </a:lnTo>
                  <a:lnTo>
                    <a:pt x="385833" y="5165"/>
                  </a:lnTo>
                  <a:lnTo>
                    <a:pt x="384821" y="5894"/>
                  </a:lnTo>
                  <a:lnTo>
                    <a:pt x="384438" y="6233"/>
                  </a:lnTo>
                  <a:lnTo>
                    <a:pt x="384175" y="6391"/>
                  </a:lnTo>
                  <a:lnTo>
                    <a:pt x="384142" y="6579"/>
                  </a:lnTo>
                  <a:lnTo>
                    <a:pt x="384150" y="6707"/>
                  </a:lnTo>
                  <a:lnTo>
                    <a:pt x="384163" y="6846"/>
                  </a:lnTo>
                  <a:lnTo>
                    <a:pt x="384170" y="6974"/>
                  </a:lnTo>
                  <a:lnTo>
                    <a:pt x="384178" y="7109"/>
                  </a:lnTo>
                  <a:lnTo>
                    <a:pt x="383978" y="7459"/>
                  </a:lnTo>
                  <a:lnTo>
                    <a:pt x="383848" y="7534"/>
                  </a:lnTo>
                  <a:lnTo>
                    <a:pt x="382994" y="8031"/>
                  </a:lnTo>
                  <a:lnTo>
                    <a:pt x="381924" y="8655"/>
                  </a:lnTo>
                  <a:lnTo>
                    <a:pt x="380322" y="11582"/>
                  </a:lnTo>
                  <a:lnTo>
                    <a:pt x="379038" y="16321"/>
                  </a:lnTo>
                  <a:lnTo>
                    <a:pt x="377896" y="17831"/>
                  </a:lnTo>
                  <a:lnTo>
                    <a:pt x="376752" y="19354"/>
                  </a:lnTo>
                  <a:lnTo>
                    <a:pt x="376514" y="20080"/>
                  </a:lnTo>
                  <a:lnTo>
                    <a:pt x="376089" y="21380"/>
                  </a:lnTo>
                  <a:lnTo>
                    <a:pt x="375629" y="22786"/>
                  </a:lnTo>
                  <a:lnTo>
                    <a:pt x="375405" y="23472"/>
                  </a:lnTo>
                  <a:lnTo>
                    <a:pt x="375101" y="24403"/>
                  </a:lnTo>
                  <a:lnTo>
                    <a:pt x="374679" y="25536"/>
                  </a:lnTo>
                  <a:lnTo>
                    <a:pt x="374673" y="25867"/>
                  </a:lnTo>
                  <a:lnTo>
                    <a:pt x="374209" y="25938"/>
                  </a:lnTo>
                  <a:lnTo>
                    <a:pt x="373911" y="25965"/>
                  </a:lnTo>
                  <a:lnTo>
                    <a:pt x="373577" y="26012"/>
                  </a:lnTo>
                  <a:lnTo>
                    <a:pt x="372762" y="26136"/>
                  </a:lnTo>
                  <a:lnTo>
                    <a:pt x="372270" y="26250"/>
                  </a:lnTo>
                  <a:lnTo>
                    <a:pt x="372024" y="26419"/>
                  </a:lnTo>
                  <a:lnTo>
                    <a:pt x="371016" y="27111"/>
                  </a:lnTo>
                  <a:lnTo>
                    <a:pt x="370391" y="28076"/>
                  </a:lnTo>
                  <a:lnTo>
                    <a:pt x="369822" y="28955"/>
                  </a:lnTo>
                  <a:lnTo>
                    <a:pt x="368883" y="29531"/>
                  </a:lnTo>
                  <a:lnTo>
                    <a:pt x="368127" y="29996"/>
                  </a:lnTo>
                  <a:lnTo>
                    <a:pt x="368166" y="31563"/>
                  </a:lnTo>
                  <a:lnTo>
                    <a:pt x="368203" y="32211"/>
                  </a:lnTo>
                  <a:lnTo>
                    <a:pt x="368234" y="32393"/>
                  </a:lnTo>
                  <a:lnTo>
                    <a:pt x="368456" y="32841"/>
                  </a:lnTo>
                  <a:lnTo>
                    <a:pt x="368594" y="33495"/>
                  </a:lnTo>
                  <a:lnTo>
                    <a:pt x="368584" y="33745"/>
                  </a:lnTo>
                  <a:lnTo>
                    <a:pt x="368594" y="33885"/>
                  </a:lnTo>
                  <a:lnTo>
                    <a:pt x="369153" y="34959"/>
                  </a:lnTo>
                  <a:lnTo>
                    <a:pt x="369208" y="35222"/>
                  </a:lnTo>
                  <a:lnTo>
                    <a:pt x="364792" y="37560"/>
                  </a:lnTo>
                  <a:lnTo>
                    <a:pt x="365936" y="43428"/>
                  </a:lnTo>
                  <a:lnTo>
                    <a:pt x="366150" y="44525"/>
                  </a:lnTo>
                  <a:lnTo>
                    <a:pt x="366126" y="44858"/>
                  </a:lnTo>
                  <a:lnTo>
                    <a:pt x="367306" y="50453"/>
                  </a:lnTo>
                  <a:lnTo>
                    <a:pt x="367876" y="53432"/>
                  </a:lnTo>
                  <a:lnTo>
                    <a:pt x="368160" y="54454"/>
                  </a:lnTo>
                  <a:lnTo>
                    <a:pt x="368860" y="56949"/>
                  </a:lnTo>
                  <a:lnTo>
                    <a:pt x="369774" y="60204"/>
                  </a:lnTo>
                  <a:lnTo>
                    <a:pt x="372429" y="69769"/>
                  </a:lnTo>
                  <a:lnTo>
                    <a:pt x="373978" y="75349"/>
                  </a:lnTo>
                  <a:lnTo>
                    <a:pt x="372917" y="75733"/>
                  </a:lnTo>
                  <a:lnTo>
                    <a:pt x="371942" y="76087"/>
                  </a:lnTo>
                  <a:lnTo>
                    <a:pt x="370685" y="76545"/>
                  </a:lnTo>
                  <a:lnTo>
                    <a:pt x="369874" y="76838"/>
                  </a:lnTo>
                  <a:lnTo>
                    <a:pt x="368808" y="77227"/>
                  </a:lnTo>
                  <a:lnTo>
                    <a:pt x="368215" y="77441"/>
                  </a:lnTo>
                  <a:lnTo>
                    <a:pt x="367540" y="77685"/>
                  </a:lnTo>
                  <a:lnTo>
                    <a:pt x="366543" y="78046"/>
                  </a:lnTo>
                  <a:lnTo>
                    <a:pt x="365617" y="78382"/>
                  </a:lnTo>
                  <a:lnTo>
                    <a:pt x="363003" y="79331"/>
                  </a:lnTo>
                  <a:lnTo>
                    <a:pt x="357154" y="81456"/>
                  </a:lnTo>
                  <a:lnTo>
                    <a:pt x="356927" y="81537"/>
                  </a:lnTo>
                  <a:lnTo>
                    <a:pt x="356306" y="81764"/>
                  </a:lnTo>
                  <a:lnTo>
                    <a:pt x="355914" y="81906"/>
                  </a:lnTo>
                  <a:lnTo>
                    <a:pt x="355563" y="82031"/>
                  </a:lnTo>
                  <a:lnTo>
                    <a:pt x="354795" y="82311"/>
                  </a:lnTo>
                  <a:lnTo>
                    <a:pt x="354187" y="82532"/>
                  </a:lnTo>
                  <a:lnTo>
                    <a:pt x="354182" y="82700"/>
                  </a:lnTo>
                  <a:lnTo>
                    <a:pt x="354159" y="83502"/>
                  </a:lnTo>
                  <a:lnTo>
                    <a:pt x="354110" y="85021"/>
                  </a:lnTo>
                  <a:lnTo>
                    <a:pt x="354075" y="86173"/>
                  </a:lnTo>
                  <a:lnTo>
                    <a:pt x="354044" y="87016"/>
                  </a:lnTo>
                  <a:lnTo>
                    <a:pt x="353988" y="87143"/>
                  </a:lnTo>
                  <a:lnTo>
                    <a:pt x="350942" y="94224"/>
                  </a:lnTo>
                  <a:lnTo>
                    <a:pt x="347230" y="96369"/>
                  </a:lnTo>
                  <a:lnTo>
                    <a:pt x="346723" y="96662"/>
                  </a:lnTo>
                  <a:lnTo>
                    <a:pt x="346240" y="96942"/>
                  </a:lnTo>
                  <a:lnTo>
                    <a:pt x="338627" y="91293"/>
                  </a:lnTo>
                  <a:lnTo>
                    <a:pt x="338202" y="92066"/>
                  </a:lnTo>
                  <a:lnTo>
                    <a:pt x="337584" y="93219"/>
                  </a:lnTo>
                  <a:lnTo>
                    <a:pt x="337187" y="93919"/>
                  </a:lnTo>
                  <a:lnTo>
                    <a:pt x="337105" y="94069"/>
                  </a:lnTo>
                  <a:lnTo>
                    <a:pt x="336960" y="94357"/>
                  </a:lnTo>
                  <a:lnTo>
                    <a:pt x="336772" y="94672"/>
                  </a:lnTo>
                  <a:lnTo>
                    <a:pt x="336629" y="94970"/>
                  </a:lnTo>
                  <a:lnTo>
                    <a:pt x="336461" y="95224"/>
                  </a:lnTo>
                  <a:lnTo>
                    <a:pt x="336316" y="95530"/>
                  </a:lnTo>
                  <a:lnTo>
                    <a:pt x="336197" y="95748"/>
                  </a:lnTo>
                  <a:lnTo>
                    <a:pt x="335960" y="96168"/>
                  </a:lnTo>
                  <a:lnTo>
                    <a:pt x="335968" y="96598"/>
                  </a:lnTo>
                  <a:lnTo>
                    <a:pt x="336278" y="96680"/>
                  </a:lnTo>
                  <a:lnTo>
                    <a:pt x="336746" y="97115"/>
                  </a:lnTo>
                  <a:lnTo>
                    <a:pt x="336818" y="97308"/>
                  </a:lnTo>
                  <a:lnTo>
                    <a:pt x="337390" y="97606"/>
                  </a:lnTo>
                  <a:lnTo>
                    <a:pt x="337937" y="97524"/>
                  </a:lnTo>
                  <a:lnTo>
                    <a:pt x="338080" y="97565"/>
                  </a:lnTo>
                  <a:lnTo>
                    <a:pt x="338533" y="97825"/>
                  </a:lnTo>
                  <a:lnTo>
                    <a:pt x="338606" y="98133"/>
                  </a:lnTo>
                  <a:lnTo>
                    <a:pt x="338619" y="98425"/>
                  </a:lnTo>
                  <a:lnTo>
                    <a:pt x="338886" y="98840"/>
                  </a:lnTo>
                  <a:lnTo>
                    <a:pt x="338558" y="99293"/>
                  </a:lnTo>
                  <a:lnTo>
                    <a:pt x="338594" y="99476"/>
                  </a:lnTo>
                  <a:lnTo>
                    <a:pt x="338925" y="99675"/>
                  </a:lnTo>
                  <a:lnTo>
                    <a:pt x="339072" y="99738"/>
                  </a:lnTo>
                  <a:lnTo>
                    <a:pt x="339271" y="99820"/>
                  </a:lnTo>
                  <a:lnTo>
                    <a:pt x="339563" y="99886"/>
                  </a:lnTo>
                  <a:lnTo>
                    <a:pt x="339774" y="99972"/>
                  </a:lnTo>
                  <a:lnTo>
                    <a:pt x="339937" y="100102"/>
                  </a:lnTo>
                  <a:lnTo>
                    <a:pt x="339922" y="100329"/>
                  </a:lnTo>
                  <a:lnTo>
                    <a:pt x="339739" y="100476"/>
                  </a:lnTo>
                  <a:lnTo>
                    <a:pt x="339372" y="100530"/>
                  </a:lnTo>
                  <a:lnTo>
                    <a:pt x="339148" y="100517"/>
                  </a:lnTo>
                  <a:lnTo>
                    <a:pt x="338866" y="100479"/>
                  </a:lnTo>
                  <a:lnTo>
                    <a:pt x="338657" y="100423"/>
                  </a:lnTo>
                  <a:lnTo>
                    <a:pt x="338197" y="100318"/>
                  </a:lnTo>
                  <a:lnTo>
                    <a:pt x="338057" y="100262"/>
                  </a:lnTo>
                  <a:lnTo>
                    <a:pt x="337807" y="100245"/>
                  </a:lnTo>
                  <a:lnTo>
                    <a:pt x="337652" y="100247"/>
                  </a:lnTo>
                  <a:lnTo>
                    <a:pt x="337507" y="100293"/>
                  </a:lnTo>
                  <a:lnTo>
                    <a:pt x="337291" y="100362"/>
                  </a:lnTo>
                  <a:lnTo>
                    <a:pt x="337087" y="100863"/>
                  </a:lnTo>
                  <a:lnTo>
                    <a:pt x="337026" y="101107"/>
                  </a:lnTo>
                  <a:lnTo>
                    <a:pt x="336968" y="101331"/>
                  </a:lnTo>
                  <a:lnTo>
                    <a:pt x="337026" y="101649"/>
                  </a:lnTo>
                  <a:lnTo>
                    <a:pt x="337021" y="101990"/>
                  </a:lnTo>
                  <a:lnTo>
                    <a:pt x="337026" y="102133"/>
                  </a:lnTo>
                  <a:lnTo>
                    <a:pt x="337123" y="102715"/>
                  </a:lnTo>
                  <a:lnTo>
                    <a:pt x="337080" y="102901"/>
                  </a:lnTo>
                  <a:lnTo>
                    <a:pt x="337225" y="103364"/>
                  </a:lnTo>
                  <a:lnTo>
                    <a:pt x="337291" y="103575"/>
                  </a:lnTo>
                  <a:lnTo>
                    <a:pt x="337347" y="103784"/>
                  </a:lnTo>
                  <a:lnTo>
                    <a:pt x="337388" y="103911"/>
                  </a:lnTo>
                  <a:lnTo>
                    <a:pt x="337477" y="104140"/>
                  </a:lnTo>
                  <a:lnTo>
                    <a:pt x="337561" y="104326"/>
                  </a:lnTo>
                  <a:lnTo>
                    <a:pt x="337120" y="105153"/>
                  </a:lnTo>
                  <a:lnTo>
                    <a:pt x="336678" y="105576"/>
                  </a:lnTo>
                  <a:lnTo>
                    <a:pt x="336820" y="106001"/>
                  </a:lnTo>
                  <a:lnTo>
                    <a:pt x="336777" y="106158"/>
                  </a:lnTo>
                  <a:lnTo>
                    <a:pt x="336846" y="106392"/>
                  </a:lnTo>
                  <a:lnTo>
                    <a:pt x="336833" y="106527"/>
                  </a:lnTo>
                  <a:lnTo>
                    <a:pt x="336723" y="106863"/>
                  </a:lnTo>
                  <a:lnTo>
                    <a:pt x="336436" y="107092"/>
                  </a:lnTo>
                  <a:lnTo>
                    <a:pt x="336288" y="107151"/>
                  </a:lnTo>
                  <a:lnTo>
                    <a:pt x="336029" y="107242"/>
                  </a:lnTo>
                  <a:lnTo>
                    <a:pt x="335863" y="107492"/>
                  </a:lnTo>
                  <a:lnTo>
                    <a:pt x="335848" y="107845"/>
                  </a:lnTo>
                  <a:lnTo>
                    <a:pt x="335779" y="108135"/>
                  </a:lnTo>
                  <a:lnTo>
                    <a:pt x="335611" y="108616"/>
                  </a:lnTo>
                  <a:lnTo>
                    <a:pt x="335616" y="108787"/>
                  </a:lnTo>
                  <a:lnTo>
                    <a:pt x="335624" y="108955"/>
                  </a:lnTo>
                  <a:lnTo>
                    <a:pt x="335400" y="109041"/>
                  </a:lnTo>
                  <a:lnTo>
                    <a:pt x="335064" y="109255"/>
                  </a:lnTo>
                  <a:lnTo>
                    <a:pt x="334856" y="109380"/>
                  </a:lnTo>
                  <a:lnTo>
                    <a:pt x="334591" y="109497"/>
                  </a:lnTo>
                  <a:lnTo>
                    <a:pt x="333868" y="109965"/>
                  </a:lnTo>
                  <a:lnTo>
                    <a:pt x="333731" y="110046"/>
                  </a:lnTo>
                  <a:lnTo>
                    <a:pt x="333599" y="110168"/>
                  </a:lnTo>
                  <a:lnTo>
                    <a:pt x="333316" y="110420"/>
                  </a:lnTo>
                  <a:lnTo>
                    <a:pt x="333184" y="110532"/>
                  </a:lnTo>
                  <a:lnTo>
                    <a:pt x="332963" y="110751"/>
                  </a:lnTo>
                  <a:lnTo>
                    <a:pt x="332581" y="110990"/>
                  </a:lnTo>
                  <a:lnTo>
                    <a:pt x="332451" y="111041"/>
                  </a:lnTo>
                  <a:lnTo>
                    <a:pt x="332253" y="111222"/>
                  </a:lnTo>
                  <a:lnTo>
                    <a:pt x="331703" y="111731"/>
                  </a:lnTo>
                  <a:lnTo>
                    <a:pt x="330917" y="111799"/>
                  </a:lnTo>
                  <a:lnTo>
                    <a:pt x="330779" y="111771"/>
                  </a:lnTo>
                  <a:lnTo>
                    <a:pt x="330176" y="111811"/>
                  </a:lnTo>
                  <a:lnTo>
                    <a:pt x="329176" y="111878"/>
                  </a:lnTo>
                  <a:lnTo>
                    <a:pt x="327873" y="111962"/>
                  </a:lnTo>
                  <a:lnTo>
                    <a:pt x="327288" y="112002"/>
                  </a:lnTo>
                  <a:lnTo>
                    <a:pt x="325545" y="112119"/>
                  </a:lnTo>
                  <a:lnTo>
                    <a:pt x="323746" y="112239"/>
                  </a:lnTo>
                  <a:lnTo>
                    <a:pt x="322064" y="112351"/>
                  </a:lnTo>
                  <a:lnTo>
                    <a:pt x="320863" y="112430"/>
                  </a:lnTo>
                  <a:lnTo>
                    <a:pt x="318039" y="113465"/>
                  </a:lnTo>
                  <a:lnTo>
                    <a:pt x="317326" y="113725"/>
                  </a:lnTo>
                  <a:lnTo>
                    <a:pt x="316881" y="113921"/>
                  </a:lnTo>
                  <a:lnTo>
                    <a:pt x="316703" y="113995"/>
                  </a:lnTo>
                  <a:lnTo>
                    <a:pt x="314466" y="114934"/>
                  </a:lnTo>
                  <a:lnTo>
                    <a:pt x="312005" y="115967"/>
                  </a:lnTo>
                  <a:lnTo>
                    <a:pt x="309324" y="117089"/>
                  </a:lnTo>
                  <a:lnTo>
                    <a:pt x="308417" y="117366"/>
                  </a:lnTo>
                  <a:lnTo>
                    <a:pt x="305912" y="118398"/>
                  </a:lnTo>
                  <a:lnTo>
                    <a:pt x="305283" y="118664"/>
                  </a:lnTo>
                  <a:lnTo>
                    <a:pt x="304925" y="118815"/>
                  </a:lnTo>
                  <a:lnTo>
                    <a:pt x="302209" y="116956"/>
                  </a:lnTo>
                  <a:lnTo>
                    <a:pt x="300636" y="115888"/>
                  </a:lnTo>
                  <a:lnTo>
                    <a:pt x="300254" y="115621"/>
                  </a:lnTo>
                  <a:lnTo>
                    <a:pt x="298561" y="114462"/>
                  </a:lnTo>
                  <a:lnTo>
                    <a:pt x="298046" y="114272"/>
                  </a:lnTo>
                  <a:lnTo>
                    <a:pt x="297514" y="113913"/>
                  </a:lnTo>
                  <a:lnTo>
                    <a:pt x="295409" y="112491"/>
                  </a:lnTo>
                  <a:lnTo>
                    <a:pt x="294929" y="112165"/>
                  </a:lnTo>
                  <a:lnTo>
                    <a:pt x="294420" y="111824"/>
                  </a:lnTo>
                  <a:lnTo>
                    <a:pt x="294013" y="111547"/>
                  </a:lnTo>
                  <a:lnTo>
                    <a:pt x="293791" y="111280"/>
                  </a:lnTo>
                  <a:lnTo>
                    <a:pt x="293415" y="110819"/>
                  </a:lnTo>
                  <a:lnTo>
                    <a:pt x="292837" y="110115"/>
                  </a:lnTo>
                  <a:lnTo>
                    <a:pt x="292565" y="109784"/>
                  </a:lnTo>
                  <a:lnTo>
                    <a:pt x="292262" y="109417"/>
                  </a:lnTo>
                  <a:lnTo>
                    <a:pt x="291952" y="109038"/>
                  </a:lnTo>
                  <a:lnTo>
                    <a:pt x="291840" y="108903"/>
                  </a:lnTo>
                  <a:lnTo>
                    <a:pt x="291534" y="108532"/>
                  </a:lnTo>
                  <a:lnTo>
                    <a:pt x="291201" y="108127"/>
                  </a:lnTo>
                  <a:lnTo>
                    <a:pt x="290794" y="107631"/>
                  </a:lnTo>
                  <a:lnTo>
                    <a:pt x="290603" y="107395"/>
                  </a:lnTo>
                  <a:lnTo>
                    <a:pt x="290249" y="107168"/>
                  </a:lnTo>
                  <a:lnTo>
                    <a:pt x="289707" y="106870"/>
                  </a:lnTo>
                  <a:lnTo>
                    <a:pt x="289165" y="106575"/>
                  </a:lnTo>
                  <a:lnTo>
                    <a:pt x="288761" y="106349"/>
                  </a:lnTo>
                  <a:lnTo>
                    <a:pt x="288478" y="106193"/>
                  </a:lnTo>
                  <a:lnTo>
                    <a:pt x="288076" y="105972"/>
                  </a:lnTo>
                  <a:lnTo>
                    <a:pt x="287377" y="105585"/>
                  </a:lnTo>
                  <a:lnTo>
                    <a:pt x="287107" y="105438"/>
                  </a:lnTo>
                  <a:lnTo>
                    <a:pt x="286567" y="105140"/>
                  </a:lnTo>
                  <a:lnTo>
                    <a:pt x="285957" y="104804"/>
                  </a:lnTo>
                  <a:lnTo>
                    <a:pt x="285461" y="104532"/>
                  </a:lnTo>
                  <a:lnTo>
                    <a:pt x="284941" y="104244"/>
                  </a:lnTo>
                  <a:lnTo>
                    <a:pt x="284359" y="103923"/>
                  </a:lnTo>
                  <a:lnTo>
                    <a:pt x="283842" y="103638"/>
                  </a:lnTo>
                  <a:lnTo>
                    <a:pt x="283361" y="103374"/>
                  </a:lnTo>
                  <a:lnTo>
                    <a:pt x="282791" y="103061"/>
                  </a:lnTo>
                  <a:lnTo>
                    <a:pt x="282483" y="102890"/>
                  </a:lnTo>
                  <a:lnTo>
                    <a:pt x="282247" y="102760"/>
                  </a:lnTo>
                  <a:lnTo>
                    <a:pt x="281774" y="102498"/>
                  </a:lnTo>
                  <a:lnTo>
                    <a:pt x="281646" y="102427"/>
                  </a:lnTo>
                  <a:lnTo>
                    <a:pt x="281415" y="102302"/>
                  </a:lnTo>
                  <a:lnTo>
                    <a:pt x="281173" y="102170"/>
                  </a:lnTo>
                  <a:lnTo>
                    <a:pt x="280941" y="102040"/>
                  </a:lnTo>
                  <a:lnTo>
                    <a:pt x="280608" y="101855"/>
                  </a:lnTo>
                  <a:lnTo>
                    <a:pt x="280374" y="101727"/>
                  </a:lnTo>
                  <a:lnTo>
                    <a:pt x="280061" y="101554"/>
                  </a:lnTo>
                  <a:lnTo>
                    <a:pt x="279570" y="101282"/>
                  </a:lnTo>
                  <a:lnTo>
                    <a:pt x="279163" y="101058"/>
                  </a:lnTo>
                  <a:lnTo>
                    <a:pt x="278588" y="100745"/>
                  </a:lnTo>
                  <a:lnTo>
                    <a:pt x="278008" y="100422"/>
                  </a:lnTo>
                  <a:lnTo>
                    <a:pt x="277438" y="100106"/>
                  </a:lnTo>
                  <a:lnTo>
                    <a:pt x="276829" y="99776"/>
                  </a:lnTo>
                  <a:lnTo>
                    <a:pt x="275880" y="99251"/>
                  </a:lnTo>
                  <a:lnTo>
                    <a:pt x="275178" y="98865"/>
                  </a:lnTo>
                  <a:lnTo>
                    <a:pt x="274641" y="98569"/>
                  </a:lnTo>
                  <a:lnTo>
                    <a:pt x="274186" y="98343"/>
                  </a:lnTo>
                  <a:lnTo>
                    <a:pt x="273119" y="97834"/>
                  </a:lnTo>
                  <a:lnTo>
                    <a:pt x="271941" y="97267"/>
                  </a:lnTo>
                  <a:lnTo>
                    <a:pt x="270743" y="96689"/>
                  </a:lnTo>
                  <a:lnTo>
                    <a:pt x="270013" y="96335"/>
                  </a:lnTo>
                  <a:lnTo>
                    <a:pt x="269455" y="96071"/>
                  </a:lnTo>
                  <a:lnTo>
                    <a:pt x="268539" y="95628"/>
                  </a:lnTo>
                  <a:lnTo>
                    <a:pt x="267542" y="95147"/>
                  </a:lnTo>
                  <a:lnTo>
                    <a:pt x="266593" y="94692"/>
                  </a:lnTo>
                  <a:lnTo>
                    <a:pt x="265366" y="94101"/>
                  </a:lnTo>
                  <a:lnTo>
                    <a:pt x="264288" y="93580"/>
                  </a:lnTo>
                  <a:lnTo>
                    <a:pt x="263738" y="93315"/>
                  </a:lnTo>
                  <a:lnTo>
                    <a:pt x="262628" y="92781"/>
                  </a:lnTo>
                  <a:lnTo>
                    <a:pt x="261667" y="92317"/>
                  </a:lnTo>
                  <a:lnTo>
                    <a:pt x="261053" y="92022"/>
                  </a:lnTo>
                  <a:lnTo>
                    <a:pt x="259351" y="91205"/>
                  </a:lnTo>
                  <a:lnTo>
                    <a:pt x="258336" y="90717"/>
                  </a:lnTo>
                  <a:lnTo>
                    <a:pt x="257267" y="90203"/>
                  </a:lnTo>
                  <a:lnTo>
                    <a:pt x="256450" y="89958"/>
                  </a:lnTo>
                  <a:lnTo>
                    <a:pt x="255847" y="89666"/>
                  </a:lnTo>
                  <a:lnTo>
                    <a:pt x="255323" y="89414"/>
                  </a:lnTo>
                  <a:lnTo>
                    <a:pt x="253649" y="88613"/>
                  </a:lnTo>
                  <a:lnTo>
                    <a:pt x="252450" y="88038"/>
                  </a:lnTo>
                  <a:lnTo>
                    <a:pt x="251374" y="87521"/>
                  </a:lnTo>
                  <a:lnTo>
                    <a:pt x="250277" y="86997"/>
                  </a:lnTo>
                  <a:lnTo>
                    <a:pt x="249613" y="86679"/>
                  </a:lnTo>
                  <a:lnTo>
                    <a:pt x="249196" y="86478"/>
                  </a:lnTo>
                  <a:lnTo>
                    <a:pt x="248234" y="86015"/>
                  </a:lnTo>
                  <a:lnTo>
                    <a:pt x="247460" y="85643"/>
                  </a:lnTo>
                  <a:lnTo>
                    <a:pt x="246315" y="85094"/>
                  </a:lnTo>
                  <a:lnTo>
                    <a:pt x="245285" y="84603"/>
                  </a:lnTo>
                  <a:lnTo>
                    <a:pt x="244160" y="84063"/>
                  </a:lnTo>
                  <a:lnTo>
                    <a:pt x="243056" y="83531"/>
                  </a:lnTo>
                  <a:lnTo>
                    <a:pt x="242402" y="83221"/>
                  </a:lnTo>
                  <a:lnTo>
                    <a:pt x="241211" y="82648"/>
                  </a:lnTo>
                  <a:lnTo>
                    <a:pt x="240628" y="82236"/>
                  </a:lnTo>
                  <a:lnTo>
                    <a:pt x="239855" y="81687"/>
                  </a:lnTo>
                  <a:lnTo>
                    <a:pt x="239068" y="81127"/>
                  </a:lnTo>
                  <a:lnTo>
                    <a:pt x="238448" y="80689"/>
                  </a:lnTo>
                  <a:lnTo>
                    <a:pt x="237666" y="80134"/>
                  </a:lnTo>
                  <a:lnTo>
                    <a:pt x="237135" y="79758"/>
                  </a:lnTo>
                  <a:lnTo>
                    <a:pt x="236819" y="79534"/>
                  </a:lnTo>
                  <a:lnTo>
                    <a:pt x="236193" y="79880"/>
                  </a:lnTo>
                  <a:lnTo>
                    <a:pt x="235066" y="80503"/>
                  </a:lnTo>
                  <a:lnTo>
                    <a:pt x="233257" y="81503"/>
                  </a:lnTo>
                  <a:lnTo>
                    <a:pt x="231305" y="82618"/>
                  </a:lnTo>
                  <a:lnTo>
                    <a:pt x="231140" y="82753"/>
                  </a:lnTo>
                  <a:lnTo>
                    <a:pt x="231002" y="82839"/>
                  </a:lnTo>
                  <a:lnTo>
                    <a:pt x="230849" y="82845"/>
                  </a:lnTo>
                  <a:lnTo>
                    <a:pt x="230419" y="82921"/>
                  </a:lnTo>
                  <a:lnTo>
                    <a:pt x="230175" y="82949"/>
                  </a:lnTo>
                  <a:lnTo>
                    <a:pt x="229893" y="82982"/>
                  </a:lnTo>
                  <a:lnTo>
                    <a:pt x="229567" y="83018"/>
                  </a:lnTo>
                  <a:lnTo>
                    <a:pt x="229236" y="83058"/>
                  </a:lnTo>
                  <a:lnTo>
                    <a:pt x="228954" y="83086"/>
                  </a:lnTo>
                  <a:lnTo>
                    <a:pt x="228821" y="83109"/>
                  </a:lnTo>
                  <a:lnTo>
                    <a:pt x="227241" y="83366"/>
                  </a:lnTo>
                  <a:lnTo>
                    <a:pt x="224391" y="83712"/>
                  </a:lnTo>
                  <a:lnTo>
                    <a:pt x="219208" y="83427"/>
                  </a:lnTo>
                  <a:lnTo>
                    <a:pt x="217541" y="83193"/>
                  </a:lnTo>
                  <a:lnTo>
                    <a:pt x="214267" y="76603"/>
                  </a:lnTo>
                  <a:lnTo>
                    <a:pt x="213320" y="76450"/>
                  </a:lnTo>
                  <a:lnTo>
                    <a:pt x="211524" y="76160"/>
                  </a:lnTo>
                  <a:lnTo>
                    <a:pt x="207127" y="75450"/>
                  </a:lnTo>
                  <a:lnTo>
                    <a:pt x="201620" y="74564"/>
                  </a:lnTo>
                  <a:lnTo>
                    <a:pt x="199142" y="74457"/>
                  </a:lnTo>
                  <a:lnTo>
                    <a:pt x="196783" y="74356"/>
                  </a:lnTo>
                  <a:lnTo>
                    <a:pt x="195368" y="74297"/>
                  </a:lnTo>
                  <a:lnTo>
                    <a:pt x="194289" y="74251"/>
                  </a:lnTo>
                  <a:lnTo>
                    <a:pt x="193580" y="74222"/>
                  </a:lnTo>
                  <a:lnTo>
                    <a:pt x="191768" y="74162"/>
                  </a:lnTo>
                  <a:lnTo>
                    <a:pt x="189152" y="74065"/>
                  </a:lnTo>
                  <a:lnTo>
                    <a:pt x="183124" y="73839"/>
                  </a:lnTo>
                  <a:lnTo>
                    <a:pt x="180847" y="73752"/>
                  </a:lnTo>
                  <a:lnTo>
                    <a:pt x="179625" y="73740"/>
                  </a:lnTo>
                  <a:lnTo>
                    <a:pt x="179274" y="73755"/>
                  </a:lnTo>
                  <a:lnTo>
                    <a:pt x="177882" y="73803"/>
                  </a:lnTo>
                  <a:lnTo>
                    <a:pt x="176691" y="73847"/>
                  </a:lnTo>
                  <a:lnTo>
                    <a:pt x="170521" y="74068"/>
                  </a:lnTo>
                  <a:lnTo>
                    <a:pt x="157996" y="74516"/>
                  </a:lnTo>
                  <a:lnTo>
                    <a:pt x="148620" y="73437"/>
                  </a:lnTo>
                  <a:lnTo>
                    <a:pt x="148307" y="73404"/>
                  </a:lnTo>
                  <a:lnTo>
                    <a:pt x="148083" y="73445"/>
                  </a:lnTo>
                  <a:lnTo>
                    <a:pt x="147910" y="73481"/>
                  </a:lnTo>
                  <a:lnTo>
                    <a:pt x="137238" y="75506"/>
                  </a:lnTo>
                  <a:lnTo>
                    <a:pt x="132869" y="76338"/>
                  </a:lnTo>
                  <a:lnTo>
                    <a:pt x="127462" y="78727"/>
                  </a:lnTo>
                  <a:lnTo>
                    <a:pt x="124933" y="79376"/>
                  </a:lnTo>
                  <a:lnTo>
                    <a:pt x="124655" y="79468"/>
                  </a:lnTo>
                  <a:lnTo>
                    <a:pt x="123515" y="79852"/>
                  </a:lnTo>
                  <a:lnTo>
                    <a:pt x="123284" y="79969"/>
                  </a:lnTo>
                  <a:lnTo>
                    <a:pt x="122760" y="80641"/>
                  </a:lnTo>
                  <a:lnTo>
                    <a:pt x="122037" y="81562"/>
                  </a:lnTo>
                  <a:lnTo>
                    <a:pt x="121533" y="82208"/>
                  </a:lnTo>
                  <a:lnTo>
                    <a:pt x="121164" y="82674"/>
                  </a:lnTo>
                  <a:lnTo>
                    <a:pt x="120482" y="83542"/>
                  </a:lnTo>
                  <a:lnTo>
                    <a:pt x="120121" y="84002"/>
                  </a:lnTo>
                  <a:lnTo>
                    <a:pt x="119996" y="84163"/>
                  </a:lnTo>
                  <a:lnTo>
                    <a:pt x="119368" y="84964"/>
                  </a:lnTo>
                  <a:lnTo>
                    <a:pt x="118716" y="85801"/>
                  </a:lnTo>
                  <a:lnTo>
                    <a:pt x="118518" y="85964"/>
                  </a:lnTo>
                  <a:lnTo>
                    <a:pt x="117718" y="86971"/>
                  </a:lnTo>
                  <a:lnTo>
                    <a:pt x="116217" y="87855"/>
                  </a:lnTo>
                  <a:lnTo>
                    <a:pt x="116086" y="87931"/>
                  </a:lnTo>
                  <a:lnTo>
                    <a:pt x="114149" y="88990"/>
                  </a:lnTo>
                  <a:lnTo>
                    <a:pt x="113904" y="89213"/>
                  </a:lnTo>
                  <a:lnTo>
                    <a:pt x="113628" y="89465"/>
                  </a:lnTo>
                  <a:lnTo>
                    <a:pt x="113216" y="89900"/>
                  </a:lnTo>
                  <a:lnTo>
                    <a:pt x="112972" y="90092"/>
                  </a:lnTo>
                  <a:lnTo>
                    <a:pt x="112640" y="90379"/>
                  </a:lnTo>
                  <a:lnTo>
                    <a:pt x="112194" y="90790"/>
                  </a:lnTo>
                  <a:lnTo>
                    <a:pt x="112146" y="90947"/>
                  </a:lnTo>
                  <a:lnTo>
                    <a:pt x="112092" y="91179"/>
                  </a:lnTo>
                  <a:lnTo>
                    <a:pt x="112048" y="91642"/>
                  </a:lnTo>
                  <a:lnTo>
                    <a:pt x="111941" y="91801"/>
                  </a:lnTo>
                  <a:lnTo>
                    <a:pt x="111898" y="91940"/>
                  </a:lnTo>
                  <a:lnTo>
                    <a:pt x="111634" y="92112"/>
                  </a:lnTo>
                  <a:lnTo>
                    <a:pt x="111551" y="92258"/>
                  </a:lnTo>
                  <a:lnTo>
                    <a:pt x="111435" y="92391"/>
                  </a:lnTo>
                  <a:lnTo>
                    <a:pt x="111287" y="92560"/>
                  </a:lnTo>
                  <a:lnTo>
                    <a:pt x="111117" y="92730"/>
                  </a:lnTo>
                  <a:lnTo>
                    <a:pt x="111026" y="92934"/>
                  </a:lnTo>
                  <a:lnTo>
                    <a:pt x="110879" y="93015"/>
                  </a:lnTo>
                  <a:lnTo>
                    <a:pt x="110304" y="93298"/>
                  </a:lnTo>
                  <a:lnTo>
                    <a:pt x="109678" y="94379"/>
                  </a:lnTo>
                  <a:lnTo>
                    <a:pt x="109360" y="94650"/>
                  </a:lnTo>
                  <a:lnTo>
                    <a:pt x="108826" y="95385"/>
                  </a:lnTo>
                  <a:lnTo>
                    <a:pt x="108542" y="96133"/>
                  </a:lnTo>
                  <a:lnTo>
                    <a:pt x="107445" y="97608"/>
                  </a:lnTo>
                  <a:lnTo>
                    <a:pt x="106886" y="98306"/>
                  </a:lnTo>
                  <a:lnTo>
                    <a:pt x="104197" y="101011"/>
                  </a:lnTo>
                  <a:lnTo>
                    <a:pt x="103835" y="101489"/>
                  </a:lnTo>
                  <a:lnTo>
                    <a:pt x="103249" y="102250"/>
                  </a:lnTo>
                  <a:lnTo>
                    <a:pt x="102828" y="102788"/>
                  </a:lnTo>
                  <a:lnTo>
                    <a:pt x="102707" y="102943"/>
                  </a:lnTo>
                  <a:lnTo>
                    <a:pt x="102462" y="103261"/>
                  </a:lnTo>
                  <a:lnTo>
                    <a:pt x="102307" y="103464"/>
                  </a:lnTo>
                  <a:lnTo>
                    <a:pt x="102154" y="103664"/>
                  </a:lnTo>
                  <a:lnTo>
                    <a:pt x="101844" y="104071"/>
                  </a:lnTo>
                  <a:lnTo>
                    <a:pt x="101223" y="104880"/>
                  </a:lnTo>
                  <a:lnTo>
                    <a:pt x="100909" y="105289"/>
                  </a:lnTo>
                  <a:lnTo>
                    <a:pt x="100673" y="105596"/>
                  </a:lnTo>
                  <a:lnTo>
                    <a:pt x="100129" y="106306"/>
                  </a:lnTo>
                  <a:lnTo>
                    <a:pt x="99741" y="106809"/>
                  </a:lnTo>
                  <a:lnTo>
                    <a:pt x="99511" y="107114"/>
                  </a:lnTo>
                  <a:lnTo>
                    <a:pt x="99402" y="107255"/>
                  </a:lnTo>
                  <a:lnTo>
                    <a:pt x="99120" y="107621"/>
                  </a:lnTo>
                  <a:lnTo>
                    <a:pt x="98811" y="108025"/>
                  </a:lnTo>
                  <a:lnTo>
                    <a:pt x="98658" y="108227"/>
                  </a:lnTo>
                  <a:lnTo>
                    <a:pt x="98455" y="108492"/>
                  </a:lnTo>
                  <a:lnTo>
                    <a:pt x="93005" y="115629"/>
                  </a:lnTo>
                  <a:lnTo>
                    <a:pt x="89365" y="120389"/>
                  </a:lnTo>
                  <a:lnTo>
                    <a:pt x="80960" y="120768"/>
                  </a:lnTo>
                  <a:lnTo>
                    <a:pt x="78558" y="120697"/>
                  </a:lnTo>
                  <a:lnTo>
                    <a:pt x="78021" y="120681"/>
                  </a:lnTo>
                  <a:lnTo>
                    <a:pt x="77553" y="120667"/>
                  </a:lnTo>
                  <a:lnTo>
                    <a:pt x="77042" y="120651"/>
                  </a:lnTo>
                  <a:lnTo>
                    <a:pt x="76474" y="120633"/>
                  </a:lnTo>
                  <a:lnTo>
                    <a:pt x="73372" y="120542"/>
                  </a:lnTo>
                  <a:lnTo>
                    <a:pt x="69133" y="114669"/>
                  </a:lnTo>
                  <a:lnTo>
                    <a:pt x="64253" y="114916"/>
                  </a:lnTo>
                  <a:lnTo>
                    <a:pt x="63171" y="114969"/>
                  </a:lnTo>
                  <a:lnTo>
                    <a:pt x="60120" y="114852"/>
                  </a:lnTo>
                  <a:lnTo>
                    <a:pt x="56744" y="114725"/>
                  </a:lnTo>
                  <a:lnTo>
                    <a:pt x="54240" y="117084"/>
                  </a:lnTo>
                  <a:lnTo>
                    <a:pt x="52998" y="118247"/>
                  </a:lnTo>
                  <a:lnTo>
                    <a:pt x="44876" y="125880"/>
                  </a:lnTo>
                  <a:lnTo>
                    <a:pt x="34240" y="130092"/>
                  </a:lnTo>
                  <a:lnTo>
                    <a:pt x="37682" y="135952"/>
                  </a:lnTo>
                  <a:lnTo>
                    <a:pt x="37840" y="137158"/>
                  </a:lnTo>
                  <a:lnTo>
                    <a:pt x="39983" y="141272"/>
                  </a:lnTo>
                  <a:lnTo>
                    <a:pt x="34380" y="143654"/>
                  </a:lnTo>
                  <a:lnTo>
                    <a:pt x="33815" y="144649"/>
                  </a:lnTo>
                  <a:lnTo>
                    <a:pt x="32985" y="146115"/>
                  </a:lnTo>
                  <a:lnTo>
                    <a:pt x="29189" y="144489"/>
                  </a:lnTo>
                  <a:lnTo>
                    <a:pt x="24835" y="135998"/>
                  </a:lnTo>
                  <a:lnTo>
                    <a:pt x="20825" y="137786"/>
                  </a:lnTo>
                  <a:lnTo>
                    <a:pt x="16123" y="137657"/>
                  </a:lnTo>
                  <a:lnTo>
                    <a:pt x="11499" y="135968"/>
                  </a:lnTo>
                  <a:lnTo>
                    <a:pt x="10497" y="137008"/>
                  </a:lnTo>
                  <a:lnTo>
                    <a:pt x="11471" y="137860"/>
                  </a:lnTo>
                  <a:lnTo>
                    <a:pt x="11550" y="138239"/>
                  </a:lnTo>
                  <a:lnTo>
                    <a:pt x="11677" y="138850"/>
                  </a:lnTo>
                  <a:lnTo>
                    <a:pt x="11749" y="139242"/>
                  </a:lnTo>
                  <a:lnTo>
                    <a:pt x="11573" y="139249"/>
                  </a:lnTo>
                  <a:lnTo>
                    <a:pt x="11169" y="139130"/>
                  </a:lnTo>
                  <a:lnTo>
                    <a:pt x="11074" y="139262"/>
                  </a:lnTo>
                  <a:lnTo>
                    <a:pt x="10840" y="139590"/>
                  </a:lnTo>
                  <a:lnTo>
                    <a:pt x="10616" y="139906"/>
                  </a:lnTo>
                  <a:lnTo>
                    <a:pt x="10377" y="140244"/>
                  </a:lnTo>
                  <a:lnTo>
                    <a:pt x="10326" y="140517"/>
                  </a:lnTo>
                  <a:lnTo>
                    <a:pt x="10268" y="140756"/>
                  </a:lnTo>
                  <a:lnTo>
                    <a:pt x="10225" y="141048"/>
                  </a:lnTo>
                  <a:lnTo>
                    <a:pt x="10097" y="141293"/>
                  </a:lnTo>
                  <a:lnTo>
                    <a:pt x="9962" y="141562"/>
                  </a:lnTo>
                  <a:lnTo>
                    <a:pt x="9563" y="142316"/>
                  </a:lnTo>
                  <a:lnTo>
                    <a:pt x="9319" y="142382"/>
                  </a:lnTo>
                  <a:lnTo>
                    <a:pt x="9143" y="142445"/>
                  </a:lnTo>
                  <a:lnTo>
                    <a:pt x="8929" y="142415"/>
                  </a:lnTo>
                  <a:lnTo>
                    <a:pt x="8789" y="142509"/>
                  </a:lnTo>
                  <a:lnTo>
                    <a:pt x="8675" y="142697"/>
                  </a:lnTo>
                  <a:lnTo>
                    <a:pt x="8634" y="142870"/>
                  </a:lnTo>
                  <a:lnTo>
                    <a:pt x="8647" y="143061"/>
                  </a:lnTo>
                  <a:lnTo>
                    <a:pt x="8611" y="143484"/>
                  </a:lnTo>
                  <a:lnTo>
                    <a:pt x="8573" y="143697"/>
                  </a:lnTo>
                  <a:lnTo>
                    <a:pt x="8497" y="143840"/>
                  </a:lnTo>
                  <a:lnTo>
                    <a:pt x="8400" y="143990"/>
                  </a:lnTo>
                  <a:lnTo>
                    <a:pt x="8400" y="144219"/>
                  </a:lnTo>
                  <a:lnTo>
                    <a:pt x="8670" y="144435"/>
                  </a:lnTo>
                  <a:lnTo>
                    <a:pt x="8856" y="144580"/>
                  </a:lnTo>
                  <a:lnTo>
                    <a:pt x="8754" y="144794"/>
                  </a:lnTo>
                  <a:lnTo>
                    <a:pt x="8627" y="144926"/>
                  </a:lnTo>
                  <a:lnTo>
                    <a:pt x="8364" y="145191"/>
                  </a:lnTo>
                  <a:lnTo>
                    <a:pt x="8219" y="145165"/>
                  </a:lnTo>
                  <a:lnTo>
                    <a:pt x="8074" y="145321"/>
                  </a:lnTo>
                  <a:lnTo>
                    <a:pt x="7797" y="145697"/>
                  </a:lnTo>
                  <a:lnTo>
                    <a:pt x="7158" y="146059"/>
                  </a:lnTo>
                  <a:lnTo>
                    <a:pt x="6957" y="146249"/>
                  </a:lnTo>
                  <a:lnTo>
                    <a:pt x="6838" y="146387"/>
                  </a:lnTo>
                  <a:lnTo>
                    <a:pt x="6522" y="146542"/>
                  </a:lnTo>
                  <a:lnTo>
                    <a:pt x="6532" y="146725"/>
                  </a:lnTo>
                  <a:lnTo>
                    <a:pt x="6324" y="146822"/>
                  </a:lnTo>
                  <a:lnTo>
                    <a:pt x="6031" y="146970"/>
                  </a:lnTo>
                  <a:lnTo>
                    <a:pt x="56" y="150819"/>
                  </a:lnTo>
                  <a:lnTo>
                    <a:pt x="1199" y="152718"/>
                  </a:lnTo>
                  <a:lnTo>
                    <a:pt x="985" y="154201"/>
                  </a:lnTo>
                  <a:lnTo>
                    <a:pt x="838" y="155153"/>
                  </a:lnTo>
                  <a:lnTo>
                    <a:pt x="695" y="156015"/>
                  </a:lnTo>
                  <a:lnTo>
                    <a:pt x="0" y="158748"/>
                  </a:lnTo>
                  <a:lnTo>
                    <a:pt x="2279" y="160378"/>
                  </a:lnTo>
                  <a:lnTo>
                    <a:pt x="4054" y="160579"/>
                  </a:lnTo>
                  <a:lnTo>
                    <a:pt x="4783" y="161952"/>
                  </a:lnTo>
                  <a:lnTo>
                    <a:pt x="5051" y="162590"/>
                  </a:lnTo>
                  <a:lnTo>
                    <a:pt x="5366" y="163718"/>
                  </a:lnTo>
                  <a:lnTo>
                    <a:pt x="5633" y="167769"/>
                  </a:lnTo>
                  <a:lnTo>
                    <a:pt x="5624" y="167929"/>
                  </a:lnTo>
                  <a:lnTo>
                    <a:pt x="5293" y="169375"/>
                  </a:lnTo>
                  <a:lnTo>
                    <a:pt x="4853" y="171311"/>
                  </a:lnTo>
                  <a:lnTo>
                    <a:pt x="4783" y="171619"/>
                  </a:lnTo>
                  <a:lnTo>
                    <a:pt x="3779" y="176026"/>
                  </a:lnTo>
                  <a:lnTo>
                    <a:pt x="2779" y="180415"/>
                  </a:lnTo>
                  <a:lnTo>
                    <a:pt x="4386" y="190140"/>
                  </a:lnTo>
                  <a:lnTo>
                    <a:pt x="4782" y="192535"/>
                  </a:lnTo>
                  <a:lnTo>
                    <a:pt x="4676" y="193283"/>
                  </a:lnTo>
                  <a:lnTo>
                    <a:pt x="3425" y="202100"/>
                  </a:lnTo>
                  <a:lnTo>
                    <a:pt x="3639" y="202891"/>
                  </a:lnTo>
                  <a:lnTo>
                    <a:pt x="3789" y="203454"/>
                  </a:lnTo>
                  <a:lnTo>
                    <a:pt x="3950" y="204047"/>
                  </a:lnTo>
                  <a:lnTo>
                    <a:pt x="4095" y="204583"/>
                  </a:lnTo>
                  <a:lnTo>
                    <a:pt x="4255" y="205179"/>
                  </a:lnTo>
                  <a:lnTo>
                    <a:pt x="4418" y="205787"/>
                  </a:lnTo>
                  <a:lnTo>
                    <a:pt x="4509" y="206064"/>
                  </a:lnTo>
                  <a:lnTo>
                    <a:pt x="4794" y="206874"/>
                  </a:lnTo>
                  <a:lnTo>
                    <a:pt x="5013" y="207502"/>
                  </a:lnTo>
                  <a:lnTo>
                    <a:pt x="5212" y="208075"/>
                  </a:lnTo>
                  <a:lnTo>
                    <a:pt x="5352" y="208474"/>
                  </a:lnTo>
                  <a:lnTo>
                    <a:pt x="5614" y="209220"/>
                  </a:lnTo>
                  <a:lnTo>
                    <a:pt x="5807" y="209772"/>
                  </a:lnTo>
                  <a:lnTo>
                    <a:pt x="6005" y="210337"/>
                  </a:lnTo>
                  <a:lnTo>
                    <a:pt x="6237" y="211003"/>
                  </a:lnTo>
                  <a:lnTo>
                    <a:pt x="6436" y="211561"/>
                  </a:lnTo>
                  <a:lnTo>
                    <a:pt x="6664" y="212220"/>
                  </a:lnTo>
                  <a:lnTo>
                    <a:pt x="6988" y="213151"/>
                  </a:lnTo>
                  <a:lnTo>
                    <a:pt x="7171" y="213673"/>
                  </a:lnTo>
                  <a:lnTo>
                    <a:pt x="7380" y="214263"/>
                  </a:lnTo>
                  <a:lnTo>
                    <a:pt x="7565" y="214795"/>
                  </a:lnTo>
                  <a:lnTo>
                    <a:pt x="7754" y="215332"/>
                  </a:lnTo>
                  <a:lnTo>
                    <a:pt x="7955" y="215907"/>
                  </a:lnTo>
                  <a:lnTo>
                    <a:pt x="8178" y="216548"/>
                  </a:lnTo>
                  <a:lnTo>
                    <a:pt x="8369" y="217093"/>
                  </a:lnTo>
                  <a:lnTo>
                    <a:pt x="8583" y="217701"/>
                  </a:lnTo>
                  <a:lnTo>
                    <a:pt x="8769" y="218230"/>
                  </a:lnTo>
                  <a:lnTo>
                    <a:pt x="8960" y="218775"/>
                  </a:lnTo>
                  <a:lnTo>
                    <a:pt x="9145" y="219314"/>
                  </a:lnTo>
                  <a:lnTo>
                    <a:pt x="9384" y="219993"/>
                  </a:lnTo>
                  <a:lnTo>
                    <a:pt x="9781" y="221126"/>
                  </a:lnTo>
                  <a:lnTo>
                    <a:pt x="10127" y="222113"/>
                  </a:lnTo>
                  <a:lnTo>
                    <a:pt x="10354" y="222759"/>
                  </a:lnTo>
                  <a:lnTo>
                    <a:pt x="10573" y="223390"/>
                  </a:lnTo>
                  <a:lnTo>
                    <a:pt x="10751" y="223899"/>
                  </a:lnTo>
                  <a:lnTo>
                    <a:pt x="10960" y="224495"/>
                  </a:lnTo>
                  <a:lnTo>
                    <a:pt x="11364" y="225645"/>
                  </a:lnTo>
                  <a:lnTo>
                    <a:pt x="11484" y="225925"/>
                  </a:lnTo>
                  <a:lnTo>
                    <a:pt x="11591" y="226227"/>
                  </a:lnTo>
                  <a:lnTo>
                    <a:pt x="11774" y="226749"/>
                  </a:lnTo>
                  <a:lnTo>
                    <a:pt x="11863" y="226973"/>
                  </a:lnTo>
                  <a:lnTo>
                    <a:pt x="12036" y="227329"/>
                  </a:lnTo>
                  <a:lnTo>
                    <a:pt x="12509" y="228296"/>
                  </a:lnTo>
                  <a:lnTo>
                    <a:pt x="12830" y="228960"/>
                  </a:lnTo>
                  <a:lnTo>
                    <a:pt x="13298" y="229922"/>
                  </a:lnTo>
                  <a:lnTo>
                    <a:pt x="13614" y="230566"/>
                  </a:lnTo>
                  <a:lnTo>
                    <a:pt x="13876" y="231105"/>
                  </a:lnTo>
                  <a:lnTo>
                    <a:pt x="13815" y="231663"/>
                  </a:lnTo>
                  <a:lnTo>
                    <a:pt x="13792" y="231846"/>
                  </a:lnTo>
                  <a:lnTo>
                    <a:pt x="13677" y="232861"/>
                  </a:lnTo>
                  <a:lnTo>
                    <a:pt x="13609" y="233467"/>
                  </a:lnTo>
                  <a:lnTo>
                    <a:pt x="13535" y="234118"/>
                  </a:lnTo>
                  <a:lnTo>
                    <a:pt x="13474" y="234568"/>
                  </a:lnTo>
                  <a:lnTo>
                    <a:pt x="13369" y="235314"/>
                  </a:lnTo>
                  <a:lnTo>
                    <a:pt x="13273" y="236044"/>
                  </a:lnTo>
                  <a:lnTo>
                    <a:pt x="13115" y="237179"/>
                  </a:lnTo>
                  <a:lnTo>
                    <a:pt x="13036" y="237759"/>
                  </a:lnTo>
                  <a:lnTo>
                    <a:pt x="12916" y="238637"/>
                  </a:lnTo>
                  <a:lnTo>
                    <a:pt x="12830" y="239268"/>
                  </a:lnTo>
                  <a:lnTo>
                    <a:pt x="12787" y="239579"/>
                  </a:lnTo>
                  <a:lnTo>
                    <a:pt x="12675" y="240390"/>
                  </a:lnTo>
                  <a:lnTo>
                    <a:pt x="13107" y="240322"/>
                  </a:lnTo>
                  <a:lnTo>
                    <a:pt x="13863" y="240202"/>
                  </a:lnTo>
                  <a:lnTo>
                    <a:pt x="14934" y="240032"/>
                  </a:lnTo>
                  <a:lnTo>
                    <a:pt x="16023" y="239861"/>
                  </a:lnTo>
                  <a:lnTo>
                    <a:pt x="16815" y="239739"/>
                  </a:lnTo>
                  <a:lnTo>
                    <a:pt x="17863" y="239571"/>
                  </a:lnTo>
                  <a:lnTo>
                    <a:pt x="18443" y="239479"/>
                  </a:lnTo>
                  <a:lnTo>
                    <a:pt x="19598" y="239296"/>
                  </a:lnTo>
                  <a:lnTo>
                    <a:pt x="20173" y="239207"/>
                  </a:lnTo>
                  <a:lnTo>
                    <a:pt x="20718" y="239121"/>
                  </a:lnTo>
                  <a:lnTo>
                    <a:pt x="21407" y="239039"/>
                  </a:lnTo>
                  <a:lnTo>
                    <a:pt x="23013" y="238853"/>
                  </a:lnTo>
                  <a:lnTo>
                    <a:pt x="24173" y="238719"/>
                  </a:lnTo>
                  <a:lnTo>
                    <a:pt x="24647" y="238663"/>
                  </a:lnTo>
                  <a:lnTo>
                    <a:pt x="25352" y="238584"/>
                  </a:lnTo>
                  <a:lnTo>
                    <a:pt x="25878" y="238523"/>
                  </a:lnTo>
                  <a:lnTo>
                    <a:pt x="26463" y="238454"/>
                  </a:lnTo>
                  <a:lnTo>
                    <a:pt x="27189" y="238370"/>
                  </a:lnTo>
                  <a:lnTo>
                    <a:pt x="28133" y="238261"/>
                  </a:lnTo>
                  <a:lnTo>
                    <a:pt x="28553" y="238212"/>
                  </a:lnTo>
                  <a:lnTo>
                    <a:pt x="28848" y="238205"/>
                  </a:lnTo>
                  <a:lnTo>
                    <a:pt x="29413" y="238263"/>
                  </a:lnTo>
                  <a:lnTo>
                    <a:pt x="30621" y="238322"/>
                  </a:lnTo>
                  <a:lnTo>
                    <a:pt x="31458" y="238367"/>
                  </a:lnTo>
                  <a:lnTo>
                    <a:pt x="32667" y="238444"/>
                  </a:lnTo>
                  <a:lnTo>
                    <a:pt x="34906" y="238607"/>
                  </a:lnTo>
                  <a:lnTo>
                    <a:pt x="36018" y="238670"/>
                  </a:lnTo>
                  <a:lnTo>
                    <a:pt x="37950" y="238227"/>
                  </a:lnTo>
                  <a:lnTo>
                    <a:pt x="39107" y="237907"/>
                  </a:lnTo>
                  <a:lnTo>
                    <a:pt x="39369" y="237833"/>
                  </a:lnTo>
                  <a:lnTo>
                    <a:pt x="40637" y="237482"/>
                  </a:lnTo>
                  <a:lnTo>
                    <a:pt x="41263" y="237344"/>
                  </a:lnTo>
                  <a:lnTo>
                    <a:pt x="41576" y="237276"/>
                  </a:lnTo>
                  <a:lnTo>
                    <a:pt x="43250" y="236861"/>
                  </a:lnTo>
                  <a:lnTo>
                    <a:pt x="45492" y="236283"/>
                  </a:lnTo>
                  <a:lnTo>
                    <a:pt x="50629" y="238337"/>
                  </a:lnTo>
                  <a:lnTo>
                    <a:pt x="55329" y="240212"/>
                  </a:lnTo>
                  <a:lnTo>
                    <a:pt x="57199" y="241021"/>
                  </a:lnTo>
                  <a:lnTo>
                    <a:pt x="57535" y="241314"/>
                  </a:lnTo>
                  <a:lnTo>
                    <a:pt x="59428" y="242932"/>
                  </a:lnTo>
                  <a:lnTo>
                    <a:pt x="62606" y="245645"/>
                  </a:lnTo>
                  <a:lnTo>
                    <a:pt x="65031" y="247718"/>
                  </a:lnTo>
                  <a:lnTo>
                    <a:pt x="65293" y="247942"/>
                  </a:lnTo>
                  <a:lnTo>
                    <a:pt x="64476" y="253299"/>
                  </a:lnTo>
                  <a:lnTo>
                    <a:pt x="63469" y="259894"/>
                  </a:lnTo>
                  <a:lnTo>
                    <a:pt x="61194" y="269782"/>
                  </a:lnTo>
                  <a:lnTo>
                    <a:pt x="64937" y="281981"/>
                  </a:lnTo>
                  <a:lnTo>
                    <a:pt x="65138" y="283602"/>
                  </a:lnTo>
                  <a:lnTo>
                    <a:pt x="65288" y="284826"/>
                  </a:lnTo>
                  <a:lnTo>
                    <a:pt x="65568" y="287100"/>
                  </a:lnTo>
                  <a:lnTo>
                    <a:pt x="65647" y="287752"/>
                  </a:lnTo>
                  <a:lnTo>
                    <a:pt x="65634" y="288329"/>
                  </a:lnTo>
                  <a:lnTo>
                    <a:pt x="65601" y="289551"/>
                  </a:lnTo>
                  <a:lnTo>
                    <a:pt x="65571" y="290752"/>
                  </a:lnTo>
                  <a:lnTo>
                    <a:pt x="65540" y="291907"/>
                  </a:lnTo>
                  <a:lnTo>
                    <a:pt x="65512" y="293075"/>
                  </a:lnTo>
                  <a:lnTo>
                    <a:pt x="65479" y="294294"/>
                  </a:lnTo>
                  <a:lnTo>
                    <a:pt x="65459" y="295088"/>
                  </a:lnTo>
                  <a:lnTo>
                    <a:pt x="66347" y="295658"/>
                  </a:lnTo>
                  <a:lnTo>
                    <a:pt x="67291" y="296266"/>
                  </a:lnTo>
                  <a:lnTo>
                    <a:pt x="68242" y="296877"/>
                  </a:lnTo>
                  <a:lnTo>
                    <a:pt x="69337" y="297579"/>
                  </a:lnTo>
                  <a:lnTo>
                    <a:pt x="70812" y="298531"/>
                  </a:lnTo>
                  <a:lnTo>
                    <a:pt x="71879" y="299215"/>
                  </a:lnTo>
                  <a:lnTo>
                    <a:pt x="73818" y="300462"/>
                  </a:lnTo>
                  <a:lnTo>
                    <a:pt x="74225" y="300724"/>
                  </a:lnTo>
                  <a:lnTo>
                    <a:pt x="75451" y="301317"/>
                  </a:lnTo>
                  <a:lnTo>
                    <a:pt x="76047" y="301604"/>
                  </a:lnTo>
                  <a:lnTo>
                    <a:pt x="76553" y="301849"/>
                  </a:lnTo>
                  <a:lnTo>
                    <a:pt x="77034" y="302083"/>
                  </a:lnTo>
                  <a:lnTo>
                    <a:pt x="77540" y="302327"/>
                  </a:lnTo>
                  <a:lnTo>
                    <a:pt x="78141" y="302617"/>
                  </a:lnTo>
                  <a:lnTo>
                    <a:pt x="79164" y="303111"/>
                  </a:lnTo>
                  <a:lnTo>
                    <a:pt x="80790" y="303897"/>
                  </a:lnTo>
                  <a:lnTo>
                    <a:pt x="81377" y="304182"/>
                  </a:lnTo>
                  <a:lnTo>
                    <a:pt x="82421" y="304683"/>
                  </a:lnTo>
                  <a:lnTo>
                    <a:pt x="83622" y="305263"/>
                  </a:lnTo>
                  <a:lnTo>
                    <a:pt x="84176" y="305533"/>
                  </a:lnTo>
                  <a:lnTo>
                    <a:pt x="84749" y="305810"/>
                  </a:lnTo>
                  <a:lnTo>
                    <a:pt x="85288" y="306073"/>
                  </a:lnTo>
                  <a:lnTo>
                    <a:pt x="85858" y="306350"/>
                  </a:lnTo>
                  <a:lnTo>
                    <a:pt x="86912" y="306864"/>
                  </a:lnTo>
                  <a:lnTo>
                    <a:pt x="87416" y="307108"/>
                  </a:lnTo>
                  <a:lnTo>
                    <a:pt x="87871" y="306867"/>
                  </a:lnTo>
                  <a:lnTo>
                    <a:pt x="88958" y="306291"/>
                  </a:lnTo>
                  <a:lnTo>
                    <a:pt x="90044" y="305714"/>
                  </a:lnTo>
                  <a:lnTo>
                    <a:pt x="91092" y="305159"/>
                  </a:lnTo>
                  <a:lnTo>
                    <a:pt x="92726" y="304294"/>
                  </a:lnTo>
                  <a:lnTo>
                    <a:pt x="94263" y="303480"/>
                  </a:lnTo>
                  <a:lnTo>
                    <a:pt x="96899" y="302083"/>
                  </a:lnTo>
                  <a:lnTo>
                    <a:pt x="98024" y="301490"/>
                  </a:lnTo>
                  <a:lnTo>
                    <a:pt x="98627" y="301169"/>
                  </a:lnTo>
                  <a:lnTo>
                    <a:pt x="98797" y="301266"/>
                  </a:lnTo>
                  <a:lnTo>
                    <a:pt x="99833" y="301871"/>
                  </a:lnTo>
                  <a:lnTo>
                    <a:pt x="100909" y="302500"/>
                  </a:lnTo>
                  <a:lnTo>
                    <a:pt x="102184" y="303210"/>
                  </a:lnTo>
                  <a:lnTo>
                    <a:pt x="104166" y="304312"/>
                  </a:lnTo>
                  <a:lnTo>
                    <a:pt x="105215" y="304897"/>
                  </a:lnTo>
                  <a:lnTo>
                    <a:pt x="106026" y="305345"/>
                  </a:lnTo>
                  <a:lnTo>
                    <a:pt x="106713" y="305729"/>
                  </a:lnTo>
                  <a:lnTo>
                    <a:pt x="107217" y="306009"/>
                  </a:lnTo>
                  <a:lnTo>
                    <a:pt x="107360" y="306841"/>
                  </a:lnTo>
                  <a:lnTo>
                    <a:pt x="107459" y="307408"/>
                  </a:lnTo>
                  <a:lnTo>
                    <a:pt x="107762" y="309164"/>
                  </a:lnTo>
                  <a:lnTo>
                    <a:pt x="108146" y="311045"/>
                  </a:lnTo>
                  <a:lnTo>
                    <a:pt x="108808" y="315459"/>
                  </a:lnTo>
                  <a:lnTo>
                    <a:pt x="108886" y="316004"/>
                  </a:lnTo>
                  <a:lnTo>
                    <a:pt x="108965" y="316526"/>
                  </a:lnTo>
                  <a:lnTo>
                    <a:pt x="109100" y="317436"/>
                  </a:lnTo>
                  <a:lnTo>
                    <a:pt x="109222" y="318246"/>
                  </a:lnTo>
                  <a:lnTo>
                    <a:pt x="109321" y="318907"/>
                  </a:lnTo>
                  <a:lnTo>
                    <a:pt x="109573" y="319337"/>
                  </a:lnTo>
                  <a:lnTo>
                    <a:pt x="109978" y="320027"/>
                  </a:lnTo>
                  <a:lnTo>
                    <a:pt x="110428" y="320803"/>
                  </a:lnTo>
                  <a:lnTo>
                    <a:pt x="110919" y="321637"/>
                  </a:lnTo>
                  <a:lnTo>
                    <a:pt x="111194" y="322111"/>
                  </a:lnTo>
                  <a:lnTo>
                    <a:pt x="111329" y="322625"/>
                  </a:lnTo>
                  <a:lnTo>
                    <a:pt x="111482" y="323210"/>
                  </a:lnTo>
                  <a:lnTo>
                    <a:pt x="111642" y="323821"/>
                  </a:lnTo>
                  <a:lnTo>
                    <a:pt x="111930" y="324922"/>
                  </a:lnTo>
                  <a:lnTo>
                    <a:pt x="112261" y="326190"/>
                  </a:lnTo>
                  <a:lnTo>
                    <a:pt x="112551" y="327294"/>
                  </a:lnTo>
                  <a:lnTo>
                    <a:pt x="112869" y="328502"/>
                  </a:lnTo>
                  <a:lnTo>
                    <a:pt x="112879" y="329001"/>
                  </a:lnTo>
                  <a:lnTo>
                    <a:pt x="112024" y="329767"/>
                  </a:lnTo>
                  <a:lnTo>
                    <a:pt x="110062" y="331523"/>
                  </a:lnTo>
                  <a:lnTo>
                    <a:pt x="105897" y="335187"/>
                  </a:lnTo>
                  <a:lnTo>
                    <a:pt x="99917" y="334996"/>
                  </a:lnTo>
                  <a:lnTo>
                    <a:pt x="98329" y="334729"/>
                  </a:lnTo>
                  <a:lnTo>
                    <a:pt x="97950" y="334666"/>
                  </a:lnTo>
                  <a:lnTo>
                    <a:pt x="97729" y="334630"/>
                  </a:lnTo>
                  <a:lnTo>
                    <a:pt x="94953" y="331897"/>
                  </a:lnTo>
                  <a:lnTo>
                    <a:pt x="91831" y="333444"/>
                  </a:lnTo>
                  <a:lnTo>
                    <a:pt x="88929" y="334706"/>
                  </a:lnTo>
                  <a:lnTo>
                    <a:pt x="88866" y="336103"/>
                  </a:lnTo>
                  <a:lnTo>
                    <a:pt x="88859" y="336724"/>
                  </a:lnTo>
                  <a:lnTo>
                    <a:pt x="88843" y="337910"/>
                  </a:lnTo>
                  <a:lnTo>
                    <a:pt x="88825" y="339093"/>
                  </a:lnTo>
                  <a:lnTo>
                    <a:pt x="88813" y="340271"/>
                  </a:lnTo>
                  <a:lnTo>
                    <a:pt x="88805" y="340849"/>
                  </a:lnTo>
                  <a:lnTo>
                    <a:pt x="88795" y="341457"/>
                  </a:lnTo>
                  <a:lnTo>
                    <a:pt x="88787" y="342060"/>
                  </a:lnTo>
                  <a:lnTo>
                    <a:pt x="88930" y="342930"/>
                  </a:lnTo>
                  <a:lnTo>
                    <a:pt x="88594" y="343449"/>
                  </a:lnTo>
                  <a:lnTo>
                    <a:pt x="88599" y="343602"/>
                  </a:lnTo>
                  <a:lnTo>
                    <a:pt x="88713" y="343859"/>
                  </a:lnTo>
                  <a:lnTo>
                    <a:pt x="88876" y="344152"/>
                  </a:lnTo>
                  <a:lnTo>
                    <a:pt x="88935" y="344284"/>
                  </a:lnTo>
                  <a:lnTo>
                    <a:pt x="88981" y="344668"/>
                  </a:lnTo>
                  <a:lnTo>
                    <a:pt x="89024" y="344979"/>
                  </a:lnTo>
                  <a:lnTo>
                    <a:pt x="89059" y="345175"/>
                  </a:lnTo>
                  <a:lnTo>
                    <a:pt x="89001" y="345673"/>
                  </a:lnTo>
                  <a:lnTo>
                    <a:pt x="89146" y="345925"/>
                  </a:lnTo>
                  <a:lnTo>
                    <a:pt x="89278" y="345984"/>
                  </a:lnTo>
                  <a:lnTo>
                    <a:pt x="89227" y="346221"/>
                  </a:lnTo>
                  <a:lnTo>
                    <a:pt x="89194" y="346371"/>
                  </a:lnTo>
                  <a:lnTo>
                    <a:pt x="89199" y="346617"/>
                  </a:lnTo>
                  <a:lnTo>
                    <a:pt x="89230" y="346755"/>
                  </a:lnTo>
                  <a:lnTo>
                    <a:pt x="89098" y="347404"/>
                  </a:lnTo>
                  <a:lnTo>
                    <a:pt x="88879" y="348068"/>
                  </a:lnTo>
                  <a:lnTo>
                    <a:pt x="88647" y="348109"/>
                  </a:lnTo>
                  <a:lnTo>
                    <a:pt x="88365" y="348142"/>
                  </a:lnTo>
                  <a:lnTo>
                    <a:pt x="88263" y="348299"/>
                  </a:lnTo>
                  <a:lnTo>
                    <a:pt x="88232" y="348467"/>
                  </a:lnTo>
                  <a:lnTo>
                    <a:pt x="88189" y="348691"/>
                  </a:lnTo>
                  <a:lnTo>
                    <a:pt x="88202" y="349343"/>
                  </a:lnTo>
                  <a:lnTo>
                    <a:pt x="88263" y="349732"/>
                  </a:lnTo>
                  <a:lnTo>
                    <a:pt x="88296" y="350030"/>
                  </a:lnTo>
                  <a:lnTo>
                    <a:pt x="88337" y="350429"/>
                  </a:lnTo>
                  <a:lnTo>
                    <a:pt x="88474" y="350948"/>
                  </a:lnTo>
                  <a:lnTo>
                    <a:pt x="88561" y="351195"/>
                  </a:lnTo>
                  <a:lnTo>
                    <a:pt x="88668" y="351500"/>
                  </a:lnTo>
                  <a:lnTo>
                    <a:pt x="89169" y="352282"/>
                  </a:lnTo>
                  <a:lnTo>
                    <a:pt x="89286" y="352638"/>
                  </a:lnTo>
                  <a:lnTo>
                    <a:pt x="89492" y="352755"/>
                  </a:lnTo>
                  <a:lnTo>
                    <a:pt x="89785" y="352702"/>
                  </a:lnTo>
                  <a:lnTo>
                    <a:pt x="89830" y="352951"/>
                  </a:lnTo>
                  <a:lnTo>
                    <a:pt x="89965" y="353269"/>
                  </a:lnTo>
                  <a:lnTo>
                    <a:pt x="90724" y="354040"/>
                  </a:lnTo>
                  <a:lnTo>
                    <a:pt x="90713" y="354302"/>
                  </a:lnTo>
                  <a:lnTo>
                    <a:pt x="91154" y="354890"/>
                  </a:lnTo>
                  <a:lnTo>
                    <a:pt x="91296" y="354938"/>
                  </a:lnTo>
                  <a:lnTo>
                    <a:pt x="91708" y="355223"/>
                  </a:lnTo>
                  <a:lnTo>
                    <a:pt x="91848" y="355350"/>
                  </a:lnTo>
                  <a:lnTo>
                    <a:pt x="92036" y="355460"/>
                  </a:lnTo>
                  <a:lnTo>
                    <a:pt x="92306" y="355618"/>
                  </a:lnTo>
                  <a:lnTo>
                    <a:pt x="92604" y="355730"/>
                  </a:lnTo>
                  <a:lnTo>
                    <a:pt x="92846" y="356035"/>
                  </a:lnTo>
                  <a:lnTo>
                    <a:pt x="93087" y="356093"/>
                  </a:lnTo>
                  <a:lnTo>
                    <a:pt x="93271" y="356190"/>
                  </a:lnTo>
                  <a:lnTo>
                    <a:pt x="93449" y="356269"/>
                  </a:lnTo>
                  <a:lnTo>
                    <a:pt x="93708" y="356282"/>
                  </a:lnTo>
                  <a:lnTo>
                    <a:pt x="93835" y="356289"/>
                  </a:lnTo>
                  <a:lnTo>
                    <a:pt x="94153" y="356010"/>
                  </a:lnTo>
                  <a:lnTo>
                    <a:pt x="94271" y="355788"/>
                  </a:lnTo>
                  <a:lnTo>
                    <a:pt x="94407" y="355669"/>
                  </a:lnTo>
                  <a:lnTo>
                    <a:pt x="94704" y="355584"/>
                  </a:lnTo>
                  <a:lnTo>
                    <a:pt x="95010" y="355652"/>
                  </a:lnTo>
                  <a:lnTo>
                    <a:pt x="95745" y="356325"/>
                  </a:lnTo>
                  <a:lnTo>
                    <a:pt x="98017" y="360420"/>
                  </a:lnTo>
                  <a:lnTo>
                    <a:pt x="98653" y="360711"/>
                  </a:lnTo>
                  <a:lnTo>
                    <a:pt x="99531" y="360671"/>
                  </a:lnTo>
                  <a:lnTo>
                    <a:pt x="99801" y="360738"/>
                  </a:lnTo>
                  <a:lnTo>
                    <a:pt x="99990" y="360870"/>
                  </a:lnTo>
                  <a:lnTo>
                    <a:pt x="99979" y="361145"/>
                  </a:lnTo>
                  <a:lnTo>
                    <a:pt x="99919" y="361957"/>
                  </a:lnTo>
                  <a:lnTo>
                    <a:pt x="99792" y="362322"/>
                  </a:lnTo>
                  <a:lnTo>
                    <a:pt x="99544" y="362601"/>
                  </a:lnTo>
                  <a:lnTo>
                    <a:pt x="94758" y="367350"/>
                  </a:lnTo>
                  <a:lnTo>
                    <a:pt x="95191" y="369060"/>
                  </a:lnTo>
                  <a:lnTo>
                    <a:pt x="88352" y="370608"/>
                  </a:lnTo>
                  <a:lnTo>
                    <a:pt x="82138" y="376586"/>
                  </a:lnTo>
                  <a:lnTo>
                    <a:pt x="83171" y="377637"/>
                  </a:lnTo>
                  <a:lnTo>
                    <a:pt x="82243" y="379025"/>
                  </a:lnTo>
                  <a:lnTo>
                    <a:pt x="81452" y="379538"/>
                  </a:lnTo>
                  <a:lnTo>
                    <a:pt x="80223" y="380117"/>
                  </a:lnTo>
                  <a:lnTo>
                    <a:pt x="78505" y="381172"/>
                  </a:lnTo>
                  <a:lnTo>
                    <a:pt x="76875" y="381943"/>
                  </a:lnTo>
                  <a:lnTo>
                    <a:pt x="76012" y="382342"/>
                  </a:lnTo>
                  <a:lnTo>
                    <a:pt x="72843" y="383664"/>
                  </a:lnTo>
                  <a:lnTo>
                    <a:pt x="72291" y="383961"/>
                  </a:lnTo>
                  <a:lnTo>
                    <a:pt x="72013" y="384391"/>
                  </a:lnTo>
                  <a:lnTo>
                    <a:pt x="71413" y="385323"/>
                  </a:lnTo>
                  <a:lnTo>
                    <a:pt x="70929" y="386071"/>
                  </a:lnTo>
                  <a:lnTo>
                    <a:pt x="70230" y="387155"/>
                  </a:lnTo>
                  <a:lnTo>
                    <a:pt x="69660" y="388038"/>
                  </a:lnTo>
                  <a:lnTo>
                    <a:pt x="68672" y="387788"/>
                  </a:lnTo>
                  <a:lnTo>
                    <a:pt x="68143" y="387656"/>
                  </a:lnTo>
                  <a:lnTo>
                    <a:pt x="67479" y="387491"/>
                  </a:lnTo>
                  <a:lnTo>
                    <a:pt x="66957" y="387361"/>
                  </a:lnTo>
                  <a:lnTo>
                    <a:pt x="65766" y="387063"/>
                  </a:lnTo>
                  <a:lnTo>
                    <a:pt x="65204" y="386987"/>
                  </a:lnTo>
                  <a:lnTo>
                    <a:pt x="64550" y="386895"/>
                  </a:lnTo>
                  <a:lnTo>
                    <a:pt x="63678" y="386773"/>
                  </a:lnTo>
                  <a:lnTo>
                    <a:pt x="63614" y="387162"/>
                  </a:lnTo>
                  <a:lnTo>
                    <a:pt x="63576" y="387631"/>
                  </a:lnTo>
                  <a:lnTo>
                    <a:pt x="63586" y="387857"/>
                  </a:lnTo>
                  <a:lnTo>
                    <a:pt x="63596" y="388035"/>
                  </a:lnTo>
                  <a:lnTo>
                    <a:pt x="63665" y="388224"/>
                  </a:lnTo>
                  <a:lnTo>
                    <a:pt x="63853" y="388503"/>
                  </a:lnTo>
                  <a:lnTo>
                    <a:pt x="63991" y="388710"/>
                  </a:lnTo>
                  <a:lnTo>
                    <a:pt x="64128" y="388877"/>
                  </a:lnTo>
                  <a:lnTo>
                    <a:pt x="64354" y="389112"/>
                  </a:lnTo>
                  <a:lnTo>
                    <a:pt x="64841" y="389534"/>
                  </a:lnTo>
                  <a:lnTo>
                    <a:pt x="65372" y="389865"/>
                  </a:lnTo>
                  <a:lnTo>
                    <a:pt x="65828" y="390152"/>
                  </a:lnTo>
                  <a:lnTo>
                    <a:pt x="66655" y="390666"/>
                  </a:lnTo>
                  <a:lnTo>
                    <a:pt x="66807" y="390743"/>
                  </a:lnTo>
                  <a:lnTo>
                    <a:pt x="67024" y="390849"/>
                  </a:lnTo>
                  <a:lnTo>
                    <a:pt x="67204" y="390898"/>
                  </a:lnTo>
                  <a:lnTo>
                    <a:pt x="67426" y="390959"/>
                  </a:lnTo>
                  <a:lnTo>
                    <a:pt x="67619" y="390984"/>
                  </a:lnTo>
                  <a:lnTo>
                    <a:pt x="67970" y="391033"/>
                  </a:lnTo>
                  <a:lnTo>
                    <a:pt x="68372" y="391086"/>
                  </a:lnTo>
                  <a:lnTo>
                    <a:pt x="68548" y="391122"/>
                  </a:lnTo>
                  <a:lnTo>
                    <a:pt x="69108" y="391386"/>
                  </a:lnTo>
                  <a:lnTo>
                    <a:pt x="69561" y="391603"/>
                  </a:lnTo>
                  <a:lnTo>
                    <a:pt x="69517" y="391781"/>
                  </a:lnTo>
                  <a:lnTo>
                    <a:pt x="69375" y="392374"/>
                  </a:lnTo>
                  <a:lnTo>
                    <a:pt x="69240" y="392941"/>
                  </a:lnTo>
                  <a:lnTo>
                    <a:pt x="69105" y="393501"/>
                  </a:lnTo>
                  <a:lnTo>
                    <a:pt x="69047" y="393748"/>
                  </a:lnTo>
                  <a:lnTo>
                    <a:pt x="69006" y="394081"/>
                  </a:lnTo>
                  <a:lnTo>
                    <a:pt x="69067" y="394659"/>
                  </a:lnTo>
                  <a:lnTo>
                    <a:pt x="69128" y="395180"/>
                  </a:lnTo>
                  <a:lnTo>
                    <a:pt x="69194" y="395786"/>
                  </a:lnTo>
                  <a:lnTo>
                    <a:pt x="69265" y="396450"/>
                  </a:lnTo>
                  <a:lnTo>
                    <a:pt x="69339" y="397114"/>
                  </a:lnTo>
                  <a:lnTo>
                    <a:pt x="69751" y="399314"/>
                  </a:lnTo>
                  <a:lnTo>
                    <a:pt x="67129" y="402639"/>
                  </a:lnTo>
                  <a:lnTo>
                    <a:pt x="67061" y="403118"/>
                  </a:lnTo>
                  <a:lnTo>
                    <a:pt x="67265" y="403750"/>
                  </a:lnTo>
                  <a:lnTo>
                    <a:pt x="67418" y="404221"/>
                  </a:lnTo>
                  <a:lnTo>
                    <a:pt x="71407" y="403556"/>
                  </a:lnTo>
                  <a:lnTo>
                    <a:pt x="71595" y="405557"/>
                  </a:lnTo>
                  <a:lnTo>
                    <a:pt x="71659" y="406242"/>
                  </a:lnTo>
                  <a:lnTo>
                    <a:pt x="71715" y="406926"/>
                  </a:lnTo>
                  <a:lnTo>
                    <a:pt x="71866" y="408435"/>
                  </a:lnTo>
                  <a:lnTo>
                    <a:pt x="73836" y="413273"/>
                  </a:lnTo>
                  <a:lnTo>
                    <a:pt x="75247" y="416746"/>
                  </a:lnTo>
                  <a:lnTo>
                    <a:pt x="76658" y="420213"/>
                  </a:lnTo>
                  <a:lnTo>
                    <a:pt x="77741" y="422321"/>
                  </a:lnTo>
                  <a:lnTo>
                    <a:pt x="77248" y="423990"/>
                  </a:lnTo>
                  <a:lnTo>
                    <a:pt x="78619" y="424158"/>
                  </a:lnTo>
                  <a:lnTo>
                    <a:pt x="82001" y="426476"/>
                  </a:lnTo>
                  <a:lnTo>
                    <a:pt x="84031" y="427819"/>
                  </a:lnTo>
                  <a:lnTo>
                    <a:pt x="85209" y="428598"/>
                  </a:lnTo>
                  <a:lnTo>
                    <a:pt x="85874" y="429387"/>
                  </a:lnTo>
                  <a:lnTo>
                    <a:pt x="87558" y="430153"/>
                  </a:lnTo>
                  <a:lnTo>
                    <a:pt x="87833" y="430374"/>
                  </a:lnTo>
                  <a:lnTo>
                    <a:pt x="88087" y="430565"/>
                  </a:lnTo>
                  <a:lnTo>
                    <a:pt x="88586" y="430941"/>
                  </a:lnTo>
                  <a:lnTo>
                    <a:pt x="88787" y="431170"/>
                  </a:lnTo>
                  <a:lnTo>
                    <a:pt x="88907" y="431356"/>
                  </a:lnTo>
                  <a:lnTo>
                    <a:pt x="88978" y="431641"/>
                  </a:lnTo>
                  <a:lnTo>
                    <a:pt x="88973" y="431916"/>
                  </a:lnTo>
                  <a:lnTo>
                    <a:pt x="88986" y="432356"/>
                  </a:lnTo>
                  <a:lnTo>
                    <a:pt x="89617" y="433069"/>
                  </a:lnTo>
                  <a:lnTo>
                    <a:pt x="90003" y="433545"/>
                  </a:lnTo>
                  <a:lnTo>
                    <a:pt x="90263" y="433824"/>
                  </a:lnTo>
                  <a:lnTo>
                    <a:pt x="90484" y="434064"/>
                  </a:lnTo>
                  <a:lnTo>
                    <a:pt x="90670" y="434224"/>
                  </a:lnTo>
                  <a:lnTo>
                    <a:pt x="90856" y="434361"/>
                  </a:lnTo>
                  <a:lnTo>
                    <a:pt x="91276" y="434664"/>
                  </a:lnTo>
                  <a:lnTo>
                    <a:pt x="91553" y="434827"/>
                  </a:lnTo>
                  <a:lnTo>
                    <a:pt x="91690" y="434908"/>
                  </a:lnTo>
                  <a:lnTo>
                    <a:pt x="91879" y="435153"/>
                  </a:lnTo>
                  <a:lnTo>
                    <a:pt x="92021" y="435349"/>
                  </a:lnTo>
                  <a:lnTo>
                    <a:pt x="92187" y="435590"/>
                  </a:lnTo>
                  <a:lnTo>
                    <a:pt x="92301" y="435761"/>
                  </a:lnTo>
                  <a:lnTo>
                    <a:pt x="95019" y="433898"/>
                  </a:lnTo>
                  <a:lnTo>
                    <a:pt x="100683" y="431552"/>
                  </a:lnTo>
                  <a:lnTo>
                    <a:pt x="106121" y="441908"/>
                  </a:lnTo>
                  <a:lnTo>
                    <a:pt x="106545" y="442718"/>
                  </a:lnTo>
                  <a:lnTo>
                    <a:pt x="107138" y="444333"/>
                  </a:lnTo>
                  <a:lnTo>
                    <a:pt x="107245" y="444623"/>
                  </a:lnTo>
                  <a:lnTo>
                    <a:pt x="114680" y="450860"/>
                  </a:lnTo>
                  <a:lnTo>
                    <a:pt x="114838" y="450914"/>
                  </a:lnTo>
                  <a:lnTo>
                    <a:pt x="115141" y="451018"/>
                  </a:lnTo>
                  <a:lnTo>
                    <a:pt x="115550" y="451181"/>
                  </a:lnTo>
                  <a:lnTo>
                    <a:pt x="115830" y="451413"/>
                  </a:lnTo>
                  <a:lnTo>
                    <a:pt x="116136" y="451797"/>
                  </a:lnTo>
                  <a:lnTo>
                    <a:pt x="116260" y="452049"/>
                  </a:lnTo>
                  <a:lnTo>
                    <a:pt x="116528" y="452624"/>
                  </a:lnTo>
                  <a:lnTo>
                    <a:pt x="116703" y="453008"/>
                  </a:lnTo>
                  <a:lnTo>
                    <a:pt x="116869" y="453364"/>
                  </a:lnTo>
                  <a:lnTo>
                    <a:pt x="116998" y="453461"/>
                  </a:lnTo>
                  <a:lnTo>
                    <a:pt x="117161" y="453586"/>
                  </a:lnTo>
                  <a:lnTo>
                    <a:pt x="117423" y="453741"/>
                  </a:lnTo>
                  <a:lnTo>
                    <a:pt x="117591" y="453804"/>
                  </a:lnTo>
                  <a:lnTo>
                    <a:pt x="117942" y="453937"/>
                  </a:lnTo>
                  <a:lnTo>
                    <a:pt x="118179" y="454026"/>
                  </a:lnTo>
                  <a:lnTo>
                    <a:pt x="118454" y="454066"/>
                  </a:lnTo>
                  <a:lnTo>
                    <a:pt x="118581" y="454087"/>
                  </a:lnTo>
                  <a:lnTo>
                    <a:pt x="118808" y="454112"/>
                  </a:lnTo>
                  <a:lnTo>
                    <a:pt x="119113" y="454128"/>
                  </a:lnTo>
                  <a:lnTo>
                    <a:pt x="119296" y="454189"/>
                  </a:lnTo>
                  <a:lnTo>
                    <a:pt x="119713" y="454329"/>
                  </a:lnTo>
                  <a:lnTo>
                    <a:pt x="120054" y="454369"/>
                  </a:lnTo>
                  <a:lnTo>
                    <a:pt x="120324" y="454410"/>
                  </a:lnTo>
                  <a:lnTo>
                    <a:pt x="120993" y="454087"/>
                  </a:lnTo>
                  <a:lnTo>
                    <a:pt x="121487" y="453848"/>
                  </a:lnTo>
                  <a:lnTo>
                    <a:pt x="121696" y="453746"/>
                  </a:lnTo>
                  <a:lnTo>
                    <a:pt x="122009" y="453720"/>
                  </a:lnTo>
                  <a:lnTo>
                    <a:pt x="122156" y="453713"/>
                  </a:lnTo>
                  <a:lnTo>
                    <a:pt x="123635" y="454443"/>
                  </a:lnTo>
                  <a:lnTo>
                    <a:pt x="124510" y="454878"/>
                  </a:lnTo>
                  <a:lnTo>
                    <a:pt x="125169" y="454938"/>
                  </a:lnTo>
                  <a:lnTo>
                    <a:pt x="126009" y="455029"/>
                  </a:lnTo>
                  <a:lnTo>
                    <a:pt x="126006" y="455186"/>
                  </a:lnTo>
                  <a:lnTo>
                    <a:pt x="125991" y="455479"/>
                  </a:lnTo>
                  <a:lnTo>
                    <a:pt x="126067" y="455817"/>
                  </a:lnTo>
                  <a:lnTo>
                    <a:pt x="126032" y="455993"/>
                  </a:lnTo>
                  <a:lnTo>
                    <a:pt x="126049" y="456382"/>
                  </a:lnTo>
                  <a:lnTo>
                    <a:pt x="126131" y="456563"/>
                  </a:lnTo>
                  <a:lnTo>
                    <a:pt x="126271" y="456693"/>
                  </a:lnTo>
                  <a:lnTo>
                    <a:pt x="126731" y="456690"/>
                  </a:lnTo>
                  <a:lnTo>
                    <a:pt x="127525" y="456682"/>
                  </a:lnTo>
                  <a:lnTo>
                    <a:pt x="127752" y="456904"/>
                  </a:lnTo>
                  <a:lnTo>
                    <a:pt x="127889" y="456977"/>
                  </a:lnTo>
                  <a:lnTo>
                    <a:pt x="128083" y="457082"/>
                  </a:lnTo>
                  <a:lnTo>
                    <a:pt x="128261" y="457179"/>
                  </a:lnTo>
                  <a:lnTo>
                    <a:pt x="128480" y="457255"/>
                  </a:lnTo>
                  <a:lnTo>
                    <a:pt x="128637" y="457313"/>
                  </a:lnTo>
                  <a:lnTo>
                    <a:pt x="128836" y="457382"/>
                  </a:lnTo>
                  <a:lnTo>
                    <a:pt x="129205" y="457514"/>
                  </a:lnTo>
                  <a:lnTo>
                    <a:pt x="129391" y="457581"/>
                  </a:lnTo>
                  <a:lnTo>
                    <a:pt x="129553" y="457639"/>
                  </a:lnTo>
                  <a:lnTo>
                    <a:pt x="129714" y="457698"/>
                  </a:lnTo>
                  <a:lnTo>
                    <a:pt x="129917" y="457771"/>
                  </a:lnTo>
                  <a:lnTo>
                    <a:pt x="130103" y="457835"/>
                  </a:lnTo>
                  <a:lnTo>
                    <a:pt x="130248" y="457888"/>
                  </a:lnTo>
                  <a:lnTo>
                    <a:pt x="130394" y="457938"/>
                  </a:lnTo>
                  <a:lnTo>
                    <a:pt x="130831" y="458453"/>
                  </a:lnTo>
                  <a:lnTo>
                    <a:pt x="131067" y="458695"/>
                  </a:lnTo>
                  <a:lnTo>
                    <a:pt x="131253" y="458886"/>
                  </a:lnTo>
                  <a:lnTo>
                    <a:pt x="131373" y="459018"/>
                  </a:lnTo>
                  <a:lnTo>
                    <a:pt x="131498" y="459153"/>
                  </a:lnTo>
                  <a:lnTo>
                    <a:pt x="131706" y="459405"/>
                  </a:lnTo>
                  <a:lnTo>
                    <a:pt x="131917" y="459555"/>
                  </a:lnTo>
                  <a:lnTo>
                    <a:pt x="132083" y="459675"/>
                  </a:lnTo>
                  <a:lnTo>
                    <a:pt x="132276" y="459812"/>
                  </a:lnTo>
                  <a:lnTo>
                    <a:pt x="132421" y="459914"/>
                  </a:lnTo>
                  <a:lnTo>
                    <a:pt x="132515" y="460084"/>
                  </a:lnTo>
                  <a:lnTo>
                    <a:pt x="132597" y="460227"/>
                  </a:lnTo>
                  <a:lnTo>
                    <a:pt x="132719" y="460446"/>
                  </a:lnTo>
                  <a:lnTo>
                    <a:pt x="132844" y="460672"/>
                  </a:lnTo>
                  <a:lnTo>
                    <a:pt x="132958" y="460876"/>
                  </a:lnTo>
                  <a:lnTo>
                    <a:pt x="133034" y="461107"/>
                  </a:lnTo>
                  <a:lnTo>
                    <a:pt x="133124" y="461382"/>
                  </a:lnTo>
                  <a:lnTo>
                    <a:pt x="133192" y="461598"/>
                  </a:lnTo>
                  <a:lnTo>
                    <a:pt x="133246" y="461759"/>
                  </a:lnTo>
                  <a:lnTo>
                    <a:pt x="133335" y="462034"/>
                  </a:lnTo>
                  <a:lnTo>
                    <a:pt x="133411" y="462270"/>
                  </a:lnTo>
                  <a:lnTo>
                    <a:pt x="133500" y="462548"/>
                  </a:lnTo>
                  <a:lnTo>
                    <a:pt x="135075" y="462946"/>
                  </a:lnTo>
                  <a:lnTo>
                    <a:pt x="135631" y="463595"/>
                  </a:lnTo>
                  <a:lnTo>
                    <a:pt x="136560" y="464551"/>
                  </a:lnTo>
                  <a:lnTo>
                    <a:pt x="137338" y="465362"/>
                  </a:lnTo>
                  <a:lnTo>
                    <a:pt x="137849" y="465891"/>
                  </a:lnTo>
                  <a:lnTo>
                    <a:pt x="138504" y="466569"/>
                  </a:lnTo>
                  <a:lnTo>
                    <a:pt x="138507" y="466847"/>
                  </a:lnTo>
                  <a:lnTo>
                    <a:pt x="138506" y="467108"/>
                  </a:lnTo>
                  <a:lnTo>
                    <a:pt x="138516" y="467430"/>
                  </a:lnTo>
                  <a:lnTo>
                    <a:pt x="138695" y="467662"/>
                  </a:lnTo>
                  <a:lnTo>
                    <a:pt x="139205" y="468339"/>
                  </a:lnTo>
                  <a:lnTo>
                    <a:pt x="139627" y="468884"/>
                  </a:lnTo>
                  <a:lnTo>
                    <a:pt x="140096" y="469318"/>
                  </a:lnTo>
                  <a:lnTo>
                    <a:pt x="140741" y="469905"/>
                  </a:lnTo>
                  <a:lnTo>
                    <a:pt x="140798" y="470353"/>
                  </a:lnTo>
                  <a:lnTo>
                    <a:pt x="140901" y="470979"/>
                  </a:lnTo>
                  <a:lnTo>
                    <a:pt x="140741" y="471317"/>
                  </a:lnTo>
                  <a:lnTo>
                    <a:pt x="141228" y="472456"/>
                  </a:lnTo>
                  <a:lnTo>
                    <a:pt x="139505" y="475357"/>
                  </a:lnTo>
                  <a:lnTo>
                    <a:pt x="140744" y="476457"/>
                  </a:lnTo>
                  <a:lnTo>
                    <a:pt x="141724" y="477323"/>
                  </a:lnTo>
                  <a:lnTo>
                    <a:pt x="142289" y="477828"/>
                  </a:lnTo>
                  <a:lnTo>
                    <a:pt x="142937" y="478403"/>
                  </a:lnTo>
                  <a:lnTo>
                    <a:pt x="143110" y="478551"/>
                  </a:lnTo>
                  <a:lnTo>
                    <a:pt x="143643" y="479018"/>
                  </a:lnTo>
                  <a:lnTo>
                    <a:pt x="144085" y="479409"/>
                  </a:lnTo>
                  <a:lnTo>
                    <a:pt x="143935" y="479650"/>
                  </a:lnTo>
                  <a:lnTo>
                    <a:pt x="143560" y="480275"/>
                  </a:lnTo>
                  <a:lnTo>
                    <a:pt x="145948" y="481901"/>
                  </a:lnTo>
                  <a:lnTo>
                    <a:pt x="148694" y="483771"/>
                  </a:lnTo>
                  <a:lnTo>
                    <a:pt x="151262" y="484834"/>
                  </a:lnTo>
                  <a:lnTo>
                    <a:pt x="153917" y="485933"/>
                  </a:lnTo>
                  <a:lnTo>
                    <a:pt x="154326" y="486179"/>
                  </a:lnTo>
                  <a:lnTo>
                    <a:pt x="154640" y="486367"/>
                  </a:lnTo>
                  <a:lnTo>
                    <a:pt x="155082" y="486632"/>
                  </a:lnTo>
                  <a:lnTo>
                    <a:pt x="155564" y="486922"/>
                  </a:lnTo>
                  <a:lnTo>
                    <a:pt x="155982" y="487172"/>
                  </a:lnTo>
                  <a:lnTo>
                    <a:pt x="156641" y="487568"/>
                  </a:lnTo>
                  <a:lnTo>
                    <a:pt x="157225" y="487918"/>
                  </a:lnTo>
                  <a:lnTo>
                    <a:pt x="157806" y="488266"/>
                  </a:lnTo>
                  <a:lnTo>
                    <a:pt x="158064" y="488421"/>
                  </a:lnTo>
                  <a:lnTo>
                    <a:pt x="158908" y="488927"/>
                  </a:lnTo>
                  <a:lnTo>
                    <a:pt x="160192" y="489697"/>
                  </a:lnTo>
                  <a:lnTo>
                    <a:pt x="160487" y="489874"/>
                  </a:lnTo>
                  <a:lnTo>
                    <a:pt x="160812" y="490069"/>
                  </a:lnTo>
                  <a:lnTo>
                    <a:pt x="161405" y="490425"/>
                  </a:lnTo>
                  <a:lnTo>
                    <a:pt x="161943" y="490747"/>
                  </a:lnTo>
                  <a:lnTo>
                    <a:pt x="162447" y="491050"/>
                  </a:lnTo>
                  <a:lnTo>
                    <a:pt x="162669" y="491183"/>
                  </a:lnTo>
                  <a:lnTo>
                    <a:pt x="162947" y="491350"/>
                  </a:lnTo>
                  <a:lnTo>
                    <a:pt x="163499" y="491681"/>
                  </a:lnTo>
                  <a:lnTo>
                    <a:pt x="163951" y="491952"/>
                  </a:lnTo>
                  <a:lnTo>
                    <a:pt x="164669" y="492382"/>
                  </a:lnTo>
                  <a:lnTo>
                    <a:pt x="165305" y="492503"/>
                  </a:lnTo>
                  <a:lnTo>
                    <a:pt x="166664" y="492751"/>
                  </a:lnTo>
                  <a:lnTo>
                    <a:pt x="167516" y="492886"/>
                  </a:lnTo>
                  <a:lnTo>
                    <a:pt x="168544" y="493159"/>
                  </a:lnTo>
                  <a:lnTo>
                    <a:pt x="169023" y="493284"/>
                  </a:lnTo>
                  <a:lnTo>
                    <a:pt x="169678" y="493447"/>
                  </a:lnTo>
                  <a:lnTo>
                    <a:pt x="170118" y="493564"/>
                  </a:lnTo>
                  <a:lnTo>
                    <a:pt x="170682" y="493724"/>
                  </a:lnTo>
                  <a:lnTo>
                    <a:pt x="171122" y="493835"/>
                  </a:lnTo>
                  <a:lnTo>
                    <a:pt x="171386" y="493901"/>
                  </a:lnTo>
                  <a:lnTo>
                    <a:pt x="171658" y="493970"/>
                  </a:lnTo>
                  <a:lnTo>
                    <a:pt x="172077" y="494073"/>
                  </a:lnTo>
                  <a:lnTo>
                    <a:pt x="172299" y="494130"/>
                  </a:lnTo>
                  <a:lnTo>
                    <a:pt x="172604" y="494167"/>
                  </a:lnTo>
                  <a:lnTo>
                    <a:pt x="173544" y="494285"/>
                  </a:lnTo>
                  <a:lnTo>
                    <a:pt x="174504" y="494423"/>
                  </a:lnTo>
                  <a:lnTo>
                    <a:pt x="175037" y="494488"/>
                  </a:lnTo>
                  <a:lnTo>
                    <a:pt x="175731" y="495394"/>
                  </a:lnTo>
                  <a:lnTo>
                    <a:pt x="175658" y="495560"/>
                  </a:lnTo>
                  <a:lnTo>
                    <a:pt x="175501" y="495930"/>
                  </a:lnTo>
                  <a:lnTo>
                    <a:pt x="175492" y="496085"/>
                  </a:lnTo>
                  <a:lnTo>
                    <a:pt x="175400" y="496618"/>
                  </a:lnTo>
                  <a:lnTo>
                    <a:pt x="175448" y="496805"/>
                  </a:lnTo>
                  <a:lnTo>
                    <a:pt x="175590" y="497317"/>
                  </a:lnTo>
                  <a:lnTo>
                    <a:pt x="175617" y="497714"/>
                  </a:lnTo>
                  <a:lnTo>
                    <a:pt x="175694" y="498531"/>
                  </a:lnTo>
                  <a:lnTo>
                    <a:pt x="175903" y="498730"/>
                  </a:lnTo>
                  <a:lnTo>
                    <a:pt x="176068" y="499347"/>
                  </a:lnTo>
                  <a:lnTo>
                    <a:pt x="176043" y="499643"/>
                  </a:lnTo>
                  <a:lnTo>
                    <a:pt x="176293" y="499652"/>
                  </a:lnTo>
                  <a:lnTo>
                    <a:pt x="177086" y="500225"/>
                  </a:lnTo>
                  <a:lnTo>
                    <a:pt x="177397" y="500732"/>
                  </a:lnTo>
                  <a:lnTo>
                    <a:pt x="177428" y="500949"/>
                  </a:lnTo>
                  <a:lnTo>
                    <a:pt x="177423" y="501145"/>
                  </a:lnTo>
                  <a:lnTo>
                    <a:pt x="177435" y="501477"/>
                  </a:lnTo>
                  <a:lnTo>
                    <a:pt x="177722" y="502005"/>
                  </a:lnTo>
                  <a:lnTo>
                    <a:pt x="178221" y="502662"/>
                  </a:lnTo>
                  <a:lnTo>
                    <a:pt x="178120" y="503744"/>
                  </a:lnTo>
                  <a:lnTo>
                    <a:pt x="178073" y="504247"/>
                  </a:lnTo>
                  <a:lnTo>
                    <a:pt x="180213" y="505007"/>
                  </a:lnTo>
                  <a:lnTo>
                    <a:pt x="180660" y="505294"/>
                  </a:lnTo>
                  <a:lnTo>
                    <a:pt x="181259" y="505771"/>
                  </a:lnTo>
                  <a:lnTo>
                    <a:pt x="182405" y="506644"/>
                  </a:lnTo>
                  <a:lnTo>
                    <a:pt x="184036" y="507912"/>
                  </a:lnTo>
                  <a:lnTo>
                    <a:pt x="187615" y="510817"/>
                  </a:lnTo>
                  <a:lnTo>
                    <a:pt x="188564" y="510965"/>
                  </a:lnTo>
                  <a:lnTo>
                    <a:pt x="188864" y="511366"/>
                  </a:lnTo>
                  <a:lnTo>
                    <a:pt x="189979" y="512001"/>
                  </a:lnTo>
                  <a:lnTo>
                    <a:pt x="190580" y="511970"/>
                  </a:lnTo>
                  <a:lnTo>
                    <a:pt x="190852" y="512088"/>
                  </a:lnTo>
                  <a:lnTo>
                    <a:pt x="190848" y="512523"/>
                  </a:lnTo>
                  <a:lnTo>
                    <a:pt x="191166" y="512749"/>
                  </a:lnTo>
                  <a:lnTo>
                    <a:pt x="192086" y="513591"/>
                  </a:lnTo>
                  <a:lnTo>
                    <a:pt x="192270" y="513641"/>
                  </a:lnTo>
                  <a:lnTo>
                    <a:pt x="192600" y="513809"/>
                  </a:lnTo>
                  <a:lnTo>
                    <a:pt x="192960" y="514101"/>
                  </a:lnTo>
                  <a:lnTo>
                    <a:pt x="193230" y="514361"/>
                  </a:lnTo>
                  <a:lnTo>
                    <a:pt x="193702" y="514410"/>
                  </a:lnTo>
                  <a:lnTo>
                    <a:pt x="194046" y="514527"/>
                  </a:lnTo>
                  <a:lnTo>
                    <a:pt x="194097" y="514945"/>
                  </a:lnTo>
                  <a:lnTo>
                    <a:pt x="194567" y="515323"/>
                  </a:lnTo>
                  <a:lnTo>
                    <a:pt x="195086" y="515737"/>
                  </a:lnTo>
                  <a:lnTo>
                    <a:pt x="195381" y="515964"/>
                  </a:lnTo>
                  <a:lnTo>
                    <a:pt x="195776" y="516268"/>
                  </a:lnTo>
                  <a:lnTo>
                    <a:pt x="196705" y="516963"/>
                  </a:lnTo>
                  <a:lnTo>
                    <a:pt x="196975" y="517166"/>
                  </a:lnTo>
                  <a:lnTo>
                    <a:pt x="197299" y="517406"/>
                  </a:lnTo>
                  <a:lnTo>
                    <a:pt x="197760" y="517752"/>
                  </a:lnTo>
                  <a:lnTo>
                    <a:pt x="197902" y="517859"/>
                  </a:lnTo>
                  <a:lnTo>
                    <a:pt x="200279" y="519652"/>
                  </a:lnTo>
                  <a:lnTo>
                    <a:pt x="200513" y="519720"/>
                  </a:lnTo>
                  <a:lnTo>
                    <a:pt x="200799" y="519805"/>
                  </a:lnTo>
                  <a:lnTo>
                    <a:pt x="201084" y="519889"/>
                  </a:lnTo>
                  <a:lnTo>
                    <a:pt x="201263" y="519942"/>
                  </a:lnTo>
                  <a:lnTo>
                    <a:pt x="201410" y="519985"/>
                  </a:lnTo>
                  <a:lnTo>
                    <a:pt x="201615" y="520046"/>
                  </a:lnTo>
                  <a:lnTo>
                    <a:pt x="201835" y="520111"/>
                  </a:lnTo>
                  <a:lnTo>
                    <a:pt x="202139" y="520201"/>
                  </a:lnTo>
                  <a:lnTo>
                    <a:pt x="202425" y="520285"/>
                  </a:lnTo>
                  <a:lnTo>
                    <a:pt x="202716" y="520371"/>
                  </a:lnTo>
                  <a:lnTo>
                    <a:pt x="203069" y="520474"/>
                  </a:lnTo>
                  <a:lnTo>
                    <a:pt x="203528" y="520610"/>
                  </a:lnTo>
                  <a:lnTo>
                    <a:pt x="203738" y="520672"/>
                  </a:lnTo>
                  <a:lnTo>
                    <a:pt x="204057" y="520766"/>
                  </a:lnTo>
                  <a:lnTo>
                    <a:pt x="204324" y="520845"/>
                  </a:lnTo>
                  <a:lnTo>
                    <a:pt x="204521" y="520903"/>
                  </a:lnTo>
                  <a:lnTo>
                    <a:pt x="208053" y="523097"/>
                  </a:lnTo>
                  <a:lnTo>
                    <a:pt x="210022" y="525172"/>
                  </a:lnTo>
                  <a:lnTo>
                    <a:pt x="210425" y="525632"/>
                  </a:lnTo>
                  <a:lnTo>
                    <a:pt x="212393" y="527216"/>
                  </a:lnTo>
                  <a:lnTo>
                    <a:pt x="212468" y="527050"/>
                  </a:lnTo>
                  <a:lnTo>
                    <a:pt x="212752" y="527242"/>
                  </a:lnTo>
                  <a:lnTo>
                    <a:pt x="212905" y="527628"/>
                  </a:lnTo>
                  <a:lnTo>
                    <a:pt x="213049" y="527742"/>
                  </a:lnTo>
                  <a:lnTo>
                    <a:pt x="214004" y="528293"/>
                  </a:lnTo>
                  <a:lnTo>
                    <a:pt x="214117" y="528462"/>
                  </a:lnTo>
                  <a:lnTo>
                    <a:pt x="214132" y="528774"/>
                  </a:lnTo>
                  <a:lnTo>
                    <a:pt x="214134" y="529021"/>
                  </a:lnTo>
                  <a:lnTo>
                    <a:pt x="214123" y="529371"/>
                  </a:lnTo>
                  <a:lnTo>
                    <a:pt x="214115" y="529661"/>
                  </a:lnTo>
                  <a:lnTo>
                    <a:pt x="214262" y="529924"/>
                  </a:lnTo>
                  <a:lnTo>
                    <a:pt x="214389" y="530150"/>
                  </a:lnTo>
                  <a:lnTo>
                    <a:pt x="214981" y="531216"/>
                  </a:lnTo>
                  <a:lnTo>
                    <a:pt x="216724" y="534197"/>
                  </a:lnTo>
                  <a:lnTo>
                    <a:pt x="220223" y="535421"/>
                  </a:lnTo>
                  <a:lnTo>
                    <a:pt x="222387" y="535580"/>
                  </a:lnTo>
                  <a:lnTo>
                    <a:pt x="226884" y="537570"/>
                  </a:lnTo>
                  <a:lnTo>
                    <a:pt x="227180" y="538600"/>
                  </a:lnTo>
                  <a:lnTo>
                    <a:pt x="227817" y="540811"/>
                  </a:lnTo>
                  <a:lnTo>
                    <a:pt x="228063" y="541667"/>
                  </a:lnTo>
                  <a:lnTo>
                    <a:pt x="228316" y="542470"/>
                  </a:lnTo>
                  <a:lnTo>
                    <a:pt x="228881" y="543228"/>
                  </a:lnTo>
                  <a:lnTo>
                    <a:pt x="230748" y="545759"/>
                  </a:lnTo>
                  <a:lnTo>
                    <a:pt x="231123" y="546233"/>
                  </a:lnTo>
                  <a:lnTo>
                    <a:pt x="231745" y="547095"/>
                  </a:lnTo>
                  <a:lnTo>
                    <a:pt x="231708" y="547351"/>
                  </a:lnTo>
                  <a:lnTo>
                    <a:pt x="231459" y="549085"/>
                  </a:lnTo>
                  <a:lnTo>
                    <a:pt x="231248" y="550454"/>
                  </a:lnTo>
                  <a:lnTo>
                    <a:pt x="231227" y="550588"/>
                  </a:lnTo>
                  <a:lnTo>
                    <a:pt x="231206" y="550722"/>
                  </a:lnTo>
                  <a:lnTo>
                    <a:pt x="231155" y="551030"/>
                  </a:lnTo>
                  <a:lnTo>
                    <a:pt x="231125" y="551210"/>
                  </a:lnTo>
                  <a:lnTo>
                    <a:pt x="231047" y="551679"/>
                  </a:lnTo>
                  <a:lnTo>
                    <a:pt x="230968" y="552092"/>
                  </a:lnTo>
                  <a:lnTo>
                    <a:pt x="230765" y="553151"/>
                  </a:lnTo>
                  <a:lnTo>
                    <a:pt x="230044" y="554195"/>
                  </a:lnTo>
                  <a:lnTo>
                    <a:pt x="229721" y="554633"/>
                  </a:lnTo>
                  <a:lnTo>
                    <a:pt x="229481" y="554998"/>
                  </a:lnTo>
                  <a:lnTo>
                    <a:pt x="229186" y="555440"/>
                  </a:lnTo>
                  <a:lnTo>
                    <a:pt x="229037" y="555675"/>
                  </a:lnTo>
                  <a:lnTo>
                    <a:pt x="228988" y="556527"/>
                  </a:lnTo>
                  <a:lnTo>
                    <a:pt x="228977" y="556726"/>
                  </a:lnTo>
                  <a:lnTo>
                    <a:pt x="228961" y="556901"/>
                  </a:lnTo>
                  <a:lnTo>
                    <a:pt x="228956" y="557161"/>
                  </a:lnTo>
                  <a:lnTo>
                    <a:pt x="228925" y="557395"/>
                  </a:lnTo>
                  <a:lnTo>
                    <a:pt x="228917" y="557719"/>
                  </a:lnTo>
                  <a:lnTo>
                    <a:pt x="228911" y="557934"/>
                  </a:lnTo>
                  <a:lnTo>
                    <a:pt x="228902" y="558285"/>
                  </a:lnTo>
                  <a:lnTo>
                    <a:pt x="228888" y="558710"/>
                  </a:lnTo>
                  <a:lnTo>
                    <a:pt x="228877" y="558967"/>
                  </a:lnTo>
                  <a:lnTo>
                    <a:pt x="228870" y="559370"/>
                  </a:lnTo>
                  <a:lnTo>
                    <a:pt x="228852" y="559594"/>
                  </a:lnTo>
                  <a:lnTo>
                    <a:pt x="228843" y="559746"/>
                  </a:lnTo>
                  <a:lnTo>
                    <a:pt x="228824" y="560200"/>
                  </a:lnTo>
                  <a:lnTo>
                    <a:pt x="230278" y="562954"/>
                  </a:lnTo>
                  <a:lnTo>
                    <a:pt x="230830" y="563420"/>
                  </a:lnTo>
                  <a:lnTo>
                    <a:pt x="231250" y="563743"/>
                  </a:lnTo>
                  <a:lnTo>
                    <a:pt x="231431" y="563881"/>
                  </a:lnTo>
                  <a:lnTo>
                    <a:pt x="232009" y="564315"/>
                  </a:lnTo>
                  <a:lnTo>
                    <a:pt x="232398" y="564600"/>
                  </a:lnTo>
                  <a:lnTo>
                    <a:pt x="232699" y="564827"/>
                  </a:lnTo>
                  <a:lnTo>
                    <a:pt x="233057" y="565090"/>
                  </a:lnTo>
                  <a:lnTo>
                    <a:pt x="233114" y="565442"/>
                  </a:lnTo>
                  <a:lnTo>
                    <a:pt x="233159" y="565697"/>
                  </a:lnTo>
                  <a:lnTo>
                    <a:pt x="233216" y="566084"/>
                  </a:lnTo>
                  <a:lnTo>
                    <a:pt x="233276" y="566398"/>
                  </a:lnTo>
                  <a:lnTo>
                    <a:pt x="233321" y="566686"/>
                  </a:lnTo>
                  <a:lnTo>
                    <a:pt x="233353" y="566904"/>
                  </a:lnTo>
                  <a:lnTo>
                    <a:pt x="233392" y="567158"/>
                  </a:lnTo>
                  <a:lnTo>
                    <a:pt x="233423" y="567352"/>
                  </a:lnTo>
                  <a:lnTo>
                    <a:pt x="233467" y="567646"/>
                  </a:lnTo>
                  <a:lnTo>
                    <a:pt x="233509" y="567874"/>
                  </a:lnTo>
                  <a:lnTo>
                    <a:pt x="233583" y="568441"/>
                  </a:lnTo>
                  <a:lnTo>
                    <a:pt x="233664" y="568634"/>
                  </a:lnTo>
                  <a:lnTo>
                    <a:pt x="233805" y="568971"/>
                  </a:lnTo>
                  <a:lnTo>
                    <a:pt x="233972" y="569372"/>
                  </a:lnTo>
                  <a:lnTo>
                    <a:pt x="234101" y="569711"/>
                  </a:lnTo>
                  <a:lnTo>
                    <a:pt x="234177" y="569912"/>
                  </a:lnTo>
                  <a:lnTo>
                    <a:pt x="234337" y="570329"/>
                  </a:lnTo>
                  <a:lnTo>
                    <a:pt x="234206" y="571362"/>
                  </a:lnTo>
                  <a:lnTo>
                    <a:pt x="234044" y="571763"/>
                  </a:lnTo>
                  <a:lnTo>
                    <a:pt x="233967" y="571954"/>
                  </a:lnTo>
                  <a:lnTo>
                    <a:pt x="234092" y="575013"/>
                  </a:lnTo>
                  <a:lnTo>
                    <a:pt x="234100" y="575291"/>
                  </a:lnTo>
                  <a:lnTo>
                    <a:pt x="235121" y="577138"/>
                  </a:lnTo>
                  <a:lnTo>
                    <a:pt x="235247" y="577571"/>
                  </a:lnTo>
                  <a:lnTo>
                    <a:pt x="235328" y="577827"/>
                  </a:lnTo>
                  <a:lnTo>
                    <a:pt x="235577" y="578351"/>
                  </a:lnTo>
                  <a:lnTo>
                    <a:pt x="235863" y="578798"/>
                  </a:lnTo>
                  <a:lnTo>
                    <a:pt x="236247" y="579198"/>
                  </a:lnTo>
                  <a:lnTo>
                    <a:pt x="236522" y="579437"/>
                  </a:lnTo>
                  <a:lnTo>
                    <a:pt x="236881" y="579724"/>
                  </a:lnTo>
                  <a:lnTo>
                    <a:pt x="237386" y="580097"/>
                  </a:lnTo>
                  <a:lnTo>
                    <a:pt x="237817" y="580341"/>
                  </a:lnTo>
                  <a:lnTo>
                    <a:pt x="238320" y="580561"/>
                  </a:lnTo>
                  <a:lnTo>
                    <a:pt x="238799" y="580667"/>
                  </a:lnTo>
                  <a:lnTo>
                    <a:pt x="239195" y="580765"/>
                  </a:lnTo>
                  <a:lnTo>
                    <a:pt x="239813" y="580876"/>
                  </a:lnTo>
                  <a:lnTo>
                    <a:pt x="240239" y="580933"/>
                  </a:lnTo>
                  <a:lnTo>
                    <a:pt x="240660" y="580995"/>
                  </a:lnTo>
                  <a:lnTo>
                    <a:pt x="240873" y="581034"/>
                  </a:lnTo>
                  <a:lnTo>
                    <a:pt x="241076" y="581095"/>
                  </a:lnTo>
                  <a:lnTo>
                    <a:pt x="241285" y="581203"/>
                  </a:lnTo>
                  <a:lnTo>
                    <a:pt x="241436" y="581365"/>
                  </a:lnTo>
                  <a:lnTo>
                    <a:pt x="241532" y="581569"/>
                  </a:lnTo>
                  <a:lnTo>
                    <a:pt x="241561" y="581798"/>
                  </a:lnTo>
                  <a:lnTo>
                    <a:pt x="241687" y="582352"/>
                  </a:lnTo>
                  <a:lnTo>
                    <a:pt x="241662" y="583050"/>
                  </a:lnTo>
                  <a:lnTo>
                    <a:pt x="241632" y="583219"/>
                  </a:lnTo>
                  <a:lnTo>
                    <a:pt x="241683" y="583414"/>
                  </a:lnTo>
                  <a:lnTo>
                    <a:pt x="241756" y="583588"/>
                  </a:lnTo>
                  <a:lnTo>
                    <a:pt x="242114" y="584057"/>
                  </a:lnTo>
                  <a:lnTo>
                    <a:pt x="242424" y="584347"/>
                  </a:lnTo>
                  <a:lnTo>
                    <a:pt x="242668" y="584613"/>
                  </a:lnTo>
                  <a:lnTo>
                    <a:pt x="242795" y="584909"/>
                  </a:lnTo>
                  <a:lnTo>
                    <a:pt x="242879" y="585167"/>
                  </a:lnTo>
                  <a:lnTo>
                    <a:pt x="242874" y="585299"/>
                  </a:lnTo>
                  <a:lnTo>
                    <a:pt x="238846" y="593819"/>
                  </a:lnTo>
                  <a:lnTo>
                    <a:pt x="238879" y="594213"/>
                  </a:lnTo>
                  <a:lnTo>
                    <a:pt x="238858" y="594404"/>
                  </a:lnTo>
                  <a:lnTo>
                    <a:pt x="238837" y="594598"/>
                  </a:lnTo>
                  <a:lnTo>
                    <a:pt x="238815" y="594812"/>
                  </a:lnTo>
                  <a:lnTo>
                    <a:pt x="238791" y="595015"/>
                  </a:lnTo>
                  <a:lnTo>
                    <a:pt x="238724" y="595524"/>
                  </a:lnTo>
                  <a:lnTo>
                    <a:pt x="238738" y="595725"/>
                  </a:lnTo>
                  <a:lnTo>
                    <a:pt x="238813" y="595915"/>
                  </a:lnTo>
                  <a:lnTo>
                    <a:pt x="239717" y="599723"/>
                  </a:lnTo>
                  <a:lnTo>
                    <a:pt x="240584" y="600179"/>
                  </a:lnTo>
                  <a:lnTo>
                    <a:pt x="240745" y="600260"/>
                  </a:lnTo>
                  <a:lnTo>
                    <a:pt x="241580" y="600575"/>
                  </a:lnTo>
                  <a:lnTo>
                    <a:pt x="241800" y="600695"/>
                  </a:lnTo>
                  <a:lnTo>
                    <a:pt x="243063" y="600888"/>
                  </a:lnTo>
                  <a:lnTo>
                    <a:pt x="243192" y="600927"/>
                  </a:lnTo>
                  <a:lnTo>
                    <a:pt x="243522" y="601162"/>
                  </a:lnTo>
                  <a:lnTo>
                    <a:pt x="244020" y="601575"/>
                  </a:lnTo>
                  <a:lnTo>
                    <a:pt x="244588" y="602099"/>
                  </a:lnTo>
                  <a:lnTo>
                    <a:pt x="244912" y="602488"/>
                  </a:lnTo>
                  <a:lnTo>
                    <a:pt x="245050" y="602652"/>
                  </a:lnTo>
                  <a:lnTo>
                    <a:pt x="245695" y="603420"/>
                  </a:lnTo>
                  <a:lnTo>
                    <a:pt x="247102" y="605097"/>
                  </a:lnTo>
                  <a:lnTo>
                    <a:pt x="247319" y="605330"/>
                  </a:lnTo>
                  <a:lnTo>
                    <a:pt x="249619" y="606233"/>
                  </a:lnTo>
                  <a:lnTo>
                    <a:pt x="249856" y="606225"/>
                  </a:lnTo>
                  <a:lnTo>
                    <a:pt x="250410" y="606290"/>
                  </a:lnTo>
                  <a:lnTo>
                    <a:pt x="250990" y="606253"/>
                  </a:lnTo>
                  <a:lnTo>
                    <a:pt x="253515" y="605191"/>
                  </a:lnTo>
                  <a:lnTo>
                    <a:pt x="254334" y="605194"/>
                  </a:lnTo>
                  <a:lnTo>
                    <a:pt x="255323" y="605198"/>
                  </a:lnTo>
                  <a:lnTo>
                    <a:pt x="256620" y="605208"/>
                  </a:lnTo>
                  <a:lnTo>
                    <a:pt x="257165" y="605210"/>
                  </a:lnTo>
                  <a:lnTo>
                    <a:pt x="257495" y="605207"/>
                  </a:lnTo>
                  <a:lnTo>
                    <a:pt x="258263" y="605202"/>
                  </a:lnTo>
                  <a:lnTo>
                    <a:pt x="260307" y="605227"/>
                  </a:lnTo>
                  <a:lnTo>
                    <a:pt x="261337" y="605262"/>
                  </a:lnTo>
                  <a:lnTo>
                    <a:pt x="261877" y="605206"/>
                  </a:lnTo>
                  <a:lnTo>
                    <a:pt x="262678" y="605064"/>
                  </a:lnTo>
                  <a:lnTo>
                    <a:pt x="263969" y="604697"/>
                  </a:lnTo>
                  <a:lnTo>
                    <a:pt x="264668" y="604497"/>
                  </a:lnTo>
                  <a:lnTo>
                    <a:pt x="264907" y="604429"/>
                  </a:lnTo>
                  <a:lnTo>
                    <a:pt x="265184" y="604384"/>
                  </a:lnTo>
                  <a:lnTo>
                    <a:pt x="265390" y="604454"/>
                  </a:lnTo>
                  <a:lnTo>
                    <a:pt x="265613" y="605652"/>
                  </a:lnTo>
                  <a:lnTo>
                    <a:pt x="265648" y="605801"/>
                  </a:lnTo>
                  <a:lnTo>
                    <a:pt x="265732" y="606270"/>
                  </a:lnTo>
                  <a:lnTo>
                    <a:pt x="265671" y="611022"/>
                  </a:lnTo>
                  <a:lnTo>
                    <a:pt x="265610" y="611220"/>
                  </a:lnTo>
                  <a:lnTo>
                    <a:pt x="265605" y="611388"/>
                  </a:lnTo>
                  <a:lnTo>
                    <a:pt x="265648" y="611533"/>
                  </a:lnTo>
                  <a:lnTo>
                    <a:pt x="265862" y="611745"/>
                  </a:lnTo>
                  <a:lnTo>
                    <a:pt x="266015" y="611783"/>
                  </a:lnTo>
                  <a:lnTo>
                    <a:pt x="266193" y="611772"/>
                  </a:lnTo>
                  <a:lnTo>
                    <a:pt x="266348" y="611859"/>
                  </a:lnTo>
                  <a:lnTo>
                    <a:pt x="266422" y="612055"/>
                  </a:lnTo>
                  <a:lnTo>
                    <a:pt x="266396" y="612185"/>
                  </a:lnTo>
                  <a:lnTo>
                    <a:pt x="266361" y="612373"/>
                  </a:lnTo>
                  <a:lnTo>
                    <a:pt x="266366" y="612500"/>
                  </a:lnTo>
                  <a:lnTo>
                    <a:pt x="266407" y="612806"/>
                  </a:lnTo>
                  <a:lnTo>
                    <a:pt x="266437" y="612940"/>
                  </a:lnTo>
                  <a:lnTo>
                    <a:pt x="266442" y="613113"/>
                  </a:lnTo>
                  <a:lnTo>
                    <a:pt x="266424" y="613365"/>
                  </a:lnTo>
                  <a:lnTo>
                    <a:pt x="266340" y="613521"/>
                  </a:lnTo>
                  <a:lnTo>
                    <a:pt x="266213" y="613602"/>
                  </a:lnTo>
                  <a:lnTo>
                    <a:pt x="265956" y="613823"/>
                  </a:lnTo>
                  <a:lnTo>
                    <a:pt x="265763" y="613994"/>
                  </a:lnTo>
                  <a:lnTo>
                    <a:pt x="265653" y="614136"/>
                  </a:lnTo>
                  <a:lnTo>
                    <a:pt x="265526" y="614276"/>
                  </a:lnTo>
                  <a:lnTo>
                    <a:pt x="265351" y="614454"/>
                  </a:lnTo>
                  <a:lnTo>
                    <a:pt x="265213" y="614571"/>
                  </a:lnTo>
                  <a:lnTo>
                    <a:pt x="265048" y="615124"/>
                  </a:lnTo>
                  <a:lnTo>
                    <a:pt x="265132" y="615274"/>
                  </a:lnTo>
                  <a:lnTo>
                    <a:pt x="265394" y="615307"/>
                  </a:lnTo>
                  <a:lnTo>
                    <a:pt x="265816" y="615538"/>
                  </a:lnTo>
                  <a:lnTo>
                    <a:pt x="266015" y="615645"/>
                  </a:lnTo>
                  <a:lnTo>
                    <a:pt x="268273" y="616861"/>
                  </a:lnTo>
                  <a:lnTo>
                    <a:pt x="268450" y="617065"/>
                  </a:lnTo>
                  <a:lnTo>
                    <a:pt x="268760" y="617536"/>
                  </a:lnTo>
                  <a:lnTo>
                    <a:pt x="269987" y="618348"/>
                  </a:lnTo>
                  <a:lnTo>
                    <a:pt x="272946" y="620309"/>
                  </a:lnTo>
                  <a:lnTo>
                    <a:pt x="273618" y="620755"/>
                  </a:lnTo>
                  <a:lnTo>
                    <a:pt x="273824" y="620892"/>
                  </a:lnTo>
                  <a:lnTo>
                    <a:pt x="274086" y="621055"/>
                  </a:lnTo>
                  <a:lnTo>
                    <a:pt x="274977" y="621554"/>
                  </a:lnTo>
                  <a:lnTo>
                    <a:pt x="275913" y="622080"/>
                  </a:lnTo>
                  <a:lnTo>
                    <a:pt x="279295" y="623974"/>
                  </a:lnTo>
                  <a:lnTo>
                    <a:pt x="279216" y="624228"/>
                  </a:lnTo>
                  <a:lnTo>
                    <a:pt x="279211" y="624439"/>
                  </a:lnTo>
                  <a:lnTo>
                    <a:pt x="279277" y="624699"/>
                  </a:lnTo>
                  <a:lnTo>
                    <a:pt x="279348" y="624844"/>
                  </a:lnTo>
                  <a:lnTo>
                    <a:pt x="279597" y="624851"/>
                  </a:lnTo>
                  <a:lnTo>
                    <a:pt x="279890" y="624739"/>
                  </a:lnTo>
                  <a:lnTo>
                    <a:pt x="280068" y="624429"/>
                  </a:lnTo>
                  <a:lnTo>
                    <a:pt x="288679" y="629461"/>
                  </a:lnTo>
                  <a:lnTo>
                    <a:pt x="290137" y="630259"/>
                  </a:lnTo>
                  <a:lnTo>
                    <a:pt x="290475" y="630441"/>
                  </a:lnTo>
                  <a:lnTo>
                    <a:pt x="290974" y="630410"/>
                  </a:lnTo>
                  <a:lnTo>
                    <a:pt x="292043" y="630341"/>
                  </a:lnTo>
                  <a:lnTo>
                    <a:pt x="292411" y="630320"/>
                  </a:lnTo>
                  <a:lnTo>
                    <a:pt x="293807" y="630109"/>
                  </a:lnTo>
                  <a:lnTo>
                    <a:pt x="293945" y="630115"/>
                  </a:lnTo>
                  <a:lnTo>
                    <a:pt x="294206" y="630127"/>
                  </a:lnTo>
                  <a:lnTo>
                    <a:pt x="294478" y="630140"/>
                  </a:lnTo>
                  <a:lnTo>
                    <a:pt x="294591" y="629887"/>
                  </a:lnTo>
                  <a:lnTo>
                    <a:pt x="294682" y="629612"/>
                  </a:lnTo>
                  <a:lnTo>
                    <a:pt x="294752" y="629194"/>
                  </a:lnTo>
                  <a:lnTo>
                    <a:pt x="294746" y="629043"/>
                  </a:lnTo>
                  <a:lnTo>
                    <a:pt x="294759" y="628915"/>
                  </a:lnTo>
                  <a:lnTo>
                    <a:pt x="294721" y="628787"/>
                  </a:lnTo>
                  <a:lnTo>
                    <a:pt x="294417" y="619421"/>
                  </a:lnTo>
                  <a:lnTo>
                    <a:pt x="294613" y="618827"/>
                  </a:lnTo>
                  <a:lnTo>
                    <a:pt x="294054" y="604644"/>
                  </a:lnTo>
                  <a:lnTo>
                    <a:pt x="293942" y="603917"/>
                  </a:lnTo>
                  <a:lnTo>
                    <a:pt x="294988" y="600328"/>
                  </a:lnTo>
                  <a:lnTo>
                    <a:pt x="295086" y="600152"/>
                  </a:lnTo>
                  <a:lnTo>
                    <a:pt x="295165" y="600008"/>
                  </a:lnTo>
                  <a:lnTo>
                    <a:pt x="295295" y="599782"/>
                  </a:lnTo>
                  <a:lnTo>
                    <a:pt x="295369" y="599651"/>
                  </a:lnTo>
                  <a:lnTo>
                    <a:pt x="295474" y="599469"/>
                  </a:lnTo>
                  <a:lnTo>
                    <a:pt x="295664" y="599134"/>
                  </a:lnTo>
                  <a:lnTo>
                    <a:pt x="295798" y="598890"/>
                  </a:lnTo>
                  <a:lnTo>
                    <a:pt x="295869" y="598751"/>
                  </a:lnTo>
                  <a:lnTo>
                    <a:pt x="295981" y="598546"/>
                  </a:lnTo>
                  <a:lnTo>
                    <a:pt x="296060" y="598416"/>
                  </a:lnTo>
                  <a:lnTo>
                    <a:pt x="296246" y="598094"/>
                  </a:lnTo>
                  <a:lnTo>
                    <a:pt x="296320" y="597964"/>
                  </a:lnTo>
                  <a:lnTo>
                    <a:pt x="296419" y="597803"/>
                  </a:lnTo>
                  <a:lnTo>
                    <a:pt x="296523" y="597564"/>
                  </a:lnTo>
                  <a:lnTo>
                    <a:pt x="296583" y="597434"/>
                  </a:lnTo>
                  <a:lnTo>
                    <a:pt x="296922" y="596696"/>
                  </a:lnTo>
                  <a:lnTo>
                    <a:pt x="297124" y="596306"/>
                  </a:lnTo>
                  <a:lnTo>
                    <a:pt x="297272" y="596024"/>
                  </a:lnTo>
                  <a:lnTo>
                    <a:pt x="297656" y="595296"/>
                  </a:lnTo>
                  <a:lnTo>
                    <a:pt x="297799" y="595145"/>
                  </a:lnTo>
                  <a:lnTo>
                    <a:pt x="298491" y="594376"/>
                  </a:lnTo>
                  <a:lnTo>
                    <a:pt x="298614" y="594241"/>
                  </a:lnTo>
                  <a:lnTo>
                    <a:pt x="300517" y="598644"/>
                  </a:lnTo>
                  <a:lnTo>
                    <a:pt x="300788" y="598294"/>
                  </a:lnTo>
                  <a:lnTo>
                    <a:pt x="300916" y="598137"/>
                  </a:lnTo>
                  <a:lnTo>
                    <a:pt x="305149" y="594222"/>
                  </a:lnTo>
                  <a:lnTo>
                    <a:pt x="305983" y="593831"/>
                  </a:lnTo>
                  <a:lnTo>
                    <a:pt x="306984" y="593347"/>
                  </a:lnTo>
                  <a:lnTo>
                    <a:pt x="307658" y="592957"/>
                  </a:lnTo>
                  <a:lnTo>
                    <a:pt x="308575" y="592449"/>
                  </a:lnTo>
                  <a:lnTo>
                    <a:pt x="309593" y="582670"/>
                  </a:lnTo>
                  <a:lnTo>
                    <a:pt x="309358" y="582420"/>
                  </a:lnTo>
                  <a:lnTo>
                    <a:pt x="309240" y="582213"/>
                  </a:lnTo>
                  <a:lnTo>
                    <a:pt x="309151" y="582049"/>
                  </a:lnTo>
                  <a:lnTo>
                    <a:pt x="308996" y="581764"/>
                  </a:lnTo>
                  <a:lnTo>
                    <a:pt x="308899" y="581549"/>
                  </a:lnTo>
                  <a:lnTo>
                    <a:pt x="308837" y="581393"/>
                  </a:lnTo>
                  <a:lnTo>
                    <a:pt x="308803" y="581192"/>
                  </a:lnTo>
                  <a:lnTo>
                    <a:pt x="308785" y="580974"/>
                  </a:lnTo>
                  <a:lnTo>
                    <a:pt x="308812" y="580599"/>
                  </a:lnTo>
                  <a:lnTo>
                    <a:pt x="309158" y="580440"/>
                  </a:lnTo>
                  <a:lnTo>
                    <a:pt x="309587" y="580696"/>
                  </a:lnTo>
                  <a:lnTo>
                    <a:pt x="310441" y="580841"/>
                  </a:lnTo>
                  <a:lnTo>
                    <a:pt x="310568" y="580849"/>
                  </a:lnTo>
                  <a:lnTo>
                    <a:pt x="311005" y="580987"/>
                  </a:lnTo>
                  <a:lnTo>
                    <a:pt x="311164" y="581063"/>
                  </a:lnTo>
                  <a:lnTo>
                    <a:pt x="311357" y="580950"/>
                  </a:lnTo>
                  <a:lnTo>
                    <a:pt x="311677" y="580723"/>
                  </a:lnTo>
                  <a:lnTo>
                    <a:pt x="312247" y="580714"/>
                  </a:lnTo>
                  <a:lnTo>
                    <a:pt x="312474" y="580691"/>
                  </a:lnTo>
                  <a:lnTo>
                    <a:pt x="312870" y="580657"/>
                  </a:lnTo>
                  <a:lnTo>
                    <a:pt x="313357" y="580641"/>
                  </a:lnTo>
                  <a:lnTo>
                    <a:pt x="313812" y="580559"/>
                  </a:lnTo>
                  <a:lnTo>
                    <a:pt x="314049" y="580567"/>
                  </a:lnTo>
                  <a:lnTo>
                    <a:pt x="314241" y="580580"/>
                  </a:lnTo>
                  <a:lnTo>
                    <a:pt x="314433" y="580576"/>
                  </a:lnTo>
                  <a:lnTo>
                    <a:pt x="314572" y="580572"/>
                  </a:lnTo>
                  <a:lnTo>
                    <a:pt x="314959" y="580511"/>
                  </a:lnTo>
                  <a:lnTo>
                    <a:pt x="315368" y="580448"/>
                  </a:lnTo>
                  <a:lnTo>
                    <a:pt x="315724" y="580422"/>
                  </a:lnTo>
                  <a:lnTo>
                    <a:pt x="315918" y="580418"/>
                  </a:lnTo>
                  <a:lnTo>
                    <a:pt x="316070" y="580416"/>
                  </a:lnTo>
                  <a:lnTo>
                    <a:pt x="316234" y="580424"/>
                  </a:lnTo>
                  <a:lnTo>
                    <a:pt x="316703" y="580345"/>
                  </a:lnTo>
                  <a:lnTo>
                    <a:pt x="316858" y="580302"/>
                  </a:lnTo>
                  <a:lnTo>
                    <a:pt x="317193" y="580263"/>
                  </a:lnTo>
                  <a:lnTo>
                    <a:pt x="317614" y="580313"/>
                  </a:lnTo>
                  <a:lnTo>
                    <a:pt x="318214" y="580407"/>
                  </a:lnTo>
                  <a:lnTo>
                    <a:pt x="318526" y="580456"/>
                  </a:lnTo>
                  <a:lnTo>
                    <a:pt x="318671" y="580497"/>
                  </a:lnTo>
                  <a:lnTo>
                    <a:pt x="318906" y="580579"/>
                  </a:lnTo>
                  <a:lnTo>
                    <a:pt x="319174" y="580648"/>
                  </a:lnTo>
                  <a:lnTo>
                    <a:pt x="319541" y="580724"/>
                  </a:lnTo>
                  <a:lnTo>
                    <a:pt x="319747" y="580787"/>
                  </a:lnTo>
                  <a:lnTo>
                    <a:pt x="320318" y="580964"/>
                  </a:lnTo>
                  <a:lnTo>
                    <a:pt x="320624" y="581056"/>
                  </a:lnTo>
                  <a:lnTo>
                    <a:pt x="320765" y="581095"/>
                  </a:lnTo>
                  <a:lnTo>
                    <a:pt x="321026" y="581109"/>
                  </a:lnTo>
                  <a:lnTo>
                    <a:pt x="321309" y="581145"/>
                  </a:lnTo>
                  <a:lnTo>
                    <a:pt x="321497" y="581173"/>
                  </a:lnTo>
                  <a:lnTo>
                    <a:pt x="322017" y="581320"/>
                  </a:lnTo>
                  <a:lnTo>
                    <a:pt x="322194" y="581398"/>
                  </a:lnTo>
                  <a:lnTo>
                    <a:pt x="322345" y="581509"/>
                  </a:lnTo>
                  <a:lnTo>
                    <a:pt x="322837" y="581735"/>
                  </a:lnTo>
                  <a:lnTo>
                    <a:pt x="323013" y="581770"/>
                  </a:lnTo>
                  <a:lnTo>
                    <a:pt x="323352" y="581834"/>
                  </a:lnTo>
                  <a:lnTo>
                    <a:pt x="323712" y="581940"/>
                  </a:lnTo>
                  <a:lnTo>
                    <a:pt x="324129" y="582056"/>
                  </a:lnTo>
                  <a:lnTo>
                    <a:pt x="324422" y="582097"/>
                  </a:lnTo>
                  <a:lnTo>
                    <a:pt x="324868" y="582169"/>
                  </a:lnTo>
                  <a:lnTo>
                    <a:pt x="325447" y="582265"/>
                  </a:lnTo>
                  <a:lnTo>
                    <a:pt x="325660" y="582322"/>
                  </a:lnTo>
                  <a:lnTo>
                    <a:pt x="325807" y="582361"/>
                  </a:lnTo>
                  <a:lnTo>
                    <a:pt x="325967" y="582419"/>
                  </a:lnTo>
                  <a:lnTo>
                    <a:pt x="326220" y="582515"/>
                  </a:lnTo>
                  <a:lnTo>
                    <a:pt x="326420" y="582565"/>
                  </a:lnTo>
                  <a:lnTo>
                    <a:pt x="326596" y="582585"/>
                  </a:lnTo>
                  <a:lnTo>
                    <a:pt x="327353" y="583352"/>
                  </a:lnTo>
                  <a:lnTo>
                    <a:pt x="327624" y="583918"/>
                  </a:lnTo>
                  <a:lnTo>
                    <a:pt x="327729" y="584138"/>
                  </a:lnTo>
                  <a:lnTo>
                    <a:pt x="327938" y="584572"/>
                  </a:lnTo>
                  <a:lnTo>
                    <a:pt x="328013" y="584730"/>
                  </a:lnTo>
                  <a:lnTo>
                    <a:pt x="328189" y="585098"/>
                  </a:lnTo>
                  <a:lnTo>
                    <a:pt x="328308" y="585346"/>
                  </a:lnTo>
                  <a:lnTo>
                    <a:pt x="328377" y="585490"/>
                  </a:lnTo>
                  <a:lnTo>
                    <a:pt x="328453" y="585649"/>
                  </a:lnTo>
                  <a:lnTo>
                    <a:pt x="328763" y="586296"/>
                  </a:lnTo>
                  <a:lnTo>
                    <a:pt x="329071" y="586928"/>
                  </a:lnTo>
                  <a:lnTo>
                    <a:pt x="329152" y="587082"/>
                  </a:lnTo>
                  <a:lnTo>
                    <a:pt x="329485" y="587715"/>
                  </a:lnTo>
                  <a:lnTo>
                    <a:pt x="329800" y="588314"/>
                  </a:lnTo>
                  <a:lnTo>
                    <a:pt x="329975" y="588648"/>
                  </a:lnTo>
                  <a:lnTo>
                    <a:pt x="330623" y="589955"/>
                  </a:lnTo>
                  <a:lnTo>
                    <a:pt x="330726" y="590595"/>
                  </a:lnTo>
                  <a:lnTo>
                    <a:pt x="330889" y="591208"/>
                  </a:lnTo>
                  <a:lnTo>
                    <a:pt x="330926" y="591405"/>
                  </a:lnTo>
                  <a:lnTo>
                    <a:pt x="331344" y="592669"/>
                  </a:lnTo>
                  <a:lnTo>
                    <a:pt x="331415" y="593053"/>
                  </a:lnTo>
                  <a:lnTo>
                    <a:pt x="331443" y="593183"/>
                  </a:lnTo>
                  <a:lnTo>
                    <a:pt x="331474" y="593326"/>
                  </a:lnTo>
                  <a:lnTo>
                    <a:pt x="331579" y="593816"/>
                  </a:lnTo>
                  <a:lnTo>
                    <a:pt x="331613" y="593976"/>
                  </a:lnTo>
                  <a:lnTo>
                    <a:pt x="331689" y="594310"/>
                  </a:lnTo>
                  <a:lnTo>
                    <a:pt x="331737" y="594639"/>
                  </a:lnTo>
                  <a:lnTo>
                    <a:pt x="331773" y="594791"/>
                  </a:lnTo>
                  <a:lnTo>
                    <a:pt x="331810" y="594959"/>
                  </a:lnTo>
                  <a:lnTo>
                    <a:pt x="331841" y="595585"/>
                  </a:lnTo>
                  <a:lnTo>
                    <a:pt x="331918" y="595914"/>
                  </a:lnTo>
                  <a:lnTo>
                    <a:pt x="331975" y="596082"/>
                  </a:lnTo>
                  <a:lnTo>
                    <a:pt x="332079" y="596400"/>
                  </a:lnTo>
                  <a:lnTo>
                    <a:pt x="332416" y="596910"/>
                  </a:lnTo>
                  <a:lnTo>
                    <a:pt x="332454" y="597752"/>
                  </a:lnTo>
                  <a:lnTo>
                    <a:pt x="332482" y="598156"/>
                  </a:lnTo>
                  <a:lnTo>
                    <a:pt x="332529" y="598343"/>
                  </a:lnTo>
                  <a:lnTo>
                    <a:pt x="332589" y="598509"/>
                  </a:lnTo>
                  <a:lnTo>
                    <a:pt x="332631" y="598852"/>
                  </a:lnTo>
                  <a:lnTo>
                    <a:pt x="332691" y="599076"/>
                  </a:lnTo>
                  <a:lnTo>
                    <a:pt x="332772" y="599360"/>
                  </a:lnTo>
                  <a:lnTo>
                    <a:pt x="332868" y="599744"/>
                  </a:lnTo>
                  <a:lnTo>
                    <a:pt x="332964" y="600080"/>
                  </a:lnTo>
                  <a:lnTo>
                    <a:pt x="333017" y="600251"/>
                  </a:lnTo>
                  <a:lnTo>
                    <a:pt x="333067" y="600399"/>
                  </a:lnTo>
                  <a:lnTo>
                    <a:pt x="333145" y="600668"/>
                  </a:lnTo>
                  <a:lnTo>
                    <a:pt x="333197" y="600840"/>
                  </a:lnTo>
                  <a:lnTo>
                    <a:pt x="333271" y="601072"/>
                  </a:lnTo>
                  <a:lnTo>
                    <a:pt x="333319" y="601236"/>
                  </a:lnTo>
                  <a:lnTo>
                    <a:pt x="333366" y="601402"/>
                  </a:lnTo>
                  <a:lnTo>
                    <a:pt x="333436" y="601702"/>
                  </a:lnTo>
                  <a:lnTo>
                    <a:pt x="333507" y="601963"/>
                  </a:lnTo>
                  <a:lnTo>
                    <a:pt x="333520" y="602298"/>
                  </a:lnTo>
                  <a:lnTo>
                    <a:pt x="333570" y="602485"/>
                  </a:lnTo>
                  <a:lnTo>
                    <a:pt x="333500" y="602711"/>
                  </a:lnTo>
                  <a:lnTo>
                    <a:pt x="333532" y="602930"/>
                  </a:lnTo>
                  <a:lnTo>
                    <a:pt x="333569" y="603217"/>
                  </a:lnTo>
                  <a:lnTo>
                    <a:pt x="333613" y="603531"/>
                  </a:lnTo>
                  <a:lnTo>
                    <a:pt x="333655" y="603795"/>
                  </a:lnTo>
                  <a:lnTo>
                    <a:pt x="333842" y="603882"/>
                  </a:lnTo>
                  <a:lnTo>
                    <a:pt x="334016" y="603967"/>
                  </a:lnTo>
                  <a:lnTo>
                    <a:pt x="334355" y="604133"/>
                  </a:lnTo>
                  <a:lnTo>
                    <a:pt x="334657" y="604265"/>
                  </a:lnTo>
                  <a:lnTo>
                    <a:pt x="335010" y="604413"/>
                  </a:lnTo>
                  <a:lnTo>
                    <a:pt x="337244" y="610530"/>
                  </a:lnTo>
                  <a:lnTo>
                    <a:pt x="337432" y="610914"/>
                  </a:lnTo>
                  <a:lnTo>
                    <a:pt x="338021" y="611424"/>
                  </a:lnTo>
                  <a:lnTo>
                    <a:pt x="338535" y="611856"/>
                  </a:lnTo>
                  <a:lnTo>
                    <a:pt x="338795" y="612077"/>
                  </a:lnTo>
                  <a:lnTo>
                    <a:pt x="339216" y="612439"/>
                  </a:lnTo>
                  <a:lnTo>
                    <a:pt x="339442" y="612633"/>
                  </a:lnTo>
                  <a:lnTo>
                    <a:pt x="341336" y="614327"/>
                  </a:lnTo>
                  <a:lnTo>
                    <a:pt x="341554" y="615012"/>
                  </a:lnTo>
                  <a:lnTo>
                    <a:pt x="341581" y="615246"/>
                  </a:lnTo>
                  <a:lnTo>
                    <a:pt x="341554" y="615398"/>
                  </a:lnTo>
                  <a:lnTo>
                    <a:pt x="341535" y="615660"/>
                  </a:lnTo>
                  <a:lnTo>
                    <a:pt x="341460" y="615863"/>
                  </a:lnTo>
                  <a:lnTo>
                    <a:pt x="341529" y="616231"/>
                  </a:lnTo>
                  <a:lnTo>
                    <a:pt x="341562" y="616498"/>
                  </a:lnTo>
                  <a:lnTo>
                    <a:pt x="341575" y="616710"/>
                  </a:lnTo>
                  <a:lnTo>
                    <a:pt x="341591" y="616913"/>
                  </a:lnTo>
                  <a:lnTo>
                    <a:pt x="341647" y="617291"/>
                  </a:lnTo>
                  <a:lnTo>
                    <a:pt x="341650" y="617572"/>
                  </a:lnTo>
                  <a:lnTo>
                    <a:pt x="341787" y="618712"/>
                  </a:lnTo>
                  <a:lnTo>
                    <a:pt x="341811" y="619374"/>
                  </a:lnTo>
                  <a:lnTo>
                    <a:pt x="341846" y="619794"/>
                  </a:lnTo>
                  <a:lnTo>
                    <a:pt x="341956" y="620980"/>
                  </a:lnTo>
                  <a:lnTo>
                    <a:pt x="342158" y="621597"/>
                  </a:lnTo>
                  <a:lnTo>
                    <a:pt x="342397" y="621786"/>
                  </a:lnTo>
                  <a:lnTo>
                    <a:pt x="342575" y="622148"/>
                  </a:lnTo>
                  <a:lnTo>
                    <a:pt x="342674" y="622407"/>
                  </a:lnTo>
                  <a:lnTo>
                    <a:pt x="342545" y="622786"/>
                  </a:lnTo>
                  <a:lnTo>
                    <a:pt x="342613" y="623122"/>
                  </a:lnTo>
                  <a:lnTo>
                    <a:pt x="342660" y="623513"/>
                  </a:lnTo>
                  <a:lnTo>
                    <a:pt x="342682" y="623722"/>
                  </a:lnTo>
                  <a:lnTo>
                    <a:pt x="342725" y="623886"/>
                  </a:lnTo>
                  <a:lnTo>
                    <a:pt x="342816" y="624245"/>
                  </a:lnTo>
                  <a:lnTo>
                    <a:pt x="342958" y="624900"/>
                  </a:lnTo>
                  <a:lnTo>
                    <a:pt x="343211" y="625968"/>
                  </a:lnTo>
                  <a:lnTo>
                    <a:pt x="343226" y="626195"/>
                  </a:lnTo>
                  <a:lnTo>
                    <a:pt x="343297" y="627064"/>
                  </a:lnTo>
                  <a:lnTo>
                    <a:pt x="343407" y="627595"/>
                  </a:lnTo>
                  <a:lnTo>
                    <a:pt x="343388" y="627793"/>
                  </a:lnTo>
                  <a:lnTo>
                    <a:pt x="343148" y="628463"/>
                  </a:lnTo>
                  <a:lnTo>
                    <a:pt x="343074" y="628632"/>
                  </a:lnTo>
                  <a:lnTo>
                    <a:pt x="342884" y="629288"/>
                  </a:lnTo>
                  <a:lnTo>
                    <a:pt x="342839" y="629639"/>
                  </a:lnTo>
                  <a:lnTo>
                    <a:pt x="342808" y="629948"/>
                  </a:lnTo>
                  <a:lnTo>
                    <a:pt x="342804" y="630078"/>
                  </a:lnTo>
                  <a:lnTo>
                    <a:pt x="342763" y="630614"/>
                  </a:lnTo>
                  <a:lnTo>
                    <a:pt x="342777" y="630817"/>
                  </a:lnTo>
                  <a:lnTo>
                    <a:pt x="342885" y="631335"/>
                  </a:lnTo>
                  <a:lnTo>
                    <a:pt x="342917" y="631497"/>
                  </a:lnTo>
                  <a:lnTo>
                    <a:pt x="342879" y="632497"/>
                  </a:lnTo>
                  <a:lnTo>
                    <a:pt x="342825" y="632841"/>
                  </a:lnTo>
                  <a:lnTo>
                    <a:pt x="342992" y="633554"/>
                  </a:lnTo>
                  <a:lnTo>
                    <a:pt x="343080" y="634120"/>
                  </a:lnTo>
                  <a:lnTo>
                    <a:pt x="343169" y="634858"/>
                  </a:lnTo>
                  <a:lnTo>
                    <a:pt x="343174" y="635012"/>
                  </a:lnTo>
                  <a:lnTo>
                    <a:pt x="343179" y="635250"/>
                  </a:lnTo>
                  <a:lnTo>
                    <a:pt x="343265" y="637875"/>
                  </a:lnTo>
                  <a:lnTo>
                    <a:pt x="343255" y="638103"/>
                  </a:lnTo>
                  <a:lnTo>
                    <a:pt x="343280" y="638291"/>
                  </a:lnTo>
                  <a:lnTo>
                    <a:pt x="343318" y="638545"/>
                  </a:lnTo>
                  <a:lnTo>
                    <a:pt x="343327" y="638708"/>
                  </a:lnTo>
                  <a:lnTo>
                    <a:pt x="343366" y="639164"/>
                  </a:lnTo>
                  <a:lnTo>
                    <a:pt x="343367" y="639497"/>
                  </a:lnTo>
                  <a:lnTo>
                    <a:pt x="343328" y="639627"/>
                  </a:lnTo>
                  <a:lnTo>
                    <a:pt x="343329" y="640235"/>
                  </a:lnTo>
                  <a:lnTo>
                    <a:pt x="343337" y="640363"/>
                  </a:lnTo>
                  <a:lnTo>
                    <a:pt x="343362" y="640569"/>
                  </a:lnTo>
                  <a:lnTo>
                    <a:pt x="343382" y="640735"/>
                  </a:lnTo>
                  <a:lnTo>
                    <a:pt x="343451" y="641135"/>
                  </a:lnTo>
                  <a:lnTo>
                    <a:pt x="343481" y="641693"/>
                  </a:lnTo>
                  <a:lnTo>
                    <a:pt x="343487" y="641958"/>
                  </a:lnTo>
                  <a:lnTo>
                    <a:pt x="343537" y="642555"/>
                  </a:lnTo>
                  <a:lnTo>
                    <a:pt x="343626" y="642915"/>
                  </a:lnTo>
                  <a:lnTo>
                    <a:pt x="343675" y="643097"/>
                  </a:lnTo>
                  <a:lnTo>
                    <a:pt x="343712" y="643563"/>
                  </a:lnTo>
                  <a:lnTo>
                    <a:pt x="343766" y="643804"/>
                  </a:lnTo>
                  <a:lnTo>
                    <a:pt x="343867" y="644229"/>
                  </a:lnTo>
                  <a:lnTo>
                    <a:pt x="343824" y="644539"/>
                  </a:lnTo>
                  <a:lnTo>
                    <a:pt x="343853" y="644707"/>
                  </a:lnTo>
                  <a:lnTo>
                    <a:pt x="343915" y="644968"/>
                  </a:lnTo>
                  <a:lnTo>
                    <a:pt x="343963" y="645236"/>
                  </a:lnTo>
                  <a:lnTo>
                    <a:pt x="343911" y="645470"/>
                  </a:lnTo>
                  <a:lnTo>
                    <a:pt x="343924" y="645684"/>
                  </a:lnTo>
                  <a:lnTo>
                    <a:pt x="343907" y="646084"/>
                  </a:lnTo>
                  <a:lnTo>
                    <a:pt x="343886" y="646498"/>
                  </a:lnTo>
                  <a:lnTo>
                    <a:pt x="343879" y="646628"/>
                  </a:lnTo>
                  <a:lnTo>
                    <a:pt x="343869" y="646901"/>
                  </a:lnTo>
                  <a:lnTo>
                    <a:pt x="343869" y="647267"/>
                  </a:lnTo>
                  <a:lnTo>
                    <a:pt x="343969" y="647894"/>
                  </a:lnTo>
                  <a:lnTo>
                    <a:pt x="344050" y="648266"/>
                  </a:lnTo>
                  <a:lnTo>
                    <a:pt x="344150" y="648697"/>
                  </a:lnTo>
                  <a:lnTo>
                    <a:pt x="344237" y="649219"/>
                  </a:lnTo>
                  <a:lnTo>
                    <a:pt x="344271" y="649427"/>
                  </a:lnTo>
                  <a:lnTo>
                    <a:pt x="344313" y="649576"/>
                  </a:lnTo>
                  <a:lnTo>
                    <a:pt x="344316" y="649880"/>
                  </a:lnTo>
                  <a:lnTo>
                    <a:pt x="345162" y="649989"/>
                  </a:lnTo>
                  <a:lnTo>
                    <a:pt x="345405" y="650025"/>
                  </a:lnTo>
                  <a:lnTo>
                    <a:pt x="345660" y="650128"/>
                  </a:lnTo>
                  <a:lnTo>
                    <a:pt x="345243" y="652225"/>
                  </a:lnTo>
                  <a:lnTo>
                    <a:pt x="345731" y="652257"/>
                  </a:lnTo>
                  <a:lnTo>
                    <a:pt x="346027" y="652265"/>
                  </a:lnTo>
                  <a:lnTo>
                    <a:pt x="346629" y="652281"/>
                  </a:lnTo>
                  <a:lnTo>
                    <a:pt x="347262" y="652306"/>
                  </a:lnTo>
                  <a:lnTo>
                    <a:pt x="347601" y="652311"/>
                  </a:lnTo>
                  <a:lnTo>
                    <a:pt x="347791" y="652323"/>
                  </a:lnTo>
                  <a:lnTo>
                    <a:pt x="348130" y="652330"/>
                  </a:lnTo>
                  <a:lnTo>
                    <a:pt x="348485" y="652347"/>
                  </a:lnTo>
                  <a:lnTo>
                    <a:pt x="348993" y="652365"/>
                  </a:lnTo>
                  <a:lnTo>
                    <a:pt x="349157" y="652367"/>
                  </a:lnTo>
                  <a:lnTo>
                    <a:pt x="349359" y="652370"/>
                  </a:lnTo>
                  <a:lnTo>
                    <a:pt x="349868" y="652391"/>
                  </a:lnTo>
                  <a:lnTo>
                    <a:pt x="350007" y="652379"/>
                  </a:lnTo>
                  <a:lnTo>
                    <a:pt x="351652" y="652380"/>
                  </a:lnTo>
                  <a:lnTo>
                    <a:pt x="351830" y="652385"/>
                  </a:lnTo>
                  <a:lnTo>
                    <a:pt x="352061" y="652394"/>
                  </a:lnTo>
                  <a:lnTo>
                    <a:pt x="352814" y="652425"/>
                  </a:lnTo>
                  <a:lnTo>
                    <a:pt x="353222" y="652432"/>
                  </a:lnTo>
                  <a:lnTo>
                    <a:pt x="353555" y="652456"/>
                  </a:lnTo>
                  <a:lnTo>
                    <a:pt x="354156" y="652851"/>
                  </a:lnTo>
                  <a:lnTo>
                    <a:pt x="354451" y="653085"/>
                  </a:lnTo>
                  <a:lnTo>
                    <a:pt x="355044" y="653574"/>
                  </a:lnTo>
                  <a:lnTo>
                    <a:pt x="355183" y="653686"/>
                  </a:lnTo>
                  <a:lnTo>
                    <a:pt x="355460" y="653934"/>
                  </a:lnTo>
                  <a:lnTo>
                    <a:pt x="355805" y="654242"/>
                  </a:lnTo>
                  <a:lnTo>
                    <a:pt x="356162" y="654509"/>
                  </a:lnTo>
                  <a:lnTo>
                    <a:pt x="356507" y="654830"/>
                  </a:lnTo>
                  <a:lnTo>
                    <a:pt x="356811" y="655083"/>
                  </a:lnTo>
                  <a:lnTo>
                    <a:pt x="357323" y="655504"/>
                  </a:lnTo>
                  <a:lnTo>
                    <a:pt x="357891" y="655962"/>
                  </a:lnTo>
                  <a:lnTo>
                    <a:pt x="358121" y="656159"/>
                  </a:lnTo>
                  <a:lnTo>
                    <a:pt x="358252" y="656267"/>
                  </a:lnTo>
                  <a:lnTo>
                    <a:pt x="358604" y="656563"/>
                  </a:lnTo>
                  <a:lnTo>
                    <a:pt x="359251" y="657105"/>
                  </a:lnTo>
                  <a:lnTo>
                    <a:pt x="359456" y="657284"/>
                  </a:lnTo>
                  <a:lnTo>
                    <a:pt x="359746" y="657529"/>
                  </a:lnTo>
                  <a:lnTo>
                    <a:pt x="360433" y="658102"/>
                  </a:lnTo>
                  <a:lnTo>
                    <a:pt x="360590" y="658250"/>
                  </a:lnTo>
                  <a:lnTo>
                    <a:pt x="360966" y="658558"/>
                  </a:lnTo>
                  <a:lnTo>
                    <a:pt x="361318" y="658850"/>
                  </a:lnTo>
                  <a:lnTo>
                    <a:pt x="361618" y="659099"/>
                  </a:lnTo>
                  <a:lnTo>
                    <a:pt x="362197" y="659603"/>
                  </a:lnTo>
                  <a:lnTo>
                    <a:pt x="363393" y="660412"/>
                  </a:lnTo>
                  <a:lnTo>
                    <a:pt x="363578" y="660486"/>
                  </a:lnTo>
                  <a:lnTo>
                    <a:pt x="363646" y="660684"/>
                  </a:lnTo>
                  <a:lnTo>
                    <a:pt x="363779" y="660808"/>
                  </a:lnTo>
                  <a:lnTo>
                    <a:pt x="363915" y="661003"/>
                  </a:lnTo>
                  <a:lnTo>
                    <a:pt x="364175" y="660633"/>
                  </a:lnTo>
                  <a:lnTo>
                    <a:pt x="365194" y="660163"/>
                  </a:lnTo>
                  <a:lnTo>
                    <a:pt x="365741" y="659750"/>
                  </a:lnTo>
                  <a:lnTo>
                    <a:pt x="366256" y="659302"/>
                  </a:lnTo>
                  <a:lnTo>
                    <a:pt x="371002" y="658923"/>
                  </a:lnTo>
                  <a:lnTo>
                    <a:pt x="370220" y="664390"/>
                  </a:lnTo>
                  <a:lnTo>
                    <a:pt x="369989" y="665115"/>
                  </a:lnTo>
                  <a:lnTo>
                    <a:pt x="368641" y="669338"/>
                  </a:lnTo>
                  <a:lnTo>
                    <a:pt x="366808" y="672109"/>
                  </a:lnTo>
                  <a:lnTo>
                    <a:pt x="366809" y="674053"/>
                  </a:lnTo>
                  <a:lnTo>
                    <a:pt x="369160" y="675337"/>
                  </a:lnTo>
                  <a:lnTo>
                    <a:pt x="369550" y="675491"/>
                  </a:lnTo>
                  <a:lnTo>
                    <a:pt x="370286" y="675406"/>
                  </a:lnTo>
                  <a:lnTo>
                    <a:pt x="370894" y="675583"/>
                  </a:lnTo>
                  <a:lnTo>
                    <a:pt x="371035" y="675636"/>
                  </a:lnTo>
                  <a:lnTo>
                    <a:pt x="371181" y="675652"/>
                  </a:lnTo>
                  <a:lnTo>
                    <a:pt x="371602" y="675650"/>
                  </a:lnTo>
                  <a:lnTo>
                    <a:pt x="371779" y="675639"/>
                  </a:lnTo>
                  <a:lnTo>
                    <a:pt x="371984" y="675589"/>
                  </a:lnTo>
                  <a:lnTo>
                    <a:pt x="372814" y="675493"/>
                  </a:lnTo>
                  <a:lnTo>
                    <a:pt x="373098" y="675424"/>
                  </a:lnTo>
                  <a:lnTo>
                    <a:pt x="373542" y="675339"/>
                  </a:lnTo>
                  <a:lnTo>
                    <a:pt x="373557" y="675766"/>
                  </a:lnTo>
                  <a:lnTo>
                    <a:pt x="373581" y="676048"/>
                  </a:lnTo>
                  <a:lnTo>
                    <a:pt x="373596" y="676449"/>
                  </a:lnTo>
                  <a:lnTo>
                    <a:pt x="373393" y="676595"/>
                  </a:lnTo>
                  <a:lnTo>
                    <a:pt x="373693" y="676678"/>
                  </a:lnTo>
                  <a:lnTo>
                    <a:pt x="374277" y="676891"/>
                  </a:lnTo>
                  <a:lnTo>
                    <a:pt x="374451" y="676965"/>
                  </a:lnTo>
                  <a:lnTo>
                    <a:pt x="374639" y="676932"/>
                  </a:lnTo>
                  <a:lnTo>
                    <a:pt x="375499" y="676698"/>
                  </a:lnTo>
                  <a:lnTo>
                    <a:pt x="376275" y="676295"/>
                  </a:lnTo>
                  <a:lnTo>
                    <a:pt x="376476" y="676286"/>
                  </a:lnTo>
                  <a:lnTo>
                    <a:pt x="376707" y="676216"/>
                  </a:lnTo>
                  <a:lnTo>
                    <a:pt x="377031" y="676155"/>
                  </a:lnTo>
                  <a:lnTo>
                    <a:pt x="377250" y="676120"/>
                  </a:lnTo>
                  <a:lnTo>
                    <a:pt x="377845" y="676153"/>
                  </a:lnTo>
                  <a:lnTo>
                    <a:pt x="378029" y="676173"/>
                  </a:lnTo>
                  <a:lnTo>
                    <a:pt x="378721" y="676140"/>
                  </a:lnTo>
                  <a:lnTo>
                    <a:pt x="378957" y="676120"/>
                  </a:lnTo>
                  <a:lnTo>
                    <a:pt x="379699" y="675837"/>
                  </a:lnTo>
                  <a:lnTo>
                    <a:pt x="380330" y="675403"/>
                  </a:lnTo>
                  <a:lnTo>
                    <a:pt x="380564" y="674947"/>
                  </a:lnTo>
                  <a:lnTo>
                    <a:pt x="380999" y="674761"/>
                  </a:lnTo>
                  <a:lnTo>
                    <a:pt x="381287" y="674743"/>
                  </a:lnTo>
                  <a:lnTo>
                    <a:pt x="381464" y="674679"/>
                  </a:lnTo>
                  <a:lnTo>
                    <a:pt x="381653" y="674686"/>
                  </a:lnTo>
                  <a:lnTo>
                    <a:pt x="381793" y="674704"/>
                  </a:lnTo>
                  <a:lnTo>
                    <a:pt x="382052" y="674721"/>
                  </a:lnTo>
                  <a:lnTo>
                    <a:pt x="382685" y="674707"/>
                  </a:lnTo>
                  <a:lnTo>
                    <a:pt x="383212" y="674758"/>
                  </a:lnTo>
                  <a:lnTo>
                    <a:pt x="383470" y="674694"/>
                  </a:lnTo>
                  <a:lnTo>
                    <a:pt x="383777" y="674423"/>
                  </a:lnTo>
                  <a:lnTo>
                    <a:pt x="383918" y="674421"/>
                  </a:lnTo>
                  <a:lnTo>
                    <a:pt x="384199" y="674328"/>
                  </a:lnTo>
                  <a:lnTo>
                    <a:pt x="384444" y="674392"/>
                  </a:lnTo>
                  <a:lnTo>
                    <a:pt x="384731" y="674391"/>
                  </a:lnTo>
                  <a:lnTo>
                    <a:pt x="385026" y="674437"/>
                  </a:lnTo>
                  <a:lnTo>
                    <a:pt x="385532" y="674408"/>
                  </a:lnTo>
                  <a:lnTo>
                    <a:pt x="385672" y="674277"/>
                  </a:lnTo>
                  <a:lnTo>
                    <a:pt x="385881" y="674133"/>
                  </a:lnTo>
                  <a:lnTo>
                    <a:pt x="386062" y="674174"/>
                  </a:lnTo>
                  <a:lnTo>
                    <a:pt x="386272" y="674179"/>
                  </a:lnTo>
                  <a:lnTo>
                    <a:pt x="386585" y="674196"/>
                  </a:lnTo>
                  <a:lnTo>
                    <a:pt x="386810" y="674162"/>
                  </a:lnTo>
                  <a:lnTo>
                    <a:pt x="387187" y="674240"/>
                  </a:lnTo>
                  <a:lnTo>
                    <a:pt x="388268" y="674337"/>
                  </a:lnTo>
                  <a:lnTo>
                    <a:pt x="389489" y="675197"/>
                  </a:lnTo>
                  <a:lnTo>
                    <a:pt x="389470" y="674928"/>
                  </a:lnTo>
                  <a:lnTo>
                    <a:pt x="389461" y="674763"/>
                  </a:lnTo>
                  <a:lnTo>
                    <a:pt x="389347" y="674370"/>
                  </a:lnTo>
                  <a:lnTo>
                    <a:pt x="391892" y="674126"/>
                  </a:lnTo>
                  <a:lnTo>
                    <a:pt x="392210" y="673966"/>
                  </a:lnTo>
                  <a:lnTo>
                    <a:pt x="392521" y="674049"/>
                  </a:lnTo>
                  <a:lnTo>
                    <a:pt x="393274" y="674272"/>
                  </a:lnTo>
                  <a:lnTo>
                    <a:pt x="393801" y="674529"/>
                  </a:lnTo>
                  <a:lnTo>
                    <a:pt x="393831" y="675006"/>
                  </a:lnTo>
                  <a:lnTo>
                    <a:pt x="393766" y="675444"/>
                  </a:lnTo>
                  <a:lnTo>
                    <a:pt x="393888" y="676012"/>
                  </a:lnTo>
                  <a:lnTo>
                    <a:pt x="394832" y="675759"/>
                  </a:lnTo>
                  <a:lnTo>
                    <a:pt x="395550" y="675155"/>
                  </a:lnTo>
                  <a:lnTo>
                    <a:pt x="395743" y="675358"/>
                  </a:lnTo>
                  <a:lnTo>
                    <a:pt x="396086" y="675220"/>
                  </a:lnTo>
                  <a:lnTo>
                    <a:pt x="396361" y="675226"/>
                  </a:lnTo>
                  <a:lnTo>
                    <a:pt x="397938" y="676745"/>
                  </a:lnTo>
                  <a:lnTo>
                    <a:pt x="398274" y="676247"/>
                  </a:lnTo>
                  <a:lnTo>
                    <a:pt x="398449" y="676215"/>
                  </a:lnTo>
                  <a:lnTo>
                    <a:pt x="398737" y="676110"/>
                  </a:lnTo>
                  <a:lnTo>
                    <a:pt x="399024" y="676048"/>
                  </a:lnTo>
                  <a:lnTo>
                    <a:pt x="399306" y="676007"/>
                  </a:lnTo>
                  <a:lnTo>
                    <a:pt x="399578" y="675954"/>
                  </a:lnTo>
                  <a:lnTo>
                    <a:pt x="399862" y="676072"/>
                  </a:lnTo>
                  <a:lnTo>
                    <a:pt x="399818" y="676653"/>
                  </a:lnTo>
                  <a:lnTo>
                    <a:pt x="399805" y="676945"/>
                  </a:lnTo>
                  <a:lnTo>
                    <a:pt x="399937" y="677255"/>
                  </a:lnTo>
                  <a:lnTo>
                    <a:pt x="399974" y="677392"/>
                  </a:lnTo>
                  <a:lnTo>
                    <a:pt x="399972" y="677561"/>
                  </a:lnTo>
                  <a:lnTo>
                    <a:pt x="400037" y="677862"/>
                  </a:lnTo>
                  <a:lnTo>
                    <a:pt x="400078" y="678109"/>
                  </a:lnTo>
                  <a:lnTo>
                    <a:pt x="400090" y="678305"/>
                  </a:lnTo>
                  <a:lnTo>
                    <a:pt x="400054" y="678566"/>
                  </a:lnTo>
                  <a:lnTo>
                    <a:pt x="400171" y="678779"/>
                  </a:lnTo>
                  <a:lnTo>
                    <a:pt x="400813" y="678446"/>
                  </a:lnTo>
                  <a:lnTo>
                    <a:pt x="400880" y="678251"/>
                  </a:lnTo>
                  <a:lnTo>
                    <a:pt x="401131" y="678006"/>
                  </a:lnTo>
                  <a:lnTo>
                    <a:pt x="401384" y="677931"/>
                  </a:lnTo>
                  <a:lnTo>
                    <a:pt x="401444" y="677644"/>
                  </a:lnTo>
                  <a:lnTo>
                    <a:pt x="401623" y="677012"/>
                  </a:lnTo>
                  <a:lnTo>
                    <a:pt x="402723" y="676884"/>
                  </a:lnTo>
                  <a:lnTo>
                    <a:pt x="403025" y="676870"/>
                  </a:lnTo>
                  <a:lnTo>
                    <a:pt x="403311" y="676772"/>
                  </a:lnTo>
                  <a:lnTo>
                    <a:pt x="403690" y="676608"/>
                  </a:lnTo>
                  <a:lnTo>
                    <a:pt x="403833" y="676147"/>
                  </a:lnTo>
                  <a:lnTo>
                    <a:pt x="404067" y="675563"/>
                  </a:lnTo>
                  <a:lnTo>
                    <a:pt x="404355" y="675285"/>
                  </a:lnTo>
                  <a:lnTo>
                    <a:pt x="404653" y="675311"/>
                  </a:lnTo>
                  <a:lnTo>
                    <a:pt x="405095" y="675371"/>
                  </a:lnTo>
                  <a:lnTo>
                    <a:pt x="405982" y="676136"/>
                  </a:lnTo>
                  <a:lnTo>
                    <a:pt x="406207" y="676060"/>
                  </a:lnTo>
                  <a:lnTo>
                    <a:pt x="406451" y="675967"/>
                  </a:lnTo>
                  <a:lnTo>
                    <a:pt x="406721" y="675900"/>
                  </a:lnTo>
                  <a:lnTo>
                    <a:pt x="407004" y="675831"/>
                  </a:lnTo>
                  <a:lnTo>
                    <a:pt x="407342" y="675776"/>
                  </a:lnTo>
                  <a:lnTo>
                    <a:pt x="408085" y="675540"/>
                  </a:lnTo>
                  <a:lnTo>
                    <a:pt x="408230" y="675491"/>
                  </a:lnTo>
                  <a:lnTo>
                    <a:pt x="408605" y="675438"/>
                  </a:lnTo>
                  <a:lnTo>
                    <a:pt x="408969" y="675362"/>
                  </a:lnTo>
                  <a:lnTo>
                    <a:pt x="411016" y="675524"/>
                  </a:lnTo>
                  <a:lnTo>
                    <a:pt x="411166" y="675232"/>
                  </a:lnTo>
                  <a:lnTo>
                    <a:pt x="411638" y="675569"/>
                  </a:lnTo>
                  <a:lnTo>
                    <a:pt x="411852" y="675549"/>
                  </a:lnTo>
                  <a:lnTo>
                    <a:pt x="411927" y="675174"/>
                  </a:lnTo>
                  <a:lnTo>
                    <a:pt x="412060" y="674884"/>
                  </a:lnTo>
                  <a:lnTo>
                    <a:pt x="412280" y="674752"/>
                  </a:lnTo>
                  <a:lnTo>
                    <a:pt x="412415" y="674749"/>
                  </a:lnTo>
                  <a:lnTo>
                    <a:pt x="412558" y="674662"/>
                  </a:lnTo>
                  <a:lnTo>
                    <a:pt x="412703" y="674576"/>
                  </a:lnTo>
                  <a:lnTo>
                    <a:pt x="412866" y="674451"/>
                  </a:lnTo>
                  <a:lnTo>
                    <a:pt x="413041" y="674227"/>
                  </a:lnTo>
                  <a:lnTo>
                    <a:pt x="413232" y="674324"/>
                  </a:lnTo>
                  <a:lnTo>
                    <a:pt x="413410" y="674408"/>
                  </a:lnTo>
                  <a:lnTo>
                    <a:pt x="413690" y="674581"/>
                  </a:lnTo>
                  <a:lnTo>
                    <a:pt x="414340" y="674792"/>
                  </a:lnTo>
                  <a:lnTo>
                    <a:pt x="414467" y="674779"/>
                  </a:lnTo>
                  <a:lnTo>
                    <a:pt x="414698" y="674414"/>
                  </a:lnTo>
                  <a:lnTo>
                    <a:pt x="414800" y="674249"/>
                  </a:lnTo>
                  <a:lnTo>
                    <a:pt x="414843" y="673841"/>
                  </a:lnTo>
                  <a:lnTo>
                    <a:pt x="414831" y="673670"/>
                  </a:lnTo>
                  <a:lnTo>
                    <a:pt x="414854" y="673454"/>
                  </a:lnTo>
                  <a:lnTo>
                    <a:pt x="414947" y="673196"/>
                  </a:lnTo>
                  <a:lnTo>
                    <a:pt x="415138" y="673070"/>
                  </a:lnTo>
                  <a:lnTo>
                    <a:pt x="415274" y="672705"/>
                  </a:lnTo>
                  <a:lnTo>
                    <a:pt x="415505" y="672463"/>
                  </a:lnTo>
                  <a:lnTo>
                    <a:pt x="415672" y="672380"/>
                  </a:lnTo>
                  <a:lnTo>
                    <a:pt x="415911" y="672257"/>
                  </a:lnTo>
                  <a:lnTo>
                    <a:pt x="416133" y="672239"/>
                  </a:lnTo>
                  <a:lnTo>
                    <a:pt x="416322" y="672279"/>
                  </a:lnTo>
                  <a:lnTo>
                    <a:pt x="416500" y="672377"/>
                  </a:lnTo>
                  <a:lnTo>
                    <a:pt x="416699" y="672519"/>
                  </a:lnTo>
                  <a:lnTo>
                    <a:pt x="416768" y="672664"/>
                  </a:lnTo>
                  <a:lnTo>
                    <a:pt x="417025" y="673201"/>
                  </a:lnTo>
                  <a:lnTo>
                    <a:pt x="417187" y="673747"/>
                  </a:lnTo>
                  <a:lnTo>
                    <a:pt x="416939" y="673898"/>
                  </a:lnTo>
                  <a:lnTo>
                    <a:pt x="416585" y="674992"/>
                  </a:lnTo>
                  <a:lnTo>
                    <a:pt x="417462" y="675711"/>
                  </a:lnTo>
                  <a:lnTo>
                    <a:pt x="418782" y="676794"/>
                  </a:lnTo>
                  <a:lnTo>
                    <a:pt x="419521" y="677405"/>
                  </a:lnTo>
                  <a:lnTo>
                    <a:pt x="421094" y="678705"/>
                  </a:lnTo>
                  <a:lnTo>
                    <a:pt x="422404" y="679762"/>
                  </a:lnTo>
                  <a:lnTo>
                    <a:pt x="425152" y="680099"/>
                  </a:lnTo>
                  <a:lnTo>
                    <a:pt x="434638" y="680622"/>
                  </a:lnTo>
                  <a:lnTo>
                    <a:pt x="436639" y="680709"/>
                  </a:lnTo>
                  <a:lnTo>
                    <a:pt x="437382" y="679504"/>
                  </a:lnTo>
                  <a:lnTo>
                    <a:pt x="437624" y="679126"/>
                  </a:lnTo>
                  <a:lnTo>
                    <a:pt x="437824" y="678823"/>
                  </a:lnTo>
                  <a:lnTo>
                    <a:pt x="437977" y="678759"/>
                  </a:lnTo>
                  <a:lnTo>
                    <a:pt x="438556" y="679284"/>
                  </a:lnTo>
                  <a:lnTo>
                    <a:pt x="438915" y="679587"/>
                  </a:lnTo>
                  <a:lnTo>
                    <a:pt x="439342" y="679428"/>
                  </a:lnTo>
                  <a:lnTo>
                    <a:pt x="440579" y="678132"/>
                  </a:lnTo>
                  <a:lnTo>
                    <a:pt x="440741" y="677968"/>
                  </a:lnTo>
                  <a:lnTo>
                    <a:pt x="441545" y="677154"/>
                  </a:lnTo>
                  <a:lnTo>
                    <a:pt x="441749" y="676956"/>
                  </a:lnTo>
                  <a:lnTo>
                    <a:pt x="442486" y="676202"/>
                  </a:lnTo>
                  <a:lnTo>
                    <a:pt x="442929" y="675757"/>
                  </a:lnTo>
                  <a:lnTo>
                    <a:pt x="443831" y="674889"/>
                  </a:lnTo>
                  <a:lnTo>
                    <a:pt x="444387" y="674378"/>
                  </a:lnTo>
                  <a:lnTo>
                    <a:pt x="444547" y="674229"/>
                  </a:lnTo>
                  <a:lnTo>
                    <a:pt x="445229" y="673642"/>
                  </a:lnTo>
                  <a:lnTo>
                    <a:pt x="445452" y="673445"/>
                  </a:lnTo>
                  <a:lnTo>
                    <a:pt x="445748" y="673165"/>
                  </a:lnTo>
                  <a:lnTo>
                    <a:pt x="445883" y="670129"/>
                  </a:lnTo>
                  <a:lnTo>
                    <a:pt x="445331" y="668171"/>
                  </a:lnTo>
                  <a:lnTo>
                    <a:pt x="444416" y="665160"/>
                  </a:lnTo>
                  <a:lnTo>
                    <a:pt x="443421" y="657893"/>
                  </a:lnTo>
                  <a:lnTo>
                    <a:pt x="443477" y="657733"/>
                  </a:lnTo>
                  <a:lnTo>
                    <a:pt x="442614" y="657011"/>
                  </a:lnTo>
                  <a:lnTo>
                    <a:pt x="442017" y="656502"/>
                  </a:lnTo>
                  <a:lnTo>
                    <a:pt x="434287" y="649866"/>
                  </a:lnTo>
                  <a:lnTo>
                    <a:pt x="432331" y="648201"/>
                  </a:lnTo>
                  <a:lnTo>
                    <a:pt x="431254" y="648771"/>
                  </a:lnTo>
                  <a:lnTo>
                    <a:pt x="430951" y="648935"/>
                  </a:lnTo>
                  <a:lnTo>
                    <a:pt x="430796" y="649017"/>
                  </a:lnTo>
                  <a:lnTo>
                    <a:pt x="430259" y="648920"/>
                  </a:lnTo>
                  <a:lnTo>
                    <a:pt x="426320" y="648208"/>
                  </a:lnTo>
                  <a:lnTo>
                    <a:pt x="425026" y="648074"/>
                  </a:lnTo>
                  <a:lnTo>
                    <a:pt x="420618" y="646202"/>
                  </a:lnTo>
                  <a:lnTo>
                    <a:pt x="418576" y="645336"/>
                  </a:lnTo>
                  <a:lnTo>
                    <a:pt x="413896" y="646035"/>
                  </a:lnTo>
                  <a:lnTo>
                    <a:pt x="412581" y="645401"/>
                  </a:lnTo>
                  <a:lnTo>
                    <a:pt x="411810" y="645030"/>
                  </a:lnTo>
                  <a:lnTo>
                    <a:pt x="414516" y="641357"/>
                  </a:lnTo>
                  <a:lnTo>
                    <a:pt x="415366" y="640885"/>
                  </a:lnTo>
                  <a:lnTo>
                    <a:pt x="417527" y="639688"/>
                  </a:lnTo>
                  <a:lnTo>
                    <a:pt x="416863" y="636641"/>
                  </a:lnTo>
                  <a:lnTo>
                    <a:pt x="416257" y="632392"/>
                  </a:lnTo>
                  <a:lnTo>
                    <a:pt x="416102" y="631313"/>
                  </a:lnTo>
                  <a:lnTo>
                    <a:pt x="415778" y="628977"/>
                  </a:lnTo>
                  <a:lnTo>
                    <a:pt x="415747" y="628757"/>
                  </a:lnTo>
                  <a:lnTo>
                    <a:pt x="419296" y="619848"/>
                  </a:lnTo>
                  <a:lnTo>
                    <a:pt x="419425" y="619979"/>
                  </a:lnTo>
                  <a:lnTo>
                    <a:pt x="419596" y="620170"/>
                  </a:lnTo>
                  <a:lnTo>
                    <a:pt x="419740" y="620331"/>
                  </a:lnTo>
                  <a:lnTo>
                    <a:pt x="419827" y="620464"/>
                  </a:lnTo>
                  <a:lnTo>
                    <a:pt x="420038" y="620773"/>
                  </a:lnTo>
                  <a:lnTo>
                    <a:pt x="420538" y="621403"/>
                  </a:lnTo>
                  <a:lnTo>
                    <a:pt x="420709" y="621537"/>
                  </a:lnTo>
                  <a:lnTo>
                    <a:pt x="420846" y="621733"/>
                  </a:lnTo>
                  <a:lnTo>
                    <a:pt x="421016" y="621969"/>
                  </a:lnTo>
                  <a:lnTo>
                    <a:pt x="421352" y="622596"/>
                  </a:lnTo>
                  <a:lnTo>
                    <a:pt x="421447" y="622807"/>
                  </a:lnTo>
                  <a:lnTo>
                    <a:pt x="421706" y="623493"/>
                  </a:lnTo>
                  <a:lnTo>
                    <a:pt x="421775" y="623642"/>
                  </a:lnTo>
                  <a:lnTo>
                    <a:pt x="421897" y="623917"/>
                  </a:lnTo>
                  <a:lnTo>
                    <a:pt x="422277" y="624531"/>
                  </a:lnTo>
                  <a:lnTo>
                    <a:pt x="422585" y="624993"/>
                  </a:lnTo>
                  <a:lnTo>
                    <a:pt x="422907" y="625478"/>
                  </a:lnTo>
                  <a:lnTo>
                    <a:pt x="423514" y="626412"/>
                  </a:lnTo>
                  <a:lnTo>
                    <a:pt x="423954" y="627127"/>
                  </a:lnTo>
                  <a:lnTo>
                    <a:pt x="424500" y="627909"/>
                  </a:lnTo>
                  <a:lnTo>
                    <a:pt x="424936" y="628432"/>
                  </a:lnTo>
                  <a:lnTo>
                    <a:pt x="425264" y="628827"/>
                  </a:lnTo>
                  <a:lnTo>
                    <a:pt x="425686" y="628925"/>
                  </a:lnTo>
                  <a:lnTo>
                    <a:pt x="425968" y="628984"/>
                  </a:lnTo>
                  <a:lnTo>
                    <a:pt x="426166" y="629021"/>
                  </a:lnTo>
                  <a:lnTo>
                    <a:pt x="426362" y="629153"/>
                  </a:lnTo>
                  <a:lnTo>
                    <a:pt x="426908" y="629497"/>
                  </a:lnTo>
                  <a:lnTo>
                    <a:pt x="427107" y="629707"/>
                  </a:lnTo>
                  <a:lnTo>
                    <a:pt x="427283" y="629845"/>
                  </a:lnTo>
                  <a:lnTo>
                    <a:pt x="427486" y="629955"/>
                  </a:lnTo>
                  <a:lnTo>
                    <a:pt x="427620" y="630104"/>
                  </a:lnTo>
                  <a:lnTo>
                    <a:pt x="427844" y="630354"/>
                  </a:lnTo>
                  <a:lnTo>
                    <a:pt x="427973" y="630404"/>
                  </a:lnTo>
                  <a:lnTo>
                    <a:pt x="428810" y="630267"/>
                  </a:lnTo>
                  <a:lnTo>
                    <a:pt x="428948" y="630260"/>
                  </a:lnTo>
                  <a:lnTo>
                    <a:pt x="429196" y="630354"/>
                  </a:lnTo>
                  <a:lnTo>
                    <a:pt x="429350" y="630425"/>
                  </a:lnTo>
                  <a:lnTo>
                    <a:pt x="430060" y="630735"/>
                  </a:lnTo>
                  <a:lnTo>
                    <a:pt x="430277" y="630813"/>
                  </a:lnTo>
                  <a:lnTo>
                    <a:pt x="430964" y="630982"/>
                  </a:lnTo>
                  <a:lnTo>
                    <a:pt x="435303" y="633863"/>
                  </a:lnTo>
                  <a:lnTo>
                    <a:pt x="435467" y="633884"/>
                  </a:lnTo>
                  <a:lnTo>
                    <a:pt x="435622" y="633887"/>
                  </a:lnTo>
                  <a:lnTo>
                    <a:pt x="435834" y="633907"/>
                  </a:lnTo>
                  <a:lnTo>
                    <a:pt x="436100" y="633944"/>
                  </a:lnTo>
                  <a:lnTo>
                    <a:pt x="436617" y="633985"/>
                  </a:lnTo>
                  <a:lnTo>
                    <a:pt x="436899" y="633989"/>
                  </a:lnTo>
                  <a:lnTo>
                    <a:pt x="437100" y="633980"/>
                  </a:lnTo>
                  <a:lnTo>
                    <a:pt x="437897" y="633915"/>
                  </a:lnTo>
                  <a:lnTo>
                    <a:pt x="438543" y="633773"/>
                  </a:lnTo>
                  <a:lnTo>
                    <a:pt x="438774" y="633711"/>
                  </a:lnTo>
                  <a:lnTo>
                    <a:pt x="438934" y="633703"/>
                  </a:lnTo>
                  <a:lnTo>
                    <a:pt x="439155" y="633722"/>
                  </a:lnTo>
                  <a:lnTo>
                    <a:pt x="439635" y="633843"/>
                  </a:lnTo>
                  <a:lnTo>
                    <a:pt x="440531" y="634686"/>
                  </a:lnTo>
                  <a:lnTo>
                    <a:pt x="440843" y="634730"/>
                  </a:lnTo>
                  <a:lnTo>
                    <a:pt x="441284" y="634784"/>
                  </a:lnTo>
                  <a:lnTo>
                    <a:pt x="441555" y="634844"/>
                  </a:lnTo>
                  <a:lnTo>
                    <a:pt x="442100" y="634930"/>
                  </a:lnTo>
                  <a:lnTo>
                    <a:pt x="442621" y="635005"/>
                  </a:lnTo>
                  <a:lnTo>
                    <a:pt x="443006" y="635067"/>
                  </a:lnTo>
                  <a:lnTo>
                    <a:pt x="443171" y="635090"/>
                  </a:lnTo>
                  <a:lnTo>
                    <a:pt x="444020" y="635220"/>
                  </a:lnTo>
                  <a:lnTo>
                    <a:pt x="444949" y="635372"/>
                  </a:lnTo>
                  <a:lnTo>
                    <a:pt x="445588" y="635482"/>
                  </a:lnTo>
                  <a:lnTo>
                    <a:pt x="445898" y="635533"/>
                  </a:lnTo>
                  <a:lnTo>
                    <a:pt x="446160" y="635559"/>
                  </a:lnTo>
                  <a:lnTo>
                    <a:pt x="446319" y="635558"/>
                  </a:lnTo>
                  <a:lnTo>
                    <a:pt x="446592" y="635631"/>
                  </a:lnTo>
                  <a:lnTo>
                    <a:pt x="447769" y="636607"/>
                  </a:lnTo>
                  <a:lnTo>
                    <a:pt x="451336" y="632100"/>
                  </a:lnTo>
                  <a:lnTo>
                    <a:pt x="451693" y="631934"/>
                  </a:lnTo>
                  <a:lnTo>
                    <a:pt x="451865" y="631848"/>
                  </a:lnTo>
                  <a:lnTo>
                    <a:pt x="452733" y="631421"/>
                  </a:lnTo>
                  <a:lnTo>
                    <a:pt x="453769" y="630876"/>
                  </a:lnTo>
                  <a:lnTo>
                    <a:pt x="454030" y="630629"/>
                  </a:lnTo>
                  <a:lnTo>
                    <a:pt x="454199" y="630609"/>
                  </a:lnTo>
                  <a:lnTo>
                    <a:pt x="454505" y="630475"/>
                  </a:lnTo>
                  <a:lnTo>
                    <a:pt x="454912" y="630170"/>
                  </a:lnTo>
                  <a:lnTo>
                    <a:pt x="455142" y="630021"/>
                  </a:lnTo>
                  <a:lnTo>
                    <a:pt x="455825" y="629442"/>
                  </a:lnTo>
                  <a:lnTo>
                    <a:pt x="455961" y="629132"/>
                  </a:lnTo>
                  <a:lnTo>
                    <a:pt x="456219" y="628989"/>
                  </a:lnTo>
                  <a:lnTo>
                    <a:pt x="456351" y="628937"/>
                  </a:lnTo>
                  <a:lnTo>
                    <a:pt x="456491" y="629200"/>
                  </a:lnTo>
                  <a:lnTo>
                    <a:pt x="456539" y="629366"/>
                  </a:lnTo>
                  <a:lnTo>
                    <a:pt x="456686" y="629515"/>
                  </a:lnTo>
                  <a:lnTo>
                    <a:pt x="456885" y="629659"/>
                  </a:lnTo>
                  <a:lnTo>
                    <a:pt x="457059" y="629738"/>
                  </a:lnTo>
                  <a:lnTo>
                    <a:pt x="457179" y="629417"/>
                  </a:lnTo>
                  <a:lnTo>
                    <a:pt x="457545" y="629240"/>
                  </a:lnTo>
                  <a:lnTo>
                    <a:pt x="457731" y="629210"/>
                  </a:lnTo>
                  <a:lnTo>
                    <a:pt x="457936" y="629199"/>
                  </a:lnTo>
                  <a:lnTo>
                    <a:pt x="458694" y="628876"/>
                  </a:lnTo>
                  <a:lnTo>
                    <a:pt x="459063" y="628713"/>
                  </a:lnTo>
                  <a:lnTo>
                    <a:pt x="459263" y="628625"/>
                  </a:lnTo>
                  <a:lnTo>
                    <a:pt x="459718" y="628423"/>
                  </a:lnTo>
                  <a:lnTo>
                    <a:pt x="459847" y="628366"/>
                  </a:lnTo>
                  <a:lnTo>
                    <a:pt x="460297" y="628160"/>
                  </a:lnTo>
                  <a:lnTo>
                    <a:pt x="460567" y="628040"/>
                  </a:lnTo>
                  <a:lnTo>
                    <a:pt x="460900" y="627892"/>
                  </a:lnTo>
                  <a:lnTo>
                    <a:pt x="461085" y="627804"/>
                  </a:lnTo>
                  <a:lnTo>
                    <a:pt x="461232" y="627758"/>
                  </a:lnTo>
                  <a:lnTo>
                    <a:pt x="461565" y="627616"/>
                  </a:lnTo>
                  <a:lnTo>
                    <a:pt x="461921" y="627454"/>
                  </a:lnTo>
                  <a:lnTo>
                    <a:pt x="462280" y="627291"/>
                  </a:lnTo>
                  <a:lnTo>
                    <a:pt x="462679" y="627125"/>
                  </a:lnTo>
                  <a:lnTo>
                    <a:pt x="462880" y="627034"/>
                  </a:lnTo>
                  <a:lnTo>
                    <a:pt x="463120" y="626920"/>
                  </a:lnTo>
                  <a:lnTo>
                    <a:pt x="463344" y="626821"/>
                  </a:lnTo>
                  <a:lnTo>
                    <a:pt x="463497" y="626761"/>
                  </a:lnTo>
                  <a:lnTo>
                    <a:pt x="463895" y="626569"/>
                  </a:lnTo>
                  <a:lnTo>
                    <a:pt x="464039" y="626501"/>
                  </a:lnTo>
                  <a:lnTo>
                    <a:pt x="464171" y="626466"/>
                  </a:lnTo>
                  <a:lnTo>
                    <a:pt x="464342" y="626380"/>
                  </a:lnTo>
                  <a:lnTo>
                    <a:pt x="464984" y="626084"/>
                  </a:lnTo>
                  <a:lnTo>
                    <a:pt x="465116" y="626025"/>
                  </a:lnTo>
                  <a:lnTo>
                    <a:pt x="465766" y="625725"/>
                  </a:lnTo>
                  <a:lnTo>
                    <a:pt x="465987" y="625629"/>
                  </a:lnTo>
                  <a:lnTo>
                    <a:pt x="466360" y="625450"/>
                  </a:lnTo>
                  <a:lnTo>
                    <a:pt x="466629" y="625343"/>
                  </a:lnTo>
                  <a:lnTo>
                    <a:pt x="466982" y="625186"/>
                  </a:lnTo>
                  <a:lnTo>
                    <a:pt x="467510" y="624927"/>
                  </a:lnTo>
                  <a:lnTo>
                    <a:pt x="467695" y="624858"/>
                  </a:lnTo>
                  <a:lnTo>
                    <a:pt x="467862" y="624783"/>
                  </a:lnTo>
                  <a:lnTo>
                    <a:pt x="468373" y="624561"/>
                  </a:lnTo>
                  <a:lnTo>
                    <a:pt x="468521" y="624496"/>
                  </a:lnTo>
                  <a:lnTo>
                    <a:pt x="468946" y="624587"/>
                  </a:lnTo>
                  <a:lnTo>
                    <a:pt x="469207" y="624642"/>
                  </a:lnTo>
                  <a:lnTo>
                    <a:pt x="469377" y="624678"/>
                  </a:lnTo>
                  <a:lnTo>
                    <a:pt x="469755" y="624724"/>
                  </a:lnTo>
                  <a:lnTo>
                    <a:pt x="470830" y="624956"/>
                  </a:lnTo>
                  <a:lnTo>
                    <a:pt x="472041" y="625245"/>
                  </a:lnTo>
                  <a:lnTo>
                    <a:pt x="472154" y="624843"/>
                  </a:lnTo>
                  <a:lnTo>
                    <a:pt x="472713" y="624295"/>
                  </a:lnTo>
                  <a:lnTo>
                    <a:pt x="473106" y="623775"/>
                  </a:lnTo>
                  <a:lnTo>
                    <a:pt x="473235" y="623286"/>
                  </a:lnTo>
                  <a:lnTo>
                    <a:pt x="473282" y="622950"/>
                  </a:lnTo>
                  <a:lnTo>
                    <a:pt x="473354" y="622593"/>
                  </a:lnTo>
                  <a:lnTo>
                    <a:pt x="472808" y="622232"/>
                  </a:lnTo>
                  <a:lnTo>
                    <a:pt x="472838" y="622070"/>
                  </a:lnTo>
                  <a:lnTo>
                    <a:pt x="472861" y="621900"/>
                  </a:lnTo>
                  <a:lnTo>
                    <a:pt x="472910" y="621651"/>
                  </a:lnTo>
                  <a:lnTo>
                    <a:pt x="472995" y="621287"/>
                  </a:lnTo>
                  <a:lnTo>
                    <a:pt x="473054" y="620900"/>
                  </a:lnTo>
                  <a:lnTo>
                    <a:pt x="472990" y="620499"/>
                  </a:lnTo>
                  <a:lnTo>
                    <a:pt x="472983" y="620285"/>
                  </a:lnTo>
                  <a:lnTo>
                    <a:pt x="473066" y="619720"/>
                  </a:lnTo>
                  <a:lnTo>
                    <a:pt x="473176" y="619383"/>
                  </a:lnTo>
                  <a:lnTo>
                    <a:pt x="473272" y="618868"/>
                  </a:lnTo>
                  <a:lnTo>
                    <a:pt x="473340" y="618456"/>
                  </a:lnTo>
                  <a:lnTo>
                    <a:pt x="473390" y="618199"/>
                  </a:lnTo>
                  <a:lnTo>
                    <a:pt x="473432" y="617942"/>
                  </a:lnTo>
                  <a:lnTo>
                    <a:pt x="473516" y="617549"/>
                  </a:lnTo>
                  <a:lnTo>
                    <a:pt x="473554" y="617382"/>
                  </a:lnTo>
                  <a:lnTo>
                    <a:pt x="473603" y="617200"/>
                  </a:lnTo>
                  <a:lnTo>
                    <a:pt x="474094" y="615624"/>
                  </a:lnTo>
                  <a:lnTo>
                    <a:pt x="474277" y="615383"/>
                  </a:lnTo>
                  <a:lnTo>
                    <a:pt x="474361" y="615213"/>
                  </a:lnTo>
                  <a:lnTo>
                    <a:pt x="474238" y="614505"/>
                  </a:lnTo>
                  <a:lnTo>
                    <a:pt x="474224" y="614171"/>
                  </a:lnTo>
                  <a:lnTo>
                    <a:pt x="475026" y="613496"/>
                  </a:lnTo>
                  <a:lnTo>
                    <a:pt x="475169" y="613819"/>
                  </a:lnTo>
                  <a:lnTo>
                    <a:pt x="475424" y="613276"/>
                  </a:lnTo>
                  <a:lnTo>
                    <a:pt x="475504" y="613099"/>
                  </a:lnTo>
                  <a:lnTo>
                    <a:pt x="475634" y="612793"/>
                  </a:lnTo>
                  <a:lnTo>
                    <a:pt x="475645" y="612633"/>
                  </a:lnTo>
                  <a:lnTo>
                    <a:pt x="475254" y="611975"/>
                  </a:lnTo>
                  <a:lnTo>
                    <a:pt x="475188" y="611716"/>
                  </a:lnTo>
                  <a:lnTo>
                    <a:pt x="475133" y="611368"/>
                  </a:lnTo>
                  <a:lnTo>
                    <a:pt x="475196" y="610777"/>
                  </a:lnTo>
                  <a:lnTo>
                    <a:pt x="475178" y="610647"/>
                  </a:lnTo>
                  <a:lnTo>
                    <a:pt x="476832" y="606410"/>
                  </a:lnTo>
                  <a:lnTo>
                    <a:pt x="477025" y="606064"/>
                  </a:lnTo>
                  <a:lnTo>
                    <a:pt x="477207" y="605831"/>
                  </a:lnTo>
                  <a:lnTo>
                    <a:pt x="479012" y="602951"/>
                  </a:lnTo>
                  <a:lnTo>
                    <a:pt x="482073" y="600733"/>
                  </a:lnTo>
                  <a:lnTo>
                    <a:pt x="482243" y="601050"/>
                  </a:lnTo>
                  <a:lnTo>
                    <a:pt x="482420" y="601350"/>
                  </a:lnTo>
                  <a:lnTo>
                    <a:pt x="486074" y="606559"/>
                  </a:lnTo>
                  <a:lnTo>
                    <a:pt x="489844" y="612925"/>
                  </a:lnTo>
                  <a:lnTo>
                    <a:pt x="490105" y="619063"/>
                  </a:lnTo>
                  <a:lnTo>
                    <a:pt x="489734" y="621352"/>
                  </a:lnTo>
                  <a:lnTo>
                    <a:pt x="489598" y="622190"/>
                  </a:lnTo>
                  <a:lnTo>
                    <a:pt x="489123" y="625119"/>
                  </a:lnTo>
                  <a:lnTo>
                    <a:pt x="488170" y="629557"/>
                  </a:lnTo>
                  <a:lnTo>
                    <a:pt x="490225" y="630381"/>
                  </a:lnTo>
                  <a:lnTo>
                    <a:pt x="491409" y="630941"/>
                  </a:lnTo>
                  <a:lnTo>
                    <a:pt x="494795" y="633905"/>
                  </a:lnTo>
                  <a:lnTo>
                    <a:pt x="495063" y="634149"/>
                  </a:lnTo>
                  <a:lnTo>
                    <a:pt x="495937" y="634889"/>
                  </a:lnTo>
                  <a:lnTo>
                    <a:pt x="496514" y="635377"/>
                  </a:lnTo>
                  <a:lnTo>
                    <a:pt x="496962" y="635777"/>
                  </a:lnTo>
                  <a:lnTo>
                    <a:pt x="497412" y="636548"/>
                  </a:lnTo>
                  <a:lnTo>
                    <a:pt x="497519" y="636699"/>
                  </a:lnTo>
                  <a:lnTo>
                    <a:pt x="497637" y="636893"/>
                  </a:lnTo>
                  <a:lnTo>
                    <a:pt x="497774" y="637113"/>
                  </a:lnTo>
                  <a:lnTo>
                    <a:pt x="498297" y="637957"/>
                  </a:lnTo>
                  <a:lnTo>
                    <a:pt x="499438" y="639803"/>
                  </a:lnTo>
                  <a:lnTo>
                    <a:pt x="499832" y="640512"/>
                  </a:lnTo>
                  <a:lnTo>
                    <a:pt x="500169" y="640757"/>
                  </a:lnTo>
                  <a:lnTo>
                    <a:pt x="500524" y="640969"/>
                  </a:lnTo>
                  <a:lnTo>
                    <a:pt x="501415" y="641525"/>
                  </a:lnTo>
                  <a:lnTo>
                    <a:pt x="501869" y="641874"/>
                  </a:lnTo>
                  <a:lnTo>
                    <a:pt x="502165" y="642139"/>
                  </a:lnTo>
                  <a:lnTo>
                    <a:pt x="502321" y="642278"/>
                  </a:lnTo>
                  <a:lnTo>
                    <a:pt x="502469" y="642361"/>
                  </a:lnTo>
                  <a:lnTo>
                    <a:pt x="502609" y="642442"/>
                  </a:lnTo>
                  <a:lnTo>
                    <a:pt x="502769" y="642564"/>
                  </a:lnTo>
                  <a:lnTo>
                    <a:pt x="503022" y="642723"/>
                  </a:lnTo>
                  <a:lnTo>
                    <a:pt x="503178" y="642753"/>
                  </a:lnTo>
                  <a:lnTo>
                    <a:pt x="503899" y="642938"/>
                  </a:lnTo>
                  <a:lnTo>
                    <a:pt x="504712" y="643246"/>
                  </a:lnTo>
                  <a:lnTo>
                    <a:pt x="505569" y="643551"/>
                  </a:lnTo>
                  <a:lnTo>
                    <a:pt x="505967" y="643666"/>
                  </a:lnTo>
                  <a:lnTo>
                    <a:pt x="506292" y="644437"/>
                  </a:lnTo>
                  <a:lnTo>
                    <a:pt x="506378" y="644645"/>
                  </a:lnTo>
                  <a:lnTo>
                    <a:pt x="506497" y="644944"/>
                  </a:lnTo>
                  <a:lnTo>
                    <a:pt x="506580" y="645155"/>
                  </a:lnTo>
                  <a:lnTo>
                    <a:pt x="506835" y="645702"/>
                  </a:lnTo>
                  <a:lnTo>
                    <a:pt x="506928" y="645901"/>
                  </a:lnTo>
                  <a:lnTo>
                    <a:pt x="507092" y="646243"/>
                  </a:lnTo>
                  <a:lnTo>
                    <a:pt x="507224" y="646540"/>
                  </a:lnTo>
                  <a:lnTo>
                    <a:pt x="507332" y="646903"/>
                  </a:lnTo>
                  <a:lnTo>
                    <a:pt x="507402" y="647118"/>
                  </a:lnTo>
                  <a:lnTo>
                    <a:pt x="507475" y="647359"/>
                  </a:lnTo>
                  <a:lnTo>
                    <a:pt x="507529" y="647533"/>
                  </a:lnTo>
                  <a:lnTo>
                    <a:pt x="507848" y="648566"/>
                  </a:lnTo>
                  <a:lnTo>
                    <a:pt x="508566" y="650866"/>
                  </a:lnTo>
                  <a:lnTo>
                    <a:pt x="509130" y="652668"/>
                  </a:lnTo>
                  <a:lnTo>
                    <a:pt x="509185" y="652844"/>
                  </a:lnTo>
                  <a:lnTo>
                    <a:pt x="509337" y="653377"/>
                  </a:lnTo>
                  <a:lnTo>
                    <a:pt x="509403" y="653612"/>
                  </a:lnTo>
                  <a:lnTo>
                    <a:pt x="509566" y="654194"/>
                  </a:lnTo>
                  <a:lnTo>
                    <a:pt x="509632" y="654427"/>
                  </a:lnTo>
                  <a:lnTo>
                    <a:pt x="509871" y="655328"/>
                  </a:lnTo>
                  <a:lnTo>
                    <a:pt x="509917" y="655496"/>
                  </a:lnTo>
                  <a:lnTo>
                    <a:pt x="509952" y="655640"/>
                  </a:lnTo>
                  <a:lnTo>
                    <a:pt x="510153" y="656283"/>
                  </a:lnTo>
                  <a:lnTo>
                    <a:pt x="510224" y="656480"/>
                  </a:lnTo>
                  <a:lnTo>
                    <a:pt x="510502" y="657190"/>
                  </a:lnTo>
                  <a:lnTo>
                    <a:pt x="510736" y="657808"/>
                  </a:lnTo>
                  <a:lnTo>
                    <a:pt x="510867" y="658173"/>
                  </a:lnTo>
                  <a:lnTo>
                    <a:pt x="511163" y="658977"/>
                  </a:lnTo>
                  <a:lnTo>
                    <a:pt x="511259" y="659231"/>
                  </a:lnTo>
                  <a:lnTo>
                    <a:pt x="511340" y="659553"/>
                  </a:lnTo>
                  <a:lnTo>
                    <a:pt x="511395" y="659772"/>
                  </a:lnTo>
                  <a:lnTo>
                    <a:pt x="511440" y="659955"/>
                  </a:lnTo>
                  <a:lnTo>
                    <a:pt x="511476" y="660655"/>
                  </a:lnTo>
                  <a:lnTo>
                    <a:pt x="511488" y="660904"/>
                  </a:lnTo>
                  <a:lnTo>
                    <a:pt x="511501" y="661110"/>
                  </a:lnTo>
                  <a:lnTo>
                    <a:pt x="511555" y="661988"/>
                  </a:lnTo>
                  <a:lnTo>
                    <a:pt x="511639" y="662377"/>
                  </a:lnTo>
                  <a:lnTo>
                    <a:pt x="511866" y="663285"/>
                  </a:lnTo>
                  <a:lnTo>
                    <a:pt x="511953" y="663739"/>
                  </a:lnTo>
                  <a:lnTo>
                    <a:pt x="512069" y="664010"/>
                  </a:lnTo>
                  <a:lnTo>
                    <a:pt x="512127" y="664223"/>
                  </a:lnTo>
                  <a:lnTo>
                    <a:pt x="512237" y="664713"/>
                  </a:lnTo>
                  <a:lnTo>
                    <a:pt x="512284" y="664872"/>
                  </a:lnTo>
                  <a:lnTo>
                    <a:pt x="512396" y="665201"/>
                  </a:lnTo>
                  <a:lnTo>
                    <a:pt x="512457" y="665442"/>
                  </a:lnTo>
                  <a:lnTo>
                    <a:pt x="512527" y="665679"/>
                  </a:lnTo>
                  <a:lnTo>
                    <a:pt x="512641" y="666041"/>
                  </a:lnTo>
                  <a:lnTo>
                    <a:pt x="512780" y="666388"/>
                  </a:lnTo>
                  <a:lnTo>
                    <a:pt x="512886" y="666819"/>
                  </a:lnTo>
                  <a:lnTo>
                    <a:pt x="513045" y="667188"/>
                  </a:lnTo>
                  <a:lnTo>
                    <a:pt x="513098" y="667387"/>
                  </a:lnTo>
                  <a:lnTo>
                    <a:pt x="513264" y="667568"/>
                  </a:lnTo>
                  <a:lnTo>
                    <a:pt x="513528" y="667841"/>
                  </a:lnTo>
                  <a:lnTo>
                    <a:pt x="513837" y="668184"/>
                  </a:lnTo>
                  <a:lnTo>
                    <a:pt x="513975" y="668302"/>
                  </a:lnTo>
                  <a:lnTo>
                    <a:pt x="514105" y="668454"/>
                  </a:lnTo>
                  <a:lnTo>
                    <a:pt x="514400" y="668864"/>
                  </a:lnTo>
                  <a:lnTo>
                    <a:pt x="514832" y="669423"/>
                  </a:lnTo>
                  <a:lnTo>
                    <a:pt x="514961" y="669632"/>
                  </a:lnTo>
                  <a:lnTo>
                    <a:pt x="515094" y="669838"/>
                  </a:lnTo>
                  <a:lnTo>
                    <a:pt x="515395" y="673821"/>
                  </a:lnTo>
                  <a:close/>
                </a:path>
              </a:pathLst>
            </a:custGeom>
            <a:solidFill>
              <a:srgbClr val="BBCFD9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7"/>
            <p:cNvSpPr/>
            <p:nvPr/>
          </p:nvSpPr>
          <p:spPr>
            <a:xfrm>
              <a:off x="2731811" y="4576360"/>
              <a:ext cx="591399" cy="827703"/>
            </a:xfrm>
            <a:custGeom>
              <a:avLst/>
              <a:pathLst>
                <a:path w="591399" h="827703">
                  <a:moveTo>
                    <a:pt x="234806" y="109794"/>
                  </a:moveTo>
                  <a:lnTo>
                    <a:pt x="236323" y="105994"/>
                  </a:lnTo>
                  <a:lnTo>
                    <a:pt x="236378" y="104420"/>
                  </a:lnTo>
                  <a:lnTo>
                    <a:pt x="236444" y="102547"/>
                  </a:lnTo>
                  <a:lnTo>
                    <a:pt x="233906" y="99705"/>
                  </a:lnTo>
                  <a:lnTo>
                    <a:pt x="231536" y="97051"/>
                  </a:lnTo>
                  <a:lnTo>
                    <a:pt x="228305" y="93433"/>
                  </a:lnTo>
                  <a:lnTo>
                    <a:pt x="220022" y="84158"/>
                  </a:lnTo>
                  <a:lnTo>
                    <a:pt x="220101" y="83469"/>
                  </a:lnTo>
                  <a:lnTo>
                    <a:pt x="220426" y="80607"/>
                  </a:lnTo>
                  <a:lnTo>
                    <a:pt x="220685" y="78331"/>
                  </a:lnTo>
                  <a:lnTo>
                    <a:pt x="221070" y="74952"/>
                  </a:lnTo>
                  <a:lnTo>
                    <a:pt x="221167" y="74093"/>
                  </a:lnTo>
                  <a:lnTo>
                    <a:pt x="221514" y="71030"/>
                  </a:lnTo>
                  <a:lnTo>
                    <a:pt x="207898" y="43725"/>
                  </a:lnTo>
                  <a:lnTo>
                    <a:pt x="207154" y="42233"/>
                  </a:lnTo>
                  <a:lnTo>
                    <a:pt x="202249" y="37839"/>
                  </a:lnTo>
                  <a:lnTo>
                    <a:pt x="160009" y="0"/>
                  </a:lnTo>
                  <a:lnTo>
                    <a:pt x="158786" y="1362"/>
                  </a:lnTo>
                  <a:lnTo>
                    <a:pt x="140330" y="21952"/>
                  </a:lnTo>
                  <a:lnTo>
                    <a:pt x="140115" y="22192"/>
                  </a:lnTo>
                  <a:lnTo>
                    <a:pt x="138466" y="24140"/>
                  </a:lnTo>
                  <a:lnTo>
                    <a:pt x="136906" y="26160"/>
                  </a:lnTo>
                  <a:lnTo>
                    <a:pt x="135439" y="28248"/>
                  </a:lnTo>
                  <a:lnTo>
                    <a:pt x="119806" y="51602"/>
                  </a:lnTo>
                  <a:lnTo>
                    <a:pt x="114455" y="59593"/>
                  </a:lnTo>
                  <a:lnTo>
                    <a:pt x="107923" y="69350"/>
                  </a:lnTo>
                  <a:lnTo>
                    <a:pt x="106809" y="71082"/>
                  </a:lnTo>
                  <a:lnTo>
                    <a:pt x="94845" y="90444"/>
                  </a:lnTo>
                  <a:lnTo>
                    <a:pt x="91808" y="95360"/>
                  </a:lnTo>
                  <a:lnTo>
                    <a:pt x="65483" y="138159"/>
                  </a:lnTo>
                  <a:lnTo>
                    <a:pt x="54837" y="155469"/>
                  </a:lnTo>
                  <a:lnTo>
                    <a:pt x="45664" y="170380"/>
                  </a:lnTo>
                  <a:lnTo>
                    <a:pt x="45107" y="171307"/>
                  </a:lnTo>
                  <a:lnTo>
                    <a:pt x="43861" y="173536"/>
                  </a:lnTo>
                  <a:lnTo>
                    <a:pt x="42716" y="175819"/>
                  </a:lnTo>
                  <a:lnTo>
                    <a:pt x="41676" y="178151"/>
                  </a:lnTo>
                  <a:lnTo>
                    <a:pt x="40742" y="180527"/>
                  </a:lnTo>
                  <a:lnTo>
                    <a:pt x="39915" y="182943"/>
                  </a:lnTo>
                  <a:lnTo>
                    <a:pt x="39836" y="183214"/>
                  </a:lnTo>
                  <a:lnTo>
                    <a:pt x="39198" y="185394"/>
                  </a:lnTo>
                  <a:lnTo>
                    <a:pt x="38592" y="187874"/>
                  </a:lnTo>
                  <a:lnTo>
                    <a:pt x="31513" y="220032"/>
                  </a:lnTo>
                  <a:lnTo>
                    <a:pt x="31013" y="222302"/>
                  </a:lnTo>
                  <a:lnTo>
                    <a:pt x="28124" y="235425"/>
                  </a:lnTo>
                  <a:lnTo>
                    <a:pt x="19585" y="274216"/>
                  </a:lnTo>
                  <a:lnTo>
                    <a:pt x="12142" y="308025"/>
                  </a:lnTo>
                  <a:lnTo>
                    <a:pt x="7711" y="328154"/>
                  </a:lnTo>
                  <a:lnTo>
                    <a:pt x="3185" y="348710"/>
                  </a:lnTo>
                  <a:lnTo>
                    <a:pt x="2970" y="349736"/>
                  </a:lnTo>
                  <a:lnTo>
                    <a:pt x="2525" y="352251"/>
                  </a:lnTo>
                  <a:lnTo>
                    <a:pt x="833" y="363241"/>
                  </a:lnTo>
                  <a:lnTo>
                    <a:pt x="506" y="365733"/>
                  </a:lnTo>
                  <a:lnTo>
                    <a:pt x="329" y="367357"/>
                  </a:lnTo>
                  <a:lnTo>
                    <a:pt x="169" y="369067"/>
                  </a:lnTo>
                  <a:lnTo>
                    <a:pt x="27" y="371617"/>
                  </a:lnTo>
                  <a:lnTo>
                    <a:pt x="0" y="374171"/>
                  </a:lnTo>
                  <a:lnTo>
                    <a:pt x="87" y="376724"/>
                  </a:lnTo>
                  <a:lnTo>
                    <a:pt x="290" y="379270"/>
                  </a:lnTo>
                  <a:lnTo>
                    <a:pt x="4602" y="421214"/>
                  </a:lnTo>
                  <a:lnTo>
                    <a:pt x="6992" y="444463"/>
                  </a:lnTo>
                  <a:lnTo>
                    <a:pt x="7910" y="453395"/>
                  </a:lnTo>
                  <a:lnTo>
                    <a:pt x="8018" y="454438"/>
                  </a:lnTo>
                  <a:lnTo>
                    <a:pt x="8993" y="463930"/>
                  </a:lnTo>
                  <a:lnTo>
                    <a:pt x="11798" y="491212"/>
                  </a:lnTo>
                  <a:lnTo>
                    <a:pt x="12532" y="498349"/>
                  </a:lnTo>
                  <a:lnTo>
                    <a:pt x="12933" y="502250"/>
                  </a:lnTo>
                  <a:lnTo>
                    <a:pt x="14208" y="514651"/>
                  </a:lnTo>
                  <a:lnTo>
                    <a:pt x="14268" y="515234"/>
                  </a:lnTo>
                  <a:lnTo>
                    <a:pt x="15260" y="524885"/>
                  </a:lnTo>
                  <a:lnTo>
                    <a:pt x="15419" y="526434"/>
                  </a:lnTo>
                  <a:lnTo>
                    <a:pt x="16089" y="532946"/>
                  </a:lnTo>
                  <a:lnTo>
                    <a:pt x="16395" y="535922"/>
                  </a:lnTo>
                  <a:lnTo>
                    <a:pt x="16481" y="536759"/>
                  </a:lnTo>
                  <a:lnTo>
                    <a:pt x="17115" y="542933"/>
                  </a:lnTo>
                  <a:lnTo>
                    <a:pt x="17293" y="544663"/>
                  </a:lnTo>
                  <a:lnTo>
                    <a:pt x="17825" y="549837"/>
                  </a:lnTo>
                  <a:lnTo>
                    <a:pt x="18582" y="557193"/>
                  </a:lnTo>
                  <a:lnTo>
                    <a:pt x="20058" y="571554"/>
                  </a:lnTo>
                  <a:lnTo>
                    <a:pt x="20356" y="574450"/>
                  </a:lnTo>
                  <a:lnTo>
                    <a:pt x="21137" y="582048"/>
                  </a:lnTo>
                  <a:lnTo>
                    <a:pt x="21524" y="585810"/>
                  </a:lnTo>
                  <a:lnTo>
                    <a:pt x="21523" y="585940"/>
                  </a:lnTo>
                  <a:lnTo>
                    <a:pt x="21486" y="597801"/>
                  </a:lnTo>
                  <a:lnTo>
                    <a:pt x="21458" y="606815"/>
                  </a:lnTo>
                  <a:lnTo>
                    <a:pt x="21432" y="615305"/>
                  </a:lnTo>
                  <a:lnTo>
                    <a:pt x="21429" y="616015"/>
                  </a:lnTo>
                  <a:lnTo>
                    <a:pt x="21372" y="634250"/>
                  </a:lnTo>
                  <a:lnTo>
                    <a:pt x="21345" y="642918"/>
                  </a:lnTo>
                  <a:lnTo>
                    <a:pt x="21335" y="646278"/>
                  </a:lnTo>
                  <a:lnTo>
                    <a:pt x="21321" y="650736"/>
                  </a:lnTo>
                  <a:lnTo>
                    <a:pt x="21284" y="662551"/>
                  </a:lnTo>
                  <a:lnTo>
                    <a:pt x="21202" y="689122"/>
                  </a:lnTo>
                  <a:lnTo>
                    <a:pt x="21159" y="702859"/>
                  </a:lnTo>
                  <a:lnTo>
                    <a:pt x="21136" y="710208"/>
                  </a:lnTo>
                  <a:lnTo>
                    <a:pt x="21107" y="719477"/>
                  </a:lnTo>
                  <a:lnTo>
                    <a:pt x="21089" y="725016"/>
                  </a:lnTo>
                  <a:lnTo>
                    <a:pt x="21077" y="729042"/>
                  </a:lnTo>
                  <a:lnTo>
                    <a:pt x="20993" y="730669"/>
                  </a:lnTo>
                  <a:lnTo>
                    <a:pt x="20842" y="733601"/>
                  </a:lnTo>
                  <a:lnTo>
                    <a:pt x="20613" y="738047"/>
                  </a:lnTo>
                  <a:lnTo>
                    <a:pt x="20373" y="742698"/>
                  </a:lnTo>
                  <a:lnTo>
                    <a:pt x="20252" y="745055"/>
                  </a:lnTo>
                  <a:lnTo>
                    <a:pt x="20213" y="745807"/>
                  </a:lnTo>
                  <a:lnTo>
                    <a:pt x="19722" y="755341"/>
                  </a:lnTo>
                  <a:lnTo>
                    <a:pt x="19458" y="760450"/>
                  </a:lnTo>
                  <a:lnTo>
                    <a:pt x="17623" y="764060"/>
                  </a:lnTo>
                  <a:lnTo>
                    <a:pt x="5638" y="787644"/>
                  </a:lnTo>
                  <a:lnTo>
                    <a:pt x="4984" y="788930"/>
                  </a:lnTo>
                  <a:lnTo>
                    <a:pt x="55579" y="814645"/>
                  </a:lnTo>
                  <a:lnTo>
                    <a:pt x="80441" y="813916"/>
                  </a:lnTo>
                  <a:lnTo>
                    <a:pt x="82682" y="813850"/>
                  </a:lnTo>
                  <a:lnTo>
                    <a:pt x="86500" y="813738"/>
                  </a:lnTo>
                  <a:lnTo>
                    <a:pt x="89617" y="815850"/>
                  </a:lnTo>
                  <a:lnTo>
                    <a:pt x="92732" y="817961"/>
                  </a:lnTo>
                  <a:lnTo>
                    <a:pt x="94021" y="817963"/>
                  </a:lnTo>
                  <a:lnTo>
                    <a:pt x="94652" y="818656"/>
                  </a:lnTo>
                  <a:lnTo>
                    <a:pt x="94720" y="819047"/>
                  </a:lnTo>
                  <a:lnTo>
                    <a:pt x="95448" y="819779"/>
                  </a:lnTo>
                  <a:lnTo>
                    <a:pt x="95520" y="820106"/>
                  </a:lnTo>
                  <a:lnTo>
                    <a:pt x="95727" y="820425"/>
                  </a:lnTo>
                  <a:lnTo>
                    <a:pt x="96087" y="820785"/>
                  </a:lnTo>
                  <a:lnTo>
                    <a:pt x="96438" y="820869"/>
                  </a:lnTo>
                  <a:lnTo>
                    <a:pt x="96862" y="821279"/>
                  </a:lnTo>
                  <a:lnTo>
                    <a:pt x="97485" y="821617"/>
                  </a:lnTo>
                  <a:lnTo>
                    <a:pt x="98093" y="822378"/>
                  </a:lnTo>
                  <a:lnTo>
                    <a:pt x="98544" y="822944"/>
                  </a:lnTo>
                  <a:lnTo>
                    <a:pt x="98773" y="823049"/>
                  </a:lnTo>
                  <a:lnTo>
                    <a:pt x="99681" y="823468"/>
                  </a:lnTo>
                  <a:lnTo>
                    <a:pt x="100032" y="823630"/>
                  </a:lnTo>
                  <a:lnTo>
                    <a:pt x="101449" y="825668"/>
                  </a:lnTo>
                  <a:lnTo>
                    <a:pt x="102177" y="826505"/>
                  </a:lnTo>
                  <a:lnTo>
                    <a:pt x="102313" y="826694"/>
                  </a:lnTo>
                  <a:lnTo>
                    <a:pt x="102546" y="827106"/>
                  </a:lnTo>
                  <a:lnTo>
                    <a:pt x="102681" y="827445"/>
                  </a:lnTo>
                  <a:lnTo>
                    <a:pt x="102877" y="827626"/>
                  </a:lnTo>
                  <a:lnTo>
                    <a:pt x="103040" y="827703"/>
                  </a:lnTo>
                  <a:lnTo>
                    <a:pt x="103217" y="827680"/>
                  </a:lnTo>
                  <a:lnTo>
                    <a:pt x="103411" y="827433"/>
                  </a:lnTo>
                  <a:lnTo>
                    <a:pt x="103755" y="827270"/>
                  </a:lnTo>
                  <a:lnTo>
                    <a:pt x="104568" y="826961"/>
                  </a:lnTo>
                  <a:lnTo>
                    <a:pt x="104834" y="826851"/>
                  </a:lnTo>
                  <a:lnTo>
                    <a:pt x="105233" y="826685"/>
                  </a:lnTo>
                  <a:lnTo>
                    <a:pt x="105888" y="826637"/>
                  </a:lnTo>
                  <a:lnTo>
                    <a:pt x="106142" y="826321"/>
                  </a:lnTo>
                  <a:lnTo>
                    <a:pt x="106347" y="826273"/>
                  </a:lnTo>
                  <a:lnTo>
                    <a:pt x="107008" y="826132"/>
                  </a:lnTo>
                  <a:lnTo>
                    <a:pt x="107199" y="826091"/>
                  </a:lnTo>
                  <a:lnTo>
                    <a:pt x="107658" y="825997"/>
                  </a:lnTo>
                  <a:lnTo>
                    <a:pt x="107801" y="825969"/>
                  </a:lnTo>
                  <a:lnTo>
                    <a:pt x="107997" y="825929"/>
                  </a:lnTo>
                  <a:lnTo>
                    <a:pt x="108145" y="825897"/>
                  </a:lnTo>
                  <a:lnTo>
                    <a:pt x="108492" y="825791"/>
                  </a:lnTo>
                  <a:lnTo>
                    <a:pt x="108833" y="825742"/>
                  </a:lnTo>
                  <a:lnTo>
                    <a:pt x="108951" y="825502"/>
                  </a:lnTo>
                  <a:lnTo>
                    <a:pt x="109165" y="825180"/>
                  </a:lnTo>
                  <a:lnTo>
                    <a:pt x="109135" y="825028"/>
                  </a:lnTo>
                  <a:lnTo>
                    <a:pt x="109332" y="824880"/>
                  </a:lnTo>
                  <a:lnTo>
                    <a:pt x="109465" y="824782"/>
                  </a:lnTo>
                  <a:lnTo>
                    <a:pt x="109421" y="824516"/>
                  </a:lnTo>
                  <a:lnTo>
                    <a:pt x="109361" y="824101"/>
                  </a:lnTo>
                  <a:lnTo>
                    <a:pt x="109522" y="824023"/>
                  </a:lnTo>
                  <a:lnTo>
                    <a:pt x="109991" y="823807"/>
                  </a:lnTo>
                  <a:lnTo>
                    <a:pt x="110421" y="823623"/>
                  </a:lnTo>
                  <a:lnTo>
                    <a:pt x="110857" y="823426"/>
                  </a:lnTo>
                  <a:lnTo>
                    <a:pt x="111029" y="823247"/>
                  </a:lnTo>
                  <a:lnTo>
                    <a:pt x="111369" y="823250"/>
                  </a:lnTo>
                  <a:lnTo>
                    <a:pt x="111574" y="823254"/>
                  </a:lnTo>
                  <a:lnTo>
                    <a:pt x="111857" y="823271"/>
                  </a:lnTo>
                  <a:lnTo>
                    <a:pt x="111862" y="825828"/>
                  </a:lnTo>
                  <a:lnTo>
                    <a:pt x="111942" y="826304"/>
                  </a:lnTo>
                  <a:lnTo>
                    <a:pt x="112272" y="826250"/>
                  </a:lnTo>
                  <a:lnTo>
                    <a:pt x="113130" y="826311"/>
                  </a:lnTo>
                  <a:lnTo>
                    <a:pt x="113498" y="826379"/>
                  </a:lnTo>
                  <a:lnTo>
                    <a:pt x="113966" y="826420"/>
                  </a:lnTo>
                  <a:lnTo>
                    <a:pt x="114460" y="826729"/>
                  </a:lnTo>
                  <a:lnTo>
                    <a:pt x="115182" y="827232"/>
                  </a:lnTo>
                  <a:lnTo>
                    <a:pt x="115812" y="827050"/>
                  </a:lnTo>
                  <a:lnTo>
                    <a:pt x="115346" y="826304"/>
                  </a:lnTo>
                  <a:lnTo>
                    <a:pt x="115239" y="826132"/>
                  </a:lnTo>
                  <a:lnTo>
                    <a:pt x="114871" y="825543"/>
                  </a:lnTo>
                  <a:lnTo>
                    <a:pt x="114704" y="825274"/>
                  </a:lnTo>
                  <a:lnTo>
                    <a:pt x="114447" y="824829"/>
                  </a:lnTo>
                  <a:lnTo>
                    <a:pt x="115165" y="824748"/>
                  </a:lnTo>
                  <a:lnTo>
                    <a:pt x="115609" y="824701"/>
                  </a:lnTo>
                  <a:lnTo>
                    <a:pt x="116092" y="824650"/>
                  </a:lnTo>
                  <a:lnTo>
                    <a:pt x="116393" y="824618"/>
                  </a:lnTo>
                  <a:lnTo>
                    <a:pt x="117011" y="824553"/>
                  </a:lnTo>
                  <a:lnTo>
                    <a:pt x="117173" y="824536"/>
                  </a:lnTo>
                  <a:lnTo>
                    <a:pt x="117575" y="824494"/>
                  </a:lnTo>
                  <a:lnTo>
                    <a:pt x="117765" y="824474"/>
                  </a:lnTo>
                  <a:lnTo>
                    <a:pt x="118303" y="824417"/>
                  </a:lnTo>
                  <a:lnTo>
                    <a:pt x="118697" y="824375"/>
                  </a:lnTo>
                  <a:lnTo>
                    <a:pt x="118922" y="824035"/>
                  </a:lnTo>
                  <a:lnTo>
                    <a:pt x="119131" y="823673"/>
                  </a:lnTo>
                  <a:lnTo>
                    <a:pt x="119498" y="823138"/>
                  </a:lnTo>
                  <a:lnTo>
                    <a:pt x="119643" y="823178"/>
                  </a:lnTo>
                  <a:lnTo>
                    <a:pt x="120037" y="823285"/>
                  </a:lnTo>
                  <a:lnTo>
                    <a:pt x="120277" y="823350"/>
                  </a:lnTo>
                  <a:lnTo>
                    <a:pt x="120462" y="823401"/>
                  </a:lnTo>
                  <a:lnTo>
                    <a:pt x="120677" y="823459"/>
                  </a:lnTo>
                  <a:lnTo>
                    <a:pt x="121140" y="824018"/>
                  </a:lnTo>
                  <a:lnTo>
                    <a:pt x="121559" y="824068"/>
                  </a:lnTo>
                  <a:lnTo>
                    <a:pt x="121806" y="824097"/>
                  </a:lnTo>
                  <a:lnTo>
                    <a:pt x="122012" y="824122"/>
                  </a:lnTo>
                  <a:lnTo>
                    <a:pt x="122157" y="824139"/>
                  </a:lnTo>
                  <a:lnTo>
                    <a:pt x="122532" y="824184"/>
                  </a:lnTo>
                  <a:lnTo>
                    <a:pt x="122842" y="824220"/>
                  </a:lnTo>
                  <a:lnTo>
                    <a:pt x="122974" y="824236"/>
                  </a:lnTo>
                  <a:lnTo>
                    <a:pt x="123330" y="824277"/>
                  </a:lnTo>
                  <a:lnTo>
                    <a:pt x="124336" y="824313"/>
                  </a:lnTo>
                  <a:lnTo>
                    <a:pt x="124793" y="824325"/>
                  </a:lnTo>
                  <a:lnTo>
                    <a:pt x="125067" y="824261"/>
                  </a:lnTo>
                  <a:lnTo>
                    <a:pt x="125464" y="819485"/>
                  </a:lnTo>
                  <a:lnTo>
                    <a:pt x="126481" y="818801"/>
                  </a:lnTo>
                  <a:lnTo>
                    <a:pt x="127506" y="818112"/>
                  </a:lnTo>
                  <a:lnTo>
                    <a:pt x="130761" y="819738"/>
                  </a:lnTo>
                  <a:lnTo>
                    <a:pt x="133036" y="818540"/>
                  </a:lnTo>
                  <a:lnTo>
                    <a:pt x="135100" y="813387"/>
                  </a:lnTo>
                  <a:lnTo>
                    <a:pt x="137054" y="811519"/>
                  </a:lnTo>
                  <a:lnTo>
                    <a:pt x="140505" y="807266"/>
                  </a:lnTo>
                  <a:lnTo>
                    <a:pt x="140601" y="800687"/>
                  </a:lnTo>
                  <a:lnTo>
                    <a:pt x="140612" y="799944"/>
                  </a:lnTo>
                  <a:lnTo>
                    <a:pt x="140715" y="792831"/>
                  </a:lnTo>
                  <a:lnTo>
                    <a:pt x="143583" y="780176"/>
                  </a:lnTo>
                  <a:lnTo>
                    <a:pt x="144436" y="778632"/>
                  </a:lnTo>
                  <a:lnTo>
                    <a:pt x="148583" y="771123"/>
                  </a:lnTo>
                  <a:lnTo>
                    <a:pt x="148565" y="762588"/>
                  </a:lnTo>
                  <a:lnTo>
                    <a:pt x="152337" y="754936"/>
                  </a:lnTo>
                  <a:lnTo>
                    <a:pt x="154615" y="755528"/>
                  </a:lnTo>
                  <a:lnTo>
                    <a:pt x="157894" y="771022"/>
                  </a:lnTo>
                  <a:lnTo>
                    <a:pt x="161454" y="773626"/>
                  </a:lnTo>
                  <a:lnTo>
                    <a:pt x="164814" y="776085"/>
                  </a:lnTo>
                  <a:lnTo>
                    <a:pt x="176272" y="773796"/>
                  </a:lnTo>
                  <a:lnTo>
                    <a:pt x="176199" y="777610"/>
                  </a:lnTo>
                  <a:lnTo>
                    <a:pt x="176038" y="786116"/>
                  </a:lnTo>
                  <a:lnTo>
                    <a:pt x="177088" y="788926"/>
                  </a:lnTo>
                  <a:lnTo>
                    <a:pt x="177469" y="789084"/>
                  </a:lnTo>
                  <a:lnTo>
                    <a:pt x="178734" y="789606"/>
                  </a:lnTo>
                  <a:lnTo>
                    <a:pt x="182754" y="789451"/>
                  </a:lnTo>
                  <a:lnTo>
                    <a:pt x="182281" y="791712"/>
                  </a:lnTo>
                  <a:lnTo>
                    <a:pt x="182409" y="792124"/>
                  </a:lnTo>
                  <a:lnTo>
                    <a:pt x="182480" y="792352"/>
                  </a:lnTo>
                  <a:lnTo>
                    <a:pt x="182691" y="793046"/>
                  </a:lnTo>
                  <a:lnTo>
                    <a:pt x="182889" y="793346"/>
                  </a:lnTo>
                  <a:lnTo>
                    <a:pt x="183551" y="794353"/>
                  </a:lnTo>
                  <a:lnTo>
                    <a:pt x="184479" y="794991"/>
                  </a:lnTo>
                  <a:lnTo>
                    <a:pt x="184852" y="795247"/>
                  </a:lnTo>
                  <a:lnTo>
                    <a:pt x="185837" y="795364"/>
                  </a:lnTo>
                  <a:lnTo>
                    <a:pt x="186022" y="795388"/>
                  </a:lnTo>
                  <a:lnTo>
                    <a:pt x="186268" y="795419"/>
                  </a:lnTo>
                  <a:lnTo>
                    <a:pt x="186672" y="795471"/>
                  </a:lnTo>
                  <a:lnTo>
                    <a:pt x="186915" y="795498"/>
                  </a:lnTo>
                  <a:lnTo>
                    <a:pt x="187322" y="795545"/>
                  </a:lnTo>
                  <a:lnTo>
                    <a:pt x="187486" y="795623"/>
                  </a:lnTo>
                  <a:lnTo>
                    <a:pt x="187918" y="795829"/>
                  </a:lnTo>
                  <a:lnTo>
                    <a:pt x="188253" y="795969"/>
                  </a:lnTo>
                  <a:lnTo>
                    <a:pt x="188586" y="796114"/>
                  </a:lnTo>
                  <a:lnTo>
                    <a:pt x="189051" y="796371"/>
                  </a:lnTo>
                  <a:lnTo>
                    <a:pt x="189302" y="796569"/>
                  </a:lnTo>
                  <a:lnTo>
                    <a:pt x="189496" y="796719"/>
                  </a:lnTo>
                  <a:lnTo>
                    <a:pt x="189766" y="796769"/>
                  </a:lnTo>
                  <a:lnTo>
                    <a:pt x="190117" y="796832"/>
                  </a:lnTo>
                  <a:lnTo>
                    <a:pt x="190318" y="796873"/>
                  </a:lnTo>
                  <a:lnTo>
                    <a:pt x="190472" y="796908"/>
                  </a:lnTo>
                  <a:lnTo>
                    <a:pt x="191116" y="797066"/>
                  </a:lnTo>
                  <a:lnTo>
                    <a:pt x="191271" y="797106"/>
                  </a:lnTo>
                  <a:lnTo>
                    <a:pt x="191501" y="797164"/>
                  </a:lnTo>
                  <a:lnTo>
                    <a:pt x="192284" y="799865"/>
                  </a:lnTo>
                  <a:lnTo>
                    <a:pt x="192166" y="800132"/>
                  </a:lnTo>
                  <a:lnTo>
                    <a:pt x="192045" y="801042"/>
                  </a:lnTo>
                  <a:lnTo>
                    <a:pt x="192068" y="801292"/>
                  </a:lnTo>
                  <a:lnTo>
                    <a:pt x="192453" y="801997"/>
                  </a:lnTo>
                  <a:lnTo>
                    <a:pt x="193021" y="802487"/>
                  </a:lnTo>
                  <a:lnTo>
                    <a:pt x="193516" y="802189"/>
                  </a:lnTo>
                  <a:lnTo>
                    <a:pt x="193780" y="801828"/>
                  </a:lnTo>
                  <a:lnTo>
                    <a:pt x="194147" y="801914"/>
                  </a:lnTo>
                  <a:lnTo>
                    <a:pt x="195545" y="802241"/>
                  </a:lnTo>
                  <a:lnTo>
                    <a:pt x="196979" y="803077"/>
                  </a:lnTo>
                  <a:lnTo>
                    <a:pt x="197475" y="803366"/>
                  </a:lnTo>
                  <a:lnTo>
                    <a:pt x="198365" y="803889"/>
                  </a:lnTo>
                  <a:lnTo>
                    <a:pt x="198561" y="804004"/>
                  </a:lnTo>
                  <a:lnTo>
                    <a:pt x="198751" y="804115"/>
                  </a:lnTo>
                  <a:lnTo>
                    <a:pt x="199335" y="804521"/>
                  </a:lnTo>
                  <a:lnTo>
                    <a:pt x="199757" y="804815"/>
                  </a:lnTo>
                  <a:lnTo>
                    <a:pt x="200749" y="805507"/>
                  </a:lnTo>
                  <a:lnTo>
                    <a:pt x="201553" y="806592"/>
                  </a:lnTo>
                  <a:lnTo>
                    <a:pt x="201456" y="807287"/>
                  </a:lnTo>
                  <a:lnTo>
                    <a:pt x="201408" y="807613"/>
                  </a:lnTo>
                  <a:lnTo>
                    <a:pt x="201125" y="809559"/>
                  </a:lnTo>
                  <a:lnTo>
                    <a:pt x="200809" y="811853"/>
                  </a:lnTo>
                  <a:lnTo>
                    <a:pt x="201871" y="811917"/>
                  </a:lnTo>
                  <a:lnTo>
                    <a:pt x="204653" y="811186"/>
                  </a:lnTo>
                  <a:lnTo>
                    <a:pt x="205667" y="810920"/>
                  </a:lnTo>
                  <a:lnTo>
                    <a:pt x="206077" y="810812"/>
                  </a:lnTo>
                  <a:lnTo>
                    <a:pt x="206302" y="810378"/>
                  </a:lnTo>
                  <a:lnTo>
                    <a:pt x="206477" y="809615"/>
                  </a:lnTo>
                  <a:lnTo>
                    <a:pt x="207796" y="808830"/>
                  </a:lnTo>
                  <a:lnTo>
                    <a:pt x="211712" y="809871"/>
                  </a:lnTo>
                  <a:lnTo>
                    <a:pt x="212267" y="809265"/>
                  </a:lnTo>
                  <a:lnTo>
                    <a:pt x="212451" y="808908"/>
                  </a:lnTo>
                  <a:lnTo>
                    <a:pt x="212625" y="808804"/>
                  </a:lnTo>
                  <a:lnTo>
                    <a:pt x="213259" y="808486"/>
                  </a:lnTo>
                  <a:lnTo>
                    <a:pt x="213686" y="808273"/>
                  </a:lnTo>
                  <a:lnTo>
                    <a:pt x="214370" y="808170"/>
                  </a:lnTo>
                  <a:lnTo>
                    <a:pt x="216429" y="808836"/>
                  </a:lnTo>
                  <a:lnTo>
                    <a:pt x="217786" y="809363"/>
                  </a:lnTo>
                  <a:lnTo>
                    <a:pt x="217926" y="809417"/>
                  </a:lnTo>
                  <a:lnTo>
                    <a:pt x="218377" y="809585"/>
                  </a:lnTo>
                  <a:lnTo>
                    <a:pt x="218545" y="809648"/>
                  </a:lnTo>
                  <a:lnTo>
                    <a:pt x="219012" y="810095"/>
                  </a:lnTo>
                  <a:lnTo>
                    <a:pt x="219930" y="810968"/>
                  </a:lnTo>
                  <a:lnTo>
                    <a:pt x="221268" y="812086"/>
                  </a:lnTo>
                  <a:lnTo>
                    <a:pt x="222296" y="812945"/>
                  </a:lnTo>
                  <a:lnTo>
                    <a:pt x="222659" y="813077"/>
                  </a:lnTo>
                  <a:lnTo>
                    <a:pt x="223131" y="813187"/>
                  </a:lnTo>
                  <a:lnTo>
                    <a:pt x="223479" y="812866"/>
                  </a:lnTo>
                  <a:lnTo>
                    <a:pt x="224000" y="812654"/>
                  </a:lnTo>
                  <a:lnTo>
                    <a:pt x="225892" y="813625"/>
                  </a:lnTo>
                  <a:lnTo>
                    <a:pt x="228759" y="813799"/>
                  </a:lnTo>
                  <a:lnTo>
                    <a:pt x="229080" y="813819"/>
                  </a:lnTo>
                  <a:lnTo>
                    <a:pt x="229242" y="813830"/>
                  </a:lnTo>
                  <a:lnTo>
                    <a:pt x="231730" y="813729"/>
                  </a:lnTo>
                  <a:lnTo>
                    <a:pt x="231880" y="813438"/>
                  </a:lnTo>
                  <a:lnTo>
                    <a:pt x="231998" y="813208"/>
                  </a:lnTo>
                  <a:lnTo>
                    <a:pt x="232326" y="812575"/>
                  </a:lnTo>
                  <a:lnTo>
                    <a:pt x="232701" y="811856"/>
                  </a:lnTo>
                  <a:lnTo>
                    <a:pt x="232792" y="811235"/>
                  </a:lnTo>
                  <a:lnTo>
                    <a:pt x="232885" y="810665"/>
                  </a:lnTo>
                  <a:lnTo>
                    <a:pt x="233184" y="809910"/>
                  </a:lnTo>
                  <a:lnTo>
                    <a:pt x="233180" y="808999"/>
                  </a:lnTo>
                  <a:lnTo>
                    <a:pt x="233190" y="808412"/>
                  </a:lnTo>
                  <a:lnTo>
                    <a:pt x="232793" y="807425"/>
                  </a:lnTo>
                  <a:lnTo>
                    <a:pt x="232381" y="806737"/>
                  </a:lnTo>
                  <a:lnTo>
                    <a:pt x="232150" y="806175"/>
                  </a:lnTo>
                  <a:lnTo>
                    <a:pt x="231974" y="805800"/>
                  </a:lnTo>
                  <a:lnTo>
                    <a:pt x="232673" y="805304"/>
                  </a:lnTo>
                  <a:lnTo>
                    <a:pt x="233196" y="804934"/>
                  </a:lnTo>
                  <a:lnTo>
                    <a:pt x="233561" y="804093"/>
                  </a:lnTo>
                  <a:lnTo>
                    <a:pt x="233063" y="803091"/>
                  </a:lnTo>
                  <a:lnTo>
                    <a:pt x="233499" y="801342"/>
                  </a:lnTo>
                  <a:lnTo>
                    <a:pt x="233768" y="801003"/>
                  </a:lnTo>
                  <a:lnTo>
                    <a:pt x="233912" y="800822"/>
                  </a:lnTo>
                  <a:lnTo>
                    <a:pt x="234383" y="800231"/>
                  </a:lnTo>
                  <a:lnTo>
                    <a:pt x="234146" y="799367"/>
                  </a:lnTo>
                  <a:lnTo>
                    <a:pt x="235210" y="797957"/>
                  </a:lnTo>
                  <a:lnTo>
                    <a:pt x="235727" y="798462"/>
                  </a:lnTo>
                  <a:lnTo>
                    <a:pt x="236153" y="798739"/>
                  </a:lnTo>
                  <a:lnTo>
                    <a:pt x="237336" y="797266"/>
                  </a:lnTo>
                  <a:lnTo>
                    <a:pt x="237498" y="796960"/>
                  </a:lnTo>
                  <a:lnTo>
                    <a:pt x="237533" y="796797"/>
                  </a:lnTo>
                  <a:lnTo>
                    <a:pt x="237639" y="796661"/>
                  </a:lnTo>
                  <a:lnTo>
                    <a:pt x="238532" y="794944"/>
                  </a:lnTo>
                  <a:lnTo>
                    <a:pt x="238719" y="793586"/>
                  </a:lnTo>
                  <a:lnTo>
                    <a:pt x="238921" y="793103"/>
                  </a:lnTo>
                  <a:lnTo>
                    <a:pt x="239010" y="792891"/>
                  </a:lnTo>
                  <a:lnTo>
                    <a:pt x="239171" y="792500"/>
                  </a:lnTo>
                  <a:lnTo>
                    <a:pt x="239366" y="791629"/>
                  </a:lnTo>
                  <a:lnTo>
                    <a:pt x="239617" y="790827"/>
                  </a:lnTo>
                  <a:lnTo>
                    <a:pt x="239756" y="790202"/>
                  </a:lnTo>
                  <a:lnTo>
                    <a:pt x="239934" y="789650"/>
                  </a:lnTo>
                  <a:lnTo>
                    <a:pt x="240154" y="789358"/>
                  </a:lnTo>
                  <a:lnTo>
                    <a:pt x="240055" y="789119"/>
                  </a:lnTo>
                  <a:lnTo>
                    <a:pt x="240596" y="788653"/>
                  </a:lnTo>
                  <a:lnTo>
                    <a:pt x="240670" y="788397"/>
                  </a:lnTo>
                  <a:lnTo>
                    <a:pt x="240933" y="788069"/>
                  </a:lnTo>
                  <a:lnTo>
                    <a:pt x="242224" y="784645"/>
                  </a:lnTo>
                  <a:lnTo>
                    <a:pt x="242906" y="784389"/>
                  </a:lnTo>
                  <a:lnTo>
                    <a:pt x="244249" y="783892"/>
                  </a:lnTo>
                  <a:lnTo>
                    <a:pt x="247292" y="782889"/>
                  </a:lnTo>
                  <a:lnTo>
                    <a:pt x="248171" y="782600"/>
                  </a:lnTo>
                  <a:lnTo>
                    <a:pt x="248510" y="780480"/>
                  </a:lnTo>
                  <a:lnTo>
                    <a:pt x="248587" y="780003"/>
                  </a:lnTo>
                  <a:lnTo>
                    <a:pt x="249132" y="776687"/>
                  </a:lnTo>
                  <a:lnTo>
                    <a:pt x="249391" y="775089"/>
                  </a:lnTo>
                  <a:lnTo>
                    <a:pt x="249419" y="774509"/>
                  </a:lnTo>
                  <a:lnTo>
                    <a:pt x="249793" y="773469"/>
                  </a:lnTo>
                  <a:lnTo>
                    <a:pt x="250361" y="772338"/>
                  </a:lnTo>
                  <a:lnTo>
                    <a:pt x="250768" y="771843"/>
                  </a:lnTo>
                  <a:lnTo>
                    <a:pt x="251120" y="771415"/>
                  </a:lnTo>
                  <a:lnTo>
                    <a:pt x="251607" y="770821"/>
                  </a:lnTo>
                  <a:lnTo>
                    <a:pt x="253925" y="767953"/>
                  </a:lnTo>
                  <a:lnTo>
                    <a:pt x="255403" y="765153"/>
                  </a:lnTo>
                  <a:lnTo>
                    <a:pt x="258042" y="764455"/>
                  </a:lnTo>
                  <a:lnTo>
                    <a:pt x="259564" y="761647"/>
                  </a:lnTo>
                  <a:lnTo>
                    <a:pt x="260365" y="761098"/>
                  </a:lnTo>
                  <a:lnTo>
                    <a:pt x="261632" y="761671"/>
                  </a:lnTo>
                  <a:lnTo>
                    <a:pt x="262813" y="761616"/>
                  </a:lnTo>
                  <a:lnTo>
                    <a:pt x="267329" y="761407"/>
                  </a:lnTo>
                  <a:lnTo>
                    <a:pt x="267545" y="761397"/>
                  </a:lnTo>
                  <a:lnTo>
                    <a:pt x="268500" y="761353"/>
                  </a:lnTo>
                  <a:lnTo>
                    <a:pt x="268767" y="761341"/>
                  </a:lnTo>
                  <a:lnTo>
                    <a:pt x="273712" y="761112"/>
                  </a:lnTo>
                  <a:lnTo>
                    <a:pt x="274932" y="759318"/>
                  </a:lnTo>
                  <a:lnTo>
                    <a:pt x="275088" y="759088"/>
                  </a:lnTo>
                  <a:lnTo>
                    <a:pt x="276402" y="757155"/>
                  </a:lnTo>
                  <a:lnTo>
                    <a:pt x="276667" y="756765"/>
                  </a:lnTo>
                  <a:lnTo>
                    <a:pt x="279054" y="755684"/>
                  </a:lnTo>
                  <a:lnTo>
                    <a:pt x="279206" y="755615"/>
                  </a:lnTo>
                  <a:lnTo>
                    <a:pt x="279566" y="755452"/>
                  </a:lnTo>
                  <a:lnTo>
                    <a:pt x="279837" y="755329"/>
                  </a:lnTo>
                  <a:lnTo>
                    <a:pt x="280953" y="754824"/>
                  </a:lnTo>
                  <a:lnTo>
                    <a:pt x="281645" y="754510"/>
                  </a:lnTo>
                  <a:lnTo>
                    <a:pt x="282660" y="754050"/>
                  </a:lnTo>
                  <a:lnTo>
                    <a:pt x="282978" y="753906"/>
                  </a:lnTo>
                  <a:lnTo>
                    <a:pt x="283555" y="753645"/>
                  </a:lnTo>
                  <a:lnTo>
                    <a:pt x="287870" y="750529"/>
                  </a:lnTo>
                  <a:lnTo>
                    <a:pt x="289642" y="749460"/>
                  </a:lnTo>
                  <a:lnTo>
                    <a:pt x="291625" y="748264"/>
                  </a:lnTo>
                  <a:lnTo>
                    <a:pt x="292697" y="748949"/>
                  </a:lnTo>
                  <a:lnTo>
                    <a:pt x="293154" y="749241"/>
                  </a:lnTo>
                  <a:lnTo>
                    <a:pt x="294875" y="750342"/>
                  </a:lnTo>
                  <a:lnTo>
                    <a:pt x="295245" y="751080"/>
                  </a:lnTo>
                  <a:lnTo>
                    <a:pt x="295352" y="751293"/>
                  </a:lnTo>
                  <a:lnTo>
                    <a:pt x="295802" y="751976"/>
                  </a:lnTo>
                  <a:lnTo>
                    <a:pt x="299317" y="752119"/>
                  </a:lnTo>
                  <a:lnTo>
                    <a:pt x="299688" y="752134"/>
                  </a:lnTo>
                  <a:lnTo>
                    <a:pt x="299817" y="752139"/>
                  </a:lnTo>
                  <a:lnTo>
                    <a:pt x="299990" y="752140"/>
                  </a:lnTo>
                  <a:lnTo>
                    <a:pt x="300461" y="752115"/>
                  </a:lnTo>
                  <a:lnTo>
                    <a:pt x="300874" y="751910"/>
                  </a:lnTo>
                  <a:lnTo>
                    <a:pt x="301514" y="752018"/>
                  </a:lnTo>
                  <a:lnTo>
                    <a:pt x="302641" y="751736"/>
                  </a:lnTo>
                  <a:lnTo>
                    <a:pt x="303250" y="751594"/>
                  </a:lnTo>
                  <a:lnTo>
                    <a:pt x="304426" y="751333"/>
                  </a:lnTo>
                  <a:lnTo>
                    <a:pt x="305400" y="751118"/>
                  </a:lnTo>
                  <a:lnTo>
                    <a:pt x="306477" y="750925"/>
                  </a:lnTo>
                  <a:lnTo>
                    <a:pt x="307467" y="750656"/>
                  </a:lnTo>
                  <a:lnTo>
                    <a:pt x="307676" y="750365"/>
                  </a:lnTo>
                  <a:lnTo>
                    <a:pt x="308003" y="750248"/>
                  </a:lnTo>
                  <a:lnTo>
                    <a:pt x="308271" y="750123"/>
                  </a:lnTo>
                  <a:lnTo>
                    <a:pt x="308516" y="749926"/>
                  </a:lnTo>
                  <a:lnTo>
                    <a:pt x="308785" y="750344"/>
                  </a:lnTo>
                  <a:lnTo>
                    <a:pt x="309580" y="751263"/>
                  </a:lnTo>
                  <a:lnTo>
                    <a:pt x="309974" y="751652"/>
                  </a:lnTo>
                  <a:lnTo>
                    <a:pt x="311504" y="753558"/>
                  </a:lnTo>
                  <a:lnTo>
                    <a:pt x="312097" y="754215"/>
                  </a:lnTo>
                  <a:lnTo>
                    <a:pt x="312135" y="754379"/>
                  </a:lnTo>
                  <a:lnTo>
                    <a:pt x="312236" y="755275"/>
                  </a:lnTo>
                  <a:lnTo>
                    <a:pt x="312393" y="755559"/>
                  </a:lnTo>
                  <a:lnTo>
                    <a:pt x="312439" y="755719"/>
                  </a:lnTo>
                  <a:lnTo>
                    <a:pt x="312600" y="756059"/>
                  </a:lnTo>
                  <a:lnTo>
                    <a:pt x="312734" y="756275"/>
                  </a:lnTo>
                  <a:lnTo>
                    <a:pt x="312846" y="756464"/>
                  </a:lnTo>
                  <a:lnTo>
                    <a:pt x="312835" y="756815"/>
                  </a:lnTo>
                  <a:lnTo>
                    <a:pt x="312646" y="757187"/>
                  </a:lnTo>
                  <a:lnTo>
                    <a:pt x="311702" y="758740"/>
                  </a:lnTo>
                  <a:lnTo>
                    <a:pt x="311322" y="760432"/>
                  </a:lnTo>
                  <a:lnTo>
                    <a:pt x="311013" y="761735"/>
                  </a:lnTo>
                  <a:lnTo>
                    <a:pt x="310794" y="762661"/>
                  </a:lnTo>
                  <a:lnTo>
                    <a:pt x="310408" y="764363"/>
                  </a:lnTo>
                  <a:lnTo>
                    <a:pt x="310373" y="764519"/>
                  </a:lnTo>
                  <a:lnTo>
                    <a:pt x="309731" y="764978"/>
                  </a:lnTo>
                  <a:lnTo>
                    <a:pt x="309798" y="766678"/>
                  </a:lnTo>
                  <a:lnTo>
                    <a:pt x="309319" y="768056"/>
                  </a:lnTo>
                  <a:lnTo>
                    <a:pt x="309899" y="770327"/>
                  </a:lnTo>
                  <a:lnTo>
                    <a:pt x="310258" y="770815"/>
                  </a:lnTo>
                  <a:lnTo>
                    <a:pt x="310538" y="771151"/>
                  </a:lnTo>
                  <a:lnTo>
                    <a:pt x="310585" y="771702"/>
                  </a:lnTo>
                  <a:lnTo>
                    <a:pt x="309519" y="773325"/>
                  </a:lnTo>
                  <a:lnTo>
                    <a:pt x="308306" y="775173"/>
                  </a:lnTo>
                  <a:lnTo>
                    <a:pt x="307553" y="776890"/>
                  </a:lnTo>
                  <a:lnTo>
                    <a:pt x="307253" y="777123"/>
                  </a:lnTo>
                  <a:lnTo>
                    <a:pt x="306929" y="777375"/>
                  </a:lnTo>
                  <a:lnTo>
                    <a:pt x="306816" y="777949"/>
                  </a:lnTo>
                  <a:lnTo>
                    <a:pt x="306752" y="778277"/>
                  </a:lnTo>
                  <a:lnTo>
                    <a:pt x="306616" y="778970"/>
                  </a:lnTo>
                  <a:lnTo>
                    <a:pt x="306356" y="779459"/>
                  </a:lnTo>
                  <a:lnTo>
                    <a:pt x="305995" y="780137"/>
                  </a:lnTo>
                  <a:lnTo>
                    <a:pt x="305526" y="781016"/>
                  </a:lnTo>
                  <a:lnTo>
                    <a:pt x="305032" y="781773"/>
                  </a:lnTo>
                  <a:lnTo>
                    <a:pt x="304883" y="782001"/>
                  </a:lnTo>
                  <a:lnTo>
                    <a:pt x="304481" y="782911"/>
                  </a:lnTo>
                  <a:lnTo>
                    <a:pt x="303939" y="784135"/>
                  </a:lnTo>
                  <a:lnTo>
                    <a:pt x="303714" y="784645"/>
                  </a:lnTo>
                  <a:lnTo>
                    <a:pt x="303349" y="785468"/>
                  </a:lnTo>
                  <a:lnTo>
                    <a:pt x="303298" y="785811"/>
                  </a:lnTo>
                  <a:lnTo>
                    <a:pt x="303185" y="786567"/>
                  </a:lnTo>
                  <a:lnTo>
                    <a:pt x="303071" y="787373"/>
                  </a:lnTo>
                  <a:lnTo>
                    <a:pt x="303195" y="788227"/>
                  </a:lnTo>
                  <a:lnTo>
                    <a:pt x="303310" y="788983"/>
                  </a:lnTo>
                  <a:lnTo>
                    <a:pt x="303496" y="790199"/>
                  </a:lnTo>
                  <a:lnTo>
                    <a:pt x="305730" y="791391"/>
                  </a:lnTo>
                  <a:lnTo>
                    <a:pt x="307085" y="792113"/>
                  </a:lnTo>
                  <a:lnTo>
                    <a:pt x="307407" y="792286"/>
                  </a:lnTo>
                  <a:lnTo>
                    <a:pt x="307724" y="792454"/>
                  </a:lnTo>
                  <a:lnTo>
                    <a:pt x="309887" y="793235"/>
                  </a:lnTo>
                  <a:lnTo>
                    <a:pt x="310089" y="793271"/>
                  </a:lnTo>
                  <a:lnTo>
                    <a:pt x="310486" y="793342"/>
                  </a:lnTo>
                  <a:lnTo>
                    <a:pt x="310658" y="793373"/>
                  </a:lnTo>
                  <a:lnTo>
                    <a:pt x="310988" y="793304"/>
                  </a:lnTo>
                  <a:lnTo>
                    <a:pt x="311547" y="793147"/>
                  </a:lnTo>
                  <a:lnTo>
                    <a:pt x="311953" y="793033"/>
                  </a:lnTo>
                  <a:lnTo>
                    <a:pt x="312543" y="792867"/>
                  </a:lnTo>
                  <a:lnTo>
                    <a:pt x="313576" y="792577"/>
                  </a:lnTo>
                  <a:lnTo>
                    <a:pt x="314195" y="792400"/>
                  </a:lnTo>
                  <a:lnTo>
                    <a:pt x="315051" y="792165"/>
                  </a:lnTo>
                  <a:lnTo>
                    <a:pt x="316192" y="792076"/>
                  </a:lnTo>
                  <a:lnTo>
                    <a:pt x="316425" y="792174"/>
                  </a:lnTo>
                  <a:lnTo>
                    <a:pt x="316565" y="792232"/>
                  </a:lnTo>
                  <a:lnTo>
                    <a:pt x="316863" y="792300"/>
                  </a:lnTo>
                  <a:lnTo>
                    <a:pt x="317756" y="792212"/>
                  </a:lnTo>
                  <a:lnTo>
                    <a:pt x="318162" y="792550"/>
                  </a:lnTo>
                  <a:lnTo>
                    <a:pt x="318507" y="792614"/>
                  </a:lnTo>
                  <a:lnTo>
                    <a:pt x="319150" y="792524"/>
                  </a:lnTo>
                  <a:lnTo>
                    <a:pt x="319764" y="791997"/>
                  </a:lnTo>
                  <a:lnTo>
                    <a:pt x="319842" y="791465"/>
                  </a:lnTo>
                  <a:lnTo>
                    <a:pt x="319890" y="791153"/>
                  </a:lnTo>
                  <a:lnTo>
                    <a:pt x="320099" y="790792"/>
                  </a:lnTo>
                  <a:lnTo>
                    <a:pt x="320335" y="790487"/>
                  </a:lnTo>
                  <a:lnTo>
                    <a:pt x="320471" y="790438"/>
                  </a:lnTo>
                  <a:lnTo>
                    <a:pt x="320807" y="790319"/>
                  </a:lnTo>
                  <a:lnTo>
                    <a:pt x="321523" y="790066"/>
                  </a:lnTo>
                  <a:lnTo>
                    <a:pt x="321930" y="789713"/>
                  </a:lnTo>
                  <a:lnTo>
                    <a:pt x="322362" y="789484"/>
                  </a:lnTo>
                  <a:lnTo>
                    <a:pt x="322995" y="789149"/>
                  </a:lnTo>
                  <a:lnTo>
                    <a:pt x="324430" y="788550"/>
                  </a:lnTo>
                  <a:lnTo>
                    <a:pt x="324902" y="788276"/>
                  </a:lnTo>
                  <a:lnTo>
                    <a:pt x="325460" y="787952"/>
                  </a:lnTo>
                  <a:lnTo>
                    <a:pt x="326838" y="787152"/>
                  </a:lnTo>
                  <a:lnTo>
                    <a:pt x="327915" y="786685"/>
                  </a:lnTo>
                  <a:lnTo>
                    <a:pt x="331251" y="785239"/>
                  </a:lnTo>
                  <a:lnTo>
                    <a:pt x="331411" y="785170"/>
                  </a:lnTo>
                  <a:lnTo>
                    <a:pt x="331686" y="785051"/>
                  </a:lnTo>
                  <a:lnTo>
                    <a:pt x="332347" y="784765"/>
                  </a:lnTo>
                  <a:lnTo>
                    <a:pt x="333362" y="784325"/>
                  </a:lnTo>
                  <a:lnTo>
                    <a:pt x="333703" y="784177"/>
                  </a:lnTo>
                  <a:lnTo>
                    <a:pt x="334760" y="783719"/>
                  </a:lnTo>
                  <a:lnTo>
                    <a:pt x="335299" y="783485"/>
                  </a:lnTo>
                  <a:lnTo>
                    <a:pt x="336003" y="783180"/>
                  </a:lnTo>
                  <a:lnTo>
                    <a:pt x="336234" y="783080"/>
                  </a:lnTo>
                  <a:lnTo>
                    <a:pt x="336840" y="782818"/>
                  </a:lnTo>
                  <a:lnTo>
                    <a:pt x="337034" y="782734"/>
                  </a:lnTo>
                  <a:lnTo>
                    <a:pt x="337557" y="782507"/>
                  </a:lnTo>
                  <a:lnTo>
                    <a:pt x="338338" y="782169"/>
                  </a:lnTo>
                  <a:lnTo>
                    <a:pt x="341273" y="780897"/>
                  </a:lnTo>
                  <a:lnTo>
                    <a:pt x="342205" y="780493"/>
                  </a:lnTo>
                  <a:lnTo>
                    <a:pt x="342482" y="780360"/>
                  </a:lnTo>
                  <a:lnTo>
                    <a:pt x="342764" y="780225"/>
                  </a:lnTo>
                  <a:lnTo>
                    <a:pt x="343111" y="780058"/>
                  </a:lnTo>
                  <a:lnTo>
                    <a:pt x="343531" y="779856"/>
                  </a:lnTo>
                  <a:lnTo>
                    <a:pt x="344020" y="779621"/>
                  </a:lnTo>
                  <a:lnTo>
                    <a:pt x="345163" y="779073"/>
                  </a:lnTo>
                  <a:lnTo>
                    <a:pt x="345900" y="778718"/>
                  </a:lnTo>
                  <a:lnTo>
                    <a:pt x="346850" y="778262"/>
                  </a:lnTo>
                  <a:lnTo>
                    <a:pt x="348085" y="777669"/>
                  </a:lnTo>
                  <a:lnTo>
                    <a:pt x="349399" y="777038"/>
                  </a:lnTo>
                  <a:lnTo>
                    <a:pt x="349741" y="776872"/>
                  </a:lnTo>
                  <a:lnTo>
                    <a:pt x="351495" y="776025"/>
                  </a:lnTo>
                  <a:lnTo>
                    <a:pt x="352074" y="775992"/>
                  </a:lnTo>
                  <a:lnTo>
                    <a:pt x="352245" y="775983"/>
                  </a:lnTo>
                  <a:lnTo>
                    <a:pt x="352761" y="775953"/>
                  </a:lnTo>
                  <a:lnTo>
                    <a:pt x="355482" y="775800"/>
                  </a:lnTo>
                  <a:lnTo>
                    <a:pt x="355897" y="775777"/>
                  </a:lnTo>
                  <a:lnTo>
                    <a:pt x="356340" y="775752"/>
                  </a:lnTo>
                  <a:lnTo>
                    <a:pt x="357929" y="775662"/>
                  </a:lnTo>
                  <a:lnTo>
                    <a:pt x="358830" y="775612"/>
                  </a:lnTo>
                  <a:lnTo>
                    <a:pt x="360224" y="775533"/>
                  </a:lnTo>
                  <a:lnTo>
                    <a:pt x="360395" y="775523"/>
                  </a:lnTo>
                  <a:lnTo>
                    <a:pt x="364841" y="775273"/>
                  </a:lnTo>
                  <a:lnTo>
                    <a:pt x="368801" y="775028"/>
                  </a:lnTo>
                  <a:lnTo>
                    <a:pt x="369246" y="774616"/>
                  </a:lnTo>
                  <a:lnTo>
                    <a:pt x="369849" y="774061"/>
                  </a:lnTo>
                  <a:lnTo>
                    <a:pt x="370755" y="773224"/>
                  </a:lnTo>
                  <a:lnTo>
                    <a:pt x="371607" y="772479"/>
                  </a:lnTo>
                  <a:lnTo>
                    <a:pt x="372475" y="771674"/>
                  </a:lnTo>
                  <a:lnTo>
                    <a:pt x="373600" y="770631"/>
                  </a:lnTo>
                  <a:lnTo>
                    <a:pt x="374640" y="769667"/>
                  </a:lnTo>
                  <a:lnTo>
                    <a:pt x="375760" y="768644"/>
                  </a:lnTo>
                  <a:lnTo>
                    <a:pt x="376472" y="767995"/>
                  </a:lnTo>
                  <a:lnTo>
                    <a:pt x="376759" y="767708"/>
                  </a:lnTo>
                  <a:lnTo>
                    <a:pt x="376670" y="765478"/>
                  </a:lnTo>
                  <a:lnTo>
                    <a:pt x="376657" y="765158"/>
                  </a:lnTo>
                  <a:lnTo>
                    <a:pt x="376648" y="764933"/>
                  </a:lnTo>
                  <a:lnTo>
                    <a:pt x="376731" y="764543"/>
                  </a:lnTo>
                  <a:lnTo>
                    <a:pt x="377263" y="764072"/>
                  </a:lnTo>
                  <a:lnTo>
                    <a:pt x="377881" y="763478"/>
                  </a:lnTo>
                  <a:lnTo>
                    <a:pt x="379118" y="763216"/>
                  </a:lnTo>
                  <a:lnTo>
                    <a:pt x="379235" y="762974"/>
                  </a:lnTo>
                  <a:lnTo>
                    <a:pt x="379653" y="762142"/>
                  </a:lnTo>
                  <a:lnTo>
                    <a:pt x="379664" y="761047"/>
                  </a:lnTo>
                  <a:lnTo>
                    <a:pt x="379559" y="760810"/>
                  </a:lnTo>
                  <a:lnTo>
                    <a:pt x="379101" y="760205"/>
                  </a:lnTo>
                  <a:lnTo>
                    <a:pt x="378848" y="759743"/>
                  </a:lnTo>
                  <a:lnTo>
                    <a:pt x="378876" y="759481"/>
                  </a:lnTo>
                  <a:lnTo>
                    <a:pt x="379001" y="759297"/>
                  </a:lnTo>
                  <a:lnTo>
                    <a:pt x="379371" y="758828"/>
                  </a:lnTo>
                  <a:lnTo>
                    <a:pt x="379392" y="758639"/>
                  </a:lnTo>
                  <a:lnTo>
                    <a:pt x="379218" y="758314"/>
                  </a:lnTo>
                  <a:lnTo>
                    <a:pt x="378713" y="758155"/>
                  </a:lnTo>
                  <a:lnTo>
                    <a:pt x="378056" y="757913"/>
                  </a:lnTo>
                  <a:lnTo>
                    <a:pt x="378077" y="757157"/>
                  </a:lnTo>
                  <a:lnTo>
                    <a:pt x="377897" y="756715"/>
                  </a:lnTo>
                  <a:lnTo>
                    <a:pt x="377851" y="756557"/>
                  </a:lnTo>
                  <a:lnTo>
                    <a:pt x="377635" y="756005"/>
                  </a:lnTo>
                  <a:lnTo>
                    <a:pt x="377724" y="755613"/>
                  </a:lnTo>
                  <a:lnTo>
                    <a:pt x="377806" y="755478"/>
                  </a:lnTo>
                  <a:lnTo>
                    <a:pt x="377897" y="755323"/>
                  </a:lnTo>
                  <a:lnTo>
                    <a:pt x="378093" y="755033"/>
                  </a:lnTo>
                  <a:lnTo>
                    <a:pt x="378225" y="754880"/>
                  </a:lnTo>
                  <a:lnTo>
                    <a:pt x="379004" y="754297"/>
                  </a:lnTo>
                  <a:lnTo>
                    <a:pt x="379116" y="754117"/>
                  </a:lnTo>
                  <a:lnTo>
                    <a:pt x="379287" y="753928"/>
                  </a:lnTo>
                  <a:lnTo>
                    <a:pt x="379510" y="753758"/>
                  </a:lnTo>
                  <a:lnTo>
                    <a:pt x="379699" y="753542"/>
                  </a:lnTo>
                  <a:lnTo>
                    <a:pt x="379823" y="753320"/>
                  </a:lnTo>
                  <a:lnTo>
                    <a:pt x="379996" y="753010"/>
                  </a:lnTo>
                  <a:lnTo>
                    <a:pt x="380169" y="752697"/>
                  </a:lnTo>
                  <a:lnTo>
                    <a:pt x="380416" y="752285"/>
                  </a:lnTo>
                  <a:lnTo>
                    <a:pt x="380437" y="752145"/>
                  </a:lnTo>
                  <a:lnTo>
                    <a:pt x="380470" y="751796"/>
                  </a:lnTo>
                  <a:lnTo>
                    <a:pt x="380503" y="751651"/>
                  </a:lnTo>
                  <a:lnTo>
                    <a:pt x="380284" y="751264"/>
                  </a:lnTo>
                  <a:lnTo>
                    <a:pt x="380182" y="751086"/>
                  </a:lnTo>
                  <a:lnTo>
                    <a:pt x="380093" y="750860"/>
                  </a:lnTo>
                  <a:lnTo>
                    <a:pt x="379900" y="750504"/>
                  </a:lnTo>
                  <a:lnTo>
                    <a:pt x="379643" y="750046"/>
                  </a:lnTo>
                  <a:lnTo>
                    <a:pt x="379592" y="749870"/>
                  </a:lnTo>
                  <a:lnTo>
                    <a:pt x="379528" y="749644"/>
                  </a:lnTo>
                  <a:lnTo>
                    <a:pt x="379472" y="749445"/>
                  </a:lnTo>
                  <a:lnTo>
                    <a:pt x="379429" y="749249"/>
                  </a:lnTo>
                  <a:lnTo>
                    <a:pt x="379381" y="748977"/>
                  </a:lnTo>
                  <a:lnTo>
                    <a:pt x="379314" y="748705"/>
                  </a:lnTo>
                  <a:lnTo>
                    <a:pt x="379243" y="748412"/>
                  </a:lnTo>
                  <a:lnTo>
                    <a:pt x="379279" y="748213"/>
                  </a:lnTo>
                  <a:lnTo>
                    <a:pt x="379375" y="747982"/>
                  </a:lnTo>
                  <a:lnTo>
                    <a:pt x="379459" y="747852"/>
                  </a:lnTo>
                  <a:lnTo>
                    <a:pt x="379664" y="747565"/>
                  </a:lnTo>
                  <a:lnTo>
                    <a:pt x="379830" y="747331"/>
                  </a:lnTo>
                  <a:lnTo>
                    <a:pt x="380186" y="746774"/>
                  </a:lnTo>
                  <a:lnTo>
                    <a:pt x="380466" y="746339"/>
                  </a:lnTo>
                  <a:lnTo>
                    <a:pt x="380804" y="745804"/>
                  </a:lnTo>
                  <a:lnTo>
                    <a:pt x="381066" y="745364"/>
                  </a:lnTo>
                  <a:lnTo>
                    <a:pt x="381438" y="744804"/>
                  </a:lnTo>
                  <a:lnTo>
                    <a:pt x="382033" y="743863"/>
                  </a:lnTo>
                  <a:lnTo>
                    <a:pt x="382550" y="743016"/>
                  </a:lnTo>
                  <a:lnTo>
                    <a:pt x="382634" y="742878"/>
                  </a:lnTo>
                  <a:lnTo>
                    <a:pt x="382768" y="742677"/>
                  </a:lnTo>
                  <a:lnTo>
                    <a:pt x="383053" y="742252"/>
                  </a:lnTo>
                  <a:lnTo>
                    <a:pt x="383677" y="741374"/>
                  </a:lnTo>
                  <a:lnTo>
                    <a:pt x="383776" y="741232"/>
                  </a:lnTo>
                  <a:lnTo>
                    <a:pt x="384023" y="740881"/>
                  </a:lnTo>
                  <a:lnTo>
                    <a:pt x="384366" y="740395"/>
                  </a:lnTo>
                  <a:lnTo>
                    <a:pt x="384690" y="739921"/>
                  </a:lnTo>
                  <a:lnTo>
                    <a:pt x="385023" y="739458"/>
                  </a:lnTo>
                  <a:lnTo>
                    <a:pt x="385384" y="738949"/>
                  </a:lnTo>
                  <a:lnTo>
                    <a:pt x="385763" y="738423"/>
                  </a:lnTo>
                  <a:lnTo>
                    <a:pt x="386038" y="738003"/>
                  </a:lnTo>
                  <a:lnTo>
                    <a:pt x="386758" y="737054"/>
                  </a:lnTo>
                  <a:lnTo>
                    <a:pt x="387786" y="735578"/>
                  </a:lnTo>
                  <a:lnTo>
                    <a:pt x="388468" y="734654"/>
                  </a:lnTo>
                  <a:lnTo>
                    <a:pt x="389155" y="733705"/>
                  </a:lnTo>
                  <a:lnTo>
                    <a:pt x="389549" y="733155"/>
                  </a:lnTo>
                  <a:lnTo>
                    <a:pt x="389860" y="732748"/>
                  </a:lnTo>
                  <a:lnTo>
                    <a:pt x="390216" y="732251"/>
                  </a:lnTo>
                  <a:lnTo>
                    <a:pt x="390552" y="731798"/>
                  </a:lnTo>
                  <a:lnTo>
                    <a:pt x="391073" y="731070"/>
                  </a:lnTo>
                  <a:lnTo>
                    <a:pt x="391241" y="730838"/>
                  </a:lnTo>
                  <a:lnTo>
                    <a:pt x="391928" y="729877"/>
                  </a:lnTo>
                  <a:lnTo>
                    <a:pt x="392236" y="729447"/>
                  </a:lnTo>
                  <a:lnTo>
                    <a:pt x="392587" y="728958"/>
                  </a:lnTo>
                  <a:lnTo>
                    <a:pt x="392948" y="728464"/>
                  </a:lnTo>
                  <a:lnTo>
                    <a:pt x="393643" y="727439"/>
                  </a:lnTo>
                  <a:lnTo>
                    <a:pt x="394205" y="726607"/>
                  </a:lnTo>
                  <a:lnTo>
                    <a:pt x="394821" y="726131"/>
                  </a:lnTo>
                  <a:lnTo>
                    <a:pt x="395294" y="725770"/>
                  </a:lnTo>
                  <a:lnTo>
                    <a:pt x="395992" y="725233"/>
                  </a:lnTo>
                  <a:lnTo>
                    <a:pt x="396241" y="725037"/>
                  </a:lnTo>
                  <a:lnTo>
                    <a:pt x="396704" y="724663"/>
                  </a:lnTo>
                  <a:lnTo>
                    <a:pt x="397595" y="723943"/>
                  </a:lnTo>
                  <a:lnTo>
                    <a:pt x="398345" y="723317"/>
                  </a:lnTo>
                  <a:lnTo>
                    <a:pt x="398467" y="723182"/>
                  </a:lnTo>
                  <a:lnTo>
                    <a:pt x="398668" y="722810"/>
                  </a:lnTo>
                  <a:lnTo>
                    <a:pt x="398742" y="722678"/>
                  </a:lnTo>
                  <a:lnTo>
                    <a:pt x="398811" y="722505"/>
                  </a:lnTo>
                  <a:lnTo>
                    <a:pt x="398951" y="722159"/>
                  </a:lnTo>
                  <a:lnTo>
                    <a:pt x="399221" y="721574"/>
                  </a:lnTo>
                  <a:lnTo>
                    <a:pt x="399434" y="721368"/>
                  </a:lnTo>
                  <a:lnTo>
                    <a:pt x="399648" y="721235"/>
                  </a:lnTo>
                  <a:lnTo>
                    <a:pt x="399933" y="721121"/>
                  </a:lnTo>
                  <a:lnTo>
                    <a:pt x="400167" y="721080"/>
                  </a:lnTo>
                  <a:lnTo>
                    <a:pt x="400722" y="721009"/>
                  </a:lnTo>
                  <a:lnTo>
                    <a:pt x="401106" y="720940"/>
                  </a:lnTo>
                  <a:lnTo>
                    <a:pt x="401447" y="720793"/>
                  </a:lnTo>
                  <a:lnTo>
                    <a:pt x="401788" y="720673"/>
                  </a:lnTo>
                  <a:lnTo>
                    <a:pt x="402264" y="720398"/>
                  </a:lnTo>
                  <a:lnTo>
                    <a:pt x="402457" y="720258"/>
                  </a:lnTo>
                  <a:lnTo>
                    <a:pt x="402620" y="720212"/>
                  </a:lnTo>
                  <a:lnTo>
                    <a:pt x="402849" y="720210"/>
                  </a:lnTo>
                  <a:lnTo>
                    <a:pt x="403007" y="720233"/>
                  </a:lnTo>
                  <a:lnTo>
                    <a:pt x="403162" y="720345"/>
                  </a:lnTo>
                  <a:lnTo>
                    <a:pt x="403383" y="720497"/>
                  </a:lnTo>
                  <a:lnTo>
                    <a:pt x="403658" y="720592"/>
                  </a:lnTo>
                  <a:lnTo>
                    <a:pt x="403844" y="720703"/>
                  </a:lnTo>
                  <a:lnTo>
                    <a:pt x="404124" y="720673"/>
                  </a:lnTo>
                  <a:lnTo>
                    <a:pt x="404340" y="720668"/>
                  </a:lnTo>
                  <a:lnTo>
                    <a:pt x="404719" y="720655"/>
                  </a:lnTo>
                  <a:lnTo>
                    <a:pt x="405129" y="720668"/>
                  </a:lnTo>
                  <a:lnTo>
                    <a:pt x="405383" y="720635"/>
                  </a:lnTo>
                  <a:lnTo>
                    <a:pt x="405686" y="720622"/>
                  </a:lnTo>
                  <a:lnTo>
                    <a:pt x="405775" y="720777"/>
                  </a:lnTo>
                  <a:lnTo>
                    <a:pt x="406050" y="720938"/>
                  </a:lnTo>
                  <a:lnTo>
                    <a:pt x="406340" y="721088"/>
                  </a:lnTo>
                  <a:lnTo>
                    <a:pt x="406714" y="721296"/>
                  </a:lnTo>
                  <a:lnTo>
                    <a:pt x="407060" y="721452"/>
                  </a:lnTo>
                  <a:lnTo>
                    <a:pt x="407350" y="721502"/>
                  </a:lnTo>
                  <a:lnTo>
                    <a:pt x="407572" y="721424"/>
                  </a:lnTo>
                  <a:lnTo>
                    <a:pt x="407857" y="721307"/>
                  </a:lnTo>
                  <a:lnTo>
                    <a:pt x="408251" y="721075"/>
                  </a:lnTo>
                  <a:lnTo>
                    <a:pt x="408712" y="720803"/>
                  </a:lnTo>
                  <a:lnTo>
                    <a:pt x="409020" y="720625"/>
                  </a:lnTo>
                  <a:lnTo>
                    <a:pt x="409472" y="720439"/>
                  </a:lnTo>
                  <a:lnTo>
                    <a:pt x="409981" y="720268"/>
                  </a:lnTo>
                  <a:lnTo>
                    <a:pt x="410310" y="720162"/>
                  </a:lnTo>
                  <a:lnTo>
                    <a:pt x="410544" y="719930"/>
                  </a:lnTo>
                  <a:lnTo>
                    <a:pt x="410867" y="719833"/>
                  </a:lnTo>
                  <a:lnTo>
                    <a:pt x="412198" y="719220"/>
                  </a:lnTo>
                  <a:lnTo>
                    <a:pt x="415154" y="718581"/>
                  </a:lnTo>
                  <a:lnTo>
                    <a:pt x="415732" y="718459"/>
                  </a:lnTo>
                  <a:lnTo>
                    <a:pt x="416595" y="718011"/>
                  </a:lnTo>
                  <a:lnTo>
                    <a:pt x="417432" y="717579"/>
                  </a:lnTo>
                  <a:lnTo>
                    <a:pt x="418416" y="717106"/>
                  </a:lnTo>
                  <a:lnTo>
                    <a:pt x="419775" y="716457"/>
                  </a:lnTo>
                  <a:lnTo>
                    <a:pt x="420857" y="715935"/>
                  </a:lnTo>
                  <a:lnTo>
                    <a:pt x="421422" y="715663"/>
                  </a:lnTo>
                  <a:lnTo>
                    <a:pt x="422277" y="715261"/>
                  </a:lnTo>
                  <a:lnTo>
                    <a:pt x="422709" y="715057"/>
                  </a:lnTo>
                  <a:lnTo>
                    <a:pt x="423959" y="714469"/>
                  </a:lnTo>
                  <a:lnTo>
                    <a:pt x="424170" y="714363"/>
                  </a:lnTo>
                  <a:lnTo>
                    <a:pt x="424663" y="714103"/>
                  </a:lnTo>
                  <a:lnTo>
                    <a:pt x="424826" y="714017"/>
                  </a:lnTo>
                  <a:lnTo>
                    <a:pt x="424872" y="713788"/>
                  </a:lnTo>
                  <a:lnTo>
                    <a:pt x="424982" y="713248"/>
                  </a:lnTo>
                  <a:lnTo>
                    <a:pt x="425093" y="712676"/>
                  </a:lnTo>
                  <a:lnTo>
                    <a:pt x="425322" y="711520"/>
                  </a:lnTo>
                  <a:lnTo>
                    <a:pt x="425429" y="710983"/>
                  </a:lnTo>
                  <a:lnTo>
                    <a:pt x="425549" y="710393"/>
                  </a:lnTo>
                  <a:lnTo>
                    <a:pt x="425781" y="709245"/>
                  </a:lnTo>
                  <a:lnTo>
                    <a:pt x="425890" y="708701"/>
                  </a:lnTo>
                  <a:lnTo>
                    <a:pt x="426122" y="707510"/>
                  </a:lnTo>
                  <a:lnTo>
                    <a:pt x="426226" y="706955"/>
                  </a:lnTo>
                  <a:lnTo>
                    <a:pt x="426333" y="706385"/>
                  </a:lnTo>
                  <a:lnTo>
                    <a:pt x="426452" y="705823"/>
                  </a:lnTo>
                  <a:lnTo>
                    <a:pt x="426671" y="704665"/>
                  </a:lnTo>
                  <a:lnTo>
                    <a:pt x="426791" y="704044"/>
                  </a:lnTo>
                  <a:lnTo>
                    <a:pt x="426852" y="703734"/>
                  </a:lnTo>
                  <a:lnTo>
                    <a:pt x="426941" y="703370"/>
                  </a:lnTo>
                  <a:lnTo>
                    <a:pt x="427068" y="703167"/>
                  </a:lnTo>
                  <a:lnTo>
                    <a:pt x="427409" y="702632"/>
                  </a:lnTo>
                  <a:lnTo>
                    <a:pt x="427712" y="702164"/>
                  </a:lnTo>
                  <a:lnTo>
                    <a:pt x="428371" y="701133"/>
                  </a:lnTo>
                  <a:lnTo>
                    <a:pt x="428676" y="700663"/>
                  </a:lnTo>
                  <a:lnTo>
                    <a:pt x="428926" y="700314"/>
                  </a:lnTo>
                  <a:lnTo>
                    <a:pt x="429704" y="699220"/>
                  </a:lnTo>
                  <a:lnTo>
                    <a:pt x="430053" y="698719"/>
                  </a:lnTo>
                  <a:lnTo>
                    <a:pt x="430409" y="698235"/>
                  </a:lnTo>
                  <a:lnTo>
                    <a:pt x="431086" y="697296"/>
                  </a:lnTo>
                  <a:lnTo>
                    <a:pt x="431783" y="696370"/>
                  </a:lnTo>
                  <a:lnTo>
                    <a:pt x="432508" y="695403"/>
                  </a:lnTo>
                  <a:lnTo>
                    <a:pt x="433174" y="694477"/>
                  </a:lnTo>
                  <a:lnTo>
                    <a:pt x="433859" y="693531"/>
                  </a:lnTo>
                  <a:lnTo>
                    <a:pt x="434205" y="693049"/>
                  </a:lnTo>
                  <a:lnTo>
                    <a:pt x="434526" y="692622"/>
                  </a:lnTo>
                  <a:lnTo>
                    <a:pt x="434716" y="692368"/>
                  </a:lnTo>
                  <a:lnTo>
                    <a:pt x="450520" y="672216"/>
                  </a:lnTo>
                  <a:lnTo>
                    <a:pt x="456443" y="653344"/>
                  </a:lnTo>
                  <a:lnTo>
                    <a:pt x="456633" y="653107"/>
                  </a:lnTo>
                  <a:lnTo>
                    <a:pt x="456979" y="652676"/>
                  </a:lnTo>
                  <a:lnTo>
                    <a:pt x="457686" y="651793"/>
                  </a:lnTo>
                  <a:lnTo>
                    <a:pt x="458776" y="650433"/>
                  </a:lnTo>
                  <a:lnTo>
                    <a:pt x="459564" y="649450"/>
                  </a:lnTo>
                  <a:lnTo>
                    <a:pt x="460914" y="647765"/>
                  </a:lnTo>
                  <a:lnTo>
                    <a:pt x="462787" y="645428"/>
                  </a:lnTo>
                  <a:lnTo>
                    <a:pt x="463409" y="644652"/>
                  </a:lnTo>
                  <a:lnTo>
                    <a:pt x="464187" y="643680"/>
                  </a:lnTo>
                  <a:lnTo>
                    <a:pt x="464947" y="642732"/>
                  </a:lnTo>
                  <a:lnTo>
                    <a:pt x="466269" y="641082"/>
                  </a:lnTo>
                  <a:lnTo>
                    <a:pt x="466999" y="640172"/>
                  </a:lnTo>
                  <a:lnTo>
                    <a:pt x="467343" y="638360"/>
                  </a:lnTo>
                  <a:lnTo>
                    <a:pt x="467614" y="636934"/>
                  </a:lnTo>
                  <a:lnTo>
                    <a:pt x="467888" y="635494"/>
                  </a:lnTo>
                  <a:lnTo>
                    <a:pt x="467937" y="635237"/>
                  </a:lnTo>
                  <a:lnTo>
                    <a:pt x="468060" y="634590"/>
                  </a:lnTo>
                  <a:lnTo>
                    <a:pt x="468336" y="633142"/>
                  </a:lnTo>
                  <a:lnTo>
                    <a:pt x="468730" y="631071"/>
                  </a:lnTo>
                  <a:lnTo>
                    <a:pt x="468986" y="629724"/>
                  </a:lnTo>
                  <a:lnTo>
                    <a:pt x="469092" y="629166"/>
                  </a:lnTo>
                  <a:lnTo>
                    <a:pt x="469833" y="625268"/>
                  </a:lnTo>
                  <a:lnTo>
                    <a:pt x="469881" y="625018"/>
                  </a:lnTo>
                  <a:lnTo>
                    <a:pt x="469968" y="624560"/>
                  </a:lnTo>
                  <a:lnTo>
                    <a:pt x="470413" y="622219"/>
                  </a:lnTo>
                  <a:lnTo>
                    <a:pt x="470449" y="622034"/>
                  </a:lnTo>
                  <a:lnTo>
                    <a:pt x="470840" y="619974"/>
                  </a:lnTo>
                  <a:lnTo>
                    <a:pt x="471086" y="618685"/>
                  </a:lnTo>
                  <a:lnTo>
                    <a:pt x="471306" y="617526"/>
                  </a:lnTo>
                  <a:lnTo>
                    <a:pt x="471696" y="615476"/>
                  </a:lnTo>
                  <a:lnTo>
                    <a:pt x="472108" y="613314"/>
                  </a:lnTo>
                  <a:lnTo>
                    <a:pt x="472438" y="611578"/>
                  </a:lnTo>
                  <a:lnTo>
                    <a:pt x="472478" y="611368"/>
                  </a:lnTo>
                  <a:lnTo>
                    <a:pt x="472613" y="610639"/>
                  </a:lnTo>
                  <a:lnTo>
                    <a:pt x="472745" y="609964"/>
                  </a:lnTo>
                  <a:lnTo>
                    <a:pt x="473119" y="608002"/>
                  </a:lnTo>
                  <a:lnTo>
                    <a:pt x="473295" y="607075"/>
                  </a:lnTo>
                  <a:lnTo>
                    <a:pt x="473353" y="606769"/>
                  </a:lnTo>
                  <a:lnTo>
                    <a:pt x="473620" y="605303"/>
                  </a:lnTo>
                  <a:lnTo>
                    <a:pt x="473672" y="605015"/>
                  </a:lnTo>
                  <a:lnTo>
                    <a:pt x="473899" y="603769"/>
                  </a:lnTo>
                  <a:lnTo>
                    <a:pt x="473997" y="603231"/>
                  </a:lnTo>
                  <a:lnTo>
                    <a:pt x="474608" y="601318"/>
                  </a:lnTo>
                  <a:lnTo>
                    <a:pt x="475048" y="599840"/>
                  </a:lnTo>
                  <a:lnTo>
                    <a:pt x="475402" y="598748"/>
                  </a:lnTo>
                  <a:lnTo>
                    <a:pt x="475762" y="597665"/>
                  </a:lnTo>
                  <a:lnTo>
                    <a:pt x="476088" y="596566"/>
                  </a:lnTo>
                  <a:lnTo>
                    <a:pt x="476474" y="595395"/>
                  </a:lnTo>
                  <a:lnTo>
                    <a:pt x="476828" y="594294"/>
                  </a:lnTo>
                  <a:lnTo>
                    <a:pt x="477358" y="592619"/>
                  </a:lnTo>
                  <a:lnTo>
                    <a:pt x="477724" y="591521"/>
                  </a:lnTo>
                  <a:lnTo>
                    <a:pt x="478099" y="590370"/>
                  </a:lnTo>
                  <a:lnTo>
                    <a:pt x="478460" y="589216"/>
                  </a:lnTo>
                  <a:lnTo>
                    <a:pt x="478794" y="588110"/>
                  </a:lnTo>
                  <a:lnTo>
                    <a:pt x="479001" y="587470"/>
                  </a:lnTo>
                  <a:lnTo>
                    <a:pt x="479152" y="586998"/>
                  </a:lnTo>
                  <a:lnTo>
                    <a:pt x="479353" y="586563"/>
                  </a:lnTo>
                  <a:lnTo>
                    <a:pt x="479548" y="585892"/>
                  </a:lnTo>
                  <a:lnTo>
                    <a:pt x="479881" y="584825"/>
                  </a:lnTo>
                  <a:lnTo>
                    <a:pt x="480263" y="583677"/>
                  </a:lnTo>
                  <a:lnTo>
                    <a:pt x="480529" y="583064"/>
                  </a:lnTo>
                  <a:lnTo>
                    <a:pt x="480949" y="581802"/>
                  </a:lnTo>
                  <a:lnTo>
                    <a:pt x="481078" y="581365"/>
                  </a:lnTo>
                  <a:lnTo>
                    <a:pt x="481282" y="580675"/>
                  </a:lnTo>
                  <a:lnTo>
                    <a:pt x="481582" y="579558"/>
                  </a:lnTo>
                  <a:lnTo>
                    <a:pt x="481915" y="578411"/>
                  </a:lnTo>
                  <a:lnTo>
                    <a:pt x="482219" y="577320"/>
                  </a:lnTo>
                  <a:lnTo>
                    <a:pt x="482273" y="577120"/>
                  </a:lnTo>
                  <a:lnTo>
                    <a:pt x="481943" y="576896"/>
                  </a:lnTo>
                  <a:lnTo>
                    <a:pt x="481057" y="576248"/>
                  </a:lnTo>
                  <a:lnTo>
                    <a:pt x="480462" y="575812"/>
                  </a:lnTo>
                  <a:lnTo>
                    <a:pt x="479703" y="575268"/>
                  </a:lnTo>
                  <a:lnTo>
                    <a:pt x="477729" y="573838"/>
                  </a:lnTo>
                  <a:lnTo>
                    <a:pt x="476385" y="572866"/>
                  </a:lnTo>
                  <a:lnTo>
                    <a:pt x="474892" y="571787"/>
                  </a:lnTo>
                  <a:lnTo>
                    <a:pt x="474594" y="571573"/>
                  </a:lnTo>
                  <a:lnTo>
                    <a:pt x="472983" y="568815"/>
                  </a:lnTo>
                  <a:lnTo>
                    <a:pt x="471442" y="566182"/>
                  </a:lnTo>
                  <a:lnTo>
                    <a:pt x="471274" y="565894"/>
                  </a:lnTo>
                  <a:lnTo>
                    <a:pt x="470627" y="564785"/>
                  </a:lnTo>
                  <a:lnTo>
                    <a:pt x="470591" y="564586"/>
                  </a:lnTo>
                  <a:lnTo>
                    <a:pt x="470301" y="563031"/>
                  </a:lnTo>
                  <a:lnTo>
                    <a:pt x="470200" y="562497"/>
                  </a:lnTo>
                  <a:lnTo>
                    <a:pt x="469993" y="561281"/>
                  </a:lnTo>
                  <a:lnTo>
                    <a:pt x="469943" y="560105"/>
                  </a:lnTo>
                  <a:lnTo>
                    <a:pt x="469754" y="558347"/>
                  </a:lnTo>
                  <a:lnTo>
                    <a:pt x="469630" y="557166"/>
                  </a:lnTo>
                  <a:lnTo>
                    <a:pt x="469446" y="555472"/>
                  </a:lnTo>
                  <a:lnTo>
                    <a:pt x="469309" y="554189"/>
                  </a:lnTo>
                  <a:lnTo>
                    <a:pt x="469848" y="552464"/>
                  </a:lnTo>
                  <a:lnTo>
                    <a:pt x="470580" y="550166"/>
                  </a:lnTo>
                  <a:lnTo>
                    <a:pt x="471070" y="548556"/>
                  </a:lnTo>
                  <a:lnTo>
                    <a:pt x="471485" y="547225"/>
                  </a:lnTo>
                  <a:lnTo>
                    <a:pt x="471775" y="546296"/>
                  </a:lnTo>
                  <a:lnTo>
                    <a:pt x="471943" y="545759"/>
                  </a:lnTo>
                  <a:lnTo>
                    <a:pt x="472134" y="545220"/>
                  </a:lnTo>
                  <a:lnTo>
                    <a:pt x="472439" y="544037"/>
                  </a:lnTo>
                  <a:lnTo>
                    <a:pt x="460818" y="535718"/>
                  </a:lnTo>
                  <a:lnTo>
                    <a:pt x="446334" y="533319"/>
                  </a:lnTo>
                  <a:lnTo>
                    <a:pt x="446021" y="533265"/>
                  </a:lnTo>
                  <a:lnTo>
                    <a:pt x="450789" y="529382"/>
                  </a:lnTo>
                  <a:lnTo>
                    <a:pt x="465957" y="517748"/>
                  </a:lnTo>
                  <a:lnTo>
                    <a:pt x="466303" y="517483"/>
                  </a:lnTo>
                  <a:lnTo>
                    <a:pt x="467753" y="516370"/>
                  </a:lnTo>
                  <a:lnTo>
                    <a:pt x="468613" y="515711"/>
                  </a:lnTo>
                  <a:lnTo>
                    <a:pt x="473056" y="512303"/>
                  </a:lnTo>
                  <a:lnTo>
                    <a:pt x="482413" y="516838"/>
                  </a:lnTo>
                  <a:lnTo>
                    <a:pt x="485288" y="515128"/>
                  </a:lnTo>
                  <a:lnTo>
                    <a:pt x="486008" y="513736"/>
                  </a:lnTo>
                  <a:lnTo>
                    <a:pt x="486744" y="512319"/>
                  </a:lnTo>
                  <a:lnTo>
                    <a:pt x="487214" y="511611"/>
                  </a:lnTo>
                  <a:lnTo>
                    <a:pt x="487634" y="510985"/>
                  </a:lnTo>
                  <a:lnTo>
                    <a:pt x="488143" y="510344"/>
                  </a:lnTo>
                  <a:lnTo>
                    <a:pt x="488995" y="509252"/>
                  </a:lnTo>
                  <a:lnTo>
                    <a:pt x="489074" y="506777"/>
                  </a:lnTo>
                  <a:lnTo>
                    <a:pt x="489120" y="505375"/>
                  </a:lnTo>
                  <a:lnTo>
                    <a:pt x="489158" y="504163"/>
                  </a:lnTo>
                  <a:lnTo>
                    <a:pt x="489219" y="502273"/>
                  </a:lnTo>
                  <a:lnTo>
                    <a:pt x="489258" y="501013"/>
                  </a:lnTo>
                  <a:lnTo>
                    <a:pt x="487843" y="500374"/>
                  </a:lnTo>
                  <a:lnTo>
                    <a:pt x="486983" y="499988"/>
                  </a:lnTo>
                  <a:lnTo>
                    <a:pt x="489334" y="495741"/>
                  </a:lnTo>
                  <a:lnTo>
                    <a:pt x="494854" y="486883"/>
                  </a:lnTo>
                  <a:lnTo>
                    <a:pt x="499046" y="480245"/>
                  </a:lnTo>
                  <a:lnTo>
                    <a:pt x="503818" y="472155"/>
                  </a:lnTo>
                  <a:lnTo>
                    <a:pt x="511203" y="466343"/>
                  </a:lnTo>
                  <a:lnTo>
                    <a:pt x="515111" y="465593"/>
                  </a:lnTo>
                  <a:lnTo>
                    <a:pt x="516602" y="467201"/>
                  </a:lnTo>
                  <a:lnTo>
                    <a:pt x="517233" y="467880"/>
                  </a:lnTo>
                  <a:lnTo>
                    <a:pt x="518622" y="469384"/>
                  </a:lnTo>
                  <a:lnTo>
                    <a:pt x="519355" y="470173"/>
                  </a:lnTo>
                  <a:lnTo>
                    <a:pt x="522009" y="473995"/>
                  </a:lnTo>
                  <a:lnTo>
                    <a:pt x="528383" y="473453"/>
                  </a:lnTo>
                  <a:lnTo>
                    <a:pt x="536419" y="476697"/>
                  </a:lnTo>
                  <a:lnTo>
                    <a:pt x="542585" y="468524"/>
                  </a:lnTo>
                  <a:lnTo>
                    <a:pt x="544564" y="465901"/>
                  </a:lnTo>
                  <a:lnTo>
                    <a:pt x="544839" y="465534"/>
                  </a:lnTo>
                  <a:lnTo>
                    <a:pt x="545050" y="465249"/>
                  </a:lnTo>
                  <a:lnTo>
                    <a:pt x="545287" y="464934"/>
                  </a:lnTo>
                  <a:lnTo>
                    <a:pt x="545645" y="464448"/>
                  </a:lnTo>
                  <a:lnTo>
                    <a:pt x="546411" y="463420"/>
                  </a:lnTo>
                  <a:lnTo>
                    <a:pt x="546902" y="462755"/>
                  </a:lnTo>
                  <a:lnTo>
                    <a:pt x="547358" y="462145"/>
                  </a:lnTo>
                  <a:lnTo>
                    <a:pt x="548073" y="461178"/>
                  </a:lnTo>
                  <a:lnTo>
                    <a:pt x="548442" y="460682"/>
                  </a:lnTo>
                  <a:lnTo>
                    <a:pt x="548783" y="460219"/>
                  </a:lnTo>
                  <a:lnTo>
                    <a:pt x="549195" y="459666"/>
                  </a:lnTo>
                  <a:lnTo>
                    <a:pt x="549508" y="459244"/>
                  </a:lnTo>
                  <a:lnTo>
                    <a:pt x="549859" y="458776"/>
                  </a:lnTo>
                  <a:lnTo>
                    <a:pt x="550185" y="458328"/>
                  </a:lnTo>
                  <a:lnTo>
                    <a:pt x="550709" y="457626"/>
                  </a:lnTo>
                  <a:lnTo>
                    <a:pt x="551030" y="457196"/>
                  </a:lnTo>
                  <a:lnTo>
                    <a:pt x="551221" y="456936"/>
                  </a:lnTo>
                  <a:lnTo>
                    <a:pt x="551572" y="456468"/>
                  </a:lnTo>
                  <a:lnTo>
                    <a:pt x="551946" y="455962"/>
                  </a:lnTo>
                  <a:lnTo>
                    <a:pt x="552165" y="455666"/>
                  </a:lnTo>
                  <a:lnTo>
                    <a:pt x="552378" y="455514"/>
                  </a:lnTo>
                  <a:lnTo>
                    <a:pt x="553007" y="455061"/>
                  </a:lnTo>
                  <a:lnTo>
                    <a:pt x="553785" y="454504"/>
                  </a:lnTo>
                  <a:lnTo>
                    <a:pt x="554078" y="454292"/>
                  </a:lnTo>
                  <a:lnTo>
                    <a:pt x="554259" y="454163"/>
                  </a:lnTo>
                  <a:lnTo>
                    <a:pt x="554490" y="453837"/>
                  </a:lnTo>
                  <a:lnTo>
                    <a:pt x="554574" y="453636"/>
                  </a:lnTo>
                  <a:lnTo>
                    <a:pt x="554643" y="453351"/>
                  </a:lnTo>
                  <a:lnTo>
                    <a:pt x="554610" y="453208"/>
                  </a:lnTo>
                  <a:lnTo>
                    <a:pt x="554895" y="453394"/>
                  </a:lnTo>
                  <a:lnTo>
                    <a:pt x="555345" y="453692"/>
                  </a:lnTo>
                  <a:lnTo>
                    <a:pt x="555847" y="454020"/>
                  </a:lnTo>
                  <a:lnTo>
                    <a:pt x="556340" y="454343"/>
                  </a:lnTo>
                  <a:lnTo>
                    <a:pt x="556651" y="454549"/>
                  </a:lnTo>
                  <a:lnTo>
                    <a:pt x="556768" y="454748"/>
                  </a:lnTo>
                  <a:lnTo>
                    <a:pt x="557055" y="455234"/>
                  </a:lnTo>
                  <a:lnTo>
                    <a:pt x="557358" y="455740"/>
                  </a:lnTo>
                  <a:lnTo>
                    <a:pt x="557648" y="456231"/>
                  </a:lnTo>
                  <a:lnTo>
                    <a:pt x="557956" y="456750"/>
                  </a:lnTo>
                  <a:lnTo>
                    <a:pt x="558325" y="457374"/>
                  </a:lnTo>
                  <a:lnTo>
                    <a:pt x="558796" y="457402"/>
                  </a:lnTo>
                  <a:lnTo>
                    <a:pt x="559363" y="457443"/>
                  </a:lnTo>
                  <a:lnTo>
                    <a:pt x="559959" y="457483"/>
                  </a:lnTo>
                  <a:lnTo>
                    <a:pt x="560345" y="457506"/>
                  </a:lnTo>
                  <a:lnTo>
                    <a:pt x="560587" y="457509"/>
                  </a:lnTo>
                  <a:lnTo>
                    <a:pt x="561170" y="457468"/>
                  </a:lnTo>
                  <a:lnTo>
                    <a:pt x="561640" y="457432"/>
                  </a:lnTo>
                  <a:lnTo>
                    <a:pt x="561770" y="457422"/>
                  </a:lnTo>
                  <a:lnTo>
                    <a:pt x="562299" y="457575"/>
                  </a:lnTo>
                  <a:lnTo>
                    <a:pt x="562798" y="457715"/>
                  </a:lnTo>
                  <a:lnTo>
                    <a:pt x="563208" y="457832"/>
                  </a:lnTo>
                  <a:lnTo>
                    <a:pt x="563353" y="457939"/>
                  </a:lnTo>
                  <a:lnTo>
                    <a:pt x="563534" y="458076"/>
                  </a:lnTo>
                  <a:lnTo>
                    <a:pt x="563684" y="458193"/>
                  </a:lnTo>
                  <a:lnTo>
                    <a:pt x="563722" y="458063"/>
                  </a:lnTo>
                  <a:lnTo>
                    <a:pt x="563783" y="457857"/>
                  </a:lnTo>
                  <a:lnTo>
                    <a:pt x="563880" y="457519"/>
                  </a:lnTo>
                  <a:lnTo>
                    <a:pt x="564048" y="456944"/>
                  </a:lnTo>
                  <a:lnTo>
                    <a:pt x="564221" y="456353"/>
                  </a:lnTo>
                  <a:lnTo>
                    <a:pt x="564383" y="455794"/>
                  </a:lnTo>
                  <a:lnTo>
                    <a:pt x="564551" y="455208"/>
                  </a:lnTo>
                  <a:lnTo>
                    <a:pt x="564709" y="454669"/>
                  </a:lnTo>
                  <a:lnTo>
                    <a:pt x="564875" y="454104"/>
                  </a:lnTo>
                  <a:lnTo>
                    <a:pt x="565035" y="453544"/>
                  </a:lnTo>
                  <a:lnTo>
                    <a:pt x="565200" y="452982"/>
                  </a:lnTo>
                  <a:lnTo>
                    <a:pt x="565361" y="452435"/>
                  </a:lnTo>
                  <a:lnTo>
                    <a:pt x="565526" y="451867"/>
                  </a:lnTo>
                  <a:lnTo>
                    <a:pt x="565758" y="451068"/>
                  </a:lnTo>
                  <a:lnTo>
                    <a:pt x="565792" y="450856"/>
                  </a:lnTo>
                  <a:lnTo>
                    <a:pt x="565620" y="450702"/>
                  </a:lnTo>
                  <a:lnTo>
                    <a:pt x="565167" y="450272"/>
                  </a:lnTo>
                  <a:lnTo>
                    <a:pt x="564834" y="449951"/>
                  </a:lnTo>
                  <a:lnTo>
                    <a:pt x="564498" y="449483"/>
                  </a:lnTo>
                  <a:lnTo>
                    <a:pt x="564340" y="449262"/>
                  </a:lnTo>
                  <a:lnTo>
                    <a:pt x="564371" y="448834"/>
                  </a:lnTo>
                  <a:lnTo>
                    <a:pt x="564406" y="448404"/>
                  </a:lnTo>
                  <a:lnTo>
                    <a:pt x="564424" y="448185"/>
                  </a:lnTo>
                  <a:lnTo>
                    <a:pt x="564562" y="447824"/>
                  </a:lnTo>
                  <a:lnTo>
                    <a:pt x="564694" y="447699"/>
                  </a:lnTo>
                  <a:lnTo>
                    <a:pt x="565071" y="447343"/>
                  </a:lnTo>
                  <a:lnTo>
                    <a:pt x="565239" y="447236"/>
                  </a:lnTo>
                  <a:lnTo>
                    <a:pt x="565442" y="447104"/>
                  </a:lnTo>
                  <a:lnTo>
                    <a:pt x="565600" y="447000"/>
                  </a:lnTo>
                  <a:lnTo>
                    <a:pt x="565605" y="446847"/>
                  </a:lnTo>
                  <a:lnTo>
                    <a:pt x="565653" y="446715"/>
                  </a:lnTo>
                  <a:lnTo>
                    <a:pt x="566060" y="446725"/>
                  </a:lnTo>
                  <a:lnTo>
                    <a:pt x="566674" y="446743"/>
                  </a:lnTo>
                  <a:lnTo>
                    <a:pt x="567233" y="446755"/>
                  </a:lnTo>
                  <a:lnTo>
                    <a:pt x="567837" y="446773"/>
                  </a:lnTo>
                  <a:lnTo>
                    <a:pt x="568139" y="446781"/>
                  </a:lnTo>
                  <a:lnTo>
                    <a:pt x="568455" y="446883"/>
                  </a:lnTo>
                  <a:lnTo>
                    <a:pt x="569083" y="447096"/>
                  </a:lnTo>
                  <a:lnTo>
                    <a:pt x="569434" y="447213"/>
                  </a:lnTo>
                  <a:lnTo>
                    <a:pt x="569562" y="447257"/>
                  </a:lnTo>
                  <a:lnTo>
                    <a:pt x="569852" y="446712"/>
                  </a:lnTo>
                  <a:lnTo>
                    <a:pt x="570401" y="445689"/>
                  </a:lnTo>
                  <a:lnTo>
                    <a:pt x="570648" y="445229"/>
                  </a:lnTo>
                  <a:lnTo>
                    <a:pt x="570737" y="445063"/>
                  </a:lnTo>
                  <a:lnTo>
                    <a:pt x="570816" y="444893"/>
                  </a:lnTo>
                  <a:lnTo>
                    <a:pt x="571068" y="444524"/>
                  </a:lnTo>
                  <a:lnTo>
                    <a:pt x="571480" y="443928"/>
                  </a:lnTo>
                  <a:lnTo>
                    <a:pt x="572185" y="442900"/>
                  </a:lnTo>
                  <a:lnTo>
                    <a:pt x="573200" y="441425"/>
                  </a:lnTo>
                  <a:lnTo>
                    <a:pt x="573755" y="440615"/>
                  </a:lnTo>
                  <a:lnTo>
                    <a:pt x="568386" y="435424"/>
                  </a:lnTo>
                  <a:lnTo>
                    <a:pt x="565015" y="433836"/>
                  </a:lnTo>
                  <a:lnTo>
                    <a:pt x="570702" y="428709"/>
                  </a:lnTo>
                  <a:lnTo>
                    <a:pt x="570587" y="428539"/>
                  </a:lnTo>
                  <a:lnTo>
                    <a:pt x="570374" y="428228"/>
                  </a:lnTo>
                  <a:lnTo>
                    <a:pt x="570218" y="428025"/>
                  </a:lnTo>
                  <a:lnTo>
                    <a:pt x="570091" y="427857"/>
                  </a:lnTo>
                  <a:lnTo>
                    <a:pt x="569954" y="427775"/>
                  </a:lnTo>
                  <a:lnTo>
                    <a:pt x="569511" y="427490"/>
                  </a:lnTo>
                  <a:lnTo>
                    <a:pt x="569257" y="427310"/>
                  </a:lnTo>
                  <a:lnTo>
                    <a:pt x="569071" y="427172"/>
                  </a:lnTo>
                  <a:lnTo>
                    <a:pt x="568799" y="426938"/>
                  </a:lnTo>
                  <a:lnTo>
                    <a:pt x="568664" y="426773"/>
                  </a:lnTo>
                  <a:lnTo>
                    <a:pt x="568346" y="426432"/>
                  </a:lnTo>
                  <a:lnTo>
                    <a:pt x="568017" y="426017"/>
                  </a:lnTo>
                  <a:lnTo>
                    <a:pt x="567386" y="425305"/>
                  </a:lnTo>
                  <a:lnTo>
                    <a:pt x="567374" y="424864"/>
                  </a:lnTo>
                  <a:lnTo>
                    <a:pt x="567363" y="424475"/>
                  </a:lnTo>
                  <a:lnTo>
                    <a:pt x="567307" y="424305"/>
                  </a:lnTo>
                  <a:lnTo>
                    <a:pt x="567114" y="424032"/>
                  </a:lnTo>
                  <a:lnTo>
                    <a:pt x="566987" y="423890"/>
                  </a:lnTo>
                  <a:lnTo>
                    <a:pt x="566488" y="423513"/>
                  </a:lnTo>
                  <a:lnTo>
                    <a:pt x="566234" y="423322"/>
                  </a:lnTo>
                  <a:lnTo>
                    <a:pt x="565959" y="423101"/>
                  </a:lnTo>
                  <a:lnTo>
                    <a:pt x="564274" y="422335"/>
                  </a:lnTo>
                  <a:lnTo>
                    <a:pt x="563610" y="421546"/>
                  </a:lnTo>
                  <a:lnTo>
                    <a:pt x="562432" y="420768"/>
                  </a:lnTo>
                  <a:lnTo>
                    <a:pt x="560402" y="419424"/>
                  </a:lnTo>
                  <a:lnTo>
                    <a:pt x="557020" y="417106"/>
                  </a:lnTo>
                  <a:lnTo>
                    <a:pt x="555648" y="416938"/>
                  </a:lnTo>
                  <a:lnTo>
                    <a:pt x="556142" y="415269"/>
                  </a:lnTo>
                  <a:lnTo>
                    <a:pt x="555059" y="413162"/>
                  </a:lnTo>
                  <a:lnTo>
                    <a:pt x="553648" y="409695"/>
                  </a:lnTo>
                  <a:lnTo>
                    <a:pt x="552236" y="406221"/>
                  </a:lnTo>
                  <a:lnTo>
                    <a:pt x="550267" y="401383"/>
                  </a:lnTo>
                  <a:lnTo>
                    <a:pt x="550116" y="399874"/>
                  </a:lnTo>
                  <a:lnTo>
                    <a:pt x="550060" y="399191"/>
                  </a:lnTo>
                  <a:lnTo>
                    <a:pt x="549995" y="398505"/>
                  </a:lnTo>
                  <a:lnTo>
                    <a:pt x="545899" y="397420"/>
                  </a:lnTo>
                  <a:lnTo>
                    <a:pt x="545818" y="397169"/>
                  </a:lnTo>
                  <a:lnTo>
                    <a:pt x="545666" y="396698"/>
                  </a:lnTo>
                  <a:lnTo>
                    <a:pt x="545462" y="396067"/>
                  </a:lnTo>
                  <a:lnTo>
                    <a:pt x="545530" y="395587"/>
                  </a:lnTo>
                  <a:lnTo>
                    <a:pt x="548151" y="392263"/>
                  </a:lnTo>
                  <a:lnTo>
                    <a:pt x="547740" y="390063"/>
                  </a:lnTo>
                  <a:lnTo>
                    <a:pt x="547666" y="389399"/>
                  </a:lnTo>
                  <a:lnTo>
                    <a:pt x="547595" y="388735"/>
                  </a:lnTo>
                  <a:lnTo>
                    <a:pt x="547529" y="388129"/>
                  </a:lnTo>
                  <a:lnTo>
                    <a:pt x="547468" y="387607"/>
                  </a:lnTo>
                  <a:lnTo>
                    <a:pt x="547394" y="386918"/>
                  </a:lnTo>
                  <a:lnTo>
                    <a:pt x="547447" y="386696"/>
                  </a:lnTo>
                  <a:lnTo>
                    <a:pt x="547506" y="386449"/>
                  </a:lnTo>
                  <a:lnTo>
                    <a:pt x="547641" y="385890"/>
                  </a:lnTo>
                  <a:lnTo>
                    <a:pt x="547776" y="385322"/>
                  </a:lnTo>
                  <a:lnTo>
                    <a:pt x="547918" y="384729"/>
                  </a:lnTo>
                  <a:lnTo>
                    <a:pt x="547961" y="384551"/>
                  </a:lnTo>
                  <a:lnTo>
                    <a:pt x="547509" y="384335"/>
                  </a:lnTo>
                  <a:lnTo>
                    <a:pt x="546949" y="384070"/>
                  </a:lnTo>
                  <a:lnTo>
                    <a:pt x="546773" y="384035"/>
                  </a:lnTo>
                  <a:lnTo>
                    <a:pt x="546371" y="383981"/>
                  </a:lnTo>
                  <a:lnTo>
                    <a:pt x="546020" y="383933"/>
                  </a:lnTo>
                  <a:lnTo>
                    <a:pt x="545827" y="383907"/>
                  </a:lnTo>
                  <a:lnTo>
                    <a:pt x="545605" y="383846"/>
                  </a:lnTo>
                  <a:lnTo>
                    <a:pt x="545425" y="383798"/>
                  </a:lnTo>
                  <a:lnTo>
                    <a:pt x="545208" y="383691"/>
                  </a:lnTo>
                  <a:lnTo>
                    <a:pt x="545056" y="383615"/>
                  </a:lnTo>
                  <a:lnTo>
                    <a:pt x="544229" y="383101"/>
                  </a:lnTo>
                  <a:lnTo>
                    <a:pt x="543773" y="382813"/>
                  </a:lnTo>
                  <a:lnTo>
                    <a:pt x="543241" y="382482"/>
                  </a:lnTo>
                  <a:lnTo>
                    <a:pt x="542755" y="382060"/>
                  </a:lnTo>
                  <a:lnTo>
                    <a:pt x="542529" y="381826"/>
                  </a:lnTo>
                  <a:lnTo>
                    <a:pt x="542391" y="381658"/>
                  </a:lnTo>
                  <a:lnTo>
                    <a:pt x="542254" y="381452"/>
                  </a:lnTo>
                  <a:lnTo>
                    <a:pt x="542066" y="381172"/>
                  </a:lnTo>
                  <a:lnTo>
                    <a:pt x="541997" y="380984"/>
                  </a:lnTo>
                  <a:lnTo>
                    <a:pt x="541987" y="380806"/>
                  </a:lnTo>
                  <a:lnTo>
                    <a:pt x="541977" y="380579"/>
                  </a:lnTo>
                  <a:lnTo>
                    <a:pt x="542015" y="380111"/>
                  </a:lnTo>
                  <a:lnTo>
                    <a:pt x="542079" y="379722"/>
                  </a:lnTo>
                  <a:lnTo>
                    <a:pt x="542951" y="379844"/>
                  </a:lnTo>
                  <a:lnTo>
                    <a:pt x="543605" y="379935"/>
                  </a:lnTo>
                  <a:lnTo>
                    <a:pt x="544167" y="380011"/>
                  </a:lnTo>
                  <a:lnTo>
                    <a:pt x="545358" y="380309"/>
                  </a:lnTo>
                  <a:lnTo>
                    <a:pt x="545880" y="380439"/>
                  </a:lnTo>
                  <a:lnTo>
                    <a:pt x="546544" y="380604"/>
                  </a:lnTo>
                  <a:lnTo>
                    <a:pt x="547073" y="380737"/>
                  </a:lnTo>
                  <a:lnTo>
                    <a:pt x="548060" y="380986"/>
                  </a:lnTo>
                  <a:lnTo>
                    <a:pt x="548630" y="380103"/>
                  </a:lnTo>
                  <a:lnTo>
                    <a:pt x="549330" y="379019"/>
                  </a:lnTo>
                  <a:lnTo>
                    <a:pt x="549814" y="378271"/>
                  </a:lnTo>
                  <a:lnTo>
                    <a:pt x="550415" y="377338"/>
                  </a:lnTo>
                  <a:lnTo>
                    <a:pt x="550732" y="376836"/>
                  </a:lnTo>
                  <a:lnTo>
                    <a:pt x="551244" y="376612"/>
                  </a:lnTo>
                  <a:lnTo>
                    <a:pt x="554413" y="375291"/>
                  </a:lnTo>
                  <a:lnTo>
                    <a:pt x="555275" y="374892"/>
                  </a:lnTo>
                  <a:lnTo>
                    <a:pt x="556906" y="374120"/>
                  </a:lnTo>
                  <a:lnTo>
                    <a:pt x="558624" y="373066"/>
                  </a:lnTo>
                  <a:lnTo>
                    <a:pt x="559853" y="372486"/>
                  </a:lnTo>
                  <a:lnTo>
                    <a:pt x="560643" y="371973"/>
                  </a:lnTo>
                  <a:lnTo>
                    <a:pt x="560614" y="369676"/>
                  </a:lnTo>
                  <a:lnTo>
                    <a:pt x="566729" y="363686"/>
                  </a:lnTo>
                  <a:lnTo>
                    <a:pt x="573579" y="362158"/>
                  </a:lnTo>
                  <a:lnTo>
                    <a:pt x="573142" y="360469"/>
                  </a:lnTo>
                  <a:lnTo>
                    <a:pt x="577655" y="355954"/>
                  </a:lnTo>
                  <a:lnTo>
                    <a:pt x="577944" y="355549"/>
                  </a:lnTo>
                  <a:lnTo>
                    <a:pt x="578294" y="355162"/>
                  </a:lnTo>
                  <a:lnTo>
                    <a:pt x="578320" y="354905"/>
                  </a:lnTo>
                  <a:lnTo>
                    <a:pt x="578380" y="354093"/>
                  </a:lnTo>
                  <a:lnTo>
                    <a:pt x="578391" y="353818"/>
                  </a:lnTo>
                  <a:lnTo>
                    <a:pt x="578202" y="353686"/>
                  </a:lnTo>
                  <a:lnTo>
                    <a:pt x="577932" y="353619"/>
                  </a:lnTo>
                  <a:lnTo>
                    <a:pt x="576959" y="353650"/>
                  </a:lnTo>
                  <a:lnTo>
                    <a:pt x="574272" y="349453"/>
                  </a:lnTo>
                  <a:lnTo>
                    <a:pt x="573564" y="348639"/>
                  </a:lnTo>
                  <a:lnTo>
                    <a:pt x="573316" y="348568"/>
                  </a:lnTo>
                  <a:lnTo>
                    <a:pt x="573017" y="348546"/>
                  </a:lnTo>
                  <a:lnTo>
                    <a:pt x="572808" y="348618"/>
                  </a:lnTo>
                  <a:lnTo>
                    <a:pt x="572672" y="348737"/>
                  </a:lnTo>
                  <a:lnTo>
                    <a:pt x="572376" y="349143"/>
                  </a:lnTo>
                  <a:lnTo>
                    <a:pt x="572236" y="349238"/>
                  </a:lnTo>
                  <a:lnTo>
                    <a:pt x="572109" y="349230"/>
                  </a:lnTo>
                  <a:lnTo>
                    <a:pt x="571849" y="349217"/>
                  </a:lnTo>
                  <a:lnTo>
                    <a:pt x="571671" y="349138"/>
                  </a:lnTo>
                  <a:lnTo>
                    <a:pt x="571488" y="349042"/>
                  </a:lnTo>
                  <a:lnTo>
                    <a:pt x="571050" y="348912"/>
                  </a:lnTo>
                  <a:lnTo>
                    <a:pt x="570905" y="348670"/>
                  </a:lnTo>
                  <a:lnTo>
                    <a:pt x="570587" y="348457"/>
                  </a:lnTo>
                  <a:lnTo>
                    <a:pt x="570437" y="348408"/>
                  </a:lnTo>
                  <a:lnTo>
                    <a:pt x="570249" y="348299"/>
                  </a:lnTo>
                  <a:lnTo>
                    <a:pt x="569829" y="347960"/>
                  </a:lnTo>
                  <a:lnTo>
                    <a:pt x="569697" y="347887"/>
                  </a:lnTo>
                  <a:lnTo>
                    <a:pt x="569152" y="347426"/>
                  </a:lnTo>
                  <a:lnTo>
                    <a:pt x="569127" y="347141"/>
                  </a:lnTo>
                  <a:lnTo>
                    <a:pt x="568481" y="346378"/>
                  </a:lnTo>
                  <a:lnTo>
                    <a:pt x="568310" y="346121"/>
                  </a:lnTo>
                  <a:lnTo>
                    <a:pt x="568229" y="345792"/>
                  </a:lnTo>
                  <a:lnTo>
                    <a:pt x="567987" y="345574"/>
                  </a:lnTo>
                  <a:lnTo>
                    <a:pt x="567804" y="345719"/>
                  </a:lnTo>
                  <a:lnTo>
                    <a:pt x="567600" y="345365"/>
                  </a:lnTo>
                  <a:lnTo>
                    <a:pt x="567203" y="344683"/>
                  </a:lnTo>
                  <a:lnTo>
                    <a:pt x="567068" y="344449"/>
                  </a:lnTo>
                  <a:lnTo>
                    <a:pt x="566961" y="344144"/>
                  </a:lnTo>
                  <a:lnTo>
                    <a:pt x="566875" y="343897"/>
                  </a:lnTo>
                  <a:lnTo>
                    <a:pt x="566738" y="343378"/>
                  </a:lnTo>
                  <a:lnTo>
                    <a:pt x="566697" y="342978"/>
                  </a:lnTo>
                  <a:lnTo>
                    <a:pt x="566656" y="342589"/>
                  </a:lnTo>
                  <a:lnTo>
                    <a:pt x="566603" y="342291"/>
                  </a:lnTo>
                  <a:lnTo>
                    <a:pt x="566590" y="341640"/>
                  </a:lnTo>
                  <a:lnTo>
                    <a:pt x="566633" y="341416"/>
                  </a:lnTo>
                  <a:lnTo>
                    <a:pt x="566664" y="341248"/>
                  </a:lnTo>
                  <a:lnTo>
                    <a:pt x="566819" y="341006"/>
                  </a:lnTo>
                  <a:lnTo>
                    <a:pt x="567048" y="341057"/>
                  </a:lnTo>
                  <a:lnTo>
                    <a:pt x="567478" y="340540"/>
                  </a:lnTo>
                  <a:lnTo>
                    <a:pt x="567496" y="339879"/>
                  </a:lnTo>
                  <a:lnTo>
                    <a:pt x="567631" y="339703"/>
                  </a:lnTo>
                  <a:lnTo>
                    <a:pt x="567598" y="339477"/>
                  </a:lnTo>
                  <a:lnTo>
                    <a:pt x="567595" y="339319"/>
                  </a:lnTo>
                  <a:lnTo>
                    <a:pt x="567654" y="339067"/>
                  </a:lnTo>
                  <a:lnTo>
                    <a:pt x="567679" y="338932"/>
                  </a:lnTo>
                  <a:lnTo>
                    <a:pt x="567379" y="338787"/>
                  </a:lnTo>
                  <a:lnTo>
                    <a:pt x="567501" y="338253"/>
                  </a:lnTo>
                  <a:lnTo>
                    <a:pt x="567460" y="338123"/>
                  </a:lnTo>
                  <a:lnTo>
                    <a:pt x="567409" y="337810"/>
                  </a:lnTo>
                  <a:lnTo>
                    <a:pt x="567364" y="337505"/>
                  </a:lnTo>
                  <a:lnTo>
                    <a:pt x="567336" y="337232"/>
                  </a:lnTo>
                  <a:lnTo>
                    <a:pt x="567213" y="337016"/>
                  </a:lnTo>
                  <a:lnTo>
                    <a:pt x="567089" y="336731"/>
                  </a:lnTo>
                  <a:lnTo>
                    <a:pt x="567000" y="336551"/>
                  </a:lnTo>
                  <a:lnTo>
                    <a:pt x="567282" y="336031"/>
                  </a:lnTo>
                  <a:lnTo>
                    <a:pt x="567180" y="335614"/>
                  </a:lnTo>
                  <a:lnTo>
                    <a:pt x="567188" y="335009"/>
                  </a:lnTo>
                  <a:lnTo>
                    <a:pt x="567196" y="334405"/>
                  </a:lnTo>
                  <a:lnTo>
                    <a:pt x="567206" y="333797"/>
                  </a:lnTo>
                  <a:lnTo>
                    <a:pt x="567214" y="333220"/>
                  </a:lnTo>
                  <a:lnTo>
                    <a:pt x="567226" y="332042"/>
                  </a:lnTo>
                  <a:lnTo>
                    <a:pt x="567244" y="330858"/>
                  </a:lnTo>
                  <a:lnTo>
                    <a:pt x="567259" y="329673"/>
                  </a:lnTo>
                  <a:lnTo>
                    <a:pt x="567267" y="329052"/>
                  </a:lnTo>
                  <a:lnTo>
                    <a:pt x="567330" y="327654"/>
                  </a:lnTo>
                  <a:lnTo>
                    <a:pt x="570348" y="326335"/>
                  </a:lnTo>
                  <a:lnTo>
                    <a:pt x="573353" y="324845"/>
                  </a:lnTo>
                  <a:lnTo>
                    <a:pt x="576130" y="327578"/>
                  </a:lnTo>
                  <a:lnTo>
                    <a:pt x="576455" y="327711"/>
                  </a:lnTo>
                  <a:lnTo>
                    <a:pt x="576730" y="327678"/>
                  </a:lnTo>
                  <a:lnTo>
                    <a:pt x="578318" y="327945"/>
                  </a:lnTo>
                  <a:lnTo>
                    <a:pt x="584297" y="328135"/>
                  </a:lnTo>
                  <a:lnTo>
                    <a:pt x="588463" y="324471"/>
                  </a:lnTo>
                  <a:lnTo>
                    <a:pt x="590425" y="322715"/>
                  </a:lnTo>
                  <a:lnTo>
                    <a:pt x="591399" y="321843"/>
                  </a:lnTo>
                  <a:lnTo>
                    <a:pt x="591269" y="321451"/>
                  </a:lnTo>
                  <a:lnTo>
                    <a:pt x="590951" y="320242"/>
                  </a:lnTo>
                  <a:lnTo>
                    <a:pt x="590661" y="319138"/>
                  </a:lnTo>
                  <a:lnTo>
                    <a:pt x="590331" y="317871"/>
                  </a:lnTo>
                  <a:lnTo>
                    <a:pt x="590043" y="316769"/>
                  </a:lnTo>
                  <a:lnTo>
                    <a:pt x="589883" y="316158"/>
                  </a:lnTo>
                  <a:lnTo>
                    <a:pt x="589730" y="315573"/>
                  </a:lnTo>
                  <a:lnTo>
                    <a:pt x="589595" y="315059"/>
                  </a:lnTo>
                  <a:lnTo>
                    <a:pt x="589320" y="314586"/>
                  </a:lnTo>
                  <a:lnTo>
                    <a:pt x="588829" y="313751"/>
                  </a:lnTo>
                  <a:lnTo>
                    <a:pt x="588379" y="312975"/>
                  </a:lnTo>
                  <a:lnTo>
                    <a:pt x="587974" y="312286"/>
                  </a:lnTo>
                  <a:lnTo>
                    <a:pt x="587722" y="311856"/>
                  </a:lnTo>
                  <a:lnTo>
                    <a:pt x="587623" y="311194"/>
                  </a:lnTo>
                  <a:lnTo>
                    <a:pt x="587501" y="310385"/>
                  </a:lnTo>
                  <a:lnTo>
                    <a:pt x="587366" y="309474"/>
                  </a:lnTo>
                  <a:lnTo>
                    <a:pt x="587287" y="308952"/>
                  </a:lnTo>
                  <a:lnTo>
                    <a:pt x="587208" y="308408"/>
                  </a:lnTo>
                  <a:lnTo>
                    <a:pt x="586547" y="303993"/>
                  </a:lnTo>
                  <a:lnTo>
                    <a:pt x="586163" y="302113"/>
                  </a:lnTo>
                  <a:lnTo>
                    <a:pt x="585860" y="300357"/>
                  </a:lnTo>
                  <a:lnTo>
                    <a:pt x="585760" y="299789"/>
                  </a:lnTo>
                  <a:lnTo>
                    <a:pt x="585618" y="298957"/>
                  </a:lnTo>
                  <a:lnTo>
                    <a:pt x="585114" y="298677"/>
                  </a:lnTo>
                  <a:lnTo>
                    <a:pt x="584427" y="298293"/>
                  </a:lnTo>
                  <a:lnTo>
                    <a:pt x="583615" y="297845"/>
                  </a:lnTo>
                  <a:lnTo>
                    <a:pt x="582567" y="297260"/>
                  </a:lnTo>
                  <a:lnTo>
                    <a:pt x="580585" y="296158"/>
                  </a:lnTo>
                  <a:lnTo>
                    <a:pt x="579310" y="295448"/>
                  </a:lnTo>
                  <a:lnTo>
                    <a:pt x="578234" y="294820"/>
                  </a:lnTo>
                  <a:lnTo>
                    <a:pt x="577198" y="294214"/>
                  </a:lnTo>
                  <a:lnTo>
                    <a:pt x="577028" y="294118"/>
                  </a:lnTo>
                  <a:lnTo>
                    <a:pt x="576425" y="294438"/>
                  </a:lnTo>
                  <a:lnTo>
                    <a:pt x="575300" y="295031"/>
                  </a:lnTo>
                  <a:lnTo>
                    <a:pt x="572664" y="296428"/>
                  </a:lnTo>
                  <a:lnTo>
                    <a:pt x="571127" y="297242"/>
                  </a:lnTo>
                  <a:lnTo>
                    <a:pt x="569493" y="298107"/>
                  </a:lnTo>
                  <a:lnTo>
                    <a:pt x="568445" y="298662"/>
                  </a:lnTo>
                  <a:lnTo>
                    <a:pt x="567358" y="299240"/>
                  </a:lnTo>
                  <a:lnTo>
                    <a:pt x="566272" y="299815"/>
                  </a:lnTo>
                  <a:lnTo>
                    <a:pt x="565816" y="300057"/>
                  </a:lnTo>
                  <a:lnTo>
                    <a:pt x="565313" y="299812"/>
                  </a:lnTo>
                  <a:lnTo>
                    <a:pt x="564259" y="299298"/>
                  </a:lnTo>
                  <a:lnTo>
                    <a:pt x="563689" y="299021"/>
                  </a:lnTo>
                  <a:lnTo>
                    <a:pt x="563150" y="298759"/>
                  </a:lnTo>
                  <a:lnTo>
                    <a:pt x="562577" y="298482"/>
                  </a:lnTo>
                  <a:lnTo>
                    <a:pt x="562023" y="298212"/>
                  </a:lnTo>
                  <a:lnTo>
                    <a:pt x="560822" y="297632"/>
                  </a:lnTo>
                  <a:lnTo>
                    <a:pt x="559778" y="297130"/>
                  </a:lnTo>
                  <a:lnTo>
                    <a:pt x="559190" y="296845"/>
                  </a:lnTo>
                  <a:lnTo>
                    <a:pt x="557564" y="296059"/>
                  </a:lnTo>
                  <a:lnTo>
                    <a:pt x="556542" y="295565"/>
                  </a:lnTo>
                  <a:lnTo>
                    <a:pt x="555941" y="295275"/>
                  </a:lnTo>
                  <a:lnTo>
                    <a:pt x="555435" y="295031"/>
                  </a:lnTo>
                  <a:lnTo>
                    <a:pt x="554954" y="294797"/>
                  </a:lnTo>
                  <a:lnTo>
                    <a:pt x="554447" y="294553"/>
                  </a:lnTo>
                  <a:lnTo>
                    <a:pt x="553852" y="294265"/>
                  </a:lnTo>
                  <a:lnTo>
                    <a:pt x="552625" y="293672"/>
                  </a:lnTo>
                  <a:lnTo>
                    <a:pt x="552218" y="293410"/>
                  </a:lnTo>
                  <a:lnTo>
                    <a:pt x="550279" y="292163"/>
                  </a:lnTo>
                  <a:lnTo>
                    <a:pt x="549213" y="291479"/>
                  </a:lnTo>
                  <a:lnTo>
                    <a:pt x="547737" y="290527"/>
                  </a:lnTo>
                  <a:lnTo>
                    <a:pt x="546643" y="289825"/>
                  </a:lnTo>
                  <a:lnTo>
                    <a:pt x="545692" y="289214"/>
                  </a:lnTo>
                  <a:lnTo>
                    <a:pt x="544748" y="288606"/>
                  </a:lnTo>
                  <a:lnTo>
                    <a:pt x="543860" y="288036"/>
                  </a:lnTo>
                  <a:lnTo>
                    <a:pt x="543880" y="287242"/>
                  </a:lnTo>
                  <a:lnTo>
                    <a:pt x="543913" y="286023"/>
                  </a:lnTo>
                  <a:lnTo>
                    <a:pt x="543941" y="284855"/>
                  </a:lnTo>
                  <a:lnTo>
                    <a:pt x="543972" y="283700"/>
                  </a:lnTo>
                  <a:lnTo>
                    <a:pt x="544002" y="282499"/>
                  </a:lnTo>
                  <a:lnTo>
                    <a:pt x="544035" y="281278"/>
                  </a:lnTo>
                  <a:lnTo>
                    <a:pt x="544048" y="280700"/>
                  </a:lnTo>
                  <a:lnTo>
                    <a:pt x="543969" y="280049"/>
                  </a:lnTo>
                  <a:lnTo>
                    <a:pt x="543689" y="277774"/>
                  </a:lnTo>
                  <a:lnTo>
                    <a:pt x="543539" y="276550"/>
                  </a:lnTo>
                  <a:lnTo>
                    <a:pt x="543338" y="274929"/>
                  </a:lnTo>
                  <a:lnTo>
                    <a:pt x="539595" y="262731"/>
                  </a:lnTo>
                  <a:lnTo>
                    <a:pt x="541870" y="252843"/>
                  </a:lnTo>
                  <a:lnTo>
                    <a:pt x="542877" y="246247"/>
                  </a:lnTo>
                  <a:lnTo>
                    <a:pt x="543694" y="240891"/>
                  </a:lnTo>
                  <a:lnTo>
                    <a:pt x="543432" y="240667"/>
                  </a:lnTo>
                  <a:lnTo>
                    <a:pt x="541007" y="238593"/>
                  </a:lnTo>
                  <a:lnTo>
                    <a:pt x="537829" y="235881"/>
                  </a:lnTo>
                  <a:lnTo>
                    <a:pt x="535936" y="234262"/>
                  </a:lnTo>
                  <a:lnTo>
                    <a:pt x="535475" y="233858"/>
                  </a:lnTo>
                  <a:lnTo>
                    <a:pt x="533730" y="233160"/>
                  </a:lnTo>
                  <a:lnTo>
                    <a:pt x="529030" y="231285"/>
                  </a:lnTo>
                  <a:lnTo>
                    <a:pt x="523893" y="229232"/>
                  </a:lnTo>
                  <a:lnTo>
                    <a:pt x="521651" y="229809"/>
                  </a:lnTo>
                  <a:lnTo>
                    <a:pt x="519880" y="230244"/>
                  </a:lnTo>
                  <a:lnTo>
                    <a:pt x="519663" y="230293"/>
                  </a:lnTo>
                  <a:lnTo>
                    <a:pt x="519037" y="230430"/>
                  </a:lnTo>
                  <a:lnTo>
                    <a:pt x="517770" y="230781"/>
                  </a:lnTo>
                  <a:lnTo>
                    <a:pt x="517508" y="230855"/>
                  </a:lnTo>
                  <a:lnTo>
                    <a:pt x="516350" y="231176"/>
                  </a:lnTo>
                  <a:lnTo>
                    <a:pt x="514419" y="231619"/>
                  </a:lnTo>
                  <a:lnTo>
                    <a:pt x="513307" y="231555"/>
                  </a:lnTo>
                  <a:lnTo>
                    <a:pt x="511068" y="231392"/>
                  </a:lnTo>
                  <a:lnTo>
                    <a:pt x="509859" y="231316"/>
                  </a:lnTo>
                  <a:lnTo>
                    <a:pt x="509022" y="231270"/>
                  </a:lnTo>
                  <a:lnTo>
                    <a:pt x="507813" y="231211"/>
                  </a:lnTo>
                  <a:lnTo>
                    <a:pt x="507249" y="231153"/>
                  </a:lnTo>
                  <a:lnTo>
                    <a:pt x="506953" y="231161"/>
                  </a:lnTo>
                  <a:lnTo>
                    <a:pt x="506533" y="231209"/>
                  </a:lnTo>
                  <a:lnTo>
                    <a:pt x="505589" y="231318"/>
                  </a:lnTo>
                  <a:lnTo>
                    <a:pt x="504864" y="231402"/>
                  </a:lnTo>
                  <a:lnTo>
                    <a:pt x="504279" y="231471"/>
                  </a:lnTo>
                  <a:lnTo>
                    <a:pt x="503752" y="231532"/>
                  </a:lnTo>
                  <a:lnTo>
                    <a:pt x="503047" y="231611"/>
                  </a:lnTo>
                  <a:lnTo>
                    <a:pt x="502574" y="231667"/>
                  </a:lnTo>
                  <a:lnTo>
                    <a:pt x="501414" y="231802"/>
                  </a:lnTo>
                  <a:lnTo>
                    <a:pt x="499808" y="231988"/>
                  </a:lnTo>
                  <a:lnTo>
                    <a:pt x="499119" y="232069"/>
                  </a:lnTo>
                  <a:lnTo>
                    <a:pt x="498574" y="232155"/>
                  </a:lnTo>
                  <a:lnTo>
                    <a:pt x="497999" y="232245"/>
                  </a:lnTo>
                  <a:lnTo>
                    <a:pt x="496844" y="232428"/>
                  </a:lnTo>
                  <a:lnTo>
                    <a:pt x="496264" y="232519"/>
                  </a:lnTo>
                  <a:lnTo>
                    <a:pt x="495215" y="232687"/>
                  </a:lnTo>
                  <a:lnTo>
                    <a:pt x="494424" y="232810"/>
                  </a:lnTo>
                  <a:lnTo>
                    <a:pt x="493335" y="232980"/>
                  </a:lnTo>
                  <a:lnTo>
                    <a:pt x="492264" y="233150"/>
                  </a:lnTo>
                  <a:lnTo>
                    <a:pt x="491508" y="233270"/>
                  </a:lnTo>
                  <a:lnTo>
                    <a:pt x="491076" y="233339"/>
                  </a:lnTo>
                  <a:lnTo>
                    <a:pt x="491188" y="232527"/>
                  </a:lnTo>
                  <a:lnTo>
                    <a:pt x="491231" y="232217"/>
                  </a:lnTo>
                  <a:lnTo>
                    <a:pt x="491317" y="231586"/>
                  </a:lnTo>
                  <a:lnTo>
                    <a:pt x="491437" y="230708"/>
                  </a:lnTo>
                  <a:lnTo>
                    <a:pt x="491516" y="230128"/>
                  </a:lnTo>
                  <a:lnTo>
                    <a:pt x="491674" y="228993"/>
                  </a:lnTo>
                  <a:lnTo>
                    <a:pt x="491770" y="228262"/>
                  </a:lnTo>
                  <a:lnTo>
                    <a:pt x="491875" y="227517"/>
                  </a:lnTo>
                  <a:lnTo>
                    <a:pt x="491936" y="227066"/>
                  </a:lnTo>
                  <a:lnTo>
                    <a:pt x="492009" y="226415"/>
                  </a:lnTo>
                  <a:lnTo>
                    <a:pt x="492078" y="225809"/>
                  </a:lnTo>
                  <a:lnTo>
                    <a:pt x="492193" y="224794"/>
                  </a:lnTo>
                  <a:lnTo>
                    <a:pt x="492215" y="224611"/>
                  </a:lnTo>
                  <a:lnTo>
                    <a:pt x="492276" y="224054"/>
                  </a:lnTo>
                  <a:lnTo>
                    <a:pt x="492014" y="223514"/>
                  </a:lnTo>
                  <a:lnTo>
                    <a:pt x="491699" y="222871"/>
                  </a:lnTo>
                  <a:lnTo>
                    <a:pt x="491231" y="221909"/>
                  </a:lnTo>
                  <a:lnTo>
                    <a:pt x="490910" y="221245"/>
                  </a:lnTo>
                  <a:lnTo>
                    <a:pt x="490437" y="220278"/>
                  </a:lnTo>
                  <a:lnTo>
                    <a:pt x="490264" y="219921"/>
                  </a:lnTo>
                  <a:lnTo>
                    <a:pt x="490175" y="219698"/>
                  </a:lnTo>
                  <a:lnTo>
                    <a:pt x="489991" y="219176"/>
                  </a:lnTo>
                  <a:lnTo>
                    <a:pt x="489885" y="218873"/>
                  </a:lnTo>
                  <a:lnTo>
                    <a:pt x="489765" y="218593"/>
                  </a:lnTo>
                  <a:lnTo>
                    <a:pt x="489360" y="217443"/>
                  </a:lnTo>
                  <a:lnTo>
                    <a:pt x="489152" y="216848"/>
                  </a:lnTo>
                  <a:lnTo>
                    <a:pt x="488974" y="216339"/>
                  </a:lnTo>
                  <a:lnTo>
                    <a:pt x="488755" y="215708"/>
                  </a:lnTo>
                  <a:lnTo>
                    <a:pt x="488528" y="215061"/>
                  </a:lnTo>
                  <a:lnTo>
                    <a:pt x="488182" y="214074"/>
                  </a:lnTo>
                  <a:lnTo>
                    <a:pt x="487785" y="212942"/>
                  </a:lnTo>
                  <a:lnTo>
                    <a:pt x="487546" y="212262"/>
                  </a:lnTo>
                  <a:lnTo>
                    <a:pt x="487325" y="211622"/>
                  </a:lnTo>
                  <a:lnTo>
                    <a:pt x="487170" y="211178"/>
                  </a:lnTo>
                  <a:lnTo>
                    <a:pt x="486984" y="210649"/>
                  </a:lnTo>
                  <a:lnTo>
                    <a:pt x="486770" y="210041"/>
                  </a:lnTo>
                  <a:lnTo>
                    <a:pt x="486579" y="209496"/>
                  </a:lnTo>
                  <a:lnTo>
                    <a:pt x="486355" y="208855"/>
                  </a:lnTo>
                  <a:lnTo>
                    <a:pt x="486154" y="208280"/>
                  </a:lnTo>
                  <a:lnTo>
                    <a:pt x="485966" y="207743"/>
                  </a:lnTo>
                  <a:lnTo>
                    <a:pt x="485780" y="207211"/>
                  </a:lnTo>
                  <a:lnTo>
                    <a:pt x="485572" y="206621"/>
                  </a:lnTo>
                  <a:lnTo>
                    <a:pt x="485388" y="206099"/>
                  </a:lnTo>
                  <a:lnTo>
                    <a:pt x="485065" y="205168"/>
                  </a:lnTo>
                  <a:lnTo>
                    <a:pt x="484836" y="204509"/>
                  </a:lnTo>
                  <a:lnTo>
                    <a:pt x="484638" y="203952"/>
                  </a:lnTo>
                  <a:lnTo>
                    <a:pt x="484406" y="203285"/>
                  </a:lnTo>
                  <a:lnTo>
                    <a:pt x="484208" y="202720"/>
                  </a:lnTo>
                  <a:lnTo>
                    <a:pt x="484014" y="202168"/>
                  </a:lnTo>
                  <a:lnTo>
                    <a:pt x="483752" y="201423"/>
                  </a:lnTo>
                  <a:lnTo>
                    <a:pt x="483612" y="201023"/>
                  </a:lnTo>
                  <a:lnTo>
                    <a:pt x="483414" y="200450"/>
                  </a:lnTo>
                  <a:lnTo>
                    <a:pt x="483195" y="199822"/>
                  </a:lnTo>
                  <a:lnTo>
                    <a:pt x="482910" y="199013"/>
                  </a:lnTo>
                  <a:lnTo>
                    <a:pt x="482819" y="198735"/>
                  </a:lnTo>
                  <a:lnTo>
                    <a:pt x="482656" y="198127"/>
                  </a:lnTo>
                  <a:lnTo>
                    <a:pt x="482495" y="197532"/>
                  </a:lnTo>
                  <a:lnTo>
                    <a:pt x="482350" y="196995"/>
                  </a:lnTo>
                  <a:lnTo>
                    <a:pt x="482190" y="196402"/>
                  </a:lnTo>
                  <a:lnTo>
                    <a:pt x="482040" y="195840"/>
                  </a:lnTo>
                  <a:lnTo>
                    <a:pt x="481826" y="195048"/>
                  </a:lnTo>
                  <a:lnTo>
                    <a:pt x="483076" y="186231"/>
                  </a:lnTo>
                  <a:lnTo>
                    <a:pt x="483182" y="185484"/>
                  </a:lnTo>
                  <a:lnTo>
                    <a:pt x="482787" y="183088"/>
                  </a:lnTo>
                  <a:lnTo>
                    <a:pt x="481180" y="173364"/>
                  </a:lnTo>
                  <a:lnTo>
                    <a:pt x="482180" y="168974"/>
                  </a:lnTo>
                  <a:lnTo>
                    <a:pt x="483191" y="164536"/>
                  </a:lnTo>
                  <a:lnTo>
                    <a:pt x="483254" y="164259"/>
                  </a:lnTo>
                  <a:lnTo>
                    <a:pt x="483694" y="162323"/>
                  </a:lnTo>
                  <a:lnTo>
                    <a:pt x="484025" y="160878"/>
                  </a:lnTo>
                  <a:lnTo>
                    <a:pt x="484034" y="160718"/>
                  </a:lnTo>
                  <a:lnTo>
                    <a:pt x="483766" y="156667"/>
                  </a:lnTo>
                  <a:lnTo>
                    <a:pt x="483451" y="155538"/>
                  </a:lnTo>
                  <a:lnTo>
                    <a:pt x="483183" y="154901"/>
                  </a:lnTo>
                  <a:lnTo>
                    <a:pt x="482455" y="153527"/>
                  </a:lnTo>
                  <a:lnTo>
                    <a:pt x="480680" y="153327"/>
                  </a:lnTo>
                  <a:lnTo>
                    <a:pt x="478400" y="151697"/>
                  </a:lnTo>
                  <a:lnTo>
                    <a:pt x="475723" y="151281"/>
                  </a:lnTo>
                  <a:lnTo>
                    <a:pt x="474821" y="149702"/>
                  </a:lnTo>
                  <a:lnTo>
                    <a:pt x="473755" y="148199"/>
                  </a:lnTo>
                  <a:lnTo>
                    <a:pt x="471844" y="147894"/>
                  </a:lnTo>
                  <a:lnTo>
                    <a:pt x="470221" y="147845"/>
                  </a:lnTo>
                  <a:lnTo>
                    <a:pt x="469270" y="147669"/>
                  </a:lnTo>
                  <a:lnTo>
                    <a:pt x="467865" y="147408"/>
                  </a:lnTo>
                  <a:lnTo>
                    <a:pt x="464419" y="146809"/>
                  </a:lnTo>
                  <a:lnTo>
                    <a:pt x="464321" y="145586"/>
                  </a:lnTo>
                  <a:lnTo>
                    <a:pt x="464047" y="142426"/>
                  </a:lnTo>
                  <a:lnTo>
                    <a:pt x="463651" y="142450"/>
                  </a:lnTo>
                  <a:lnTo>
                    <a:pt x="463271" y="142473"/>
                  </a:lnTo>
                  <a:lnTo>
                    <a:pt x="462760" y="142509"/>
                  </a:lnTo>
                  <a:lnTo>
                    <a:pt x="462256" y="142544"/>
                  </a:lnTo>
                  <a:lnTo>
                    <a:pt x="461880" y="142568"/>
                  </a:lnTo>
                  <a:lnTo>
                    <a:pt x="461104" y="142626"/>
                  </a:lnTo>
                  <a:lnTo>
                    <a:pt x="460271" y="142689"/>
                  </a:lnTo>
                  <a:lnTo>
                    <a:pt x="459905" y="142702"/>
                  </a:lnTo>
                  <a:lnTo>
                    <a:pt x="459760" y="142717"/>
                  </a:lnTo>
                  <a:lnTo>
                    <a:pt x="459361" y="142755"/>
                  </a:lnTo>
                  <a:lnTo>
                    <a:pt x="458742" y="142758"/>
                  </a:lnTo>
                  <a:lnTo>
                    <a:pt x="458941" y="143117"/>
                  </a:lnTo>
                  <a:lnTo>
                    <a:pt x="459050" y="143308"/>
                  </a:lnTo>
                  <a:lnTo>
                    <a:pt x="459485" y="143817"/>
                  </a:lnTo>
                  <a:lnTo>
                    <a:pt x="459752" y="144155"/>
                  </a:lnTo>
                  <a:lnTo>
                    <a:pt x="459727" y="144308"/>
                  </a:lnTo>
                  <a:lnTo>
                    <a:pt x="459709" y="144491"/>
                  </a:lnTo>
                  <a:lnTo>
                    <a:pt x="459615" y="144855"/>
                  </a:lnTo>
                  <a:lnTo>
                    <a:pt x="459528" y="145152"/>
                  </a:lnTo>
                  <a:lnTo>
                    <a:pt x="459455" y="145280"/>
                  </a:lnTo>
                  <a:lnTo>
                    <a:pt x="459368" y="145425"/>
                  </a:lnTo>
                  <a:lnTo>
                    <a:pt x="458953" y="145954"/>
                  </a:lnTo>
                  <a:lnTo>
                    <a:pt x="458811" y="146101"/>
                  </a:lnTo>
                  <a:lnTo>
                    <a:pt x="458556" y="146351"/>
                  </a:lnTo>
                  <a:lnTo>
                    <a:pt x="458098" y="146725"/>
                  </a:lnTo>
                  <a:lnTo>
                    <a:pt x="457694" y="146857"/>
                  </a:lnTo>
                  <a:lnTo>
                    <a:pt x="457460" y="146949"/>
                  </a:lnTo>
                  <a:lnTo>
                    <a:pt x="457203" y="147023"/>
                  </a:lnTo>
                  <a:lnTo>
                    <a:pt x="456948" y="147193"/>
                  </a:lnTo>
                  <a:lnTo>
                    <a:pt x="456584" y="146926"/>
                  </a:lnTo>
                  <a:lnTo>
                    <a:pt x="456419" y="146918"/>
                  </a:lnTo>
                  <a:lnTo>
                    <a:pt x="456126" y="147109"/>
                  </a:lnTo>
                  <a:lnTo>
                    <a:pt x="455964" y="147109"/>
                  </a:lnTo>
                  <a:lnTo>
                    <a:pt x="455813" y="147114"/>
                  </a:lnTo>
                  <a:lnTo>
                    <a:pt x="455605" y="147112"/>
                  </a:lnTo>
                  <a:lnTo>
                    <a:pt x="455460" y="147150"/>
                  </a:lnTo>
                  <a:lnTo>
                    <a:pt x="455251" y="147239"/>
                  </a:lnTo>
                  <a:lnTo>
                    <a:pt x="454908" y="147643"/>
                  </a:lnTo>
                  <a:lnTo>
                    <a:pt x="454699" y="147613"/>
                  </a:lnTo>
                  <a:lnTo>
                    <a:pt x="454467" y="147453"/>
                  </a:lnTo>
                  <a:lnTo>
                    <a:pt x="454307" y="147394"/>
                  </a:lnTo>
                  <a:lnTo>
                    <a:pt x="454048" y="147145"/>
                  </a:lnTo>
                  <a:lnTo>
                    <a:pt x="453824" y="146974"/>
                  </a:lnTo>
                  <a:lnTo>
                    <a:pt x="453671" y="146890"/>
                  </a:lnTo>
                  <a:lnTo>
                    <a:pt x="453333" y="146600"/>
                  </a:lnTo>
                  <a:lnTo>
                    <a:pt x="453165" y="146473"/>
                  </a:lnTo>
                  <a:lnTo>
                    <a:pt x="452925" y="146445"/>
                  </a:lnTo>
                  <a:lnTo>
                    <a:pt x="452701" y="146715"/>
                  </a:lnTo>
                  <a:lnTo>
                    <a:pt x="452483" y="146839"/>
                  </a:lnTo>
                  <a:lnTo>
                    <a:pt x="452101" y="146862"/>
                  </a:lnTo>
                  <a:lnTo>
                    <a:pt x="451925" y="146847"/>
                  </a:lnTo>
                  <a:lnTo>
                    <a:pt x="451727" y="146832"/>
                  </a:lnTo>
                  <a:lnTo>
                    <a:pt x="451312" y="146702"/>
                  </a:lnTo>
                  <a:lnTo>
                    <a:pt x="451116" y="146702"/>
                  </a:lnTo>
                  <a:lnTo>
                    <a:pt x="450961" y="146694"/>
                  </a:lnTo>
                  <a:lnTo>
                    <a:pt x="450740" y="146694"/>
                  </a:lnTo>
                  <a:lnTo>
                    <a:pt x="450544" y="146702"/>
                  </a:lnTo>
                  <a:lnTo>
                    <a:pt x="450269" y="146692"/>
                  </a:lnTo>
                  <a:lnTo>
                    <a:pt x="450111" y="146692"/>
                  </a:lnTo>
                  <a:lnTo>
                    <a:pt x="449757" y="146699"/>
                  </a:lnTo>
                  <a:lnTo>
                    <a:pt x="449513" y="146702"/>
                  </a:lnTo>
                  <a:lnTo>
                    <a:pt x="449320" y="146707"/>
                  </a:lnTo>
                  <a:lnTo>
                    <a:pt x="449101" y="146712"/>
                  </a:lnTo>
                  <a:lnTo>
                    <a:pt x="448844" y="146715"/>
                  </a:lnTo>
                  <a:lnTo>
                    <a:pt x="448663" y="146720"/>
                  </a:lnTo>
                  <a:lnTo>
                    <a:pt x="448274" y="146727"/>
                  </a:lnTo>
                  <a:lnTo>
                    <a:pt x="448086" y="146730"/>
                  </a:lnTo>
                  <a:lnTo>
                    <a:pt x="447931" y="146733"/>
                  </a:lnTo>
                  <a:lnTo>
                    <a:pt x="447689" y="146735"/>
                  </a:lnTo>
                  <a:lnTo>
                    <a:pt x="447475" y="146740"/>
                  </a:lnTo>
                  <a:lnTo>
                    <a:pt x="447040" y="146748"/>
                  </a:lnTo>
                  <a:lnTo>
                    <a:pt x="446857" y="146750"/>
                  </a:lnTo>
                  <a:lnTo>
                    <a:pt x="446663" y="146755"/>
                  </a:lnTo>
                  <a:lnTo>
                    <a:pt x="446444" y="146758"/>
                  </a:lnTo>
                  <a:lnTo>
                    <a:pt x="446269" y="146763"/>
                  </a:lnTo>
                  <a:lnTo>
                    <a:pt x="446063" y="146766"/>
                  </a:lnTo>
                  <a:lnTo>
                    <a:pt x="445829" y="146771"/>
                  </a:lnTo>
                  <a:lnTo>
                    <a:pt x="445628" y="146773"/>
                  </a:lnTo>
                  <a:lnTo>
                    <a:pt x="445020" y="146783"/>
                  </a:lnTo>
                  <a:lnTo>
                    <a:pt x="444862" y="146786"/>
                  </a:lnTo>
                  <a:lnTo>
                    <a:pt x="444668" y="146789"/>
                  </a:lnTo>
                  <a:lnTo>
                    <a:pt x="444455" y="146791"/>
                  </a:lnTo>
                  <a:lnTo>
                    <a:pt x="444050" y="146799"/>
                  </a:lnTo>
                  <a:lnTo>
                    <a:pt x="443836" y="146804"/>
                  </a:lnTo>
                  <a:lnTo>
                    <a:pt x="443627" y="146806"/>
                  </a:lnTo>
                  <a:lnTo>
                    <a:pt x="443235" y="146814"/>
                  </a:lnTo>
                  <a:lnTo>
                    <a:pt x="442958" y="146819"/>
                  </a:lnTo>
                  <a:lnTo>
                    <a:pt x="442609" y="146824"/>
                  </a:lnTo>
                  <a:lnTo>
                    <a:pt x="442380" y="146829"/>
                  </a:lnTo>
                  <a:lnTo>
                    <a:pt x="442062" y="146834"/>
                  </a:lnTo>
                  <a:lnTo>
                    <a:pt x="441925" y="146804"/>
                  </a:lnTo>
                  <a:lnTo>
                    <a:pt x="441968" y="147135"/>
                  </a:lnTo>
                  <a:lnTo>
                    <a:pt x="442352" y="147595"/>
                  </a:lnTo>
                  <a:lnTo>
                    <a:pt x="442530" y="147707"/>
                  </a:lnTo>
                  <a:lnTo>
                    <a:pt x="442698" y="147811"/>
                  </a:lnTo>
                  <a:lnTo>
                    <a:pt x="442838" y="147888"/>
                  </a:lnTo>
                  <a:lnTo>
                    <a:pt x="443034" y="147989"/>
                  </a:lnTo>
                  <a:lnTo>
                    <a:pt x="442902" y="148305"/>
                  </a:lnTo>
                  <a:lnTo>
                    <a:pt x="442655" y="148697"/>
                  </a:lnTo>
                  <a:lnTo>
                    <a:pt x="442441" y="148855"/>
                  </a:lnTo>
                  <a:lnTo>
                    <a:pt x="442273" y="149096"/>
                  </a:lnTo>
                  <a:lnTo>
                    <a:pt x="442075" y="149305"/>
                  </a:lnTo>
                  <a:lnTo>
                    <a:pt x="441920" y="149483"/>
                  </a:lnTo>
                  <a:lnTo>
                    <a:pt x="441487" y="149878"/>
                  </a:lnTo>
                  <a:lnTo>
                    <a:pt x="441192" y="150007"/>
                  </a:lnTo>
                  <a:lnTo>
                    <a:pt x="440937" y="150180"/>
                  </a:lnTo>
                  <a:lnTo>
                    <a:pt x="440825" y="150389"/>
                  </a:lnTo>
                  <a:lnTo>
                    <a:pt x="440640" y="150689"/>
                  </a:lnTo>
                  <a:lnTo>
                    <a:pt x="440487" y="150949"/>
                  </a:lnTo>
                  <a:lnTo>
                    <a:pt x="440317" y="151224"/>
                  </a:lnTo>
                  <a:lnTo>
                    <a:pt x="440082" y="151613"/>
                  </a:lnTo>
                  <a:lnTo>
                    <a:pt x="439988" y="151753"/>
                  </a:lnTo>
                  <a:lnTo>
                    <a:pt x="439673" y="152221"/>
                  </a:lnTo>
                  <a:lnTo>
                    <a:pt x="439535" y="152392"/>
                  </a:lnTo>
                  <a:lnTo>
                    <a:pt x="439225" y="152666"/>
                  </a:lnTo>
                  <a:lnTo>
                    <a:pt x="438861" y="152982"/>
                  </a:lnTo>
                  <a:lnTo>
                    <a:pt x="438591" y="153173"/>
                  </a:lnTo>
                  <a:lnTo>
                    <a:pt x="438350" y="153351"/>
                  </a:lnTo>
                  <a:lnTo>
                    <a:pt x="438131" y="153481"/>
                  </a:lnTo>
                  <a:lnTo>
                    <a:pt x="437912" y="153519"/>
                  </a:lnTo>
                  <a:lnTo>
                    <a:pt x="437729" y="153554"/>
                  </a:lnTo>
                  <a:lnTo>
                    <a:pt x="437301" y="153560"/>
                  </a:lnTo>
                  <a:lnTo>
                    <a:pt x="436978" y="153567"/>
                  </a:lnTo>
                  <a:lnTo>
                    <a:pt x="436380" y="153431"/>
                  </a:lnTo>
                  <a:lnTo>
                    <a:pt x="436066" y="153319"/>
                  </a:lnTo>
                  <a:lnTo>
                    <a:pt x="435914" y="153264"/>
                  </a:lnTo>
                  <a:lnTo>
                    <a:pt x="435372" y="153068"/>
                  </a:lnTo>
                  <a:lnTo>
                    <a:pt x="434830" y="152867"/>
                  </a:lnTo>
                  <a:lnTo>
                    <a:pt x="434286" y="152669"/>
                  </a:lnTo>
                  <a:lnTo>
                    <a:pt x="433690" y="152450"/>
                  </a:lnTo>
                  <a:lnTo>
                    <a:pt x="433314" y="152328"/>
                  </a:lnTo>
                  <a:lnTo>
                    <a:pt x="433034" y="152219"/>
                  </a:lnTo>
                  <a:lnTo>
                    <a:pt x="432790" y="152214"/>
                  </a:lnTo>
                  <a:lnTo>
                    <a:pt x="432026" y="152203"/>
                  </a:lnTo>
                  <a:lnTo>
                    <a:pt x="431848" y="152198"/>
                  </a:lnTo>
                  <a:lnTo>
                    <a:pt x="431398" y="152188"/>
                  </a:lnTo>
                  <a:lnTo>
                    <a:pt x="430802" y="152175"/>
                  </a:lnTo>
                  <a:lnTo>
                    <a:pt x="430563" y="152165"/>
                  </a:lnTo>
                  <a:lnTo>
                    <a:pt x="430344" y="152208"/>
                  </a:lnTo>
                  <a:lnTo>
                    <a:pt x="430217" y="152315"/>
                  </a:lnTo>
                  <a:lnTo>
                    <a:pt x="429955" y="152506"/>
                  </a:lnTo>
                  <a:lnTo>
                    <a:pt x="429337" y="152962"/>
                  </a:lnTo>
                  <a:lnTo>
                    <a:pt x="429016" y="153163"/>
                  </a:lnTo>
                  <a:lnTo>
                    <a:pt x="428197" y="152432"/>
                  </a:lnTo>
                  <a:lnTo>
                    <a:pt x="427869" y="152142"/>
                  </a:lnTo>
                  <a:lnTo>
                    <a:pt x="427660" y="151959"/>
                  </a:lnTo>
                  <a:lnTo>
                    <a:pt x="427276" y="151631"/>
                  </a:lnTo>
                  <a:lnTo>
                    <a:pt x="427123" y="151501"/>
                  </a:lnTo>
                  <a:lnTo>
                    <a:pt x="426830" y="151257"/>
                  </a:lnTo>
                  <a:lnTo>
                    <a:pt x="426627" y="151089"/>
                  </a:lnTo>
                  <a:lnTo>
                    <a:pt x="426464" y="150957"/>
                  </a:lnTo>
                  <a:lnTo>
                    <a:pt x="426291" y="150814"/>
                  </a:lnTo>
                  <a:lnTo>
                    <a:pt x="426113" y="150679"/>
                  </a:lnTo>
                  <a:lnTo>
                    <a:pt x="425889" y="150682"/>
                  </a:lnTo>
                  <a:lnTo>
                    <a:pt x="425543" y="150679"/>
                  </a:lnTo>
                  <a:lnTo>
                    <a:pt x="425276" y="150692"/>
                  </a:lnTo>
                  <a:lnTo>
                    <a:pt x="425047" y="150641"/>
                  </a:lnTo>
                  <a:lnTo>
                    <a:pt x="424912" y="150654"/>
                  </a:lnTo>
                  <a:lnTo>
                    <a:pt x="424538" y="150845"/>
                  </a:lnTo>
                  <a:lnTo>
                    <a:pt x="423930" y="151048"/>
                  </a:lnTo>
                  <a:lnTo>
                    <a:pt x="423701" y="151183"/>
                  </a:lnTo>
                  <a:lnTo>
                    <a:pt x="423469" y="151264"/>
                  </a:lnTo>
                  <a:lnTo>
                    <a:pt x="422858" y="151473"/>
                  </a:lnTo>
                  <a:lnTo>
                    <a:pt x="422543" y="151610"/>
                  </a:lnTo>
                  <a:lnTo>
                    <a:pt x="422390" y="151677"/>
                  </a:lnTo>
                  <a:lnTo>
                    <a:pt x="421667" y="151974"/>
                  </a:lnTo>
                  <a:lnTo>
                    <a:pt x="421408" y="152086"/>
                  </a:lnTo>
                  <a:lnTo>
                    <a:pt x="421248" y="152158"/>
                  </a:lnTo>
                  <a:lnTo>
                    <a:pt x="420965" y="152371"/>
                  </a:lnTo>
                  <a:lnTo>
                    <a:pt x="420739" y="152542"/>
                  </a:lnTo>
                  <a:lnTo>
                    <a:pt x="420258" y="152951"/>
                  </a:lnTo>
                  <a:lnTo>
                    <a:pt x="419858" y="153280"/>
                  </a:lnTo>
                  <a:lnTo>
                    <a:pt x="419278" y="153750"/>
                  </a:lnTo>
                  <a:lnTo>
                    <a:pt x="419118" y="153582"/>
                  </a:lnTo>
                  <a:lnTo>
                    <a:pt x="418965" y="153425"/>
                  </a:lnTo>
                  <a:lnTo>
                    <a:pt x="418863" y="153264"/>
                  </a:lnTo>
                  <a:lnTo>
                    <a:pt x="418622" y="152890"/>
                  </a:lnTo>
                  <a:lnTo>
                    <a:pt x="418253" y="152501"/>
                  </a:lnTo>
                  <a:lnTo>
                    <a:pt x="417853" y="152030"/>
                  </a:lnTo>
                  <a:lnTo>
                    <a:pt x="417594" y="151722"/>
                  </a:lnTo>
                  <a:lnTo>
                    <a:pt x="417423" y="151524"/>
                  </a:lnTo>
                  <a:lnTo>
                    <a:pt x="417199" y="151501"/>
                  </a:lnTo>
                  <a:lnTo>
                    <a:pt x="416825" y="151666"/>
                  </a:lnTo>
                  <a:lnTo>
                    <a:pt x="416446" y="151801"/>
                  </a:lnTo>
                  <a:lnTo>
                    <a:pt x="416197" y="151878"/>
                  </a:lnTo>
                  <a:lnTo>
                    <a:pt x="415695" y="152002"/>
                  </a:lnTo>
                  <a:lnTo>
                    <a:pt x="415118" y="152178"/>
                  </a:lnTo>
                  <a:lnTo>
                    <a:pt x="414517" y="152366"/>
                  </a:lnTo>
                  <a:lnTo>
                    <a:pt x="413942" y="152544"/>
                  </a:lnTo>
                  <a:lnTo>
                    <a:pt x="413744" y="152588"/>
                  </a:lnTo>
                  <a:lnTo>
                    <a:pt x="413360" y="152585"/>
                  </a:lnTo>
                  <a:lnTo>
                    <a:pt x="412787" y="152588"/>
                  </a:lnTo>
                  <a:lnTo>
                    <a:pt x="412212" y="152595"/>
                  </a:lnTo>
                  <a:lnTo>
                    <a:pt x="411563" y="152623"/>
                  </a:lnTo>
                  <a:lnTo>
                    <a:pt x="411370" y="152618"/>
                  </a:lnTo>
                  <a:lnTo>
                    <a:pt x="411243" y="152763"/>
                  </a:lnTo>
                  <a:lnTo>
                    <a:pt x="411209" y="152946"/>
                  </a:lnTo>
                  <a:lnTo>
                    <a:pt x="411166" y="153099"/>
                  </a:lnTo>
                  <a:lnTo>
                    <a:pt x="411085" y="153402"/>
                  </a:lnTo>
                  <a:lnTo>
                    <a:pt x="411036" y="153580"/>
                  </a:lnTo>
                  <a:lnTo>
                    <a:pt x="410930" y="153979"/>
                  </a:lnTo>
                  <a:lnTo>
                    <a:pt x="410833" y="154346"/>
                  </a:lnTo>
                  <a:lnTo>
                    <a:pt x="410655" y="154702"/>
                  </a:lnTo>
                  <a:lnTo>
                    <a:pt x="410204" y="155147"/>
                  </a:lnTo>
                  <a:lnTo>
                    <a:pt x="409894" y="155455"/>
                  </a:lnTo>
                  <a:lnTo>
                    <a:pt x="409367" y="155822"/>
                  </a:lnTo>
                  <a:lnTo>
                    <a:pt x="409181" y="155715"/>
                  </a:lnTo>
                  <a:lnTo>
                    <a:pt x="408754" y="155473"/>
                  </a:lnTo>
                  <a:lnTo>
                    <a:pt x="408075" y="155030"/>
                  </a:lnTo>
                  <a:lnTo>
                    <a:pt x="407881" y="154837"/>
                  </a:lnTo>
                  <a:lnTo>
                    <a:pt x="407568" y="154577"/>
                  </a:lnTo>
                  <a:lnTo>
                    <a:pt x="407436" y="154504"/>
                  </a:lnTo>
                  <a:lnTo>
                    <a:pt x="407237" y="154392"/>
                  </a:lnTo>
                  <a:lnTo>
                    <a:pt x="406935" y="154231"/>
                  </a:lnTo>
                  <a:lnTo>
                    <a:pt x="406695" y="154107"/>
                  </a:lnTo>
                  <a:lnTo>
                    <a:pt x="406115" y="154028"/>
                  </a:lnTo>
                  <a:lnTo>
                    <a:pt x="405505" y="153946"/>
                  </a:lnTo>
                  <a:lnTo>
                    <a:pt x="404960" y="153885"/>
                  </a:lnTo>
                  <a:lnTo>
                    <a:pt x="404408" y="153794"/>
                  </a:lnTo>
                  <a:lnTo>
                    <a:pt x="404159" y="153738"/>
                  </a:lnTo>
                  <a:lnTo>
                    <a:pt x="403958" y="153600"/>
                  </a:lnTo>
                  <a:lnTo>
                    <a:pt x="403744" y="153460"/>
                  </a:lnTo>
                  <a:lnTo>
                    <a:pt x="403479" y="153285"/>
                  </a:lnTo>
                  <a:lnTo>
                    <a:pt x="403237" y="153369"/>
                  </a:lnTo>
                  <a:lnTo>
                    <a:pt x="402823" y="153707"/>
                  </a:lnTo>
                  <a:lnTo>
                    <a:pt x="402609" y="153885"/>
                  </a:lnTo>
                  <a:lnTo>
                    <a:pt x="402433" y="154035"/>
                  </a:lnTo>
                  <a:lnTo>
                    <a:pt x="402143" y="154114"/>
                  </a:lnTo>
                  <a:lnTo>
                    <a:pt x="401683" y="154226"/>
                  </a:lnTo>
                  <a:lnTo>
                    <a:pt x="401426" y="154267"/>
                  </a:lnTo>
                  <a:lnTo>
                    <a:pt x="401164" y="154437"/>
                  </a:lnTo>
                  <a:lnTo>
                    <a:pt x="401125" y="154623"/>
                  </a:lnTo>
                  <a:lnTo>
                    <a:pt x="401092" y="154900"/>
                  </a:lnTo>
                  <a:lnTo>
                    <a:pt x="401041" y="155254"/>
                  </a:lnTo>
                  <a:lnTo>
                    <a:pt x="401006" y="155422"/>
                  </a:lnTo>
                  <a:lnTo>
                    <a:pt x="400812" y="155773"/>
                  </a:lnTo>
                  <a:lnTo>
                    <a:pt x="400731" y="155903"/>
                  </a:lnTo>
                  <a:lnTo>
                    <a:pt x="400515" y="156229"/>
                  </a:lnTo>
                  <a:lnTo>
                    <a:pt x="400347" y="156213"/>
                  </a:lnTo>
                  <a:lnTo>
                    <a:pt x="400064" y="156135"/>
                  </a:lnTo>
                  <a:lnTo>
                    <a:pt x="399795" y="156071"/>
                  </a:lnTo>
                  <a:lnTo>
                    <a:pt x="399563" y="156023"/>
                  </a:lnTo>
                  <a:lnTo>
                    <a:pt x="399403" y="155979"/>
                  </a:lnTo>
                  <a:lnTo>
                    <a:pt x="399136" y="156028"/>
                  </a:lnTo>
                  <a:lnTo>
                    <a:pt x="399006" y="156226"/>
                  </a:lnTo>
                  <a:lnTo>
                    <a:pt x="398797" y="156432"/>
                  </a:lnTo>
                  <a:lnTo>
                    <a:pt x="398515" y="156707"/>
                  </a:lnTo>
                  <a:lnTo>
                    <a:pt x="398286" y="156862"/>
                  </a:lnTo>
                  <a:lnTo>
                    <a:pt x="398067" y="156901"/>
                  </a:lnTo>
                  <a:lnTo>
                    <a:pt x="397718" y="156992"/>
                  </a:lnTo>
                  <a:lnTo>
                    <a:pt x="397502" y="157035"/>
                  </a:lnTo>
                  <a:lnTo>
                    <a:pt x="397161" y="157099"/>
                  </a:lnTo>
                  <a:lnTo>
                    <a:pt x="396960" y="157127"/>
                  </a:lnTo>
                  <a:lnTo>
                    <a:pt x="396800" y="157150"/>
                  </a:lnTo>
                  <a:lnTo>
                    <a:pt x="396489" y="157124"/>
                  </a:lnTo>
                  <a:lnTo>
                    <a:pt x="396059" y="157099"/>
                  </a:lnTo>
                  <a:lnTo>
                    <a:pt x="395787" y="157061"/>
                  </a:lnTo>
                  <a:lnTo>
                    <a:pt x="395606" y="157015"/>
                  </a:lnTo>
                  <a:lnTo>
                    <a:pt x="395352" y="156911"/>
                  </a:lnTo>
                  <a:lnTo>
                    <a:pt x="395034" y="156786"/>
                  </a:lnTo>
                  <a:lnTo>
                    <a:pt x="394767" y="156702"/>
                  </a:lnTo>
                  <a:lnTo>
                    <a:pt x="394588" y="156626"/>
                  </a:lnTo>
                  <a:lnTo>
                    <a:pt x="394484" y="156455"/>
                  </a:lnTo>
                  <a:lnTo>
                    <a:pt x="394189" y="156165"/>
                  </a:lnTo>
                  <a:lnTo>
                    <a:pt x="394046" y="156224"/>
                  </a:lnTo>
                  <a:lnTo>
                    <a:pt x="393807" y="156366"/>
                  </a:lnTo>
                  <a:lnTo>
                    <a:pt x="393604" y="156430"/>
                  </a:lnTo>
                  <a:lnTo>
                    <a:pt x="393128" y="156628"/>
                  </a:lnTo>
                  <a:lnTo>
                    <a:pt x="392741" y="156776"/>
                  </a:lnTo>
                  <a:lnTo>
                    <a:pt x="392459" y="156738"/>
                  </a:lnTo>
                  <a:lnTo>
                    <a:pt x="392143" y="156700"/>
                  </a:lnTo>
                  <a:lnTo>
                    <a:pt x="391665" y="156644"/>
                  </a:lnTo>
                  <a:lnTo>
                    <a:pt x="391415" y="156600"/>
                  </a:lnTo>
                  <a:lnTo>
                    <a:pt x="391263" y="156562"/>
                  </a:lnTo>
                  <a:lnTo>
                    <a:pt x="391123" y="156488"/>
                  </a:lnTo>
                  <a:lnTo>
                    <a:pt x="390944" y="156405"/>
                  </a:lnTo>
                  <a:lnTo>
                    <a:pt x="390708" y="156277"/>
                  </a:lnTo>
                  <a:lnTo>
                    <a:pt x="390487" y="156168"/>
                  </a:lnTo>
                  <a:lnTo>
                    <a:pt x="390224" y="155972"/>
                  </a:lnTo>
                  <a:lnTo>
                    <a:pt x="390049" y="155842"/>
                  </a:lnTo>
                  <a:lnTo>
                    <a:pt x="389886" y="155679"/>
                  </a:lnTo>
                  <a:lnTo>
                    <a:pt x="389726" y="155521"/>
                  </a:lnTo>
                  <a:lnTo>
                    <a:pt x="389568" y="155440"/>
                  </a:lnTo>
                  <a:lnTo>
                    <a:pt x="389410" y="155275"/>
                  </a:lnTo>
                  <a:lnTo>
                    <a:pt x="389232" y="155158"/>
                  </a:lnTo>
                  <a:lnTo>
                    <a:pt x="389057" y="155053"/>
                  </a:lnTo>
                  <a:lnTo>
                    <a:pt x="388896" y="154949"/>
                  </a:lnTo>
                  <a:lnTo>
                    <a:pt x="388680" y="154804"/>
                  </a:lnTo>
                  <a:lnTo>
                    <a:pt x="388502" y="154651"/>
                  </a:lnTo>
                  <a:lnTo>
                    <a:pt x="388181" y="154422"/>
                  </a:lnTo>
                  <a:lnTo>
                    <a:pt x="387914" y="154226"/>
                  </a:lnTo>
                  <a:lnTo>
                    <a:pt x="387593" y="154048"/>
                  </a:lnTo>
                  <a:lnTo>
                    <a:pt x="387357" y="153885"/>
                  </a:lnTo>
                  <a:lnTo>
                    <a:pt x="387110" y="153727"/>
                  </a:lnTo>
                  <a:lnTo>
                    <a:pt x="386886" y="153562"/>
                  </a:lnTo>
                  <a:lnTo>
                    <a:pt x="386481" y="153308"/>
                  </a:lnTo>
                  <a:lnTo>
                    <a:pt x="386341" y="153249"/>
                  </a:lnTo>
                  <a:lnTo>
                    <a:pt x="386074" y="153208"/>
                  </a:lnTo>
                  <a:lnTo>
                    <a:pt x="385693" y="153160"/>
                  </a:lnTo>
                  <a:lnTo>
                    <a:pt x="385385" y="153117"/>
                  </a:lnTo>
                  <a:lnTo>
                    <a:pt x="385120" y="153104"/>
                  </a:lnTo>
                  <a:lnTo>
                    <a:pt x="384947" y="153068"/>
                  </a:lnTo>
                  <a:lnTo>
                    <a:pt x="384802" y="153094"/>
                  </a:lnTo>
                  <a:lnTo>
                    <a:pt x="384443" y="153165"/>
                  </a:lnTo>
                  <a:lnTo>
                    <a:pt x="384138" y="153241"/>
                  </a:lnTo>
                  <a:lnTo>
                    <a:pt x="383825" y="153318"/>
                  </a:lnTo>
                  <a:lnTo>
                    <a:pt x="383341" y="153330"/>
                  </a:lnTo>
                  <a:lnTo>
                    <a:pt x="382952" y="153338"/>
                  </a:lnTo>
                  <a:lnTo>
                    <a:pt x="382649" y="153346"/>
                  </a:lnTo>
                  <a:lnTo>
                    <a:pt x="382283" y="153374"/>
                  </a:lnTo>
                  <a:lnTo>
                    <a:pt x="381761" y="153437"/>
                  </a:lnTo>
                  <a:lnTo>
                    <a:pt x="381263" y="153453"/>
                  </a:lnTo>
                  <a:lnTo>
                    <a:pt x="380942" y="153486"/>
                  </a:lnTo>
                  <a:lnTo>
                    <a:pt x="380199" y="153636"/>
                  </a:lnTo>
                  <a:lnTo>
                    <a:pt x="380016" y="153704"/>
                  </a:lnTo>
                  <a:lnTo>
                    <a:pt x="379736" y="153809"/>
                  </a:lnTo>
                  <a:lnTo>
                    <a:pt x="379568" y="153974"/>
                  </a:lnTo>
                  <a:lnTo>
                    <a:pt x="379123" y="154150"/>
                  </a:lnTo>
                  <a:lnTo>
                    <a:pt x="378901" y="154262"/>
                  </a:lnTo>
                  <a:lnTo>
                    <a:pt x="378102" y="154839"/>
                  </a:lnTo>
                  <a:lnTo>
                    <a:pt x="377947" y="155048"/>
                  </a:lnTo>
                  <a:lnTo>
                    <a:pt x="377764" y="155094"/>
                  </a:lnTo>
                  <a:lnTo>
                    <a:pt x="377586" y="155173"/>
                  </a:lnTo>
                  <a:lnTo>
                    <a:pt x="376860" y="155812"/>
                  </a:lnTo>
                  <a:lnTo>
                    <a:pt x="376677" y="155862"/>
                  </a:lnTo>
                  <a:lnTo>
                    <a:pt x="376471" y="155878"/>
                  </a:lnTo>
                  <a:lnTo>
                    <a:pt x="376313" y="155911"/>
                  </a:lnTo>
                  <a:lnTo>
                    <a:pt x="376166" y="155957"/>
                  </a:lnTo>
                  <a:lnTo>
                    <a:pt x="375360" y="155975"/>
                  </a:lnTo>
                  <a:lnTo>
                    <a:pt x="374686" y="155989"/>
                  </a:lnTo>
                  <a:lnTo>
                    <a:pt x="374454" y="155995"/>
                  </a:lnTo>
                  <a:lnTo>
                    <a:pt x="374030" y="156004"/>
                  </a:lnTo>
                  <a:lnTo>
                    <a:pt x="373188" y="156376"/>
                  </a:lnTo>
                  <a:lnTo>
                    <a:pt x="372946" y="156288"/>
                  </a:lnTo>
                  <a:lnTo>
                    <a:pt x="372769" y="156265"/>
                  </a:lnTo>
                  <a:lnTo>
                    <a:pt x="372559" y="156238"/>
                  </a:lnTo>
                  <a:lnTo>
                    <a:pt x="372027" y="156169"/>
                  </a:lnTo>
                  <a:lnTo>
                    <a:pt x="371502" y="156101"/>
                  </a:lnTo>
                  <a:lnTo>
                    <a:pt x="371363" y="156083"/>
                  </a:lnTo>
                  <a:lnTo>
                    <a:pt x="371123" y="156053"/>
                  </a:lnTo>
                  <a:lnTo>
                    <a:pt x="370769" y="156009"/>
                  </a:lnTo>
                  <a:lnTo>
                    <a:pt x="370508" y="155974"/>
                  </a:lnTo>
                  <a:lnTo>
                    <a:pt x="370048" y="155905"/>
                  </a:lnTo>
                  <a:lnTo>
                    <a:pt x="369795" y="155867"/>
                  </a:lnTo>
                  <a:lnTo>
                    <a:pt x="369342" y="155756"/>
                  </a:lnTo>
                  <a:lnTo>
                    <a:pt x="368583" y="155568"/>
                  </a:lnTo>
                  <a:lnTo>
                    <a:pt x="368216" y="156196"/>
                  </a:lnTo>
                  <a:lnTo>
                    <a:pt x="367750" y="156995"/>
                  </a:lnTo>
                  <a:lnTo>
                    <a:pt x="367559" y="157322"/>
                  </a:lnTo>
                  <a:lnTo>
                    <a:pt x="367470" y="157498"/>
                  </a:lnTo>
                  <a:lnTo>
                    <a:pt x="367322" y="157809"/>
                  </a:lnTo>
                  <a:lnTo>
                    <a:pt x="366383" y="158054"/>
                  </a:lnTo>
                  <a:lnTo>
                    <a:pt x="366094" y="158861"/>
                  </a:lnTo>
                  <a:lnTo>
                    <a:pt x="366259" y="159231"/>
                  </a:lnTo>
                  <a:lnTo>
                    <a:pt x="366197" y="159630"/>
                  </a:lnTo>
                  <a:lnTo>
                    <a:pt x="366213" y="159781"/>
                  </a:lnTo>
                  <a:lnTo>
                    <a:pt x="366045" y="159878"/>
                  </a:lnTo>
                  <a:lnTo>
                    <a:pt x="365861" y="160185"/>
                  </a:lnTo>
                  <a:lnTo>
                    <a:pt x="365514" y="160424"/>
                  </a:lnTo>
                  <a:lnTo>
                    <a:pt x="365172" y="160761"/>
                  </a:lnTo>
                  <a:lnTo>
                    <a:pt x="364313" y="161026"/>
                  </a:lnTo>
                  <a:lnTo>
                    <a:pt x="364046" y="161109"/>
                  </a:lnTo>
                  <a:lnTo>
                    <a:pt x="363742" y="161203"/>
                  </a:lnTo>
                  <a:lnTo>
                    <a:pt x="363478" y="161246"/>
                  </a:lnTo>
                  <a:lnTo>
                    <a:pt x="363265" y="161304"/>
                  </a:lnTo>
                  <a:lnTo>
                    <a:pt x="362943" y="161357"/>
                  </a:lnTo>
                  <a:lnTo>
                    <a:pt x="362579" y="160986"/>
                  </a:lnTo>
                  <a:lnTo>
                    <a:pt x="362392" y="160826"/>
                  </a:lnTo>
                  <a:lnTo>
                    <a:pt x="362233" y="160649"/>
                  </a:lnTo>
                  <a:lnTo>
                    <a:pt x="361973" y="160329"/>
                  </a:lnTo>
                  <a:lnTo>
                    <a:pt x="361641" y="160174"/>
                  </a:lnTo>
                  <a:lnTo>
                    <a:pt x="361614" y="159822"/>
                  </a:lnTo>
                  <a:lnTo>
                    <a:pt x="361541" y="159490"/>
                  </a:lnTo>
                  <a:lnTo>
                    <a:pt x="361543" y="159172"/>
                  </a:lnTo>
                  <a:lnTo>
                    <a:pt x="361584" y="158988"/>
                  </a:lnTo>
                  <a:lnTo>
                    <a:pt x="361639" y="158691"/>
                  </a:lnTo>
                  <a:lnTo>
                    <a:pt x="361556" y="158347"/>
                  </a:lnTo>
                  <a:lnTo>
                    <a:pt x="361197" y="158229"/>
                  </a:lnTo>
                  <a:lnTo>
                    <a:pt x="360804" y="158087"/>
                  </a:lnTo>
                  <a:lnTo>
                    <a:pt x="360588" y="158035"/>
                  </a:lnTo>
                  <a:lnTo>
                    <a:pt x="360170" y="157787"/>
                  </a:lnTo>
                  <a:lnTo>
                    <a:pt x="360135" y="157648"/>
                  </a:lnTo>
                  <a:lnTo>
                    <a:pt x="360019" y="157132"/>
                  </a:lnTo>
                  <a:lnTo>
                    <a:pt x="359864" y="156568"/>
                  </a:lnTo>
                  <a:lnTo>
                    <a:pt x="360066" y="156219"/>
                  </a:lnTo>
                  <a:lnTo>
                    <a:pt x="360125" y="155980"/>
                  </a:lnTo>
                  <a:lnTo>
                    <a:pt x="360013" y="155611"/>
                  </a:lnTo>
                  <a:lnTo>
                    <a:pt x="359816" y="155365"/>
                  </a:lnTo>
                  <a:lnTo>
                    <a:pt x="358894" y="154827"/>
                  </a:lnTo>
                  <a:lnTo>
                    <a:pt x="355543" y="152928"/>
                  </a:lnTo>
                  <a:lnTo>
                    <a:pt x="355079" y="152651"/>
                  </a:lnTo>
                  <a:lnTo>
                    <a:pt x="354846" y="152457"/>
                  </a:lnTo>
                  <a:lnTo>
                    <a:pt x="354666" y="152200"/>
                  </a:lnTo>
                  <a:lnTo>
                    <a:pt x="354517" y="151862"/>
                  </a:lnTo>
                  <a:lnTo>
                    <a:pt x="354490" y="151709"/>
                  </a:lnTo>
                  <a:lnTo>
                    <a:pt x="354461" y="151548"/>
                  </a:lnTo>
                  <a:lnTo>
                    <a:pt x="354423" y="151220"/>
                  </a:lnTo>
                  <a:lnTo>
                    <a:pt x="354729" y="149576"/>
                  </a:lnTo>
                  <a:lnTo>
                    <a:pt x="355104" y="147257"/>
                  </a:lnTo>
                  <a:lnTo>
                    <a:pt x="355089" y="146890"/>
                  </a:lnTo>
                  <a:lnTo>
                    <a:pt x="355033" y="145693"/>
                  </a:lnTo>
                  <a:lnTo>
                    <a:pt x="355001" y="145218"/>
                  </a:lnTo>
                  <a:lnTo>
                    <a:pt x="354943" y="144824"/>
                  </a:lnTo>
                  <a:lnTo>
                    <a:pt x="354866" y="144436"/>
                  </a:lnTo>
                  <a:lnTo>
                    <a:pt x="354768" y="144090"/>
                  </a:lnTo>
                  <a:lnTo>
                    <a:pt x="354599" y="143738"/>
                  </a:lnTo>
                  <a:lnTo>
                    <a:pt x="354459" y="143534"/>
                  </a:lnTo>
                  <a:lnTo>
                    <a:pt x="353810" y="143010"/>
                  </a:lnTo>
                  <a:lnTo>
                    <a:pt x="353087" y="142519"/>
                  </a:lnTo>
                  <a:lnTo>
                    <a:pt x="352483" y="142138"/>
                  </a:lnTo>
                  <a:lnTo>
                    <a:pt x="351455" y="142634"/>
                  </a:lnTo>
                  <a:lnTo>
                    <a:pt x="350855" y="142835"/>
                  </a:lnTo>
                  <a:lnTo>
                    <a:pt x="350270" y="143054"/>
                  </a:lnTo>
                  <a:lnTo>
                    <a:pt x="349664" y="143298"/>
                  </a:lnTo>
                  <a:lnTo>
                    <a:pt x="348957" y="143590"/>
                  </a:lnTo>
                  <a:lnTo>
                    <a:pt x="348577" y="143657"/>
                  </a:lnTo>
                  <a:lnTo>
                    <a:pt x="348305" y="143781"/>
                  </a:lnTo>
                  <a:lnTo>
                    <a:pt x="348178" y="143878"/>
                  </a:lnTo>
                  <a:lnTo>
                    <a:pt x="347758" y="144204"/>
                  </a:lnTo>
                  <a:lnTo>
                    <a:pt x="347557" y="144382"/>
                  </a:lnTo>
                  <a:lnTo>
                    <a:pt x="347382" y="144677"/>
                  </a:lnTo>
                  <a:lnTo>
                    <a:pt x="347229" y="144934"/>
                  </a:lnTo>
                  <a:lnTo>
                    <a:pt x="347038" y="145191"/>
                  </a:lnTo>
                  <a:lnTo>
                    <a:pt x="346883" y="145400"/>
                  </a:lnTo>
                  <a:lnTo>
                    <a:pt x="346641" y="145758"/>
                  </a:lnTo>
                  <a:lnTo>
                    <a:pt x="346387" y="146053"/>
                  </a:lnTo>
                  <a:lnTo>
                    <a:pt x="346270" y="146275"/>
                  </a:lnTo>
                  <a:lnTo>
                    <a:pt x="346196" y="146410"/>
                  </a:lnTo>
                  <a:lnTo>
                    <a:pt x="346025" y="146501"/>
                  </a:lnTo>
                  <a:lnTo>
                    <a:pt x="345656" y="146730"/>
                  </a:lnTo>
                  <a:lnTo>
                    <a:pt x="345173" y="146985"/>
                  </a:lnTo>
                  <a:lnTo>
                    <a:pt x="344969" y="147114"/>
                  </a:lnTo>
                  <a:lnTo>
                    <a:pt x="344611" y="147349"/>
                  </a:lnTo>
                  <a:lnTo>
                    <a:pt x="344458" y="147425"/>
                  </a:lnTo>
                  <a:lnTo>
                    <a:pt x="344112" y="147600"/>
                  </a:lnTo>
                  <a:lnTo>
                    <a:pt x="343697" y="147516"/>
                  </a:lnTo>
                  <a:lnTo>
                    <a:pt x="343473" y="147468"/>
                  </a:lnTo>
                  <a:lnTo>
                    <a:pt x="343081" y="147389"/>
                  </a:lnTo>
                  <a:lnTo>
                    <a:pt x="342891" y="147349"/>
                  </a:lnTo>
                  <a:lnTo>
                    <a:pt x="342738" y="147318"/>
                  </a:lnTo>
                  <a:lnTo>
                    <a:pt x="342542" y="147349"/>
                  </a:lnTo>
                  <a:lnTo>
                    <a:pt x="342315" y="147379"/>
                  </a:lnTo>
                  <a:lnTo>
                    <a:pt x="341718" y="147504"/>
                  </a:lnTo>
                  <a:lnTo>
                    <a:pt x="341145" y="147567"/>
                  </a:lnTo>
                  <a:lnTo>
                    <a:pt x="340550" y="147852"/>
                  </a:lnTo>
                  <a:lnTo>
                    <a:pt x="340438" y="148010"/>
                  </a:lnTo>
                  <a:lnTo>
                    <a:pt x="340112" y="148206"/>
                  </a:lnTo>
                  <a:lnTo>
                    <a:pt x="339807" y="148168"/>
                  </a:lnTo>
                  <a:lnTo>
                    <a:pt x="339486" y="148120"/>
                  </a:lnTo>
                  <a:lnTo>
                    <a:pt x="339056" y="148076"/>
                  </a:lnTo>
                  <a:lnTo>
                    <a:pt x="338929" y="147883"/>
                  </a:lnTo>
                  <a:lnTo>
                    <a:pt x="338730" y="147585"/>
                  </a:lnTo>
                  <a:lnTo>
                    <a:pt x="338804" y="147244"/>
                  </a:lnTo>
                  <a:lnTo>
                    <a:pt x="338898" y="147104"/>
                  </a:lnTo>
                  <a:lnTo>
                    <a:pt x="338995" y="146964"/>
                  </a:lnTo>
                  <a:lnTo>
                    <a:pt x="339298" y="146672"/>
                  </a:lnTo>
                  <a:lnTo>
                    <a:pt x="339425" y="146547"/>
                  </a:lnTo>
                  <a:lnTo>
                    <a:pt x="339573" y="146404"/>
                  </a:lnTo>
                  <a:lnTo>
                    <a:pt x="339374" y="146071"/>
                  </a:lnTo>
                  <a:lnTo>
                    <a:pt x="339051" y="145539"/>
                  </a:lnTo>
                  <a:lnTo>
                    <a:pt x="338888" y="145270"/>
                  </a:lnTo>
                  <a:lnTo>
                    <a:pt x="338504" y="145005"/>
                  </a:lnTo>
                  <a:lnTo>
                    <a:pt x="338308" y="144728"/>
                  </a:lnTo>
                  <a:lnTo>
                    <a:pt x="337967" y="144391"/>
                  </a:lnTo>
                  <a:lnTo>
                    <a:pt x="337243" y="143366"/>
                  </a:lnTo>
                  <a:lnTo>
                    <a:pt x="337150" y="143233"/>
                  </a:lnTo>
                  <a:lnTo>
                    <a:pt x="336873" y="142838"/>
                  </a:lnTo>
                  <a:lnTo>
                    <a:pt x="336735" y="142634"/>
                  </a:lnTo>
                  <a:lnTo>
                    <a:pt x="336625" y="142476"/>
                  </a:lnTo>
                  <a:lnTo>
                    <a:pt x="336510" y="142325"/>
                  </a:lnTo>
                  <a:lnTo>
                    <a:pt x="336304" y="142097"/>
                  </a:lnTo>
                  <a:lnTo>
                    <a:pt x="335972" y="141893"/>
                  </a:lnTo>
                  <a:lnTo>
                    <a:pt x="335742" y="141994"/>
                  </a:lnTo>
                  <a:lnTo>
                    <a:pt x="335455" y="142085"/>
                  </a:lnTo>
                  <a:lnTo>
                    <a:pt x="335265" y="142238"/>
                  </a:lnTo>
                  <a:lnTo>
                    <a:pt x="334943" y="141905"/>
                  </a:lnTo>
                  <a:lnTo>
                    <a:pt x="334757" y="141723"/>
                  </a:lnTo>
                  <a:lnTo>
                    <a:pt x="334410" y="141381"/>
                  </a:lnTo>
                  <a:lnTo>
                    <a:pt x="334119" y="141094"/>
                  </a:lnTo>
                  <a:lnTo>
                    <a:pt x="333836" y="140723"/>
                  </a:lnTo>
                  <a:lnTo>
                    <a:pt x="333735" y="140590"/>
                  </a:lnTo>
                  <a:lnTo>
                    <a:pt x="333247" y="140135"/>
                  </a:lnTo>
                  <a:lnTo>
                    <a:pt x="332855" y="139768"/>
                  </a:lnTo>
                  <a:lnTo>
                    <a:pt x="332524" y="139455"/>
                  </a:lnTo>
                  <a:lnTo>
                    <a:pt x="332359" y="139303"/>
                  </a:lnTo>
                  <a:lnTo>
                    <a:pt x="331837" y="138814"/>
                  </a:lnTo>
                  <a:lnTo>
                    <a:pt x="331496" y="138494"/>
                  </a:lnTo>
                  <a:lnTo>
                    <a:pt x="331163" y="138181"/>
                  </a:lnTo>
                  <a:lnTo>
                    <a:pt x="330784" y="137822"/>
                  </a:lnTo>
                  <a:lnTo>
                    <a:pt x="330313" y="137382"/>
                  </a:lnTo>
                  <a:lnTo>
                    <a:pt x="330761" y="137053"/>
                  </a:lnTo>
                  <a:lnTo>
                    <a:pt x="331013" y="136779"/>
                  </a:lnTo>
                  <a:lnTo>
                    <a:pt x="331369" y="136394"/>
                  </a:lnTo>
                  <a:lnTo>
                    <a:pt x="331812" y="135911"/>
                  </a:lnTo>
                  <a:lnTo>
                    <a:pt x="332036" y="135669"/>
                  </a:lnTo>
                  <a:lnTo>
                    <a:pt x="332270" y="135415"/>
                  </a:lnTo>
                  <a:lnTo>
                    <a:pt x="332511" y="135160"/>
                  </a:lnTo>
                  <a:lnTo>
                    <a:pt x="332768" y="134888"/>
                  </a:lnTo>
                  <a:lnTo>
                    <a:pt x="333163" y="134478"/>
                  </a:lnTo>
                  <a:lnTo>
                    <a:pt x="333555" y="134066"/>
                  </a:lnTo>
                  <a:lnTo>
                    <a:pt x="333712" y="133903"/>
                  </a:lnTo>
                  <a:lnTo>
                    <a:pt x="333524" y="133837"/>
                  </a:lnTo>
                  <a:lnTo>
                    <a:pt x="333247" y="133743"/>
                  </a:lnTo>
                  <a:lnTo>
                    <a:pt x="332822" y="133595"/>
                  </a:lnTo>
                  <a:lnTo>
                    <a:pt x="332483" y="133478"/>
                  </a:lnTo>
                  <a:lnTo>
                    <a:pt x="332066" y="133336"/>
                  </a:lnTo>
                  <a:lnTo>
                    <a:pt x="331565" y="133160"/>
                  </a:lnTo>
                  <a:lnTo>
                    <a:pt x="331028" y="132977"/>
                  </a:lnTo>
                  <a:lnTo>
                    <a:pt x="330410" y="132763"/>
                  </a:lnTo>
                  <a:lnTo>
                    <a:pt x="329875" y="132578"/>
                  </a:lnTo>
                  <a:lnTo>
                    <a:pt x="329252" y="132364"/>
                  </a:lnTo>
                  <a:lnTo>
                    <a:pt x="328520" y="132089"/>
                  </a:lnTo>
                  <a:lnTo>
                    <a:pt x="326347" y="132288"/>
                  </a:lnTo>
                  <a:lnTo>
                    <a:pt x="326151" y="132306"/>
                  </a:lnTo>
                  <a:lnTo>
                    <a:pt x="323890" y="131100"/>
                  </a:lnTo>
                  <a:lnTo>
                    <a:pt x="323316" y="132400"/>
                  </a:lnTo>
                  <a:lnTo>
                    <a:pt x="322288" y="134500"/>
                  </a:lnTo>
                  <a:lnTo>
                    <a:pt x="321742" y="135549"/>
                  </a:lnTo>
                  <a:lnTo>
                    <a:pt x="321351" y="135654"/>
                  </a:lnTo>
                  <a:lnTo>
                    <a:pt x="320992" y="135748"/>
                  </a:lnTo>
                  <a:lnTo>
                    <a:pt x="320440" y="135878"/>
                  </a:lnTo>
                  <a:lnTo>
                    <a:pt x="319817" y="136021"/>
                  </a:lnTo>
                  <a:lnTo>
                    <a:pt x="319308" y="136145"/>
                  </a:lnTo>
                  <a:lnTo>
                    <a:pt x="318718" y="136288"/>
                  </a:lnTo>
                  <a:lnTo>
                    <a:pt x="318059" y="136448"/>
                  </a:lnTo>
                  <a:lnTo>
                    <a:pt x="317741" y="136519"/>
                  </a:lnTo>
                  <a:lnTo>
                    <a:pt x="316865" y="136728"/>
                  </a:lnTo>
                  <a:lnTo>
                    <a:pt x="316366" y="136845"/>
                  </a:lnTo>
                  <a:lnTo>
                    <a:pt x="316430" y="137131"/>
                  </a:lnTo>
                  <a:lnTo>
                    <a:pt x="317165" y="140824"/>
                  </a:lnTo>
                  <a:lnTo>
                    <a:pt x="316408" y="141214"/>
                  </a:lnTo>
                  <a:lnTo>
                    <a:pt x="315347" y="141764"/>
                  </a:lnTo>
                  <a:lnTo>
                    <a:pt x="314368" y="142272"/>
                  </a:lnTo>
                  <a:lnTo>
                    <a:pt x="313492" y="142726"/>
                  </a:lnTo>
                  <a:lnTo>
                    <a:pt x="312934" y="142798"/>
                  </a:lnTo>
                  <a:lnTo>
                    <a:pt x="312735" y="142845"/>
                  </a:lnTo>
                  <a:lnTo>
                    <a:pt x="312010" y="142921"/>
                  </a:lnTo>
                  <a:lnTo>
                    <a:pt x="311532" y="142972"/>
                  </a:lnTo>
                  <a:lnTo>
                    <a:pt x="311320" y="142993"/>
                  </a:lnTo>
                  <a:lnTo>
                    <a:pt x="310768" y="143056"/>
                  </a:lnTo>
                  <a:lnTo>
                    <a:pt x="310142" y="143127"/>
                  </a:lnTo>
                  <a:lnTo>
                    <a:pt x="309656" y="143181"/>
                  </a:lnTo>
                  <a:lnTo>
                    <a:pt x="309407" y="142972"/>
                  </a:lnTo>
                  <a:lnTo>
                    <a:pt x="307582" y="141557"/>
                  </a:lnTo>
                  <a:lnTo>
                    <a:pt x="306608" y="140802"/>
                  </a:lnTo>
                  <a:lnTo>
                    <a:pt x="306313" y="140855"/>
                  </a:lnTo>
                  <a:lnTo>
                    <a:pt x="305994" y="140914"/>
                  </a:lnTo>
                  <a:lnTo>
                    <a:pt x="305888" y="141061"/>
                  </a:lnTo>
                  <a:lnTo>
                    <a:pt x="305638" y="141407"/>
                  </a:lnTo>
                  <a:lnTo>
                    <a:pt x="305470" y="141547"/>
                  </a:lnTo>
                  <a:lnTo>
                    <a:pt x="305124" y="141751"/>
                  </a:lnTo>
                  <a:lnTo>
                    <a:pt x="304656" y="141990"/>
                  </a:lnTo>
                  <a:lnTo>
                    <a:pt x="304414" y="142064"/>
                  </a:lnTo>
                  <a:lnTo>
                    <a:pt x="304251" y="142122"/>
                  </a:lnTo>
                  <a:lnTo>
                    <a:pt x="303974" y="142206"/>
                  </a:lnTo>
                  <a:lnTo>
                    <a:pt x="303707" y="142384"/>
                  </a:lnTo>
                  <a:lnTo>
                    <a:pt x="303608" y="142687"/>
                  </a:lnTo>
                  <a:lnTo>
                    <a:pt x="303501" y="143018"/>
                  </a:lnTo>
                  <a:lnTo>
                    <a:pt x="303282" y="143405"/>
                  </a:lnTo>
                  <a:lnTo>
                    <a:pt x="303152" y="143634"/>
                  </a:lnTo>
                  <a:lnTo>
                    <a:pt x="302992" y="143710"/>
                  </a:lnTo>
                  <a:lnTo>
                    <a:pt x="302679" y="143680"/>
                  </a:lnTo>
                  <a:lnTo>
                    <a:pt x="302521" y="143663"/>
                  </a:lnTo>
                  <a:lnTo>
                    <a:pt x="301707" y="142248"/>
                  </a:lnTo>
                  <a:lnTo>
                    <a:pt x="301590" y="142044"/>
                  </a:lnTo>
                  <a:lnTo>
                    <a:pt x="301403" y="141721"/>
                  </a:lnTo>
                  <a:lnTo>
                    <a:pt x="301278" y="141494"/>
                  </a:lnTo>
                  <a:lnTo>
                    <a:pt x="300817" y="140670"/>
                  </a:lnTo>
                  <a:lnTo>
                    <a:pt x="300658" y="140387"/>
                  </a:lnTo>
                  <a:lnTo>
                    <a:pt x="300740" y="139851"/>
                  </a:lnTo>
                  <a:lnTo>
                    <a:pt x="300575" y="139472"/>
                  </a:lnTo>
                  <a:lnTo>
                    <a:pt x="300473" y="139234"/>
                  </a:lnTo>
                  <a:lnTo>
                    <a:pt x="300354" y="138963"/>
                  </a:lnTo>
                  <a:lnTo>
                    <a:pt x="300297" y="138827"/>
                  </a:lnTo>
                  <a:lnTo>
                    <a:pt x="300131" y="138442"/>
                  </a:lnTo>
                  <a:lnTo>
                    <a:pt x="299978" y="138095"/>
                  </a:lnTo>
                  <a:lnTo>
                    <a:pt x="299917" y="137959"/>
                  </a:lnTo>
                  <a:lnTo>
                    <a:pt x="298371" y="137026"/>
                  </a:lnTo>
                  <a:lnTo>
                    <a:pt x="298177" y="136878"/>
                  </a:lnTo>
                  <a:lnTo>
                    <a:pt x="298022" y="136761"/>
                  </a:lnTo>
                  <a:lnTo>
                    <a:pt x="297511" y="136367"/>
                  </a:lnTo>
                  <a:lnTo>
                    <a:pt x="297277" y="136143"/>
                  </a:lnTo>
                  <a:lnTo>
                    <a:pt x="297134" y="135967"/>
                  </a:lnTo>
                  <a:lnTo>
                    <a:pt x="296770" y="135524"/>
                  </a:lnTo>
                  <a:lnTo>
                    <a:pt x="296498" y="135163"/>
                  </a:lnTo>
                  <a:lnTo>
                    <a:pt x="296310" y="134914"/>
                  </a:lnTo>
                  <a:lnTo>
                    <a:pt x="295836" y="134341"/>
                  </a:lnTo>
                  <a:lnTo>
                    <a:pt x="295651" y="134112"/>
                  </a:lnTo>
                  <a:lnTo>
                    <a:pt x="295541" y="133957"/>
                  </a:lnTo>
                  <a:lnTo>
                    <a:pt x="295378" y="133606"/>
                  </a:lnTo>
                  <a:lnTo>
                    <a:pt x="295180" y="133181"/>
                  </a:lnTo>
                  <a:lnTo>
                    <a:pt x="294966" y="132720"/>
                  </a:lnTo>
                  <a:lnTo>
                    <a:pt x="294768" y="132288"/>
                  </a:lnTo>
                  <a:lnTo>
                    <a:pt x="294681" y="132137"/>
                  </a:lnTo>
                  <a:lnTo>
                    <a:pt x="294579" y="131919"/>
                  </a:lnTo>
                  <a:lnTo>
                    <a:pt x="294516" y="131774"/>
                  </a:lnTo>
                  <a:lnTo>
                    <a:pt x="294233" y="131924"/>
                  </a:lnTo>
                  <a:lnTo>
                    <a:pt x="293844" y="132137"/>
                  </a:lnTo>
                  <a:lnTo>
                    <a:pt x="293437" y="132359"/>
                  </a:lnTo>
                  <a:lnTo>
                    <a:pt x="292995" y="132596"/>
                  </a:lnTo>
                  <a:lnTo>
                    <a:pt x="292533" y="132827"/>
                  </a:lnTo>
                  <a:lnTo>
                    <a:pt x="292399" y="132898"/>
                  </a:lnTo>
                  <a:lnTo>
                    <a:pt x="292195" y="133008"/>
                  </a:lnTo>
                  <a:lnTo>
                    <a:pt x="292025" y="133099"/>
                  </a:lnTo>
                  <a:lnTo>
                    <a:pt x="291867" y="133183"/>
                  </a:lnTo>
                  <a:lnTo>
                    <a:pt x="291684" y="133066"/>
                  </a:lnTo>
                  <a:lnTo>
                    <a:pt x="291437" y="132907"/>
                  </a:lnTo>
                  <a:lnTo>
                    <a:pt x="291170" y="132738"/>
                  </a:lnTo>
                  <a:lnTo>
                    <a:pt x="290994" y="132629"/>
                  </a:lnTo>
                  <a:lnTo>
                    <a:pt x="290770" y="132435"/>
                  </a:lnTo>
                  <a:lnTo>
                    <a:pt x="290765" y="132262"/>
                  </a:lnTo>
                  <a:lnTo>
                    <a:pt x="290755" y="131896"/>
                  </a:lnTo>
                  <a:lnTo>
                    <a:pt x="290745" y="131504"/>
                  </a:lnTo>
                  <a:lnTo>
                    <a:pt x="290739" y="131288"/>
                  </a:lnTo>
                  <a:lnTo>
                    <a:pt x="290253" y="130898"/>
                  </a:lnTo>
                  <a:lnTo>
                    <a:pt x="289902" y="130613"/>
                  </a:lnTo>
                  <a:lnTo>
                    <a:pt x="289602" y="130369"/>
                  </a:lnTo>
                  <a:lnTo>
                    <a:pt x="289396" y="130407"/>
                  </a:lnTo>
                  <a:lnTo>
                    <a:pt x="289241" y="130427"/>
                  </a:lnTo>
                  <a:lnTo>
                    <a:pt x="289017" y="130458"/>
                  </a:lnTo>
                  <a:lnTo>
                    <a:pt x="288653" y="130519"/>
                  </a:lnTo>
                  <a:lnTo>
                    <a:pt x="288246" y="130621"/>
                  </a:lnTo>
                  <a:lnTo>
                    <a:pt x="287816" y="130692"/>
                  </a:lnTo>
                  <a:lnTo>
                    <a:pt x="287645" y="130751"/>
                  </a:lnTo>
                  <a:lnTo>
                    <a:pt x="287378" y="130829"/>
                  </a:lnTo>
                  <a:lnTo>
                    <a:pt x="287062" y="130919"/>
                  </a:lnTo>
                  <a:lnTo>
                    <a:pt x="286910" y="130962"/>
                  </a:lnTo>
                  <a:lnTo>
                    <a:pt x="286493" y="131084"/>
                  </a:lnTo>
                  <a:lnTo>
                    <a:pt x="286210" y="131237"/>
                  </a:lnTo>
                  <a:lnTo>
                    <a:pt x="285973" y="131369"/>
                  </a:lnTo>
                  <a:lnTo>
                    <a:pt x="285650" y="131557"/>
                  </a:lnTo>
                  <a:lnTo>
                    <a:pt x="285213" y="131807"/>
                  </a:lnTo>
                  <a:lnTo>
                    <a:pt x="285009" y="131916"/>
                  </a:lnTo>
                  <a:lnTo>
                    <a:pt x="284879" y="131964"/>
                  </a:lnTo>
                  <a:lnTo>
                    <a:pt x="284683" y="132048"/>
                  </a:lnTo>
                  <a:lnTo>
                    <a:pt x="284342" y="132191"/>
                  </a:lnTo>
                  <a:lnTo>
                    <a:pt x="283951" y="132389"/>
                  </a:lnTo>
                  <a:lnTo>
                    <a:pt x="283800" y="132458"/>
                  </a:lnTo>
                  <a:lnTo>
                    <a:pt x="283518" y="132590"/>
                  </a:lnTo>
                  <a:lnTo>
                    <a:pt x="283073" y="132799"/>
                  </a:lnTo>
                  <a:lnTo>
                    <a:pt x="282678" y="132982"/>
                  </a:lnTo>
                  <a:lnTo>
                    <a:pt x="282129" y="133237"/>
                  </a:lnTo>
                  <a:lnTo>
                    <a:pt x="281627" y="133471"/>
                  </a:lnTo>
                  <a:lnTo>
                    <a:pt x="281068" y="133730"/>
                  </a:lnTo>
                  <a:lnTo>
                    <a:pt x="280559" y="133967"/>
                  </a:lnTo>
                  <a:lnTo>
                    <a:pt x="280014" y="134221"/>
                  </a:lnTo>
                  <a:lnTo>
                    <a:pt x="279459" y="134481"/>
                  </a:lnTo>
                  <a:lnTo>
                    <a:pt x="278923" y="134730"/>
                  </a:lnTo>
                  <a:lnTo>
                    <a:pt x="278347" y="135000"/>
                  </a:lnTo>
                  <a:lnTo>
                    <a:pt x="277821" y="135234"/>
                  </a:lnTo>
                  <a:lnTo>
                    <a:pt x="277551" y="135326"/>
                  </a:lnTo>
                  <a:lnTo>
                    <a:pt x="277050" y="135422"/>
                  </a:lnTo>
                  <a:lnTo>
                    <a:pt x="276775" y="135476"/>
                  </a:lnTo>
                  <a:lnTo>
                    <a:pt x="276523" y="135527"/>
                  </a:lnTo>
                  <a:lnTo>
                    <a:pt x="276317" y="135580"/>
                  </a:lnTo>
                  <a:lnTo>
                    <a:pt x="276078" y="135641"/>
                  </a:lnTo>
                  <a:lnTo>
                    <a:pt x="275917" y="135684"/>
                  </a:lnTo>
                  <a:lnTo>
                    <a:pt x="275706" y="135717"/>
                  </a:lnTo>
                  <a:lnTo>
                    <a:pt x="275353" y="135773"/>
                  </a:lnTo>
                  <a:lnTo>
                    <a:pt x="275116" y="135814"/>
                  </a:lnTo>
                  <a:lnTo>
                    <a:pt x="274785" y="135867"/>
                  </a:lnTo>
                  <a:lnTo>
                    <a:pt x="274429" y="135901"/>
                  </a:lnTo>
                  <a:lnTo>
                    <a:pt x="274284" y="135939"/>
                  </a:lnTo>
                  <a:lnTo>
                    <a:pt x="274134" y="135979"/>
                  </a:lnTo>
                  <a:lnTo>
                    <a:pt x="273767" y="136079"/>
                  </a:lnTo>
                  <a:lnTo>
                    <a:pt x="273622" y="136117"/>
                  </a:lnTo>
                  <a:lnTo>
                    <a:pt x="273180" y="136249"/>
                  </a:lnTo>
                  <a:lnTo>
                    <a:pt x="273007" y="136300"/>
                  </a:lnTo>
                  <a:lnTo>
                    <a:pt x="272622" y="136414"/>
                  </a:lnTo>
                  <a:lnTo>
                    <a:pt x="272447" y="136465"/>
                  </a:lnTo>
                  <a:lnTo>
                    <a:pt x="272088" y="136585"/>
                  </a:lnTo>
                  <a:lnTo>
                    <a:pt x="271918" y="136644"/>
                  </a:lnTo>
                  <a:lnTo>
                    <a:pt x="271712" y="136583"/>
                  </a:lnTo>
                  <a:lnTo>
                    <a:pt x="271371" y="136488"/>
                  </a:lnTo>
                  <a:lnTo>
                    <a:pt x="271020" y="136397"/>
                  </a:lnTo>
                  <a:lnTo>
                    <a:pt x="270709" y="136315"/>
                  </a:lnTo>
                  <a:lnTo>
                    <a:pt x="270569" y="136310"/>
                  </a:lnTo>
                  <a:lnTo>
                    <a:pt x="270428" y="136229"/>
                  </a:lnTo>
                  <a:lnTo>
                    <a:pt x="270391" y="136059"/>
                  </a:lnTo>
                  <a:lnTo>
                    <a:pt x="270286" y="135652"/>
                  </a:lnTo>
                  <a:lnTo>
                    <a:pt x="270168" y="135497"/>
                  </a:lnTo>
                  <a:lnTo>
                    <a:pt x="269994" y="135219"/>
                  </a:lnTo>
                  <a:lnTo>
                    <a:pt x="269953" y="135046"/>
                  </a:lnTo>
                  <a:lnTo>
                    <a:pt x="269854" y="134626"/>
                  </a:lnTo>
                  <a:lnTo>
                    <a:pt x="269813" y="134455"/>
                  </a:lnTo>
                  <a:lnTo>
                    <a:pt x="269714" y="134239"/>
                  </a:lnTo>
                  <a:lnTo>
                    <a:pt x="269483" y="134234"/>
                  </a:lnTo>
                  <a:lnTo>
                    <a:pt x="269208" y="134236"/>
                  </a:lnTo>
                  <a:lnTo>
                    <a:pt x="269012" y="134239"/>
                  </a:lnTo>
                  <a:lnTo>
                    <a:pt x="268872" y="134242"/>
                  </a:lnTo>
                  <a:lnTo>
                    <a:pt x="268740" y="134168"/>
                  </a:lnTo>
                  <a:lnTo>
                    <a:pt x="268529" y="134048"/>
                  </a:lnTo>
                  <a:lnTo>
                    <a:pt x="268386" y="133969"/>
                  </a:lnTo>
                  <a:lnTo>
                    <a:pt x="267770" y="133890"/>
                  </a:lnTo>
                  <a:lnTo>
                    <a:pt x="267475" y="133865"/>
                  </a:lnTo>
                  <a:lnTo>
                    <a:pt x="267180" y="133842"/>
                  </a:lnTo>
                  <a:lnTo>
                    <a:pt x="266770" y="133809"/>
                  </a:lnTo>
                  <a:lnTo>
                    <a:pt x="266539" y="133789"/>
                  </a:lnTo>
                  <a:lnTo>
                    <a:pt x="266358" y="133761"/>
                  </a:lnTo>
                  <a:lnTo>
                    <a:pt x="265918" y="133742"/>
                  </a:lnTo>
                  <a:lnTo>
                    <a:pt x="265775" y="133735"/>
                  </a:lnTo>
                  <a:lnTo>
                    <a:pt x="265786" y="133605"/>
                  </a:lnTo>
                  <a:lnTo>
                    <a:pt x="265801" y="133333"/>
                  </a:lnTo>
                  <a:lnTo>
                    <a:pt x="265821" y="132997"/>
                  </a:lnTo>
                  <a:lnTo>
                    <a:pt x="265834" y="132768"/>
                  </a:lnTo>
                  <a:lnTo>
                    <a:pt x="265849" y="132572"/>
                  </a:lnTo>
                  <a:lnTo>
                    <a:pt x="265768" y="132387"/>
                  </a:lnTo>
                  <a:lnTo>
                    <a:pt x="265691" y="132214"/>
                  </a:lnTo>
                  <a:lnTo>
                    <a:pt x="265628" y="132069"/>
                  </a:lnTo>
                  <a:lnTo>
                    <a:pt x="265557" y="131898"/>
                  </a:lnTo>
                  <a:lnTo>
                    <a:pt x="265475" y="131712"/>
                  </a:lnTo>
                  <a:lnTo>
                    <a:pt x="265233" y="131740"/>
                  </a:lnTo>
                  <a:lnTo>
                    <a:pt x="264976" y="131771"/>
                  </a:lnTo>
                  <a:lnTo>
                    <a:pt x="264745" y="131801"/>
                  </a:lnTo>
                  <a:lnTo>
                    <a:pt x="264412" y="131842"/>
                  </a:lnTo>
                  <a:lnTo>
                    <a:pt x="264195" y="131868"/>
                  </a:lnTo>
                  <a:lnTo>
                    <a:pt x="264058" y="131786"/>
                  </a:lnTo>
                  <a:lnTo>
                    <a:pt x="263837" y="131654"/>
                  </a:lnTo>
                  <a:lnTo>
                    <a:pt x="263503" y="131458"/>
                  </a:lnTo>
                  <a:lnTo>
                    <a:pt x="263323" y="131351"/>
                  </a:lnTo>
                  <a:lnTo>
                    <a:pt x="263114" y="131229"/>
                  </a:lnTo>
                  <a:lnTo>
                    <a:pt x="262770" y="131082"/>
                  </a:lnTo>
                  <a:lnTo>
                    <a:pt x="262605" y="131107"/>
                  </a:lnTo>
                  <a:lnTo>
                    <a:pt x="262335" y="131150"/>
                  </a:lnTo>
                  <a:lnTo>
                    <a:pt x="262208" y="131168"/>
                  </a:lnTo>
                  <a:lnTo>
                    <a:pt x="262071" y="131191"/>
                  </a:lnTo>
                  <a:lnTo>
                    <a:pt x="261737" y="131260"/>
                  </a:lnTo>
                  <a:lnTo>
                    <a:pt x="261607" y="131384"/>
                  </a:lnTo>
                  <a:lnTo>
                    <a:pt x="261358" y="131621"/>
                  </a:lnTo>
                  <a:lnTo>
                    <a:pt x="261167" y="131807"/>
                  </a:lnTo>
                  <a:lnTo>
                    <a:pt x="260954" y="132013"/>
                  </a:lnTo>
                  <a:lnTo>
                    <a:pt x="260758" y="132199"/>
                  </a:lnTo>
                  <a:lnTo>
                    <a:pt x="260602" y="132346"/>
                  </a:lnTo>
                  <a:lnTo>
                    <a:pt x="260310" y="132626"/>
                  </a:lnTo>
                  <a:lnTo>
                    <a:pt x="260078" y="132848"/>
                  </a:lnTo>
                  <a:lnTo>
                    <a:pt x="259900" y="133018"/>
                  </a:lnTo>
                  <a:lnTo>
                    <a:pt x="259628" y="133283"/>
                  </a:lnTo>
                  <a:lnTo>
                    <a:pt x="259465" y="133440"/>
                  </a:lnTo>
                  <a:lnTo>
                    <a:pt x="258918" y="133965"/>
                  </a:lnTo>
                  <a:lnTo>
                    <a:pt x="258742" y="133980"/>
                  </a:lnTo>
                  <a:lnTo>
                    <a:pt x="258170" y="134028"/>
                  </a:lnTo>
                  <a:lnTo>
                    <a:pt x="257768" y="134026"/>
                  </a:lnTo>
                  <a:lnTo>
                    <a:pt x="257521" y="134023"/>
                  </a:lnTo>
                  <a:lnTo>
                    <a:pt x="257406" y="133876"/>
                  </a:lnTo>
                  <a:lnTo>
                    <a:pt x="257294" y="133731"/>
                  </a:lnTo>
                  <a:lnTo>
                    <a:pt x="257154" y="133552"/>
                  </a:lnTo>
                  <a:lnTo>
                    <a:pt x="256793" y="133092"/>
                  </a:lnTo>
                  <a:lnTo>
                    <a:pt x="256406" y="132598"/>
                  </a:lnTo>
                  <a:lnTo>
                    <a:pt x="256032" y="132046"/>
                  </a:lnTo>
                  <a:lnTo>
                    <a:pt x="255811" y="132046"/>
                  </a:lnTo>
                  <a:lnTo>
                    <a:pt x="255432" y="132043"/>
                  </a:lnTo>
                  <a:lnTo>
                    <a:pt x="255073" y="132043"/>
                  </a:lnTo>
                  <a:lnTo>
                    <a:pt x="254857" y="132046"/>
                  </a:lnTo>
                  <a:lnTo>
                    <a:pt x="254287" y="132071"/>
                  </a:lnTo>
                  <a:lnTo>
                    <a:pt x="254004" y="132087"/>
                  </a:lnTo>
                  <a:lnTo>
                    <a:pt x="253791" y="132097"/>
                  </a:lnTo>
                  <a:lnTo>
                    <a:pt x="253648" y="132105"/>
                  </a:lnTo>
                  <a:lnTo>
                    <a:pt x="253506" y="132125"/>
                  </a:lnTo>
                  <a:lnTo>
                    <a:pt x="253366" y="132143"/>
                  </a:lnTo>
                  <a:lnTo>
                    <a:pt x="253119" y="132176"/>
                  </a:lnTo>
                  <a:lnTo>
                    <a:pt x="252648" y="132247"/>
                  </a:lnTo>
                  <a:lnTo>
                    <a:pt x="252501" y="132272"/>
                  </a:lnTo>
                  <a:lnTo>
                    <a:pt x="252109" y="132334"/>
                  </a:lnTo>
                  <a:lnTo>
                    <a:pt x="251895" y="132364"/>
                  </a:lnTo>
                  <a:lnTo>
                    <a:pt x="251490" y="132425"/>
                  </a:lnTo>
                  <a:lnTo>
                    <a:pt x="251348" y="132448"/>
                  </a:lnTo>
                  <a:lnTo>
                    <a:pt x="251065" y="132491"/>
                  </a:lnTo>
                  <a:lnTo>
                    <a:pt x="250778" y="132537"/>
                  </a:lnTo>
                  <a:lnTo>
                    <a:pt x="250567" y="132573"/>
                  </a:lnTo>
                  <a:lnTo>
                    <a:pt x="250348" y="132603"/>
                  </a:lnTo>
                  <a:lnTo>
                    <a:pt x="250185" y="132629"/>
                  </a:lnTo>
                  <a:lnTo>
                    <a:pt x="249727" y="132690"/>
                  </a:lnTo>
                  <a:lnTo>
                    <a:pt x="249572" y="132713"/>
                  </a:lnTo>
                  <a:lnTo>
                    <a:pt x="249160" y="132771"/>
                  </a:lnTo>
                  <a:lnTo>
                    <a:pt x="248920" y="132817"/>
                  </a:lnTo>
                  <a:lnTo>
                    <a:pt x="248577" y="132883"/>
                  </a:lnTo>
                  <a:lnTo>
                    <a:pt x="248404" y="132916"/>
                  </a:lnTo>
                  <a:lnTo>
                    <a:pt x="248020" y="132982"/>
                  </a:lnTo>
                  <a:lnTo>
                    <a:pt x="247768" y="133028"/>
                  </a:lnTo>
                  <a:lnTo>
                    <a:pt x="247470" y="132998"/>
                  </a:lnTo>
                  <a:lnTo>
                    <a:pt x="247213" y="132972"/>
                  </a:lnTo>
                  <a:lnTo>
                    <a:pt x="246928" y="132916"/>
                  </a:lnTo>
                  <a:lnTo>
                    <a:pt x="246717" y="132883"/>
                  </a:lnTo>
                  <a:lnTo>
                    <a:pt x="246569" y="132909"/>
                  </a:lnTo>
                  <a:lnTo>
                    <a:pt x="246251" y="132888"/>
                  </a:lnTo>
                  <a:lnTo>
                    <a:pt x="245981" y="132865"/>
                  </a:lnTo>
                  <a:lnTo>
                    <a:pt x="245801" y="132850"/>
                  </a:lnTo>
                  <a:lnTo>
                    <a:pt x="245567" y="132822"/>
                  </a:lnTo>
                  <a:lnTo>
                    <a:pt x="245315" y="132853"/>
                  </a:lnTo>
                  <a:lnTo>
                    <a:pt x="244938" y="132896"/>
                  </a:lnTo>
                  <a:lnTo>
                    <a:pt x="244305" y="132972"/>
                  </a:lnTo>
                  <a:lnTo>
                    <a:pt x="243852" y="133041"/>
                  </a:lnTo>
                  <a:lnTo>
                    <a:pt x="243254" y="133125"/>
                  </a:lnTo>
                  <a:lnTo>
                    <a:pt x="242661" y="133211"/>
                  </a:lnTo>
                  <a:lnTo>
                    <a:pt x="242032" y="133295"/>
                  </a:lnTo>
                  <a:lnTo>
                    <a:pt x="241760" y="133336"/>
                  </a:lnTo>
                  <a:lnTo>
                    <a:pt x="241467" y="133334"/>
                  </a:lnTo>
                  <a:lnTo>
                    <a:pt x="240839" y="133377"/>
                  </a:lnTo>
                  <a:lnTo>
                    <a:pt x="240605" y="133354"/>
                  </a:lnTo>
                  <a:lnTo>
                    <a:pt x="240378" y="133334"/>
                  </a:lnTo>
                  <a:lnTo>
                    <a:pt x="240226" y="133336"/>
                  </a:lnTo>
                  <a:lnTo>
                    <a:pt x="240058" y="133346"/>
                  </a:lnTo>
                  <a:lnTo>
                    <a:pt x="239811" y="133362"/>
                  </a:lnTo>
                  <a:lnTo>
                    <a:pt x="239597" y="133346"/>
                  </a:lnTo>
                  <a:lnTo>
                    <a:pt x="239236" y="133374"/>
                  </a:lnTo>
                  <a:lnTo>
                    <a:pt x="239055" y="133392"/>
                  </a:lnTo>
                  <a:lnTo>
                    <a:pt x="238444" y="133397"/>
                  </a:lnTo>
                  <a:lnTo>
                    <a:pt x="238261" y="133217"/>
                  </a:lnTo>
                  <a:lnTo>
                    <a:pt x="238108" y="133066"/>
                  </a:lnTo>
                  <a:lnTo>
                    <a:pt x="237597" y="132565"/>
                  </a:lnTo>
                  <a:lnTo>
                    <a:pt x="237213" y="132188"/>
                  </a:lnTo>
                  <a:lnTo>
                    <a:pt x="236849" y="131830"/>
                  </a:lnTo>
                  <a:lnTo>
                    <a:pt x="237205" y="131395"/>
                  </a:lnTo>
                  <a:lnTo>
                    <a:pt x="236663" y="130247"/>
                  </a:lnTo>
                  <a:lnTo>
                    <a:pt x="235946" y="130151"/>
                  </a:lnTo>
                  <a:lnTo>
                    <a:pt x="235665" y="129772"/>
                  </a:lnTo>
                  <a:lnTo>
                    <a:pt x="235465" y="129503"/>
                  </a:lnTo>
                  <a:lnTo>
                    <a:pt x="235119" y="129049"/>
                  </a:lnTo>
                  <a:lnTo>
                    <a:pt x="234964" y="128906"/>
                  </a:lnTo>
                  <a:lnTo>
                    <a:pt x="234546" y="128532"/>
                  </a:lnTo>
                  <a:lnTo>
                    <a:pt x="234224" y="128340"/>
                  </a:lnTo>
                  <a:lnTo>
                    <a:pt x="233922" y="128136"/>
                  </a:lnTo>
                  <a:lnTo>
                    <a:pt x="233268" y="127754"/>
                  </a:lnTo>
                  <a:lnTo>
                    <a:pt x="232991" y="127581"/>
                  </a:lnTo>
                  <a:lnTo>
                    <a:pt x="232732" y="127423"/>
                  </a:lnTo>
                  <a:lnTo>
                    <a:pt x="231996" y="126965"/>
                  </a:lnTo>
                  <a:lnTo>
                    <a:pt x="231761" y="126821"/>
                  </a:lnTo>
                  <a:lnTo>
                    <a:pt x="231630" y="126741"/>
                  </a:lnTo>
                  <a:lnTo>
                    <a:pt x="231184" y="126709"/>
                  </a:lnTo>
                  <a:lnTo>
                    <a:pt x="231056" y="126698"/>
                  </a:lnTo>
                  <a:lnTo>
                    <a:pt x="230555" y="125997"/>
                  </a:lnTo>
                  <a:lnTo>
                    <a:pt x="230366" y="125731"/>
                  </a:lnTo>
                  <a:lnTo>
                    <a:pt x="229497" y="124739"/>
                  </a:lnTo>
                  <a:lnTo>
                    <a:pt x="228271" y="125627"/>
                  </a:lnTo>
                  <a:lnTo>
                    <a:pt x="227163" y="127287"/>
                  </a:lnTo>
                  <a:lnTo>
                    <a:pt x="226394" y="127152"/>
                  </a:lnTo>
                  <a:lnTo>
                    <a:pt x="225915" y="127068"/>
                  </a:lnTo>
                  <a:lnTo>
                    <a:pt x="224630" y="127391"/>
                  </a:lnTo>
                  <a:lnTo>
                    <a:pt x="226346" y="125038"/>
                  </a:lnTo>
                  <a:lnTo>
                    <a:pt x="226733" y="124589"/>
                  </a:lnTo>
                  <a:lnTo>
                    <a:pt x="226925" y="124467"/>
                  </a:lnTo>
                  <a:lnTo>
                    <a:pt x="227145" y="124307"/>
                  </a:lnTo>
                  <a:lnTo>
                    <a:pt x="227401" y="124035"/>
                  </a:lnTo>
                  <a:lnTo>
                    <a:pt x="228281" y="123048"/>
                  </a:lnTo>
                  <a:lnTo>
                    <a:pt x="228596" y="122720"/>
                  </a:lnTo>
                  <a:lnTo>
                    <a:pt x="232494" y="120617"/>
                  </a:lnTo>
                  <a:lnTo>
                    <a:pt x="232729" y="116925"/>
                  </a:lnTo>
                  <a:lnTo>
                    <a:pt x="231943" y="116963"/>
                  </a:lnTo>
                  <a:close/>
                </a:path>
              </a:pathLst>
            </a:custGeom>
            <a:solidFill>
              <a:srgbClr val="809BA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8"/>
            <p:cNvSpPr/>
            <p:nvPr/>
          </p:nvSpPr>
          <p:spPr>
            <a:xfrm>
              <a:off x="3579528" y="5408197"/>
              <a:ext cx="188325" cy="278760"/>
            </a:xfrm>
            <a:custGeom>
              <a:avLst/>
              <a:pathLst>
                <a:path w="188325" h="278760">
                  <a:moveTo>
                    <a:pt x="0" y="278760"/>
                  </a:moveTo>
                  <a:lnTo>
                    <a:pt x="9161" y="242046"/>
                  </a:lnTo>
                  <a:lnTo>
                    <a:pt x="26754" y="237165"/>
                  </a:lnTo>
                  <a:lnTo>
                    <a:pt x="32686" y="235522"/>
                  </a:lnTo>
                  <a:lnTo>
                    <a:pt x="39909" y="233520"/>
                  </a:lnTo>
                  <a:lnTo>
                    <a:pt x="43171" y="232617"/>
                  </a:lnTo>
                  <a:lnTo>
                    <a:pt x="44999" y="232110"/>
                  </a:lnTo>
                  <a:lnTo>
                    <a:pt x="50886" y="230480"/>
                  </a:lnTo>
                  <a:lnTo>
                    <a:pt x="55982" y="228120"/>
                  </a:lnTo>
                  <a:lnTo>
                    <a:pt x="60744" y="225915"/>
                  </a:lnTo>
                  <a:lnTo>
                    <a:pt x="73193" y="221843"/>
                  </a:lnTo>
                  <a:lnTo>
                    <a:pt x="75302" y="219827"/>
                  </a:lnTo>
                  <a:lnTo>
                    <a:pt x="75980" y="219179"/>
                  </a:lnTo>
                  <a:lnTo>
                    <a:pt x="77226" y="217988"/>
                  </a:lnTo>
                  <a:lnTo>
                    <a:pt x="81227" y="211617"/>
                  </a:lnTo>
                  <a:lnTo>
                    <a:pt x="82874" y="206986"/>
                  </a:lnTo>
                  <a:lnTo>
                    <a:pt x="87582" y="193753"/>
                  </a:lnTo>
                  <a:lnTo>
                    <a:pt x="95884" y="192358"/>
                  </a:lnTo>
                  <a:lnTo>
                    <a:pt x="98111" y="191983"/>
                  </a:lnTo>
                  <a:lnTo>
                    <a:pt x="100242" y="191098"/>
                  </a:lnTo>
                  <a:lnTo>
                    <a:pt x="101294" y="190661"/>
                  </a:lnTo>
                  <a:lnTo>
                    <a:pt x="103116" y="189855"/>
                  </a:lnTo>
                  <a:lnTo>
                    <a:pt x="104991" y="189514"/>
                  </a:lnTo>
                  <a:lnTo>
                    <a:pt x="107650" y="189121"/>
                  </a:lnTo>
                  <a:lnTo>
                    <a:pt x="109714" y="187352"/>
                  </a:lnTo>
                  <a:lnTo>
                    <a:pt x="110944" y="186873"/>
                  </a:lnTo>
                  <a:lnTo>
                    <a:pt x="113257" y="185972"/>
                  </a:lnTo>
                  <a:lnTo>
                    <a:pt x="115297" y="185171"/>
                  </a:lnTo>
                  <a:lnTo>
                    <a:pt x="119190" y="190080"/>
                  </a:lnTo>
                  <a:lnTo>
                    <a:pt x="119985" y="191890"/>
                  </a:lnTo>
                  <a:lnTo>
                    <a:pt x="121911" y="196272"/>
                  </a:lnTo>
                  <a:lnTo>
                    <a:pt x="122453" y="198190"/>
                  </a:lnTo>
                  <a:lnTo>
                    <a:pt x="124381" y="205006"/>
                  </a:lnTo>
                  <a:lnTo>
                    <a:pt x="124965" y="207070"/>
                  </a:lnTo>
                  <a:lnTo>
                    <a:pt x="127263" y="210540"/>
                  </a:lnTo>
                  <a:lnTo>
                    <a:pt x="128714" y="214694"/>
                  </a:lnTo>
                  <a:lnTo>
                    <a:pt x="130480" y="218692"/>
                  </a:lnTo>
                  <a:lnTo>
                    <a:pt x="130956" y="219769"/>
                  </a:lnTo>
                  <a:lnTo>
                    <a:pt x="131589" y="221204"/>
                  </a:lnTo>
                  <a:lnTo>
                    <a:pt x="131124" y="221739"/>
                  </a:lnTo>
                  <a:lnTo>
                    <a:pt x="130883" y="222016"/>
                  </a:lnTo>
                  <a:lnTo>
                    <a:pt x="130594" y="222083"/>
                  </a:lnTo>
                  <a:lnTo>
                    <a:pt x="130324" y="222551"/>
                  </a:lnTo>
                  <a:lnTo>
                    <a:pt x="129937" y="222730"/>
                  </a:lnTo>
                  <a:lnTo>
                    <a:pt x="130340" y="224098"/>
                  </a:lnTo>
                  <a:lnTo>
                    <a:pt x="130986" y="226309"/>
                  </a:lnTo>
                  <a:lnTo>
                    <a:pt x="130291" y="232111"/>
                  </a:lnTo>
                  <a:lnTo>
                    <a:pt x="130423" y="234386"/>
                  </a:lnTo>
                  <a:lnTo>
                    <a:pt x="130482" y="235371"/>
                  </a:lnTo>
                  <a:lnTo>
                    <a:pt x="130585" y="237584"/>
                  </a:lnTo>
                  <a:lnTo>
                    <a:pt x="129880" y="240042"/>
                  </a:lnTo>
                  <a:lnTo>
                    <a:pt x="129821" y="240249"/>
                  </a:lnTo>
                  <a:lnTo>
                    <a:pt x="129252" y="242234"/>
                  </a:lnTo>
                  <a:lnTo>
                    <a:pt x="128999" y="248947"/>
                  </a:lnTo>
                  <a:lnTo>
                    <a:pt x="128851" y="249714"/>
                  </a:lnTo>
                  <a:lnTo>
                    <a:pt x="128774" y="250001"/>
                  </a:lnTo>
                  <a:lnTo>
                    <a:pt x="129003" y="250225"/>
                  </a:lnTo>
                  <a:lnTo>
                    <a:pt x="129495" y="249905"/>
                  </a:lnTo>
                  <a:lnTo>
                    <a:pt x="132780" y="249567"/>
                  </a:lnTo>
                  <a:lnTo>
                    <a:pt x="133701" y="249810"/>
                  </a:lnTo>
                  <a:lnTo>
                    <a:pt x="134031" y="250296"/>
                  </a:lnTo>
                  <a:lnTo>
                    <a:pt x="134946" y="250404"/>
                  </a:lnTo>
                  <a:lnTo>
                    <a:pt x="135269" y="250287"/>
                  </a:lnTo>
                  <a:lnTo>
                    <a:pt x="140236" y="253635"/>
                  </a:lnTo>
                  <a:lnTo>
                    <a:pt x="141053" y="251227"/>
                  </a:lnTo>
                  <a:lnTo>
                    <a:pt x="143264" y="247982"/>
                  </a:lnTo>
                  <a:lnTo>
                    <a:pt x="147760" y="249458"/>
                  </a:lnTo>
                  <a:lnTo>
                    <a:pt x="148168" y="250167"/>
                  </a:lnTo>
                  <a:lnTo>
                    <a:pt x="148552" y="250595"/>
                  </a:lnTo>
                  <a:lnTo>
                    <a:pt x="148896" y="250346"/>
                  </a:lnTo>
                  <a:lnTo>
                    <a:pt x="149109" y="250191"/>
                  </a:lnTo>
                  <a:lnTo>
                    <a:pt x="150586" y="249018"/>
                  </a:lnTo>
                  <a:lnTo>
                    <a:pt x="151065" y="248669"/>
                  </a:lnTo>
                  <a:lnTo>
                    <a:pt x="152091" y="247978"/>
                  </a:lnTo>
                  <a:lnTo>
                    <a:pt x="152673" y="247585"/>
                  </a:lnTo>
                  <a:lnTo>
                    <a:pt x="153434" y="247036"/>
                  </a:lnTo>
                  <a:lnTo>
                    <a:pt x="153990" y="246681"/>
                  </a:lnTo>
                  <a:lnTo>
                    <a:pt x="154258" y="246383"/>
                  </a:lnTo>
                  <a:lnTo>
                    <a:pt x="154538" y="246096"/>
                  </a:lnTo>
                  <a:lnTo>
                    <a:pt x="155577" y="246060"/>
                  </a:lnTo>
                  <a:lnTo>
                    <a:pt x="157765" y="246656"/>
                  </a:lnTo>
                  <a:lnTo>
                    <a:pt x="158682" y="242367"/>
                  </a:lnTo>
                  <a:lnTo>
                    <a:pt x="158726" y="242144"/>
                  </a:lnTo>
                  <a:lnTo>
                    <a:pt x="158750" y="241918"/>
                  </a:lnTo>
                  <a:lnTo>
                    <a:pt x="158750" y="241607"/>
                  </a:lnTo>
                  <a:lnTo>
                    <a:pt x="159153" y="240672"/>
                  </a:lnTo>
                  <a:lnTo>
                    <a:pt x="159473" y="240675"/>
                  </a:lnTo>
                  <a:lnTo>
                    <a:pt x="159187" y="239308"/>
                  </a:lnTo>
                  <a:lnTo>
                    <a:pt x="159356" y="239220"/>
                  </a:lnTo>
                  <a:lnTo>
                    <a:pt x="159514" y="239115"/>
                  </a:lnTo>
                  <a:lnTo>
                    <a:pt x="159661" y="238993"/>
                  </a:lnTo>
                  <a:lnTo>
                    <a:pt x="161399" y="238715"/>
                  </a:lnTo>
                  <a:lnTo>
                    <a:pt x="161673" y="238650"/>
                  </a:lnTo>
                  <a:lnTo>
                    <a:pt x="161703" y="238519"/>
                  </a:lnTo>
                  <a:lnTo>
                    <a:pt x="161713" y="238385"/>
                  </a:lnTo>
                  <a:lnTo>
                    <a:pt x="161702" y="238251"/>
                  </a:lnTo>
                  <a:lnTo>
                    <a:pt x="161639" y="238034"/>
                  </a:lnTo>
                  <a:lnTo>
                    <a:pt x="161472" y="237482"/>
                  </a:lnTo>
                  <a:lnTo>
                    <a:pt x="161419" y="237314"/>
                  </a:lnTo>
                  <a:lnTo>
                    <a:pt x="161386" y="237141"/>
                  </a:lnTo>
                  <a:lnTo>
                    <a:pt x="161373" y="236965"/>
                  </a:lnTo>
                  <a:lnTo>
                    <a:pt x="161459" y="236625"/>
                  </a:lnTo>
                  <a:lnTo>
                    <a:pt x="162032" y="235795"/>
                  </a:lnTo>
                  <a:lnTo>
                    <a:pt x="162717" y="235001"/>
                  </a:lnTo>
                  <a:lnTo>
                    <a:pt x="162683" y="234776"/>
                  </a:lnTo>
                  <a:lnTo>
                    <a:pt x="162669" y="234549"/>
                  </a:lnTo>
                  <a:lnTo>
                    <a:pt x="162673" y="234358"/>
                  </a:lnTo>
                  <a:lnTo>
                    <a:pt x="162698" y="234216"/>
                  </a:lnTo>
                  <a:lnTo>
                    <a:pt x="162742" y="234079"/>
                  </a:lnTo>
                  <a:lnTo>
                    <a:pt x="162929" y="233780"/>
                  </a:lnTo>
                  <a:lnTo>
                    <a:pt x="163798" y="232864"/>
                  </a:lnTo>
                  <a:lnTo>
                    <a:pt x="163861" y="232735"/>
                  </a:lnTo>
                  <a:lnTo>
                    <a:pt x="163906" y="232598"/>
                  </a:lnTo>
                  <a:lnTo>
                    <a:pt x="163931" y="232456"/>
                  </a:lnTo>
                  <a:lnTo>
                    <a:pt x="163936" y="232313"/>
                  </a:lnTo>
                  <a:lnTo>
                    <a:pt x="163918" y="232157"/>
                  </a:lnTo>
                  <a:lnTo>
                    <a:pt x="163843" y="231716"/>
                  </a:lnTo>
                  <a:lnTo>
                    <a:pt x="163810" y="231440"/>
                  </a:lnTo>
                  <a:lnTo>
                    <a:pt x="163797" y="231161"/>
                  </a:lnTo>
                  <a:lnTo>
                    <a:pt x="163800" y="230971"/>
                  </a:lnTo>
                  <a:lnTo>
                    <a:pt x="163803" y="230744"/>
                  </a:lnTo>
                  <a:lnTo>
                    <a:pt x="163775" y="230433"/>
                  </a:lnTo>
                  <a:lnTo>
                    <a:pt x="163756" y="230206"/>
                  </a:lnTo>
                  <a:lnTo>
                    <a:pt x="163757" y="229978"/>
                  </a:lnTo>
                  <a:lnTo>
                    <a:pt x="163778" y="229752"/>
                  </a:lnTo>
                  <a:lnTo>
                    <a:pt x="163803" y="229605"/>
                  </a:lnTo>
                  <a:lnTo>
                    <a:pt x="163810" y="229414"/>
                  </a:lnTo>
                  <a:lnTo>
                    <a:pt x="163796" y="229225"/>
                  </a:lnTo>
                  <a:lnTo>
                    <a:pt x="164682" y="225087"/>
                  </a:lnTo>
                  <a:lnTo>
                    <a:pt x="163757" y="223101"/>
                  </a:lnTo>
                  <a:lnTo>
                    <a:pt x="165868" y="220228"/>
                  </a:lnTo>
                  <a:lnTo>
                    <a:pt x="166799" y="217261"/>
                  </a:lnTo>
                  <a:lnTo>
                    <a:pt x="167107" y="216145"/>
                  </a:lnTo>
                  <a:lnTo>
                    <a:pt x="168113" y="211001"/>
                  </a:lnTo>
                  <a:lnTo>
                    <a:pt x="169935" y="209319"/>
                  </a:lnTo>
                  <a:lnTo>
                    <a:pt x="169971" y="209162"/>
                  </a:lnTo>
                  <a:lnTo>
                    <a:pt x="170027" y="209011"/>
                  </a:lnTo>
                  <a:lnTo>
                    <a:pt x="170101" y="208869"/>
                  </a:lnTo>
                  <a:lnTo>
                    <a:pt x="170422" y="208512"/>
                  </a:lnTo>
                  <a:lnTo>
                    <a:pt x="170948" y="208005"/>
                  </a:lnTo>
                  <a:lnTo>
                    <a:pt x="171053" y="207682"/>
                  </a:lnTo>
                  <a:lnTo>
                    <a:pt x="171108" y="207531"/>
                  </a:lnTo>
                  <a:lnTo>
                    <a:pt x="171181" y="207387"/>
                  </a:lnTo>
                  <a:lnTo>
                    <a:pt x="171300" y="207219"/>
                  </a:lnTo>
                  <a:lnTo>
                    <a:pt x="173353" y="203688"/>
                  </a:lnTo>
                  <a:lnTo>
                    <a:pt x="174679" y="201043"/>
                  </a:lnTo>
                  <a:lnTo>
                    <a:pt x="174778" y="200896"/>
                  </a:lnTo>
                  <a:lnTo>
                    <a:pt x="176002" y="199325"/>
                  </a:lnTo>
                  <a:lnTo>
                    <a:pt x="177874" y="196742"/>
                  </a:lnTo>
                  <a:lnTo>
                    <a:pt x="178357" y="196382"/>
                  </a:lnTo>
                  <a:lnTo>
                    <a:pt x="178445" y="196090"/>
                  </a:lnTo>
                  <a:lnTo>
                    <a:pt x="178513" y="195792"/>
                  </a:lnTo>
                  <a:lnTo>
                    <a:pt x="178561" y="195491"/>
                  </a:lnTo>
                  <a:lnTo>
                    <a:pt x="178589" y="195187"/>
                  </a:lnTo>
                  <a:lnTo>
                    <a:pt x="178597" y="194881"/>
                  </a:lnTo>
                  <a:lnTo>
                    <a:pt x="178578" y="194499"/>
                  </a:lnTo>
                  <a:lnTo>
                    <a:pt x="178557" y="194339"/>
                  </a:lnTo>
                  <a:lnTo>
                    <a:pt x="178675" y="193505"/>
                  </a:lnTo>
                  <a:lnTo>
                    <a:pt x="179179" y="192649"/>
                  </a:lnTo>
                  <a:lnTo>
                    <a:pt x="178832" y="192317"/>
                  </a:lnTo>
                  <a:lnTo>
                    <a:pt x="178748" y="192180"/>
                  </a:lnTo>
                  <a:lnTo>
                    <a:pt x="178681" y="192034"/>
                  </a:lnTo>
                  <a:lnTo>
                    <a:pt x="178633" y="191880"/>
                  </a:lnTo>
                  <a:lnTo>
                    <a:pt x="178605" y="191722"/>
                  </a:lnTo>
                  <a:lnTo>
                    <a:pt x="178598" y="191587"/>
                  </a:lnTo>
                  <a:lnTo>
                    <a:pt x="178611" y="191372"/>
                  </a:lnTo>
                  <a:lnTo>
                    <a:pt x="178605" y="191156"/>
                  </a:lnTo>
                  <a:lnTo>
                    <a:pt x="178578" y="190942"/>
                  </a:lnTo>
                  <a:lnTo>
                    <a:pt x="178532" y="190731"/>
                  </a:lnTo>
                  <a:lnTo>
                    <a:pt x="178465" y="190526"/>
                  </a:lnTo>
                  <a:lnTo>
                    <a:pt x="178380" y="190328"/>
                  </a:lnTo>
                  <a:lnTo>
                    <a:pt x="178276" y="190138"/>
                  </a:lnTo>
                  <a:lnTo>
                    <a:pt x="178155" y="189960"/>
                  </a:lnTo>
                  <a:lnTo>
                    <a:pt x="177749" y="189431"/>
                  </a:lnTo>
                  <a:lnTo>
                    <a:pt x="177706" y="189304"/>
                  </a:lnTo>
                  <a:lnTo>
                    <a:pt x="176981" y="188464"/>
                  </a:lnTo>
                  <a:lnTo>
                    <a:pt x="177200" y="187789"/>
                  </a:lnTo>
                  <a:lnTo>
                    <a:pt x="177468" y="186560"/>
                  </a:lnTo>
                  <a:lnTo>
                    <a:pt x="177976" y="185077"/>
                  </a:lnTo>
                  <a:lnTo>
                    <a:pt x="179363" y="182498"/>
                  </a:lnTo>
                  <a:lnTo>
                    <a:pt x="179360" y="181326"/>
                  </a:lnTo>
                  <a:lnTo>
                    <a:pt x="179215" y="179796"/>
                  </a:lnTo>
                  <a:lnTo>
                    <a:pt x="179498" y="176835"/>
                  </a:lnTo>
                  <a:lnTo>
                    <a:pt x="179410" y="175895"/>
                  </a:lnTo>
                  <a:lnTo>
                    <a:pt x="179458" y="175488"/>
                  </a:lnTo>
                  <a:lnTo>
                    <a:pt x="179515" y="174877"/>
                  </a:lnTo>
                  <a:lnTo>
                    <a:pt x="179536" y="174650"/>
                  </a:lnTo>
                  <a:lnTo>
                    <a:pt x="179445" y="173870"/>
                  </a:lnTo>
                  <a:lnTo>
                    <a:pt x="179353" y="172672"/>
                  </a:lnTo>
                  <a:lnTo>
                    <a:pt x="179693" y="170712"/>
                  </a:lnTo>
                  <a:lnTo>
                    <a:pt x="180469" y="167820"/>
                  </a:lnTo>
                  <a:lnTo>
                    <a:pt x="180653" y="166417"/>
                  </a:lnTo>
                  <a:lnTo>
                    <a:pt x="180973" y="163657"/>
                  </a:lnTo>
                  <a:lnTo>
                    <a:pt x="180964" y="163496"/>
                  </a:lnTo>
                  <a:lnTo>
                    <a:pt x="180985" y="163275"/>
                  </a:lnTo>
                  <a:lnTo>
                    <a:pt x="181013" y="163116"/>
                  </a:lnTo>
                  <a:lnTo>
                    <a:pt x="181019" y="162894"/>
                  </a:lnTo>
                  <a:lnTo>
                    <a:pt x="181025" y="162718"/>
                  </a:lnTo>
                  <a:lnTo>
                    <a:pt x="181052" y="162544"/>
                  </a:lnTo>
                  <a:lnTo>
                    <a:pt x="181099" y="162374"/>
                  </a:lnTo>
                  <a:lnTo>
                    <a:pt x="181633" y="161537"/>
                  </a:lnTo>
                  <a:lnTo>
                    <a:pt x="181821" y="161217"/>
                  </a:lnTo>
                  <a:lnTo>
                    <a:pt x="182044" y="160738"/>
                  </a:lnTo>
                  <a:lnTo>
                    <a:pt x="182091" y="160603"/>
                  </a:lnTo>
                  <a:lnTo>
                    <a:pt x="183274" y="158703"/>
                  </a:lnTo>
                  <a:lnTo>
                    <a:pt x="183892" y="157385"/>
                  </a:lnTo>
                  <a:lnTo>
                    <a:pt x="184586" y="156718"/>
                  </a:lnTo>
                  <a:lnTo>
                    <a:pt x="185593" y="155562"/>
                  </a:lnTo>
                  <a:lnTo>
                    <a:pt x="187734" y="154019"/>
                  </a:lnTo>
                  <a:lnTo>
                    <a:pt x="187867" y="153904"/>
                  </a:lnTo>
                  <a:lnTo>
                    <a:pt x="187986" y="153773"/>
                  </a:lnTo>
                  <a:lnTo>
                    <a:pt x="188089" y="153630"/>
                  </a:lnTo>
                  <a:lnTo>
                    <a:pt x="188175" y="153476"/>
                  </a:lnTo>
                  <a:lnTo>
                    <a:pt x="188242" y="153314"/>
                  </a:lnTo>
                  <a:lnTo>
                    <a:pt x="188291" y="153144"/>
                  </a:lnTo>
                  <a:lnTo>
                    <a:pt x="188319" y="152970"/>
                  </a:lnTo>
                  <a:lnTo>
                    <a:pt x="188325" y="152720"/>
                  </a:lnTo>
                  <a:lnTo>
                    <a:pt x="188032" y="146211"/>
                  </a:lnTo>
                  <a:lnTo>
                    <a:pt x="187853" y="136895"/>
                  </a:lnTo>
                  <a:lnTo>
                    <a:pt x="187816" y="134974"/>
                  </a:lnTo>
                  <a:lnTo>
                    <a:pt x="188068" y="133042"/>
                  </a:lnTo>
                  <a:lnTo>
                    <a:pt x="187864" y="127094"/>
                  </a:lnTo>
                  <a:lnTo>
                    <a:pt x="187750" y="123674"/>
                  </a:lnTo>
                  <a:lnTo>
                    <a:pt x="186732" y="121040"/>
                  </a:lnTo>
                  <a:lnTo>
                    <a:pt x="184290" y="116038"/>
                  </a:lnTo>
                  <a:lnTo>
                    <a:pt x="184630" y="115244"/>
                  </a:lnTo>
                  <a:lnTo>
                    <a:pt x="184590" y="115103"/>
                  </a:lnTo>
                  <a:lnTo>
                    <a:pt x="183061" y="111610"/>
                  </a:lnTo>
                  <a:lnTo>
                    <a:pt x="182884" y="108475"/>
                  </a:lnTo>
                  <a:lnTo>
                    <a:pt x="182740" y="105949"/>
                  </a:lnTo>
                  <a:lnTo>
                    <a:pt x="182612" y="103689"/>
                  </a:lnTo>
                  <a:lnTo>
                    <a:pt x="182500" y="103418"/>
                  </a:lnTo>
                  <a:lnTo>
                    <a:pt x="180909" y="99545"/>
                  </a:lnTo>
                  <a:lnTo>
                    <a:pt x="181172" y="91162"/>
                  </a:lnTo>
                  <a:lnTo>
                    <a:pt x="181048" y="90055"/>
                  </a:lnTo>
                  <a:lnTo>
                    <a:pt x="180937" y="89067"/>
                  </a:lnTo>
                  <a:lnTo>
                    <a:pt x="180495" y="85117"/>
                  </a:lnTo>
                  <a:lnTo>
                    <a:pt x="179750" y="81709"/>
                  </a:lnTo>
                  <a:lnTo>
                    <a:pt x="178890" y="79598"/>
                  </a:lnTo>
                  <a:lnTo>
                    <a:pt x="177400" y="75938"/>
                  </a:lnTo>
                  <a:lnTo>
                    <a:pt x="175853" y="67842"/>
                  </a:lnTo>
                  <a:lnTo>
                    <a:pt x="174537" y="61017"/>
                  </a:lnTo>
                  <a:lnTo>
                    <a:pt x="173934" y="57845"/>
                  </a:lnTo>
                  <a:lnTo>
                    <a:pt x="173802" y="57146"/>
                  </a:lnTo>
                  <a:lnTo>
                    <a:pt x="173771" y="56983"/>
                  </a:lnTo>
                  <a:lnTo>
                    <a:pt x="173108" y="53481"/>
                  </a:lnTo>
                  <a:lnTo>
                    <a:pt x="173807" y="50471"/>
                  </a:lnTo>
                  <a:lnTo>
                    <a:pt x="174360" y="48084"/>
                  </a:lnTo>
                  <a:lnTo>
                    <a:pt x="175931" y="46061"/>
                  </a:lnTo>
                  <a:lnTo>
                    <a:pt x="177127" y="44479"/>
                  </a:lnTo>
                  <a:lnTo>
                    <a:pt x="177307" y="43808"/>
                  </a:lnTo>
                  <a:lnTo>
                    <a:pt x="177373" y="43219"/>
                  </a:lnTo>
                  <a:lnTo>
                    <a:pt x="177439" y="42583"/>
                  </a:lnTo>
                  <a:lnTo>
                    <a:pt x="177503" y="41956"/>
                  </a:lnTo>
                  <a:lnTo>
                    <a:pt x="177547" y="41440"/>
                  </a:lnTo>
                  <a:lnTo>
                    <a:pt x="177614" y="40898"/>
                  </a:lnTo>
                  <a:lnTo>
                    <a:pt x="177679" y="39930"/>
                  </a:lnTo>
                  <a:lnTo>
                    <a:pt x="177734" y="39186"/>
                  </a:lnTo>
                  <a:lnTo>
                    <a:pt x="177786" y="38390"/>
                  </a:lnTo>
                  <a:lnTo>
                    <a:pt x="177879" y="37060"/>
                  </a:lnTo>
                  <a:lnTo>
                    <a:pt x="177951" y="36079"/>
                  </a:lnTo>
                  <a:lnTo>
                    <a:pt x="177999" y="35426"/>
                  </a:lnTo>
                  <a:lnTo>
                    <a:pt x="178458" y="34756"/>
                  </a:lnTo>
                  <a:lnTo>
                    <a:pt x="178535" y="34326"/>
                  </a:lnTo>
                  <a:lnTo>
                    <a:pt x="178611" y="33933"/>
                  </a:lnTo>
                  <a:lnTo>
                    <a:pt x="178375" y="33456"/>
                  </a:lnTo>
                  <a:lnTo>
                    <a:pt x="178180" y="33328"/>
                  </a:lnTo>
                  <a:lnTo>
                    <a:pt x="178031" y="33226"/>
                  </a:lnTo>
                  <a:lnTo>
                    <a:pt x="177886" y="33123"/>
                  </a:lnTo>
                  <a:lnTo>
                    <a:pt x="177663" y="32998"/>
                  </a:lnTo>
                  <a:lnTo>
                    <a:pt x="177391" y="32814"/>
                  </a:lnTo>
                  <a:lnTo>
                    <a:pt x="177155" y="32702"/>
                  </a:lnTo>
                  <a:lnTo>
                    <a:pt x="177004" y="32655"/>
                  </a:lnTo>
                  <a:lnTo>
                    <a:pt x="176808" y="32527"/>
                  </a:lnTo>
                  <a:lnTo>
                    <a:pt x="176526" y="32251"/>
                  </a:lnTo>
                  <a:lnTo>
                    <a:pt x="176191" y="32055"/>
                  </a:lnTo>
                  <a:lnTo>
                    <a:pt x="175892" y="31915"/>
                  </a:lnTo>
                  <a:lnTo>
                    <a:pt x="175689" y="31829"/>
                  </a:lnTo>
                  <a:lnTo>
                    <a:pt x="175459" y="31755"/>
                  </a:lnTo>
                  <a:lnTo>
                    <a:pt x="175189" y="31667"/>
                  </a:lnTo>
                  <a:lnTo>
                    <a:pt x="174986" y="31603"/>
                  </a:lnTo>
                  <a:lnTo>
                    <a:pt x="174724" y="31526"/>
                  </a:lnTo>
                  <a:lnTo>
                    <a:pt x="174396" y="31347"/>
                  </a:lnTo>
                  <a:lnTo>
                    <a:pt x="174230" y="31258"/>
                  </a:lnTo>
                  <a:lnTo>
                    <a:pt x="173838" y="31126"/>
                  </a:lnTo>
                  <a:lnTo>
                    <a:pt x="173668" y="31068"/>
                  </a:lnTo>
                  <a:lnTo>
                    <a:pt x="173526" y="31022"/>
                  </a:lnTo>
                  <a:lnTo>
                    <a:pt x="173308" y="30953"/>
                  </a:lnTo>
                  <a:lnTo>
                    <a:pt x="172572" y="30785"/>
                  </a:lnTo>
                  <a:lnTo>
                    <a:pt x="172262" y="30674"/>
                  </a:lnTo>
                  <a:lnTo>
                    <a:pt x="171727" y="30461"/>
                  </a:lnTo>
                  <a:lnTo>
                    <a:pt x="171043" y="30326"/>
                  </a:lnTo>
                  <a:lnTo>
                    <a:pt x="170496" y="30108"/>
                  </a:lnTo>
                  <a:lnTo>
                    <a:pt x="170170" y="30028"/>
                  </a:lnTo>
                  <a:lnTo>
                    <a:pt x="169948" y="29976"/>
                  </a:lnTo>
                  <a:lnTo>
                    <a:pt x="169658" y="29990"/>
                  </a:lnTo>
                  <a:lnTo>
                    <a:pt x="169413" y="29999"/>
                  </a:lnTo>
                  <a:lnTo>
                    <a:pt x="169260" y="30005"/>
                  </a:lnTo>
                  <a:lnTo>
                    <a:pt x="168826" y="29949"/>
                  </a:lnTo>
                  <a:lnTo>
                    <a:pt x="168623" y="29934"/>
                  </a:lnTo>
                  <a:lnTo>
                    <a:pt x="168480" y="29713"/>
                  </a:lnTo>
                  <a:lnTo>
                    <a:pt x="167988" y="28953"/>
                  </a:lnTo>
                  <a:lnTo>
                    <a:pt x="167808" y="28721"/>
                  </a:lnTo>
                  <a:lnTo>
                    <a:pt x="167526" y="28795"/>
                  </a:lnTo>
                  <a:lnTo>
                    <a:pt x="167299" y="28827"/>
                  </a:lnTo>
                  <a:lnTo>
                    <a:pt x="166969" y="28863"/>
                  </a:lnTo>
                  <a:lnTo>
                    <a:pt x="166723" y="28882"/>
                  </a:lnTo>
                  <a:lnTo>
                    <a:pt x="166341" y="28749"/>
                  </a:lnTo>
                  <a:lnTo>
                    <a:pt x="165869" y="28518"/>
                  </a:lnTo>
                  <a:lnTo>
                    <a:pt x="165453" y="28314"/>
                  </a:lnTo>
                  <a:lnTo>
                    <a:pt x="165277" y="28291"/>
                  </a:lnTo>
                  <a:lnTo>
                    <a:pt x="165015" y="28236"/>
                  </a:lnTo>
                  <a:lnTo>
                    <a:pt x="164868" y="28206"/>
                  </a:lnTo>
                  <a:lnTo>
                    <a:pt x="165226" y="30585"/>
                  </a:lnTo>
                  <a:lnTo>
                    <a:pt x="165208" y="30727"/>
                  </a:lnTo>
                  <a:lnTo>
                    <a:pt x="165025" y="31214"/>
                  </a:lnTo>
                  <a:lnTo>
                    <a:pt x="164884" y="31436"/>
                  </a:lnTo>
                  <a:lnTo>
                    <a:pt x="164687" y="31630"/>
                  </a:lnTo>
                  <a:lnTo>
                    <a:pt x="164349" y="31779"/>
                  </a:lnTo>
                  <a:lnTo>
                    <a:pt x="163972" y="32068"/>
                  </a:lnTo>
                  <a:lnTo>
                    <a:pt x="163744" y="32188"/>
                  </a:lnTo>
                  <a:lnTo>
                    <a:pt x="163502" y="32374"/>
                  </a:lnTo>
                  <a:lnTo>
                    <a:pt x="163338" y="32519"/>
                  </a:lnTo>
                  <a:lnTo>
                    <a:pt x="163165" y="32661"/>
                  </a:lnTo>
                  <a:lnTo>
                    <a:pt x="162878" y="32924"/>
                  </a:lnTo>
                  <a:lnTo>
                    <a:pt x="162557" y="33085"/>
                  </a:lnTo>
                  <a:lnTo>
                    <a:pt x="162130" y="33383"/>
                  </a:lnTo>
                  <a:lnTo>
                    <a:pt x="161844" y="33536"/>
                  </a:lnTo>
                  <a:lnTo>
                    <a:pt x="161390" y="33771"/>
                  </a:lnTo>
                  <a:lnTo>
                    <a:pt x="160805" y="34076"/>
                  </a:lnTo>
                  <a:lnTo>
                    <a:pt x="160520" y="34387"/>
                  </a:lnTo>
                  <a:lnTo>
                    <a:pt x="160143" y="35003"/>
                  </a:lnTo>
                  <a:lnTo>
                    <a:pt x="159841" y="35351"/>
                  </a:lnTo>
                  <a:lnTo>
                    <a:pt x="159433" y="35732"/>
                  </a:lnTo>
                  <a:lnTo>
                    <a:pt x="159001" y="35995"/>
                  </a:lnTo>
                  <a:lnTo>
                    <a:pt x="158779" y="36170"/>
                  </a:lnTo>
                  <a:lnTo>
                    <a:pt x="158367" y="36411"/>
                  </a:lnTo>
                  <a:lnTo>
                    <a:pt x="158140" y="36532"/>
                  </a:lnTo>
                  <a:lnTo>
                    <a:pt x="157200" y="37086"/>
                  </a:lnTo>
                  <a:lnTo>
                    <a:pt x="156980" y="37208"/>
                  </a:lnTo>
                  <a:lnTo>
                    <a:pt x="156657" y="37380"/>
                  </a:lnTo>
                  <a:lnTo>
                    <a:pt x="156475" y="37451"/>
                  </a:lnTo>
                  <a:lnTo>
                    <a:pt x="156131" y="37555"/>
                  </a:lnTo>
                  <a:lnTo>
                    <a:pt x="155983" y="37392"/>
                  </a:lnTo>
                  <a:lnTo>
                    <a:pt x="155723" y="37120"/>
                  </a:lnTo>
                  <a:lnTo>
                    <a:pt x="155489" y="36909"/>
                  </a:lnTo>
                  <a:lnTo>
                    <a:pt x="155139" y="36802"/>
                  </a:lnTo>
                  <a:lnTo>
                    <a:pt x="154589" y="37081"/>
                  </a:lnTo>
                  <a:lnTo>
                    <a:pt x="154297" y="37045"/>
                  </a:lnTo>
                  <a:lnTo>
                    <a:pt x="154131" y="36999"/>
                  </a:lnTo>
                  <a:lnTo>
                    <a:pt x="153896" y="36997"/>
                  </a:lnTo>
                  <a:lnTo>
                    <a:pt x="153647" y="36967"/>
                  </a:lnTo>
                  <a:lnTo>
                    <a:pt x="153493" y="36946"/>
                  </a:lnTo>
                  <a:lnTo>
                    <a:pt x="153184" y="36929"/>
                  </a:lnTo>
                  <a:lnTo>
                    <a:pt x="153030" y="37004"/>
                  </a:lnTo>
                  <a:lnTo>
                    <a:pt x="152755" y="37138"/>
                  </a:lnTo>
                  <a:lnTo>
                    <a:pt x="152604" y="37212"/>
                  </a:lnTo>
                  <a:lnTo>
                    <a:pt x="152070" y="37475"/>
                  </a:lnTo>
                  <a:lnTo>
                    <a:pt x="151942" y="37543"/>
                  </a:lnTo>
                  <a:lnTo>
                    <a:pt x="151761" y="37683"/>
                  </a:lnTo>
                  <a:lnTo>
                    <a:pt x="151438" y="38046"/>
                  </a:lnTo>
                  <a:lnTo>
                    <a:pt x="151000" y="38349"/>
                  </a:lnTo>
                  <a:lnTo>
                    <a:pt x="151296" y="38901"/>
                  </a:lnTo>
                  <a:lnTo>
                    <a:pt x="151662" y="39551"/>
                  </a:lnTo>
                  <a:lnTo>
                    <a:pt x="151808" y="39850"/>
                  </a:lnTo>
                  <a:lnTo>
                    <a:pt x="151867" y="40037"/>
                  </a:lnTo>
                  <a:lnTo>
                    <a:pt x="152019" y="40274"/>
                  </a:lnTo>
                  <a:lnTo>
                    <a:pt x="152071" y="40482"/>
                  </a:lnTo>
                  <a:lnTo>
                    <a:pt x="152107" y="40631"/>
                  </a:lnTo>
                  <a:lnTo>
                    <a:pt x="152165" y="40923"/>
                  </a:lnTo>
                  <a:lnTo>
                    <a:pt x="152214" y="41094"/>
                  </a:lnTo>
                  <a:lnTo>
                    <a:pt x="152260" y="41376"/>
                  </a:lnTo>
                  <a:lnTo>
                    <a:pt x="152317" y="41692"/>
                  </a:lnTo>
                  <a:lnTo>
                    <a:pt x="152351" y="42041"/>
                  </a:lnTo>
                  <a:lnTo>
                    <a:pt x="152436" y="42536"/>
                  </a:lnTo>
                  <a:lnTo>
                    <a:pt x="152477" y="42693"/>
                  </a:lnTo>
                  <a:lnTo>
                    <a:pt x="152542" y="43155"/>
                  </a:lnTo>
                  <a:lnTo>
                    <a:pt x="152588" y="43433"/>
                  </a:lnTo>
                  <a:lnTo>
                    <a:pt x="152601" y="43613"/>
                  </a:lnTo>
                  <a:lnTo>
                    <a:pt x="152576" y="43818"/>
                  </a:lnTo>
                  <a:lnTo>
                    <a:pt x="152560" y="44010"/>
                  </a:lnTo>
                  <a:lnTo>
                    <a:pt x="152609" y="44334"/>
                  </a:lnTo>
                  <a:lnTo>
                    <a:pt x="152151" y="44287"/>
                  </a:lnTo>
                  <a:lnTo>
                    <a:pt x="151459" y="44540"/>
                  </a:lnTo>
                  <a:lnTo>
                    <a:pt x="150413" y="44507"/>
                  </a:lnTo>
                  <a:lnTo>
                    <a:pt x="150213" y="44951"/>
                  </a:lnTo>
                  <a:lnTo>
                    <a:pt x="149907" y="45615"/>
                  </a:lnTo>
                  <a:lnTo>
                    <a:pt x="150073" y="45958"/>
                  </a:lnTo>
                  <a:lnTo>
                    <a:pt x="148687" y="47930"/>
                  </a:lnTo>
                  <a:lnTo>
                    <a:pt x="148793" y="48772"/>
                  </a:lnTo>
                  <a:lnTo>
                    <a:pt x="148655" y="48811"/>
                  </a:lnTo>
                  <a:lnTo>
                    <a:pt x="148473" y="48865"/>
                  </a:lnTo>
                  <a:lnTo>
                    <a:pt x="148263" y="48962"/>
                  </a:lnTo>
                  <a:lnTo>
                    <a:pt x="148089" y="49051"/>
                  </a:lnTo>
                  <a:lnTo>
                    <a:pt x="147786" y="49224"/>
                  </a:lnTo>
                  <a:lnTo>
                    <a:pt x="147603" y="49329"/>
                  </a:lnTo>
                  <a:lnTo>
                    <a:pt x="147036" y="49533"/>
                  </a:lnTo>
                  <a:lnTo>
                    <a:pt x="145891" y="50013"/>
                  </a:lnTo>
                  <a:lnTo>
                    <a:pt x="145720" y="50138"/>
                  </a:lnTo>
                  <a:lnTo>
                    <a:pt x="145516" y="50320"/>
                  </a:lnTo>
                  <a:lnTo>
                    <a:pt x="145376" y="50500"/>
                  </a:lnTo>
                  <a:lnTo>
                    <a:pt x="145265" y="50630"/>
                  </a:lnTo>
                  <a:lnTo>
                    <a:pt x="145083" y="50683"/>
                  </a:lnTo>
                  <a:lnTo>
                    <a:pt x="144675" y="50833"/>
                  </a:lnTo>
                  <a:lnTo>
                    <a:pt x="144490" y="50623"/>
                  </a:lnTo>
                  <a:lnTo>
                    <a:pt x="144270" y="50338"/>
                  </a:lnTo>
                  <a:lnTo>
                    <a:pt x="144124" y="50167"/>
                  </a:lnTo>
                  <a:lnTo>
                    <a:pt x="143948" y="49979"/>
                  </a:lnTo>
                  <a:lnTo>
                    <a:pt x="143780" y="49783"/>
                  </a:lnTo>
                  <a:lnTo>
                    <a:pt x="143425" y="49313"/>
                  </a:lnTo>
                  <a:lnTo>
                    <a:pt x="142816" y="49253"/>
                  </a:lnTo>
                  <a:lnTo>
                    <a:pt x="142661" y="48962"/>
                  </a:lnTo>
                  <a:lnTo>
                    <a:pt x="142534" y="48509"/>
                  </a:lnTo>
                  <a:lnTo>
                    <a:pt x="142594" y="48365"/>
                  </a:lnTo>
                  <a:lnTo>
                    <a:pt x="142734" y="47834"/>
                  </a:lnTo>
                  <a:lnTo>
                    <a:pt x="142752" y="46870"/>
                  </a:lnTo>
                  <a:lnTo>
                    <a:pt x="142744" y="46510"/>
                  </a:lnTo>
                  <a:lnTo>
                    <a:pt x="142741" y="46276"/>
                  </a:lnTo>
                  <a:lnTo>
                    <a:pt x="142739" y="46113"/>
                  </a:lnTo>
                  <a:lnTo>
                    <a:pt x="142766" y="45869"/>
                  </a:lnTo>
                  <a:lnTo>
                    <a:pt x="142783" y="45704"/>
                  </a:lnTo>
                  <a:lnTo>
                    <a:pt x="142812" y="45352"/>
                  </a:lnTo>
                  <a:lnTo>
                    <a:pt x="142825" y="45052"/>
                  </a:lnTo>
                  <a:lnTo>
                    <a:pt x="142811" y="44410"/>
                  </a:lnTo>
                  <a:lnTo>
                    <a:pt x="142857" y="43984"/>
                  </a:lnTo>
                  <a:lnTo>
                    <a:pt x="142870" y="43691"/>
                  </a:lnTo>
                  <a:lnTo>
                    <a:pt x="142886" y="43444"/>
                  </a:lnTo>
                  <a:lnTo>
                    <a:pt x="142882" y="43284"/>
                  </a:lnTo>
                  <a:lnTo>
                    <a:pt x="142868" y="42829"/>
                  </a:lnTo>
                  <a:lnTo>
                    <a:pt x="142950" y="42105"/>
                  </a:lnTo>
                  <a:lnTo>
                    <a:pt x="143656" y="42265"/>
                  </a:lnTo>
                  <a:lnTo>
                    <a:pt x="143808" y="42291"/>
                  </a:lnTo>
                  <a:lnTo>
                    <a:pt x="143938" y="42328"/>
                  </a:lnTo>
                  <a:lnTo>
                    <a:pt x="144066" y="42342"/>
                  </a:lnTo>
                  <a:lnTo>
                    <a:pt x="146637" y="41583"/>
                  </a:lnTo>
                  <a:lnTo>
                    <a:pt x="146463" y="41433"/>
                  </a:lnTo>
                  <a:lnTo>
                    <a:pt x="146649" y="40977"/>
                  </a:lnTo>
                  <a:lnTo>
                    <a:pt x="143218" y="32559"/>
                  </a:lnTo>
                  <a:lnTo>
                    <a:pt x="140650" y="28442"/>
                  </a:lnTo>
                  <a:lnTo>
                    <a:pt x="140295" y="28154"/>
                  </a:lnTo>
                  <a:lnTo>
                    <a:pt x="139867" y="28124"/>
                  </a:lnTo>
                  <a:lnTo>
                    <a:pt x="139500" y="28271"/>
                  </a:lnTo>
                  <a:lnTo>
                    <a:pt x="139250" y="28261"/>
                  </a:lnTo>
                  <a:lnTo>
                    <a:pt x="138978" y="28269"/>
                  </a:lnTo>
                  <a:lnTo>
                    <a:pt x="138698" y="28262"/>
                  </a:lnTo>
                  <a:lnTo>
                    <a:pt x="138423" y="28263"/>
                  </a:lnTo>
                  <a:lnTo>
                    <a:pt x="138075" y="28248"/>
                  </a:lnTo>
                  <a:lnTo>
                    <a:pt x="137749" y="28127"/>
                  </a:lnTo>
                  <a:lnTo>
                    <a:pt x="137517" y="28099"/>
                  </a:lnTo>
                  <a:lnTo>
                    <a:pt x="137075" y="27992"/>
                  </a:lnTo>
                  <a:lnTo>
                    <a:pt x="136783" y="27882"/>
                  </a:lnTo>
                  <a:lnTo>
                    <a:pt x="136650" y="27847"/>
                  </a:lnTo>
                  <a:lnTo>
                    <a:pt x="136423" y="27866"/>
                  </a:lnTo>
                  <a:lnTo>
                    <a:pt x="136279" y="27850"/>
                  </a:lnTo>
                  <a:lnTo>
                    <a:pt x="135863" y="27694"/>
                  </a:lnTo>
                  <a:lnTo>
                    <a:pt x="135112" y="27064"/>
                  </a:lnTo>
                  <a:lnTo>
                    <a:pt x="134834" y="26792"/>
                  </a:lnTo>
                  <a:lnTo>
                    <a:pt x="134650" y="26566"/>
                  </a:lnTo>
                  <a:lnTo>
                    <a:pt x="134101" y="25988"/>
                  </a:lnTo>
                  <a:lnTo>
                    <a:pt x="133757" y="25586"/>
                  </a:lnTo>
                  <a:lnTo>
                    <a:pt x="133472" y="25268"/>
                  </a:lnTo>
                  <a:lnTo>
                    <a:pt x="131772" y="23619"/>
                  </a:lnTo>
                  <a:lnTo>
                    <a:pt x="129874" y="21952"/>
                  </a:lnTo>
                  <a:lnTo>
                    <a:pt x="128949" y="20696"/>
                  </a:lnTo>
                  <a:lnTo>
                    <a:pt x="128818" y="20660"/>
                  </a:lnTo>
                  <a:lnTo>
                    <a:pt x="128650" y="20620"/>
                  </a:lnTo>
                  <a:lnTo>
                    <a:pt x="128393" y="19709"/>
                  </a:lnTo>
                  <a:lnTo>
                    <a:pt x="128376" y="19204"/>
                  </a:lnTo>
                  <a:lnTo>
                    <a:pt x="128350" y="19035"/>
                  </a:lnTo>
                  <a:lnTo>
                    <a:pt x="128386" y="18806"/>
                  </a:lnTo>
                  <a:lnTo>
                    <a:pt x="128290" y="18431"/>
                  </a:lnTo>
                  <a:lnTo>
                    <a:pt x="128280" y="18304"/>
                  </a:lnTo>
                  <a:lnTo>
                    <a:pt x="128297" y="18151"/>
                  </a:lnTo>
                  <a:lnTo>
                    <a:pt x="128448" y="17696"/>
                  </a:lnTo>
                  <a:lnTo>
                    <a:pt x="128522" y="16844"/>
                  </a:lnTo>
                  <a:lnTo>
                    <a:pt x="128489" y="16484"/>
                  </a:lnTo>
                  <a:lnTo>
                    <a:pt x="128287" y="16008"/>
                  </a:lnTo>
                  <a:lnTo>
                    <a:pt x="128495" y="15761"/>
                  </a:lnTo>
                  <a:lnTo>
                    <a:pt x="128605" y="15345"/>
                  </a:lnTo>
                  <a:lnTo>
                    <a:pt x="128627" y="14994"/>
                  </a:lnTo>
                  <a:lnTo>
                    <a:pt x="128663" y="14800"/>
                  </a:lnTo>
                  <a:lnTo>
                    <a:pt x="128713" y="14626"/>
                  </a:lnTo>
                  <a:lnTo>
                    <a:pt x="128979" y="14142"/>
                  </a:lnTo>
                  <a:lnTo>
                    <a:pt x="128983" y="13885"/>
                  </a:lnTo>
                  <a:lnTo>
                    <a:pt x="129323" y="13153"/>
                  </a:lnTo>
                  <a:lnTo>
                    <a:pt x="129526" y="12358"/>
                  </a:lnTo>
                  <a:lnTo>
                    <a:pt x="129598" y="11964"/>
                  </a:lnTo>
                  <a:lnTo>
                    <a:pt x="129094" y="11462"/>
                  </a:lnTo>
                  <a:lnTo>
                    <a:pt x="128958" y="11313"/>
                  </a:lnTo>
                  <a:lnTo>
                    <a:pt x="128880" y="11142"/>
                  </a:lnTo>
                  <a:lnTo>
                    <a:pt x="128777" y="10838"/>
                  </a:lnTo>
                  <a:lnTo>
                    <a:pt x="128607" y="10593"/>
                  </a:lnTo>
                  <a:lnTo>
                    <a:pt x="128438" y="10290"/>
                  </a:lnTo>
                  <a:lnTo>
                    <a:pt x="128392" y="10140"/>
                  </a:lnTo>
                  <a:lnTo>
                    <a:pt x="128365" y="9788"/>
                  </a:lnTo>
                  <a:lnTo>
                    <a:pt x="128339" y="9617"/>
                  </a:lnTo>
                  <a:lnTo>
                    <a:pt x="128314" y="9467"/>
                  </a:lnTo>
                  <a:lnTo>
                    <a:pt x="128215" y="9207"/>
                  </a:lnTo>
                  <a:lnTo>
                    <a:pt x="128060" y="8708"/>
                  </a:lnTo>
                  <a:lnTo>
                    <a:pt x="128008" y="8560"/>
                  </a:lnTo>
                  <a:lnTo>
                    <a:pt x="127975" y="8267"/>
                  </a:lnTo>
                  <a:lnTo>
                    <a:pt x="127878" y="7759"/>
                  </a:lnTo>
                  <a:lnTo>
                    <a:pt x="127494" y="7432"/>
                  </a:lnTo>
                  <a:lnTo>
                    <a:pt x="127327" y="7314"/>
                  </a:lnTo>
                  <a:lnTo>
                    <a:pt x="127086" y="7190"/>
                  </a:lnTo>
                  <a:lnTo>
                    <a:pt x="126892" y="7100"/>
                  </a:lnTo>
                  <a:lnTo>
                    <a:pt x="126674" y="7072"/>
                  </a:lnTo>
                  <a:lnTo>
                    <a:pt x="126387" y="6418"/>
                  </a:lnTo>
                  <a:lnTo>
                    <a:pt x="126173" y="6350"/>
                  </a:lnTo>
                  <a:lnTo>
                    <a:pt x="125712" y="5740"/>
                  </a:lnTo>
                  <a:lnTo>
                    <a:pt x="125718" y="4164"/>
                  </a:lnTo>
                  <a:lnTo>
                    <a:pt x="125510" y="4256"/>
                  </a:lnTo>
                  <a:lnTo>
                    <a:pt x="125375" y="4294"/>
                  </a:lnTo>
                  <a:lnTo>
                    <a:pt x="112887" y="0"/>
                  </a:lnTo>
                  <a:lnTo>
                    <a:pt x="112803" y="287"/>
                  </a:lnTo>
                  <a:lnTo>
                    <a:pt x="112554" y="775"/>
                  </a:lnTo>
                  <a:lnTo>
                    <a:pt x="112435" y="998"/>
                  </a:lnTo>
                  <a:lnTo>
                    <a:pt x="111925" y="1611"/>
                  </a:lnTo>
                  <a:lnTo>
                    <a:pt x="111432" y="1999"/>
                  </a:lnTo>
                  <a:lnTo>
                    <a:pt x="110650" y="2621"/>
                  </a:lnTo>
                  <a:lnTo>
                    <a:pt x="110794" y="2959"/>
                  </a:lnTo>
                  <a:lnTo>
                    <a:pt x="110843" y="3122"/>
                  </a:lnTo>
                  <a:lnTo>
                    <a:pt x="110947" y="3473"/>
                  </a:lnTo>
                  <a:lnTo>
                    <a:pt x="111000" y="3684"/>
                  </a:lnTo>
                  <a:lnTo>
                    <a:pt x="111023" y="3870"/>
                  </a:lnTo>
                  <a:lnTo>
                    <a:pt x="111041" y="4010"/>
                  </a:lnTo>
                  <a:lnTo>
                    <a:pt x="111072" y="4280"/>
                  </a:lnTo>
                  <a:lnTo>
                    <a:pt x="111110" y="4575"/>
                  </a:lnTo>
                  <a:lnTo>
                    <a:pt x="111130" y="4748"/>
                  </a:lnTo>
                  <a:lnTo>
                    <a:pt x="111224" y="5002"/>
                  </a:lnTo>
                  <a:lnTo>
                    <a:pt x="111285" y="5277"/>
                  </a:lnTo>
                  <a:lnTo>
                    <a:pt x="111369" y="5644"/>
                  </a:lnTo>
                  <a:lnTo>
                    <a:pt x="111379" y="6023"/>
                  </a:lnTo>
                  <a:lnTo>
                    <a:pt x="111369" y="6165"/>
                  </a:lnTo>
                  <a:lnTo>
                    <a:pt x="111331" y="6712"/>
                  </a:lnTo>
                  <a:lnTo>
                    <a:pt x="111214" y="7221"/>
                  </a:lnTo>
                  <a:lnTo>
                    <a:pt x="111072" y="7695"/>
                  </a:lnTo>
                  <a:lnTo>
                    <a:pt x="110944" y="8048"/>
                  </a:lnTo>
                  <a:lnTo>
                    <a:pt x="110789" y="8376"/>
                  </a:lnTo>
                  <a:lnTo>
                    <a:pt x="110715" y="8534"/>
                  </a:lnTo>
                  <a:lnTo>
                    <a:pt x="110512" y="8911"/>
                  </a:lnTo>
                  <a:lnTo>
                    <a:pt x="110410" y="9119"/>
                  </a:lnTo>
                  <a:lnTo>
                    <a:pt x="110237" y="9478"/>
                  </a:lnTo>
                  <a:lnTo>
                    <a:pt x="109995" y="10196"/>
                  </a:lnTo>
                  <a:lnTo>
                    <a:pt x="109952" y="10371"/>
                  </a:lnTo>
                  <a:lnTo>
                    <a:pt x="109871" y="10723"/>
                  </a:lnTo>
                  <a:lnTo>
                    <a:pt x="109728" y="11216"/>
                  </a:lnTo>
                  <a:lnTo>
                    <a:pt x="109690" y="11379"/>
                  </a:lnTo>
                  <a:lnTo>
                    <a:pt x="109519" y="12140"/>
                  </a:lnTo>
                  <a:lnTo>
                    <a:pt x="109344" y="12883"/>
                  </a:lnTo>
                  <a:lnTo>
                    <a:pt x="109285" y="13234"/>
                  </a:lnTo>
                  <a:lnTo>
                    <a:pt x="109214" y="13669"/>
                  </a:lnTo>
                  <a:lnTo>
                    <a:pt x="109143" y="13959"/>
                  </a:lnTo>
                  <a:lnTo>
                    <a:pt x="109115" y="14135"/>
                  </a:lnTo>
                  <a:lnTo>
                    <a:pt x="109016" y="14684"/>
                  </a:lnTo>
                  <a:lnTo>
                    <a:pt x="108888" y="15259"/>
                  </a:lnTo>
                  <a:lnTo>
                    <a:pt x="108822" y="15720"/>
                  </a:lnTo>
                  <a:lnTo>
                    <a:pt x="108782" y="15952"/>
                  </a:lnTo>
                  <a:lnTo>
                    <a:pt x="108705" y="16310"/>
                  </a:lnTo>
                  <a:lnTo>
                    <a:pt x="108657" y="16646"/>
                  </a:lnTo>
                  <a:lnTo>
                    <a:pt x="108606" y="17112"/>
                  </a:lnTo>
                  <a:lnTo>
                    <a:pt x="108560" y="17776"/>
                  </a:lnTo>
                  <a:lnTo>
                    <a:pt x="108522" y="18198"/>
                  </a:lnTo>
                  <a:lnTo>
                    <a:pt x="108479" y="18903"/>
                  </a:lnTo>
                  <a:lnTo>
                    <a:pt x="108451" y="19198"/>
                  </a:lnTo>
                  <a:lnTo>
                    <a:pt x="108364" y="20081"/>
                  </a:lnTo>
                  <a:lnTo>
                    <a:pt x="108324" y="20728"/>
                  </a:lnTo>
                  <a:lnTo>
                    <a:pt x="108334" y="21102"/>
                  </a:lnTo>
                  <a:lnTo>
                    <a:pt x="108331" y="21326"/>
                  </a:lnTo>
                  <a:lnTo>
                    <a:pt x="108359" y="21817"/>
                  </a:lnTo>
                  <a:lnTo>
                    <a:pt x="108418" y="22728"/>
                  </a:lnTo>
                  <a:lnTo>
                    <a:pt x="108438" y="23066"/>
                  </a:lnTo>
                  <a:lnTo>
                    <a:pt x="108453" y="23572"/>
                  </a:lnTo>
                  <a:lnTo>
                    <a:pt x="108000" y="23524"/>
                  </a:lnTo>
                  <a:lnTo>
                    <a:pt x="107723" y="23494"/>
                  </a:lnTo>
                  <a:lnTo>
                    <a:pt x="107288" y="23435"/>
                  </a:lnTo>
                  <a:lnTo>
                    <a:pt x="107089" y="23407"/>
                  </a:lnTo>
                  <a:lnTo>
                    <a:pt x="106685" y="23351"/>
                  </a:lnTo>
                  <a:lnTo>
                    <a:pt x="103568" y="23043"/>
                  </a:lnTo>
                  <a:lnTo>
                    <a:pt x="103258" y="22761"/>
                  </a:lnTo>
                  <a:lnTo>
                    <a:pt x="103026" y="22557"/>
                  </a:lnTo>
                  <a:lnTo>
                    <a:pt x="102817" y="22589"/>
                  </a:lnTo>
                  <a:lnTo>
                    <a:pt x="102405" y="22558"/>
                  </a:lnTo>
                  <a:lnTo>
                    <a:pt x="101956" y="22630"/>
                  </a:lnTo>
                  <a:lnTo>
                    <a:pt x="101616" y="22723"/>
                  </a:lnTo>
                  <a:lnTo>
                    <a:pt x="101265" y="22795"/>
                  </a:lnTo>
                  <a:lnTo>
                    <a:pt x="100935" y="22867"/>
                  </a:lnTo>
                  <a:lnTo>
                    <a:pt x="100722" y="22915"/>
                  </a:lnTo>
                  <a:lnTo>
                    <a:pt x="100477" y="23083"/>
                  </a:lnTo>
                  <a:lnTo>
                    <a:pt x="100055" y="23153"/>
                  </a:lnTo>
                  <a:lnTo>
                    <a:pt x="99897" y="23117"/>
                  </a:lnTo>
                  <a:lnTo>
                    <a:pt x="99718" y="23119"/>
                  </a:lnTo>
                  <a:lnTo>
                    <a:pt x="99581" y="23080"/>
                  </a:lnTo>
                  <a:lnTo>
                    <a:pt x="99140" y="23040"/>
                  </a:lnTo>
                  <a:lnTo>
                    <a:pt x="98081" y="22673"/>
                  </a:lnTo>
                  <a:lnTo>
                    <a:pt x="97449" y="22463"/>
                  </a:lnTo>
                  <a:lnTo>
                    <a:pt x="97383" y="22309"/>
                  </a:lnTo>
                  <a:lnTo>
                    <a:pt x="97026" y="22084"/>
                  </a:lnTo>
                  <a:lnTo>
                    <a:pt x="96969" y="21835"/>
                  </a:lnTo>
                  <a:lnTo>
                    <a:pt x="96856" y="21509"/>
                  </a:lnTo>
                  <a:lnTo>
                    <a:pt x="96776" y="21325"/>
                  </a:lnTo>
                  <a:lnTo>
                    <a:pt x="96295" y="20244"/>
                  </a:lnTo>
                  <a:lnTo>
                    <a:pt x="96056" y="19813"/>
                  </a:lnTo>
                  <a:lnTo>
                    <a:pt x="95886" y="19479"/>
                  </a:lnTo>
                  <a:lnTo>
                    <a:pt x="95473" y="17978"/>
                  </a:lnTo>
                  <a:lnTo>
                    <a:pt x="95366" y="17748"/>
                  </a:lnTo>
                  <a:lnTo>
                    <a:pt x="95128" y="17477"/>
                  </a:lnTo>
                  <a:lnTo>
                    <a:pt x="94803" y="17272"/>
                  </a:lnTo>
                  <a:lnTo>
                    <a:pt x="94559" y="17239"/>
                  </a:lnTo>
                  <a:lnTo>
                    <a:pt x="94392" y="17280"/>
                  </a:lnTo>
                  <a:lnTo>
                    <a:pt x="93537" y="17848"/>
                  </a:lnTo>
                  <a:lnTo>
                    <a:pt x="93298" y="18023"/>
                  </a:lnTo>
                  <a:lnTo>
                    <a:pt x="92915" y="18229"/>
                  </a:lnTo>
                  <a:lnTo>
                    <a:pt x="92682" y="18333"/>
                  </a:lnTo>
                  <a:lnTo>
                    <a:pt x="92325" y="18565"/>
                  </a:lnTo>
                  <a:lnTo>
                    <a:pt x="91725" y="19118"/>
                  </a:lnTo>
                  <a:lnTo>
                    <a:pt x="91232" y="19763"/>
                  </a:lnTo>
                  <a:lnTo>
                    <a:pt x="90879" y="19996"/>
                  </a:lnTo>
                  <a:lnTo>
                    <a:pt x="90712" y="20071"/>
                  </a:lnTo>
                  <a:lnTo>
                    <a:pt x="90361" y="19996"/>
                  </a:lnTo>
                  <a:lnTo>
                    <a:pt x="90205" y="19830"/>
                  </a:lnTo>
                  <a:lnTo>
                    <a:pt x="90062" y="19596"/>
                  </a:lnTo>
                  <a:lnTo>
                    <a:pt x="89996" y="19275"/>
                  </a:lnTo>
                  <a:lnTo>
                    <a:pt x="90052" y="18994"/>
                  </a:lnTo>
                  <a:lnTo>
                    <a:pt x="90609" y="17646"/>
                  </a:lnTo>
                  <a:lnTo>
                    <a:pt x="90803" y="16935"/>
                  </a:lnTo>
                  <a:lnTo>
                    <a:pt x="90646" y="16757"/>
                  </a:lnTo>
                  <a:lnTo>
                    <a:pt x="90440" y="16684"/>
                  </a:lnTo>
                  <a:lnTo>
                    <a:pt x="90232" y="16797"/>
                  </a:lnTo>
                  <a:lnTo>
                    <a:pt x="89928" y="16945"/>
                  </a:lnTo>
                  <a:lnTo>
                    <a:pt x="89729" y="16995"/>
                  </a:lnTo>
                  <a:lnTo>
                    <a:pt x="89393" y="17153"/>
                  </a:lnTo>
                  <a:lnTo>
                    <a:pt x="89012" y="17331"/>
                  </a:lnTo>
                  <a:lnTo>
                    <a:pt x="88828" y="17432"/>
                  </a:lnTo>
                  <a:lnTo>
                    <a:pt x="88644" y="17496"/>
                  </a:lnTo>
                  <a:lnTo>
                    <a:pt x="88087" y="17412"/>
                  </a:lnTo>
                  <a:lnTo>
                    <a:pt x="87867" y="17363"/>
                  </a:lnTo>
                  <a:lnTo>
                    <a:pt x="87726" y="17337"/>
                  </a:lnTo>
                  <a:lnTo>
                    <a:pt x="87557" y="17318"/>
                  </a:lnTo>
                  <a:lnTo>
                    <a:pt x="87364" y="17313"/>
                  </a:lnTo>
                  <a:lnTo>
                    <a:pt x="87125" y="17304"/>
                  </a:lnTo>
                  <a:lnTo>
                    <a:pt x="86923" y="17357"/>
                  </a:lnTo>
                  <a:lnTo>
                    <a:pt x="86744" y="17413"/>
                  </a:lnTo>
                  <a:lnTo>
                    <a:pt x="86391" y="17410"/>
                  </a:lnTo>
                  <a:lnTo>
                    <a:pt x="85931" y="17390"/>
                  </a:lnTo>
                  <a:lnTo>
                    <a:pt x="85465" y="17565"/>
                  </a:lnTo>
                  <a:lnTo>
                    <a:pt x="84939" y="17741"/>
                  </a:lnTo>
                  <a:lnTo>
                    <a:pt x="84565" y="17686"/>
                  </a:lnTo>
                  <a:lnTo>
                    <a:pt x="83930" y="17667"/>
                  </a:lnTo>
                  <a:lnTo>
                    <a:pt x="83243" y="17529"/>
                  </a:lnTo>
                  <a:lnTo>
                    <a:pt x="82714" y="18754"/>
                  </a:lnTo>
                  <a:lnTo>
                    <a:pt x="81799" y="19407"/>
                  </a:lnTo>
                  <a:lnTo>
                    <a:pt x="76103" y="16240"/>
                  </a:lnTo>
                  <a:lnTo>
                    <a:pt x="71567" y="15192"/>
                  </a:lnTo>
                  <a:lnTo>
                    <a:pt x="71391" y="16385"/>
                  </a:lnTo>
                  <a:lnTo>
                    <a:pt x="71347" y="16546"/>
                  </a:lnTo>
                  <a:lnTo>
                    <a:pt x="71289" y="16808"/>
                  </a:lnTo>
                  <a:lnTo>
                    <a:pt x="71233" y="17070"/>
                  </a:lnTo>
                  <a:lnTo>
                    <a:pt x="69671" y="19689"/>
                  </a:lnTo>
                  <a:lnTo>
                    <a:pt x="69606" y="19913"/>
                  </a:lnTo>
                  <a:lnTo>
                    <a:pt x="69456" y="20222"/>
                  </a:lnTo>
                  <a:lnTo>
                    <a:pt x="72795" y="28289"/>
                  </a:lnTo>
                  <a:lnTo>
                    <a:pt x="70182" y="31782"/>
                  </a:lnTo>
                  <a:lnTo>
                    <a:pt x="70661" y="32099"/>
                  </a:lnTo>
                  <a:lnTo>
                    <a:pt x="70538" y="32336"/>
                  </a:lnTo>
                  <a:lnTo>
                    <a:pt x="70304" y="32828"/>
                  </a:lnTo>
                  <a:lnTo>
                    <a:pt x="70115" y="32603"/>
                  </a:lnTo>
                  <a:lnTo>
                    <a:pt x="69980" y="32450"/>
                  </a:lnTo>
                  <a:lnTo>
                    <a:pt x="69533" y="31994"/>
                  </a:lnTo>
                  <a:lnTo>
                    <a:pt x="69509" y="32230"/>
                  </a:lnTo>
                  <a:lnTo>
                    <a:pt x="69469" y="32467"/>
                  </a:lnTo>
                  <a:lnTo>
                    <a:pt x="69497" y="32919"/>
                  </a:lnTo>
                  <a:lnTo>
                    <a:pt x="69546" y="33113"/>
                  </a:lnTo>
                  <a:lnTo>
                    <a:pt x="69446" y="33471"/>
                  </a:lnTo>
                  <a:lnTo>
                    <a:pt x="69362" y="33622"/>
                  </a:lnTo>
                  <a:lnTo>
                    <a:pt x="69184" y="33928"/>
                  </a:lnTo>
                  <a:lnTo>
                    <a:pt x="68298" y="33062"/>
                  </a:lnTo>
                  <a:lnTo>
                    <a:pt x="68037" y="33269"/>
                  </a:lnTo>
                  <a:lnTo>
                    <a:pt x="67754" y="33145"/>
                  </a:lnTo>
                  <a:lnTo>
                    <a:pt x="67603" y="32888"/>
                  </a:lnTo>
                  <a:lnTo>
                    <a:pt x="67635" y="32488"/>
                  </a:lnTo>
                  <a:lnTo>
                    <a:pt x="67666" y="32253"/>
                  </a:lnTo>
                  <a:lnTo>
                    <a:pt x="67675" y="32118"/>
                  </a:lnTo>
                  <a:lnTo>
                    <a:pt x="67471" y="31969"/>
                  </a:lnTo>
                  <a:lnTo>
                    <a:pt x="66648" y="32064"/>
                  </a:lnTo>
                  <a:lnTo>
                    <a:pt x="65570" y="33374"/>
                  </a:lnTo>
                  <a:lnTo>
                    <a:pt x="65440" y="33374"/>
                  </a:lnTo>
                  <a:lnTo>
                    <a:pt x="64105" y="36252"/>
                  </a:lnTo>
                  <a:lnTo>
                    <a:pt x="63498" y="36438"/>
                  </a:lnTo>
                  <a:lnTo>
                    <a:pt x="62703" y="36090"/>
                  </a:lnTo>
                  <a:lnTo>
                    <a:pt x="62628" y="35712"/>
                  </a:lnTo>
                  <a:lnTo>
                    <a:pt x="61745" y="36491"/>
                  </a:lnTo>
                  <a:lnTo>
                    <a:pt x="61738" y="36618"/>
                  </a:lnTo>
                  <a:lnTo>
                    <a:pt x="61060" y="38501"/>
                  </a:lnTo>
                  <a:lnTo>
                    <a:pt x="60870" y="38428"/>
                  </a:lnTo>
                  <a:lnTo>
                    <a:pt x="60331" y="38287"/>
                  </a:lnTo>
                  <a:lnTo>
                    <a:pt x="59686" y="38082"/>
                  </a:lnTo>
                  <a:lnTo>
                    <a:pt x="58986" y="37769"/>
                  </a:lnTo>
                  <a:lnTo>
                    <a:pt x="58771" y="37592"/>
                  </a:lnTo>
                  <a:lnTo>
                    <a:pt x="58299" y="38398"/>
                  </a:lnTo>
                  <a:lnTo>
                    <a:pt x="58214" y="38532"/>
                  </a:lnTo>
                  <a:lnTo>
                    <a:pt x="58047" y="38718"/>
                  </a:lnTo>
                  <a:lnTo>
                    <a:pt x="57705" y="38604"/>
                  </a:lnTo>
                  <a:lnTo>
                    <a:pt x="58246" y="40778"/>
                  </a:lnTo>
                  <a:lnTo>
                    <a:pt x="53657" y="45996"/>
                  </a:lnTo>
                  <a:lnTo>
                    <a:pt x="51527" y="47825"/>
                  </a:lnTo>
                  <a:lnTo>
                    <a:pt x="51644" y="48022"/>
                  </a:lnTo>
                  <a:lnTo>
                    <a:pt x="51969" y="48425"/>
                  </a:lnTo>
                  <a:lnTo>
                    <a:pt x="51873" y="48911"/>
                  </a:lnTo>
                  <a:lnTo>
                    <a:pt x="51772" y="49217"/>
                  </a:lnTo>
                  <a:lnTo>
                    <a:pt x="51333" y="51701"/>
                  </a:lnTo>
                  <a:lnTo>
                    <a:pt x="51377" y="51828"/>
                  </a:lnTo>
                  <a:lnTo>
                    <a:pt x="43345" y="54779"/>
                  </a:lnTo>
                  <a:lnTo>
                    <a:pt x="43095" y="54878"/>
                  </a:lnTo>
                  <a:lnTo>
                    <a:pt x="43226" y="55050"/>
                  </a:lnTo>
                  <a:lnTo>
                    <a:pt x="42982" y="55123"/>
                  </a:lnTo>
                  <a:lnTo>
                    <a:pt x="42830" y="54988"/>
                  </a:lnTo>
                  <a:lnTo>
                    <a:pt x="42770" y="55127"/>
                  </a:lnTo>
                  <a:lnTo>
                    <a:pt x="40560" y="56940"/>
                  </a:lnTo>
                  <a:lnTo>
                    <a:pt x="40554" y="57273"/>
                  </a:lnTo>
                  <a:lnTo>
                    <a:pt x="40597" y="57461"/>
                  </a:lnTo>
                  <a:lnTo>
                    <a:pt x="41398" y="57641"/>
                  </a:lnTo>
                  <a:lnTo>
                    <a:pt x="41579" y="57754"/>
                  </a:lnTo>
                  <a:lnTo>
                    <a:pt x="40320" y="67429"/>
                  </a:lnTo>
                  <a:lnTo>
                    <a:pt x="39882" y="70244"/>
                  </a:lnTo>
                  <a:lnTo>
                    <a:pt x="39897" y="70436"/>
                  </a:lnTo>
                  <a:lnTo>
                    <a:pt x="39914" y="70629"/>
                  </a:lnTo>
                  <a:lnTo>
                    <a:pt x="39948" y="70999"/>
                  </a:lnTo>
                  <a:lnTo>
                    <a:pt x="40273" y="71766"/>
                  </a:lnTo>
                  <a:lnTo>
                    <a:pt x="40422" y="72140"/>
                  </a:lnTo>
                  <a:lnTo>
                    <a:pt x="40475" y="72273"/>
                  </a:lnTo>
                  <a:lnTo>
                    <a:pt x="40516" y="72407"/>
                  </a:lnTo>
                  <a:lnTo>
                    <a:pt x="36311" y="75192"/>
                  </a:lnTo>
                  <a:lnTo>
                    <a:pt x="36567" y="75696"/>
                  </a:lnTo>
                  <a:lnTo>
                    <a:pt x="36466" y="75811"/>
                  </a:lnTo>
                  <a:lnTo>
                    <a:pt x="36237" y="75802"/>
                  </a:lnTo>
                  <a:lnTo>
                    <a:pt x="35998" y="75792"/>
                  </a:lnTo>
                  <a:lnTo>
                    <a:pt x="35783" y="75851"/>
                  </a:lnTo>
                  <a:lnTo>
                    <a:pt x="35638" y="75919"/>
                  </a:lnTo>
                  <a:lnTo>
                    <a:pt x="35378" y="76111"/>
                  </a:lnTo>
                  <a:lnTo>
                    <a:pt x="34912" y="76589"/>
                  </a:lnTo>
                  <a:lnTo>
                    <a:pt x="34932" y="76792"/>
                  </a:lnTo>
                  <a:lnTo>
                    <a:pt x="34720" y="77022"/>
                  </a:lnTo>
                  <a:lnTo>
                    <a:pt x="34411" y="77229"/>
                  </a:lnTo>
                  <a:lnTo>
                    <a:pt x="34184" y="77462"/>
                  </a:lnTo>
                  <a:lnTo>
                    <a:pt x="33846" y="77879"/>
                  </a:lnTo>
                  <a:lnTo>
                    <a:pt x="33574" y="78055"/>
                  </a:lnTo>
                  <a:lnTo>
                    <a:pt x="33460" y="78224"/>
                  </a:lnTo>
                  <a:lnTo>
                    <a:pt x="32982" y="78602"/>
                  </a:lnTo>
                  <a:lnTo>
                    <a:pt x="32763" y="78754"/>
                  </a:lnTo>
                  <a:lnTo>
                    <a:pt x="32431" y="78861"/>
                  </a:lnTo>
                  <a:lnTo>
                    <a:pt x="32055" y="78409"/>
                  </a:lnTo>
                  <a:lnTo>
                    <a:pt x="31534" y="78180"/>
                  </a:lnTo>
                  <a:lnTo>
                    <a:pt x="31487" y="78009"/>
                  </a:lnTo>
                  <a:lnTo>
                    <a:pt x="31407" y="77855"/>
                  </a:lnTo>
                  <a:lnTo>
                    <a:pt x="31087" y="77210"/>
                  </a:lnTo>
                  <a:lnTo>
                    <a:pt x="30819" y="77045"/>
                  </a:lnTo>
                  <a:lnTo>
                    <a:pt x="30796" y="76903"/>
                  </a:lnTo>
                  <a:lnTo>
                    <a:pt x="30769" y="76493"/>
                  </a:lnTo>
                  <a:lnTo>
                    <a:pt x="30606" y="76077"/>
                  </a:lnTo>
                  <a:lnTo>
                    <a:pt x="30426" y="74350"/>
                  </a:lnTo>
                  <a:lnTo>
                    <a:pt x="30383" y="73976"/>
                  </a:lnTo>
                  <a:lnTo>
                    <a:pt x="29816" y="73272"/>
                  </a:lnTo>
                  <a:lnTo>
                    <a:pt x="29323" y="72966"/>
                  </a:lnTo>
                  <a:lnTo>
                    <a:pt x="28530" y="72495"/>
                  </a:lnTo>
                  <a:lnTo>
                    <a:pt x="28310" y="72881"/>
                  </a:lnTo>
                  <a:lnTo>
                    <a:pt x="28055" y="73247"/>
                  </a:lnTo>
                  <a:lnTo>
                    <a:pt x="27895" y="73325"/>
                  </a:lnTo>
                  <a:lnTo>
                    <a:pt x="26833" y="73739"/>
                  </a:lnTo>
                  <a:lnTo>
                    <a:pt x="26469" y="73701"/>
                  </a:lnTo>
                  <a:lnTo>
                    <a:pt x="26058" y="73776"/>
                  </a:lnTo>
                  <a:lnTo>
                    <a:pt x="25402" y="71994"/>
                  </a:lnTo>
                  <a:lnTo>
                    <a:pt x="24550" y="69680"/>
                  </a:lnTo>
                  <a:lnTo>
                    <a:pt x="24268" y="68304"/>
                  </a:lnTo>
                  <a:lnTo>
                    <a:pt x="23674" y="65405"/>
                  </a:lnTo>
                  <a:lnTo>
                    <a:pt x="20800" y="62128"/>
                  </a:lnTo>
                  <a:lnTo>
                    <a:pt x="17836" y="60091"/>
                  </a:lnTo>
                  <a:lnTo>
                    <a:pt x="16988" y="61585"/>
                  </a:lnTo>
                  <a:lnTo>
                    <a:pt x="15487" y="64228"/>
                  </a:lnTo>
                  <a:lnTo>
                    <a:pt x="12630" y="69259"/>
                  </a:lnTo>
                  <a:lnTo>
                    <a:pt x="8450" y="76620"/>
                  </a:lnTo>
                  <a:lnTo>
                    <a:pt x="5823" y="81246"/>
                  </a:lnTo>
                  <a:lnTo>
                    <a:pt x="4437" y="88131"/>
                  </a:lnTo>
                  <a:lnTo>
                    <a:pt x="4828" y="91544"/>
                  </a:lnTo>
                  <a:lnTo>
                    <a:pt x="5010" y="93133"/>
                  </a:lnTo>
                  <a:lnTo>
                    <a:pt x="5108" y="93996"/>
                  </a:lnTo>
                  <a:lnTo>
                    <a:pt x="7508" y="96574"/>
                  </a:lnTo>
                  <a:lnTo>
                    <a:pt x="10534" y="99825"/>
                  </a:lnTo>
                  <a:lnTo>
                    <a:pt x="11783" y="105286"/>
                  </a:lnTo>
                  <a:lnTo>
                    <a:pt x="11715" y="106037"/>
                  </a:lnTo>
                  <a:lnTo>
                    <a:pt x="11377" y="109776"/>
                  </a:lnTo>
                  <a:lnTo>
                    <a:pt x="11325" y="110358"/>
                  </a:lnTo>
                  <a:lnTo>
                    <a:pt x="10861" y="111092"/>
                  </a:lnTo>
                  <a:lnTo>
                    <a:pt x="8699" y="114518"/>
                  </a:lnTo>
                  <a:lnTo>
                    <a:pt x="9590" y="125719"/>
                  </a:lnTo>
                  <a:lnTo>
                    <a:pt x="9693" y="127008"/>
                  </a:lnTo>
                  <a:lnTo>
                    <a:pt x="9087" y="135134"/>
                  </a:lnTo>
                  <a:lnTo>
                    <a:pt x="9936" y="137328"/>
                  </a:lnTo>
                  <a:lnTo>
                    <a:pt x="10911" y="139849"/>
                  </a:lnTo>
                  <a:lnTo>
                    <a:pt x="11800" y="142755"/>
                  </a:lnTo>
                  <a:lnTo>
                    <a:pt x="12272" y="144299"/>
                  </a:lnTo>
                  <a:lnTo>
                    <a:pt x="15293" y="154178"/>
                  </a:lnTo>
                  <a:lnTo>
                    <a:pt x="17047" y="157404"/>
                  </a:lnTo>
                  <a:lnTo>
                    <a:pt x="16442" y="163410"/>
                  </a:lnTo>
                  <a:lnTo>
                    <a:pt x="16394" y="163877"/>
                  </a:lnTo>
                  <a:lnTo>
                    <a:pt x="15528" y="172465"/>
                  </a:lnTo>
                  <a:lnTo>
                    <a:pt x="15385" y="173882"/>
                  </a:lnTo>
                  <a:lnTo>
                    <a:pt x="15363" y="174100"/>
                  </a:lnTo>
                  <a:lnTo>
                    <a:pt x="13228" y="176806"/>
                  </a:lnTo>
                  <a:lnTo>
                    <a:pt x="10861" y="179805"/>
                  </a:lnTo>
                  <a:lnTo>
                    <a:pt x="14305" y="190198"/>
                  </a:lnTo>
                  <a:lnTo>
                    <a:pt x="17253" y="199095"/>
                  </a:lnTo>
                  <a:lnTo>
                    <a:pt x="14750" y="204747"/>
                  </a:lnTo>
                  <a:lnTo>
                    <a:pt x="13062" y="210295"/>
                  </a:lnTo>
                  <a:lnTo>
                    <a:pt x="8793" y="224315"/>
                  </a:lnTo>
                  <a:close/>
                </a:path>
              </a:pathLst>
            </a:custGeom>
            <a:solidFill>
              <a:srgbClr val="809BA8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9"/>
            <p:cNvSpPr/>
            <p:nvPr/>
          </p:nvSpPr>
          <p:spPr>
            <a:xfrm>
              <a:off x="3554116" y="5170042"/>
              <a:ext cx="236492" cy="319401"/>
            </a:xfrm>
            <a:custGeom>
              <a:avLst/>
              <a:pathLst>
                <a:path w="236492" h="319401">
                  <a:moveTo>
                    <a:pt x="194287" y="104517"/>
                  </a:moveTo>
                  <a:lnTo>
                    <a:pt x="194344" y="104323"/>
                  </a:lnTo>
                  <a:lnTo>
                    <a:pt x="194588" y="103793"/>
                  </a:lnTo>
                  <a:lnTo>
                    <a:pt x="195059" y="102581"/>
                  </a:lnTo>
                  <a:lnTo>
                    <a:pt x="195087" y="102358"/>
                  </a:lnTo>
                  <a:lnTo>
                    <a:pt x="195010" y="100237"/>
                  </a:lnTo>
                  <a:lnTo>
                    <a:pt x="195113" y="100017"/>
                  </a:lnTo>
                  <a:lnTo>
                    <a:pt x="195570" y="99100"/>
                  </a:lnTo>
                  <a:lnTo>
                    <a:pt x="195343" y="98993"/>
                  </a:lnTo>
                  <a:lnTo>
                    <a:pt x="195200" y="98892"/>
                  </a:lnTo>
                  <a:lnTo>
                    <a:pt x="195046" y="98812"/>
                  </a:lnTo>
                  <a:lnTo>
                    <a:pt x="194829" y="98739"/>
                  </a:lnTo>
                  <a:lnTo>
                    <a:pt x="194657" y="98634"/>
                  </a:lnTo>
                  <a:lnTo>
                    <a:pt x="194432" y="98312"/>
                  </a:lnTo>
                  <a:lnTo>
                    <a:pt x="194296" y="98085"/>
                  </a:lnTo>
                  <a:lnTo>
                    <a:pt x="193893" y="97793"/>
                  </a:lnTo>
                  <a:lnTo>
                    <a:pt x="193569" y="97499"/>
                  </a:lnTo>
                  <a:lnTo>
                    <a:pt x="193258" y="97219"/>
                  </a:lnTo>
                  <a:lnTo>
                    <a:pt x="192845" y="96788"/>
                  </a:lnTo>
                  <a:lnTo>
                    <a:pt x="192769" y="96659"/>
                  </a:lnTo>
                  <a:lnTo>
                    <a:pt x="192057" y="96304"/>
                  </a:lnTo>
                  <a:lnTo>
                    <a:pt x="191888" y="96216"/>
                  </a:lnTo>
                  <a:lnTo>
                    <a:pt x="191697" y="96119"/>
                  </a:lnTo>
                  <a:lnTo>
                    <a:pt x="191254" y="95844"/>
                  </a:lnTo>
                  <a:lnTo>
                    <a:pt x="191078" y="95722"/>
                  </a:lnTo>
                  <a:lnTo>
                    <a:pt x="190754" y="95602"/>
                  </a:lnTo>
                  <a:lnTo>
                    <a:pt x="190460" y="95470"/>
                  </a:lnTo>
                  <a:lnTo>
                    <a:pt x="189828" y="95242"/>
                  </a:lnTo>
                  <a:lnTo>
                    <a:pt x="189655" y="95014"/>
                  </a:lnTo>
                  <a:lnTo>
                    <a:pt x="189270" y="94572"/>
                  </a:lnTo>
                  <a:lnTo>
                    <a:pt x="189076" y="94388"/>
                  </a:lnTo>
                  <a:lnTo>
                    <a:pt x="188648" y="94028"/>
                  </a:lnTo>
                  <a:lnTo>
                    <a:pt x="188398" y="93828"/>
                  </a:lnTo>
                  <a:lnTo>
                    <a:pt x="188107" y="93580"/>
                  </a:lnTo>
                  <a:lnTo>
                    <a:pt x="187606" y="93156"/>
                  </a:lnTo>
                  <a:lnTo>
                    <a:pt x="187114" y="92737"/>
                  </a:lnTo>
                  <a:lnTo>
                    <a:pt x="186713" y="92404"/>
                  </a:lnTo>
                  <a:lnTo>
                    <a:pt x="186285" y="92031"/>
                  </a:lnTo>
                  <a:lnTo>
                    <a:pt x="185897" y="91717"/>
                  </a:lnTo>
                  <a:lnTo>
                    <a:pt x="185664" y="91509"/>
                  </a:lnTo>
                  <a:lnTo>
                    <a:pt x="184900" y="90859"/>
                  </a:lnTo>
                  <a:lnTo>
                    <a:pt x="184679" y="90669"/>
                  </a:lnTo>
                  <a:lnTo>
                    <a:pt x="183957" y="89694"/>
                  </a:lnTo>
                  <a:lnTo>
                    <a:pt x="183902" y="89280"/>
                  </a:lnTo>
                  <a:lnTo>
                    <a:pt x="183834" y="88933"/>
                  </a:lnTo>
                  <a:lnTo>
                    <a:pt x="183743" y="88744"/>
                  </a:lnTo>
                  <a:lnTo>
                    <a:pt x="183640" y="88509"/>
                  </a:lnTo>
                  <a:lnTo>
                    <a:pt x="183525" y="88250"/>
                  </a:lnTo>
                  <a:lnTo>
                    <a:pt x="183396" y="88034"/>
                  </a:lnTo>
                  <a:lnTo>
                    <a:pt x="183283" y="87760"/>
                  </a:lnTo>
                  <a:lnTo>
                    <a:pt x="183149" y="87480"/>
                  </a:lnTo>
                  <a:lnTo>
                    <a:pt x="182926" y="87121"/>
                  </a:lnTo>
                  <a:lnTo>
                    <a:pt x="182751" y="86736"/>
                  </a:lnTo>
                  <a:lnTo>
                    <a:pt x="182677" y="86510"/>
                  </a:lnTo>
                  <a:lnTo>
                    <a:pt x="182641" y="86375"/>
                  </a:lnTo>
                  <a:lnTo>
                    <a:pt x="182435" y="86027"/>
                  </a:lnTo>
                  <a:lnTo>
                    <a:pt x="182164" y="85675"/>
                  </a:lnTo>
                  <a:lnTo>
                    <a:pt x="181981" y="85462"/>
                  </a:lnTo>
                  <a:lnTo>
                    <a:pt x="181637" y="85061"/>
                  </a:lnTo>
                  <a:lnTo>
                    <a:pt x="181461" y="84839"/>
                  </a:lnTo>
                  <a:lnTo>
                    <a:pt x="181091" y="84405"/>
                  </a:lnTo>
                  <a:lnTo>
                    <a:pt x="180496" y="83362"/>
                  </a:lnTo>
                  <a:lnTo>
                    <a:pt x="179889" y="82219"/>
                  </a:lnTo>
                  <a:lnTo>
                    <a:pt x="179792" y="82033"/>
                  </a:lnTo>
                  <a:lnTo>
                    <a:pt x="179376" y="81225"/>
                  </a:lnTo>
                  <a:lnTo>
                    <a:pt x="178951" y="80467"/>
                  </a:lnTo>
                  <a:lnTo>
                    <a:pt x="178770" y="80142"/>
                  </a:lnTo>
                  <a:lnTo>
                    <a:pt x="178617" y="79832"/>
                  </a:lnTo>
                  <a:lnTo>
                    <a:pt x="178138" y="79836"/>
                  </a:lnTo>
                  <a:lnTo>
                    <a:pt x="177817" y="79846"/>
                  </a:lnTo>
                  <a:lnTo>
                    <a:pt x="177138" y="79843"/>
                  </a:lnTo>
                  <a:lnTo>
                    <a:pt x="176951" y="79822"/>
                  </a:lnTo>
                  <a:lnTo>
                    <a:pt x="176738" y="79786"/>
                  </a:lnTo>
                  <a:lnTo>
                    <a:pt x="176060" y="79668"/>
                  </a:lnTo>
                  <a:lnTo>
                    <a:pt x="175471" y="79462"/>
                  </a:lnTo>
                  <a:lnTo>
                    <a:pt x="174897" y="78771"/>
                  </a:lnTo>
                  <a:lnTo>
                    <a:pt x="174504" y="78282"/>
                  </a:lnTo>
                  <a:lnTo>
                    <a:pt x="173059" y="77455"/>
                  </a:lnTo>
                  <a:lnTo>
                    <a:pt x="172868" y="77365"/>
                  </a:lnTo>
                  <a:lnTo>
                    <a:pt x="172752" y="76126"/>
                  </a:lnTo>
                  <a:lnTo>
                    <a:pt x="172443" y="75259"/>
                  </a:lnTo>
                  <a:lnTo>
                    <a:pt x="172379" y="75115"/>
                  </a:lnTo>
                  <a:lnTo>
                    <a:pt x="172171" y="74692"/>
                  </a:lnTo>
                  <a:lnTo>
                    <a:pt x="171995" y="74351"/>
                  </a:lnTo>
                  <a:lnTo>
                    <a:pt x="171568" y="73651"/>
                  </a:lnTo>
                  <a:lnTo>
                    <a:pt x="171291" y="69250"/>
                  </a:lnTo>
                  <a:lnTo>
                    <a:pt x="171190" y="69105"/>
                  </a:lnTo>
                  <a:lnTo>
                    <a:pt x="171057" y="68898"/>
                  </a:lnTo>
                  <a:lnTo>
                    <a:pt x="170604" y="68258"/>
                  </a:lnTo>
                  <a:lnTo>
                    <a:pt x="170431" y="68020"/>
                  </a:lnTo>
                  <a:lnTo>
                    <a:pt x="170202" y="67721"/>
                  </a:lnTo>
                  <a:lnTo>
                    <a:pt x="170072" y="67568"/>
                  </a:lnTo>
                  <a:lnTo>
                    <a:pt x="169933" y="67450"/>
                  </a:lnTo>
                  <a:lnTo>
                    <a:pt x="169624" y="67108"/>
                  </a:lnTo>
                  <a:lnTo>
                    <a:pt x="169361" y="66834"/>
                  </a:lnTo>
                  <a:lnTo>
                    <a:pt x="169194" y="66653"/>
                  </a:lnTo>
                  <a:lnTo>
                    <a:pt x="169141" y="66454"/>
                  </a:lnTo>
                  <a:lnTo>
                    <a:pt x="168947" y="65942"/>
                  </a:lnTo>
                  <a:lnTo>
                    <a:pt x="168876" y="65654"/>
                  </a:lnTo>
                  <a:lnTo>
                    <a:pt x="168737" y="65307"/>
                  </a:lnTo>
                  <a:lnTo>
                    <a:pt x="168623" y="64945"/>
                  </a:lnTo>
                  <a:lnTo>
                    <a:pt x="168553" y="64708"/>
                  </a:lnTo>
                  <a:lnTo>
                    <a:pt x="168492" y="64467"/>
                  </a:lnTo>
                  <a:lnTo>
                    <a:pt x="168380" y="64138"/>
                  </a:lnTo>
                  <a:lnTo>
                    <a:pt x="168237" y="63646"/>
                  </a:lnTo>
                  <a:lnTo>
                    <a:pt x="168223" y="63490"/>
                  </a:lnTo>
                  <a:lnTo>
                    <a:pt x="168165" y="63276"/>
                  </a:lnTo>
                  <a:lnTo>
                    <a:pt x="168021" y="62851"/>
                  </a:lnTo>
                  <a:lnTo>
                    <a:pt x="167962" y="62552"/>
                  </a:lnTo>
                  <a:lnTo>
                    <a:pt x="167735" y="61643"/>
                  </a:lnTo>
                  <a:lnTo>
                    <a:pt x="167651" y="61255"/>
                  </a:lnTo>
                  <a:lnTo>
                    <a:pt x="167597" y="60377"/>
                  </a:lnTo>
                  <a:lnTo>
                    <a:pt x="167585" y="60171"/>
                  </a:lnTo>
                  <a:lnTo>
                    <a:pt x="167572" y="59921"/>
                  </a:lnTo>
                  <a:lnTo>
                    <a:pt x="167537" y="59222"/>
                  </a:lnTo>
                  <a:lnTo>
                    <a:pt x="167491" y="59039"/>
                  </a:lnTo>
                  <a:lnTo>
                    <a:pt x="167436" y="58820"/>
                  </a:lnTo>
                  <a:lnTo>
                    <a:pt x="167355" y="58497"/>
                  </a:lnTo>
                  <a:lnTo>
                    <a:pt x="167259" y="58243"/>
                  </a:lnTo>
                  <a:lnTo>
                    <a:pt x="166963" y="57439"/>
                  </a:lnTo>
                  <a:lnTo>
                    <a:pt x="166832" y="57074"/>
                  </a:lnTo>
                  <a:lnTo>
                    <a:pt x="166598" y="56457"/>
                  </a:lnTo>
                  <a:lnTo>
                    <a:pt x="166320" y="55747"/>
                  </a:lnTo>
                  <a:lnTo>
                    <a:pt x="166249" y="55549"/>
                  </a:lnTo>
                  <a:lnTo>
                    <a:pt x="166048" y="54907"/>
                  </a:lnTo>
                  <a:lnTo>
                    <a:pt x="166013" y="54762"/>
                  </a:lnTo>
                  <a:lnTo>
                    <a:pt x="165967" y="54594"/>
                  </a:lnTo>
                  <a:lnTo>
                    <a:pt x="165728" y="53693"/>
                  </a:lnTo>
                  <a:lnTo>
                    <a:pt x="165663" y="53461"/>
                  </a:lnTo>
                  <a:lnTo>
                    <a:pt x="165490" y="52847"/>
                  </a:lnTo>
                  <a:lnTo>
                    <a:pt x="165433" y="52643"/>
                  </a:lnTo>
                  <a:lnTo>
                    <a:pt x="165282" y="52110"/>
                  </a:lnTo>
                  <a:lnTo>
                    <a:pt x="165226" y="51934"/>
                  </a:lnTo>
                  <a:lnTo>
                    <a:pt x="164657" y="50116"/>
                  </a:lnTo>
                  <a:lnTo>
                    <a:pt x="163922" y="47762"/>
                  </a:lnTo>
                  <a:lnTo>
                    <a:pt x="163625" y="46799"/>
                  </a:lnTo>
                  <a:lnTo>
                    <a:pt x="163571" y="46625"/>
                  </a:lnTo>
                  <a:lnTo>
                    <a:pt x="163498" y="46384"/>
                  </a:lnTo>
                  <a:lnTo>
                    <a:pt x="163428" y="46169"/>
                  </a:lnTo>
                  <a:lnTo>
                    <a:pt x="163320" y="45806"/>
                  </a:lnTo>
                  <a:lnTo>
                    <a:pt x="163188" y="45510"/>
                  </a:lnTo>
                  <a:lnTo>
                    <a:pt x="163024" y="45168"/>
                  </a:lnTo>
                  <a:lnTo>
                    <a:pt x="162931" y="44969"/>
                  </a:lnTo>
                  <a:lnTo>
                    <a:pt x="162654" y="44364"/>
                  </a:lnTo>
                  <a:lnTo>
                    <a:pt x="162593" y="44211"/>
                  </a:lnTo>
                  <a:lnTo>
                    <a:pt x="162451" y="43854"/>
                  </a:lnTo>
                  <a:lnTo>
                    <a:pt x="162387" y="43701"/>
                  </a:lnTo>
                  <a:lnTo>
                    <a:pt x="162064" y="42932"/>
                  </a:lnTo>
                  <a:lnTo>
                    <a:pt x="161555" y="42790"/>
                  </a:lnTo>
                  <a:lnTo>
                    <a:pt x="160808" y="42512"/>
                  </a:lnTo>
                  <a:lnTo>
                    <a:pt x="159995" y="42205"/>
                  </a:lnTo>
                  <a:lnTo>
                    <a:pt x="159274" y="42019"/>
                  </a:lnTo>
                  <a:lnTo>
                    <a:pt x="159011" y="41939"/>
                  </a:lnTo>
                  <a:lnTo>
                    <a:pt x="158865" y="41830"/>
                  </a:lnTo>
                  <a:lnTo>
                    <a:pt x="158693" y="41698"/>
                  </a:lnTo>
                  <a:lnTo>
                    <a:pt x="158565" y="41627"/>
                  </a:lnTo>
                  <a:lnTo>
                    <a:pt x="158418" y="41545"/>
                  </a:lnTo>
                  <a:lnTo>
                    <a:pt x="158117" y="41279"/>
                  </a:lnTo>
                  <a:lnTo>
                    <a:pt x="157877" y="41055"/>
                  </a:lnTo>
                  <a:lnTo>
                    <a:pt x="157511" y="40791"/>
                  </a:lnTo>
                  <a:lnTo>
                    <a:pt x="156620" y="40235"/>
                  </a:lnTo>
                  <a:lnTo>
                    <a:pt x="156265" y="40024"/>
                  </a:lnTo>
                  <a:lnTo>
                    <a:pt x="155928" y="39778"/>
                  </a:lnTo>
                  <a:lnTo>
                    <a:pt x="155534" y="39070"/>
                  </a:lnTo>
                  <a:lnTo>
                    <a:pt x="154393" y="37224"/>
                  </a:lnTo>
                  <a:lnTo>
                    <a:pt x="153870" y="36380"/>
                  </a:lnTo>
                  <a:lnTo>
                    <a:pt x="153733" y="36159"/>
                  </a:lnTo>
                  <a:lnTo>
                    <a:pt x="153615" y="35965"/>
                  </a:lnTo>
                  <a:lnTo>
                    <a:pt x="153508" y="35815"/>
                  </a:lnTo>
                  <a:lnTo>
                    <a:pt x="153058" y="35044"/>
                  </a:lnTo>
                  <a:lnTo>
                    <a:pt x="152610" y="34644"/>
                  </a:lnTo>
                  <a:lnTo>
                    <a:pt x="152033" y="34155"/>
                  </a:lnTo>
                  <a:lnTo>
                    <a:pt x="151159" y="33415"/>
                  </a:lnTo>
                  <a:lnTo>
                    <a:pt x="147678" y="30289"/>
                  </a:lnTo>
                  <a:lnTo>
                    <a:pt x="147505" y="30207"/>
                  </a:lnTo>
                  <a:lnTo>
                    <a:pt x="146321" y="29647"/>
                  </a:lnTo>
                  <a:lnTo>
                    <a:pt x="144267" y="28824"/>
                  </a:lnTo>
                  <a:lnTo>
                    <a:pt x="145220" y="24386"/>
                  </a:lnTo>
                  <a:lnTo>
                    <a:pt x="145694" y="21456"/>
                  </a:lnTo>
                  <a:lnTo>
                    <a:pt x="145830" y="20618"/>
                  </a:lnTo>
                  <a:lnTo>
                    <a:pt x="146201" y="18329"/>
                  </a:lnTo>
                  <a:lnTo>
                    <a:pt x="145940" y="12192"/>
                  </a:lnTo>
                  <a:lnTo>
                    <a:pt x="142170" y="5825"/>
                  </a:lnTo>
                  <a:lnTo>
                    <a:pt x="138516" y="617"/>
                  </a:lnTo>
                  <a:lnTo>
                    <a:pt x="138339" y="316"/>
                  </a:lnTo>
                  <a:lnTo>
                    <a:pt x="138169" y="0"/>
                  </a:lnTo>
                  <a:lnTo>
                    <a:pt x="133381" y="4965"/>
                  </a:lnTo>
                  <a:lnTo>
                    <a:pt x="133230" y="5178"/>
                  </a:lnTo>
                  <a:lnTo>
                    <a:pt x="132994" y="5538"/>
                  </a:lnTo>
                  <a:lnTo>
                    <a:pt x="131233" y="9729"/>
                  </a:lnTo>
                  <a:lnTo>
                    <a:pt x="131274" y="9913"/>
                  </a:lnTo>
                  <a:lnTo>
                    <a:pt x="131299" y="10374"/>
                  </a:lnTo>
                  <a:lnTo>
                    <a:pt x="131223" y="10834"/>
                  </a:lnTo>
                  <a:lnTo>
                    <a:pt x="131348" y="11110"/>
                  </a:lnTo>
                  <a:lnTo>
                    <a:pt x="131760" y="11686"/>
                  </a:lnTo>
                  <a:lnTo>
                    <a:pt x="131741" y="11899"/>
                  </a:lnTo>
                  <a:lnTo>
                    <a:pt x="131730" y="12060"/>
                  </a:lnTo>
                  <a:lnTo>
                    <a:pt x="131601" y="12365"/>
                  </a:lnTo>
                  <a:lnTo>
                    <a:pt x="131394" y="12831"/>
                  </a:lnTo>
                  <a:lnTo>
                    <a:pt x="131197" y="12914"/>
                  </a:lnTo>
                  <a:lnTo>
                    <a:pt x="130356" y="13273"/>
                  </a:lnTo>
                  <a:lnTo>
                    <a:pt x="130332" y="13629"/>
                  </a:lnTo>
                  <a:lnTo>
                    <a:pt x="130498" y="14278"/>
                  </a:lnTo>
                  <a:lnTo>
                    <a:pt x="130457" y="14479"/>
                  </a:lnTo>
                  <a:lnTo>
                    <a:pt x="130274" y="14754"/>
                  </a:lnTo>
                  <a:lnTo>
                    <a:pt x="129733" y="16316"/>
                  </a:lnTo>
                  <a:lnTo>
                    <a:pt x="129699" y="16466"/>
                  </a:lnTo>
                  <a:lnTo>
                    <a:pt x="129650" y="16649"/>
                  </a:lnTo>
                  <a:lnTo>
                    <a:pt x="129613" y="16816"/>
                  </a:lnTo>
                  <a:lnTo>
                    <a:pt x="129523" y="17243"/>
                  </a:lnTo>
                  <a:lnTo>
                    <a:pt x="129457" y="17580"/>
                  </a:lnTo>
                  <a:lnTo>
                    <a:pt x="129410" y="17887"/>
                  </a:lnTo>
                  <a:lnTo>
                    <a:pt x="129368" y="18134"/>
                  </a:lnTo>
                  <a:lnTo>
                    <a:pt x="129272" y="18649"/>
                  </a:lnTo>
                  <a:lnTo>
                    <a:pt x="129102" y="19128"/>
                  </a:lnTo>
                  <a:lnTo>
                    <a:pt x="129079" y="19552"/>
                  </a:lnTo>
                  <a:lnTo>
                    <a:pt x="129086" y="19765"/>
                  </a:lnTo>
                  <a:lnTo>
                    <a:pt x="129134" y="20253"/>
                  </a:lnTo>
                  <a:lnTo>
                    <a:pt x="129057" y="20659"/>
                  </a:lnTo>
                  <a:lnTo>
                    <a:pt x="129006" y="20918"/>
                  </a:lnTo>
                  <a:lnTo>
                    <a:pt x="128957" y="21167"/>
                  </a:lnTo>
                  <a:lnTo>
                    <a:pt x="128934" y="21336"/>
                  </a:lnTo>
                  <a:lnTo>
                    <a:pt x="129269" y="21538"/>
                  </a:lnTo>
                  <a:lnTo>
                    <a:pt x="129452" y="22033"/>
                  </a:lnTo>
                  <a:lnTo>
                    <a:pt x="129346" y="22343"/>
                  </a:lnTo>
                  <a:lnTo>
                    <a:pt x="129180" y="22860"/>
                  </a:lnTo>
                  <a:lnTo>
                    <a:pt x="128986" y="23329"/>
                  </a:lnTo>
                  <a:lnTo>
                    <a:pt x="128427" y="23994"/>
                  </a:lnTo>
                  <a:lnTo>
                    <a:pt x="128116" y="24281"/>
                  </a:lnTo>
                  <a:lnTo>
                    <a:pt x="128137" y="24512"/>
                  </a:lnTo>
                  <a:lnTo>
                    <a:pt x="126926" y="24223"/>
                  </a:lnTo>
                  <a:lnTo>
                    <a:pt x="125851" y="23990"/>
                  </a:lnTo>
                  <a:lnTo>
                    <a:pt x="125433" y="23936"/>
                  </a:lnTo>
                  <a:lnTo>
                    <a:pt x="125303" y="23909"/>
                  </a:lnTo>
                  <a:lnTo>
                    <a:pt x="124970" y="23837"/>
                  </a:lnTo>
                  <a:lnTo>
                    <a:pt x="124617" y="23762"/>
                  </a:lnTo>
                  <a:lnTo>
                    <a:pt x="124444" y="23838"/>
                  </a:lnTo>
                  <a:lnTo>
                    <a:pt x="123927" y="24063"/>
                  </a:lnTo>
                  <a:lnTo>
                    <a:pt x="123791" y="24124"/>
                  </a:lnTo>
                  <a:lnTo>
                    <a:pt x="123606" y="24194"/>
                  </a:lnTo>
                  <a:lnTo>
                    <a:pt x="123078" y="24452"/>
                  </a:lnTo>
                  <a:lnTo>
                    <a:pt x="122638" y="24655"/>
                  </a:lnTo>
                  <a:lnTo>
                    <a:pt x="122393" y="24738"/>
                  </a:lnTo>
                  <a:lnTo>
                    <a:pt x="122038" y="24926"/>
                  </a:lnTo>
                  <a:lnTo>
                    <a:pt x="121734" y="25060"/>
                  </a:lnTo>
                  <a:lnTo>
                    <a:pt x="121212" y="25292"/>
                  </a:lnTo>
                  <a:lnTo>
                    <a:pt x="121005" y="25384"/>
                  </a:lnTo>
                  <a:lnTo>
                    <a:pt x="120438" y="25646"/>
                  </a:lnTo>
                  <a:lnTo>
                    <a:pt x="120268" y="25732"/>
                  </a:lnTo>
                  <a:lnTo>
                    <a:pt x="120135" y="25767"/>
                  </a:lnTo>
                  <a:lnTo>
                    <a:pt x="119736" y="25959"/>
                  </a:lnTo>
                  <a:lnTo>
                    <a:pt x="119593" y="26027"/>
                  </a:lnTo>
                  <a:lnTo>
                    <a:pt x="119367" y="26116"/>
                  </a:lnTo>
                  <a:lnTo>
                    <a:pt x="119216" y="26187"/>
                  </a:lnTo>
                  <a:lnTo>
                    <a:pt x="118976" y="26300"/>
                  </a:lnTo>
                  <a:lnTo>
                    <a:pt x="118775" y="26391"/>
                  </a:lnTo>
                  <a:lnTo>
                    <a:pt x="118377" y="26557"/>
                  </a:lnTo>
                  <a:lnTo>
                    <a:pt x="118017" y="26721"/>
                  </a:lnTo>
                  <a:lnTo>
                    <a:pt x="117661" y="26882"/>
                  </a:lnTo>
                  <a:lnTo>
                    <a:pt x="117328" y="27024"/>
                  </a:lnTo>
                  <a:lnTo>
                    <a:pt x="117181" y="27070"/>
                  </a:lnTo>
                  <a:lnTo>
                    <a:pt x="116996" y="27158"/>
                  </a:lnTo>
                  <a:lnTo>
                    <a:pt x="116663" y="27306"/>
                  </a:lnTo>
                  <a:lnTo>
                    <a:pt x="116393" y="27426"/>
                  </a:lnTo>
                  <a:lnTo>
                    <a:pt x="115944" y="27633"/>
                  </a:lnTo>
                  <a:lnTo>
                    <a:pt x="115814" y="27690"/>
                  </a:lnTo>
                  <a:lnTo>
                    <a:pt x="115359" y="27891"/>
                  </a:lnTo>
                  <a:lnTo>
                    <a:pt x="115159" y="27980"/>
                  </a:lnTo>
                  <a:lnTo>
                    <a:pt x="114790" y="28142"/>
                  </a:lnTo>
                  <a:lnTo>
                    <a:pt x="114032" y="28466"/>
                  </a:lnTo>
                  <a:lnTo>
                    <a:pt x="113787" y="28483"/>
                  </a:lnTo>
                  <a:lnTo>
                    <a:pt x="113515" y="28567"/>
                  </a:lnTo>
                  <a:lnTo>
                    <a:pt x="113387" y="28853"/>
                  </a:lnTo>
                  <a:lnTo>
                    <a:pt x="113086" y="29063"/>
                  </a:lnTo>
                  <a:lnTo>
                    <a:pt x="112982" y="28925"/>
                  </a:lnTo>
                  <a:lnTo>
                    <a:pt x="112782" y="28781"/>
                  </a:lnTo>
                  <a:lnTo>
                    <a:pt x="112635" y="28632"/>
                  </a:lnTo>
                  <a:lnTo>
                    <a:pt x="112587" y="28466"/>
                  </a:lnTo>
                  <a:lnTo>
                    <a:pt x="112448" y="28203"/>
                  </a:lnTo>
                  <a:lnTo>
                    <a:pt x="112238" y="28285"/>
                  </a:lnTo>
                  <a:lnTo>
                    <a:pt x="111982" y="28569"/>
                  </a:lnTo>
                  <a:lnTo>
                    <a:pt x="111387" y="29165"/>
                  </a:lnTo>
                  <a:lnTo>
                    <a:pt x="111143" y="29351"/>
                  </a:lnTo>
                  <a:lnTo>
                    <a:pt x="110836" y="29585"/>
                  </a:lnTo>
                  <a:lnTo>
                    <a:pt x="110601" y="29741"/>
                  </a:lnTo>
                  <a:lnTo>
                    <a:pt x="110295" y="29876"/>
                  </a:lnTo>
                  <a:lnTo>
                    <a:pt x="110032" y="30055"/>
                  </a:lnTo>
                  <a:lnTo>
                    <a:pt x="109865" y="30143"/>
                  </a:lnTo>
                  <a:lnTo>
                    <a:pt x="108829" y="30687"/>
                  </a:lnTo>
                  <a:lnTo>
                    <a:pt x="107961" y="31115"/>
                  </a:lnTo>
                  <a:lnTo>
                    <a:pt x="107789" y="31200"/>
                  </a:lnTo>
                  <a:lnTo>
                    <a:pt x="103927" y="35712"/>
                  </a:lnTo>
                  <a:lnTo>
                    <a:pt x="103569" y="36098"/>
                  </a:lnTo>
                  <a:lnTo>
                    <a:pt x="102689" y="34897"/>
                  </a:lnTo>
                  <a:lnTo>
                    <a:pt x="102415" y="34825"/>
                  </a:lnTo>
                  <a:lnTo>
                    <a:pt x="102256" y="34826"/>
                  </a:lnTo>
                  <a:lnTo>
                    <a:pt x="101995" y="34800"/>
                  </a:lnTo>
                  <a:lnTo>
                    <a:pt x="101585" y="34732"/>
                  </a:lnTo>
                  <a:lnTo>
                    <a:pt x="101046" y="34638"/>
                  </a:lnTo>
                  <a:lnTo>
                    <a:pt x="100116" y="34486"/>
                  </a:lnTo>
                  <a:lnTo>
                    <a:pt x="99268" y="34357"/>
                  </a:lnTo>
                  <a:lnTo>
                    <a:pt x="99103" y="34334"/>
                  </a:lnTo>
                  <a:lnTo>
                    <a:pt x="98717" y="34271"/>
                  </a:lnTo>
                  <a:lnTo>
                    <a:pt x="98196" y="34196"/>
                  </a:lnTo>
                  <a:lnTo>
                    <a:pt x="97651" y="34110"/>
                  </a:lnTo>
                  <a:lnTo>
                    <a:pt x="97380" y="34051"/>
                  </a:lnTo>
                  <a:lnTo>
                    <a:pt x="96939" y="33996"/>
                  </a:lnTo>
                  <a:lnTo>
                    <a:pt x="96524" y="33937"/>
                  </a:lnTo>
                  <a:lnTo>
                    <a:pt x="95473" y="33039"/>
                  </a:lnTo>
                  <a:lnTo>
                    <a:pt x="95206" y="32983"/>
                  </a:lnTo>
                  <a:lnTo>
                    <a:pt x="95031" y="32969"/>
                  </a:lnTo>
                  <a:lnTo>
                    <a:pt x="94871" y="32978"/>
                  </a:lnTo>
                  <a:lnTo>
                    <a:pt x="94640" y="33039"/>
                  </a:lnTo>
                  <a:lnTo>
                    <a:pt x="93993" y="33182"/>
                  </a:lnTo>
                  <a:lnTo>
                    <a:pt x="93196" y="33247"/>
                  </a:lnTo>
                  <a:lnTo>
                    <a:pt x="92996" y="33255"/>
                  </a:lnTo>
                  <a:lnTo>
                    <a:pt x="92713" y="33251"/>
                  </a:lnTo>
                  <a:lnTo>
                    <a:pt x="92196" y="33211"/>
                  </a:lnTo>
                  <a:lnTo>
                    <a:pt x="91931" y="33174"/>
                  </a:lnTo>
                  <a:lnTo>
                    <a:pt x="91718" y="33153"/>
                  </a:lnTo>
                  <a:lnTo>
                    <a:pt x="91563" y="33150"/>
                  </a:lnTo>
                  <a:lnTo>
                    <a:pt x="91390" y="33123"/>
                  </a:lnTo>
                  <a:lnTo>
                    <a:pt x="86933" y="30215"/>
                  </a:lnTo>
                  <a:lnTo>
                    <a:pt x="86373" y="30079"/>
                  </a:lnTo>
                  <a:lnTo>
                    <a:pt x="86157" y="30002"/>
                  </a:lnTo>
                  <a:lnTo>
                    <a:pt x="85447" y="29692"/>
                  </a:lnTo>
                  <a:lnTo>
                    <a:pt x="85292" y="29621"/>
                  </a:lnTo>
                  <a:lnTo>
                    <a:pt x="85044" y="29527"/>
                  </a:lnTo>
                  <a:lnTo>
                    <a:pt x="84906" y="29534"/>
                  </a:lnTo>
                  <a:lnTo>
                    <a:pt x="84069" y="29670"/>
                  </a:lnTo>
                  <a:lnTo>
                    <a:pt x="83940" y="29620"/>
                  </a:lnTo>
                  <a:lnTo>
                    <a:pt x="83716" y="29370"/>
                  </a:lnTo>
                  <a:lnTo>
                    <a:pt x="83582" y="29222"/>
                  </a:lnTo>
                  <a:lnTo>
                    <a:pt x="83380" y="29111"/>
                  </a:lnTo>
                  <a:lnTo>
                    <a:pt x="83155" y="28927"/>
                  </a:lnTo>
                  <a:lnTo>
                    <a:pt x="82596" y="28523"/>
                  </a:lnTo>
                  <a:lnTo>
                    <a:pt x="82398" y="28335"/>
                  </a:lnTo>
                  <a:lnTo>
                    <a:pt x="82262" y="28287"/>
                  </a:lnTo>
                  <a:lnTo>
                    <a:pt x="82064" y="28250"/>
                  </a:lnTo>
                  <a:lnTo>
                    <a:pt x="81782" y="28192"/>
                  </a:lnTo>
                  <a:lnTo>
                    <a:pt x="81305" y="28026"/>
                  </a:lnTo>
                  <a:lnTo>
                    <a:pt x="81032" y="27699"/>
                  </a:lnTo>
                  <a:lnTo>
                    <a:pt x="80596" y="27175"/>
                  </a:lnTo>
                  <a:lnTo>
                    <a:pt x="80050" y="26394"/>
                  </a:lnTo>
                  <a:lnTo>
                    <a:pt x="79610" y="25679"/>
                  </a:lnTo>
                  <a:lnTo>
                    <a:pt x="79003" y="24745"/>
                  </a:lnTo>
                  <a:lnTo>
                    <a:pt x="78682" y="24259"/>
                  </a:lnTo>
                  <a:lnTo>
                    <a:pt x="78373" y="23798"/>
                  </a:lnTo>
                  <a:lnTo>
                    <a:pt x="77993" y="23184"/>
                  </a:lnTo>
                  <a:lnTo>
                    <a:pt x="77871" y="22908"/>
                  </a:lnTo>
                  <a:lnTo>
                    <a:pt x="77803" y="22759"/>
                  </a:lnTo>
                  <a:lnTo>
                    <a:pt x="77543" y="22073"/>
                  </a:lnTo>
                  <a:lnTo>
                    <a:pt x="77448" y="21863"/>
                  </a:lnTo>
                  <a:lnTo>
                    <a:pt x="77112" y="21235"/>
                  </a:lnTo>
                  <a:lnTo>
                    <a:pt x="76942" y="20999"/>
                  </a:lnTo>
                  <a:lnTo>
                    <a:pt x="76805" y="20803"/>
                  </a:lnTo>
                  <a:lnTo>
                    <a:pt x="76634" y="20669"/>
                  </a:lnTo>
                  <a:lnTo>
                    <a:pt x="76135" y="20040"/>
                  </a:lnTo>
                  <a:lnTo>
                    <a:pt x="75923" y="19730"/>
                  </a:lnTo>
                  <a:lnTo>
                    <a:pt x="75836" y="19597"/>
                  </a:lnTo>
                  <a:lnTo>
                    <a:pt x="75692" y="19437"/>
                  </a:lnTo>
                  <a:lnTo>
                    <a:pt x="75522" y="19245"/>
                  </a:lnTo>
                  <a:lnTo>
                    <a:pt x="74576" y="26744"/>
                  </a:lnTo>
                  <a:lnTo>
                    <a:pt x="71845" y="28034"/>
                  </a:lnTo>
                  <a:lnTo>
                    <a:pt x="71874" y="28243"/>
                  </a:lnTo>
                  <a:lnTo>
                    <a:pt x="72198" y="30579"/>
                  </a:lnTo>
                  <a:lnTo>
                    <a:pt x="72353" y="31658"/>
                  </a:lnTo>
                  <a:lnTo>
                    <a:pt x="72961" y="35916"/>
                  </a:lnTo>
                  <a:lnTo>
                    <a:pt x="73623" y="38954"/>
                  </a:lnTo>
                  <a:lnTo>
                    <a:pt x="71438" y="40164"/>
                  </a:lnTo>
                  <a:lnTo>
                    <a:pt x="70612" y="40623"/>
                  </a:lnTo>
                  <a:lnTo>
                    <a:pt x="67980" y="44332"/>
                  </a:lnTo>
                  <a:lnTo>
                    <a:pt x="68677" y="44668"/>
                  </a:lnTo>
                  <a:lnTo>
                    <a:pt x="69992" y="45301"/>
                  </a:lnTo>
                  <a:lnTo>
                    <a:pt x="74672" y="44602"/>
                  </a:lnTo>
                  <a:lnTo>
                    <a:pt x="76730" y="45475"/>
                  </a:lnTo>
                  <a:lnTo>
                    <a:pt x="81146" y="47342"/>
                  </a:lnTo>
                  <a:lnTo>
                    <a:pt x="82416" y="47475"/>
                  </a:lnTo>
                  <a:lnTo>
                    <a:pt x="86355" y="48186"/>
                  </a:lnTo>
                  <a:lnTo>
                    <a:pt x="86892" y="48283"/>
                  </a:lnTo>
                  <a:lnTo>
                    <a:pt x="87047" y="48202"/>
                  </a:lnTo>
                  <a:lnTo>
                    <a:pt x="87351" y="48037"/>
                  </a:lnTo>
                  <a:lnTo>
                    <a:pt x="88427" y="47467"/>
                  </a:lnTo>
                  <a:lnTo>
                    <a:pt x="90383" y="49133"/>
                  </a:lnTo>
                  <a:lnTo>
                    <a:pt x="98113" y="55768"/>
                  </a:lnTo>
                  <a:lnTo>
                    <a:pt x="98710" y="56277"/>
                  </a:lnTo>
                  <a:lnTo>
                    <a:pt x="99573" y="57000"/>
                  </a:lnTo>
                  <a:lnTo>
                    <a:pt x="99109" y="62147"/>
                  </a:lnTo>
                  <a:lnTo>
                    <a:pt x="100512" y="64426"/>
                  </a:lnTo>
                  <a:lnTo>
                    <a:pt x="101427" y="67437"/>
                  </a:lnTo>
                  <a:lnTo>
                    <a:pt x="103004" y="71319"/>
                  </a:lnTo>
                  <a:lnTo>
                    <a:pt x="101844" y="72432"/>
                  </a:lnTo>
                  <a:lnTo>
                    <a:pt x="101548" y="72711"/>
                  </a:lnTo>
                  <a:lnTo>
                    <a:pt x="101325" y="72909"/>
                  </a:lnTo>
                  <a:lnTo>
                    <a:pt x="100643" y="73495"/>
                  </a:lnTo>
                  <a:lnTo>
                    <a:pt x="100484" y="73644"/>
                  </a:lnTo>
                  <a:lnTo>
                    <a:pt x="99927" y="74155"/>
                  </a:lnTo>
                  <a:lnTo>
                    <a:pt x="99025" y="75023"/>
                  </a:lnTo>
                  <a:lnTo>
                    <a:pt x="98582" y="75468"/>
                  </a:lnTo>
                  <a:lnTo>
                    <a:pt x="97845" y="76222"/>
                  </a:lnTo>
                  <a:lnTo>
                    <a:pt x="97641" y="76420"/>
                  </a:lnTo>
                  <a:lnTo>
                    <a:pt x="96837" y="77235"/>
                  </a:lnTo>
                  <a:lnTo>
                    <a:pt x="96675" y="77398"/>
                  </a:lnTo>
                  <a:lnTo>
                    <a:pt x="95360" y="78776"/>
                  </a:lnTo>
                  <a:lnTo>
                    <a:pt x="95011" y="78854"/>
                  </a:lnTo>
                  <a:lnTo>
                    <a:pt x="94652" y="78550"/>
                  </a:lnTo>
                  <a:lnTo>
                    <a:pt x="94073" y="78025"/>
                  </a:lnTo>
                  <a:lnTo>
                    <a:pt x="93920" y="78089"/>
                  </a:lnTo>
                  <a:lnTo>
                    <a:pt x="93720" y="78392"/>
                  </a:lnTo>
                  <a:lnTo>
                    <a:pt x="93478" y="78770"/>
                  </a:lnTo>
                  <a:lnTo>
                    <a:pt x="92717" y="79974"/>
                  </a:lnTo>
                  <a:lnTo>
                    <a:pt x="90734" y="79889"/>
                  </a:lnTo>
                  <a:lnTo>
                    <a:pt x="81249" y="79366"/>
                  </a:lnTo>
                  <a:lnTo>
                    <a:pt x="78465" y="79024"/>
                  </a:lnTo>
                  <a:lnTo>
                    <a:pt x="77191" y="77971"/>
                  </a:lnTo>
                  <a:lnTo>
                    <a:pt x="75602" y="76659"/>
                  </a:lnTo>
                  <a:lnTo>
                    <a:pt x="74878" y="76060"/>
                  </a:lnTo>
                  <a:lnTo>
                    <a:pt x="73450" y="74889"/>
                  </a:lnTo>
                  <a:lnTo>
                    <a:pt x="72681" y="74259"/>
                  </a:lnTo>
                  <a:lnTo>
                    <a:pt x="73035" y="73164"/>
                  </a:lnTo>
                  <a:lnTo>
                    <a:pt x="73232" y="72768"/>
                  </a:lnTo>
                  <a:lnTo>
                    <a:pt x="73121" y="72467"/>
                  </a:lnTo>
                  <a:lnTo>
                    <a:pt x="72864" y="71930"/>
                  </a:lnTo>
                  <a:lnTo>
                    <a:pt x="72730" y="71717"/>
                  </a:lnTo>
                  <a:lnTo>
                    <a:pt x="72596" y="71643"/>
                  </a:lnTo>
                  <a:lnTo>
                    <a:pt x="72418" y="71546"/>
                  </a:lnTo>
                  <a:lnTo>
                    <a:pt x="72229" y="71505"/>
                  </a:lnTo>
                  <a:lnTo>
                    <a:pt x="72008" y="71524"/>
                  </a:lnTo>
                  <a:lnTo>
                    <a:pt x="71768" y="71646"/>
                  </a:lnTo>
                  <a:lnTo>
                    <a:pt x="71601" y="71729"/>
                  </a:lnTo>
                  <a:lnTo>
                    <a:pt x="71370" y="71971"/>
                  </a:lnTo>
                  <a:lnTo>
                    <a:pt x="71234" y="72337"/>
                  </a:lnTo>
                  <a:lnTo>
                    <a:pt x="71043" y="72462"/>
                  </a:lnTo>
                  <a:lnTo>
                    <a:pt x="70951" y="72721"/>
                  </a:lnTo>
                  <a:lnTo>
                    <a:pt x="70927" y="72936"/>
                  </a:lnTo>
                  <a:lnTo>
                    <a:pt x="70960" y="73368"/>
                  </a:lnTo>
                  <a:lnTo>
                    <a:pt x="70897" y="73515"/>
                  </a:lnTo>
                  <a:lnTo>
                    <a:pt x="70760" y="73799"/>
                  </a:lnTo>
                  <a:lnTo>
                    <a:pt x="70564" y="74045"/>
                  </a:lnTo>
                  <a:lnTo>
                    <a:pt x="70436" y="74058"/>
                  </a:lnTo>
                  <a:lnTo>
                    <a:pt x="69761" y="73840"/>
                  </a:lnTo>
                  <a:lnTo>
                    <a:pt x="69506" y="73674"/>
                  </a:lnTo>
                  <a:lnTo>
                    <a:pt x="69328" y="73590"/>
                  </a:lnTo>
                  <a:lnTo>
                    <a:pt x="69137" y="73494"/>
                  </a:lnTo>
                  <a:lnTo>
                    <a:pt x="68962" y="73718"/>
                  </a:lnTo>
                  <a:lnTo>
                    <a:pt x="68799" y="73842"/>
                  </a:lnTo>
                  <a:lnTo>
                    <a:pt x="68654" y="73929"/>
                  </a:lnTo>
                  <a:lnTo>
                    <a:pt x="68511" y="74015"/>
                  </a:lnTo>
                  <a:lnTo>
                    <a:pt x="68295" y="74061"/>
                  </a:lnTo>
                  <a:lnTo>
                    <a:pt x="68156" y="74151"/>
                  </a:lnTo>
                  <a:lnTo>
                    <a:pt x="68024" y="74440"/>
                  </a:lnTo>
                  <a:lnTo>
                    <a:pt x="67887" y="74864"/>
                  </a:lnTo>
                  <a:lnTo>
                    <a:pt x="67734" y="74835"/>
                  </a:lnTo>
                  <a:lnTo>
                    <a:pt x="67263" y="74498"/>
                  </a:lnTo>
                  <a:lnTo>
                    <a:pt x="65312" y="74577"/>
                  </a:lnTo>
                  <a:lnTo>
                    <a:pt x="64882" y="74667"/>
                  </a:lnTo>
                  <a:lnTo>
                    <a:pt x="64476" y="74743"/>
                  </a:lnTo>
                  <a:lnTo>
                    <a:pt x="64327" y="74757"/>
                  </a:lnTo>
                  <a:lnTo>
                    <a:pt x="63634" y="74992"/>
                  </a:lnTo>
                  <a:lnTo>
                    <a:pt x="63438" y="75042"/>
                  </a:lnTo>
                  <a:lnTo>
                    <a:pt x="63050" y="75122"/>
                  </a:lnTo>
                  <a:lnTo>
                    <a:pt x="62713" y="75193"/>
                  </a:lnTo>
                  <a:lnTo>
                    <a:pt x="62547" y="75233"/>
                  </a:lnTo>
                  <a:lnTo>
                    <a:pt x="62215" y="75356"/>
                  </a:lnTo>
                  <a:lnTo>
                    <a:pt x="61336" y="74546"/>
                  </a:lnTo>
                  <a:lnTo>
                    <a:pt x="61078" y="74521"/>
                  </a:lnTo>
                  <a:lnTo>
                    <a:pt x="60691" y="74587"/>
                  </a:lnTo>
                  <a:lnTo>
                    <a:pt x="60452" y="74552"/>
                  </a:lnTo>
                  <a:lnTo>
                    <a:pt x="60001" y="75062"/>
                  </a:lnTo>
                  <a:lnTo>
                    <a:pt x="59862" y="75648"/>
                  </a:lnTo>
                  <a:lnTo>
                    <a:pt x="59787" y="75875"/>
                  </a:lnTo>
                  <a:lnTo>
                    <a:pt x="59407" y="76039"/>
                  </a:lnTo>
                  <a:lnTo>
                    <a:pt x="58988" y="76088"/>
                  </a:lnTo>
                  <a:lnTo>
                    <a:pt x="58168" y="76263"/>
                  </a:lnTo>
                  <a:lnTo>
                    <a:pt x="57680" y="76813"/>
                  </a:lnTo>
                  <a:lnTo>
                    <a:pt x="57421" y="77053"/>
                  </a:lnTo>
                  <a:lnTo>
                    <a:pt x="57358" y="77273"/>
                  </a:lnTo>
                  <a:lnTo>
                    <a:pt x="57063" y="77391"/>
                  </a:lnTo>
                  <a:lnTo>
                    <a:pt x="56976" y="77518"/>
                  </a:lnTo>
                  <a:lnTo>
                    <a:pt x="56272" y="77860"/>
                  </a:lnTo>
                  <a:lnTo>
                    <a:pt x="56147" y="77994"/>
                  </a:lnTo>
                  <a:lnTo>
                    <a:pt x="56188" y="77722"/>
                  </a:lnTo>
                  <a:lnTo>
                    <a:pt x="56186" y="77571"/>
                  </a:lnTo>
                  <a:lnTo>
                    <a:pt x="56174" y="77375"/>
                  </a:lnTo>
                  <a:lnTo>
                    <a:pt x="56133" y="77128"/>
                  </a:lnTo>
                  <a:lnTo>
                    <a:pt x="56068" y="76828"/>
                  </a:lnTo>
                  <a:lnTo>
                    <a:pt x="56071" y="76659"/>
                  </a:lnTo>
                  <a:lnTo>
                    <a:pt x="55913" y="76481"/>
                  </a:lnTo>
                  <a:lnTo>
                    <a:pt x="55898" y="76160"/>
                  </a:lnTo>
                  <a:lnTo>
                    <a:pt x="55974" y="75475"/>
                  </a:lnTo>
                  <a:lnTo>
                    <a:pt x="55833" y="75235"/>
                  </a:lnTo>
                  <a:lnTo>
                    <a:pt x="55550" y="75260"/>
                  </a:lnTo>
                  <a:lnTo>
                    <a:pt x="55344" y="75272"/>
                  </a:lnTo>
                  <a:lnTo>
                    <a:pt x="55120" y="75314"/>
                  </a:lnTo>
                  <a:lnTo>
                    <a:pt x="54731" y="75420"/>
                  </a:lnTo>
                  <a:lnTo>
                    <a:pt x="54509" y="75505"/>
                  </a:lnTo>
                  <a:lnTo>
                    <a:pt x="54194" y="75947"/>
                  </a:lnTo>
                  <a:lnTo>
                    <a:pt x="52791" y="74488"/>
                  </a:lnTo>
                  <a:lnTo>
                    <a:pt x="52458" y="74492"/>
                  </a:lnTo>
                  <a:lnTo>
                    <a:pt x="52043" y="74592"/>
                  </a:lnTo>
                  <a:lnTo>
                    <a:pt x="51878" y="74411"/>
                  </a:lnTo>
                  <a:lnTo>
                    <a:pt x="51071" y="74964"/>
                  </a:lnTo>
                  <a:lnTo>
                    <a:pt x="50647" y="75035"/>
                  </a:lnTo>
                  <a:lnTo>
                    <a:pt x="49874" y="74855"/>
                  </a:lnTo>
                  <a:lnTo>
                    <a:pt x="49888" y="74630"/>
                  </a:lnTo>
                  <a:lnTo>
                    <a:pt x="49918" y="73983"/>
                  </a:lnTo>
                  <a:lnTo>
                    <a:pt x="49636" y="73580"/>
                  </a:lnTo>
                  <a:lnTo>
                    <a:pt x="49198" y="73546"/>
                  </a:lnTo>
                  <a:lnTo>
                    <a:pt x="48446" y="73195"/>
                  </a:lnTo>
                  <a:lnTo>
                    <a:pt x="48307" y="73232"/>
                  </a:lnTo>
                  <a:lnTo>
                    <a:pt x="47986" y="73394"/>
                  </a:lnTo>
                  <a:lnTo>
                    <a:pt x="45520" y="73883"/>
                  </a:lnTo>
                  <a:lnTo>
                    <a:pt x="45557" y="74029"/>
                  </a:lnTo>
                  <a:lnTo>
                    <a:pt x="45749" y="74439"/>
                  </a:lnTo>
                  <a:lnTo>
                    <a:pt x="44481" y="73756"/>
                  </a:lnTo>
                  <a:lnTo>
                    <a:pt x="44364" y="73603"/>
                  </a:lnTo>
                  <a:lnTo>
                    <a:pt x="43173" y="73394"/>
                  </a:lnTo>
                  <a:lnTo>
                    <a:pt x="42906" y="73429"/>
                  </a:lnTo>
                  <a:lnTo>
                    <a:pt x="42512" y="73444"/>
                  </a:lnTo>
                  <a:lnTo>
                    <a:pt x="42368" y="73446"/>
                  </a:lnTo>
                  <a:lnTo>
                    <a:pt x="42158" y="73440"/>
                  </a:lnTo>
                  <a:lnTo>
                    <a:pt x="41977" y="73399"/>
                  </a:lnTo>
                  <a:lnTo>
                    <a:pt x="41768" y="73543"/>
                  </a:lnTo>
                  <a:lnTo>
                    <a:pt x="41499" y="73705"/>
                  </a:lnTo>
                  <a:lnTo>
                    <a:pt x="40987" y="73717"/>
                  </a:lnTo>
                  <a:lnTo>
                    <a:pt x="40827" y="73657"/>
                  </a:lnTo>
                  <a:lnTo>
                    <a:pt x="40433" y="73591"/>
                  </a:lnTo>
                  <a:lnTo>
                    <a:pt x="40214" y="73645"/>
                  </a:lnTo>
                  <a:lnTo>
                    <a:pt x="40014" y="73687"/>
                  </a:lnTo>
                  <a:lnTo>
                    <a:pt x="39719" y="73689"/>
                  </a:lnTo>
                  <a:lnTo>
                    <a:pt x="39566" y="73961"/>
                  </a:lnTo>
                  <a:lnTo>
                    <a:pt x="38940" y="73962"/>
                  </a:lnTo>
                  <a:lnTo>
                    <a:pt x="38750" y="73989"/>
                  </a:lnTo>
                  <a:lnTo>
                    <a:pt x="38148" y="73987"/>
                  </a:lnTo>
                  <a:lnTo>
                    <a:pt x="37890" y="73970"/>
                  </a:lnTo>
                  <a:lnTo>
                    <a:pt x="37749" y="73953"/>
                  </a:lnTo>
                  <a:lnTo>
                    <a:pt x="37560" y="73946"/>
                  </a:lnTo>
                  <a:lnTo>
                    <a:pt x="37310" y="74007"/>
                  </a:lnTo>
                  <a:lnTo>
                    <a:pt x="36908" y="74180"/>
                  </a:lnTo>
                  <a:lnTo>
                    <a:pt x="36633" y="74309"/>
                  </a:lnTo>
                  <a:lnTo>
                    <a:pt x="36022" y="74958"/>
                  </a:lnTo>
                  <a:lnTo>
                    <a:pt x="35432" y="75392"/>
                  </a:lnTo>
                  <a:lnTo>
                    <a:pt x="34954" y="75346"/>
                  </a:lnTo>
                  <a:lnTo>
                    <a:pt x="34658" y="75452"/>
                  </a:lnTo>
                  <a:lnTo>
                    <a:pt x="34125" y="75440"/>
                  </a:lnTo>
                  <a:lnTo>
                    <a:pt x="33887" y="75420"/>
                  </a:lnTo>
                  <a:lnTo>
                    <a:pt x="33346" y="75387"/>
                  </a:lnTo>
                  <a:lnTo>
                    <a:pt x="33127" y="75421"/>
                  </a:lnTo>
                  <a:lnTo>
                    <a:pt x="32804" y="75482"/>
                  </a:lnTo>
                  <a:lnTo>
                    <a:pt x="32572" y="75552"/>
                  </a:lnTo>
                  <a:lnTo>
                    <a:pt x="31727" y="75914"/>
                  </a:lnTo>
                  <a:lnTo>
                    <a:pt x="30880" y="76141"/>
                  </a:lnTo>
                  <a:lnTo>
                    <a:pt x="30722" y="76232"/>
                  </a:lnTo>
                  <a:lnTo>
                    <a:pt x="30548" y="76231"/>
                  </a:lnTo>
                  <a:lnTo>
                    <a:pt x="30011" y="75980"/>
                  </a:lnTo>
                  <a:lnTo>
                    <a:pt x="29807" y="75834"/>
                  </a:lnTo>
                  <a:lnTo>
                    <a:pt x="29523" y="75703"/>
                  </a:lnTo>
                  <a:lnTo>
                    <a:pt x="29699" y="75518"/>
                  </a:lnTo>
                  <a:lnTo>
                    <a:pt x="29629" y="75209"/>
                  </a:lnTo>
                  <a:lnTo>
                    <a:pt x="29610" y="74786"/>
                  </a:lnTo>
                  <a:lnTo>
                    <a:pt x="29638" y="74606"/>
                  </a:lnTo>
                  <a:lnTo>
                    <a:pt x="29097" y="74743"/>
                  </a:lnTo>
                  <a:lnTo>
                    <a:pt x="28274" y="74832"/>
                  </a:lnTo>
                  <a:lnTo>
                    <a:pt x="28081" y="74856"/>
                  </a:lnTo>
                  <a:lnTo>
                    <a:pt x="27875" y="74905"/>
                  </a:lnTo>
                  <a:lnTo>
                    <a:pt x="27604" y="74894"/>
                  </a:lnTo>
                  <a:lnTo>
                    <a:pt x="27277" y="74918"/>
                  </a:lnTo>
                  <a:lnTo>
                    <a:pt x="27132" y="74902"/>
                  </a:lnTo>
                  <a:lnTo>
                    <a:pt x="26806" y="74758"/>
                  </a:lnTo>
                  <a:lnTo>
                    <a:pt x="25816" y="74766"/>
                  </a:lnTo>
                  <a:lnTo>
                    <a:pt x="25647" y="74757"/>
                  </a:lnTo>
                  <a:lnTo>
                    <a:pt x="25249" y="74601"/>
                  </a:lnTo>
                  <a:lnTo>
                    <a:pt x="22905" y="73319"/>
                  </a:lnTo>
                  <a:lnTo>
                    <a:pt x="22904" y="71375"/>
                  </a:lnTo>
                  <a:lnTo>
                    <a:pt x="24737" y="68604"/>
                  </a:lnTo>
                  <a:lnTo>
                    <a:pt x="26085" y="64381"/>
                  </a:lnTo>
                  <a:lnTo>
                    <a:pt x="26316" y="63656"/>
                  </a:lnTo>
                  <a:lnTo>
                    <a:pt x="27098" y="58190"/>
                  </a:lnTo>
                  <a:lnTo>
                    <a:pt x="21913" y="58867"/>
                  </a:lnTo>
                  <a:lnTo>
                    <a:pt x="21416" y="59247"/>
                  </a:lnTo>
                  <a:lnTo>
                    <a:pt x="20295" y="59705"/>
                  </a:lnTo>
                  <a:lnTo>
                    <a:pt x="20142" y="60110"/>
                  </a:lnTo>
                  <a:lnTo>
                    <a:pt x="19966" y="60270"/>
                  </a:lnTo>
                  <a:lnTo>
                    <a:pt x="19875" y="60075"/>
                  </a:lnTo>
                  <a:lnTo>
                    <a:pt x="19742" y="59950"/>
                  </a:lnTo>
                  <a:lnTo>
                    <a:pt x="19644" y="59713"/>
                  </a:lnTo>
                  <a:lnTo>
                    <a:pt x="18765" y="59251"/>
                  </a:lnTo>
                  <a:lnTo>
                    <a:pt x="18294" y="58869"/>
                  </a:lnTo>
                  <a:lnTo>
                    <a:pt x="17714" y="58366"/>
                  </a:lnTo>
                  <a:lnTo>
                    <a:pt x="17373" y="58083"/>
                  </a:lnTo>
                  <a:lnTo>
                    <a:pt x="16948" y="57722"/>
                  </a:lnTo>
                  <a:lnTo>
                    <a:pt x="16686" y="57516"/>
                  </a:lnTo>
                  <a:lnTo>
                    <a:pt x="16417" y="57280"/>
                  </a:lnTo>
                  <a:lnTo>
                    <a:pt x="15842" y="56796"/>
                  </a:lnTo>
                  <a:lnTo>
                    <a:pt x="15516" y="56523"/>
                  </a:lnTo>
                  <a:lnTo>
                    <a:pt x="15156" y="56219"/>
                  </a:lnTo>
                  <a:lnTo>
                    <a:pt x="14641" y="55780"/>
                  </a:lnTo>
                  <a:lnTo>
                    <a:pt x="14348" y="55534"/>
                  </a:lnTo>
                  <a:lnTo>
                    <a:pt x="14145" y="55372"/>
                  </a:lnTo>
                  <a:lnTo>
                    <a:pt x="13987" y="55229"/>
                  </a:lnTo>
                  <a:lnTo>
                    <a:pt x="13309" y="54682"/>
                  </a:lnTo>
                  <a:lnTo>
                    <a:pt x="12788" y="54237"/>
                  </a:lnTo>
                  <a:lnTo>
                    <a:pt x="12405" y="53911"/>
                  </a:lnTo>
                  <a:lnTo>
                    <a:pt x="12258" y="53775"/>
                  </a:lnTo>
                  <a:lnTo>
                    <a:pt x="11787" y="53392"/>
                  </a:lnTo>
                  <a:lnTo>
                    <a:pt x="11556" y="53200"/>
                  </a:lnTo>
                  <a:lnTo>
                    <a:pt x="11279" y="52952"/>
                  </a:lnTo>
                  <a:lnTo>
                    <a:pt x="11017" y="52740"/>
                  </a:lnTo>
                  <a:lnTo>
                    <a:pt x="10538" y="52343"/>
                  </a:lnTo>
                  <a:lnTo>
                    <a:pt x="10105" y="52014"/>
                  </a:lnTo>
                  <a:lnTo>
                    <a:pt x="9643" y="51718"/>
                  </a:lnTo>
                  <a:lnTo>
                    <a:pt x="9102" y="51692"/>
                  </a:lnTo>
                  <a:lnTo>
                    <a:pt x="8476" y="51675"/>
                  </a:lnTo>
                  <a:lnTo>
                    <a:pt x="8157" y="51660"/>
                  </a:lnTo>
                  <a:lnTo>
                    <a:pt x="7926" y="51651"/>
                  </a:lnTo>
                  <a:lnTo>
                    <a:pt x="7737" y="51646"/>
                  </a:lnTo>
                  <a:lnTo>
                    <a:pt x="6094" y="51646"/>
                  </a:lnTo>
                  <a:lnTo>
                    <a:pt x="5964" y="51657"/>
                  </a:lnTo>
                  <a:lnTo>
                    <a:pt x="5456" y="51636"/>
                  </a:lnTo>
                  <a:lnTo>
                    <a:pt x="5253" y="51634"/>
                  </a:lnTo>
                  <a:lnTo>
                    <a:pt x="5089" y="51631"/>
                  </a:lnTo>
                  <a:lnTo>
                    <a:pt x="4582" y="51613"/>
                  </a:lnTo>
                  <a:lnTo>
                    <a:pt x="4226" y="51596"/>
                  </a:lnTo>
                  <a:lnTo>
                    <a:pt x="3887" y="51590"/>
                  </a:lnTo>
                  <a:lnTo>
                    <a:pt x="3697" y="51578"/>
                  </a:lnTo>
                  <a:lnTo>
                    <a:pt x="3358" y="51572"/>
                  </a:lnTo>
                  <a:lnTo>
                    <a:pt x="2725" y="51548"/>
                  </a:lnTo>
                  <a:lnTo>
                    <a:pt x="2023" y="51523"/>
                  </a:lnTo>
                  <a:lnTo>
                    <a:pt x="1827" y="51523"/>
                  </a:lnTo>
                  <a:lnTo>
                    <a:pt x="1954" y="49461"/>
                  </a:lnTo>
                  <a:lnTo>
                    <a:pt x="1676" y="49375"/>
                  </a:lnTo>
                  <a:lnTo>
                    <a:pt x="1501" y="49291"/>
                  </a:lnTo>
                  <a:lnTo>
                    <a:pt x="1032" y="49182"/>
                  </a:lnTo>
                  <a:lnTo>
                    <a:pt x="412" y="49146"/>
                  </a:lnTo>
                  <a:lnTo>
                    <a:pt x="425" y="49399"/>
                  </a:lnTo>
                  <a:lnTo>
                    <a:pt x="446" y="49600"/>
                  </a:lnTo>
                  <a:lnTo>
                    <a:pt x="484" y="50466"/>
                  </a:lnTo>
                  <a:lnTo>
                    <a:pt x="467" y="50678"/>
                  </a:lnTo>
                  <a:lnTo>
                    <a:pt x="461" y="51089"/>
                  </a:lnTo>
                  <a:lnTo>
                    <a:pt x="479" y="51262"/>
                  </a:lnTo>
                  <a:lnTo>
                    <a:pt x="545" y="51548"/>
                  </a:lnTo>
                  <a:lnTo>
                    <a:pt x="560" y="51915"/>
                  </a:lnTo>
                  <a:lnTo>
                    <a:pt x="547" y="52320"/>
                  </a:lnTo>
                  <a:lnTo>
                    <a:pt x="596" y="52723"/>
                  </a:lnTo>
                  <a:lnTo>
                    <a:pt x="629" y="52910"/>
                  </a:lnTo>
                  <a:lnTo>
                    <a:pt x="639" y="53438"/>
                  </a:lnTo>
                  <a:lnTo>
                    <a:pt x="657" y="53572"/>
                  </a:lnTo>
                  <a:lnTo>
                    <a:pt x="676" y="53769"/>
                  </a:lnTo>
                  <a:lnTo>
                    <a:pt x="697" y="54092"/>
                  </a:lnTo>
                  <a:lnTo>
                    <a:pt x="669" y="54615"/>
                  </a:lnTo>
                  <a:lnTo>
                    <a:pt x="704" y="54969"/>
                  </a:lnTo>
                  <a:lnTo>
                    <a:pt x="694" y="56454"/>
                  </a:lnTo>
                  <a:lnTo>
                    <a:pt x="755" y="56595"/>
                  </a:lnTo>
                  <a:lnTo>
                    <a:pt x="813" y="56731"/>
                  </a:lnTo>
                  <a:lnTo>
                    <a:pt x="921" y="56981"/>
                  </a:lnTo>
                  <a:lnTo>
                    <a:pt x="1018" y="57287"/>
                  </a:lnTo>
                  <a:lnTo>
                    <a:pt x="1107" y="57426"/>
                  </a:lnTo>
                  <a:lnTo>
                    <a:pt x="1286" y="57871"/>
                  </a:lnTo>
                  <a:lnTo>
                    <a:pt x="1365" y="58049"/>
                  </a:lnTo>
                  <a:lnTo>
                    <a:pt x="1469" y="58340"/>
                  </a:lnTo>
                  <a:lnTo>
                    <a:pt x="1632" y="58712"/>
                  </a:lnTo>
                  <a:lnTo>
                    <a:pt x="1829" y="59130"/>
                  </a:lnTo>
                  <a:lnTo>
                    <a:pt x="1944" y="59389"/>
                  </a:lnTo>
                  <a:lnTo>
                    <a:pt x="2388" y="60019"/>
                  </a:lnTo>
                  <a:lnTo>
                    <a:pt x="2628" y="60456"/>
                  </a:lnTo>
                  <a:lnTo>
                    <a:pt x="2755" y="60821"/>
                  </a:lnTo>
                  <a:lnTo>
                    <a:pt x="2847" y="61243"/>
                  </a:lnTo>
                  <a:lnTo>
                    <a:pt x="3169" y="61803"/>
                  </a:lnTo>
                  <a:lnTo>
                    <a:pt x="3213" y="61994"/>
                  </a:lnTo>
                  <a:lnTo>
                    <a:pt x="3327" y="62387"/>
                  </a:lnTo>
                  <a:lnTo>
                    <a:pt x="3394" y="62640"/>
                  </a:lnTo>
                  <a:lnTo>
                    <a:pt x="3437" y="62800"/>
                  </a:lnTo>
                  <a:lnTo>
                    <a:pt x="3493" y="63081"/>
                  </a:lnTo>
                  <a:lnTo>
                    <a:pt x="3516" y="63215"/>
                  </a:lnTo>
                  <a:lnTo>
                    <a:pt x="3725" y="63938"/>
                  </a:lnTo>
                  <a:lnTo>
                    <a:pt x="3778" y="64161"/>
                  </a:lnTo>
                  <a:lnTo>
                    <a:pt x="4014" y="64504"/>
                  </a:lnTo>
                  <a:lnTo>
                    <a:pt x="4468" y="65164"/>
                  </a:lnTo>
                  <a:lnTo>
                    <a:pt x="4524" y="65325"/>
                  </a:lnTo>
                  <a:lnTo>
                    <a:pt x="4786" y="65596"/>
                  </a:lnTo>
                  <a:lnTo>
                    <a:pt x="5330" y="66266"/>
                  </a:lnTo>
                  <a:lnTo>
                    <a:pt x="5383" y="66475"/>
                  </a:lnTo>
                  <a:lnTo>
                    <a:pt x="5521" y="66868"/>
                  </a:lnTo>
                  <a:lnTo>
                    <a:pt x="5592" y="67064"/>
                  </a:lnTo>
                  <a:lnTo>
                    <a:pt x="5673" y="67460"/>
                  </a:lnTo>
                  <a:lnTo>
                    <a:pt x="5710" y="67595"/>
                  </a:lnTo>
                  <a:lnTo>
                    <a:pt x="5882" y="68153"/>
                  </a:lnTo>
                  <a:lnTo>
                    <a:pt x="5900" y="68387"/>
                  </a:lnTo>
                  <a:lnTo>
                    <a:pt x="5919" y="68576"/>
                  </a:lnTo>
                  <a:lnTo>
                    <a:pt x="5919" y="68872"/>
                  </a:lnTo>
                  <a:lnTo>
                    <a:pt x="5952" y="69063"/>
                  </a:lnTo>
                  <a:lnTo>
                    <a:pt x="6061" y="69499"/>
                  </a:lnTo>
                  <a:lnTo>
                    <a:pt x="6144" y="69816"/>
                  </a:lnTo>
                  <a:lnTo>
                    <a:pt x="6228" y="70217"/>
                  </a:lnTo>
                  <a:lnTo>
                    <a:pt x="6486" y="71087"/>
                  </a:lnTo>
                  <a:lnTo>
                    <a:pt x="6551" y="71231"/>
                  </a:lnTo>
                  <a:lnTo>
                    <a:pt x="6699" y="71552"/>
                  </a:lnTo>
                  <a:lnTo>
                    <a:pt x="6782" y="71733"/>
                  </a:lnTo>
                  <a:lnTo>
                    <a:pt x="6858" y="71871"/>
                  </a:lnTo>
                  <a:lnTo>
                    <a:pt x="6961" y="72081"/>
                  </a:lnTo>
                  <a:lnTo>
                    <a:pt x="7083" y="72331"/>
                  </a:lnTo>
                  <a:lnTo>
                    <a:pt x="7231" y="72625"/>
                  </a:lnTo>
                  <a:lnTo>
                    <a:pt x="7450" y="73089"/>
                  </a:lnTo>
                  <a:lnTo>
                    <a:pt x="7526" y="73263"/>
                  </a:lnTo>
                  <a:lnTo>
                    <a:pt x="7588" y="73405"/>
                  </a:lnTo>
                  <a:lnTo>
                    <a:pt x="7768" y="73868"/>
                  </a:lnTo>
                  <a:lnTo>
                    <a:pt x="7959" y="74371"/>
                  </a:lnTo>
                  <a:lnTo>
                    <a:pt x="8068" y="74641"/>
                  </a:lnTo>
                  <a:lnTo>
                    <a:pt x="8162" y="74877"/>
                  </a:lnTo>
                  <a:lnTo>
                    <a:pt x="8354" y="75331"/>
                  </a:lnTo>
                  <a:lnTo>
                    <a:pt x="8405" y="75464"/>
                  </a:lnTo>
                  <a:lnTo>
                    <a:pt x="8577" y="76008"/>
                  </a:lnTo>
                  <a:lnTo>
                    <a:pt x="8657" y="76259"/>
                  </a:lnTo>
                  <a:lnTo>
                    <a:pt x="8728" y="76491"/>
                  </a:lnTo>
                  <a:lnTo>
                    <a:pt x="8832" y="76729"/>
                  </a:lnTo>
                  <a:lnTo>
                    <a:pt x="8902" y="76898"/>
                  </a:lnTo>
                  <a:lnTo>
                    <a:pt x="9061" y="77267"/>
                  </a:lnTo>
                  <a:lnTo>
                    <a:pt x="9165" y="77519"/>
                  </a:lnTo>
                  <a:lnTo>
                    <a:pt x="9328" y="77885"/>
                  </a:lnTo>
                  <a:lnTo>
                    <a:pt x="9511" y="78350"/>
                  </a:lnTo>
                  <a:lnTo>
                    <a:pt x="9602" y="78585"/>
                  </a:lnTo>
                  <a:lnTo>
                    <a:pt x="9684" y="78805"/>
                  </a:lnTo>
                  <a:lnTo>
                    <a:pt x="9841" y="79223"/>
                  </a:lnTo>
                  <a:lnTo>
                    <a:pt x="9908" y="79401"/>
                  </a:lnTo>
                  <a:lnTo>
                    <a:pt x="10098" y="79894"/>
                  </a:lnTo>
                  <a:lnTo>
                    <a:pt x="10424" y="80601"/>
                  </a:lnTo>
                  <a:lnTo>
                    <a:pt x="10498" y="80729"/>
                  </a:lnTo>
                  <a:lnTo>
                    <a:pt x="10661" y="81036"/>
                  </a:lnTo>
                  <a:lnTo>
                    <a:pt x="10763" y="81224"/>
                  </a:lnTo>
                  <a:lnTo>
                    <a:pt x="10957" y="81584"/>
                  </a:lnTo>
                  <a:lnTo>
                    <a:pt x="11070" y="81800"/>
                  </a:lnTo>
                  <a:lnTo>
                    <a:pt x="11192" y="82016"/>
                  </a:lnTo>
                  <a:lnTo>
                    <a:pt x="11372" y="82348"/>
                  </a:lnTo>
                  <a:lnTo>
                    <a:pt x="11447" y="82484"/>
                  </a:lnTo>
                  <a:lnTo>
                    <a:pt x="11559" y="82682"/>
                  </a:lnTo>
                  <a:lnTo>
                    <a:pt x="11655" y="82849"/>
                  </a:lnTo>
                  <a:lnTo>
                    <a:pt x="11748" y="83019"/>
                  </a:lnTo>
                  <a:lnTo>
                    <a:pt x="11914" y="83313"/>
                  </a:lnTo>
                  <a:lnTo>
                    <a:pt x="12213" y="83868"/>
                  </a:lnTo>
                  <a:lnTo>
                    <a:pt x="12353" y="84116"/>
                  </a:lnTo>
                  <a:lnTo>
                    <a:pt x="12523" y="84429"/>
                  </a:lnTo>
                  <a:lnTo>
                    <a:pt x="12594" y="84558"/>
                  </a:lnTo>
                  <a:lnTo>
                    <a:pt x="12727" y="84780"/>
                  </a:lnTo>
                  <a:lnTo>
                    <a:pt x="12816" y="84944"/>
                  </a:lnTo>
                  <a:lnTo>
                    <a:pt x="12924" y="85143"/>
                  </a:lnTo>
                  <a:lnTo>
                    <a:pt x="13077" y="85424"/>
                  </a:lnTo>
                  <a:lnTo>
                    <a:pt x="13204" y="85652"/>
                  </a:lnTo>
                  <a:lnTo>
                    <a:pt x="13357" y="85914"/>
                  </a:lnTo>
                  <a:lnTo>
                    <a:pt x="13684" y="86512"/>
                  </a:lnTo>
                  <a:lnTo>
                    <a:pt x="13785" y="86694"/>
                  </a:lnTo>
                  <a:lnTo>
                    <a:pt x="13942" y="86982"/>
                  </a:lnTo>
                  <a:lnTo>
                    <a:pt x="14024" y="87133"/>
                  </a:lnTo>
                  <a:lnTo>
                    <a:pt x="14109" y="87289"/>
                  </a:lnTo>
                  <a:lnTo>
                    <a:pt x="14224" y="87510"/>
                  </a:lnTo>
                  <a:lnTo>
                    <a:pt x="14549" y="88111"/>
                  </a:lnTo>
                  <a:lnTo>
                    <a:pt x="14851" y="88638"/>
                  </a:lnTo>
                  <a:lnTo>
                    <a:pt x="14966" y="88838"/>
                  </a:lnTo>
                  <a:lnTo>
                    <a:pt x="15043" y="88971"/>
                  </a:lnTo>
                  <a:lnTo>
                    <a:pt x="14974" y="89421"/>
                  </a:lnTo>
                  <a:lnTo>
                    <a:pt x="14529" y="89903"/>
                  </a:lnTo>
                  <a:lnTo>
                    <a:pt x="14168" y="90631"/>
                  </a:lnTo>
                  <a:lnTo>
                    <a:pt x="13965" y="91029"/>
                  </a:lnTo>
                  <a:lnTo>
                    <a:pt x="13692" y="91469"/>
                  </a:lnTo>
                  <a:lnTo>
                    <a:pt x="13588" y="91702"/>
                  </a:lnTo>
                  <a:lnTo>
                    <a:pt x="13516" y="91980"/>
                  </a:lnTo>
                  <a:lnTo>
                    <a:pt x="13402" y="93631"/>
                  </a:lnTo>
                  <a:lnTo>
                    <a:pt x="13380" y="93852"/>
                  </a:lnTo>
                  <a:lnTo>
                    <a:pt x="13438" y="94042"/>
                  </a:lnTo>
                  <a:lnTo>
                    <a:pt x="15588" y="97518"/>
                  </a:lnTo>
                  <a:lnTo>
                    <a:pt x="16235" y="99305"/>
                  </a:lnTo>
                  <a:lnTo>
                    <a:pt x="16778" y="99919"/>
                  </a:lnTo>
                  <a:lnTo>
                    <a:pt x="17106" y="100183"/>
                  </a:lnTo>
                  <a:lnTo>
                    <a:pt x="17477" y="100473"/>
                  </a:lnTo>
                  <a:lnTo>
                    <a:pt x="17795" y="100689"/>
                  </a:lnTo>
                  <a:lnTo>
                    <a:pt x="17944" y="100834"/>
                  </a:lnTo>
                  <a:lnTo>
                    <a:pt x="18457" y="101225"/>
                  </a:lnTo>
                  <a:lnTo>
                    <a:pt x="18843" y="101731"/>
                  </a:lnTo>
                  <a:lnTo>
                    <a:pt x="19965" y="101942"/>
                  </a:lnTo>
                  <a:lnTo>
                    <a:pt x="19998" y="101765"/>
                  </a:lnTo>
                  <a:lnTo>
                    <a:pt x="20073" y="101626"/>
                  </a:lnTo>
                  <a:lnTo>
                    <a:pt x="20274" y="101495"/>
                  </a:lnTo>
                  <a:lnTo>
                    <a:pt x="20572" y="101428"/>
                  </a:lnTo>
                  <a:lnTo>
                    <a:pt x="20805" y="101463"/>
                  </a:lnTo>
                  <a:lnTo>
                    <a:pt x="20995" y="101592"/>
                  </a:lnTo>
                  <a:lnTo>
                    <a:pt x="21435" y="101615"/>
                  </a:lnTo>
                  <a:lnTo>
                    <a:pt x="21534" y="101433"/>
                  </a:lnTo>
                  <a:lnTo>
                    <a:pt x="22718" y="101820"/>
                  </a:lnTo>
                  <a:lnTo>
                    <a:pt x="25705" y="103860"/>
                  </a:lnTo>
                  <a:lnTo>
                    <a:pt x="26028" y="104137"/>
                  </a:lnTo>
                  <a:lnTo>
                    <a:pt x="27424" y="105238"/>
                  </a:lnTo>
                  <a:lnTo>
                    <a:pt x="27551" y="105340"/>
                  </a:lnTo>
                  <a:lnTo>
                    <a:pt x="27758" y="105495"/>
                  </a:lnTo>
                  <a:lnTo>
                    <a:pt x="27973" y="105725"/>
                  </a:lnTo>
                  <a:lnTo>
                    <a:pt x="28580" y="106208"/>
                  </a:lnTo>
                  <a:lnTo>
                    <a:pt x="28973" y="106574"/>
                  </a:lnTo>
                  <a:lnTo>
                    <a:pt x="29202" y="106723"/>
                  </a:lnTo>
                  <a:lnTo>
                    <a:pt x="29947" y="107629"/>
                  </a:lnTo>
                  <a:lnTo>
                    <a:pt x="30903" y="108774"/>
                  </a:lnTo>
                  <a:lnTo>
                    <a:pt x="31197" y="109107"/>
                  </a:lnTo>
                  <a:lnTo>
                    <a:pt x="31534" y="109485"/>
                  </a:lnTo>
                  <a:lnTo>
                    <a:pt x="31761" y="109847"/>
                  </a:lnTo>
                  <a:lnTo>
                    <a:pt x="31933" y="110053"/>
                  </a:lnTo>
                  <a:lnTo>
                    <a:pt x="32778" y="110723"/>
                  </a:lnTo>
                  <a:lnTo>
                    <a:pt x="33273" y="111285"/>
                  </a:lnTo>
                  <a:lnTo>
                    <a:pt x="33800" y="111822"/>
                  </a:lnTo>
                  <a:lnTo>
                    <a:pt x="34242" y="112000"/>
                  </a:lnTo>
                  <a:lnTo>
                    <a:pt x="35221" y="112841"/>
                  </a:lnTo>
                  <a:lnTo>
                    <a:pt x="37253" y="115212"/>
                  </a:lnTo>
                  <a:lnTo>
                    <a:pt x="37500" y="115324"/>
                  </a:lnTo>
                  <a:lnTo>
                    <a:pt x="38001" y="115463"/>
                  </a:lnTo>
                  <a:lnTo>
                    <a:pt x="38085" y="115896"/>
                  </a:lnTo>
                  <a:lnTo>
                    <a:pt x="38179" y="116563"/>
                  </a:lnTo>
                  <a:lnTo>
                    <a:pt x="38628" y="116663"/>
                  </a:lnTo>
                  <a:lnTo>
                    <a:pt x="38855" y="116714"/>
                  </a:lnTo>
                  <a:lnTo>
                    <a:pt x="39117" y="116771"/>
                  </a:lnTo>
                  <a:lnTo>
                    <a:pt x="39457" y="116849"/>
                  </a:lnTo>
                  <a:lnTo>
                    <a:pt x="39905" y="116957"/>
                  </a:lnTo>
                  <a:lnTo>
                    <a:pt x="40412" y="117109"/>
                  </a:lnTo>
                  <a:lnTo>
                    <a:pt x="40626" y="117214"/>
                  </a:lnTo>
                  <a:lnTo>
                    <a:pt x="41032" y="117140"/>
                  </a:lnTo>
                  <a:lnTo>
                    <a:pt x="41848" y="117060"/>
                  </a:lnTo>
                  <a:lnTo>
                    <a:pt x="43321" y="117947"/>
                  </a:lnTo>
                  <a:lnTo>
                    <a:pt x="43616" y="118095"/>
                  </a:lnTo>
                  <a:lnTo>
                    <a:pt x="43915" y="118384"/>
                  </a:lnTo>
                  <a:lnTo>
                    <a:pt x="44376" y="118833"/>
                  </a:lnTo>
                  <a:lnTo>
                    <a:pt x="44791" y="119113"/>
                  </a:lnTo>
                  <a:lnTo>
                    <a:pt x="45024" y="119207"/>
                  </a:lnTo>
                  <a:lnTo>
                    <a:pt x="45160" y="119217"/>
                  </a:lnTo>
                  <a:lnTo>
                    <a:pt x="45328" y="119232"/>
                  </a:lnTo>
                  <a:lnTo>
                    <a:pt x="45757" y="119253"/>
                  </a:lnTo>
                  <a:lnTo>
                    <a:pt x="46033" y="119299"/>
                  </a:lnTo>
                  <a:lnTo>
                    <a:pt x="46241" y="119332"/>
                  </a:lnTo>
                  <a:lnTo>
                    <a:pt x="46673" y="119122"/>
                  </a:lnTo>
                  <a:lnTo>
                    <a:pt x="46961" y="119143"/>
                  </a:lnTo>
                  <a:lnTo>
                    <a:pt x="47222" y="119177"/>
                  </a:lnTo>
                  <a:lnTo>
                    <a:pt x="47653" y="120472"/>
                  </a:lnTo>
                  <a:lnTo>
                    <a:pt x="47824" y="120952"/>
                  </a:lnTo>
                  <a:lnTo>
                    <a:pt x="48146" y="121847"/>
                  </a:lnTo>
                  <a:lnTo>
                    <a:pt x="48226" y="122078"/>
                  </a:lnTo>
                  <a:lnTo>
                    <a:pt x="48358" y="122396"/>
                  </a:lnTo>
                  <a:lnTo>
                    <a:pt x="48604" y="122924"/>
                  </a:lnTo>
                  <a:lnTo>
                    <a:pt x="48795" y="123157"/>
                  </a:lnTo>
                  <a:lnTo>
                    <a:pt x="49197" y="123483"/>
                  </a:lnTo>
                  <a:lnTo>
                    <a:pt x="49428" y="123564"/>
                  </a:lnTo>
                  <a:lnTo>
                    <a:pt x="49775" y="123699"/>
                  </a:lnTo>
                  <a:lnTo>
                    <a:pt x="50286" y="123802"/>
                  </a:lnTo>
                  <a:lnTo>
                    <a:pt x="51043" y="124129"/>
                  </a:lnTo>
                  <a:lnTo>
                    <a:pt x="51174" y="124306"/>
                  </a:lnTo>
                  <a:lnTo>
                    <a:pt x="51438" y="124862"/>
                  </a:lnTo>
                  <a:lnTo>
                    <a:pt x="51835" y="125125"/>
                  </a:lnTo>
                  <a:lnTo>
                    <a:pt x="51948" y="125281"/>
                  </a:lnTo>
                  <a:lnTo>
                    <a:pt x="51984" y="125478"/>
                  </a:lnTo>
                  <a:lnTo>
                    <a:pt x="52059" y="125848"/>
                  </a:lnTo>
                  <a:lnTo>
                    <a:pt x="51777" y="125945"/>
                  </a:lnTo>
                  <a:lnTo>
                    <a:pt x="51507" y="126095"/>
                  </a:lnTo>
                  <a:lnTo>
                    <a:pt x="51389" y="126328"/>
                  </a:lnTo>
                  <a:lnTo>
                    <a:pt x="51492" y="126589"/>
                  </a:lnTo>
                  <a:lnTo>
                    <a:pt x="51659" y="126855"/>
                  </a:lnTo>
                  <a:lnTo>
                    <a:pt x="51610" y="127057"/>
                  </a:lnTo>
                  <a:lnTo>
                    <a:pt x="51565" y="127277"/>
                  </a:lnTo>
                  <a:lnTo>
                    <a:pt x="51646" y="127558"/>
                  </a:lnTo>
                  <a:lnTo>
                    <a:pt x="51707" y="127735"/>
                  </a:lnTo>
                  <a:lnTo>
                    <a:pt x="52105" y="127982"/>
                  </a:lnTo>
                  <a:lnTo>
                    <a:pt x="52242" y="129152"/>
                  </a:lnTo>
                  <a:lnTo>
                    <a:pt x="52554" y="128981"/>
                  </a:lnTo>
                  <a:lnTo>
                    <a:pt x="52725" y="128555"/>
                  </a:lnTo>
                  <a:lnTo>
                    <a:pt x="53503" y="128437"/>
                  </a:lnTo>
                  <a:lnTo>
                    <a:pt x="53662" y="128413"/>
                  </a:lnTo>
                  <a:lnTo>
                    <a:pt x="54861" y="128343"/>
                  </a:lnTo>
                  <a:lnTo>
                    <a:pt x="57254" y="128886"/>
                  </a:lnTo>
                  <a:lnTo>
                    <a:pt x="58108" y="129051"/>
                  </a:lnTo>
                  <a:lnTo>
                    <a:pt x="58821" y="129238"/>
                  </a:lnTo>
                  <a:lnTo>
                    <a:pt x="63498" y="129360"/>
                  </a:lnTo>
                  <a:lnTo>
                    <a:pt x="65128" y="131008"/>
                  </a:lnTo>
                  <a:lnTo>
                    <a:pt x="66363" y="131882"/>
                  </a:lnTo>
                  <a:lnTo>
                    <a:pt x="66753" y="131943"/>
                  </a:lnTo>
                  <a:lnTo>
                    <a:pt x="66806" y="132251"/>
                  </a:lnTo>
                  <a:lnTo>
                    <a:pt x="66775" y="132605"/>
                  </a:lnTo>
                  <a:lnTo>
                    <a:pt x="66637" y="132924"/>
                  </a:lnTo>
                  <a:lnTo>
                    <a:pt x="67041" y="133606"/>
                  </a:lnTo>
                  <a:lnTo>
                    <a:pt x="67237" y="133623"/>
                  </a:lnTo>
                  <a:lnTo>
                    <a:pt x="67610" y="133603"/>
                  </a:lnTo>
                  <a:lnTo>
                    <a:pt x="69905" y="132981"/>
                  </a:lnTo>
                  <a:lnTo>
                    <a:pt x="70053" y="132902"/>
                  </a:lnTo>
                  <a:lnTo>
                    <a:pt x="70351" y="132711"/>
                  </a:lnTo>
                  <a:lnTo>
                    <a:pt x="70562" y="132626"/>
                  </a:lnTo>
                  <a:lnTo>
                    <a:pt x="70629" y="132414"/>
                  </a:lnTo>
                  <a:lnTo>
                    <a:pt x="70861" y="132161"/>
                  </a:lnTo>
                  <a:lnTo>
                    <a:pt x="70992" y="132124"/>
                  </a:lnTo>
                  <a:lnTo>
                    <a:pt x="71373" y="132089"/>
                  </a:lnTo>
                  <a:lnTo>
                    <a:pt x="71593" y="132130"/>
                  </a:lnTo>
                  <a:lnTo>
                    <a:pt x="71808" y="132251"/>
                  </a:lnTo>
                  <a:lnTo>
                    <a:pt x="73289" y="133732"/>
                  </a:lnTo>
                  <a:lnTo>
                    <a:pt x="73305" y="133897"/>
                  </a:lnTo>
                  <a:lnTo>
                    <a:pt x="73323" y="134053"/>
                  </a:lnTo>
                  <a:lnTo>
                    <a:pt x="73606" y="134499"/>
                  </a:lnTo>
                  <a:lnTo>
                    <a:pt x="73974" y="134794"/>
                  </a:lnTo>
                  <a:lnTo>
                    <a:pt x="74238" y="135002"/>
                  </a:lnTo>
                  <a:lnTo>
                    <a:pt x="75272" y="135824"/>
                  </a:lnTo>
                  <a:lnTo>
                    <a:pt x="75045" y="136550"/>
                  </a:lnTo>
                  <a:lnTo>
                    <a:pt x="74922" y="136710"/>
                  </a:lnTo>
                  <a:lnTo>
                    <a:pt x="74783" y="136852"/>
                  </a:lnTo>
                  <a:lnTo>
                    <a:pt x="74390" y="137249"/>
                  </a:lnTo>
                  <a:lnTo>
                    <a:pt x="73838" y="137828"/>
                  </a:lnTo>
                  <a:lnTo>
                    <a:pt x="73651" y="138137"/>
                  </a:lnTo>
                  <a:lnTo>
                    <a:pt x="73546" y="138466"/>
                  </a:lnTo>
                  <a:lnTo>
                    <a:pt x="73456" y="139005"/>
                  </a:lnTo>
                  <a:lnTo>
                    <a:pt x="73413" y="139239"/>
                  </a:lnTo>
                  <a:lnTo>
                    <a:pt x="73412" y="139463"/>
                  </a:lnTo>
                  <a:lnTo>
                    <a:pt x="73469" y="139662"/>
                  </a:lnTo>
                  <a:lnTo>
                    <a:pt x="74780" y="141034"/>
                  </a:lnTo>
                  <a:lnTo>
                    <a:pt x="74938" y="141491"/>
                  </a:lnTo>
                  <a:lnTo>
                    <a:pt x="75007" y="141715"/>
                  </a:lnTo>
                  <a:lnTo>
                    <a:pt x="75159" y="142344"/>
                  </a:lnTo>
                  <a:lnTo>
                    <a:pt x="75687" y="143602"/>
                  </a:lnTo>
                  <a:lnTo>
                    <a:pt x="75825" y="143887"/>
                  </a:lnTo>
                  <a:lnTo>
                    <a:pt x="75939" y="144232"/>
                  </a:lnTo>
                  <a:lnTo>
                    <a:pt x="76860" y="147028"/>
                  </a:lnTo>
                  <a:lnTo>
                    <a:pt x="77595" y="149058"/>
                  </a:lnTo>
                  <a:lnTo>
                    <a:pt x="77731" y="149101"/>
                  </a:lnTo>
                  <a:lnTo>
                    <a:pt x="77893" y="149126"/>
                  </a:lnTo>
                  <a:lnTo>
                    <a:pt x="78045" y="149158"/>
                  </a:lnTo>
                  <a:lnTo>
                    <a:pt x="78175" y="149194"/>
                  </a:lnTo>
                  <a:lnTo>
                    <a:pt x="81492" y="149947"/>
                  </a:lnTo>
                  <a:lnTo>
                    <a:pt x="81862" y="150543"/>
                  </a:lnTo>
                  <a:lnTo>
                    <a:pt x="81714" y="151254"/>
                  </a:lnTo>
                  <a:lnTo>
                    <a:pt x="81340" y="155851"/>
                  </a:lnTo>
                  <a:lnTo>
                    <a:pt x="81334" y="155993"/>
                  </a:lnTo>
                  <a:lnTo>
                    <a:pt x="81316" y="156207"/>
                  </a:lnTo>
                  <a:lnTo>
                    <a:pt x="81219" y="156529"/>
                  </a:lnTo>
                  <a:lnTo>
                    <a:pt x="81177" y="156695"/>
                  </a:lnTo>
                  <a:lnTo>
                    <a:pt x="81118" y="156919"/>
                  </a:lnTo>
                  <a:lnTo>
                    <a:pt x="80991" y="157768"/>
                  </a:lnTo>
                  <a:lnTo>
                    <a:pt x="80522" y="158143"/>
                  </a:lnTo>
                  <a:lnTo>
                    <a:pt x="80426" y="160082"/>
                  </a:lnTo>
                  <a:lnTo>
                    <a:pt x="82399" y="162226"/>
                  </a:lnTo>
                  <a:lnTo>
                    <a:pt x="82443" y="162368"/>
                  </a:lnTo>
                  <a:lnTo>
                    <a:pt x="82483" y="162883"/>
                  </a:lnTo>
                  <a:lnTo>
                    <a:pt x="82856" y="163613"/>
                  </a:lnTo>
                  <a:lnTo>
                    <a:pt x="82852" y="164672"/>
                  </a:lnTo>
                  <a:lnTo>
                    <a:pt x="83200" y="166167"/>
                  </a:lnTo>
                  <a:lnTo>
                    <a:pt x="83295" y="166398"/>
                  </a:lnTo>
                  <a:lnTo>
                    <a:pt x="83358" y="166704"/>
                  </a:lnTo>
                  <a:lnTo>
                    <a:pt x="83346" y="166846"/>
                  </a:lnTo>
                  <a:lnTo>
                    <a:pt x="83404" y="167027"/>
                  </a:lnTo>
                  <a:lnTo>
                    <a:pt x="85049" y="168179"/>
                  </a:lnTo>
                  <a:lnTo>
                    <a:pt x="85536" y="168917"/>
                  </a:lnTo>
                  <a:lnTo>
                    <a:pt x="87380" y="170817"/>
                  </a:lnTo>
                  <a:lnTo>
                    <a:pt x="87519" y="171383"/>
                  </a:lnTo>
                  <a:lnTo>
                    <a:pt x="87775" y="171598"/>
                  </a:lnTo>
                  <a:lnTo>
                    <a:pt x="88518" y="173032"/>
                  </a:lnTo>
                  <a:lnTo>
                    <a:pt x="88843" y="173049"/>
                  </a:lnTo>
                  <a:lnTo>
                    <a:pt x="89107" y="173226"/>
                  </a:lnTo>
                  <a:lnTo>
                    <a:pt x="89241" y="173283"/>
                  </a:lnTo>
                  <a:lnTo>
                    <a:pt x="89937" y="173771"/>
                  </a:lnTo>
                  <a:lnTo>
                    <a:pt x="90086" y="173857"/>
                  </a:lnTo>
                  <a:lnTo>
                    <a:pt x="90295" y="174038"/>
                  </a:lnTo>
                  <a:lnTo>
                    <a:pt x="90423" y="174149"/>
                  </a:lnTo>
                  <a:lnTo>
                    <a:pt x="90727" y="174415"/>
                  </a:lnTo>
                  <a:lnTo>
                    <a:pt x="91457" y="174642"/>
                  </a:lnTo>
                  <a:lnTo>
                    <a:pt x="92247" y="174698"/>
                  </a:lnTo>
                  <a:lnTo>
                    <a:pt x="92434" y="174679"/>
                  </a:lnTo>
                  <a:lnTo>
                    <a:pt x="92865" y="174792"/>
                  </a:lnTo>
                  <a:lnTo>
                    <a:pt x="93109" y="174814"/>
                  </a:lnTo>
                  <a:lnTo>
                    <a:pt x="94190" y="173808"/>
                  </a:lnTo>
                  <a:lnTo>
                    <a:pt x="94471" y="173662"/>
                  </a:lnTo>
                  <a:lnTo>
                    <a:pt x="94998" y="173779"/>
                  </a:lnTo>
                  <a:lnTo>
                    <a:pt x="95310" y="173878"/>
                  </a:lnTo>
                  <a:lnTo>
                    <a:pt x="95637" y="174515"/>
                  </a:lnTo>
                  <a:lnTo>
                    <a:pt x="95702" y="174660"/>
                  </a:lnTo>
                  <a:lnTo>
                    <a:pt x="96460" y="176564"/>
                  </a:lnTo>
                  <a:lnTo>
                    <a:pt x="96523" y="176845"/>
                  </a:lnTo>
                  <a:lnTo>
                    <a:pt x="96664" y="177158"/>
                  </a:lnTo>
                  <a:lnTo>
                    <a:pt x="96841" y="177675"/>
                  </a:lnTo>
                  <a:lnTo>
                    <a:pt x="96933" y="177942"/>
                  </a:lnTo>
                  <a:lnTo>
                    <a:pt x="96949" y="178077"/>
                  </a:lnTo>
                  <a:lnTo>
                    <a:pt x="96953" y="178240"/>
                  </a:lnTo>
                  <a:lnTo>
                    <a:pt x="96979" y="178441"/>
                  </a:lnTo>
                  <a:lnTo>
                    <a:pt x="96976" y="178647"/>
                  </a:lnTo>
                  <a:lnTo>
                    <a:pt x="96962" y="178811"/>
                  </a:lnTo>
                  <a:lnTo>
                    <a:pt x="96951" y="179056"/>
                  </a:lnTo>
                  <a:lnTo>
                    <a:pt x="96918" y="179331"/>
                  </a:lnTo>
                  <a:lnTo>
                    <a:pt x="96878" y="179550"/>
                  </a:lnTo>
                  <a:lnTo>
                    <a:pt x="96783" y="179748"/>
                  </a:lnTo>
                  <a:lnTo>
                    <a:pt x="96821" y="180040"/>
                  </a:lnTo>
                  <a:lnTo>
                    <a:pt x="96982" y="181007"/>
                  </a:lnTo>
                  <a:lnTo>
                    <a:pt x="97150" y="181833"/>
                  </a:lnTo>
                  <a:lnTo>
                    <a:pt x="97843" y="182955"/>
                  </a:lnTo>
                  <a:lnTo>
                    <a:pt x="98043" y="183230"/>
                  </a:lnTo>
                  <a:lnTo>
                    <a:pt x="98285" y="184123"/>
                  </a:lnTo>
                  <a:lnTo>
                    <a:pt x="97604" y="185437"/>
                  </a:lnTo>
                  <a:lnTo>
                    <a:pt x="95670" y="187261"/>
                  </a:lnTo>
                  <a:lnTo>
                    <a:pt x="95501" y="187443"/>
                  </a:lnTo>
                  <a:lnTo>
                    <a:pt x="95081" y="187968"/>
                  </a:lnTo>
                  <a:lnTo>
                    <a:pt x="94811" y="188589"/>
                  </a:lnTo>
                  <a:lnTo>
                    <a:pt x="94579" y="188892"/>
                  </a:lnTo>
                  <a:lnTo>
                    <a:pt x="94454" y="189064"/>
                  </a:lnTo>
                  <a:lnTo>
                    <a:pt x="94279" y="189408"/>
                  </a:lnTo>
                  <a:lnTo>
                    <a:pt x="93900" y="190202"/>
                  </a:lnTo>
                  <a:lnTo>
                    <a:pt x="93810" y="190586"/>
                  </a:lnTo>
                  <a:lnTo>
                    <a:pt x="93725" y="190856"/>
                  </a:lnTo>
                  <a:lnTo>
                    <a:pt x="93161" y="192760"/>
                  </a:lnTo>
                  <a:lnTo>
                    <a:pt x="92998" y="193293"/>
                  </a:lnTo>
                  <a:lnTo>
                    <a:pt x="92389" y="196137"/>
                  </a:lnTo>
                  <a:lnTo>
                    <a:pt x="92103" y="197422"/>
                  </a:lnTo>
                  <a:lnTo>
                    <a:pt x="91974" y="198434"/>
                  </a:lnTo>
                  <a:lnTo>
                    <a:pt x="91471" y="200835"/>
                  </a:lnTo>
                  <a:lnTo>
                    <a:pt x="91226" y="201757"/>
                  </a:lnTo>
                  <a:lnTo>
                    <a:pt x="91291" y="202935"/>
                  </a:lnTo>
                  <a:lnTo>
                    <a:pt x="91342" y="203854"/>
                  </a:lnTo>
                  <a:lnTo>
                    <a:pt x="91378" y="204517"/>
                  </a:lnTo>
                  <a:lnTo>
                    <a:pt x="90896" y="206017"/>
                  </a:lnTo>
                  <a:lnTo>
                    <a:pt x="91065" y="207142"/>
                  </a:lnTo>
                  <a:lnTo>
                    <a:pt x="91117" y="207491"/>
                  </a:lnTo>
                  <a:lnTo>
                    <a:pt x="91462" y="208832"/>
                  </a:lnTo>
                  <a:lnTo>
                    <a:pt x="92442" y="210706"/>
                  </a:lnTo>
                  <a:lnTo>
                    <a:pt x="92633" y="211190"/>
                  </a:lnTo>
                  <a:lnTo>
                    <a:pt x="93109" y="212869"/>
                  </a:lnTo>
                  <a:lnTo>
                    <a:pt x="93867" y="215645"/>
                  </a:lnTo>
                  <a:lnTo>
                    <a:pt x="94146" y="215847"/>
                  </a:lnTo>
                  <a:lnTo>
                    <a:pt x="94278" y="216170"/>
                  </a:lnTo>
                  <a:lnTo>
                    <a:pt x="94344" y="216526"/>
                  </a:lnTo>
                  <a:lnTo>
                    <a:pt x="93654" y="217543"/>
                  </a:lnTo>
                  <a:lnTo>
                    <a:pt x="92098" y="218069"/>
                  </a:lnTo>
                  <a:lnTo>
                    <a:pt x="90045" y="218406"/>
                  </a:lnTo>
                  <a:lnTo>
                    <a:pt x="89228" y="218546"/>
                  </a:lnTo>
                  <a:lnTo>
                    <a:pt x="89020" y="218683"/>
                  </a:lnTo>
                  <a:lnTo>
                    <a:pt x="88567" y="219002"/>
                  </a:lnTo>
                  <a:lnTo>
                    <a:pt x="87853" y="219712"/>
                  </a:lnTo>
                  <a:lnTo>
                    <a:pt x="87791" y="220306"/>
                  </a:lnTo>
                  <a:lnTo>
                    <a:pt x="87769" y="220522"/>
                  </a:lnTo>
                  <a:lnTo>
                    <a:pt x="87558" y="220686"/>
                  </a:lnTo>
                  <a:lnTo>
                    <a:pt x="87447" y="220857"/>
                  </a:lnTo>
                  <a:lnTo>
                    <a:pt x="87080" y="221199"/>
                  </a:lnTo>
                  <a:lnTo>
                    <a:pt x="86748" y="221391"/>
                  </a:lnTo>
                  <a:lnTo>
                    <a:pt x="86311" y="222028"/>
                  </a:lnTo>
                  <a:lnTo>
                    <a:pt x="84447" y="221764"/>
                  </a:lnTo>
                  <a:lnTo>
                    <a:pt x="84195" y="221852"/>
                  </a:lnTo>
                  <a:lnTo>
                    <a:pt x="84000" y="221836"/>
                  </a:lnTo>
                  <a:lnTo>
                    <a:pt x="83429" y="222110"/>
                  </a:lnTo>
                  <a:lnTo>
                    <a:pt x="82976" y="222387"/>
                  </a:lnTo>
                  <a:lnTo>
                    <a:pt x="82438" y="222638"/>
                  </a:lnTo>
                  <a:lnTo>
                    <a:pt x="82014" y="222430"/>
                  </a:lnTo>
                  <a:lnTo>
                    <a:pt x="81352" y="221550"/>
                  </a:lnTo>
                  <a:lnTo>
                    <a:pt x="81274" y="221229"/>
                  </a:lnTo>
                  <a:lnTo>
                    <a:pt x="81242" y="221097"/>
                  </a:lnTo>
                  <a:lnTo>
                    <a:pt x="81223" y="220937"/>
                  </a:lnTo>
                  <a:lnTo>
                    <a:pt x="81257" y="220764"/>
                  </a:lnTo>
                  <a:lnTo>
                    <a:pt x="80798" y="220562"/>
                  </a:lnTo>
                  <a:lnTo>
                    <a:pt x="79182" y="220219"/>
                  </a:lnTo>
                  <a:lnTo>
                    <a:pt x="78806" y="220154"/>
                  </a:lnTo>
                  <a:lnTo>
                    <a:pt x="78388" y="220081"/>
                  </a:lnTo>
                  <a:lnTo>
                    <a:pt x="78169" y="220043"/>
                  </a:lnTo>
                  <a:lnTo>
                    <a:pt x="77912" y="219999"/>
                  </a:lnTo>
                  <a:lnTo>
                    <a:pt x="77726" y="219967"/>
                  </a:lnTo>
                  <a:lnTo>
                    <a:pt x="77466" y="219922"/>
                  </a:lnTo>
                  <a:lnTo>
                    <a:pt x="77162" y="219799"/>
                  </a:lnTo>
                  <a:lnTo>
                    <a:pt x="77126" y="219670"/>
                  </a:lnTo>
                  <a:lnTo>
                    <a:pt x="76970" y="218897"/>
                  </a:lnTo>
                  <a:lnTo>
                    <a:pt x="75998" y="217813"/>
                  </a:lnTo>
                  <a:lnTo>
                    <a:pt x="74473" y="218302"/>
                  </a:lnTo>
                  <a:lnTo>
                    <a:pt x="74003" y="218206"/>
                  </a:lnTo>
                  <a:lnTo>
                    <a:pt x="73710" y="218186"/>
                  </a:lnTo>
                  <a:lnTo>
                    <a:pt x="72940" y="217893"/>
                  </a:lnTo>
                  <a:lnTo>
                    <a:pt x="72138" y="217343"/>
                  </a:lnTo>
                  <a:lnTo>
                    <a:pt x="71894" y="217312"/>
                  </a:lnTo>
                  <a:lnTo>
                    <a:pt x="70712" y="217761"/>
                  </a:lnTo>
                  <a:lnTo>
                    <a:pt x="70277" y="216825"/>
                  </a:lnTo>
                  <a:lnTo>
                    <a:pt x="69949" y="216288"/>
                  </a:lnTo>
                  <a:lnTo>
                    <a:pt x="69906" y="216160"/>
                  </a:lnTo>
                  <a:lnTo>
                    <a:pt x="69468" y="215854"/>
                  </a:lnTo>
                  <a:lnTo>
                    <a:pt x="67124" y="213213"/>
                  </a:lnTo>
                  <a:lnTo>
                    <a:pt x="66982" y="211891"/>
                  </a:lnTo>
                  <a:lnTo>
                    <a:pt x="66877" y="210906"/>
                  </a:lnTo>
                  <a:lnTo>
                    <a:pt x="66758" y="209792"/>
                  </a:lnTo>
                  <a:lnTo>
                    <a:pt x="66677" y="209040"/>
                  </a:lnTo>
                  <a:lnTo>
                    <a:pt x="66658" y="208861"/>
                  </a:lnTo>
                  <a:lnTo>
                    <a:pt x="66017" y="202876"/>
                  </a:lnTo>
                  <a:lnTo>
                    <a:pt x="65963" y="202370"/>
                  </a:lnTo>
                  <a:lnTo>
                    <a:pt x="65285" y="202366"/>
                  </a:lnTo>
                  <a:lnTo>
                    <a:pt x="64120" y="202360"/>
                  </a:lnTo>
                  <a:lnTo>
                    <a:pt x="63391" y="202356"/>
                  </a:lnTo>
                  <a:lnTo>
                    <a:pt x="59959" y="202336"/>
                  </a:lnTo>
                  <a:lnTo>
                    <a:pt x="56106" y="199890"/>
                  </a:lnTo>
                  <a:lnTo>
                    <a:pt x="55723" y="199648"/>
                  </a:lnTo>
                  <a:lnTo>
                    <a:pt x="55348" y="196963"/>
                  </a:lnTo>
                  <a:lnTo>
                    <a:pt x="55328" y="196813"/>
                  </a:lnTo>
                  <a:lnTo>
                    <a:pt x="55308" y="196677"/>
                  </a:lnTo>
                  <a:lnTo>
                    <a:pt x="55024" y="194638"/>
                  </a:lnTo>
                  <a:lnTo>
                    <a:pt x="54956" y="194152"/>
                  </a:lnTo>
                  <a:lnTo>
                    <a:pt x="54722" y="192478"/>
                  </a:lnTo>
                  <a:lnTo>
                    <a:pt x="54513" y="192357"/>
                  </a:lnTo>
                  <a:lnTo>
                    <a:pt x="54002" y="192062"/>
                  </a:lnTo>
                  <a:lnTo>
                    <a:pt x="53944" y="191850"/>
                  </a:lnTo>
                  <a:lnTo>
                    <a:pt x="51818" y="188411"/>
                  </a:lnTo>
                  <a:lnTo>
                    <a:pt x="52126" y="187731"/>
                  </a:lnTo>
                  <a:lnTo>
                    <a:pt x="51879" y="187266"/>
                  </a:lnTo>
                  <a:lnTo>
                    <a:pt x="52138" y="186756"/>
                  </a:lnTo>
                  <a:lnTo>
                    <a:pt x="52408" y="186392"/>
                  </a:lnTo>
                  <a:lnTo>
                    <a:pt x="52758" y="186146"/>
                  </a:lnTo>
                  <a:lnTo>
                    <a:pt x="53241" y="185372"/>
                  </a:lnTo>
                  <a:lnTo>
                    <a:pt x="53313" y="185132"/>
                  </a:lnTo>
                  <a:lnTo>
                    <a:pt x="53373" y="184670"/>
                  </a:lnTo>
                  <a:lnTo>
                    <a:pt x="53226" y="184435"/>
                  </a:lnTo>
                  <a:lnTo>
                    <a:pt x="53587" y="182356"/>
                  </a:lnTo>
                  <a:lnTo>
                    <a:pt x="53680" y="181952"/>
                  </a:lnTo>
                  <a:lnTo>
                    <a:pt x="53701" y="181784"/>
                  </a:lnTo>
                  <a:lnTo>
                    <a:pt x="53688" y="181241"/>
                  </a:lnTo>
                  <a:lnTo>
                    <a:pt x="53596" y="180840"/>
                  </a:lnTo>
                  <a:lnTo>
                    <a:pt x="53432" y="180202"/>
                  </a:lnTo>
                  <a:lnTo>
                    <a:pt x="53525" y="179858"/>
                  </a:lnTo>
                  <a:lnTo>
                    <a:pt x="53187" y="179213"/>
                  </a:lnTo>
                  <a:lnTo>
                    <a:pt x="53193" y="179061"/>
                  </a:lnTo>
                  <a:lnTo>
                    <a:pt x="53111" y="178402"/>
                  </a:lnTo>
                  <a:lnTo>
                    <a:pt x="52524" y="177297"/>
                  </a:lnTo>
                  <a:lnTo>
                    <a:pt x="52313" y="176498"/>
                  </a:lnTo>
                  <a:lnTo>
                    <a:pt x="52119" y="176343"/>
                  </a:lnTo>
                  <a:lnTo>
                    <a:pt x="51917" y="176113"/>
                  </a:lnTo>
                  <a:lnTo>
                    <a:pt x="51774" y="175435"/>
                  </a:lnTo>
                  <a:lnTo>
                    <a:pt x="51606" y="174788"/>
                  </a:lnTo>
                  <a:lnTo>
                    <a:pt x="51137" y="173792"/>
                  </a:lnTo>
                  <a:lnTo>
                    <a:pt x="50809" y="173301"/>
                  </a:lnTo>
                  <a:lnTo>
                    <a:pt x="50683" y="173112"/>
                  </a:lnTo>
                  <a:lnTo>
                    <a:pt x="44633" y="168267"/>
                  </a:lnTo>
                  <a:lnTo>
                    <a:pt x="43732" y="167576"/>
                  </a:lnTo>
                  <a:lnTo>
                    <a:pt x="43614" y="167339"/>
                  </a:lnTo>
                  <a:lnTo>
                    <a:pt x="43323" y="166902"/>
                  </a:lnTo>
                  <a:lnTo>
                    <a:pt x="42880" y="167325"/>
                  </a:lnTo>
                  <a:lnTo>
                    <a:pt x="42762" y="167464"/>
                  </a:lnTo>
                  <a:lnTo>
                    <a:pt x="42221" y="167645"/>
                  </a:lnTo>
                  <a:lnTo>
                    <a:pt x="41798" y="167143"/>
                  </a:lnTo>
                  <a:lnTo>
                    <a:pt x="41772" y="166996"/>
                  </a:lnTo>
                  <a:lnTo>
                    <a:pt x="41668" y="166417"/>
                  </a:lnTo>
                  <a:lnTo>
                    <a:pt x="41440" y="166279"/>
                  </a:lnTo>
                  <a:lnTo>
                    <a:pt x="41092" y="166067"/>
                  </a:lnTo>
                  <a:lnTo>
                    <a:pt x="40721" y="165830"/>
                  </a:lnTo>
                  <a:lnTo>
                    <a:pt x="39679" y="165685"/>
                  </a:lnTo>
                  <a:lnTo>
                    <a:pt x="39049" y="165654"/>
                  </a:lnTo>
                  <a:lnTo>
                    <a:pt x="38727" y="165673"/>
                  </a:lnTo>
                  <a:lnTo>
                    <a:pt x="38424" y="165733"/>
                  </a:lnTo>
                  <a:lnTo>
                    <a:pt x="37935" y="165685"/>
                  </a:lnTo>
                  <a:lnTo>
                    <a:pt x="36698" y="163828"/>
                  </a:lnTo>
                  <a:lnTo>
                    <a:pt x="35625" y="162432"/>
                  </a:lnTo>
                  <a:lnTo>
                    <a:pt x="34250" y="160393"/>
                  </a:lnTo>
                  <a:lnTo>
                    <a:pt x="34162" y="160151"/>
                  </a:lnTo>
                  <a:lnTo>
                    <a:pt x="34122" y="160022"/>
                  </a:lnTo>
                  <a:lnTo>
                    <a:pt x="34082" y="159891"/>
                  </a:lnTo>
                  <a:lnTo>
                    <a:pt x="34039" y="159758"/>
                  </a:lnTo>
                  <a:lnTo>
                    <a:pt x="34000" y="159628"/>
                  </a:lnTo>
                  <a:lnTo>
                    <a:pt x="33960" y="159499"/>
                  </a:lnTo>
                  <a:lnTo>
                    <a:pt x="33920" y="159369"/>
                  </a:lnTo>
                  <a:lnTo>
                    <a:pt x="33839" y="159110"/>
                  </a:lnTo>
                  <a:lnTo>
                    <a:pt x="33801" y="158979"/>
                  </a:lnTo>
                  <a:lnTo>
                    <a:pt x="33758" y="158850"/>
                  </a:lnTo>
                  <a:lnTo>
                    <a:pt x="33718" y="158720"/>
                  </a:lnTo>
                  <a:lnTo>
                    <a:pt x="33678" y="158586"/>
                  </a:lnTo>
                  <a:lnTo>
                    <a:pt x="33638" y="158458"/>
                  </a:lnTo>
                  <a:lnTo>
                    <a:pt x="33599" y="158324"/>
                  </a:lnTo>
                  <a:lnTo>
                    <a:pt x="33555" y="158195"/>
                  </a:lnTo>
                  <a:lnTo>
                    <a:pt x="33515" y="158064"/>
                  </a:lnTo>
                  <a:lnTo>
                    <a:pt x="33470" y="157916"/>
                  </a:lnTo>
                  <a:lnTo>
                    <a:pt x="33427" y="157766"/>
                  </a:lnTo>
                  <a:lnTo>
                    <a:pt x="33387" y="157636"/>
                  </a:lnTo>
                  <a:lnTo>
                    <a:pt x="33344" y="157505"/>
                  </a:lnTo>
                  <a:lnTo>
                    <a:pt x="33265" y="157249"/>
                  </a:lnTo>
                  <a:lnTo>
                    <a:pt x="33206" y="157056"/>
                  </a:lnTo>
                  <a:lnTo>
                    <a:pt x="32940" y="156118"/>
                  </a:lnTo>
                  <a:lnTo>
                    <a:pt x="31676" y="156802"/>
                  </a:lnTo>
                  <a:lnTo>
                    <a:pt x="29662" y="155881"/>
                  </a:lnTo>
                  <a:lnTo>
                    <a:pt x="28157" y="156388"/>
                  </a:lnTo>
                  <a:lnTo>
                    <a:pt x="28022" y="156374"/>
                  </a:lnTo>
                  <a:lnTo>
                    <a:pt x="27888" y="156359"/>
                  </a:lnTo>
                  <a:lnTo>
                    <a:pt x="27756" y="156345"/>
                  </a:lnTo>
                  <a:lnTo>
                    <a:pt x="27623" y="156331"/>
                  </a:lnTo>
                  <a:lnTo>
                    <a:pt x="27363" y="156303"/>
                  </a:lnTo>
                  <a:lnTo>
                    <a:pt x="26896" y="156409"/>
                  </a:lnTo>
                  <a:lnTo>
                    <a:pt x="26808" y="156818"/>
                  </a:lnTo>
                  <a:lnTo>
                    <a:pt x="26637" y="157594"/>
                  </a:lnTo>
                  <a:lnTo>
                    <a:pt x="26624" y="157728"/>
                  </a:lnTo>
                  <a:lnTo>
                    <a:pt x="26620" y="158126"/>
                  </a:lnTo>
                  <a:lnTo>
                    <a:pt x="26629" y="158490"/>
                  </a:lnTo>
                  <a:lnTo>
                    <a:pt x="26531" y="160437"/>
                  </a:lnTo>
                  <a:lnTo>
                    <a:pt x="26439" y="160687"/>
                  </a:lnTo>
                  <a:lnTo>
                    <a:pt x="26490" y="160992"/>
                  </a:lnTo>
                  <a:lnTo>
                    <a:pt x="26324" y="161073"/>
                  </a:lnTo>
                  <a:lnTo>
                    <a:pt x="24159" y="168266"/>
                  </a:lnTo>
                  <a:lnTo>
                    <a:pt x="22734" y="169638"/>
                  </a:lnTo>
                  <a:lnTo>
                    <a:pt x="16484" y="172327"/>
                  </a:lnTo>
                  <a:lnTo>
                    <a:pt x="16234" y="172417"/>
                  </a:lnTo>
                  <a:lnTo>
                    <a:pt x="15072" y="173040"/>
                  </a:lnTo>
                  <a:lnTo>
                    <a:pt x="14944" y="173084"/>
                  </a:lnTo>
                  <a:lnTo>
                    <a:pt x="14728" y="173104"/>
                  </a:lnTo>
                  <a:lnTo>
                    <a:pt x="14539" y="173804"/>
                  </a:lnTo>
                  <a:lnTo>
                    <a:pt x="13881" y="174585"/>
                  </a:lnTo>
                  <a:lnTo>
                    <a:pt x="13389" y="175263"/>
                  </a:lnTo>
                  <a:lnTo>
                    <a:pt x="13318" y="176015"/>
                  </a:lnTo>
                  <a:lnTo>
                    <a:pt x="13260" y="176280"/>
                  </a:lnTo>
                  <a:lnTo>
                    <a:pt x="13186" y="177708"/>
                  </a:lnTo>
                  <a:lnTo>
                    <a:pt x="14118" y="181152"/>
                  </a:lnTo>
                  <a:lnTo>
                    <a:pt x="14220" y="181322"/>
                  </a:lnTo>
                  <a:lnTo>
                    <a:pt x="15945" y="184150"/>
                  </a:lnTo>
                  <a:lnTo>
                    <a:pt x="16021" y="184414"/>
                  </a:lnTo>
                  <a:lnTo>
                    <a:pt x="16050" y="184548"/>
                  </a:lnTo>
                  <a:lnTo>
                    <a:pt x="16105" y="185039"/>
                  </a:lnTo>
                  <a:lnTo>
                    <a:pt x="16342" y="186435"/>
                  </a:lnTo>
                  <a:lnTo>
                    <a:pt x="16337" y="186573"/>
                  </a:lnTo>
                  <a:lnTo>
                    <a:pt x="16328" y="187516"/>
                  </a:lnTo>
                  <a:lnTo>
                    <a:pt x="16323" y="187680"/>
                  </a:lnTo>
                  <a:lnTo>
                    <a:pt x="14101" y="192136"/>
                  </a:lnTo>
                  <a:lnTo>
                    <a:pt x="8641" y="199417"/>
                  </a:lnTo>
                  <a:lnTo>
                    <a:pt x="8682" y="199804"/>
                  </a:lnTo>
                  <a:lnTo>
                    <a:pt x="8647" y="200066"/>
                  </a:lnTo>
                  <a:lnTo>
                    <a:pt x="11070" y="209442"/>
                  </a:lnTo>
                  <a:lnTo>
                    <a:pt x="10992" y="209832"/>
                  </a:lnTo>
                  <a:lnTo>
                    <a:pt x="10828" y="215356"/>
                  </a:lnTo>
                  <a:lnTo>
                    <a:pt x="10849" y="215523"/>
                  </a:lnTo>
                  <a:lnTo>
                    <a:pt x="10818" y="215744"/>
                  </a:lnTo>
                  <a:lnTo>
                    <a:pt x="10793" y="215872"/>
                  </a:lnTo>
                  <a:lnTo>
                    <a:pt x="10773" y="216161"/>
                  </a:lnTo>
                  <a:lnTo>
                    <a:pt x="10839" y="216360"/>
                  </a:lnTo>
                  <a:lnTo>
                    <a:pt x="10912" y="216560"/>
                  </a:lnTo>
                  <a:lnTo>
                    <a:pt x="10983" y="216760"/>
                  </a:lnTo>
                  <a:lnTo>
                    <a:pt x="11108" y="217110"/>
                  </a:lnTo>
                  <a:lnTo>
                    <a:pt x="11177" y="217349"/>
                  </a:lnTo>
                  <a:lnTo>
                    <a:pt x="11092" y="217688"/>
                  </a:lnTo>
                  <a:lnTo>
                    <a:pt x="9305" y="221509"/>
                  </a:lnTo>
                  <a:lnTo>
                    <a:pt x="9256" y="221651"/>
                  </a:lnTo>
                  <a:lnTo>
                    <a:pt x="9031" y="222139"/>
                  </a:lnTo>
                  <a:lnTo>
                    <a:pt x="8633" y="221991"/>
                  </a:lnTo>
                  <a:lnTo>
                    <a:pt x="8392" y="221788"/>
                  </a:lnTo>
                  <a:lnTo>
                    <a:pt x="7516" y="221192"/>
                  </a:lnTo>
                  <a:lnTo>
                    <a:pt x="7017" y="221521"/>
                  </a:lnTo>
                  <a:lnTo>
                    <a:pt x="6804" y="221775"/>
                  </a:lnTo>
                  <a:lnTo>
                    <a:pt x="6196" y="222060"/>
                  </a:lnTo>
                  <a:lnTo>
                    <a:pt x="6531" y="226406"/>
                  </a:lnTo>
                  <a:lnTo>
                    <a:pt x="5785" y="227310"/>
                  </a:lnTo>
                  <a:lnTo>
                    <a:pt x="4569" y="228726"/>
                  </a:lnTo>
                  <a:lnTo>
                    <a:pt x="4060" y="229019"/>
                  </a:lnTo>
                  <a:lnTo>
                    <a:pt x="4112" y="229483"/>
                  </a:lnTo>
                  <a:lnTo>
                    <a:pt x="3863" y="230431"/>
                  </a:lnTo>
                  <a:lnTo>
                    <a:pt x="4822" y="230685"/>
                  </a:lnTo>
                  <a:lnTo>
                    <a:pt x="4836" y="230815"/>
                  </a:lnTo>
                  <a:lnTo>
                    <a:pt x="4848" y="231376"/>
                  </a:lnTo>
                  <a:lnTo>
                    <a:pt x="4733" y="231914"/>
                  </a:lnTo>
                  <a:lnTo>
                    <a:pt x="4683" y="232269"/>
                  </a:lnTo>
                  <a:lnTo>
                    <a:pt x="4740" y="233235"/>
                  </a:lnTo>
                  <a:lnTo>
                    <a:pt x="4816" y="233530"/>
                  </a:lnTo>
                  <a:lnTo>
                    <a:pt x="4895" y="233758"/>
                  </a:lnTo>
                  <a:lnTo>
                    <a:pt x="3258" y="242237"/>
                  </a:lnTo>
                  <a:lnTo>
                    <a:pt x="0" y="243681"/>
                  </a:lnTo>
                  <a:lnTo>
                    <a:pt x="341" y="244593"/>
                  </a:lnTo>
                  <a:lnTo>
                    <a:pt x="531" y="244891"/>
                  </a:lnTo>
                  <a:lnTo>
                    <a:pt x="1419" y="245956"/>
                  </a:lnTo>
                  <a:lnTo>
                    <a:pt x="2425" y="246855"/>
                  </a:lnTo>
                  <a:lnTo>
                    <a:pt x="2933" y="247227"/>
                  </a:lnTo>
                  <a:lnTo>
                    <a:pt x="3241" y="247451"/>
                  </a:lnTo>
                  <a:lnTo>
                    <a:pt x="3948" y="247834"/>
                  </a:lnTo>
                  <a:lnTo>
                    <a:pt x="4482" y="248024"/>
                  </a:lnTo>
                  <a:lnTo>
                    <a:pt x="7812" y="248963"/>
                  </a:lnTo>
                  <a:lnTo>
                    <a:pt x="10125" y="249616"/>
                  </a:lnTo>
                  <a:lnTo>
                    <a:pt x="11163" y="251166"/>
                  </a:lnTo>
                  <a:lnTo>
                    <a:pt x="12348" y="252936"/>
                  </a:lnTo>
                  <a:lnTo>
                    <a:pt x="13801" y="255108"/>
                  </a:lnTo>
                  <a:lnTo>
                    <a:pt x="15289" y="257373"/>
                  </a:lnTo>
                  <a:lnTo>
                    <a:pt x="16232" y="258760"/>
                  </a:lnTo>
                  <a:lnTo>
                    <a:pt x="15775" y="264853"/>
                  </a:lnTo>
                  <a:lnTo>
                    <a:pt x="15872" y="265196"/>
                  </a:lnTo>
                  <a:lnTo>
                    <a:pt x="16799" y="268472"/>
                  </a:lnTo>
                  <a:lnTo>
                    <a:pt x="17437" y="270725"/>
                  </a:lnTo>
                  <a:lnTo>
                    <a:pt x="15500" y="272666"/>
                  </a:lnTo>
                  <a:lnTo>
                    <a:pt x="15434" y="273151"/>
                  </a:lnTo>
                  <a:lnTo>
                    <a:pt x="15162" y="275144"/>
                  </a:lnTo>
                  <a:lnTo>
                    <a:pt x="15711" y="276028"/>
                  </a:lnTo>
                  <a:lnTo>
                    <a:pt x="16780" y="277748"/>
                  </a:lnTo>
                  <a:lnTo>
                    <a:pt x="16764" y="278385"/>
                  </a:lnTo>
                  <a:lnTo>
                    <a:pt x="15590" y="280520"/>
                  </a:lnTo>
                  <a:lnTo>
                    <a:pt x="14799" y="281957"/>
                  </a:lnTo>
                  <a:lnTo>
                    <a:pt x="14941" y="283319"/>
                  </a:lnTo>
                  <a:lnTo>
                    <a:pt x="14984" y="283735"/>
                  </a:lnTo>
                  <a:lnTo>
                    <a:pt x="15335" y="287093"/>
                  </a:lnTo>
                  <a:lnTo>
                    <a:pt x="14503" y="289479"/>
                  </a:lnTo>
                  <a:lnTo>
                    <a:pt x="14422" y="289712"/>
                  </a:lnTo>
                  <a:lnTo>
                    <a:pt x="13768" y="291588"/>
                  </a:lnTo>
                  <a:lnTo>
                    <a:pt x="13670" y="291871"/>
                  </a:lnTo>
                  <a:lnTo>
                    <a:pt x="13562" y="292179"/>
                  </a:lnTo>
                  <a:lnTo>
                    <a:pt x="13105" y="293490"/>
                  </a:lnTo>
                  <a:lnTo>
                    <a:pt x="12897" y="294087"/>
                  </a:lnTo>
                  <a:lnTo>
                    <a:pt x="11780" y="297293"/>
                  </a:lnTo>
                  <a:lnTo>
                    <a:pt x="10849" y="301704"/>
                  </a:lnTo>
                  <a:lnTo>
                    <a:pt x="15022" y="306991"/>
                  </a:lnTo>
                  <a:lnTo>
                    <a:pt x="19106" y="312167"/>
                  </a:lnTo>
                  <a:lnTo>
                    <a:pt x="22720" y="314322"/>
                  </a:lnTo>
                  <a:lnTo>
                    <a:pt x="23883" y="315015"/>
                  </a:lnTo>
                  <a:lnTo>
                    <a:pt x="26922" y="316828"/>
                  </a:lnTo>
                  <a:lnTo>
                    <a:pt x="31236" y="319401"/>
                  </a:lnTo>
                  <a:lnTo>
                    <a:pt x="33863" y="314774"/>
                  </a:lnTo>
                  <a:lnTo>
                    <a:pt x="38043" y="307413"/>
                  </a:lnTo>
                  <a:lnTo>
                    <a:pt x="40900" y="302381"/>
                  </a:lnTo>
                  <a:lnTo>
                    <a:pt x="42400" y="299739"/>
                  </a:lnTo>
                  <a:lnTo>
                    <a:pt x="43249" y="298245"/>
                  </a:lnTo>
                  <a:lnTo>
                    <a:pt x="46213" y="300282"/>
                  </a:lnTo>
                  <a:lnTo>
                    <a:pt x="49086" y="303559"/>
                  </a:lnTo>
                  <a:lnTo>
                    <a:pt x="49680" y="306458"/>
                  </a:lnTo>
                  <a:lnTo>
                    <a:pt x="49962" y="307834"/>
                  </a:lnTo>
                  <a:lnTo>
                    <a:pt x="50814" y="310148"/>
                  </a:lnTo>
                  <a:lnTo>
                    <a:pt x="51471" y="311930"/>
                  </a:lnTo>
                  <a:lnTo>
                    <a:pt x="51882" y="311856"/>
                  </a:lnTo>
                  <a:lnTo>
                    <a:pt x="53166" y="311500"/>
                  </a:lnTo>
                  <a:lnTo>
                    <a:pt x="53337" y="311475"/>
                  </a:lnTo>
                  <a:lnTo>
                    <a:pt x="53658" y="311178"/>
                  </a:lnTo>
                  <a:lnTo>
                    <a:pt x="53751" y="310959"/>
                  </a:lnTo>
                  <a:lnTo>
                    <a:pt x="53942" y="310649"/>
                  </a:lnTo>
                  <a:lnTo>
                    <a:pt x="55094" y="311334"/>
                  </a:lnTo>
                  <a:lnTo>
                    <a:pt x="55896" y="311933"/>
                  </a:lnTo>
                  <a:lnTo>
                    <a:pt x="55814" y="312315"/>
                  </a:lnTo>
                  <a:lnTo>
                    <a:pt x="56011" y="314086"/>
                  </a:lnTo>
                  <a:lnTo>
                    <a:pt x="56129" y="314370"/>
                  </a:lnTo>
                  <a:lnTo>
                    <a:pt x="56194" y="314882"/>
                  </a:lnTo>
                  <a:lnTo>
                    <a:pt x="56208" y="315057"/>
                  </a:lnTo>
                  <a:lnTo>
                    <a:pt x="56293" y="315245"/>
                  </a:lnTo>
                  <a:lnTo>
                    <a:pt x="56875" y="315692"/>
                  </a:lnTo>
                  <a:lnTo>
                    <a:pt x="56820" y="316009"/>
                  </a:lnTo>
                  <a:lnTo>
                    <a:pt x="56900" y="316164"/>
                  </a:lnTo>
                  <a:lnTo>
                    <a:pt x="57340" y="316501"/>
                  </a:lnTo>
                  <a:lnTo>
                    <a:pt x="57647" y="316803"/>
                  </a:lnTo>
                  <a:lnTo>
                    <a:pt x="57844" y="317015"/>
                  </a:lnTo>
                  <a:lnTo>
                    <a:pt x="58246" y="316865"/>
                  </a:lnTo>
                  <a:lnTo>
                    <a:pt x="58737" y="316476"/>
                  </a:lnTo>
                  <a:lnTo>
                    <a:pt x="58873" y="316378"/>
                  </a:lnTo>
                  <a:lnTo>
                    <a:pt x="58986" y="316209"/>
                  </a:lnTo>
                  <a:lnTo>
                    <a:pt x="59429" y="315913"/>
                  </a:lnTo>
                  <a:lnTo>
                    <a:pt x="59697" y="315514"/>
                  </a:lnTo>
                  <a:lnTo>
                    <a:pt x="59905" y="315328"/>
                  </a:lnTo>
                  <a:lnTo>
                    <a:pt x="60229" y="315126"/>
                  </a:lnTo>
                  <a:lnTo>
                    <a:pt x="60345" y="314946"/>
                  </a:lnTo>
                  <a:lnTo>
                    <a:pt x="60579" y="314365"/>
                  </a:lnTo>
                  <a:lnTo>
                    <a:pt x="60859" y="314230"/>
                  </a:lnTo>
                  <a:lnTo>
                    <a:pt x="61051" y="314073"/>
                  </a:lnTo>
                  <a:lnTo>
                    <a:pt x="61195" y="314005"/>
                  </a:lnTo>
                  <a:lnTo>
                    <a:pt x="61410" y="313946"/>
                  </a:lnTo>
                  <a:lnTo>
                    <a:pt x="61708" y="313944"/>
                  </a:lnTo>
                  <a:lnTo>
                    <a:pt x="61978" y="313989"/>
                  </a:lnTo>
                  <a:lnTo>
                    <a:pt x="61972" y="313624"/>
                  </a:lnTo>
                  <a:lnTo>
                    <a:pt x="65953" y="310699"/>
                  </a:lnTo>
                  <a:lnTo>
                    <a:pt x="65928" y="310561"/>
                  </a:lnTo>
                  <a:lnTo>
                    <a:pt x="65888" y="310427"/>
                  </a:lnTo>
                  <a:lnTo>
                    <a:pt x="65735" y="310052"/>
                  </a:lnTo>
                  <a:lnTo>
                    <a:pt x="65402" y="309281"/>
                  </a:lnTo>
                  <a:lnTo>
                    <a:pt x="65339" y="308945"/>
                  </a:lnTo>
                  <a:lnTo>
                    <a:pt x="65326" y="308783"/>
                  </a:lnTo>
                  <a:lnTo>
                    <a:pt x="65303" y="308528"/>
                  </a:lnTo>
                  <a:lnTo>
                    <a:pt x="65657" y="305722"/>
                  </a:lnTo>
                  <a:lnTo>
                    <a:pt x="67134" y="295980"/>
                  </a:lnTo>
                  <a:lnTo>
                    <a:pt x="66992" y="295908"/>
                  </a:lnTo>
                  <a:lnTo>
                    <a:pt x="66200" y="295668"/>
                  </a:lnTo>
                  <a:lnTo>
                    <a:pt x="65997" y="295570"/>
                  </a:lnTo>
                  <a:lnTo>
                    <a:pt x="65978" y="295271"/>
                  </a:lnTo>
                  <a:lnTo>
                    <a:pt x="68174" y="293447"/>
                  </a:lnTo>
                  <a:lnTo>
                    <a:pt x="68182" y="293282"/>
                  </a:lnTo>
                  <a:lnTo>
                    <a:pt x="68351" y="293114"/>
                  </a:lnTo>
                  <a:lnTo>
                    <a:pt x="68394" y="293277"/>
                  </a:lnTo>
                  <a:lnTo>
                    <a:pt x="68639" y="293204"/>
                  </a:lnTo>
                  <a:lnTo>
                    <a:pt x="68552" y="292976"/>
                  </a:lnTo>
                  <a:lnTo>
                    <a:pt x="76837" y="290114"/>
                  </a:lnTo>
                  <a:lnTo>
                    <a:pt x="76790" y="289982"/>
                  </a:lnTo>
                  <a:lnTo>
                    <a:pt x="76799" y="287843"/>
                  </a:lnTo>
                  <a:lnTo>
                    <a:pt x="77202" y="287225"/>
                  </a:lnTo>
                  <a:lnTo>
                    <a:pt x="77311" y="286943"/>
                  </a:lnTo>
                  <a:lnTo>
                    <a:pt x="77192" y="286369"/>
                  </a:lnTo>
                  <a:lnTo>
                    <a:pt x="77056" y="286176"/>
                  </a:lnTo>
                  <a:lnTo>
                    <a:pt x="79191" y="284580"/>
                  </a:lnTo>
                  <a:lnTo>
                    <a:pt x="83790" y="278958"/>
                  </a:lnTo>
                  <a:lnTo>
                    <a:pt x="82606" y="276869"/>
                  </a:lnTo>
                  <a:lnTo>
                    <a:pt x="83117" y="276758"/>
                  </a:lnTo>
                  <a:lnTo>
                    <a:pt x="83522" y="276822"/>
                  </a:lnTo>
                  <a:lnTo>
                    <a:pt x="83627" y="276687"/>
                  </a:lnTo>
                  <a:lnTo>
                    <a:pt x="83868" y="276174"/>
                  </a:lnTo>
                  <a:lnTo>
                    <a:pt x="84265" y="275833"/>
                  </a:lnTo>
                  <a:lnTo>
                    <a:pt x="84961" y="276175"/>
                  </a:lnTo>
                  <a:lnTo>
                    <a:pt x="85605" y="276419"/>
                  </a:lnTo>
                  <a:lnTo>
                    <a:pt x="86125" y="276525"/>
                  </a:lnTo>
                  <a:lnTo>
                    <a:pt x="86283" y="276582"/>
                  </a:lnTo>
                  <a:lnTo>
                    <a:pt x="87140" y="274902"/>
                  </a:lnTo>
                  <a:lnTo>
                    <a:pt x="87150" y="274773"/>
                  </a:lnTo>
                  <a:lnTo>
                    <a:pt x="88003" y="273736"/>
                  </a:lnTo>
                  <a:lnTo>
                    <a:pt x="88093" y="274116"/>
                  </a:lnTo>
                  <a:lnTo>
                    <a:pt x="88765" y="274649"/>
                  </a:lnTo>
                  <a:lnTo>
                    <a:pt x="89390" y="274438"/>
                  </a:lnTo>
                  <a:lnTo>
                    <a:pt x="90724" y="271530"/>
                  </a:lnTo>
                  <a:lnTo>
                    <a:pt x="90853" y="271528"/>
                  </a:lnTo>
                  <a:lnTo>
                    <a:pt x="91864" y="270159"/>
                  </a:lnTo>
                  <a:lnTo>
                    <a:pt x="92479" y="270100"/>
                  </a:lnTo>
                  <a:lnTo>
                    <a:pt x="92883" y="270123"/>
                  </a:lnTo>
                  <a:lnTo>
                    <a:pt x="93088" y="270273"/>
                  </a:lnTo>
                  <a:lnTo>
                    <a:pt x="93078" y="270407"/>
                  </a:lnTo>
                  <a:lnTo>
                    <a:pt x="93040" y="270726"/>
                  </a:lnTo>
                  <a:lnTo>
                    <a:pt x="93016" y="271043"/>
                  </a:lnTo>
                  <a:lnTo>
                    <a:pt x="93167" y="271299"/>
                  </a:lnTo>
                  <a:lnTo>
                    <a:pt x="93672" y="271475"/>
                  </a:lnTo>
                  <a:lnTo>
                    <a:pt x="94577" y="272512"/>
                  </a:lnTo>
                  <a:lnTo>
                    <a:pt x="94625" y="271945"/>
                  </a:lnTo>
                  <a:lnTo>
                    <a:pt x="94774" y="271776"/>
                  </a:lnTo>
                  <a:lnTo>
                    <a:pt x="94859" y="271625"/>
                  </a:lnTo>
                  <a:lnTo>
                    <a:pt x="94958" y="271267"/>
                  </a:lnTo>
                  <a:lnTo>
                    <a:pt x="94831" y="270750"/>
                  </a:lnTo>
                  <a:lnTo>
                    <a:pt x="94891" y="270566"/>
                  </a:lnTo>
                  <a:lnTo>
                    <a:pt x="94922" y="270384"/>
                  </a:lnTo>
                  <a:lnTo>
                    <a:pt x="95308" y="270473"/>
                  </a:lnTo>
                  <a:lnTo>
                    <a:pt x="95393" y="270604"/>
                  </a:lnTo>
                  <a:lnTo>
                    <a:pt x="95527" y="270757"/>
                  </a:lnTo>
                  <a:lnTo>
                    <a:pt x="95826" y="270802"/>
                  </a:lnTo>
                  <a:lnTo>
                    <a:pt x="95950" y="270490"/>
                  </a:lnTo>
                  <a:lnTo>
                    <a:pt x="95725" y="269980"/>
                  </a:lnTo>
                  <a:lnTo>
                    <a:pt x="98182" y="266660"/>
                  </a:lnTo>
                  <a:lnTo>
                    <a:pt x="94724" y="258729"/>
                  </a:lnTo>
                  <a:lnTo>
                    <a:pt x="94869" y="258377"/>
                  </a:lnTo>
                  <a:lnTo>
                    <a:pt x="95018" y="258067"/>
                  </a:lnTo>
                  <a:lnTo>
                    <a:pt x="96605" y="255396"/>
                  </a:lnTo>
                  <a:lnTo>
                    <a:pt x="96654" y="255189"/>
                  </a:lnTo>
                  <a:lnTo>
                    <a:pt x="96701" y="254962"/>
                  </a:lnTo>
                  <a:lnTo>
                    <a:pt x="96759" y="254700"/>
                  </a:lnTo>
                  <a:lnTo>
                    <a:pt x="96939" y="253511"/>
                  </a:lnTo>
                  <a:lnTo>
                    <a:pt x="101254" y="254247"/>
                  </a:lnTo>
                  <a:lnTo>
                    <a:pt x="106669" y="257633"/>
                  </a:lnTo>
                  <a:lnTo>
                    <a:pt x="107211" y="257561"/>
                  </a:lnTo>
                  <a:lnTo>
                    <a:pt x="108126" y="256908"/>
                  </a:lnTo>
                  <a:lnTo>
                    <a:pt x="108656" y="255683"/>
                  </a:lnTo>
                  <a:lnTo>
                    <a:pt x="109655" y="255959"/>
                  </a:lnTo>
                  <a:lnTo>
                    <a:pt x="110114" y="255870"/>
                  </a:lnTo>
                  <a:lnTo>
                    <a:pt x="110682" y="255800"/>
                  </a:lnTo>
                  <a:lnTo>
                    <a:pt x="110878" y="255719"/>
                  </a:lnTo>
                  <a:lnTo>
                    <a:pt x="111660" y="255571"/>
                  </a:lnTo>
                  <a:lnTo>
                    <a:pt x="111890" y="255566"/>
                  </a:lnTo>
                  <a:lnTo>
                    <a:pt x="112156" y="255567"/>
                  </a:lnTo>
                  <a:lnTo>
                    <a:pt x="112335" y="255511"/>
                  </a:lnTo>
                  <a:lnTo>
                    <a:pt x="112640" y="255458"/>
                  </a:lnTo>
                  <a:lnTo>
                    <a:pt x="112776" y="255467"/>
                  </a:lnTo>
                  <a:lnTo>
                    <a:pt x="112969" y="255472"/>
                  </a:lnTo>
                  <a:lnTo>
                    <a:pt x="113138" y="255491"/>
                  </a:lnTo>
                  <a:lnTo>
                    <a:pt x="113365" y="255514"/>
                  </a:lnTo>
                  <a:lnTo>
                    <a:pt x="113891" y="255707"/>
                  </a:lnTo>
                  <a:lnTo>
                    <a:pt x="114057" y="255650"/>
                  </a:lnTo>
                  <a:lnTo>
                    <a:pt x="114241" y="255586"/>
                  </a:lnTo>
                  <a:lnTo>
                    <a:pt x="114425" y="255486"/>
                  </a:lnTo>
                  <a:lnTo>
                    <a:pt x="114805" y="255307"/>
                  </a:lnTo>
                  <a:lnTo>
                    <a:pt x="115142" y="255149"/>
                  </a:lnTo>
                  <a:lnTo>
                    <a:pt x="115410" y="255005"/>
                  </a:lnTo>
                  <a:lnTo>
                    <a:pt x="115719" y="254890"/>
                  </a:lnTo>
                  <a:lnTo>
                    <a:pt x="115852" y="254838"/>
                  </a:lnTo>
                  <a:lnTo>
                    <a:pt x="116058" y="254911"/>
                  </a:lnTo>
                  <a:lnTo>
                    <a:pt x="116214" y="255094"/>
                  </a:lnTo>
                  <a:lnTo>
                    <a:pt x="116022" y="255801"/>
                  </a:lnTo>
                  <a:lnTo>
                    <a:pt x="115464" y="257148"/>
                  </a:lnTo>
                  <a:lnTo>
                    <a:pt x="115408" y="257429"/>
                  </a:lnTo>
                  <a:lnTo>
                    <a:pt x="115475" y="257751"/>
                  </a:lnTo>
                  <a:lnTo>
                    <a:pt x="115618" y="257984"/>
                  </a:lnTo>
                  <a:lnTo>
                    <a:pt x="115870" y="258196"/>
                  </a:lnTo>
                  <a:lnTo>
                    <a:pt x="116125" y="258226"/>
                  </a:lnTo>
                  <a:lnTo>
                    <a:pt x="116391" y="258105"/>
                  </a:lnTo>
                  <a:lnTo>
                    <a:pt x="116644" y="257917"/>
                  </a:lnTo>
                  <a:lnTo>
                    <a:pt x="117137" y="257272"/>
                  </a:lnTo>
                  <a:lnTo>
                    <a:pt x="117737" y="256719"/>
                  </a:lnTo>
                  <a:lnTo>
                    <a:pt x="118094" y="256488"/>
                  </a:lnTo>
                  <a:lnTo>
                    <a:pt x="118327" y="256383"/>
                  </a:lnTo>
                  <a:lnTo>
                    <a:pt x="118710" y="256177"/>
                  </a:lnTo>
                  <a:lnTo>
                    <a:pt x="118950" y="256002"/>
                  </a:lnTo>
                  <a:lnTo>
                    <a:pt x="119805" y="255434"/>
                  </a:lnTo>
                  <a:lnTo>
                    <a:pt x="119972" y="255393"/>
                  </a:lnTo>
                  <a:lnTo>
                    <a:pt x="120215" y="255426"/>
                  </a:lnTo>
                  <a:lnTo>
                    <a:pt x="120540" y="255632"/>
                  </a:lnTo>
                  <a:lnTo>
                    <a:pt x="120779" y="255902"/>
                  </a:lnTo>
                  <a:lnTo>
                    <a:pt x="120885" y="256132"/>
                  </a:lnTo>
                  <a:lnTo>
                    <a:pt x="121298" y="257633"/>
                  </a:lnTo>
                  <a:lnTo>
                    <a:pt x="121469" y="257967"/>
                  </a:lnTo>
                  <a:lnTo>
                    <a:pt x="122139" y="259345"/>
                  </a:lnTo>
                  <a:lnTo>
                    <a:pt x="122189" y="259479"/>
                  </a:lnTo>
                  <a:lnTo>
                    <a:pt x="122269" y="259663"/>
                  </a:lnTo>
                  <a:lnTo>
                    <a:pt x="122381" y="259989"/>
                  </a:lnTo>
                  <a:lnTo>
                    <a:pt x="122531" y="260268"/>
                  </a:lnTo>
                  <a:lnTo>
                    <a:pt x="122795" y="260464"/>
                  </a:lnTo>
                  <a:lnTo>
                    <a:pt x="122967" y="260660"/>
                  </a:lnTo>
                  <a:lnTo>
                    <a:pt x="123493" y="260827"/>
                  </a:lnTo>
                  <a:lnTo>
                    <a:pt x="124837" y="261223"/>
                  </a:lnTo>
                  <a:lnTo>
                    <a:pt x="124994" y="261234"/>
                  </a:lnTo>
                  <a:lnTo>
                    <a:pt x="125131" y="261274"/>
                  </a:lnTo>
                  <a:lnTo>
                    <a:pt x="125309" y="261271"/>
                  </a:lnTo>
                  <a:lnTo>
                    <a:pt x="125601" y="261327"/>
                  </a:lnTo>
                  <a:lnTo>
                    <a:pt x="125889" y="261237"/>
                  </a:lnTo>
                  <a:lnTo>
                    <a:pt x="126135" y="261069"/>
                  </a:lnTo>
                  <a:lnTo>
                    <a:pt x="126395" y="261009"/>
                  </a:lnTo>
                  <a:lnTo>
                    <a:pt x="126678" y="260949"/>
                  </a:lnTo>
                  <a:lnTo>
                    <a:pt x="127074" y="260865"/>
                  </a:lnTo>
                  <a:lnTo>
                    <a:pt x="127621" y="260735"/>
                  </a:lnTo>
                  <a:lnTo>
                    <a:pt x="128099" y="260728"/>
                  </a:lnTo>
                  <a:lnTo>
                    <a:pt x="128286" y="260730"/>
                  </a:lnTo>
                  <a:lnTo>
                    <a:pt x="128533" y="260784"/>
                  </a:lnTo>
                  <a:lnTo>
                    <a:pt x="128833" y="261040"/>
                  </a:lnTo>
                  <a:lnTo>
                    <a:pt x="131764" y="261482"/>
                  </a:lnTo>
                  <a:lnTo>
                    <a:pt x="132097" y="261505"/>
                  </a:lnTo>
                  <a:lnTo>
                    <a:pt x="132502" y="261561"/>
                  </a:lnTo>
                  <a:lnTo>
                    <a:pt x="132700" y="261589"/>
                  </a:lnTo>
                  <a:lnTo>
                    <a:pt x="133136" y="261648"/>
                  </a:lnTo>
                  <a:lnTo>
                    <a:pt x="133413" y="261678"/>
                  </a:lnTo>
                  <a:lnTo>
                    <a:pt x="133866" y="261727"/>
                  </a:lnTo>
                  <a:lnTo>
                    <a:pt x="133851" y="261220"/>
                  </a:lnTo>
                  <a:lnTo>
                    <a:pt x="133830" y="260882"/>
                  </a:lnTo>
                  <a:lnTo>
                    <a:pt x="133772" y="259971"/>
                  </a:lnTo>
                  <a:lnTo>
                    <a:pt x="133744" y="259480"/>
                  </a:lnTo>
                  <a:lnTo>
                    <a:pt x="133746" y="259256"/>
                  </a:lnTo>
                  <a:lnTo>
                    <a:pt x="133736" y="258882"/>
                  </a:lnTo>
                  <a:lnTo>
                    <a:pt x="133777" y="258236"/>
                  </a:lnTo>
                  <a:lnTo>
                    <a:pt x="133863" y="257353"/>
                  </a:lnTo>
                  <a:lnTo>
                    <a:pt x="133891" y="257057"/>
                  </a:lnTo>
                  <a:lnTo>
                    <a:pt x="133934" y="256353"/>
                  </a:lnTo>
                  <a:lnTo>
                    <a:pt x="133973" y="255930"/>
                  </a:lnTo>
                  <a:lnTo>
                    <a:pt x="134018" y="255266"/>
                  </a:lnTo>
                  <a:lnTo>
                    <a:pt x="134069" y="254800"/>
                  </a:lnTo>
                  <a:lnTo>
                    <a:pt x="134118" y="254465"/>
                  </a:lnTo>
                  <a:lnTo>
                    <a:pt x="134194" y="254106"/>
                  </a:lnTo>
                  <a:lnTo>
                    <a:pt x="134235" y="253874"/>
                  </a:lnTo>
                  <a:lnTo>
                    <a:pt x="134314" y="253317"/>
                  </a:lnTo>
                  <a:lnTo>
                    <a:pt x="134428" y="252839"/>
                  </a:lnTo>
                  <a:lnTo>
                    <a:pt x="134527" y="252289"/>
                  </a:lnTo>
                  <a:lnTo>
                    <a:pt x="134555" y="252113"/>
                  </a:lnTo>
                  <a:lnTo>
                    <a:pt x="134627" y="251823"/>
                  </a:lnTo>
                  <a:lnTo>
                    <a:pt x="134698" y="251388"/>
                  </a:lnTo>
                  <a:lnTo>
                    <a:pt x="134756" y="251037"/>
                  </a:lnTo>
                  <a:lnTo>
                    <a:pt x="134955" y="250200"/>
                  </a:lnTo>
                  <a:lnTo>
                    <a:pt x="135102" y="249533"/>
                  </a:lnTo>
                  <a:lnTo>
                    <a:pt x="135141" y="249370"/>
                  </a:lnTo>
                  <a:lnTo>
                    <a:pt x="135283" y="248877"/>
                  </a:lnTo>
                  <a:lnTo>
                    <a:pt x="135364" y="248526"/>
                  </a:lnTo>
                  <a:lnTo>
                    <a:pt x="135476" y="248159"/>
                  </a:lnTo>
                  <a:lnTo>
                    <a:pt x="135649" y="247632"/>
                  </a:lnTo>
                  <a:lnTo>
                    <a:pt x="135822" y="247274"/>
                  </a:lnTo>
                  <a:lnTo>
                    <a:pt x="135924" y="247065"/>
                  </a:lnTo>
                  <a:lnTo>
                    <a:pt x="136128" y="246688"/>
                  </a:lnTo>
                  <a:lnTo>
                    <a:pt x="136202" y="246531"/>
                  </a:lnTo>
                  <a:lnTo>
                    <a:pt x="136390" y="246134"/>
                  </a:lnTo>
                  <a:lnTo>
                    <a:pt x="136484" y="245849"/>
                  </a:lnTo>
                  <a:lnTo>
                    <a:pt x="136657" y="245276"/>
                  </a:lnTo>
                  <a:lnTo>
                    <a:pt x="136744" y="244867"/>
                  </a:lnTo>
                  <a:lnTo>
                    <a:pt x="136782" y="244319"/>
                  </a:lnTo>
                  <a:lnTo>
                    <a:pt x="136792" y="244177"/>
                  </a:lnTo>
                  <a:lnTo>
                    <a:pt x="136782" y="243798"/>
                  </a:lnTo>
                  <a:lnTo>
                    <a:pt x="136698" y="243431"/>
                  </a:lnTo>
                  <a:lnTo>
                    <a:pt x="136637" y="243157"/>
                  </a:lnTo>
                  <a:lnTo>
                    <a:pt x="136543" y="242902"/>
                  </a:lnTo>
                  <a:lnTo>
                    <a:pt x="136522" y="242729"/>
                  </a:lnTo>
                  <a:lnTo>
                    <a:pt x="136484" y="242434"/>
                  </a:lnTo>
                  <a:lnTo>
                    <a:pt x="136454" y="242164"/>
                  </a:lnTo>
                  <a:lnTo>
                    <a:pt x="136436" y="242024"/>
                  </a:lnTo>
                  <a:lnTo>
                    <a:pt x="136413" y="241838"/>
                  </a:lnTo>
                  <a:lnTo>
                    <a:pt x="136324" y="241510"/>
                  </a:lnTo>
                  <a:lnTo>
                    <a:pt x="136255" y="241276"/>
                  </a:lnTo>
                  <a:lnTo>
                    <a:pt x="136181" y="241032"/>
                  </a:lnTo>
                  <a:lnTo>
                    <a:pt x="136149" y="240706"/>
                  </a:lnTo>
                  <a:lnTo>
                    <a:pt x="136944" y="240076"/>
                  </a:lnTo>
                  <a:lnTo>
                    <a:pt x="137709" y="239407"/>
                  </a:lnTo>
                  <a:lnTo>
                    <a:pt x="137848" y="239152"/>
                  </a:lnTo>
                  <a:lnTo>
                    <a:pt x="137966" y="238930"/>
                  </a:lnTo>
                  <a:lnTo>
                    <a:pt x="138216" y="238441"/>
                  </a:lnTo>
                  <a:lnTo>
                    <a:pt x="150595" y="242472"/>
                  </a:lnTo>
                  <a:lnTo>
                    <a:pt x="150787" y="242448"/>
                  </a:lnTo>
                  <a:lnTo>
                    <a:pt x="150975" y="242421"/>
                  </a:lnTo>
                  <a:lnTo>
                    <a:pt x="151065" y="243586"/>
                  </a:lnTo>
                  <a:lnTo>
                    <a:pt x="151218" y="244023"/>
                  </a:lnTo>
                  <a:lnTo>
                    <a:pt x="151615" y="244522"/>
                  </a:lnTo>
                  <a:lnTo>
                    <a:pt x="151981" y="245048"/>
                  </a:lnTo>
                  <a:lnTo>
                    <a:pt x="152086" y="245227"/>
                  </a:lnTo>
                  <a:lnTo>
                    <a:pt x="152305" y="245254"/>
                  </a:lnTo>
                  <a:lnTo>
                    <a:pt x="152568" y="245370"/>
                  </a:lnTo>
                  <a:lnTo>
                    <a:pt x="152739" y="245468"/>
                  </a:lnTo>
                  <a:lnTo>
                    <a:pt x="153031" y="245709"/>
                  </a:lnTo>
                  <a:lnTo>
                    <a:pt x="153390" y="246241"/>
                  </a:lnTo>
                  <a:lnTo>
                    <a:pt x="153391" y="246496"/>
                  </a:lnTo>
                  <a:lnTo>
                    <a:pt x="153421" y="246714"/>
                  </a:lnTo>
                  <a:lnTo>
                    <a:pt x="153581" y="247089"/>
                  </a:lnTo>
                  <a:lnTo>
                    <a:pt x="153651" y="247395"/>
                  </a:lnTo>
                  <a:lnTo>
                    <a:pt x="153727" y="247622"/>
                  </a:lnTo>
                  <a:lnTo>
                    <a:pt x="153751" y="247771"/>
                  </a:lnTo>
                  <a:lnTo>
                    <a:pt x="153778" y="247942"/>
                  </a:lnTo>
                  <a:lnTo>
                    <a:pt x="153805" y="248295"/>
                  </a:lnTo>
                  <a:lnTo>
                    <a:pt x="153851" y="248444"/>
                  </a:lnTo>
                  <a:lnTo>
                    <a:pt x="154019" y="248747"/>
                  </a:lnTo>
                  <a:lnTo>
                    <a:pt x="154190" y="248992"/>
                  </a:lnTo>
                  <a:lnTo>
                    <a:pt x="154293" y="249296"/>
                  </a:lnTo>
                  <a:lnTo>
                    <a:pt x="154370" y="249467"/>
                  </a:lnTo>
                  <a:lnTo>
                    <a:pt x="154851" y="250149"/>
                  </a:lnTo>
                  <a:lnTo>
                    <a:pt x="155006" y="250244"/>
                  </a:lnTo>
                  <a:lnTo>
                    <a:pt x="154939" y="250512"/>
                  </a:lnTo>
                  <a:lnTo>
                    <a:pt x="154461" y="251897"/>
                  </a:lnTo>
                  <a:lnTo>
                    <a:pt x="154396" y="252039"/>
                  </a:lnTo>
                  <a:lnTo>
                    <a:pt x="154349" y="252385"/>
                  </a:lnTo>
                  <a:lnTo>
                    <a:pt x="154120" y="252789"/>
                  </a:lnTo>
                  <a:lnTo>
                    <a:pt x="154076" y="252954"/>
                  </a:lnTo>
                  <a:lnTo>
                    <a:pt x="154039" y="253148"/>
                  </a:lnTo>
                  <a:lnTo>
                    <a:pt x="154018" y="253499"/>
                  </a:lnTo>
                  <a:lnTo>
                    <a:pt x="153907" y="253915"/>
                  </a:lnTo>
                  <a:lnTo>
                    <a:pt x="153812" y="254400"/>
                  </a:lnTo>
                  <a:lnTo>
                    <a:pt x="153902" y="254638"/>
                  </a:lnTo>
                  <a:lnTo>
                    <a:pt x="154039" y="255271"/>
                  </a:lnTo>
                  <a:lnTo>
                    <a:pt x="153810" y="255966"/>
                  </a:lnTo>
                  <a:lnTo>
                    <a:pt x="153710" y="256305"/>
                  </a:lnTo>
                  <a:lnTo>
                    <a:pt x="153692" y="256458"/>
                  </a:lnTo>
                  <a:lnTo>
                    <a:pt x="153702" y="256585"/>
                  </a:lnTo>
                  <a:lnTo>
                    <a:pt x="153801" y="257049"/>
                  </a:lnTo>
                  <a:lnTo>
                    <a:pt x="153762" y="257189"/>
                  </a:lnTo>
                  <a:lnTo>
                    <a:pt x="153788" y="257358"/>
                  </a:lnTo>
                  <a:lnTo>
                    <a:pt x="153959" y="258643"/>
                  </a:lnTo>
                  <a:lnTo>
                    <a:pt x="154063" y="258774"/>
                  </a:lnTo>
                  <a:lnTo>
                    <a:pt x="154230" y="258814"/>
                  </a:lnTo>
                  <a:lnTo>
                    <a:pt x="154972" y="259672"/>
                  </a:lnTo>
                  <a:lnTo>
                    <a:pt x="156892" y="261732"/>
                  </a:lnTo>
                  <a:lnTo>
                    <a:pt x="158615" y="263185"/>
                  </a:lnTo>
                  <a:lnTo>
                    <a:pt x="159040" y="263619"/>
                  </a:lnTo>
                  <a:lnTo>
                    <a:pt x="159278" y="263835"/>
                  </a:lnTo>
                  <a:lnTo>
                    <a:pt x="159911" y="264537"/>
                  </a:lnTo>
                  <a:lnTo>
                    <a:pt x="160067" y="264726"/>
                  </a:lnTo>
                  <a:lnTo>
                    <a:pt x="160354" y="265053"/>
                  </a:lnTo>
                  <a:lnTo>
                    <a:pt x="160975" y="265720"/>
                  </a:lnTo>
                  <a:lnTo>
                    <a:pt x="161407" y="265913"/>
                  </a:lnTo>
                  <a:lnTo>
                    <a:pt x="161692" y="266005"/>
                  </a:lnTo>
                  <a:lnTo>
                    <a:pt x="161934" y="266015"/>
                  </a:lnTo>
                  <a:lnTo>
                    <a:pt x="162062" y="266001"/>
                  </a:lnTo>
                  <a:lnTo>
                    <a:pt x="162342" y="266086"/>
                  </a:lnTo>
                  <a:lnTo>
                    <a:pt x="162733" y="266221"/>
                  </a:lnTo>
                  <a:lnTo>
                    <a:pt x="162983" y="266260"/>
                  </a:lnTo>
                  <a:lnTo>
                    <a:pt x="163317" y="266355"/>
                  </a:lnTo>
                  <a:lnTo>
                    <a:pt x="163684" y="266413"/>
                  </a:lnTo>
                  <a:lnTo>
                    <a:pt x="163835" y="266418"/>
                  </a:lnTo>
                  <a:lnTo>
                    <a:pt x="164110" y="266416"/>
                  </a:lnTo>
                  <a:lnTo>
                    <a:pt x="164424" y="266422"/>
                  </a:lnTo>
                  <a:lnTo>
                    <a:pt x="164750" y="266415"/>
                  </a:lnTo>
                  <a:lnTo>
                    <a:pt x="164987" y="266398"/>
                  </a:lnTo>
                  <a:lnTo>
                    <a:pt x="165280" y="266278"/>
                  </a:lnTo>
                  <a:lnTo>
                    <a:pt x="165708" y="266308"/>
                  </a:lnTo>
                  <a:lnTo>
                    <a:pt x="168356" y="270298"/>
                  </a:lnTo>
                  <a:lnTo>
                    <a:pt x="172191" y="279014"/>
                  </a:lnTo>
                  <a:lnTo>
                    <a:pt x="171829" y="279395"/>
                  </a:lnTo>
                  <a:lnTo>
                    <a:pt x="171904" y="279727"/>
                  </a:lnTo>
                  <a:lnTo>
                    <a:pt x="169630" y="280522"/>
                  </a:lnTo>
                  <a:lnTo>
                    <a:pt x="169479" y="280496"/>
                  </a:lnTo>
                  <a:lnTo>
                    <a:pt x="169350" y="280482"/>
                  </a:lnTo>
                  <a:lnTo>
                    <a:pt x="169221" y="280446"/>
                  </a:lnTo>
                  <a:lnTo>
                    <a:pt x="168645" y="280281"/>
                  </a:lnTo>
                  <a:lnTo>
                    <a:pt x="168343" y="280255"/>
                  </a:lnTo>
                  <a:lnTo>
                    <a:pt x="168281" y="280984"/>
                  </a:lnTo>
                  <a:lnTo>
                    <a:pt x="168294" y="281438"/>
                  </a:lnTo>
                  <a:lnTo>
                    <a:pt x="168291" y="281654"/>
                  </a:lnTo>
                  <a:lnTo>
                    <a:pt x="168283" y="281846"/>
                  </a:lnTo>
                  <a:lnTo>
                    <a:pt x="168270" y="282138"/>
                  </a:lnTo>
                  <a:lnTo>
                    <a:pt x="168232" y="283049"/>
                  </a:lnTo>
                  <a:lnTo>
                    <a:pt x="168237" y="283206"/>
                  </a:lnTo>
                  <a:lnTo>
                    <a:pt x="168224" y="283506"/>
                  </a:lnTo>
                  <a:lnTo>
                    <a:pt x="168196" y="283858"/>
                  </a:lnTo>
                  <a:lnTo>
                    <a:pt x="168178" y="284023"/>
                  </a:lnTo>
                  <a:lnTo>
                    <a:pt x="168151" y="284267"/>
                  </a:lnTo>
                  <a:lnTo>
                    <a:pt x="168153" y="284430"/>
                  </a:lnTo>
                  <a:lnTo>
                    <a:pt x="168156" y="284664"/>
                  </a:lnTo>
                  <a:lnTo>
                    <a:pt x="168155" y="285797"/>
                  </a:lnTo>
                  <a:lnTo>
                    <a:pt x="168147" y="285988"/>
                  </a:lnTo>
                  <a:lnTo>
                    <a:pt x="168006" y="286519"/>
                  </a:lnTo>
                  <a:lnTo>
                    <a:pt x="168010" y="286988"/>
                  </a:lnTo>
                  <a:lnTo>
                    <a:pt x="168074" y="287116"/>
                  </a:lnTo>
                  <a:lnTo>
                    <a:pt x="168229" y="287407"/>
                  </a:lnTo>
                  <a:lnTo>
                    <a:pt x="168963" y="287627"/>
                  </a:lnTo>
                  <a:lnTo>
                    <a:pt x="169192" y="287938"/>
                  </a:lnTo>
                  <a:lnTo>
                    <a:pt x="169360" y="288133"/>
                  </a:lnTo>
                  <a:lnTo>
                    <a:pt x="169537" y="288321"/>
                  </a:lnTo>
                  <a:lnTo>
                    <a:pt x="169683" y="288493"/>
                  </a:lnTo>
                  <a:lnTo>
                    <a:pt x="169902" y="288777"/>
                  </a:lnTo>
                  <a:lnTo>
                    <a:pt x="170119" y="289013"/>
                  </a:lnTo>
                  <a:lnTo>
                    <a:pt x="170496" y="288838"/>
                  </a:lnTo>
                  <a:lnTo>
                    <a:pt x="170677" y="288784"/>
                  </a:lnTo>
                  <a:lnTo>
                    <a:pt x="170788" y="288654"/>
                  </a:lnTo>
                  <a:lnTo>
                    <a:pt x="170966" y="288441"/>
                  </a:lnTo>
                  <a:lnTo>
                    <a:pt x="171133" y="288292"/>
                  </a:lnTo>
                  <a:lnTo>
                    <a:pt x="172184" y="287727"/>
                  </a:lnTo>
                  <a:lnTo>
                    <a:pt x="172848" y="287569"/>
                  </a:lnTo>
                  <a:lnTo>
                    <a:pt x="173015" y="287483"/>
                  </a:lnTo>
                  <a:lnTo>
                    <a:pt x="173198" y="287378"/>
                  </a:lnTo>
                  <a:lnTo>
                    <a:pt x="173502" y="287205"/>
                  </a:lnTo>
                  <a:lnTo>
                    <a:pt x="173675" y="287117"/>
                  </a:lnTo>
                  <a:lnTo>
                    <a:pt x="173929" y="287000"/>
                  </a:lnTo>
                  <a:lnTo>
                    <a:pt x="174068" y="286965"/>
                  </a:lnTo>
                  <a:lnTo>
                    <a:pt x="174059" y="286213"/>
                  </a:lnTo>
                  <a:lnTo>
                    <a:pt x="175536" y="284318"/>
                  </a:lnTo>
                  <a:lnTo>
                    <a:pt x="175450" y="283969"/>
                  </a:lnTo>
                  <a:lnTo>
                    <a:pt x="175576" y="283401"/>
                  </a:lnTo>
                  <a:lnTo>
                    <a:pt x="175608" y="282726"/>
                  </a:lnTo>
                  <a:lnTo>
                    <a:pt x="176722" y="282681"/>
                  </a:lnTo>
                  <a:lnTo>
                    <a:pt x="177362" y="282454"/>
                  </a:lnTo>
                  <a:lnTo>
                    <a:pt x="177762" y="282441"/>
                  </a:lnTo>
                  <a:lnTo>
                    <a:pt x="177981" y="282354"/>
                  </a:lnTo>
                  <a:lnTo>
                    <a:pt x="177972" y="282164"/>
                  </a:lnTo>
                  <a:lnTo>
                    <a:pt x="177988" y="281972"/>
                  </a:lnTo>
                  <a:lnTo>
                    <a:pt x="178018" y="281718"/>
                  </a:lnTo>
                  <a:lnTo>
                    <a:pt x="178000" y="281587"/>
                  </a:lnTo>
                  <a:lnTo>
                    <a:pt x="177809" y="281087"/>
                  </a:lnTo>
                  <a:lnTo>
                    <a:pt x="177889" y="280848"/>
                  </a:lnTo>
                  <a:lnTo>
                    <a:pt x="177724" y="280356"/>
                  </a:lnTo>
                  <a:lnTo>
                    <a:pt x="177790" y="280081"/>
                  </a:lnTo>
                  <a:lnTo>
                    <a:pt x="177730" y="279847"/>
                  </a:lnTo>
                  <a:lnTo>
                    <a:pt x="177672" y="279531"/>
                  </a:lnTo>
                  <a:lnTo>
                    <a:pt x="177627" y="279248"/>
                  </a:lnTo>
                  <a:lnTo>
                    <a:pt x="177558" y="278978"/>
                  </a:lnTo>
                  <a:lnTo>
                    <a:pt x="177520" y="278785"/>
                  </a:lnTo>
                  <a:lnTo>
                    <a:pt x="177483" y="278636"/>
                  </a:lnTo>
                  <a:lnTo>
                    <a:pt x="177432" y="278428"/>
                  </a:lnTo>
                  <a:lnTo>
                    <a:pt x="177279" y="278191"/>
                  </a:lnTo>
                  <a:lnTo>
                    <a:pt x="177212" y="277975"/>
                  </a:lnTo>
                  <a:lnTo>
                    <a:pt x="177074" y="277705"/>
                  </a:lnTo>
                  <a:lnTo>
                    <a:pt x="176708" y="277055"/>
                  </a:lnTo>
                  <a:lnTo>
                    <a:pt x="176413" y="276503"/>
                  </a:lnTo>
                  <a:lnTo>
                    <a:pt x="176850" y="276200"/>
                  </a:lnTo>
                  <a:lnTo>
                    <a:pt x="177173" y="275837"/>
                  </a:lnTo>
                  <a:lnTo>
                    <a:pt x="177355" y="275698"/>
                  </a:lnTo>
                  <a:lnTo>
                    <a:pt x="177718" y="275533"/>
                  </a:lnTo>
                  <a:lnTo>
                    <a:pt x="178017" y="275366"/>
                  </a:lnTo>
                  <a:lnTo>
                    <a:pt x="178168" y="275292"/>
                  </a:lnTo>
                  <a:lnTo>
                    <a:pt x="178442" y="275158"/>
                  </a:lnTo>
                  <a:lnTo>
                    <a:pt x="178708" y="275032"/>
                  </a:lnTo>
                  <a:lnTo>
                    <a:pt x="178905" y="275100"/>
                  </a:lnTo>
                  <a:lnTo>
                    <a:pt x="179059" y="275121"/>
                  </a:lnTo>
                  <a:lnTo>
                    <a:pt x="179308" y="275152"/>
                  </a:lnTo>
                  <a:lnTo>
                    <a:pt x="179582" y="275166"/>
                  </a:lnTo>
                  <a:lnTo>
                    <a:pt x="179842" y="275209"/>
                  </a:lnTo>
                  <a:lnTo>
                    <a:pt x="180335" y="275046"/>
                  </a:lnTo>
                  <a:lnTo>
                    <a:pt x="180760" y="274995"/>
                  </a:lnTo>
                  <a:lnTo>
                    <a:pt x="180911" y="275068"/>
                  </a:lnTo>
                  <a:lnTo>
                    <a:pt x="181136" y="275274"/>
                  </a:lnTo>
                  <a:lnTo>
                    <a:pt x="181395" y="275546"/>
                  </a:lnTo>
                  <a:lnTo>
                    <a:pt x="181634" y="275666"/>
                  </a:lnTo>
                  <a:lnTo>
                    <a:pt x="181887" y="275605"/>
                  </a:lnTo>
                  <a:lnTo>
                    <a:pt x="182151" y="275500"/>
                  </a:lnTo>
                  <a:lnTo>
                    <a:pt x="182393" y="275363"/>
                  </a:lnTo>
                  <a:lnTo>
                    <a:pt x="183208" y="274843"/>
                  </a:lnTo>
                  <a:lnTo>
                    <a:pt x="183552" y="274686"/>
                  </a:lnTo>
                  <a:lnTo>
                    <a:pt x="183779" y="274565"/>
                  </a:lnTo>
                  <a:lnTo>
                    <a:pt x="184191" y="274324"/>
                  </a:lnTo>
                  <a:lnTo>
                    <a:pt x="184414" y="274149"/>
                  </a:lnTo>
                  <a:lnTo>
                    <a:pt x="184846" y="273886"/>
                  </a:lnTo>
                  <a:lnTo>
                    <a:pt x="185272" y="273485"/>
                  </a:lnTo>
                  <a:lnTo>
                    <a:pt x="185556" y="273157"/>
                  </a:lnTo>
                  <a:lnTo>
                    <a:pt x="185932" y="272541"/>
                  </a:lnTo>
                  <a:lnTo>
                    <a:pt x="186217" y="272230"/>
                  </a:lnTo>
                  <a:lnTo>
                    <a:pt x="186872" y="271890"/>
                  </a:lnTo>
                  <a:lnTo>
                    <a:pt x="187256" y="271690"/>
                  </a:lnTo>
                  <a:lnTo>
                    <a:pt x="187543" y="271537"/>
                  </a:lnTo>
                  <a:lnTo>
                    <a:pt x="187969" y="271239"/>
                  </a:lnTo>
                  <a:lnTo>
                    <a:pt x="188290" y="271079"/>
                  </a:lnTo>
                  <a:lnTo>
                    <a:pt x="188578" y="270815"/>
                  </a:lnTo>
                  <a:lnTo>
                    <a:pt x="188750" y="270673"/>
                  </a:lnTo>
                  <a:lnTo>
                    <a:pt x="188915" y="270528"/>
                  </a:lnTo>
                  <a:lnTo>
                    <a:pt x="189157" y="270342"/>
                  </a:lnTo>
                  <a:lnTo>
                    <a:pt x="189446" y="270187"/>
                  </a:lnTo>
                  <a:lnTo>
                    <a:pt x="189906" y="269872"/>
                  </a:lnTo>
                  <a:lnTo>
                    <a:pt x="190159" y="269744"/>
                  </a:lnTo>
                  <a:lnTo>
                    <a:pt x="190354" y="269510"/>
                  </a:lnTo>
                  <a:lnTo>
                    <a:pt x="190607" y="269010"/>
                  </a:lnTo>
                  <a:lnTo>
                    <a:pt x="190621" y="268881"/>
                  </a:lnTo>
                  <a:lnTo>
                    <a:pt x="190131" y="266328"/>
                  </a:lnTo>
                  <a:lnTo>
                    <a:pt x="190281" y="266361"/>
                  </a:lnTo>
                  <a:lnTo>
                    <a:pt x="190553" y="266415"/>
                  </a:lnTo>
                  <a:lnTo>
                    <a:pt x="190690" y="266445"/>
                  </a:lnTo>
                  <a:lnTo>
                    <a:pt x="191071" y="266490"/>
                  </a:lnTo>
                  <a:lnTo>
                    <a:pt x="191412" y="266736"/>
                  </a:lnTo>
                  <a:lnTo>
                    <a:pt x="191754" y="266903"/>
                  </a:lnTo>
                  <a:lnTo>
                    <a:pt x="192136" y="267036"/>
                  </a:lnTo>
                  <a:lnTo>
                    <a:pt x="192381" y="267017"/>
                  </a:lnTo>
                  <a:lnTo>
                    <a:pt x="192711" y="266981"/>
                  </a:lnTo>
                  <a:lnTo>
                    <a:pt x="192938" y="266949"/>
                  </a:lnTo>
                  <a:lnTo>
                    <a:pt x="193267" y="266861"/>
                  </a:lnTo>
                  <a:lnTo>
                    <a:pt x="193400" y="267108"/>
                  </a:lnTo>
                  <a:lnTo>
                    <a:pt x="193893" y="267867"/>
                  </a:lnTo>
                  <a:lnTo>
                    <a:pt x="194089" y="268095"/>
                  </a:lnTo>
                  <a:lnTo>
                    <a:pt x="194432" y="268116"/>
                  </a:lnTo>
                  <a:lnTo>
                    <a:pt x="194673" y="268159"/>
                  </a:lnTo>
                  <a:lnTo>
                    <a:pt x="194826" y="268153"/>
                  </a:lnTo>
                  <a:lnTo>
                    <a:pt x="195070" y="268144"/>
                  </a:lnTo>
                  <a:lnTo>
                    <a:pt x="195360" y="268130"/>
                  </a:lnTo>
                  <a:lnTo>
                    <a:pt x="195583" y="268182"/>
                  </a:lnTo>
                  <a:lnTo>
                    <a:pt x="195909" y="268262"/>
                  </a:lnTo>
                  <a:lnTo>
                    <a:pt x="196456" y="268480"/>
                  </a:lnTo>
                  <a:lnTo>
                    <a:pt x="197139" y="268616"/>
                  </a:lnTo>
                  <a:lnTo>
                    <a:pt x="197761" y="268864"/>
                  </a:lnTo>
                  <a:lnTo>
                    <a:pt x="198110" y="268981"/>
                  </a:lnTo>
                  <a:lnTo>
                    <a:pt x="198721" y="269107"/>
                  </a:lnTo>
                  <a:lnTo>
                    <a:pt x="198938" y="269176"/>
                  </a:lnTo>
                  <a:lnTo>
                    <a:pt x="199080" y="269222"/>
                  </a:lnTo>
                  <a:lnTo>
                    <a:pt x="199251" y="269280"/>
                  </a:lnTo>
                  <a:lnTo>
                    <a:pt x="199643" y="269412"/>
                  </a:lnTo>
                  <a:lnTo>
                    <a:pt x="199874" y="269536"/>
                  </a:lnTo>
                  <a:lnTo>
                    <a:pt x="200137" y="269680"/>
                  </a:lnTo>
                  <a:lnTo>
                    <a:pt x="200399" y="269757"/>
                  </a:lnTo>
                  <a:lnTo>
                    <a:pt x="200602" y="269822"/>
                  </a:lnTo>
                  <a:lnTo>
                    <a:pt x="200872" y="269909"/>
                  </a:lnTo>
                  <a:lnTo>
                    <a:pt x="201170" y="270006"/>
                  </a:lnTo>
                  <a:lnTo>
                    <a:pt x="201305" y="270069"/>
                  </a:lnTo>
                  <a:lnTo>
                    <a:pt x="201603" y="270209"/>
                  </a:lnTo>
                  <a:lnTo>
                    <a:pt x="201938" y="270405"/>
                  </a:lnTo>
                  <a:lnTo>
                    <a:pt x="202221" y="270681"/>
                  </a:lnTo>
                  <a:lnTo>
                    <a:pt x="202417" y="270809"/>
                  </a:lnTo>
                  <a:lnTo>
                    <a:pt x="202567" y="270856"/>
                  </a:lnTo>
                  <a:lnTo>
                    <a:pt x="202804" y="270968"/>
                  </a:lnTo>
                  <a:lnTo>
                    <a:pt x="203075" y="271153"/>
                  </a:lnTo>
                  <a:lnTo>
                    <a:pt x="203298" y="271277"/>
                  </a:lnTo>
                  <a:lnTo>
                    <a:pt x="203443" y="271380"/>
                  </a:lnTo>
                  <a:lnTo>
                    <a:pt x="203592" y="271482"/>
                  </a:lnTo>
                  <a:lnTo>
                    <a:pt x="204088" y="271757"/>
                  </a:lnTo>
                  <a:lnTo>
                    <a:pt x="204023" y="272087"/>
                  </a:lnTo>
                  <a:lnTo>
                    <a:pt x="203948" y="272480"/>
                  </a:lnTo>
                  <a:lnTo>
                    <a:pt x="203804" y="272983"/>
                  </a:lnTo>
                  <a:lnTo>
                    <a:pt x="203412" y="273580"/>
                  </a:lnTo>
                  <a:lnTo>
                    <a:pt x="203364" y="274233"/>
                  </a:lnTo>
                  <a:lnTo>
                    <a:pt x="203292" y="275214"/>
                  </a:lnTo>
                  <a:lnTo>
                    <a:pt x="203198" y="276544"/>
                  </a:lnTo>
                  <a:lnTo>
                    <a:pt x="203147" y="277341"/>
                  </a:lnTo>
                  <a:lnTo>
                    <a:pt x="203091" y="278084"/>
                  </a:lnTo>
                  <a:lnTo>
                    <a:pt x="203027" y="279052"/>
                  </a:lnTo>
                  <a:lnTo>
                    <a:pt x="202959" y="279594"/>
                  </a:lnTo>
                  <a:lnTo>
                    <a:pt x="202916" y="280110"/>
                  </a:lnTo>
                  <a:lnTo>
                    <a:pt x="202851" y="280737"/>
                  </a:lnTo>
                  <a:lnTo>
                    <a:pt x="202786" y="281373"/>
                  </a:lnTo>
                  <a:lnTo>
                    <a:pt x="202924" y="282110"/>
                  </a:lnTo>
                  <a:lnTo>
                    <a:pt x="203248" y="281669"/>
                  </a:lnTo>
                  <a:lnTo>
                    <a:pt x="205741" y="280397"/>
                  </a:lnTo>
                  <a:lnTo>
                    <a:pt x="209258" y="278605"/>
                  </a:lnTo>
                  <a:lnTo>
                    <a:pt x="209928" y="278221"/>
                  </a:lnTo>
                  <a:lnTo>
                    <a:pt x="210894" y="277670"/>
                  </a:lnTo>
                  <a:lnTo>
                    <a:pt x="211855" y="277122"/>
                  </a:lnTo>
                  <a:lnTo>
                    <a:pt x="212999" y="277020"/>
                  </a:lnTo>
                  <a:lnTo>
                    <a:pt x="213488" y="276977"/>
                  </a:lnTo>
                  <a:lnTo>
                    <a:pt x="216464" y="276717"/>
                  </a:lnTo>
                  <a:lnTo>
                    <a:pt x="219716" y="276432"/>
                  </a:lnTo>
                  <a:lnTo>
                    <a:pt x="222042" y="276228"/>
                  </a:lnTo>
                  <a:lnTo>
                    <a:pt x="223011" y="276063"/>
                  </a:lnTo>
                  <a:lnTo>
                    <a:pt x="223963" y="274936"/>
                  </a:lnTo>
                  <a:lnTo>
                    <a:pt x="225220" y="272214"/>
                  </a:lnTo>
                  <a:lnTo>
                    <a:pt x="226061" y="269430"/>
                  </a:lnTo>
                  <a:lnTo>
                    <a:pt x="226516" y="266968"/>
                  </a:lnTo>
                  <a:lnTo>
                    <a:pt x="226600" y="266520"/>
                  </a:lnTo>
                  <a:lnTo>
                    <a:pt x="228337" y="263658"/>
                  </a:lnTo>
                  <a:lnTo>
                    <a:pt x="234395" y="263616"/>
                  </a:lnTo>
                  <a:lnTo>
                    <a:pt x="235606" y="263607"/>
                  </a:lnTo>
                  <a:lnTo>
                    <a:pt x="235896" y="263246"/>
                  </a:lnTo>
                  <a:lnTo>
                    <a:pt x="235910" y="263011"/>
                  </a:lnTo>
                  <a:lnTo>
                    <a:pt x="236492" y="261915"/>
                  </a:lnTo>
                  <a:lnTo>
                    <a:pt x="236169" y="261900"/>
                  </a:lnTo>
                  <a:lnTo>
                    <a:pt x="236031" y="262016"/>
                  </a:lnTo>
                  <a:lnTo>
                    <a:pt x="235730" y="262067"/>
                  </a:lnTo>
                  <a:lnTo>
                    <a:pt x="235307" y="261275"/>
                  </a:lnTo>
                  <a:lnTo>
                    <a:pt x="235376" y="259564"/>
                  </a:lnTo>
                  <a:lnTo>
                    <a:pt x="235231" y="258547"/>
                  </a:lnTo>
                  <a:lnTo>
                    <a:pt x="235305" y="258058"/>
                  </a:lnTo>
                  <a:lnTo>
                    <a:pt x="235350" y="257626"/>
                  </a:lnTo>
                  <a:lnTo>
                    <a:pt x="235371" y="257469"/>
                  </a:lnTo>
                  <a:lnTo>
                    <a:pt x="235505" y="257229"/>
                  </a:lnTo>
                  <a:lnTo>
                    <a:pt x="235475" y="257001"/>
                  </a:lnTo>
                  <a:lnTo>
                    <a:pt x="235495" y="256198"/>
                  </a:lnTo>
                  <a:lnTo>
                    <a:pt x="235515" y="255821"/>
                  </a:lnTo>
                  <a:lnTo>
                    <a:pt x="235503" y="255648"/>
                  </a:lnTo>
                  <a:lnTo>
                    <a:pt x="235485" y="255462"/>
                  </a:lnTo>
                  <a:lnTo>
                    <a:pt x="235479" y="255183"/>
                  </a:lnTo>
                  <a:lnTo>
                    <a:pt x="235500" y="254730"/>
                  </a:lnTo>
                  <a:lnTo>
                    <a:pt x="235467" y="253677"/>
                  </a:lnTo>
                  <a:lnTo>
                    <a:pt x="235041" y="253371"/>
                  </a:lnTo>
                  <a:lnTo>
                    <a:pt x="235124" y="252898"/>
                  </a:lnTo>
                  <a:lnTo>
                    <a:pt x="235113" y="252696"/>
                  </a:lnTo>
                  <a:lnTo>
                    <a:pt x="235048" y="252451"/>
                  </a:lnTo>
                  <a:lnTo>
                    <a:pt x="235276" y="251063"/>
                  </a:lnTo>
                  <a:lnTo>
                    <a:pt x="235225" y="250913"/>
                  </a:lnTo>
                  <a:lnTo>
                    <a:pt x="234612" y="249897"/>
                  </a:lnTo>
                  <a:lnTo>
                    <a:pt x="234573" y="249675"/>
                  </a:lnTo>
                  <a:lnTo>
                    <a:pt x="234406" y="249404"/>
                  </a:lnTo>
                  <a:lnTo>
                    <a:pt x="234206" y="249040"/>
                  </a:lnTo>
                  <a:lnTo>
                    <a:pt x="234160" y="248834"/>
                  </a:lnTo>
                  <a:lnTo>
                    <a:pt x="234153" y="248625"/>
                  </a:lnTo>
                  <a:lnTo>
                    <a:pt x="234390" y="246797"/>
                  </a:lnTo>
                  <a:lnTo>
                    <a:pt x="234574" y="246685"/>
                  </a:lnTo>
                  <a:lnTo>
                    <a:pt x="234747" y="246556"/>
                  </a:lnTo>
                  <a:lnTo>
                    <a:pt x="234908" y="246411"/>
                  </a:lnTo>
                  <a:lnTo>
                    <a:pt x="235053" y="246252"/>
                  </a:lnTo>
                  <a:lnTo>
                    <a:pt x="235297" y="245896"/>
                  </a:lnTo>
                  <a:lnTo>
                    <a:pt x="235393" y="245703"/>
                  </a:lnTo>
                  <a:lnTo>
                    <a:pt x="235470" y="245501"/>
                  </a:lnTo>
                  <a:lnTo>
                    <a:pt x="235528" y="245293"/>
                  </a:lnTo>
                  <a:lnTo>
                    <a:pt x="235494" y="243410"/>
                  </a:lnTo>
                  <a:lnTo>
                    <a:pt x="235484" y="243258"/>
                  </a:lnTo>
                  <a:lnTo>
                    <a:pt x="235537" y="243065"/>
                  </a:lnTo>
                  <a:lnTo>
                    <a:pt x="235552" y="242907"/>
                  </a:lnTo>
                  <a:lnTo>
                    <a:pt x="235405" y="242679"/>
                  </a:lnTo>
                  <a:lnTo>
                    <a:pt x="235474" y="242466"/>
                  </a:lnTo>
                  <a:lnTo>
                    <a:pt x="235418" y="240940"/>
                  </a:lnTo>
                  <a:lnTo>
                    <a:pt x="235334" y="240605"/>
                  </a:lnTo>
                  <a:lnTo>
                    <a:pt x="235259" y="240075"/>
                  </a:lnTo>
                  <a:lnTo>
                    <a:pt x="235219" y="239945"/>
                  </a:lnTo>
                  <a:lnTo>
                    <a:pt x="234945" y="238908"/>
                  </a:lnTo>
                  <a:lnTo>
                    <a:pt x="234926" y="238586"/>
                  </a:lnTo>
                  <a:lnTo>
                    <a:pt x="234887" y="238267"/>
                  </a:lnTo>
                  <a:lnTo>
                    <a:pt x="234814" y="237892"/>
                  </a:lnTo>
                  <a:lnTo>
                    <a:pt x="234794" y="237717"/>
                  </a:lnTo>
                  <a:lnTo>
                    <a:pt x="234794" y="237541"/>
                  </a:lnTo>
                  <a:lnTo>
                    <a:pt x="234814" y="237366"/>
                  </a:lnTo>
                  <a:lnTo>
                    <a:pt x="234897" y="237072"/>
                  </a:lnTo>
                  <a:lnTo>
                    <a:pt x="234958" y="236830"/>
                  </a:lnTo>
                  <a:lnTo>
                    <a:pt x="234999" y="236584"/>
                  </a:lnTo>
                  <a:lnTo>
                    <a:pt x="235021" y="236336"/>
                  </a:lnTo>
                  <a:lnTo>
                    <a:pt x="235022" y="236087"/>
                  </a:lnTo>
                  <a:lnTo>
                    <a:pt x="235002" y="235838"/>
                  </a:lnTo>
                  <a:lnTo>
                    <a:pt x="234963" y="235592"/>
                  </a:lnTo>
                  <a:lnTo>
                    <a:pt x="232252" y="231764"/>
                  </a:lnTo>
                  <a:lnTo>
                    <a:pt x="232212" y="231606"/>
                  </a:lnTo>
                  <a:lnTo>
                    <a:pt x="232222" y="231014"/>
                  </a:lnTo>
                  <a:lnTo>
                    <a:pt x="232133" y="230758"/>
                  </a:lnTo>
                  <a:lnTo>
                    <a:pt x="231788" y="229991"/>
                  </a:lnTo>
                  <a:lnTo>
                    <a:pt x="231596" y="229869"/>
                  </a:lnTo>
                  <a:lnTo>
                    <a:pt x="231415" y="229731"/>
                  </a:lnTo>
                  <a:lnTo>
                    <a:pt x="231248" y="229577"/>
                  </a:lnTo>
                  <a:lnTo>
                    <a:pt x="231094" y="229409"/>
                  </a:lnTo>
                  <a:lnTo>
                    <a:pt x="230640" y="228711"/>
                  </a:lnTo>
                  <a:lnTo>
                    <a:pt x="230508" y="228526"/>
                  </a:lnTo>
                  <a:lnTo>
                    <a:pt x="230393" y="228329"/>
                  </a:lnTo>
                  <a:lnTo>
                    <a:pt x="230296" y="228124"/>
                  </a:lnTo>
                  <a:lnTo>
                    <a:pt x="229690" y="226879"/>
                  </a:lnTo>
                  <a:lnTo>
                    <a:pt x="229666" y="226724"/>
                  </a:lnTo>
                  <a:lnTo>
                    <a:pt x="224979" y="224505"/>
                  </a:lnTo>
                  <a:lnTo>
                    <a:pt x="224903" y="224303"/>
                  </a:lnTo>
                  <a:lnTo>
                    <a:pt x="224808" y="224109"/>
                  </a:lnTo>
                  <a:lnTo>
                    <a:pt x="224712" y="223950"/>
                  </a:lnTo>
                  <a:lnTo>
                    <a:pt x="224273" y="223330"/>
                  </a:lnTo>
                  <a:lnTo>
                    <a:pt x="223632" y="222452"/>
                  </a:lnTo>
                  <a:lnTo>
                    <a:pt x="223193" y="221528"/>
                  </a:lnTo>
                  <a:lnTo>
                    <a:pt x="222535" y="220536"/>
                  </a:lnTo>
                  <a:lnTo>
                    <a:pt x="222578" y="220015"/>
                  </a:lnTo>
                  <a:lnTo>
                    <a:pt x="223006" y="219314"/>
                  </a:lnTo>
                  <a:lnTo>
                    <a:pt x="222499" y="218698"/>
                  </a:lnTo>
                  <a:lnTo>
                    <a:pt x="222567" y="217806"/>
                  </a:lnTo>
                  <a:lnTo>
                    <a:pt x="222722" y="217508"/>
                  </a:lnTo>
                  <a:lnTo>
                    <a:pt x="222907" y="217061"/>
                  </a:lnTo>
                  <a:lnTo>
                    <a:pt x="222936" y="216856"/>
                  </a:lnTo>
                  <a:lnTo>
                    <a:pt x="222963" y="216640"/>
                  </a:lnTo>
                  <a:lnTo>
                    <a:pt x="223057" y="216144"/>
                  </a:lnTo>
                  <a:lnTo>
                    <a:pt x="222979" y="215790"/>
                  </a:lnTo>
                  <a:lnTo>
                    <a:pt x="223009" y="215533"/>
                  </a:lnTo>
                  <a:lnTo>
                    <a:pt x="220538" y="197785"/>
                  </a:lnTo>
                  <a:lnTo>
                    <a:pt x="220917" y="197194"/>
                  </a:lnTo>
                  <a:lnTo>
                    <a:pt x="221009" y="197026"/>
                  </a:lnTo>
                  <a:lnTo>
                    <a:pt x="221569" y="196339"/>
                  </a:lnTo>
                  <a:lnTo>
                    <a:pt x="221813" y="196004"/>
                  </a:lnTo>
                  <a:lnTo>
                    <a:pt x="221500" y="195657"/>
                  </a:lnTo>
                  <a:lnTo>
                    <a:pt x="221247" y="195238"/>
                  </a:lnTo>
                  <a:lnTo>
                    <a:pt x="221396" y="194979"/>
                  </a:lnTo>
                  <a:lnTo>
                    <a:pt x="221606" y="194582"/>
                  </a:lnTo>
                  <a:lnTo>
                    <a:pt x="221482" y="194174"/>
                  </a:lnTo>
                  <a:lnTo>
                    <a:pt x="221274" y="193736"/>
                  </a:lnTo>
                  <a:lnTo>
                    <a:pt x="221152" y="193469"/>
                  </a:lnTo>
                  <a:lnTo>
                    <a:pt x="221063" y="193236"/>
                  </a:lnTo>
                  <a:lnTo>
                    <a:pt x="220211" y="192313"/>
                  </a:lnTo>
                  <a:lnTo>
                    <a:pt x="220241" y="192143"/>
                  </a:lnTo>
                  <a:lnTo>
                    <a:pt x="220259" y="191961"/>
                  </a:lnTo>
                  <a:lnTo>
                    <a:pt x="220255" y="191778"/>
                  </a:lnTo>
                  <a:lnTo>
                    <a:pt x="220322" y="191642"/>
                  </a:lnTo>
                  <a:lnTo>
                    <a:pt x="220327" y="191396"/>
                  </a:lnTo>
                  <a:lnTo>
                    <a:pt x="219355" y="190220"/>
                  </a:lnTo>
                  <a:lnTo>
                    <a:pt x="218987" y="189785"/>
                  </a:lnTo>
                  <a:lnTo>
                    <a:pt x="218756" y="189461"/>
                  </a:lnTo>
                  <a:lnTo>
                    <a:pt x="218610" y="189249"/>
                  </a:lnTo>
                  <a:lnTo>
                    <a:pt x="218222" y="188708"/>
                  </a:lnTo>
                  <a:lnTo>
                    <a:pt x="218183" y="188462"/>
                  </a:lnTo>
                  <a:lnTo>
                    <a:pt x="218197" y="188242"/>
                  </a:lnTo>
                  <a:lnTo>
                    <a:pt x="218307" y="187863"/>
                  </a:lnTo>
                  <a:lnTo>
                    <a:pt x="218437" y="187392"/>
                  </a:lnTo>
                  <a:lnTo>
                    <a:pt x="218483" y="187067"/>
                  </a:lnTo>
                  <a:lnTo>
                    <a:pt x="218650" y="185998"/>
                  </a:lnTo>
                  <a:lnTo>
                    <a:pt x="218950" y="185136"/>
                  </a:lnTo>
                  <a:lnTo>
                    <a:pt x="219549" y="183939"/>
                  </a:lnTo>
                  <a:lnTo>
                    <a:pt x="220646" y="181143"/>
                  </a:lnTo>
                  <a:lnTo>
                    <a:pt x="220686" y="180902"/>
                  </a:lnTo>
                  <a:lnTo>
                    <a:pt x="220781" y="180484"/>
                  </a:lnTo>
                  <a:lnTo>
                    <a:pt x="221660" y="179030"/>
                  </a:lnTo>
                  <a:lnTo>
                    <a:pt x="221838" y="178747"/>
                  </a:lnTo>
                  <a:lnTo>
                    <a:pt x="221923" y="178587"/>
                  </a:lnTo>
                  <a:lnTo>
                    <a:pt x="222039" y="178379"/>
                  </a:lnTo>
                  <a:lnTo>
                    <a:pt x="222573" y="177898"/>
                  </a:lnTo>
                  <a:lnTo>
                    <a:pt x="223092" y="177909"/>
                  </a:lnTo>
                  <a:lnTo>
                    <a:pt x="223801" y="177935"/>
                  </a:lnTo>
                  <a:lnTo>
                    <a:pt x="223934" y="177908"/>
                  </a:lnTo>
                  <a:lnTo>
                    <a:pt x="224148" y="177791"/>
                  </a:lnTo>
                  <a:lnTo>
                    <a:pt x="224379" y="177533"/>
                  </a:lnTo>
                  <a:lnTo>
                    <a:pt x="224508" y="177282"/>
                  </a:lnTo>
                  <a:lnTo>
                    <a:pt x="224645" y="176994"/>
                  </a:lnTo>
                  <a:lnTo>
                    <a:pt x="224717" y="176780"/>
                  </a:lnTo>
                  <a:lnTo>
                    <a:pt x="224775" y="176429"/>
                  </a:lnTo>
                  <a:lnTo>
                    <a:pt x="224884" y="175809"/>
                  </a:lnTo>
                  <a:lnTo>
                    <a:pt x="224963" y="175325"/>
                  </a:lnTo>
                  <a:lnTo>
                    <a:pt x="225051" y="174872"/>
                  </a:lnTo>
                  <a:lnTo>
                    <a:pt x="225158" y="174418"/>
                  </a:lnTo>
                  <a:lnTo>
                    <a:pt x="225541" y="171893"/>
                  </a:lnTo>
                  <a:lnTo>
                    <a:pt x="223362" y="170218"/>
                  </a:lnTo>
                  <a:lnTo>
                    <a:pt x="222838" y="169622"/>
                  </a:lnTo>
                  <a:lnTo>
                    <a:pt x="223325" y="167866"/>
                  </a:lnTo>
                  <a:lnTo>
                    <a:pt x="223354" y="167147"/>
                  </a:lnTo>
                  <a:lnTo>
                    <a:pt x="223449" y="166221"/>
                  </a:lnTo>
                  <a:lnTo>
                    <a:pt x="223485" y="164423"/>
                  </a:lnTo>
                  <a:lnTo>
                    <a:pt x="223550" y="164111"/>
                  </a:lnTo>
                  <a:lnTo>
                    <a:pt x="223569" y="163977"/>
                  </a:lnTo>
                  <a:lnTo>
                    <a:pt x="223586" y="163843"/>
                  </a:lnTo>
                  <a:lnTo>
                    <a:pt x="223611" y="163030"/>
                  </a:lnTo>
                  <a:lnTo>
                    <a:pt x="223580" y="162844"/>
                  </a:lnTo>
                  <a:lnTo>
                    <a:pt x="223591" y="162664"/>
                  </a:lnTo>
                  <a:lnTo>
                    <a:pt x="223603" y="162509"/>
                  </a:lnTo>
                  <a:lnTo>
                    <a:pt x="223626" y="162091"/>
                  </a:lnTo>
                  <a:lnTo>
                    <a:pt x="223634" y="161568"/>
                  </a:lnTo>
                  <a:lnTo>
                    <a:pt x="223499" y="161282"/>
                  </a:lnTo>
                  <a:lnTo>
                    <a:pt x="223390" y="161034"/>
                  </a:lnTo>
                  <a:lnTo>
                    <a:pt x="223253" y="160760"/>
                  </a:lnTo>
                  <a:lnTo>
                    <a:pt x="223071" y="160425"/>
                  </a:lnTo>
                  <a:lnTo>
                    <a:pt x="223025" y="160178"/>
                  </a:lnTo>
                  <a:lnTo>
                    <a:pt x="223126" y="159739"/>
                  </a:lnTo>
                  <a:lnTo>
                    <a:pt x="222799" y="159822"/>
                  </a:lnTo>
                  <a:lnTo>
                    <a:pt x="222406" y="160248"/>
                  </a:lnTo>
                  <a:lnTo>
                    <a:pt x="222150" y="160593"/>
                  </a:lnTo>
                  <a:lnTo>
                    <a:pt x="222022" y="160736"/>
                  </a:lnTo>
                  <a:lnTo>
                    <a:pt x="221807" y="161022"/>
                  </a:lnTo>
                  <a:lnTo>
                    <a:pt x="221100" y="161565"/>
                  </a:lnTo>
                  <a:lnTo>
                    <a:pt x="220779" y="161711"/>
                  </a:lnTo>
                  <a:lnTo>
                    <a:pt x="220491" y="161867"/>
                  </a:lnTo>
                  <a:lnTo>
                    <a:pt x="220173" y="162048"/>
                  </a:lnTo>
                  <a:lnTo>
                    <a:pt x="219788" y="162262"/>
                  </a:lnTo>
                  <a:lnTo>
                    <a:pt x="219074" y="162064"/>
                  </a:lnTo>
                  <a:lnTo>
                    <a:pt x="218593" y="161129"/>
                  </a:lnTo>
                  <a:lnTo>
                    <a:pt x="218922" y="160525"/>
                  </a:lnTo>
                  <a:lnTo>
                    <a:pt x="218955" y="159007"/>
                  </a:lnTo>
                  <a:lnTo>
                    <a:pt x="218798" y="157684"/>
                  </a:lnTo>
                  <a:lnTo>
                    <a:pt x="219260" y="156114"/>
                  </a:lnTo>
                  <a:lnTo>
                    <a:pt x="218671" y="154757"/>
                  </a:lnTo>
                  <a:lnTo>
                    <a:pt x="218695" y="154576"/>
                  </a:lnTo>
                  <a:lnTo>
                    <a:pt x="218225" y="153881"/>
                  </a:lnTo>
                  <a:lnTo>
                    <a:pt x="218179" y="153028"/>
                  </a:lnTo>
                  <a:lnTo>
                    <a:pt x="217953" y="152248"/>
                  </a:lnTo>
                  <a:lnTo>
                    <a:pt x="216702" y="149904"/>
                  </a:lnTo>
                  <a:lnTo>
                    <a:pt x="215303" y="148994"/>
                  </a:lnTo>
                  <a:lnTo>
                    <a:pt x="214495" y="148560"/>
                  </a:lnTo>
                  <a:lnTo>
                    <a:pt x="214316" y="148488"/>
                  </a:lnTo>
                  <a:lnTo>
                    <a:pt x="214041" y="148446"/>
                  </a:lnTo>
                  <a:lnTo>
                    <a:pt x="213914" y="148430"/>
                  </a:lnTo>
                  <a:lnTo>
                    <a:pt x="213241" y="148430"/>
                  </a:lnTo>
                  <a:lnTo>
                    <a:pt x="213061" y="148438"/>
                  </a:lnTo>
                  <a:lnTo>
                    <a:pt x="212900" y="148452"/>
                  </a:lnTo>
                  <a:lnTo>
                    <a:pt x="206350" y="143789"/>
                  </a:lnTo>
                  <a:lnTo>
                    <a:pt x="205910" y="143768"/>
                  </a:lnTo>
                  <a:lnTo>
                    <a:pt x="203685" y="142556"/>
                  </a:lnTo>
                  <a:lnTo>
                    <a:pt x="203102" y="142059"/>
                  </a:lnTo>
                  <a:lnTo>
                    <a:pt x="202209" y="141304"/>
                  </a:lnTo>
                  <a:lnTo>
                    <a:pt x="201909" y="141047"/>
                  </a:lnTo>
                  <a:lnTo>
                    <a:pt x="201364" y="140607"/>
                  </a:lnTo>
                  <a:lnTo>
                    <a:pt x="200007" y="139494"/>
                  </a:lnTo>
                  <a:lnTo>
                    <a:pt x="198842" y="138292"/>
                  </a:lnTo>
                  <a:lnTo>
                    <a:pt x="197063" y="136035"/>
                  </a:lnTo>
                  <a:lnTo>
                    <a:pt x="196772" y="135000"/>
                  </a:lnTo>
                  <a:lnTo>
                    <a:pt x="195623" y="133423"/>
                  </a:lnTo>
                  <a:lnTo>
                    <a:pt x="192626" y="129504"/>
                  </a:lnTo>
                  <a:lnTo>
                    <a:pt x="192110" y="116711"/>
                  </a:lnTo>
                  <a:lnTo>
                    <a:pt x="192097" y="116123"/>
                  </a:lnTo>
                  <a:lnTo>
                    <a:pt x="192133" y="115925"/>
                  </a:lnTo>
                  <a:lnTo>
                    <a:pt x="192332" y="115855"/>
                  </a:lnTo>
                  <a:lnTo>
                    <a:pt x="192332" y="114983"/>
                  </a:lnTo>
                  <a:close/>
                </a:path>
              </a:pathLst>
            </a:custGeom>
            <a:solidFill>
              <a:srgbClr val="234E5F">
                <a:alpha val="100000"/>
              </a:srgbClr>
            </a:solidFill>
            <a:ln w="5420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tx20"/>
            <p:cNvSpPr/>
            <p:nvPr/>
          </p:nvSpPr>
          <p:spPr>
            <a:xfrm>
              <a:off x="4574847" y="2606721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21" name="tx21"/>
            <p:cNvSpPr/>
            <p:nvPr/>
          </p:nvSpPr>
          <p:spPr>
            <a:xfrm>
              <a:off x="3230762" y="5454301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n=2</a:t>
              </a:r>
            </a:p>
          </p:txBody>
        </p:sp>
        <p:sp>
          <p:nvSpPr>
            <p:cNvPr id="22" name="tx22"/>
            <p:cNvSpPr/>
            <p:nvPr/>
          </p:nvSpPr>
          <p:spPr>
            <a:xfrm>
              <a:off x="3459647" y="5524285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n=9</a:t>
              </a:r>
            </a:p>
          </p:txBody>
        </p:sp>
        <p:sp>
          <p:nvSpPr>
            <p:cNvPr id="23" name="tx23"/>
            <p:cNvSpPr/>
            <p:nvPr/>
          </p:nvSpPr>
          <p:spPr>
            <a:xfrm>
              <a:off x="3522276" y="5311967"/>
              <a:ext cx="211409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n=10</a:t>
              </a:r>
            </a:p>
          </p:txBody>
        </p:sp>
        <p:sp>
          <p:nvSpPr>
            <p:cNvPr id="24" name="tx24"/>
            <p:cNvSpPr/>
            <p:nvPr/>
          </p:nvSpPr>
          <p:spPr>
            <a:xfrm>
              <a:off x="3092094" y="5623916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25" name="tx25"/>
            <p:cNvSpPr/>
            <p:nvPr/>
          </p:nvSpPr>
          <p:spPr>
            <a:xfrm>
              <a:off x="2808384" y="5543038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4025227" y="3259237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n=1</a:t>
              </a:r>
            </a:p>
          </p:txBody>
        </p:sp>
        <p:sp>
          <p:nvSpPr>
            <p:cNvPr id="27" name="tx27"/>
            <p:cNvSpPr/>
            <p:nvPr/>
          </p:nvSpPr>
          <p:spPr>
            <a:xfrm>
              <a:off x="3541353" y="4207113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n=9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3529800" y="4946765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n=3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2931955" y="4956972"/>
              <a:ext cx="159197" cy="672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n=8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6037896" y="3342110"/>
              <a:ext cx="55915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pic>
          <p:nvPicPr>
            <p:cNvPr id="31" name="pic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37896" y="3526456"/>
              <a:ext cx="219455" cy="1097280"/>
            </a:xfrm>
            <a:prstGeom prst="rect">
              <a:avLst/>
            </a:prstGeom>
          </p:spPr>
        </p:pic>
        <p:sp>
          <p:nvSpPr>
            <p:cNvPr id="32" name="pl32"/>
            <p:cNvSpPr/>
            <p:nvPr/>
          </p:nvSpPr>
          <p:spPr>
            <a:xfrm>
              <a:off x="6213461" y="462190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6213461" y="43485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6213461" y="4075096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6213461" y="380169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6213461" y="352828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6037896" y="462190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6037896" y="43485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6037896" y="4075096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6037896" y="380169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6037896" y="352828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tx42"/>
            <p:cNvSpPr/>
            <p:nvPr/>
          </p:nvSpPr>
          <p:spPr>
            <a:xfrm>
              <a:off x="6326941" y="4581903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6326941" y="4308497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6326941" y="4035091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8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6326941" y="376168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6326941" y="348828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2546948" y="1669789"/>
              <a:ext cx="1126632" cy="1199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Fylkesfordeling</a:t>
              </a:r>
            </a:p>
          </p:txBody>
        </p:sp>
      </p:grpSp>
      <p:sp>
        <p:nvSpPr>
          <p:cNvPr id="4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B/Victoria - fylkesfordeling</a:t>
            </a: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57199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483989" y="1669789"/>
              <a:ext cx="4133221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85683" y="375050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85683" y="304952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85683" y="234854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85683" y="410099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85683" y="340001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85683" y="269903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85683" y="199805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141246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400518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659790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919062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178334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437606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696878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956150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3215422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3474694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3733966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3993238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4252510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3358022" y="3960795"/>
              <a:ext cx="233344" cy="14019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024574" y="1857860"/>
              <a:ext cx="233344" cy="14019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024574" y="1998056"/>
              <a:ext cx="233344" cy="14019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1024574" y="2138252"/>
              <a:ext cx="233344" cy="14019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1024574" y="2278447"/>
              <a:ext cx="233344" cy="84117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024574" y="3119621"/>
              <a:ext cx="233344" cy="84117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1024574" y="3960795"/>
              <a:ext cx="233344" cy="14019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2580206" y="3680403"/>
              <a:ext cx="233344" cy="14019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2580206" y="3820599"/>
              <a:ext cx="233344" cy="280391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3617294" y="3960795"/>
              <a:ext cx="233344" cy="140195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1283846" y="2699034"/>
              <a:ext cx="233344" cy="28039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1283846" y="2979425"/>
              <a:ext cx="233344" cy="28039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1283846" y="3259817"/>
              <a:ext cx="233344" cy="70097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283846" y="3960795"/>
              <a:ext cx="233344" cy="140195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2839478" y="3680403"/>
              <a:ext cx="233344" cy="140195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2839478" y="3820599"/>
              <a:ext cx="233344" cy="14019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rc43"/>
            <p:cNvSpPr/>
            <p:nvPr/>
          </p:nvSpPr>
          <p:spPr>
            <a:xfrm>
              <a:off x="2839478" y="3960795"/>
              <a:ext cx="233344" cy="140195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3098750" y="3820599"/>
              <a:ext cx="233344" cy="140195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3098750" y="3960795"/>
              <a:ext cx="233344" cy="14019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3876566" y="3960795"/>
              <a:ext cx="233344" cy="14019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1543118" y="2839230"/>
              <a:ext cx="233344" cy="28039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1543118" y="3119621"/>
              <a:ext cx="233344" cy="420586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1543118" y="3540208"/>
              <a:ext cx="233344" cy="42058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1543118" y="3960795"/>
              <a:ext cx="233344" cy="14019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4135838" y="3960795"/>
              <a:ext cx="233344" cy="14019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1802390" y="2839230"/>
              <a:ext cx="233344" cy="84117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1802390" y="3680403"/>
              <a:ext cx="233344" cy="140195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1802390" y="3820599"/>
              <a:ext cx="233344" cy="280391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2061662" y="2979425"/>
              <a:ext cx="233344" cy="14019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2061662" y="3119621"/>
              <a:ext cx="233344" cy="280391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2061662" y="3400012"/>
              <a:ext cx="233344" cy="700978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2320934" y="2979425"/>
              <a:ext cx="233344" cy="14019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2320934" y="3119621"/>
              <a:ext cx="233344" cy="28039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rc60"/>
            <p:cNvSpPr/>
            <p:nvPr/>
          </p:nvSpPr>
          <p:spPr>
            <a:xfrm>
              <a:off x="2320934" y="3400012"/>
              <a:ext cx="233344" cy="70097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tx61"/>
            <p:cNvSpPr/>
            <p:nvPr/>
          </p:nvSpPr>
          <p:spPr>
            <a:xfrm>
              <a:off x="849602" y="4057373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849602" y="3356395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781845" y="2655417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781845" y="1954439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</a:t>
              </a:r>
            </a:p>
          </p:txBody>
        </p:sp>
        <p:sp>
          <p:nvSpPr>
            <p:cNvPr id="65" name="tx65"/>
            <p:cNvSpPr/>
            <p:nvPr/>
          </p:nvSpPr>
          <p:spPr>
            <a:xfrm rot="-2700000">
              <a:off x="406272" y="4585907"/>
              <a:ext cx="89720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Akershus (n=16)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885173" y="4494933"/>
              <a:ext cx="63989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Oslo (n=10)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945889" y="4577178"/>
              <a:ext cx="87252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Trøndelag (n=9)</a:t>
              </a:r>
            </a:p>
          </p:txBody>
        </p:sp>
        <p:sp>
          <p:nvSpPr>
            <p:cNvPr id="68" name="tx68"/>
            <p:cNvSpPr/>
            <p:nvPr/>
          </p:nvSpPr>
          <p:spPr>
            <a:xfrm rot="-2700000">
              <a:off x="1305454" y="4535635"/>
              <a:ext cx="75502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Vestfold (n=9)</a:t>
              </a:r>
            </a:p>
          </p:txBody>
        </p:sp>
        <p:sp>
          <p:nvSpPr>
            <p:cNvPr id="69" name="tx69"/>
            <p:cNvSpPr/>
            <p:nvPr/>
          </p:nvSpPr>
          <p:spPr>
            <a:xfrm rot="-2700000">
              <a:off x="1535770" y="4547629"/>
              <a:ext cx="7889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 (n=8)</a:t>
              </a:r>
            </a:p>
          </p:txBody>
        </p:sp>
        <p:sp>
          <p:nvSpPr>
            <p:cNvPr id="70" name="tx70"/>
            <p:cNvSpPr/>
            <p:nvPr/>
          </p:nvSpPr>
          <p:spPr>
            <a:xfrm rot="-2700000">
              <a:off x="1864505" y="4518857"/>
              <a:ext cx="70756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Østfold (n=8)</a:t>
              </a:r>
            </a:p>
          </p:txBody>
        </p:sp>
        <p:sp>
          <p:nvSpPr>
            <p:cNvPr id="71" name="tx71"/>
            <p:cNvSpPr/>
            <p:nvPr/>
          </p:nvSpPr>
          <p:spPr>
            <a:xfrm rot="-2700000">
              <a:off x="2025279" y="4559656"/>
              <a:ext cx="82296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Innlandet (n=3)</a:t>
              </a:r>
            </a:p>
          </p:txBody>
        </p:sp>
        <p:sp>
          <p:nvSpPr>
            <p:cNvPr id="72" name="tx72"/>
            <p:cNvSpPr/>
            <p:nvPr/>
          </p:nvSpPr>
          <p:spPr>
            <a:xfrm rot="-2700000">
              <a:off x="2267225" y="4566833"/>
              <a:ext cx="84325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Rogaland (n=3)</a:t>
              </a:r>
            </a:p>
          </p:txBody>
        </p:sp>
        <p:sp>
          <p:nvSpPr>
            <p:cNvPr id="73" name="tx73"/>
            <p:cNvSpPr/>
            <p:nvPr/>
          </p:nvSpPr>
          <p:spPr>
            <a:xfrm rot="-2700000">
              <a:off x="2549833" y="4557166"/>
              <a:ext cx="8159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Telemark (n=2)</a:t>
              </a:r>
            </a:p>
          </p:txBody>
        </p:sp>
        <p:sp>
          <p:nvSpPr>
            <p:cNvPr id="74" name="tx74"/>
            <p:cNvSpPr/>
            <p:nvPr/>
          </p:nvSpPr>
          <p:spPr>
            <a:xfrm rot="-2700000">
              <a:off x="2953496" y="4497358"/>
              <a:ext cx="64675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Agder (n=1)</a:t>
              </a:r>
            </a:p>
          </p:txBody>
        </p:sp>
        <p:sp>
          <p:nvSpPr>
            <p:cNvPr id="75" name="tx75"/>
            <p:cNvSpPr/>
            <p:nvPr/>
          </p:nvSpPr>
          <p:spPr>
            <a:xfrm rot="-2700000">
              <a:off x="3068221" y="4557231"/>
              <a:ext cx="81610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Nordland (n=1)</a:t>
              </a:r>
            </a:p>
          </p:txBody>
        </p:sp>
        <p:sp>
          <p:nvSpPr>
            <p:cNvPr id="76" name="tx76"/>
            <p:cNvSpPr/>
            <p:nvPr/>
          </p:nvSpPr>
          <p:spPr>
            <a:xfrm rot="-2700000">
              <a:off x="3458693" y="4502886"/>
              <a:ext cx="6623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Troms (n=1)</a:t>
              </a:r>
            </a:p>
          </p:txBody>
        </p:sp>
        <p:sp>
          <p:nvSpPr>
            <p:cNvPr id="77" name="tx77"/>
            <p:cNvSpPr/>
            <p:nvPr/>
          </p:nvSpPr>
          <p:spPr>
            <a:xfrm rot="-2700000">
              <a:off x="3714063" y="4504503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(n=1)</a:t>
              </a:r>
            </a:p>
          </p:txBody>
        </p:sp>
        <p:sp>
          <p:nvSpPr>
            <p:cNvPr id="78" name="tx78"/>
            <p:cNvSpPr/>
            <p:nvPr/>
          </p:nvSpPr>
          <p:spPr>
            <a:xfrm>
              <a:off x="2400475" y="5033639"/>
              <a:ext cx="59280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Fylke (n)</a:t>
              </a:r>
            </a:p>
          </p:txBody>
        </p:sp>
        <p:sp>
          <p:nvSpPr>
            <p:cNvPr id="79" name="tx79"/>
            <p:cNvSpPr/>
            <p:nvPr/>
          </p:nvSpPr>
          <p:spPr>
            <a:xfrm rot="-5400000">
              <a:off x="352387" y="2924836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80" name="pl80"/>
            <p:cNvSpPr/>
            <p:nvPr/>
          </p:nvSpPr>
          <p:spPr>
            <a:xfrm>
              <a:off x="5118905" y="3820599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5118905" y="325981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5118905" y="269903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3"/>
            <p:cNvSpPr/>
            <p:nvPr/>
          </p:nvSpPr>
          <p:spPr>
            <a:xfrm>
              <a:off x="5118905" y="213825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5118905" y="410099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5118905" y="354020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6"/>
            <p:cNvSpPr/>
            <p:nvPr/>
          </p:nvSpPr>
          <p:spPr>
            <a:xfrm>
              <a:off x="5118905" y="297942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5118905" y="241864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5118905" y="185786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5274468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5533740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5793012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6052284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6311556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6570828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6830100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7089372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7348644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607916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7867188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8126460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l101"/>
            <p:cNvSpPr/>
            <p:nvPr/>
          </p:nvSpPr>
          <p:spPr>
            <a:xfrm>
              <a:off x="8385732" y="1745704"/>
              <a:ext cx="0" cy="2467442"/>
            </a:xfrm>
            <a:custGeom>
              <a:avLst/>
              <a:pathLst>
                <a:path w="0" h="2467442">
                  <a:moveTo>
                    <a:pt x="0" y="246744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7491244" y="1857860"/>
              <a:ext cx="233344" cy="224312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5157796" y="1857860"/>
              <a:ext cx="233344" cy="14019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5157796" y="1998056"/>
              <a:ext cx="233344" cy="14019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5157796" y="2138252"/>
              <a:ext cx="233344" cy="14019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5157796" y="2278447"/>
              <a:ext cx="233344" cy="84117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5157796" y="3119621"/>
              <a:ext cx="233344" cy="84117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5157796" y="3960795"/>
              <a:ext cx="233344" cy="14019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6713428" y="1857860"/>
              <a:ext cx="233344" cy="74770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6713428" y="2605570"/>
              <a:ext cx="233344" cy="1495419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7750516" y="1857860"/>
              <a:ext cx="233344" cy="224312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rc112"/>
            <p:cNvSpPr/>
            <p:nvPr/>
          </p:nvSpPr>
          <p:spPr>
            <a:xfrm>
              <a:off x="5417068" y="1857860"/>
              <a:ext cx="233344" cy="44862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3" name="rc113"/>
            <p:cNvSpPr/>
            <p:nvPr/>
          </p:nvSpPr>
          <p:spPr>
            <a:xfrm>
              <a:off x="5417068" y="2306486"/>
              <a:ext cx="233344" cy="44862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4" name="rc114"/>
            <p:cNvSpPr/>
            <p:nvPr/>
          </p:nvSpPr>
          <p:spPr>
            <a:xfrm>
              <a:off x="5417068" y="2755112"/>
              <a:ext cx="233344" cy="112156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5" name="rc115"/>
            <p:cNvSpPr/>
            <p:nvPr/>
          </p:nvSpPr>
          <p:spPr>
            <a:xfrm>
              <a:off x="5417068" y="3876677"/>
              <a:ext cx="233344" cy="224312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6" name="rc116"/>
            <p:cNvSpPr/>
            <p:nvPr/>
          </p:nvSpPr>
          <p:spPr>
            <a:xfrm>
              <a:off x="6972700" y="1857860"/>
              <a:ext cx="233344" cy="74770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7" name="rc117"/>
            <p:cNvSpPr/>
            <p:nvPr/>
          </p:nvSpPr>
          <p:spPr>
            <a:xfrm>
              <a:off x="6972700" y="2605570"/>
              <a:ext cx="233344" cy="747709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8" name="rc118"/>
            <p:cNvSpPr/>
            <p:nvPr/>
          </p:nvSpPr>
          <p:spPr>
            <a:xfrm>
              <a:off x="6972700" y="3353280"/>
              <a:ext cx="233344" cy="747709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9" name="rc119"/>
            <p:cNvSpPr/>
            <p:nvPr/>
          </p:nvSpPr>
          <p:spPr>
            <a:xfrm>
              <a:off x="7231972" y="1857860"/>
              <a:ext cx="233344" cy="112156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0" name="rc120"/>
            <p:cNvSpPr/>
            <p:nvPr/>
          </p:nvSpPr>
          <p:spPr>
            <a:xfrm>
              <a:off x="7231972" y="2979425"/>
              <a:ext cx="233344" cy="1121564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1" name="rc121"/>
            <p:cNvSpPr/>
            <p:nvPr/>
          </p:nvSpPr>
          <p:spPr>
            <a:xfrm>
              <a:off x="8009788" y="1857860"/>
              <a:ext cx="233344" cy="2243129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2" name="rc122"/>
            <p:cNvSpPr/>
            <p:nvPr/>
          </p:nvSpPr>
          <p:spPr>
            <a:xfrm>
              <a:off x="5676340" y="1857860"/>
              <a:ext cx="233344" cy="49847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3" name="rc123"/>
            <p:cNvSpPr/>
            <p:nvPr/>
          </p:nvSpPr>
          <p:spPr>
            <a:xfrm>
              <a:off x="5676340" y="2356334"/>
              <a:ext cx="233344" cy="74770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4" name="rc124"/>
            <p:cNvSpPr/>
            <p:nvPr/>
          </p:nvSpPr>
          <p:spPr>
            <a:xfrm>
              <a:off x="5676340" y="3104044"/>
              <a:ext cx="233344" cy="74770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5" name="rc125"/>
            <p:cNvSpPr/>
            <p:nvPr/>
          </p:nvSpPr>
          <p:spPr>
            <a:xfrm>
              <a:off x="5676340" y="3851754"/>
              <a:ext cx="233344" cy="249236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6" name="rc126"/>
            <p:cNvSpPr/>
            <p:nvPr/>
          </p:nvSpPr>
          <p:spPr>
            <a:xfrm>
              <a:off x="8269060" y="1857860"/>
              <a:ext cx="233344" cy="224312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7" name="rc127"/>
            <p:cNvSpPr/>
            <p:nvPr/>
          </p:nvSpPr>
          <p:spPr>
            <a:xfrm>
              <a:off x="5935612" y="1857860"/>
              <a:ext cx="233344" cy="14954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8" name="rc128"/>
            <p:cNvSpPr/>
            <p:nvPr/>
          </p:nvSpPr>
          <p:spPr>
            <a:xfrm>
              <a:off x="5935612" y="3353280"/>
              <a:ext cx="233344" cy="24923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9" name="rc129"/>
            <p:cNvSpPr/>
            <p:nvPr/>
          </p:nvSpPr>
          <p:spPr>
            <a:xfrm>
              <a:off x="5935612" y="3602517"/>
              <a:ext cx="233344" cy="498473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0" name="rc130"/>
            <p:cNvSpPr/>
            <p:nvPr/>
          </p:nvSpPr>
          <p:spPr>
            <a:xfrm>
              <a:off x="6194884" y="1857860"/>
              <a:ext cx="233344" cy="28039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1" name="rc131"/>
            <p:cNvSpPr/>
            <p:nvPr/>
          </p:nvSpPr>
          <p:spPr>
            <a:xfrm>
              <a:off x="6194884" y="2138252"/>
              <a:ext cx="233344" cy="560782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2" name="rc132"/>
            <p:cNvSpPr/>
            <p:nvPr/>
          </p:nvSpPr>
          <p:spPr>
            <a:xfrm>
              <a:off x="6194884" y="2699034"/>
              <a:ext cx="233344" cy="1401956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3" name="rc133"/>
            <p:cNvSpPr/>
            <p:nvPr/>
          </p:nvSpPr>
          <p:spPr>
            <a:xfrm>
              <a:off x="6454156" y="1857860"/>
              <a:ext cx="233344" cy="28039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4" name="rc134"/>
            <p:cNvSpPr/>
            <p:nvPr/>
          </p:nvSpPr>
          <p:spPr>
            <a:xfrm>
              <a:off x="6454156" y="2138252"/>
              <a:ext cx="233344" cy="560782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5" name="rc135"/>
            <p:cNvSpPr/>
            <p:nvPr/>
          </p:nvSpPr>
          <p:spPr>
            <a:xfrm>
              <a:off x="6454156" y="2699034"/>
              <a:ext cx="233344" cy="140195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6" name="tx136"/>
            <p:cNvSpPr/>
            <p:nvPr/>
          </p:nvSpPr>
          <p:spPr>
            <a:xfrm>
              <a:off x="4874559" y="4057373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37" name="tx137"/>
            <p:cNvSpPr/>
            <p:nvPr/>
          </p:nvSpPr>
          <p:spPr>
            <a:xfrm>
              <a:off x="4806802" y="349659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38" name="tx138"/>
            <p:cNvSpPr/>
            <p:nvPr/>
          </p:nvSpPr>
          <p:spPr>
            <a:xfrm>
              <a:off x="4806802" y="2935808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39" name="tx139"/>
            <p:cNvSpPr/>
            <p:nvPr/>
          </p:nvSpPr>
          <p:spPr>
            <a:xfrm>
              <a:off x="4806802" y="2375026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40" name="tx140"/>
            <p:cNvSpPr/>
            <p:nvPr/>
          </p:nvSpPr>
          <p:spPr>
            <a:xfrm>
              <a:off x="4739045" y="1814243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41" name="tx141"/>
            <p:cNvSpPr/>
            <p:nvPr/>
          </p:nvSpPr>
          <p:spPr>
            <a:xfrm rot="-2700000">
              <a:off x="4539494" y="4585907"/>
              <a:ext cx="89720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Akershus (n=16)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2700000">
              <a:off x="5018395" y="4494933"/>
              <a:ext cx="63989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Oslo (n=10)</a:t>
              </a:r>
            </a:p>
          </p:txBody>
        </p:sp>
        <p:sp>
          <p:nvSpPr>
            <p:cNvPr id="143" name="tx143"/>
            <p:cNvSpPr/>
            <p:nvPr/>
          </p:nvSpPr>
          <p:spPr>
            <a:xfrm rot="-2700000">
              <a:off x="5079111" y="4577178"/>
              <a:ext cx="87252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Trøndelag (n=9)</a:t>
              </a:r>
            </a:p>
          </p:txBody>
        </p:sp>
        <p:sp>
          <p:nvSpPr>
            <p:cNvPr id="144" name="tx144"/>
            <p:cNvSpPr/>
            <p:nvPr/>
          </p:nvSpPr>
          <p:spPr>
            <a:xfrm rot="-2700000">
              <a:off x="5438676" y="4535635"/>
              <a:ext cx="75502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Vestfold (n=9)</a:t>
              </a:r>
            </a:p>
          </p:txBody>
        </p:sp>
        <p:sp>
          <p:nvSpPr>
            <p:cNvPr id="145" name="tx145"/>
            <p:cNvSpPr/>
            <p:nvPr/>
          </p:nvSpPr>
          <p:spPr>
            <a:xfrm rot="-2700000">
              <a:off x="5668992" y="4547629"/>
              <a:ext cx="7889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 (n=8)</a:t>
              </a:r>
            </a:p>
          </p:txBody>
        </p:sp>
        <p:sp>
          <p:nvSpPr>
            <p:cNvPr id="146" name="tx146"/>
            <p:cNvSpPr/>
            <p:nvPr/>
          </p:nvSpPr>
          <p:spPr>
            <a:xfrm rot="-2700000">
              <a:off x="5997727" y="4518857"/>
              <a:ext cx="70756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Østfold (n=8)</a:t>
              </a:r>
            </a:p>
          </p:txBody>
        </p:sp>
        <p:sp>
          <p:nvSpPr>
            <p:cNvPr id="147" name="tx147"/>
            <p:cNvSpPr/>
            <p:nvPr/>
          </p:nvSpPr>
          <p:spPr>
            <a:xfrm rot="-2700000">
              <a:off x="6158501" y="4559656"/>
              <a:ext cx="82296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Innlandet (n=3)</a:t>
              </a:r>
            </a:p>
          </p:txBody>
        </p:sp>
        <p:sp>
          <p:nvSpPr>
            <p:cNvPr id="148" name="tx148"/>
            <p:cNvSpPr/>
            <p:nvPr/>
          </p:nvSpPr>
          <p:spPr>
            <a:xfrm rot="-2700000">
              <a:off x="6400447" y="4566833"/>
              <a:ext cx="84325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Rogaland (n=3)</a:t>
              </a:r>
            </a:p>
          </p:txBody>
        </p:sp>
        <p:sp>
          <p:nvSpPr>
            <p:cNvPr id="149" name="tx149"/>
            <p:cNvSpPr/>
            <p:nvPr/>
          </p:nvSpPr>
          <p:spPr>
            <a:xfrm rot="-2700000">
              <a:off x="6683055" y="4557166"/>
              <a:ext cx="81591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Telemark (n=2)</a:t>
              </a:r>
            </a:p>
          </p:txBody>
        </p:sp>
        <p:sp>
          <p:nvSpPr>
            <p:cNvPr id="150" name="tx150"/>
            <p:cNvSpPr/>
            <p:nvPr/>
          </p:nvSpPr>
          <p:spPr>
            <a:xfrm rot="-2700000">
              <a:off x="7086718" y="4497358"/>
              <a:ext cx="64675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Agder (n=1)</a:t>
              </a:r>
            </a:p>
          </p:txBody>
        </p:sp>
        <p:sp>
          <p:nvSpPr>
            <p:cNvPr id="151" name="tx151"/>
            <p:cNvSpPr/>
            <p:nvPr/>
          </p:nvSpPr>
          <p:spPr>
            <a:xfrm rot="-2700000">
              <a:off x="7201443" y="4557231"/>
              <a:ext cx="81610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Nordland (n=1)</a:t>
              </a:r>
            </a:p>
          </p:txBody>
        </p:sp>
        <p:sp>
          <p:nvSpPr>
            <p:cNvPr id="152" name="tx152"/>
            <p:cNvSpPr/>
            <p:nvPr/>
          </p:nvSpPr>
          <p:spPr>
            <a:xfrm rot="-2700000">
              <a:off x="7591915" y="4502886"/>
              <a:ext cx="662391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Troms (n=1)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2700000">
              <a:off x="7847285" y="4504503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(n=1)</a:t>
              </a:r>
            </a:p>
          </p:txBody>
        </p:sp>
        <p:sp>
          <p:nvSpPr>
            <p:cNvPr id="154" name="tx154"/>
            <p:cNvSpPr/>
            <p:nvPr/>
          </p:nvSpPr>
          <p:spPr>
            <a:xfrm>
              <a:off x="6533697" y="5033639"/>
              <a:ext cx="59280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Fylke (n)</a:t>
              </a:r>
            </a:p>
          </p:txBody>
        </p:sp>
        <p:sp>
          <p:nvSpPr>
            <p:cNvPr id="155" name="tx155"/>
            <p:cNvSpPr/>
            <p:nvPr/>
          </p:nvSpPr>
          <p:spPr>
            <a:xfrm rot="-5400000">
              <a:off x="4279915" y="2924836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56" name="tx156"/>
            <p:cNvSpPr/>
            <p:nvPr/>
          </p:nvSpPr>
          <p:spPr>
            <a:xfrm>
              <a:off x="3070031" y="5592739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57" name="rc157"/>
            <p:cNvSpPr/>
            <p:nvPr/>
          </p:nvSpPr>
          <p:spPr>
            <a:xfrm>
              <a:off x="3791364" y="539973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8" name="rc158"/>
            <p:cNvSpPr/>
            <p:nvPr/>
          </p:nvSpPr>
          <p:spPr>
            <a:xfrm>
              <a:off x="3791364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9" name="rc159"/>
            <p:cNvSpPr/>
            <p:nvPr/>
          </p:nvSpPr>
          <p:spPr>
            <a:xfrm>
              <a:off x="4453796" y="5399734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0" name="rc160"/>
            <p:cNvSpPr/>
            <p:nvPr/>
          </p:nvSpPr>
          <p:spPr>
            <a:xfrm>
              <a:off x="4453796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1" name="rc161"/>
            <p:cNvSpPr/>
            <p:nvPr/>
          </p:nvSpPr>
          <p:spPr>
            <a:xfrm>
              <a:off x="5116227" y="5399734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2" name="rc162"/>
            <p:cNvSpPr/>
            <p:nvPr/>
          </p:nvSpPr>
          <p:spPr>
            <a:xfrm>
              <a:off x="5116227" y="5695105"/>
              <a:ext cx="199819" cy="199819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3" name="rc163"/>
            <p:cNvSpPr/>
            <p:nvPr/>
          </p:nvSpPr>
          <p:spPr>
            <a:xfrm>
              <a:off x="5880249" y="5399734"/>
              <a:ext cx="199819" cy="199819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4" name="tx164"/>
            <p:cNvSpPr/>
            <p:nvPr/>
          </p:nvSpPr>
          <p:spPr>
            <a:xfrm>
              <a:off x="4076917" y="5456027"/>
              <a:ext cx="18955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165" name="tx165"/>
            <p:cNvSpPr/>
            <p:nvPr/>
          </p:nvSpPr>
          <p:spPr>
            <a:xfrm>
              <a:off x="4076917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166" name="tx166"/>
            <p:cNvSpPr/>
            <p:nvPr/>
          </p:nvSpPr>
          <p:spPr>
            <a:xfrm>
              <a:off x="4739349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167" name="tx167"/>
            <p:cNvSpPr/>
            <p:nvPr/>
          </p:nvSpPr>
          <p:spPr>
            <a:xfrm>
              <a:off x="4739349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168" name="tx168"/>
            <p:cNvSpPr/>
            <p:nvPr/>
          </p:nvSpPr>
          <p:spPr>
            <a:xfrm>
              <a:off x="5401780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169" name="tx169"/>
            <p:cNvSpPr/>
            <p:nvPr/>
          </p:nvSpPr>
          <p:spPr>
            <a:xfrm>
              <a:off x="5401780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170" name="tx170"/>
            <p:cNvSpPr/>
            <p:nvPr/>
          </p:nvSpPr>
          <p:spPr>
            <a:xfrm>
              <a:off x="6165802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</p:grpSp>
      <p:sp>
        <p:nvSpPr>
          <p:cNvPr id="171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B/Victoria etter Fylke (antall + %)</a:t>
            </a: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57199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483989" y="1669789"/>
              <a:ext cx="4133221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85683" y="383024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85683" y="337109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85683" y="291194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85683" y="245279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85683" y="199364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85683" y="405982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85683" y="360067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985683" y="314152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985683" y="268237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985683" y="222322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985683" y="176407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316882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868880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420879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2972877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3524876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4076874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2172479" y="3646588"/>
              <a:ext cx="496798" cy="9183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2172479" y="3738418"/>
              <a:ext cx="496798" cy="13774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2172479" y="3876163"/>
              <a:ext cx="496798" cy="137745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2172479" y="4013909"/>
              <a:ext cx="496798" cy="4591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2724478" y="3967994"/>
              <a:ext cx="496798" cy="45915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2724478" y="4013909"/>
              <a:ext cx="496798" cy="4591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3276476" y="4013909"/>
              <a:ext cx="496798" cy="4591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3828475" y="4013909"/>
              <a:ext cx="496798" cy="4591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620481" y="3554758"/>
              <a:ext cx="496798" cy="4591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1620481" y="3600673"/>
              <a:ext cx="496798" cy="137745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1620481" y="3738418"/>
              <a:ext cx="496798" cy="275490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1620481" y="4013909"/>
              <a:ext cx="496798" cy="45915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068483" y="1855900"/>
              <a:ext cx="496798" cy="18366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1068483" y="2039560"/>
              <a:ext cx="496798" cy="4591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1068483" y="2085475"/>
              <a:ext cx="496798" cy="4591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1068483" y="2131391"/>
              <a:ext cx="496798" cy="780556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1068483" y="2911947"/>
              <a:ext cx="496798" cy="826471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1068483" y="3738418"/>
              <a:ext cx="496798" cy="275490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rc42"/>
            <p:cNvSpPr/>
            <p:nvPr/>
          </p:nvSpPr>
          <p:spPr>
            <a:xfrm>
              <a:off x="1068483" y="4013909"/>
              <a:ext cx="496798" cy="45915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tx43"/>
            <p:cNvSpPr/>
            <p:nvPr/>
          </p:nvSpPr>
          <p:spPr>
            <a:xfrm>
              <a:off x="849602" y="4016207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781845" y="355705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781845" y="309790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46" name="tx46"/>
            <p:cNvSpPr/>
            <p:nvPr/>
          </p:nvSpPr>
          <p:spPr>
            <a:xfrm>
              <a:off x="781845" y="263875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47" name="tx47"/>
            <p:cNvSpPr/>
            <p:nvPr/>
          </p:nvSpPr>
          <p:spPr>
            <a:xfrm>
              <a:off x="781845" y="2179604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781845" y="172045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49" name="tx49"/>
            <p:cNvSpPr/>
            <p:nvPr/>
          </p:nvSpPr>
          <p:spPr>
            <a:xfrm rot="-2700000">
              <a:off x="570278" y="4547597"/>
              <a:ext cx="91083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Østlandet (n=48)</a:t>
              </a:r>
            </a:p>
          </p:txBody>
        </p:sp>
        <p:sp>
          <p:nvSpPr>
            <p:cNvPr id="50" name="tx50"/>
            <p:cNvSpPr/>
            <p:nvPr/>
          </p:nvSpPr>
          <p:spPr>
            <a:xfrm rot="-2700000">
              <a:off x="1089496" y="4561175"/>
              <a:ext cx="94923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Vestlandet (n=11)</a:t>
              </a:r>
            </a:p>
          </p:txBody>
        </p:sp>
        <p:sp>
          <p:nvSpPr>
            <p:cNvPr id="51" name="tx51"/>
            <p:cNvSpPr/>
            <p:nvPr/>
          </p:nvSpPr>
          <p:spPr>
            <a:xfrm rot="-2700000">
              <a:off x="1662802" y="4552349"/>
              <a:ext cx="92427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Midt-Norge (n=9)</a:t>
              </a:r>
            </a:p>
          </p:txBody>
        </p:sp>
        <p:sp>
          <p:nvSpPr>
            <p:cNvPr id="52" name="tx52"/>
            <p:cNvSpPr/>
            <p:nvPr/>
          </p:nvSpPr>
          <p:spPr>
            <a:xfrm rot="-2700000">
              <a:off x="2185844" y="4564343"/>
              <a:ext cx="95819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Nord-Norge (n=2)</a:t>
              </a:r>
            </a:p>
          </p:txBody>
        </p:sp>
        <p:sp>
          <p:nvSpPr>
            <p:cNvPr id="53" name="tx53"/>
            <p:cNvSpPr/>
            <p:nvPr/>
          </p:nvSpPr>
          <p:spPr>
            <a:xfrm rot="-2700000">
              <a:off x="2830331" y="4526034"/>
              <a:ext cx="84984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Sørlandet (n=1)</a:t>
              </a:r>
            </a:p>
          </p:txBody>
        </p:sp>
        <p:sp>
          <p:nvSpPr>
            <p:cNvPr id="54" name="tx54"/>
            <p:cNvSpPr/>
            <p:nvPr/>
          </p:nvSpPr>
          <p:spPr>
            <a:xfrm rot="-2700000">
              <a:off x="3538427" y="4461376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(n=1)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2273236" y="5033639"/>
              <a:ext cx="84728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Landsdel (n)</a:t>
              </a:r>
            </a:p>
          </p:txBody>
        </p:sp>
        <p:sp>
          <p:nvSpPr>
            <p:cNvPr id="56" name="tx56"/>
            <p:cNvSpPr/>
            <p:nvPr/>
          </p:nvSpPr>
          <p:spPr>
            <a:xfrm rot="-5400000">
              <a:off x="352387" y="2903272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57" name="pl57"/>
            <p:cNvSpPr/>
            <p:nvPr/>
          </p:nvSpPr>
          <p:spPr>
            <a:xfrm>
              <a:off x="5118905" y="378433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118905" y="323335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118905" y="268237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5118905" y="213139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118905" y="405982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5118905" y="350884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118905" y="295786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118905" y="240688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5118905" y="185590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450104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002102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6554101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7106099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7658098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1"/>
            <p:cNvSpPr/>
            <p:nvPr/>
          </p:nvSpPr>
          <p:spPr>
            <a:xfrm>
              <a:off x="8210096" y="1745704"/>
              <a:ext cx="0" cy="2424316"/>
            </a:xfrm>
            <a:custGeom>
              <a:avLst/>
              <a:pathLst>
                <a:path w="0" h="2424316">
                  <a:moveTo>
                    <a:pt x="0" y="2424316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6305701" y="1855900"/>
              <a:ext cx="496798" cy="48976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6305701" y="2345661"/>
              <a:ext cx="496798" cy="73464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6305701" y="3080302"/>
              <a:ext cx="496798" cy="734641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6305701" y="3814943"/>
              <a:ext cx="496798" cy="244880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6857700" y="1855900"/>
              <a:ext cx="496798" cy="1101961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6857700" y="2957862"/>
              <a:ext cx="496798" cy="1101961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7409698" y="1855900"/>
              <a:ext cx="496798" cy="220392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7961697" y="1855900"/>
              <a:ext cx="496798" cy="220392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5753703" y="1855900"/>
              <a:ext cx="496798" cy="200356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5753703" y="2056257"/>
              <a:ext cx="496798" cy="601070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5753703" y="2657327"/>
              <a:ext cx="496798" cy="1202140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5753703" y="3859467"/>
              <a:ext cx="496798" cy="200356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5201704" y="1855900"/>
              <a:ext cx="496798" cy="183660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5201704" y="2039560"/>
              <a:ext cx="496798" cy="4591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5201704" y="2085475"/>
              <a:ext cx="496798" cy="4591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5201704" y="2131391"/>
              <a:ext cx="496798" cy="780556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5201704" y="2911947"/>
              <a:ext cx="496798" cy="826471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rc89"/>
            <p:cNvSpPr/>
            <p:nvPr/>
          </p:nvSpPr>
          <p:spPr>
            <a:xfrm>
              <a:off x="5201704" y="3738418"/>
              <a:ext cx="496798" cy="275490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0" name="rc90"/>
            <p:cNvSpPr/>
            <p:nvPr/>
          </p:nvSpPr>
          <p:spPr>
            <a:xfrm>
              <a:off x="5201704" y="4013909"/>
              <a:ext cx="496798" cy="45915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1" name="tx91"/>
            <p:cNvSpPr/>
            <p:nvPr/>
          </p:nvSpPr>
          <p:spPr>
            <a:xfrm>
              <a:off x="4874559" y="4016207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92" name="tx92"/>
            <p:cNvSpPr/>
            <p:nvPr/>
          </p:nvSpPr>
          <p:spPr>
            <a:xfrm>
              <a:off x="4806802" y="3465226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93" name="tx93"/>
            <p:cNvSpPr/>
            <p:nvPr/>
          </p:nvSpPr>
          <p:spPr>
            <a:xfrm>
              <a:off x="4806802" y="291424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94" name="tx94"/>
            <p:cNvSpPr/>
            <p:nvPr/>
          </p:nvSpPr>
          <p:spPr>
            <a:xfrm>
              <a:off x="4806802" y="2363264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4739045" y="1812283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96" name="tx96"/>
            <p:cNvSpPr/>
            <p:nvPr/>
          </p:nvSpPr>
          <p:spPr>
            <a:xfrm rot="-2700000">
              <a:off x="4703500" y="4547597"/>
              <a:ext cx="91083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Østlandet (n=48)</a:t>
              </a:r>
            </a:p>
          </p:txBody>
        </p:sp>
        <p:sp>
          <p:nvSpPr>
            <p:cNvPr id="97" name="tx97"/>
            <p:cNvSpPr/>
            <p:nvPr/>
          </p:nvSpPr>
          <p:spPr>
            <a:xfrm rot="-2700000">
              <a:off x="5222718" y="4561175"/>
              <a:ext cx="94923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Vestlandet (n=11)</a:t>
              </a:r>
            </a:p>
          </p:txBody>
        </p:sp>
        <p:sp>
          <p:nvSpPr>
            <p:cNvPr id="98" name="tx98"/>
            <p:cNvSpPr/>
            <p:nvPr/>
          </p:nvSpPr>
          <p:spPr>
            <a:xfrm rot="-2700000">
              <a:off x="5796024" y="4552349"/>
              <a:ext cx="92427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Midt-Norge (n=9)</a:t>
              </a:r>
            </a:p>
          </p:txBody>
        </p:sp>
        <p:sp>
          <p:nvSpPr>
            <p:cNvPr id="99" name="tx99"/>
            <p:cNvSpPr/>
            <p:nvPr/>
          </p:nvSpPr>
          <p:spPr>
            <a:xfrm rot="-2700000">
              <a:off x="6319066" y="4564343"/>
              <a:ext cx="95819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Nord-Norge (n=2)</a:t>
              </a:r>
            </a:p>
          </p:txBody>
        </p:sp>
        <p:sp>
          <p:nvSpPr>
            <p:cNvPr id="100" name="tx100"/>
            <p:cNvSpPr/>
            <p:nvPr/>
          </p:nvSpPr>
          <p:spPr>
            <a:xfrm rot="-2700000">
              <a:off x="6963553" y="4526034"/>
              <a:ext cx="84984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Sørlandet (n=1)</a:t>
              </a:r>
            </a:p>
          </p:txBody>
        </p:sp>
        <p:sp>
          <p:nvSpPr>
            <p:cNvPr id="101" name="tx101"/>
            <p:cNvSpPr/>
            <p:nvPr/>
          </p:nvSpPr>
          <p:spPr>
            <a:xfrm rot="-2700000">
              <a:off x="7671649" y="4461376"/>
              <a:ext cx="66696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Ukjent (n=1)</a:t>
              </a:r>
            </a:p>
          </p:txBody>
        </p:sp>
        <p:sp>
          <p:nvSpPr>
            <p:cNvPr id="102" name="tx102"/>
            <p:cNvSpPr/>
            <p:nvPr/>
          </p:nvSpPr>
          <p:spPr>
            <a:xfrm>
              <a:off x="6406458" y="5033639"/>
              <a:ext cx="84728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Landsdel (n)</a:t>
              </a:r>
            </a:p>
          </p:txBody>
        </p:sp>
        <p:sp>
          <p:nvSpPr>
            <p:cNvPr id="103" name="tx103"/>
            <p:cNvSpPr/>
            <p:nvPr/>
          </p:nvSpPr>
          <p:spPr>
            <a:xfrm rot="-5400000">
              <a:off x="4279915" y="2903272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104" name="tx104"/>
            <p:cNvSpPr/>
            <p:nvPr/>
          </p:nvSpPr>
          <p:spPr>
            <a:xfrm>
              <a:off x="3070031" y="5592739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05" name="rc105"/>
            <p:cNvSpPr/>
            <p:nvPr/>
          </p:nvSpPr>
          <p:spPr>
            <a:xfrm>
              <a:off x="3791364" y="539973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3791364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4453796" y="5399734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rc108"/>
            <p:cNvSpPr/>
            <p:nvPr/>
          </p:nvSpPr>
          <p:spPr>
            <a:xfrm>
              <a:off x="4453796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9" name="rc109"/>
            <p:cNvSpPr/>
            <p:nvPr/>
          </p:nvSpPr>
          <p:spPr>
            <a:xfrm>
              <a:off x="5116227" y="5399734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0" name="rc110"/>
            <p:cNvSpPr/>
            <p:nvPr/>
          </p:nvSpPr>
          <p:spPr>
            <a:xfrm>
              <a:off x="5116227" y="5695105"/>
              <a:ext cx="199819" cy="199819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1" name="rc111"/>
            <p:cNvSpPr/>
            <p:nvPr/>
          </p:nvSpPr>
          <p:spPr>
            <a:xfrm>
              <a:off x="5880249" y="5399734"/>
              <a:ext cx="199819" cy="199819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2" name="tx112"/>
            <p:cNvSpPr/>
            <p:nvPr/>
          </p:nvSpPr>
          <p:spPr>
            <a:xfrm>
              <a:off x="4076917" y="5456027"/>
              <a:ext cx="18955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4076917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114" name="tx114"/>
            <p:cNvSpPr/>
            <p:nvPr/>
          </p:nvSpPr>
          <p:spPr>
            <a:xfrm>
              <a:off x="4739349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115" name="tx115"/>
            <p:cNvSpPr/>
            <p:nvPr/>
          </p:nvSpPr>
          <p:spPr>
            <a:xfrm>
              <a:off x="4739349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116" name="tx116"/>
            <p:cNvSpPr/>
            <p:nvPr/>
          </p:nvSpPr>
          <p:spPr>
            <a:xfrm>
              <a:off x="5401780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117" name="tx117"/>
            <p:cNvSpPr/>
            <p:nvPr/>
          </p:nvSpPr>
          <p:spPr>
            <a:xfrm>
              <a:off x="5401780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118" name="tx118"/>
            <p:cNvSpPr/>
            <p:nvPr/>
          </p:nvSpPr>
          <p:spPr>
            <a:xfrm>
              <a:off x="6165802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</p:grpSp>
      <p:sp>
        <p:nvSpPr>
          <p:cNvPr id="119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B/Victoria etter Landsdel (antall + %)</a:t>
            </a: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57199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483989" y="1669789"/>
              <a:ext cx="4133221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85683" y="397585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85683" y="346080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85683" y="294576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85683" y="243071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85683" y="1915669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85683" y="423337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85683" y="371833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985683" y="320328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985683" y="268823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985683" y="217319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380574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038726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696878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3355030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013182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2400710" y="3872845"/>
              <a:ext cx="592336" cy="15451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2400710" y="4027359"/>
              <a:ext cx="592336" cy="10300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2400710" y="4130368"/>
              <a:ext cx="592336" cy="103009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3058862" y="3872845"/>
              <a:ext cx="592336" cy="10300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3058862" y="3975854"/>
              <a:ext cx="592336" cy="5150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3058862" y="4027359"/>
              <a:ext cx="592336" cy="206018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rc28"/>
            <p:cNvSpPr/>
            <p:nvPr/>
          </p:nvSpPr>
          <p:spPr>
            <a:xfrm>
              <a:off x="1084406" y="1864164"/>
              <a:ext cx="592336" cy="25752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084406" y="2121688"/>
              <a:ext cx="592336" cy="5150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rc30"/>
            <p:cNvSpPr/>
            <p:nvPr/>
          </p:nvSpPr>
          <p:spPr>
            <a:xfrm>
              <a:off x="1084406" y="2173192"/>
              <a:ext cx="592336" cy="51504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1" name="rc31"/>
            <p:cNvSpPr/>
            <p:nvPr/>
          </p:nvSpPr>
          <p:spPr>
            <a:xfrm>
              <a:off x="1084406" y="2224697"/>
              <a:ext cx="592336" cy="61805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" name="rc32"/>
            <p:cNvSpPr/>
            <p:nvPr/>
          </p:nvSpPr>
          <p:spPr>
            <a:xfrm>
              <a:off x="1084406" y="2842752"/>
              <a:ext cx="592336" cy="92708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" name="rc33"/>
            <p:cNvSpPr/>
            <p:nvPr/>
          </p:nvSpPr>
          <p:spPr>
            <a:xfrm>
              <a:off x="1084406" y="3769836"/>
              <a:ext cx="592336" cy="360532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4" name="rc34"/>
            <p:cNvSpPr/>
            <p:nvPr/>
          </p:nvSpPr>
          <p:spPr>
            <a:xfrm>
              <a:off x="1084406" y="4130368"/>
              <a:ext cx="592336" cy="103009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" name="rc35"/>
            <p:cNvSpPr/>
            <p:nvPr/>
          </p:nvSpPr>
          <p:spPr>
            <a:xfrm>
              <a:off x="1742558" y="3769836"/>
              <a:ext cx="592336" cy="5150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" name="rc36"/>
            <p:cNvSpPr/>
            <p:nvPr/>
          </p:nvSpPr>
          <p:spPr>
            <a:xfrm>
              <a:off x="1742558" y="3821340"/>
              <a:ext cx="592336" cy="206018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7" name="rc37"/>
            <p:cNvSpPr/>
            <p:nvPr/>
          </p:nvSpPr>
          <p:spPr>
            <a:xfrm>
              <a:off x="1742558" y="4027359"/>
              <a:ext cx="592336" cy="15451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8" name="rc38"/>
            <p:cNvSpPr/>
            <p:nvPr/>
          </p:nvSpPr>
          <p:spPr>
            <a:xfrm>
              <a:off x="1742558" y="4181873"/>
              <a:ext cx="592336" cy="51504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rc39"/>
            <p:cNvSpPr/>
            <p:nvPr/>
          </p:nvSpPr>
          <p:spPr>
            <a:xfrm>
              <a:off x="3717014" y="4078863"/>
              <a:ext cx="592336" cy="10300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" name="rc40"/>
            <p:cNvSpPr/>
            <p:nvPr/>
          </p:nvSpPr>
          <p:spPr>
            <a:xfrm>
              <a:off x="3717014" y="4181873"/>
              <a:ext cx="592336" cy="5150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tx41"/>
            <p:cNvSpPr/>
            <p:nvPr/>
          </p:nvSpPr>
          <p:spPr>
            <a:xfrm>
              <a:off x="849602" y="4189760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42" name="tx42"/>
            <p:cNvSpPr/>
            <p:nvPr/>
          </p:nvSpPr>
          <p:spPr>
            <a:xfrm>
              <a:off x="781845" y="3674714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43" name="tx43"/>
            <p:cNvSpPr/>
            <p:nvPr/>
          </p:nvSpPr>
          <p:spPr>
            <a:xfrm>
              <a:off x="781845" y="315966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44" name="tx44"/>
            <p:cNvSpPr/>
            <p:nvPr/>
          </p:nvSpPr>
          <p:spPr>
            <a:xfrm>
              <a:off x="781845" y="2644622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45" name="tx45"/>
            <p:cNvSpPr/>
            <p:nvPr/>
          </p:nvSpPr>
          <p:spPr>
            <a:xfrm>
              <a:off x="781845" y="212957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46" name="tx46"/>
            <p:cNvSpPr/>
            <p:nvPr/>
          </p:nvSpPr>
          <p:spPr>
            <a:xfrm rot="-2700000">
              <a:off x="813015" y="4655252"/>
              <a:ext cx="7010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25-59 (n=46)</a:t>
              </a:r>
            </a:p>
          </p:txBody>
        </p:sp>
        <p:sp>
          <p:nvSpPr>
            <p:cNvPr id="47" name="tx47"/>
            <p:cNvSpPr/>
            <p:nvPr/>
          </p:nvSpPr>
          <p:spPr>
            <a:xfrm rot="-2700000">
              <a:off x="1586835" y="4607341"/>
              <a:ext cx="5655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5-14 (n=9)</a:t>
              </a:r>
            </a:p>
          </p:txBody>
        </p:sp>
        <p:sp>
          <p:nvSpPr>
            <p:cNvPr id="48" name="tx48"/>
            <p:cNvSpPr/>
            <p:nvPr/>
          </p:nvSpPr>
          <p:spPr>
            <a:xfrm rot="-2700000">
              <a:off x="2302821" y="4583385"/>
              <a:ext cx="49779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0-4 (n=7)</a:t>
              </a:r>
            </a:p>
          </p:txBody>
        </p:sp>
        <p:sp>
          <p:nvSpPr>
            <p:cNvPr id="49" name="tx49"/>
            <p:cNvSpPr/>
            <p:nvPr/>
          </p:nvSpPr>
          <p:spPr>
            <a:xfrm rot="-2700000">
              <a:off x="2845305" y="4631297"/>
              <a:ext cx="6333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15-24 (n=7)</a:t>
              </a:r>
            </a:p>
          </p:txBody>
        </p:sp>
        <p:sp>
          <p:nvSpPr>
            <p:cNvPr id="50" name="tx50"/>
            <p:cNvSpPr/>
            <p:nvPr/>
          </p:nvSpPr>
          <p:spPr>
            <a:xfrm rot="-2700000">
              <a:off x="3593057" y="4594183"/>
              <a:ext cx="5283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60+ (n=3)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2129264" y="5033639"/>
              <a:ext cx="113522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Aldersgruppe (n)</a:t>
              </a:r>
            </a:p>
          </p:txBody>
        </p:sp>
        <p:sp>
          <p:nvSpPr>
            <p:cNvPr id="52" name="tx52"/>
            <p:cNvSpPr/>
            <p:nvPr/>
          </p:nvSpPr>
          <p:spPr>
            <a:xfrm rot="-5400000">
              <a:off x="352387" y="2994181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53" name="pl53"/>
            <p:cNvSpPr/>
            <p:nvPr/>
          </p:nvSpPr>
          <p:spPr>
            <a:xfrm>
              <a:off x="5118905" y="393722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118905" y="334492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118905" y="2752619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6"/>
            <p:cNvSpPr/>
            <p:nvPr/>
          </p:nvSpPr>
          <p:spPr>
            <a:xfrm>
              <a:off x="5118905" y="216031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5118905" y="423337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118905" y="364107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9"/>
            <p:cNvSpPr/>
            <p:nvPr/>
          </p:nvSpPr>
          <p:spPr>
            <a:xfrm>
              <a:off x="5118905" y="304877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5118905" y="245646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118905" y="186416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5513796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6171948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6830100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7488252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8146404" y="1745704"/>
              <a:ext cx="0" cy="2606133"/>
            </a:xfrm>
            <a:custGeom>
              <a:avLst/>
              <a:pathLst>
                <a:path w="0" h="2606133">
                  <a:moveTo>
                    <a:pt x="0" y="260613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6533932" y="1864164"/>
              <a:ext cx="592336" cy="1015376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6533932" y="2879541"/>
              <a:ext cx="592336" cy="676917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rc69"/>
            <p:cNvSpPr/>
            <p:nvPr/>
          </p:nvSpPr>
          <p:spPr>
            <a:xfrm>
              <a:off x="6533932" y="3556459"/>
              <a:ext cx="592336" cy="676917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rc70"/>
            <p:cNvSpPr/>
            <p:nvPr/>
          </p:nvSpPr>
          <p:spPr>
            <a:xfrm>
              <a:off x="7192084" y="1864164"/>
              <a:ext cx="592336" cy="676917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7192084" y="2541082"/>
              <a:ext cx="592336" cy="338458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7192084" y="2879541"/>
              <a:ext cx="592336" cy="135383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217628" y="1864164"/>
              <a:ext cx="592336" cy="25752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217628" y="2121688"/>
              <a:ext cx="592336" cy="5150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5217628" y="2173192"/>
              <a:ext cx="592336" cy="51504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217628" y="2224697"/>
              <a:ext cx="592336" cy="61805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217628" y="2842752"/>
              <a:ext cx="592336" cy="927083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5217628" y="3769836"/>
              <a:ext cx="592336" cy="360532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5217628" y="4130368"/>
              <a:ext cx="592336" cy="103009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5875780" y="1864164"/>
              <a:ext cx="592336" cy="26324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5875780" y="2127410"/>
              <a:ext cx="592336" cy="105298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5875780" y="3180394"/>
              <a:ext cx="592336" cy="789737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5875780" y="3970131"/>
              <a:ext cx="592336" cy="263245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7850236" y="1864164"/>
              <a:ext cx="592336" cy="157947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7850236" y="3443640"/>
              <a:ext cx="592336" cy="789737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tx86"/>
            <p:cNvSpPr/>
            <p:nvPr/>
          </p:nvSpPr>
          <p:spPr>
            <a:xfrm>
              <a:off x="4874559" y="4189760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87" name="tx87"/>
            <p:cNvSpPr/>
            <p:nvPr/>
          </p:nvSpPr>
          <p:spPr>
            <a:xfrm>
              <a:off x="4806802" y="359745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88" name="tx88"/>
            <p:cNvSpPr/>
            <p:nvPr/>
          </p:nvSpPr>
          <p:spPr>
            <a:xfrm>
              <a:off x="4806802" y="3005154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89" name="tx89"/>
            <p:cNvSpPr/>
            <p:nvPr/>
          </p:nvSpPr>
          <p:spPr>
            <a:xfrm>
              <a:off x="4806802" y="241285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90" name="tx90"/>
            <p:cNvSpPr/>
            <p:nvPr/>
          </p:nvSpPr>
          <p:spPr>
            <a:xfrm>
              <a:off x="4739045" y="182054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91" name="tx91"/>
            <p:cNvSpPr/>
            <p:nvPr/>
          </p:nvSpPr>
          <p:spPr>
            <a:xfrm rot="-2700000">
              <a:off x="4946237" y="4655252"/>
              <a:ext cx="70107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25-59 (n=46)</a:t>
              </a:r>
            </a:p>
          </p:txBody>
        </p:sp>
        <p:sp>
          <p:nvSpPr>
            <p:cNvPr id="92" name="tx92"/>
            <p:cNvSpPr/>
            <p:nvPr/>
          </p:nvSpPr>
          <p:spPr>
            <a:xfrm rot="-2700000">
              <a:off x="5720057" y="4607341"/>
              <a:ext cx="56555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5-14 (n=9)</a:t>
              </a:r>
            </a:p>
          </p:txBody>
        </p:sp>
        <p:sp>
          <p:nvSpPr>
            <p:cNvPr id="93" name="tx93"/>
            <p:cNvSpPr/>
            <p:nvPr/>
          </p:nvSpPr>
          <p:spPr>
            <a:xfrm rot="-2700000">
              <a:off x="6436043" y="4583385"/>
              <a:ext cx="49779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0-4 (n=7)</a:t>
              </a:r>
            </a:p>
          </p:txBody>
        </p:sp>
        <p:sp>
          <p:nvSpPr>
            <p:cNvPr id="94" name="tx94"/>
            <p:cNvSpPr/>
            <p:nvPr/>
          </p:nvSpPr>
          <p:spPr>
            <a:xfrm rot="-2700000">
              <a:off x="6978527" y="4631297"/>
              <a:ext cx="6333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15-24 (n=7)</a:t>
              </a:r>
            </a:p>
          </p:txBody>
        </p:sp>
        <p:sp>
          <p:nvSpPr>
            <p:cNvPr id="95" name="tx95"/>
            <p:cNvSpPr/>
            <p:nvPr/>
          </p:nvSpPr>
          <p:spPr>
            <a:xfrm rot="-2700000">
              <a:off x="7726279" y="4594183"/>
              <a:ext cx="5283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60+ (n=3)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6262486" y="5033639"/>
              <a:ext cx="113522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Aldersgruppe (n)</a:t>
              </a:r>
            </a:p>
          </p:txBody>
        </p:sp>
        <p:sp>
          <p:nvSpPr>
            <p:cNvPr id="97" name="tx97"/>
            <p:cNvSpPr/>
            <p:nvPr/>
          </p:nvSpPr>
          <p:spPr>
            <a:xfrm rot="-5400000">
              <a:off x="4279915" y="2994181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98" name="tx98"/>
            <p:cNvSpPr/>
            <p:nvPr/>
          </p:nvSpPr>
          <p:spPr>
            <a:xfrm>
              <a:off x="3070031" y="5592739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99" name="rc99"/>
            <p:cNvSpPr/>
            <p:nvPr/>
          </p:nvSpPr>
          <p:spPr>
            <a:xfrm>
              <a:off x="3791364" y="539973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3791364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4453796" y="5399734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4453796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5116227" y="5399734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5116227" y="5695105"/>
              <a:ext cx="199819" cy="199819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5880249" y="5399734"/>
              <a:ext cx="199819" cy="199819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tx106"/>
            <p:cNvSpPr/>
            <p:nvPr/>
          </p:nvSpPr>
          <p:spPr>
            <a:xfrm>
              <a:off x="4076917" y="5456027"/>
              <a:ext cx="18955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107" name="tx107"/>
            <p:cNvSpPr/>
            <p:nvPr/>
          </p:nvSpPr>
          <p:spPr>
            <a:xfrm>
              <a:off x="4076917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108" name="tx108"/>
            <p:cNvSpPr/>
            <p:nvPr/>
          </p:nvSpPr>
          <p:spPr>
            <a:xfrm>
              <a:off x="4739349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109" name="tx109"/>
            <p:cNvSpPr/>
            <p:nvPr/>
          </p:nvSpPr>
          <p:spPr>
            <a:xfrm>
              <a:off x="4739349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110" name="tx110"/>
            <p:cNvSpPr/>
            <p:nvPr/>
          </p:nvSpPr>
          <p:spPr>
            <a:xfrm>
              <a:off x="5401780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111" name="tx111"/>
            <p:cNvSpPr/>
            <p:nvPr/>
          </p:nvSpPr>
          <p:spPr>
            <a:xfrm>
              <a:off x="5401780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6165802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</p:grpSp>
      <p:sp>
        <p:nvSpPr>
          <p:cNvPr id="113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B/Victoria etter Aldersgruppe (antall + %)</a:t>
            </a: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57199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483989" y="1669789"/>
              <a:ext cx="4133221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85683" y="354738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85683" y="290564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85683" y="226390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85683" y="386824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85683" y="322651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85683" y="258477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85683" y="194303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1627381" y="1745704"/>
              <a:ext cx="0" cy="2223618"/>
            </a:xfrm>
            <a:custGeom>
              <a:avLst/>
              <a:pathLst>
                <a:path w="0" h="2223618">
                  <a:moveTo>
                    <a:pt x="0" y="222361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696878" y="1745704"/>
              <a:ext cx="0" cy="2223618"/>
            </a:xfrm>
            <a:custGeom>
              <a:avLst/>
              <a:pathLst>
                <a:path w="0" h="2223618">
                  <a:moveTo>
                    <a:pt x="0" y="222361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766375" y="1745704"/>
              <a:ext cx="0" cy="2223618"/>
            </a:xfrm>
            <a:custGeom>
              <a:avLst/>
              <a:pathLst>
                <a:path w="0" h="2223618">
                  <a:moveTo>
                    <a:pt x="0" y="222361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3285101" y="3836162"/>
              <a:ext cx="962547" cy="32086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2215604" y="3611554"/>
              <a:ext cx="962547" cy="32086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2215604" y="3643641"/>
              <a:ext cx="962547" cy="6417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2215604" y="3707814"/>
              <a:ext cx="962547" cy="16043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1146107" y="1846777"/>
              <a:ext cx="962547" cy="1604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1146107" y="2007212"/>
              <a:ext cx="962547" cy="320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1146107" y="2039298"/>
              <a:ext cx="962547" cy="3208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1146107" y="2071385"/>
              <a:ext cx="962547" cy="67382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rc25"/>
            <p:cNvSpPr/>
            <p:nvPr/>
          </p:nvSpPr>
          <p:spPr>
            <a:xfrm>
              <a:off x="1146107" y="2745209"/>
              <a:ext cx="962547" cy="64173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" name="rc26"/>
            <p:cNvSpPr/>
            <p:nvPr/>
          </p:nvSpPr>
          <p:spPr>
            <a:xfrm>
              <a:off x="1146107" y="3386946"/>
              <a:ext cx="962547" cy="417128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" name="rc27"/>
            <p:cNvSpPr/>
            <p:nvPr/>
          </p:nvSpPr>
          <p:spPr>
            <a:xfrm>
              <a:off x="1146107" y="3804075"/>
              <a:ext cx="962547" cy="64173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8" name="tx28"/>
            <p:cNvSpPr/>
            <p:nvPr/>
          </p:nvSpPr>
          <p:spPr>
            <a:xfrm>
              <a:off x="849602" y="3824632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29" name="tx29"/>
            <p:cNvSpPr/>
            <p:nvPr/>
          </p:nvSpPr>
          <p:spPr>
            <a:xfrm>
              <a:off x="781845" y="318289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30" name="tx30"/>
            <p:cNvSpPr/>
            <p:nvPr/>
          </p:nvSpPr>
          <p:spPr>
            <a:xfrm>
              <a:off x="781845" y="2541158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781845" y="189942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32" name="tx32"/>
            <p:cNvSpPr/>
            <p:nvPr/>
          </p:nvSpPr>
          <p:spPr>
            <a:xfrm rot="-2700000">
              <a:off x="690338" y="4425782"/>
              <a:ext cx="113394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POLIKLINISK (n=63)</a:t>
              </a:r>
            </a:p>
          </p:txBody>
        </p:sp>
        <p:sp>
          <p:nvSpPr>
            <p:cNvPr id="33" name="tx33"/>
            <p:cNvSpPr/>
            <p:nvPr/>
          </p:nvSpPr>
          <p:spPr>
            <a:xfrm rot="-2700000">
              <a:off x="1667581" y="4463994"/>
              <a:ext cx="124202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INNELIGGENDE (n=8)</a:t>
              </a:r>
            </a:p>
          </p:txBody>
        </p:sp>
        <p:sp>
          <p:nvSpPr>
            <p:cNvPr id="34" name="tx34"/>
            <p:cNvSpPr/>
            <p:nvPr/>
          </p:nvSpPr>
          <p:spPr>
            <a:xfrm rot="-2700000">
              <a:off x="3029762" y="4342761"/>
              <a:ext cx="89912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IKKESATT (n=1)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2125012" y="5033639"/>
              <a:ext cx="114373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Pasientstatus (n)</a:t>
              </a:r>
            </a:p>
          </p:txBody>
        </p:sp>
        <p:sp>
          <p:nvSpPr>
            <p:cNvPr id="36" name="tx36"/>
            <p:cNvSpPr/>
            <p:nvPr/>
          </p:nvSpPr>
          <p:spPr>
            <a:xfrm rot="-5400000">
              <a:off x="352387" y="2802923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5118905" y="361556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5118905" y="311019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118905" y="2604829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118905" y="209946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5118905" y="386824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5118905" y="336288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5118905" y="285751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5118905" y="235214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5118905" y="184677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5760603" y="1745704"/>
              <a:ext cx="0" cy="2223618"/>
            </a:xfrm>
            <a:custGeom>
              <a:avLst/>
              <a:pathLst>
                <a:path w="0" h="2223618">
                  <a:moveTo>
                    <a:pt x="0" y="222361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6830100" y="1745704"/>
              <a:ext cx="0" cy="2223618"/>
            </a:xfrm>
            <a:custGeom>
              <a:avLst/>
              <a:pathLst>
                <a:path w="0" h="2223618">
                  <a:moveTo>
                    <a:pt x="0" y="222361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7899597" y="1745704"/>
              <a:ext cx="0" cy="2223618"/>
            </a:xfrm>
            <a:custGeom>
              <a:avLst/>
              <a:pathLst>
                <a:path w="0" h="2223618">
                  <a:moveTo>
                    <a:pt x="0" y="2223618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7418323" y="1846777"/>
              <a:ext cx="962547" cy="2021471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6348826" y="1846777"/>
              <a:ext cx="962547" cy="25268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6348826" y="2099461"/>
              <a:ext cx="962547" cy="505367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rc52"/>
            <p:cNvSpPr/>
            <p:nvPr/>
          </p:nvSpPr>
          <p:spPr>
            <a:xfrm>
              <a:off x="6348826" y="2604829"/>
              <a:ext cx="962547" cy="12634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5279329" y="1846777"/>
              <a:ext cx="962547" cy="1604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5279329" y="2007212"/>
              <a:ext cx="962547" cy="32086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5279329" y="2039298"/>
              <a:ext cx="962547" cy="32086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5279329" y="2071385"/>
              <a:ext cx="962547" cy="67382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5279329" y="2745209"/>
              <a:ext cx="962547" cy="641736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5279329" y="3386946"/>
              <a:ext cx="962547" cy="417128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5279329" y="3804075"/>
              <a:ext cx="962547" cy="64173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tx60"/>
            <p:cNvSpPr/>
            <p:nvPr/>
          </p:nvSpPr>
          <p:spPr>
            <a:xfrm>
              <a:off x="4874559" y="3824632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4806802" y="3319264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62" name="tx62"/>
            <p:cNvSpPr/>
            <p:nvPr/>
          </p:nvSpPr>
          <p:spPr>
            <a:xfrm>
              <a:off x="4806802" y="2813896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63" name="tx63"/>
            <p:cNvSpPr/>
            <p:nvPr/>
          </p:nvSpPr>
          <p:spPr>
            <a:xfrm>
              <a:off x="4806802" y="2308528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64" name="tx64"/>
            <p:cNvSpPr/>
            <p:nvPr/>
          </p:nvSpPr>
          <p:spPr>
            <a:xfrm>
              <a:off x="4739045" y="1803161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65" name="tx65"/>
            <p:cNvSpPr/>
            <p:nvPr/>
          </p:nvSpPr>
          <p:spPr>
            <a:xfrm rot="-2700000">
              <a:off x="4823560" y="4425782"/>
              <a:ext cx="113394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POLIKLINISK (n=63)</a:t>
              </a:r>
            </a:p>
          </p:txBody>
        </p:sp>
        <p:sp>
          <p:nvSpPr>
            <p:cNvPr id="66" name="tx66"/>
            <p:cNvSpPr/>
            <p:nvPr/>
          </p:nvSpPr>
          <p:spPr>
            <a:xfrm rot="-2700000">
              <a:off x="5800803" y="4463994"/>
              <a:ext cx="124202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INNELIGGENDE (n=8)</a:t>
              </a:r>
            </a:p>
          </p:txBody>
        </p:sp>
        <p:sp>
          <p:nvSpPr>
            <p:cNvPr id="67" name="tx67"/>
            <p:cNvSpPr/>
            <p:nvPr/>
          </p:nvSpPr>
          <p:spPr>
            <a:xfrm rot="-2700000">
              <a:off x="7162984" y="4342761"/>
              <a:ext cx="89912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IKKESATT (n=1)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258234" y="5033639"/>
              <a:ext cx="1143731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Pasientstatus (n)</a:t>
              </a:r>
            </a:p>
          </p:txBody>
        </p:sp>
        <p:sp>
          <p:nvSpPr>
            <p:cNvPr id="69" name="tx69"/>
            <p:cNvSpPr/>
            <p:nvPr/>
          </p:nvSpPr>
          <p:spPr>
            <a:xfrm rot="-5400000">
              <a:off x="4279915" y="2802923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3070031" y="5592739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71" name="rc71"/>
            <p:cNvSpPr/>
            <p:nvPr/>
          </p:nvSpPr>
          <p:spPr>
            <a:xfrm>
              <a:off x="3791364" y="539973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3791364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4453796" y="5399734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4453796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5116227" y="5399734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5116227" y="5695105"/>
              <a:ext cx="199819" cy="199819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5880249" y="5399734"/>
              <a:ext cx="199819" cy="199819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tx78"/>
            <p:cNvSpPr/>
            <p:nvPr/>
          </p:nvSpPr>
          <p:spPr>
            <a:xfrm>
              <a:off x="4076917" y="5456027"/>
              <a:ext cx="18955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79" name="tx79"/>
            <p:cNvSpPr/>
            <p:nvPr/>
          </p:nvSpPr>
          <p:spPr>
            <a:xfrm>
              <a:off x="4076917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80" name="tx80"/>
            <p:cNvSpPr/>
            <p:nvPr/>
          </p:nvSpPr>
          <p:spPr>
            <a:xfrm>
              <a:off x="4739349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81" name="tx81"/>
            <p:cNvSpPr/>
            <p:nvPr/>
          </p:nvSpPr>
          <p:spPr>
            <a:xfrm>
              <a:off x="4739349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82" name="tx82"/>
            <p:cNvSpPr/>
            <p:nvPr/>
          </p:nvSpPr>
          <p:spPr>
            <a:xfrm>
              <a:off x="5401780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83" name="tx83"/>
            <p:cNvSpPr/>
            <p:nvPr/>
          </p:nvSpPr>
          <p:spPr>
            <a:xfrm>
              <a:off x="5401780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84" name="tx84"/>
            <p:cNvSpPr/>
            <p:nvPr/>
          </p:nvSpPr>
          <p:spPr>
            <a:xfrm>
              <a:off x="6165802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</p:grpSp>
      <p:sp>
        <p:nvSpPr>
          <p:cNvPr id="8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B/Victoria etter Pasientstatus (antall + %)</a:t>
            </a: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526789" y="1669789"/>
              <a:ext cx="3957199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483989" y="1669789"/>
              <a:ext cx="4133221" cy="438678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85683" y="366595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85683" y="3061151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85683" y="2456348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85683" y="185154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985683" y="396835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985683" y="336355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985683" y="275875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985683" y="215394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19062" y="1745704"/>
              <a:ext cx="0" cy="2328493"/>
            </a:xfrm>
            <a:custGeom>
              <a:avLst/>
              <a:pathLst>
                <a:path w="0" h="2328493">
                  <a:moveTo>
                    <a:pt x="0" y="23284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3474694" y="1745704"/>
              <a:ext cx="0" cy="2328493"/>
            </a:xfrm>
            <a:custGeom>
              <a:avLst/>
              <a:pathLst>
                <a:path w="0" h="2328493">
                  <a:moveTo>
                    <a:pt x="0" y="23284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1219028" y="1851544"/>
              <a:ext cx="1400068" cy="18144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rc18"/>
            <p:cNvSpPr/>
            <p:nvPr/>
          </p:nvSpPr>
          <p:spPr>
            <a:xfrm>
              <a:off x="1219028" y="2032985"/>
              <a:ext cx="1400068" cy="3024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" name="rc19"/>
            <p:cNvSpPr/>
            <p:nvPr/>
          </p:nvSpPr>
          <p:spPr>
            <a:xfrm>
              <a:off x="1219028" y="2063226"/>
              <a:ext cx="1400068" cy="3024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" name="rc20"/>
            <p:cNvSpPr/>
            <p:nvPr/>
          </p:nvSpPr>
          <p:spPr>
            <a:xfrm>
              <a:off x="1219028" y="2093466"/>
              <a:ext cx="1400068" cy="69552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" name="rc21"/>
            <p:cNvSpPr/>
            <p:nvPr/>
          </p:nvSpPr>
          <p:spPr>
            <a:xfrm>
              <a:off x="1219028" y="2788990"/>
              <a:ext cx="1400068" cy="75600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" name="rc22"/>
            <p:cNvSpPr/>
            <p:nvPr/>
          </p:nvSpPr>
          <p:spPr>
            <a:xfrm>
              <a:off x="1219028" y="3544994"/>
              <a:ext cx="1400068" cy="362882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3" name="rc23"/>
            <p:cNvSpPr/>
            <p:nvPr/>
          </p:nvSpPr>
          <p:spPr>
            <a:xfrm>
              <a:off x="1219028" y="3907876"/>
              <a:ext cx="1400068" cy="60480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4" name="rc24"/>
            <p:cNvSpPr/>
            <p:nvPr/>
          </p:nvSpPr>
          <p:spPr>
            <a:xfrm>
              <a:off x="2774660" y="3907876"/>
              <a:ext cx="1400068" cy="60480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5" name="tx25"/>
            <p:cNvSpPr/>
            <p:nvPr/>
          </p:nvSpPr>
          <p:spPr>
            <a:xfrm>
              <a:off x="849602" y="3924740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26" name="tx26"/>
            <p:cNvSpPr/>
            <p:nvPr/>
          </p:nvSpPr>
          <p:spPr>
            <a:xfrm>
              <a:off x="781845" y="3319936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27" name="tx27"/>
            <p:cNvSpPr/>
            <p:nvPr/>
          </p:nvSpPr>
          <p:spPr>
            <a:xfrm>
              <a:off x="781845" y="271513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28" name="tx28"/>
            <p:cNvSpPr/>
            <p:nvPr/>
          </p:nvSpPr>
          <p:spPr>
            <a:xfrm>
              <a:off x="781845" y="2110329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29" name="tx29"/>
            <p:cNvSpPr/>
            <p:nvPr/>
          </p:nvSpPr>
          <p:spPr>
            <a:xfrm rot="-2700000">
              <a:off x="1016361" y="4516432"/>
              <a:ext cx="10937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Non-Sentinel (n=70)</a:t>
              </a:r>
            </a:p>
          </p:txBody>
        </p:sp>
        <p:sp>
          <p:nvSpPr>
            <p:cNvPr id="30" name="tx30"/>
            <p:cNvSpPr/>
            <p:nvPr/>
          </p:nvSpPr>
          <p:spPr>
            <a:xfrm rot="-2700000">
              <a:off x="2855232" y="4399110"/>
              <a:ext cx="7618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Sentinel (n=2)</a:t>
              </a:r>
            </a:p>
          </p:txBody>
        </p:sp>
        <p:sp>
          <p:nvSpPr>
            <p:cNvPr id="31" name="tx31"/>
            <p:cNvSpPr/>
            <p:nvPr/>
          </p:nvSpPr>
          <p:spPr>
            <a:xfrm>
              <a:off x="1870900" y="5033639"/>
              <a:ext cx="165195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Prøvekategorigruppe (n)</a:t>
              </a:r>
            </a:p>
          </p:txBody>
        </p:sp>
        <p:sp>
          <p:nvSpPr>
            <p:cNvPr id="32" name="tx32"/>
            <p:cNvSpPr/>
            <p:nvPr/>
          </p:nvSpPr>
          <p:spPr>
            <a:xfrm rot="-5400000">
              <a:off x="352387" y="2855361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33" name="pl33"/>
            <p:cNvSpPr/>
            <p:nvPr/>
          </p:nvSpPr>
          <p:spPr>
            <a:xfrm>
              <a:off x="5118905" y="3703755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5118905" y="3174552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5118905" y="2645349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5118905" y="211614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7391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5118905" y="3968356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5118905" y="3439153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118905" y="2909950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118905" y="2380747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1"/>
            <p:cNvSpPr/>
            <p:nvPr/>
          </p:nvSpPr>
          <p:spPr>
            <a:xfrm>
              <a:off x="5118905" y="1851544"/>
              <a:ext cx="3422390" cy="0"/>
            </a:xfrm>
            <a:custGeom>
              <a:avLst/>
              <a:pathLst>
                <a:path w="3422390" h="0">
                  <a:moveTo>
                    <a:pt x="0" y="0"/>
                  </a:moveTo>
                  <a:lnTo>
                    <a:pt x="3422390" y="0"/>
                  </a:lnTo>
                  <a:lnTo>
                    <a:pt x="342239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6052284" y="1745704"/>
              <a:ext cx="0" cy="2328493"/>
            </a:xfrm>
            <a:custGeom>
              <a:avLst/>
              <a:pathLst>
                <a:path w="0" h="2328493">
                  <a:moveTo>
                    <a:pt x="0" y="23284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7607916" y="1745704"/>
              <a:ext cx="0" cy="2328493"/>
            </a:xfrm>
            <a:custGeom>
              <a:avLst/>
              <a:pathLst>
                <a:path w="0" h="2328493">
                  <a:moveTo>
                    <a:pt x="0" y="232849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rc44"/>
            <p:cNvSpPr/>
            <p:nvPr/>
          </p:nvSpPr>
          <p:spPr>
            <a:xfrm>
              <a:off x="5352250" y="1851544"/>
              <a:ext cx="1400068" cy="18144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rc45"/>
            <p:cNvSpPr/>
            <p:nvPr/>
          </p:nvSpPr>
          <p:spPr>
            <a:xfrm>
              <a:off x="5352250" y="2032985"/>
              <a:ext cx="1400068" cy="3024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6" name="rc46"/>
            <p:cNvSpPr/>
            <p:nvPr/>
          </p:nvSpPr>
          <p:spPr>
            <a:xfrm>
              <a:off x="5352250" y="2063226"/>
              <a:ext cx="1400068" cy="3024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7" name="rc47"/>
            <p:cNvSpPr/>
            <p:nvPr/>
          </p:nvSpPr>
          <p:spPr>
            <a:xfrm>
              <a:off x="5352250" y="2093466"/>
              <a:ext cx="1400068" cy="69552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rc48"/>
            <p:cNvSpPr/>
            <p:nvPr/>
          </p:nvSpPr>
          <p:spPr>
            <a:xfrm>
              <a:off x="5352250" y="2788990"/>
              <a:ext cx="1400068" cy="756004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9" name="rc49"/>
            <p:cNvSpPr/>
            <p:nvPr/>
          </p:nvSpPr>
          <p:spPr>
            <a:xfrm>
              <a:off x="5352250" y="3544994"/>
              <a:ext cx="1400068" cy="362882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rc50"/>
            <p:cNvSpPr/>
            <p:nvPr/>
          </p:nvSpPr>
          <p:spPr>
            <a:xfrm>
              <a:off x="5352250" y="3907876"/>
              <a:ext cx="1400068" cy="60480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" name="rc51"/>
            <p:cNvSpPr/>
            <p:nvPr/>
          </p:nvSpPr>
          <p:spPr>
            <a:xfrm>
              <a:off x="6907882" y="1851544"/>
              <a:ext cx="1400068" cy="2116811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tx52"/>
            <p:cNvSpPr/>
            <p:nvPr/>
          </p:nvSpPr>
          <p:spPr>
            <a:xfrm>
              <a:off x="4874559" y="3924740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53" name="tx53"/>
            <p:cNvSpPr/>
            <p:nvPr/>
          </p:nvSpPr>
          <p:spPr>
            <a:xfrm>
              <a:off x="4806802" y="339553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54" name="tx54"/>
            <p:cNvSpPr/>
            <p:nvPr/>
          </p:nvSpPr>
          <p:spPr>
            <a:xfrm>
              <a:off x="4806802" y="2866334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55" name="tx55"/>
            <p:cNvSpPr/>
            <p:nvPr/>
          </p:nvSpPr>
          <p:spPr>
            <a:xfrm>
              <a:off x="4806802" y="233713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56" name="tx56"/>
            <p:cNvSpPr/>
            <p:nvPr/>
          </p:nvSpPr>
          <p:spPr>
            <a:xfrm>
              <a:off x="4739045" y="1807928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57" name="tx57"/>
            <p:cNvSpPr/>
            <p:nvPr/>
          </p:nvSpPr>
          <p:spPr>
            <a:xfrm rot="-2700000">
              <a:off x="5149583" y="4516432"/>
              <a:ext cx="10937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Non-Sentinel (n=70)</a:t>
              </a:r>
            </a:p>
          </p:txBody>
        </p:sp>
        <p:sp>
          <p:nvSpPr>
            <p:cNvPr id="58" name="tx58"/>
            <p:cNvSpPr/>
            <p:nvPr/>
          </p:nvSpPr>
          <p:spPr>
            <a:xfrm rot="-2700000">
              <a:off x="6988454" y="4399110"/>
              <a:ext cx="76187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Sentinel (n=2)</a:t>
              </a:r>
            </a:p>
          </p:txBody>
        </p:sp>
        <p:sp>
          <p:nvSpPr>
            <p:cNvPr id="59" name="tx59"/>
            <p:cNvSpPr/>
            <p:nvPr/>
          </p:nvSpPr>
          <p:spPr>
            <a:xfrm>
              <a:off x="6004122" y="5033639"/>
              <a:ext cx="1651955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Prøvekategorigruppe (n)</a:t>
              </a:r>
            </a:p>
          </p:txBody>
        </p:sp>
        <p:sp>
          <p:nvSpPr>
            <p:cNvPr id="60" name="tx60"/>
            <p:cNvSpPr/>
            <p:nvPr/>
          </p:nvSpPr>
          <p:spPr>
            <a:xfrm rot="-5400000">
              <a:off x="4279915" y="2855361"/>
              <a:ext cx="669157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(%)</a:t>
              </a:r>
            </a:p>
          </p:txBody>
        </p:sp>
        <p:sp>
          <p:nvSpPr>
            <p:cNvPr id="61" name="tx61"/>
            <p:cNvSpPr/>
            <p:nvPr/>
          </p:nvSpPr>
          <p:spPr>
            <a:xfrm>
              <a:off x="3070031" y="5592739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62" name="rc62"/>
            <p:cNvSpPr/>
            <p:nvPr/>
          </p:nvSpPr>
          <p:spPr>
            <a:xfrm>
              <a:off x="3791364" y="539973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" name="rc63"/>
            <p:cNvSpPr/>
            <p:nvPr/>
          </p:nvSpPr>
          <p:spPr>
            <a:xfrm>
              <a:off x="3791364" y="5695105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rc64"/>
            <p:cNvSpPr/>
            <p:nvPr/>
          </p:nvSpPr>
          <p:spPr>
            <a:xfrm>
              <a:off x="4453796" y="5399734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5" name="rc65"/>
            <p:cNvSpPr/>
            <p:nvPr/>
          </p:nvSpPr>
          <p:spPr>
            <a:xfrm>
              <a:off x="4453796" y="5695105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rc66"/>
            <p:cNvSpPr/>
            <p:nvPr/>
          </p:nvSpPr>
          <p:spPr>
            <a:xfrm>
              <a:off x="5116227" y="5399734"/>
              <a:ext cx="199819" cy="199819"/>
            </a:xfrm>
            <a:prstGeom prst="rect">
              <a:avLst/>
            </a:prstGeom>
            <a:solidFill>
              <a:srgbClr val="F9DC8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rc67"/>
            <p:cNvSpPr/>
            <p:nvPr/>
          </p:nvSpPr>
          <p:spPr>
            <a:xfrm>
              <a:off x="5116227" y="5695105"/>
              <a:ext cx="199819" cy="199819"/>
            </a:xfrm>
            <a:prstGeom prst="rect">
              <a:avLst/>
            </a:prstGeom>
            <a:solidFill>
              <a:srgbClr val="7176C9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8" name="rc68"/>
            <p:cNvSpPr/>
            <p:nvPr/>
          </p:nvSpPr>
          <p:spPr>
            <a:xfrm>
              <a:off x="5880249" y="5399734"/>
              <a:ext cx="199819" cy="199819"/>
            </a:xfrm>
            <a:prstGeom prst="rect">
              <a:avLst/>
            </a:prstGeom>
            <a:solidFill>
              <a:srgbClr val="E0F0F7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tx69"/>
            <p:cNvSpPr/>
            <p:nvPr/>
          </p:nvSpPr>
          <p:spPr>
            <a:xfrm>
              <a:off x="4076917" y="5456027"/>
              <a:ext cx="189555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4076917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C.3.1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4739349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C.3.3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4739349" y="5751398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73" name="tx73"/>
            <p:cNvSpPr/>
            <p:nvPr/>
          </p:nvSpPr>
          <p:spPr>
            <a:xfrm>
              <a:off x="5401780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74" name="tx74"/>
            <p:cNvSpPr/>
            <p:nvPr/>
          </p:nvSpPr>
          <p:spPr>
            <a:xfrm>
              <a:off x="5401780" y="5751398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75" name="tx75"/>
            <p:cNvSpPr/>
            <p:nvPr/>
          </p:nvSpPr>
          <p:spPr>
            <a:xfrm>
              <a:off x="6165802" y="545602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C.5.7</a:t>
              </a:r>
            </a:p>
          </p:txBody>
        </p:sp>
      </p:grpSp>
      <p:sp>
        <p:nvSpPr>
          <p:cNvPr id="76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B/Victoria etter Prøvekategorigruppe (antall + %)</a:t>
            </a: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1092116" y="2985357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1092116" y="2832189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1092116" y="2679021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1092116" y="252585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1092116" y="237268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1103140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862615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622090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30806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06754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480251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rc16"/>
            <p:cNvSpPr/>
            <p:nvPr/>
          </p:nvSpPr>
          <p:spPr>
            <a:xfrm>
              <a:off x="1851591" y="2372686"/>
              <a:ext cx="22049" cy="612671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4056517" y="2372686"/>
              <a:ext cx="22049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092116" y="3908245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092116" y="375507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1092116" y="360191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1092116" y="344874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1092116" y="329557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1103140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862615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622090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330806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406754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480251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1092116" y="3295574"/>
              <a:ext cx="22049" cy="61267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1092116" y="483113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1092116" y="467796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1092116" y="452479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1092116" y="437163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1092116" y="421846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1103140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1862615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622090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330806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406754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480251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791493" y="4218462"/>
              <a:ext cx="22049" cy="61267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889458" y="2985357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889458" y="2832189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889458" y="2679021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889458" y="252585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889458" y="237268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90048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659957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641943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710540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7864884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8599860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5648932" y="2372686"/>
              <a:ext cx="22049" cy="30633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5648932" y="2679021"/>
              <a:ext cx="22049" cy="30633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6408407" y="2679021"/>
              <a:ext cx="22049" cy="30633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6408407" y="2372686"/>
              <a:ext cx="22049" cy="306335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7853859" y="2372686"/>
              <a:ext cx="22049" cy="1225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7853859" y="2495220"/>
              <a:ext cx="22049" cy="12253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7853859" y="2617754"/>
              <a:ext cx="22049" cy="367602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889458" y="3908245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889458" y="375507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889458" y="360191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889458" y="344874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889458" y="329557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90048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659957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41943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710540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7864884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8599860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4889458" y="3295574"/>
              <a:ext cx="22049" cy="612671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648932" y="3295574"/>
              <a:ext cx="22049" cy="20422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648932" y="3499798"/>
              <a:ext cx="22049" cy="20422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648932" y="3704022"/>
              <a:ext cx="22049" cy="20422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6408407" y="3785711"/>
              <a:ext cx="22049" cy="122534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6408407" y="3295574"/>
              <a:ext cx="22049" cy="367602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6408407" y="3663177"/>
              <a:ext cx="22049" cy="12253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7094384" y="3663177"/>
              <a:ext cx="22049" cy="245068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7094384" y="3295574"/>
              <a:ext cx="22049" cy="1225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7094384" y="3418108"/>
              <a:ext cx="22049" cy="122534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7094384" y="3540643"/>
              <a:ext cx="22049" cy="122534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7853859" y="3816345"/>
              <a:ext cx="22049" cy="91900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7853859" y="3295574"/>
              <a:ext cx="22049" cy="1225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7853859" y="3418108"/>
              <a:ext cx="22049" cy="30633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7853859" y="3724444"/>
              <a:ext cx="22049" cy="9190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8588835" y="3295574"/>
              <a:ext cx="22049" cy="34037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8588835" y="3635947"/>
              <a:ext cx="22049" cy="20422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8588835" y="3840171"/>
              <a:ext cx="22049" cy="68074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4889458" y="4831134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4889458" y="4677966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4889458" y="4524798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4889458" y="4371630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4889458" y="4218462"/>
              <a:ext cx="3721426" cy="0"/>
            </a:xfrm>
            <a:custGeom>
              <a:avLst/>
              <a:pathLst>
                <a:path w="3721426" h="0">
                  <a:moveTo>
                    <a:pt x="0" y="0"/>
                  </a:moveTo>
                  <a:lnTo>
                    <a:pt x="3721426" y="0"/>
                  </a:lnTo>
                  <a:lnTo>
                    <a:pt x="3721426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490048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5659957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41943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710540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864884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8599860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5648932" y="4218462"/>
              <a:ext cx="22049" cy="612671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6408407" y="4218462"/>
              <a:ext cx="22049" cy="20422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6408407" y="4422686"/>
              <a:ext cx="22049" cy="40844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7094384" y="4524798"/>
              <a:ext cx="22049" cy="306335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094384" y="4218462"/>
              <a:ext cx="22049" cy="306335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7853859" y="4218462"/>
              <a:ext cx="22049" cy="20422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7853859" y="4422686"/>
              <a:ext cx="22049" cy="20422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853859" y="4626910"/>
              <a:ext cx="22049" cy="20422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tx108"/>
            <p:cNvSpPr/>
            <p:nvPr/>
          </p:nvSpPr>
          <p:spPr>
            <a:xfrm>
              <a:off x="2780190" y="4057695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109" name="tx109"/>
            <p:cNvSpPr/>
            <p:nvPr/>
          </p:nvSpPr>
          <p:spPr>
            <a:xfrm>
              <a:off x="6474754" y="4057695"/>
              <a:ext cx="5508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Trøndelag</a:t>
              </a:r>
            </a:p>
          </p:txBody>
        </p:sp>
        <p:sp>
          <p:nvSpPr>
            <p:cNvPr id="110" name="tx110"/>
            <p:cNvSpPr/>
            <p:nvPr/>
          </p:nvSpPr>
          <p:spPr>
            <a:xfrm>
              <a:off x="2688750" y="3134806"/>
              <a:ext cx="5281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Sørlandet</a:t>
              </a:r>
            </a:p>
          </p:txBody>
        </p:sp>
        <p:sp>
          <p:nvSpPr>
            <p:cNvPr id="111" name="tx111"/>
            <p:cNvSpPr/>
            <p:nvPr/>
          </p:nvSpPr>
          <p:spPr>
            <a:xfrm>
              <a:off x="6489475" y="3134806"/>
              <a:ext cx="5213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Østlandet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2634572" y="2211918"/>
              <a:ext cx="6365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Nord-Norge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465747" y="2211918"/>
              <a:ext cx="56884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Vestlandet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700342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488695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2242394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2893796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3682071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4399798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4497684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5286037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6039736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6691138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7479413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8197140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>
              <a:off x="847770" y="2941740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27" name="tx127"/>
            <p:cNvSpPr/>
            <p:nvPr/>
          </p:nvSpPr>
          <p:spPr>
            <a:xfrm>
              <a:off x="780013" y="2788572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28" name="tx128"/>
            <p:cNvSpPr/>
            <p:nvPr/>
          </p:nvSpPr>
          <p:spPr>
            <a:xfrm>
              <a:off x="780013" y="263540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29" name="tx129"/>
            <p:cNvSpPr/>
            <p:nvPr/>
          </p:nvSpPr>
          <p:spPr>
            <a:xfrm>
              <a:off x="780013" y="2482237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30" name="tx130"/>
            <p:cNvSpPr/>
            <p:nvPr/>
          </p:nvSpPr>
          <p:spPr>
            <a:xfrm>
              <a:off x="712256" y="2329069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31" name="tx131"/>
            <p:cNvSpPr/>
            <p:nvPr/>
          </p:nvSpPr>
          <p:spPr>
            <a:xfrm>
              <a:off x="847770" y="3864629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32" name="tx132"/>
            <p:cNvSpPr/>
            <p:nvPr/>
          </p:nvSpPr>
          <p:spPr>
            <a:xfrm>
              <a:off x="780013" y="371146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33" name="tx133"/>
            <p:cNvSpPr/>
            <p:nvPr/>
          </p:nvSpPr>
          <p:spPr>
            <a:xfrm>
              <a:off x="780013" y="3558293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34" name="tx134"/>
            <p:cNvSpPr/>
            <p:nvPr/>
          </p:nvSpPr>
          <p:spPr>
            <a:xfrm>
              <a:off x="780013" y="3405125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35" name="tx135"/>
            <p:cNvSpPr/>
            <p:nvPr/>
          </p:nvSpPr>
          <p:spPr>
            <a:xfrm>
              <a:off x="712256" y="3251957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36" name="tx136"/>
            <p:cNvSpPr/>
            <p:nvPr/>
          </p:nvSpPr>
          <p:spPr>
            <a:xfrm>
              <a:off x="847770" y="4787517"/>
              <a:ext cx="17602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0%</a:t>
              </a:r>
            </a:p>
          </p:txBody>
        </p:sp>
        <p:sp>
          <p:nvSpPr>
            <p:cNvPr id="137" name="tx137"/>
            <p:cNvSpPr/>
            <p:nvPr/>
          </p:nvSpPr>
          <p:spPr>
            <a:xfrm>
              <a:off x="780013" y="4634349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25%</a:t>
              </a:r>
            </a:p>
          </p:txBody>
        </p:sp>
        <p:sp>
          <p:nvSpPr>
            <p:cNvPr id="138" name="tx138"/>
            <p:cNvSpPr/>
            <p:nvPr/>
          </p:nvSpPr>
          <p:spPr>
            <a:xfrm>
              <a:off x="780013" y="4481181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39" name="tx139"/>
            <p:cNvSpPr/>
            <p:nvPr/>
          </p:nvSpPr>
          <p:spPr>
            <a:xfrm>
              <a:off x="780013" y="4328013"/>
              <a:ext cx="24377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75%</a:t>
              </a:r>
            </a:p>
          </p:txBody>
        </p:sp>
        <p:sp>
          <p:nvSpPr>
            <p:cNvPr id="140" name="tx140"/>
            <p:cNvSpPr/>
            <p:nvPr/>
          </p:nvSpPr>
          <p:spPr>
            <a:xfrm>
              <a:off x="712256" y="4174845"/>
              <a:ext cx="311536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141" name="tx141"/>
            <p:cNvSpPr/>
            <p:nvPr/>
          </p:nvSpPr>
          <p:spPr>
            <a:xfrm>
              <a:off x="4618465" y="5385947"/>
              <a:ext cx="46606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5400000">
              <a:off x="-89911" y="3547320"/>
              <a:ext cx="1355232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Andel av prøver (%)</a:t>
              </a:r>
            </a:p>
          </p:txBody>
        </p:sp>
        <p:sp>
          <p:nvSpPr>
            <p:cNvPr id="143" name="tx143"/>
            <p:cNvSpPr/>
            <p:nvPr/>
          </p:nvSpPr>
          <p:spPr>
            <a:xfrm>
              <a:off x="3141080" y="5810014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44" name="rc144"/>
            <p:cNvSpPr/>
            <p:nvPr/>
          </p:nvSpPr>
          <p:spPr>
            <a:xfrm>
              <a:off x="3862413" y="576469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5" name="rc145"/>
            <p:cNvSpPr/>
            <p:nvPr/>
          </p:nvSpPr>
          <p:spPr>
            <a:xfrm>
              <a:off x="4524845" y="5764694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6" name="rc146"/>
            <p:cNvSpPr/>
            <p:nvPr/>
          </p:nvSpPr>
          <p:spPr>
            <a:xfrm>
              <a:off x="5187276" y="5764694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5951298" y="5764694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tx148"/>
            <p:cNvSpPr/>
            <p:nvPr/>
          </p:nvSpPr>
          <p:spPr>
            <a:xfrm>
              <a:off x="4147966" y="582098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149" name="tx149"/>
            <p:cNvSpPr/>
            <p:nvPr/>
          </p:nvSpPr>
          <p:spPr>
            <a:xfrm>
              <a:off x="4810398" y="582098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5472829" y="5820987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6236851" y="5820987"/>
              <a:ext cx="32506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Andre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1092116" y="1921286"/>
              <a:ext cx="363345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Top 3 subklader vises separat; resten samles i 'Andre'</a:t>
              </a:r>
            </a:p>
          </p:txBody>
        </p:sp>
        <p:sp>
          <p:nvSpPr>
            <p:cNvPr id="153" name="tx153"/>
            <p:cNvSpPr/>
            <p:nvPr/>
          </p:nvSpPr>
          <p:spPr>
            <a:xfrm>
              <a:off x="1092116" y="1676115"/>
              <a:ext cx="4864150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 landsdel per måned og subklade - B/Victoria (andel)</a:t>
              </a:r>
            </a:p>
          </p:txBody>
        </p:sp>
      </p:grpSp>
      <p:sp>
        <p:nvSpPr>
          <p:cNvPr id="15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B/Victoria - Pasient landsdel per måned (andel)</a:t>
            </a: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Content Placeholder 2"/>
          <p:cNvGrpSpPr/>
          <p:nvPr/>
        </p:nvGrpSpPr>
        <p:grpSpPr>
          <a:xfrm>
            <a:off x="457200" y="1600200"/>
            <a:ext cx="8229600" cy="4525963"/>
            <a:chOff x="457200" y="1600200"/>
            <a:chExt cx="8229600" cy="4525963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l5"/>
            <p:cNvSpPr/>
            <p:nvPr/>
          </p:nvSpPr>
          <p:spPr>
            <a:xfrm>
              <a:off x="916094" y="298535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916094" y="2832189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916094" y="2679021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916094" y="252585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916094" y="2372686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92737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1704815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248225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318445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396188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4714246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rc16"/>
            <p:cNvSpPr/>
            <p:nvPr/>
          </p:nvSpPr>
          <p:spPr>
            <a:xfrm>
              <a:off x="1693530" y="2954724"/>
              <a:ext cx="22570" cy="3063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" name="rc17"/>
            <p:cNvSpPr/>
            <p:nvPr/>
          </p:nvSpPr>
          <p:spPr>
            <a:xfrm>
              <a:off x="3950603" y="2954724"/>
              <a:ext cx="22570" cy="3063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916094" y="390824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916094" y="3755078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916094" y="360191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916094" y="344874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916094" y="329557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3"/>
            <p:cNvSpPr/>
            <p:nvPr/>
          </p:nvSpPr>
          <p:spPr>
            <a:xfrm>
              <a:off x="92737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1704815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248225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6"/>
            <p:cNvSpPr/>
            <p:nvPr/>
          </p:nvSpPr>
          <p:spPr>
            <a:xfrm>
              <a:off x="318445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396188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4714246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rc29"/>
            <p:cNvSpPr/>
            <p:nvPr/>
          </p:nvSpPr>
          <p:spPr>
            <a:xfrm>
              <a:off x="916094" y="3877612"/>
              <a:ext cx="22570" cy="3063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916094" y="483113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916094" y="4677966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2"/>
            <p:cNvSpPr/>
            <p:nvPr/>
          </p:nvSpPr>
          <p:spPr>
            <a:xfrm>
              <a:off x="916094" y="4524798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916094" y="437163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916094" y="421846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5"/>
            <p:cNvSpPr/>
            <p:nvPr/>
          </p:nvSpPr>
          <p:spPr>
            <a:xfrm>
              <a:off x="92737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1704815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248225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8"/>
            <p:cNvSpPr/>
            <p:nvPr/>
          </p:nvSpPr>
          <p:spPr>
            <a:xfrm>
              <a:off x="318445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396188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4714246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rc41"/>
            <p:cNvSpPr/>
            <p:nvPr/>
          </p:nvSpPr>
          <p:spPr>
            <a:xfrm>
              <a:off x="4702961" y="4800500"/>
              <a:ext cx="22570" cy="3063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801447" y="2985357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801447" y="2832189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4"/>
            <p:cNvSpPr/>
            <p:nvPr/>
          </p:nvSpPr>
          <p:spPr>
            <a:xfrm>
              <a:off x="4801447" y="2679021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801447" y="252585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801447" y="2372686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7"/>
            <p:cNvSpPr/>
            <p:nvPr/>
          </p:nvSpPr>
          <p:spPr>
            <a:xfrm>
              <a:off x="4812732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590168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6367604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50"/>
            <p:cNvSpPr/>
            <p:nvPr/>
          </p:nvSpPr>
          <p:spPr>
            <a:xfrm>
              <a:off x="7069805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7847241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8599599" y="2372686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rc53"/>
            <p:cNvSpPr/>
            <p:nvPr/>
          </p:nvSpPr>
          <p:spPr>
            <a:xfrm>
              <a:off x="5578883" y="2862823"/>
              <a:ext cx="22570" cy="6126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rc54"/>
            <p:cNvSpPr/>
            <p:nvPr/>
          </p:nvSpPr>
          <p:spPr>
            <a:xfrm>
              <a:off x="5578883" y="2924090"/>
              <a:ext cx="22570" cy="61267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rc55"/>
            <p:cNvSpPr/>
            <p:nvPr/>
          </p:nvSpPr>
          <p:spPr>
            <a:xfrm>
              <a:off x="6356319" y="2954724"/>
              <a:ext cx="22570" cy="3063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rc56"/>
            <p:cNvSpPr/>
            <p:nvPr/>
          </p:nvSpPr>
          <p:spPr>
            <a:xfrm>
              <a:off x="6356319" y="2924090"/>
              <a:ext cx="22570" cy="3063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rc57"/>
            <p:cNvSpPr/>
            <p:nvPr/>
          </p:nvSpPr>
          <p:spPr>
            <a:xfrm>
              <a:off x="7835956" y="2832189"/>
              <a:ext cx="22570" cy="3063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8" name="rc58"/>
            <p:cNvSpPr/>
            <p:nvPr/>
          </p:nvSpPr>
          <p:spPr>
            <a:xfrm>
              <a:off x="7835956" y="2862823"/>
              <a:ext cx="22570" cy="3063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rc59"/>
            <p:cNvSpPr/>
            <p:nvPr/>
          </p:nvSpPr>
          <p:spPr>
            <a:xfrm>
              <a:off x="7835956" y="2893456"/>
              <a:ext cx="22570" cy="9190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801447" y="3908245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801447" y="3755078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2"/>
            <p:cNvSpPr/>
            <p:nvPr/>
          </p:nvSpPr>
          <p:spPr>
            <a:xfrm>
              <a:off x="4801447" y="360191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801447" y="344874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801447" y="329557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5"/>
            <p:cNvSpPr/>
            <p:nvPr/>
          </p:nvSpPr>
          <p:spPr>
            <a:xfrm>
              <a:off x="4812732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590168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6367604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8"/>
            <p:cNvSpPr/>
            <p:nvPr/>
          </p:nvSpPr>
          <p:spPr>
            <a:xfrm>
              <a:off x="7069805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7847241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8599599" y="3295574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rc71"/>
            <p:cNvSpPr/>
            <p:nvPr/>
          </p:nvSpPr>
          <p:spPr>
            <a:xfrm>
              <a:off x="4801447" y="3877612"/>
              <a:ext cx="22570" cy="3063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2" name="rc72"/>
            <p:cNvSpPr/>
            <p:nvPr/>
          </p:nvSpPr>
          <p:spPr>
            <a:xfrm>
              <a:off x="5578883" y="3816345"/>
              <a:ext cx="22570" cy="3063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rc73"/>
            <p:cNvSpPr/>
            <p:nvPr/>
          </p:nvSpPr>
          <p:spPr>
            <a:xfrm>
              <a:off x="5578883" y="3846978"/>
              <a:ext cx="22570" cy="3063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4" name="rc74"/>
            <p:cNvSpPr/>
            <p:nvPr/>
          </p:nvSpPr>
          <p:spPr>
            <a:xfrm>
              <a:off x="5578883" y="3877612"/>
              <a:ext cx="22570" cy="3063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5" name="rc75"/>
            <p:cNvSpPr/>
            <p:nvPr/>
          </p:nvSpPr>
          <p:spPr>
            <a:xfrm>
              <a:off x="6356319" y="3846978"/>
              <a:ext cx="22570" cy="61267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6" name="rc76"/>
            <p:cNvSpPr/>
            <p:nvPr/>
          </p:nvSpPr>
          <p:spPr>
            <a:xfrm>
              <a:off x="6356319" y="3601910"/>
              <a:ext cx="22570" cy="183801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7" name="rc77"/>
            <p:cNvSpPr/>
            <p:nvPr/>
          </p:nvSpPr>
          <p:spPr>
            <a:xfrm>
              <a:off x="6356319" y="3785711"/>
              <a:ext cx="22570" cy="6126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8" name="rc78"/>
            <p:cNvSpPr/>
            <p:nvPr/>
          </p:nvSpPr>
          <p:spPr>
            <a:xfrm>
              <a:off x="7058520" y="3846978"/>
              <a:ext cx="22570" cy="61267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9" name="rc79"/>
            <p:cNvSpPr/>
            <p:nvPr/>
          </p:nvSpPr>
          <p:spPr>
            <a:xfrm>
              <a:off x="7058520" y="3755078"/>
              <a:ext cx="22570" cy="3063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0" name="rc80"/>
            <p:cNvSpPr/>
            <p:nvPr/>
          </p:nvSpPr>
          <p:spPr>
            <a:xfrm>
              <a:off x="7058520" y="3785711"/>
              <a:ext cx="22570" cy="3063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1" name="rc81"/>
            <p:cNvSpPr/>
            <p:nvPr/>
          </p:nvSpPr>
          <p:spPr>
            <a:xfrm>
              <a:off x="7058520" y="3816345"/>
              <a:ext cx="22570" cy="3063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2" name="rc82"/>
            <p:cNvSpPr/>
            <p:nvPr/>
          </p:nvSpPr>
          <p:spPr>
            <a:xfrm>
              <a:off x="7835956" y="3816345"/>
              <a:ext cx="22570" cy="91900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3" name="rc83"/>
            <p:cNvSpPr/>
            <p:nvPr/>
          </p:nvSpPr>
          <p:spPr>
            <a:xfrm>
              <a:off x="7835956" y="3295574"/>
              <a:ext cx="22570" cy="122534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" name="rc84"/>
            <p:cNvSpPr/>
            <p:nvPr/>
          </p:nvSpPr>
          <p:spPr>
            <a:xfrm>
              <a:off x="7835956" y="3418108"/>
              <a:ext cx="22570" cy="306335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5" name="rc85"/>
            <p:cNvSpPr/>
            <p:nvPr/>
          </p:nvSpPr>
          <p:spPr>
            <a:xfrm>
              <a:off x="7835956" y="3724444"/>
              <a:ext cx="22570" cy="91900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6" name="rc86"/>
            <p:cNvSpPr/>
            <p:nvPr/>
          </p:nvSpPr>
          <p:spPr>
            <a:xfrm>
              <a:off x="8588313" y="3632543"/>
              <a:ext cx="22570" cy="153167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7" name="rc87"/>
            <p:cNvSpPr/>
            <p:nvPr/>
          </p:nvSpPr>
          <p:spPr>
            <a:xfrm>
              <a:off x="8588313" y="3785711"/>
              <a:ext cx="22570" cy="91900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8" name="rc88"/>
            <p:cNvSpPr/>
            <p:nvPr/>
          </p:nvSpPr>
          <p:spPr>
            <a:xfrm>
              <a:off x="8588313" y="3877612"/>
              <a:ext cx="22570" cy="3063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9" name="pl89"/>
            <p:cNvSpPr/>
            <p:nvPr/>
          </p:nvSpPr>
          <p:spPr>
            <a:xfrm>
              <a:off x="4801447" y="4831134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4801447" y="4677966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4801447" y="4524798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2"/>
            <p:cNvSpPr/>
            <p:nvPr/>
          </p:nvSpPr>
          <p:spPr>
            <a:xfrm>
              <a:off x="4801447" y="4371630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4801447" y="4218462"/>
              <a:ext cx="3809437" cy="0"/>
            </a:xfrm>
            <a:custGeom>
              <a:avLst/>
              <a:pathLst>
                <a:path w="3809437" h="0">
                  <a:moveTo>
                    <a:pt x="0" y="0"/>
                  </a:moveTo>
                  <a:lnTo>
                    <a:pt x="3809437" y="0"/>
                  </a:lnTo>
                  <a:lnTo>
                    <a:pt x="3809437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4812732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l95"/>
            <p:cNvSpPr/>
            <p:nvPr/>
          </p:nvSpPr>
          <p:spPr>
            <a:xfrm>
              <a:off x="5590168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6367604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7069805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l98"/>
            <p:cNvSpPr/>
            <p:nvPr/>
          </p:nvSpPr>
          <p:spPr>
            <a:xfrm>
              <a:off x="7847241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8599599" y="4218462"/>
              <a:ext cx="0" cy="612671"/>
            </a:xfrm>
            <a:custGeom>
              <a:avLst/>
              <a:pathLst>
                <a:path w="0" h="612671">
                  <a:moveTo>
                    <a:pt x="0" y="6126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4782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rc100"/>
            <p:cNvSpPr/>
            <p:nvPr/>
          </p:nvSpPr>
          <p:spPr>
            <a:xfrm>
              <a:off x="5578883" y="4800500"/>
              <a:ext cx="22570" cy="3063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" name="rc101"/>
            <p:cNvSpPr/>
            <p:nvPr/>
          </p:nvSpPr>
          <p:spPr>
            <a:xfrm>
              <a:off x="6356319" y="4739233"/>
              <a:ext cx="22570" cy="3063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2" name="rc102"/>
            <p:cNvSpPr/>
            <p:nvPr/>
          </p:nvSpPr>
          <p:spPr>
            <a:xfrm>
              <a:off x="6356319" y="4769866"/>
              <a:ext cx="22570" cy="61267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3" name="rc103"/>
            <p:cNvSpPr/>
            <p:nvPr/>
          </p:nvSpPr>
          <p:spPr>
            <a:xfrm>
              <a:off x="7058520" y="4800500"/>
              <a:ext cx="22570" cy="30633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4" name="rc104"/>
            <p:cNvSpPr/>
            <p:nvPr/>
          </p:nvSpPr>
          <p:spPr>
            <a:xfrm>
              <a:off x="7058520" y="4769866"/>
              <a:ext cx="22570" cy="3063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5" name="rc105"/>
            <p:cNvSpPr/>
            <p:nvPr/>
          </p:nvSpPr>
          <p:spPr>
            <a:xfrm>
              <a:off x="7835956" y="4739233"/>
              <a:ext cx="22570" cy="30633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6" name="rc106"/>
            <p:cNvSpPr/>
            <p:nvPr/>
          </p:nvSpPr>
          <p:spPr>
            <a:xfrm>
              <a:off x="7835956" y="4769866"/>
              <a:ext cx="22570" cy="30633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rc107"/>
            <p:cNvSpPr/>
            <p:nvPr/>
          </p:nvSpPr>
          <p:spPr>
            <a:xfrm>
              <a:off x="7835956" y="4800500"/>
              <a:ext cx="22570" cy="30633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8" name="tx108"/>
            <p:cNvSpPr/>
            <p:nvPr/>
          </p:nvSpPr>
          <p:spPr>
            <a:xfrm>
              <a:off x="2648174" y="4057695"/>
              <a:ext cx="34527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Ukjent</a:t>
              </a:r>
            </a:p>
          </p:txBody>
        </p:sp>
        <p:sp>
          <p:nvSpPr>
            <p:cNvPr id="109" name="tx109"/>
            <p:cNvSpPr/>
            <p:nvPr/>
          </p:nvSpPr>
          <p:spPr>
            <a:xfrm>
              <a:off x="6430748" y="4057695"/>
              <a:ext cx="5508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Trøndelag</a:t>
              </a:r>
            </a:p>
          </p:txBody>
        </p:sp>
        <p:sp>
          <p:nvSpPr>
            <p:cNvPr id="110" name="tx110"/>
            <p:cNvSpPr/>
            <p:nvPr/>
          </p:nvSpPr>
          <p:spPr>
            <a:xfrm>
              <a:off x="2556734" y="3134806"/>
              <a:ext cx="5281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Sørlandet</a:t>
              </a:r>
            </a:p>
          </p:txBody>
        </p:sp>
        <p:sp>
          <p:nvSpPr>
            <p:cNvPr id="111" name="tx111"/>
            <p:cNvSpPr/>
            <p:nvPr/>
          </p:nvSpPr>
          <p:spPr>
            <a:xfrm>
              <a:off x="6445470" y="3134806"/>
              <a:ext cx="52139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Østlandet</a:t>
              </a:r>
            </a:p>
          </p:txBody>
        </p:sp>
        <p:sp>
          <p:nvSpPr>
            <p:cNvPr id="112" name="tx112"/>
            <p:cNvSpPr/>
            <p:nvPr/>
          </p:nvSpPr>
          <p:spPr>
            <a:xfrm>
              <a:off x="2502556" y="2211918"/>
              <a:ext cx="636513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Nord-Norge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6421741" y="2211918"/>
              <a:ext cx="568848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Vestlandet</a:t>
              </a:r>
            </a:p>
          </p:txBody>
        </p:sp>
        <p:sp>
          <p:nvSpPr>
            <p:cNvPr id="114" name="tx114"/>
            <p:cNvSpPr/>
            <p:nvPr/>
          </p:nvSpPr>
          <p:spPr>
            <a:xfrm rot="-2700000">
              <a:off x="524581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15" name="tx115"/>
            <p:cNvSpPr/>
            <p:nvPr/>
          </p:nvSpPr>
          <p:spPr>
            <a:xfrm rot="-2700000">
              <a:off x="1330895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16" name="tx116"/>
            <p:cNvSpPr/>
            <p:nvPr/>
          </p:nvSpPr>
          <p:spPr>
            <a:xfrm rot="-2700000">
              <a:off x="2102556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17" name="tx117"/>
            <p:cNvSpPr/>
            <p:nvPr/>
          </p:nvSpPr>
          <p:spPr>
            <a:xfrm rot="-2700000">
              <a:off x="2770181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18" name="tx118"/>
            <p:cNvSpPr/>
            <p:nvPr/>
          </p:nvSpPr>
          <p:spPr>
            <a:xfrm rot="-2700000">
              <a:off x="3576417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19" name="tx119"/>
            <p:cNvSpPr/>
            <p:nvPr/>
          </p:nvSpPr>
          <p:spPr>
            <a:xfrm rot="-2700000">
              <a:off x="4311526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0" name="tx120"/>
            <p:cNvSpPr/>
            <p:nvPr/>
          </p:nvSpPr>
          <p:spPr>
            <a:xfrm rot="-2700000">
              <a:off x="4409934" y="5066302"/>
              <a:ext cx="5080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des-2025</a:t>
              </a:r>
            </a:p>
          </p:txBody>
        </p:sp>
        <p:sp>
          <p:nvSpPr>
            <p:cNvPr id="121" name="tx121"/>
            <p:cNvSpPr/>
            <p:nvPr/>
          </p:nvSpPr>
          <p:spPr>
            <a:xfrm rot="-2700000">
              <a:off x="5216248" y="5054340"/>
              <a:ext cx="47420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jan-2026</a:t>
              </a:r>
            </a:p>
          </p:txBody>
        </p:sp>
        <p:sp>
          <p:nvSpPr>
            <p:cNvPr id="122" name="tx122"/>
            <p:cNvSpPr/>
            <p:nvPr/>
          </p:nvSpPr>
          <p:spPr>
            <a:xfrm rot="-2700000">
              <a:off x="5987909" y="5056732"/>
              <a:ext cx="48097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feb-2026</a:t>
              </a:r>
            </a:p>
          </p:txBody>
        </p:sp>
        <p:sp>
          <p:nvSpPr>
            <p:cNvPr id="123" name="tx123"/>
            <p:cNvSpPr/>
            <p:nvPr/>
          </p:nvSpPr>
          <p:spPr>
            <a:xfrm rot="-2700000">
              <a:off x="6655534" y="5071054"/>
              <a:ext cx="521482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mar-2026</a:t>
              </a:r>
            </a:p>
          </p:txBody>
        </p:sp>
        <p:sp>
          <p:nvSpPr>
            <p:cNvPr id="124" name="tx124"/>
            <p:cNvSpPr/>
            <p:nvPr/>
          </p:nvSpPr>
          <p:spPr>
            <a:xfrm rot="-2700000">
              <a:off x="7461770" y="5059125"/>
              <a:ext cx="487740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apr-2026</a:t>
              </a:r>
            </a:p>
          </p:txBody>
        </p:sp>
        <p:sp>
          <p:nvSpPr>
            <p:cNvPr id="125" name="tx125"/>
            <p:cNvSpPr/>
            <p:nvPr/>
          </p:nvSpPr>
          <p:spPr>
            <a:xfrm rot="-2700000">
              <a:off x="8196879" y="5066270"/>
              <a:ext cx="50794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mai-2026</a:t>
              </a:r>
            </a:p>
          </p:txBody>
        </p:sp>
        <p:sp>
          <p:nvSpPr>
            <p:cNvPr id="126" name="tx126"/>
            <p:cNvSpPr/>
            <p:nvPr/>
          </p:nvSpPr>
          <p:spPr>
            <a:xfrm>
              <a:off x="780013" y="2941740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27" name="tx127"/>
            <p:cNvSpPr/>
            <p:nvPr/>
          </p:nvSpPr>
          <p:spPr>
            <a:xfrm>
              <a:off x="780013" y="2788572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128" name="tx128"/>
            <p:cNvSpPr/>
            <p:nvPr/>
          </p:nvSpPr>
          <p:spPr>
            <a:xfrm>
              <a:off x="712256" y="263540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29" name="tx129"/>
            <p:cNvSpPr/>
            <p:nvPr/>
          </p:nvSpPr>
          <p:spPr>
            <a:xfrm>
              <a:off x="712256" y="2482237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</a:t>
              </a:r>
            </a:p>
          </p:txBody>
        </p:sp>
        <p:sp>
          <p:nvSpPr>
            <p:cNvPr id="130" name="tx130"/>
            <p:cNvSpPr/>
            <p:nvPr/>
          </p:nvSpPr>
          <p:spPr>
            <a:xfrm>
              <a:off x="712256" y="2329069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31" name="tx131"/>
            <p:cNvSpPr/>
            <p:nvPr/>
          </p:nvSpPr>
          <p:spPr>
            <a:xfrm>
              <a:off x="780013" y="3864629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32" name="tx132"/>
            <p:cNvSpPr/>
            <p:nvPr/>
          </p:nvSpPr>
          <p:spPr>
            <a:xfrm>
              <a:off x="780013" y="3711461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133" name="tx133"/>
            <p:cNvSpPr/>
            <p:nvPr/>
          </p:nvSpPr>
          <p:spPr>
            <a:xfrm>
              <a:off x="712256" y="355829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34" name="tx134"/>
            <p:cNvSpPr/>
            <p:nvPr/>
          </p:nvSpPr>
          <p:spPr>
            <a:xfrm>
              <a:off x="712256" y="340512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</a:t>
              </a:r>
            </a:p>
          </p:txBody>
        </p:sp>
        <p:sp>
          <p:nvSpPr>
            <p:cNvPr id="135" name="tx135"/>
            <p:cNvSpPr/>
            <p:nvPr/>
          </p:nvSpPr>
          <p:spPr>
            <a:xfrm>
              <a:off x="712256" y="3251957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36" name="tx136"/>
            <p:cNvSpPr/>
            <p:nvPr/>
          </p:nvSpPr>
          <p:spPr>
            <a:xfrm>
              <a:off x="780013" y="4787517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37" name="tx137"/>
            <p:cNvSpPr/>
            <p:nvPr/>
          </p:nvSpPr>
          <p:spPr>
            <a:xfrm>
              <a:off x="780013" y="4634349"/>
              <a:ext cx="67757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138" name="tx138"/>
            <p:cNvSpPr/>
            <p:nvPr/>
          </p:nvSpPr>
          <p:spPr>
            <a:xfrm>
              <a:off x="712256" y="4481181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39" name="tx139"/>
            <p:cNvSpPr/>
            <p:nvPr/>
          </p:nvSpPr>
          <p:spPr>
            <a:xfrm>
              <a:off x="712256" y="4328013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15</a:t>
              </a:r>
            </a:p>
          </p:txBody>
        </p:sp>
        <p:sp>
          <p:nvSpPr>
            <p:cNvPr id="140" name="tx140"/>
            <p:cNvSpPr/>
            <p:nvPr/>
          </p:nvSpPr>
          <p:spPr>
            <a:xfrm>
              <a:off x="712256" y="4174845"/>
              <a:ext cx="13551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41" name="tx141"/>
            <p:cNvSpPr/>
            <p:nvPr/>
          </p:nvSpPr>
          <p:spPr>
            <a:xfrm>
              <a:off x="4530454" y="5385947"/>
              <a:ext cx="46606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Måned</a:t>
              </a:r>
            </a:p>
          </p:txBody>
        </p:sp>
        <p:sp>
          <p:nvSpPr>
            <p:cNvPr id="142" name="tx142"/>
            <p:cNvSpPr/>
            <p:nvPr/>
          </p:nvSpPr>
          <p:spPr>
            <a:xfrm rot="-5400000">
              <a:off x="282798" y="3547320"/>
              <a:ext cx="609813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Antall (n)</a:t>
              </a:r>
            </a:p>
          </p:txBody>
        </p:sp>
        <p:sp>
          <p:nvSpPr>
            <p:cNvPr id="143" name="tx143"/>
            <p:cNvSpPr/>
            <p:nvPr/>
          </p:nvSpPr>
          <p:spPr>
            <a:xfrm>
              <a:off x="3053069" y="5810014"/>
              <a:ext cx="63559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Subklade</a:t>
              </a:r>
            </a:p>
          </p:txBody>
        </p:sp>
        <p:sp>
          <p:nvSpPr>
            <p:cNvPr id="144" name="rc144"/>
            <p:cNvSpPr/>
            <p:nvPr/>
          </p:nvSpPr>
          <p:spPr>
            <a:xfrm>
              <a:off x="3774402" y="5764694"/>
              <a:ext cx="199819" cy="199819"/>
            </a:xfrm>
            <a:prstGeom prst="rect">
              <a:avLst/>
            </a:prstGeom>
            <a:solidFill>
              <a:srgbClr val="EC7C73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5" name="rc145"/>
            <p:cNvSpPr/>
            <p:nvPr/>
          </p:nvSpPr>
          <p:spPr>
            <a:xfrm>
              <a:off x="4436834" y="5764694"/>
              <a:ext cx="199819" cy="199819"/>
            </a:xfrm>
            <a:prstGeom prst="rect">
              <a:avLst/>
            </a:prstGeom>
            <a:solidFill>
              <a:srgbClr val="40436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6" name="rc146"/>
            <p:cNvSpPr/>
            <p:nvPr/>
          </p:nvSpPr>
          <p:spPr>
            <a:xfrm>
              <a:off x="5099265" y="5764694"/>
              <a:ext cx="199819" cy="199819"/>
            </a:xfrm>
            <a:prstGeom prst="rect">
              <a:avLst/>
            </a:prstGeom>
            <a:solidFill>
              <a:srgbClr val="61D2B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7" name="rc147"/>
            <p:cNvSpPr/>
            <p:nvPr/>
          </p:nvSpPr>
          <p:spPr>
            <a:xfrm>
              <a:off x="5863287" y="5764694"/>
              <a:ext cx="199819" cy="199819"/>
            </a:xfrm>
            <a:prstGeom prst="rect">
              <a:avLst/>
            </a:prstGeom>
            <a:solidFill>
              <a:srgbClr val="A93C38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8" name="tx148"/>
            <p:cNvSpPr/>
            <p:nvPr/>
          </p:nvSpPr>
          <p:spPr>
            <a:xfrm>
              <a:off x="4059955" y="582098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C.5.1</a:t>
              </a:r>
            </a:p>
          </p:txBody>
        </p:sp>
        <p:sp>
          <p:nvSpPr>
            <p:cNvPr id="149" name="tx149"/>
            <p:cNvSpPr/>
            <p:nvPr/>
          </p:nvSpPr>
          <p:spPr>
            <a:xfrm>
              <a:off x="4722387" y="5820987"/>
              <a:ext cx="29114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</a:t>
              </a:r>
            </a:p>
          </p:txBody>
        </p:sp>
        <p:sp>
          <p:nvSpPr>
            <p:cNvPr id="150" name="tx150"/>
            <p:cNvSpPr/>
            <p:nvPr/>
          </p:nvSpPr>
          <p:spPr>
            <a:xfrm>
              <a:off x="5384818" y="5820987"/>
              <a:ext cx="392734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C.5.6.1</a:t>
              </a:r>
            </a:p>
          </p:txBody>
        </p:sp>
        <p:sp>
          <p:nvSpPr>
            <p:cNvPr id="151" name="tx151"/>
            <p:cNvSpPr/>
            <p:nvPr/>
          </p:nvSpPr>
          <p:spPr>
            <a:xfrm>
              <a:off x="6148840" y="5820987"/>
              <a:ext cx="325069" cy="872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Andre</a:t>
              </a:r>
            </a:p>
          </p:txBody>
        </p:sp>
        <p:sp>
          <p:nvSpPr>
            <p:cNvPr id="152" name="tx152"/>
            <p:cNvSpPr/>
            <p:nvPr/>
          </p:nvSpPr>
          <p:spPr>
            <a:xfrm>
              <a:off x="916094" y="1921286"/>
              <a:ext cx="3633459" cy="1091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Top 3 subklader vises separat; resten samles i 'Andre'</a:t>
              </a:r>
            </a:p>
          </p:txBody>
        </p:sp>
        <p:sp>
          <p:nvSpPr>
            <p:cNvPr id="153" name="tx153"/>
            <p:cNvSpPr/>
            <p:nvPr/>
          </p:nvSpPr>
          <p:spPr>
            <a:xfrm>
              <a:off x="916094" y="1676115"/>
              <a:ext cx="4853818" cy="1308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Pasient landsdel per måned og subklade - B/Victoria (antall)</a:t>
              </a:r>
            </a:p>
          </p:txBody>
        </p:sp>
      </p:grpSp>
      <p:sp>
        <p:nvSpPr>
          <p:cNvPr id="154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>B/Victoria - Pasient landsdel per måned (antall)</a:t>
            </a:r>
          </a:p>
        </p:txBody>
      </p: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Macintosh PowerPoint</Application>
  <PresentationFormat>Présentation à l'écran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Thème</vt:lpstr>
      </vt:variant>
      <vt:variant>
        <vt:i4>1</vt:i4>
      </vt:variant>
      <vt:variant>
        <vt:lpstr>Titres des diapositives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/>
  <dc:subject/>
  <dc:creator/>
  <cp:keywords/>
  <dc:description/>
  <cp:lastModifiedBy/>
  <cp:revision>3</cp:revision>
  <dcterms:created xsi:type="dcterms:W3CDTF">2017-02-13T16:18:36Z</dcterms:created>
  <dcterms:modified xsi:type="dcterms:W3CDTF">2026-06-24T12:10:31Z</dcterms:modified>
  <cp:category/>
</cp:coreProperties>
</file>